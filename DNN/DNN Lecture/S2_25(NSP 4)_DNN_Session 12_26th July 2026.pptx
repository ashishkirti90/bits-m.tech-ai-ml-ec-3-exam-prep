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5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6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notesSlides/notesSlide2.xml" ContentType="application/vnd.openxmlformats-officedocument.presentationml.notesSlide+xml"/>
  <Override PartName="/ppt/ink/ink3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1" r:id="rId4"/>
    <p:sldMasterId id="2147483829" r:id="rId5"/>
    <p:sldMasterId id="2147483841" r:id="rId6"/>
    <p:sldMasterId id="2147483849" r:id="rId7"/>
    <p:sldMasterId id="2147483864" r:id="rId8"/>
    <p:sldMasterId id="2147483870" r:id="rId9"/>
    <p:sldMasterId id="2147483877" r:id="rId10"/>
  </p:sldMasterIdLst>
  <p:notesMasterIdLst>
    <p:notesMasterId r:id="rId94"/>
  </p:notesMasterIdLst>
  <p:sldIdLst>
    <p:sldId id="880" r:id="rId11"/>
    <p:sldId id="347" r:id="rId12"/>
    <p:sldId id="884" r:id="rId13"/>
    <p:sldId id="885" r:id="rId14"/>
    <p:sldId id="886" r:id="rId15"/>
    <p:sldId id="925" r:id="rId16"/>
    <p:sldId id="887" r:id="rId17"/>
    <p:sldId id="888" r:id="rId18"/>
    <p:sldId id="926" r:id="rId19"/>
    <p:sldId id="408" r:id="rId20"/>
    <p:sldId id="889" r:id="rId21"/>
    <p:sldId id="890" r:id="rId22"/>
    <p:sldId id="927" r:id="rId23"/>
    <p:sldId id="891" r:id="rId24"/>
    <p:sldId id="892" r:id="rId25"/>
    <p:sldId id="893" r:id="rId26"/>
    <p:sldId id="894" r:id="rId27"/>
    <p:sldId id="895" r:id="rId28"/>
    <p:sldId id="896" r:id="rId29"/>
    <p:sldId id="897" r:id="rId30"/>
    <p:sldId id="898" r:id="rId31"/>
    <p:sldId id="899" r:id="rId32"/>
    <p:sldId id="900" r:id="rId33"/>
    <p:sldId id="901" r:id="rId34"/>
    <p:sldId id="902" r:id="rId35"/>
    <p:sldId id="903" r:id="rId36"/>
    <p:sldId id="904" r:id="rId37"/>
    <p:sldId id="928" r:id="rId38"/>
    <p:sldId id="905" r:id="rId39"/>
    <p:sldId id="906" r:id="rId40"/>
    <p:sldId id="929" r:id="rId41"/>
    <p:sldId id="930" r:id="rId42"/>
    <p:sldId id="907" r:id="rId43"/>
    <p:sldId id="908" r:id="rId44"/>
    <p:sldId id="931" r:id="rId45"/>
    <p:sldId id="909" r:id="rId46"/>
    <p:sldId id="932" r:id="rId47"/>
    <p:sldId id="910" r:id="rId48"/>
    <p:sldId id="911" r:id="rId49"/>
    <p:sldId id="912" r:id="rId50"/>
    <p:sldId id="933" r:id="rId51"/>
    <p:sldId id="913" r:id="rId52"/>
    <p:sldId id="914" r:id="rId53"/>
    <p:sldId id="915" r:id="rId54"/>
    <p:sldId id="916" r:id="rId55"/>
    <p:sldId id="917" r:id="rId56"/>
    <p:sldId id="918" r:id="rId57"/>
    <p:sldId id="938" r:id="rId58"/>
    <p:sldId id="919" r:id="rId59"/>
    <p:sldId id="920" r:id="rId60"/>
    <p:sldId id="386" r:id="rId61"/>
    <p:sldId id="934" r:id="rId62"/>
    <p:sldId id="935" r:id="rId63"/>
    <p:sldId id="936" r:id="rId64"/>
    <p:sldId id="403" r:id="rId65"/>
    <p:sldId id="921" r:id="rId66"/>
    <p:sldId id="922" r:id="rId67"/>
    <p:sldId id="937" r:id="rId68"/>
    <p:sldId id="952" r:id="rId69"/>
    <p:sldId id="923" r:id="rId70"/>
    <p:sldId id="924" r:id="rId71"/>
    <p:sldId id="939" r:id="rId72"/>
    <p:sldId id="940" r:id="rId73"/>
    <p:sldId id="941" r:id="rId74"/>
    <p:sldId id="942" r:id="rId75"/>
    <p:sldId id="943" r:id="rId76"/>
    <p:sldId id="944" r:id="rId77"/>
    <p:sldId id="945" r:id="rId78"/>
    <p:sldId id="850" r:id="rId79"/>
    <p:sldId id="946" r:id="rId80"/>
    <p:sldId id="477" r:id="rId81"/>
    <p:sldId id="423" r:id="rId82"/>
    <p:sldId id="424" r:id="rId83"/>
    <p:sldId id="476" r:id="rId84"/>
    <p:sldId id="425" r:id="rId85"/>
    <p:sldId id="864" r:id="rId86"/>
    <p:sldId id="865" r:id="rId87"/>
    <p:sldId id="947" r:id="rId88"/>
    <p:sldId id="948" r:id="rId89"/>
    <p:sldId id="949" r:id="rId90"/>
    <p:sldId id="950" r:id="rId91"/>
    <p:sldId id="951" r:id="rId92"/>
    <p:sldId id="573" r:id="rId93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667"/>
  </p:normalViewPr>
  <p:slideViewPr>
    <p:cSldViewPr snapToGrid="0">
      <p:cViewPr varScale="1">
        <p:scale>
          <a:sx n="107" d="100"/>
          <a:sy n="107" d="100"/>
        </p:scale>
        <p:origin x="18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6.xml"/><Relationship Id="rId21" Type="http://schemas.openxmlformats.org/officeDocument/2006/relationships/slide" Target="slides/slide11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63" Type="http://schemas.openxmlformats.org/officeDocument/2006/relationships/slide" Target="slides/slide53.xml"/><Relationship Id="rId68" Type="http://schemas.openxmlformats.org/officeDocument/2006/relationships/slide" Target="slides/slide58.xml"/><Relationship Id="rId84" Type="http://schemas.openxmlformats.org/officeDocument/2006/relationships/slide" Target="slides/slide74.xml"/><Relationship Id="rId89" Type="http://schemas.openxmlformats.org/officeDocument/2006/relationships/slide" Target="slides/slide79.xml"/><Relationship Id="rId16" Type="http://schemas.openxmlformats.org/officeDocument/2006/relationships/slide" Target="slides/slide6.xml"/><Relationship Id="rId11" Type="http://schemas.openxmlformats.org/officeDocument/2006/relationships/slide" Target="slides/slide1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53" Type="http://schemas.openxmlformats.org/officeDocument/2006/relationships/slide" Target="slides/slide43.xml"/><Relationship Id="rId58" Type="http://schemas.openxmlformats.org/officeDocument/2006/relationships/slide" Target="slides/slide48.xml"/><Relationship Id="rId74" Type="http://schemas.openxmlformats.org/officeDocument/2006/relationships/slide" Target="slides/slide64.xml"/><Relationship Id="rId79" Type="http://schemas.openxmlformats.org/officeDocument/2006/relationships/slide" Target="slides/slide69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0.xml"/><Relationship Id="rId95" Type="http://schemas.openxmlformats.org/officeDocument/2006/relationships/presProps" Target="presProps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64" Type="http://schemas.openxmlformats.org/officeDocument/2006/relationships/slide" Target="slides/slide54.xml"/><Relationship Id="rId69" Type="http://schemas.openxmlformats.org/officeDocument/2006/relationships/slide" Target="slides/slide59.xml"/><Relationship Id="rId80" Type="http://schemas.openxmlformats.org/officeDocument/2006/relationships/slide" Target="slides/slide70.xml"/><Relationship Id="rId85" Type="http://schemas.openxmlformats.org/officeDocument/2006/relationships/slide" Target="slides/slide75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slide" Target="slides/slide49.xml"/><Relationship Id="rId67" Type="http://schemas.openxmlformats.org/officeDocument/2006/relationships/slide" Target="slides/slide57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62" Type="http://schemas.openxmlformats.org/officeDocument/2006/relationships/slide" Target="slides/slide52.xml"/><Relationship Id="rId70" Type="http://schemas.openxmlformats.org/officeDocument/2006/relationships/slide" Target="slides/slide60.xml"/><Relationship Id="rId75" Type="http://schemas.openxmlformats.org/officeDocument/2006/relationships/slide" Target="slides/slide65.xml"/><Relationship Id="rId83" Type="http://schemas.openxmlformats.org/officeDocument/2006/relationships/slide" Target="slides/slide73.xml"/><Relationship Id="rId88" Type="http://schemas.openxmlformats.org/officeDocument/2006/relationships/slide" Target="slides/slide78.xml"/><Relationship Id="rId91" Type="http://schemas.openxmlformats.org/officeDocument/2006/relationships/slide" Target="slides/slide81.xml"/><Relationship Id="rId9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slide" Target="slides/slide47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openxmlformats.org/officeDocument/2006/relationships/slide" Target="slides/slide50.xml"/><Relationship Id="rId65" Type="http://schemas.openxmlformats.org/officeDocument/2006/relationships/slide" Target="slides/slide55.xml"/><Relationship Id="rId73" Type="http://schemas.openxmlformats.org/officeDocument/2006/relationships/slide" Target="slides/slide63.xml"/><Relationship Id="rId78" Type="http://schemas.openxmlformats.org/officeDocument/2006/relationships/slide" Target="slides/slide68.xml"/><Relationship Id="rId81" Type="http://schemas.openxmlformats.org/officeDocument/2006/relationships/slide" Target="slides/slide71.xml"/><Relationship Id="rId86" Type="http://schemas.openxmlformats.org/officeDocument/2006/relationships/slide" Target="slides/slide76.xml"/><Relationship Id="rId9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9" Type="http://schemas.openxmlformats.org/officeDocument/2006/relationships/slide" Target="slides/slide29.xml"/><Relationship Id="rId34" Type="http://schemas.openxmlformats.org/officeDocument/2006/relationships/slide" Target="slides/slide24.xml"/><Relationship Id="rId50" Type="http://schemas.openxmlformats.org/officeDocument/2006/relationships/slide" Target="slides/slide40.xml"/><Relationship Id="rId55" Type="http://schemas.openxmlformats.org/officeDocument/2006/relationships/slide" Target="slides/slide45.xml"/><Relationship Id="rId76" Type="http://schemas.openxmlformats.org/officeDocument/2006/relationships/slide" Target="slides/slide66.xml"/><Relationship Id="rId97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1.xml"/><Relationship Id="rId92" Type="http://schemas.openxmlformats.org/officeDocument/2006/relationships/slide" Target="slides/slide82.xml"/><Relationship Id="rId2" Type="http://schemas.openxmlformats.org/officeDocument/2006/relationships/customXml" Target="../customXml/item2.xml"/><Relationship Id="rId29" Type="http://schemas.openxmlformats.org/officeDocument/2006/relationships/slide" Target="slides/slide19.xml"/><Relationship Id="rId24" Type="http://schemas.openxmlformats.org/officeDocument/2006/relationships/slide" Target="slides/slide14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66" Type="http://schemas.openxmlformats.org/officeDocument/2006/relationships/slide" Target="slides/slide56.xml"/><Relationship Id="rId87" Type="http://schemas.openxmlformats.org/officeDocument/2006/relationships/slide" Target="slides/slide77.xml"/><Relationship Id="rId61" Type="http://schemas.openxmlformats.org/officeDocument/2006/relationships/slide" Target="slides/slide51.xml"/><Relationship Id="rId82" Type="http://schemas.openxmlformats.org/officeDocument/2006/relationships/slide" Target="slides/slide72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56" Type="http://schemas.openxmlformats.org/officeDocument/2006/relationships/slide" Target="slides/slide46.xml"/><Relationship Id="rId77" Type="http://schemas.openxmlformats.org/officeDocument/2006/relationships/slide" Target="slides/slide67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41.xml"/><Relationship Id="rId72" Type="http://schemas.openxmlformats.org/officeDocument/2006/relationships/slide" Target="slides/slide62.xml"/><Relationship Id="rId93" Type="http://schemas.openxmlformats.org/officeDocument/2006/relationships/slide" Target="slides/slide83.xml"/><Relationship Id="rId98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02:38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14512 2033 2 0,'0'5'19'0,"0"-1"-7"0,0 0 7 0,0-1-7 0,0 1-2 0,-3-1-1 0,2 0-1 0,-1 0 1 0,2-2 1 0,0 2 2 16,0 0-1-16,0 1-3 15,0-3 0-15,0 2-2 16,0 0-1-16,-1-3 2 16,1 2-3-16,0-2 1 15,0 0-3-15,0 0 4 16,0 0 0-16,0 0 2 0,0 0 6 15,0 0 8-15,0 0-1 16,0 0 0-16,0 0-11 16,0-2-5-16,0-2-4 15,-1-3 1-15,0 0 1 16,-1 0-2-16,0-2 2 0,2 2-2 16,0-2 0-16,-2-2-1 15,2 1 1-15,0-1-2 16,0-2 1-16,0-1 1 15,0 0-2-15,0 1 1 0,0-3 1 16,0 1 0 0,0 2 0-16,2 0-1 0,-2-1 0 15,0 3 0-15,0-1 1 16,0 4-2-16,0-1 3 16,0 1-2-16,0-1 1 15,0 3-1-15,0 1 0 0,0-1 0 16,0-1 0-16,0 4 0 15,0-3 0-15,0 3 0 16,0-2 0-16,0-1 0 16,2 2 0-16,0-2-3 15,-1 2 2-15,2-2 1 0,2 2 0 16,-1 0-1-16,1-3 0 16,2 1 2-16,-3 3-1 15,1-1-1-15,1-2 1 16,1 3 1-16,0-1-2 15,2 1 2-15,-2-1-2 0,2 1 0 16,-3 3 1-16,3-3 1 16,-5 2 0-16,3 1-1 15,-2 0 0-15,-2 0 0 16,3 0 0-16,-2 0 0 16,-1 0 0-16,1 0 0 0,2 4 0 15,-1-1 0-15,0 1 1 16,0 3-1-16,1-1 0 15,0 1 0-15,1 0-1 16,0 2 1-16,-4-1 0 16,5-1 1-16,-4 2-1 0,-1-1 1 15,4 0-1-15,-5 0 0 16,2 2 1-16,-1-1-1 16,3-1 1-16,-4 2-3 15,0 1 3-15,1-2-3 16,-1 2 3-16,0 1 2 0,1-1-3 15,-1 0 2-15,-1 2-1 16,0-1-1-16,0 0 1 16,0 1-1-16,0-1 0 15,1 0 2-15,0 0-2 16,-2-2 0-16,0-1 0 0,0 0 1 16,0-2-1-16,0 0 0 15,0 0 1-15,0-3-2 16,0-1 2-16,0 0-1 15,0 0 0-15,0 0 0 16,0 0 0-16,0 0-1 0,0-1-5 16,0 0-29-16,0-2-31 15,-4 0-62-15</inkml:trace>
  <inkml:trace contextRef="#ctx0" brushRef="#br0" timeOffset="431.41">14504 1937 74 0,'1'0'12'0,"0"0"2"0,1 0 0 0,-2 0 5 0,1-2 9 16,2 1 1-16,-3 1-13 15,4-1-5-15,-1-1-6 16,4 2-3-16,-3 0 0 16,2 0-1-16,2 0-1 15,3 0 4-15,-3 0 0 16,2 0-4-16,3 0 1 0,0 0-1 16,1 0 1-16,-1 0-1 15,0 0-2-15,1 0-51 16,-1 0-129-16</inkml:trace>
  <inkml:trace contextRef="#ctx0" brushRef="#br0" timeOffset="1098.55">14875 1817 48 0,'0'0'42'0,"0"0"-20"0,0 0 4 0,0 0-5 16,0 0-3-16,0 0 0 16,0 0 0-16,0 0-7 0,0 0-1 15,0 0 1-15,0-12-2 16,0 12-2-16,0 0-7 16,0 0-3-16,0 0 3 15,0 4 0-15,0 2 0 0,0 1 0 16,0 1 1-16,0 1-1 15,2-2 0-15,-1 4 2 16,1-1-2-16,1 0 1 16,-1 4 1-16,-2-1-2 15,3 1 0-15,-3 1 0 16,1 0 1-16,1-1-1 0,0 2 1 16,2-2-1-16,-2 1 1 15,1-3-1-15,0 1 0 16,2-3 0-16,-3-2 0 15,1-2 1-15,2 1-2 16,-1-3-8-16,0-1-36 0,-2-3-34 16</inkml:trace>
  <inkml:trace contextRef="#ctx0" brushRef="#br0" timeOffset="2044.71">14870 1839 75 0,'0'0'10'0,"0"0"11"0,0 0-13 16,0 0 5-16,0 0-6 15,0 0-2-15,0 0 1 0,0 0-2 16,36-19 1-16,-30 18-1 16,1 1 0-16,0 0 0 15,0 0 2-15,1 0-3 16,-2 1 0-16,4 5-1 16,-4 1 1-16,2 0-3 0,3 2 1 15,-3 1 1-15,2 1-2 16,1 2 1-16,0-1 0 15,-1 1 0-15,1 0-2 16,-1 0 2-16,1 1 0 16,-3-3-1-16,0 1 1 0,1 2-1 15,0-3 1-15,2 0 0 16,2-3-1-16,-1 2 3 16,-1-4-3-16,2-2 0 15,-3 0 2-15,0-2-1 16,-1-1 0-16,-3-1 0 0,2 0 1 15,-4 0 0-15,-3 0 5 16,0 0 10-16,0 0 3 16,0 0-15-16,0-3-2 15,-1-1-1-15,0-1 3 16,2-3-4-16,-2 0 2 0,0 0 1 16,0-3 1-16,0 0-2 15,0-2 0-15,2-1 0 16,0-2 1-16,0-2-2 15,-1-1 1-15,3-1 0 16,1 0-2-16,-1 2 5 0,-1-2-3 16,3 6-1-16,-1-2-1 15,-1 6 0-15,0 2-2 16,2 1 1-16,0 4-1 16,0 1-11-16,-1 2-28 15,3 0-44-15,-2 0-86 0</inkml:trace>
  <inkml:trace contextRef="#ctx0" brushRef="#br0" timeOffset="2510.4">15426 1789 117 0,'0'0'24'0,"0"0"15"0,0 0-15 0,0 0 3 16,0 0-3-16,0 0-11 0,0 0-12 15,0 0-5-15,0 0 6 16,0 0-3-16,0 0 2 16,3 44 0-16,-3-25 0 15,1-1-1-15,0 1 0 16,1-1 1-16,-2-2-1 15,0-1 0-15,2 2 0 0,-2-3 0 16,2-1 0-16,-2 0-3 16,0-2-36-16,0-5-23 15,0-3-57-15</inkml:trace>
  <inkml:trace contextRef="#ctx0" brushRef="#br0" timeOffset="3310.49">15406 1839 78 0,'0'0'7'16,"0"0"3"-16,0 0-2 15,0 0-2-15,0 0 5 16,0 0-5-16,0 0 3 0,43-22 0 16,-37 22-5-16,1 0-1 15,-2 0-1-15,4 0 0 16,-4 3 0-16,0 4 0 15,0 3 2-15,0 1 0 16,1 1 1-16,-1 1-1 16,0 1-1-16,1 0-2 0,1-1 1 15,2 1 0-15,-2-1 2 16,-1-2-1-16,1 1-1 16,1-1 1-16,-1-1-1 15,0 0 0-15,0-3-1 0,-1 0 1 16,1-1-1-16,0 0 0 15,-2-1 2-15,1-1-2 16,-1-2 1-16,4 1 1 16,-4-2-1-16,0 1 3 15,0-1-3-15,0-1 1 0,-1 2-2 16,0-2 0-16,0 1 0 16,-2-1 1-16,0 0-2 15,0 0 0-15,0 0 0 16,0 0 0-16,0 0 1 15,-2 0 2-15,1 0 1 16,1 0-2-16,-2 0 0 0,1 0 0 16,0 0 2-16,-1 0 1 15,1 0-3-15,-1-3 7 16,1 0-5-16,1-1-1 16,-2-2 3-16,2-2-2 15,-2-1 2-15,2-1 3 0,-1-1-7 16,1 0 2-16,-1-4 0 15,1 1-1-15,-1-4 2 16,2-2 0-16,-1 2 0 16,0-1 1-16,0 0-2 15,-1 2 1-15,1 0-1 0,2 0-1 16,-2 3-2-16,0 3-1 16,0 2-1-16,4 2-2 15,-2 0-18-15,0 0-40 16,-1 0-137-16</inkml:trace>
  <inkml:trace contextRef="#ctx0" brushRef="#br0" timeOffset="4705.04">14514 2364 90 0,'-2'0'13'0,"2"0"16"0,0 0-23 0,0 0-6 15,0 0 0-15,0 0 1 16,4 0-1-16,2 0-1 0,2 0 2 16,3 0-1-16,1 0 2 15,1 0 1-15,3 0-1 16,2 0-1-16,4 0 3 16,2 0-1-16,2 0 2 0,2 0-3 15,3 0-1-15,0-1 0 16,2-2 1-16,0 0-2 15,0 0 0-15,-1 1 6 16,-1-1 1-16,2 2-2 16,-3-3 1-16,3 3-4 15,-2-2 0-15,1 0 0 0,3 1-1 16,-1 0 6-16,1-1 1 16,0 3-4-16,0 0-2 15,-3-2-1-15,-2 1 2 16,-1 1-2-16,-2-1-1 15,-2-1 1-15,1 2-1 0,0 0 5 16,0 0-4-16,-5 0 1 16,4 0-2-16,0 3 0 15,-4 2 0-15,-1-4 0 16,2 3 1-16,-3-4-1 0,-4 0 0 16,1 0 6-16,-2 0 4 15,-1 0-1-15,-1 0-1 16,0 0-3-16,3 0 1 15,-4-2-3-15,3-1 0 16,-1 1 0-16,0 2 0 0,1-3-1 16,-3 3-1-16,-2 0 0 15,0 0 1-15,-2 0-1 16,1 0-1-16,-2 0 2 16,-2 0-2-16,0 0 0 15,-3 0 0-15,0 0 0 16,0 0 0-16,0 0-9 0,-1 0-15 15,0 0-42-15,0-1-51 16</inkml:trace>
  <inkml:trace contextRef="#ctx0" brushRef="#br0" timeOffset="5117.37">15950 1844 173 0,'0'0'11'0,"0"0"22"0,0 0-12 0,0 0-10 16,0 0-1-16,0 0 0 16,0 0-3-16,0 0-1 15,0 0-2-15,0 0-1 16,0 0-4-16,0 0-2 15,-2-18 2-15,1 22-1 16,1 3-6-16,0 2-10 0,-2 2-11 16,0-1-15-16,-1 0-43 15</inkml:trace>
  <inkml:trace contextRef="#ctx0" brushRef="#br0" timeOffset="5480.99">16025 1971 182 0,'0'0'7'0,"0"0"10"15,0 0-8-15,0 0-5 16,0 0 1-16,0 0 3 16,0 0-3-16,0 0-2 0,0 0 0 15,23-6 2-15,-15 6 1 16,-1 0 2-16,1-1-3 15,0 1-3-15,0-2-1 16,2 2-1-16,-3 0 1 16,-1 0-8-16,-3-4-49 0</inkml:trace>
  <inkml:trace contextRef="#ctx0" brushRef="#br0" timeOffset="6808.43">15853 2170 206 0,'0'0'-3'0,"0"0"11"0,0 0 0 0,0 0-1 16,0 0-5-16,0 0 1 16,0 0-3-16,0 0-4 15,0 0-7-15,0 0-7 0,0 0-12 16,0 0-49-16</inkml:trace>
  <inkml:trace contextRef="#ctx0" brushRef="#br0" timeOffset="7454.77">15981 1833 191 0,'0'0'-3'0,"0"0"5"0,0 0-4 16,0 0 2-16,0 0-4 15,0 0-36-15,0 0-4 0,0 0-2 16</inkml:trace>
  <inkml:trace contextRef="#ctx0" brushRef="#br0" timeOffset="7676.09">16007 2221 253 0,'0'0'-5'16,"0"0"9"-16,0 0-9 16,0 0 5-16,0 0 1 15,0 0-35-15,0 0-48 16</inkml:trace>
  <inkml:trace contextRef="#ctx0" brushRef="#br0" timeOffset="9426.4">17232 1791 4 0,'2'-3'78'0,"1"0"-60"0,-3 0 6 0,0 1-4 16,0 2 2-16,0-2-2 0,0 0-8 16,0 2-4-16,0 0-5 15,0 0-6-15,0 0 2 16,-4 0 2-16,-1 4-1 16,0 4 0-16,-3-1 2 15,3 0-4-15,-2 3 2 0,1-2 2 16,-1 5-2-16,2-2 0 15,1 2 1-15,0 0-1 16,2 1 1-16,0 1-1 16,2-1 1-16,0 0 0 15,0 1-1-15,0-2 2 0,0 0 0 16,2-1-1-16,4-4 1 16,-2 0 0-16,1-2-1 15,2 0 0-15,0-4 1 16,1 0 0-16,1-2 7 15,3 0 6-15,-1 0-8 0,1 0-3 16,1-3-1-16,-1-3-2 16,0 1 2-16,-3-4 0 15,1 2 0-15,0-3-2 16,-3 2 1-16,1-1-2 16,-3 2 1-16,1-3 0 0,-3-1-1 15,-1 1 0-15,0 1 0 16,0 1 1-16,1-1-1 15,-3 4 0-15,0-1 0 16,2 3-1-16,-2 1-1 16,0 2 0-16,0 0-3 15,0 0 0-15,0 0-7 0,0 1 11 16,2 6 0-16,-2-1 1 16,1 3 1-16,2 1-1 15,2-1 0-15,0 4 1 16,2-2-1-16,1 0 0 0,3-1 0 15,1-1 1-15,-3-2-1 16,2 0 1-16,0-3-1 16,0 1 2-16,-2-4-1 15,2-1 5-15,-1 0 0 16,0 0-3-16,-1 0 3 16,1-4 0-16,0-3-1 0,-4-2 1 15,4-1 0-15,-5 0 0 16,1-3 1-16,-2-1-2 15,-1 0-1-15,-1-2 1 16,-2 1-3-16,0-4 0 16,0 4-1-16,0-1 0 0,0 3-1 15,-6 2 0-15,1 2 2 16,-4 1-3-16,-2 5-2 16,4 3-1-16,-4 0-7 15,0 0-22-15,6 0-29 16,0 3-54-16</inkml:trace>
  <inkml:trace contextRef="#ctx0" brushRef="#br0" timeOffset="10238.75">17723 1624 162 0,'0'0'-7'0,"0"0"27"0,0 0-10 16,0 0-4-16,0 0 6 15,0 0-1-15,0 0-3 0,0 0-6 16,0 0-3-16,0 0 1 15,0 0 0-15,0 0-1 16,0 0 2-16,27 27 0 16,-23-14 1-16,-1 4-1 15,0 2-1-15,-1-1 1 16,-1-1 0-16,1 3-1 0,-2-2 2 16,1 0-1-16,0-2 1 15,-1-3 0-15,0 0-1 16,2 0 0-16,-2-2 1 15,1-1-1-15,2 0 0 0,-3-1-1 16,2-3 1-16,-2 0-1 16,2-1 0-16,-2-3 1 15,0 0-1-15,0-1 0 16,0-1 1-16,0 0-1 16,0 0 3-16,0 0 0 0,0 0 12 15,0 0 1-15,0 0 0 16,0 0-13-16,0-1-2 15,0-5-1-15,-2-1 1 16,0 1 1-16,2-1-2 16,0-1 0-16,0-2 0 0,0 1-1 15,0 1 0-15,4-1 1 16,1 2-1-16,2 0 2 16,-2 0-1-16,3 4-2 15,-1-1-1-15,4 0 2 16,2 1 1-16,0 0 0 15,1 2-3-15,-1-1 1 16,1 2 7-16,-1 0-5 0,-1 0 0 16,-4 0 0-16,1 3 0 15,-1 1 1-15,-2 2-1 16,-1 1 1-16,-1 0-1 16,0 0-2-16,-3 0 2 0,-1 1 1 15,0-1 2-15,0-1-1 16,0 1-1-16,0-1-2 15,0 0 0-15,0 3 1 16,0-3-4-16,0 1-17 16,2-2-28-16,4-2-22 0,0-3-8 15</inkml:trace>
  <inkml:trace contextRef="#ctx0" brushRef="#br0" timeOffset="11020.93">18091 1809 97 0,'0'0'9'0,"0"0"4"0,0 0-10 0,0 0-2 0,0 0 1 15,0 0 3-15,0 0 3 16,0 0-1-16,0 0-1 15,0 0 3-15,9 40 3 16,-5-32-1-16,-1 1-3 0,1-2 3 16,2-3-2-16,0 2 1 15,0-2 3-15,1-4 3 16,3 0-1-16,-1 0-2 16,2 0-3-16,0 0-4 15,2-4-2-15,-1-2-1 16,0-1 1-16,-2-1-2 0,-1-1-1 15,0 2 0-15,-2-2 0 16,-2 2 0-16,-3-3 0 16,0 3-1-16,-2 2-1 15,0 0 1-15,0 0-1 16,0 2 0-16,0 0 7 0,0 0-6 16,-2 2-2-16,0 1 1 15,2 0 4-15,0 0-3 16,0 0-3-16,0 1 3 15,0 8 0-15,0 2 0 16,2 3 1-16,2 3 1 0,1 1-2 16,2 4 0-16,0-1 1 15,-1 3-1-15,-3 2 1 16,1-2-1-16,-2 0 1 16,0 0-1-16,-2-2-1 15,0-2 2-15,0-2-1 0,-7 2 0 16,1-3-1-16,-5 0 0 15,0-1 0-15,-2-1-2 16,-1 0 2-16,0-3 1 16,-2 0 0-16,1-2-1 15,-1-2 0-15,3-3 0 0,-1-3 3 16,3-2-2-16,1 0 1 16,2 0 4-16,1-4 9 15,3-6-6-15,-1-5 1 16,4-3-5-16,1-3-2 15,0-2 0-15,0-1 0 0,6-1 0 16,1 3-2-16,4 1 0 16,1 2-2-16,1 1-1 15,3 2 1-15,0 4-11 16,3-2-17-16,-1 1-29 16,0 1-113-16</inkml:trace>
  <inkml:trace contextRef="#ctx0" brushRef="#br0" timeOffset="11766.89">18744 1637 82 0,'0'0'1'0,"0"0"2"0,0 0-1 15,0 0 0-15,0 0 3 16,-38-10 10-16,33 4 1 16,2 0 3-16,1 0 3 0,2-1-1 15,0 1-9-15,0-1-6 16,0 1-1-16,0-1-3 16,6 1 0-16,4 1-3 15,-3 0 2-15,2 2-2 0,2 1 1 16,0 0 2-16,0 1-5 15,1 1 8-15,-1 0-4 16,0 0 1-16,2 0-1 16,-2 3-1-16,-2 1 0 15,1 2 0-15,0 0 1 16,-5 0-1-16,2 0-1 0,-3 1 2 16,-1 0-1-16,-2 2 0 15,-1-2 0-15,0 0 0 16,0 3 1-16,-2-3 1 15,-4 0 3-15,-4 0-2 16,0-1-3-16,-3-3 1 0,2 4 1 16,1-1 0-16,-2-1-1 15,1 1 0-15,1 0 0 16,0-1 0-16,2 2-1 16,-1-1 1-16,3 1-1 15,-1 0 1-15,4-1 1 0,-1 1-2 16,3 2 1-16,1-2-1 15,-2 1 0-15,2-2 1 16,0 1 0-16,0 1-1 16,0-2 0-16,3 3 2 15,1-2-1-15,3 0 0 0,-3 1-1 16,1 0-11-16,1-3-56 16</inkml:trace>
  <inkml:trace contextRef="#ctx0" brushRef="#br0" timeOffset="12230.35">18732 2039 101 0,'0'0'18'0,"0"0"-12"0,0 0 13 16,0 0 5-16,0 0 9 15,0 0-6-15,0 0-7 0,0 0-7 16,0 0-2-16,0 0-3 16,0 0-5-16,0 0-2 15,5 0 1-15,-5 0 0 16,0 0-1-16,0 0 0 16,0 0 2-16,0 0-4 0,0 0 2 15,0 0 1-15,0 0 8 16,2-1 8-16,1-1-3 15,-1 1-4-15,1-2-7 16,0 3-3-16,-1-2-2 16,-2-5-11-16,0-2-95 0</inkml:trace>
  <inkml:trace contextRef="#ctx0" brushRef="#br0" timeOffset="12978.6">17384 2393 103 0,'0'0'3'0,"0"0"6"0,0 0 1 15,0 0-5-15,0 0-2 16,0 0-1-16,0 0 2 15,0 0 9-15,0 0 11 0,0 0-12 16,0 0-7-16,-33 0 1 16,36 0-7-16,8 0 5 15,7 0 2-15,5 0-2 16,6 0-1-16,5 0 0 16,6-2 2-16,3-2 3 15,5-2 3-15,2 2 0 0,1-3-2 16,4 2-4-16,-2-1-1 15,3-1 2-15,-1-1-3 16,1 1 1-16,1 0-2 16,-2 3 1-16,1-3-2 15,0 3 0-15,-2-1 0 0,-5 1-1 16,0 1 0-16,-7 3 1 16,-3-1-1-16,-8-2 0 15,-4 3 0-15,-5-3 1 16,-4 2-1-16,-9 1 0 15,-2 0-1-15,-2 0-1 0,-5 0-20 16,-2 0-39-16,-10 0 0 16,-6 1-46-16</inkml:trace>
  <inkml:trace contextRef="#ctx0" brushRef="#br0" timeOffset="13497.38">17451 2532 94 0,'0'0'17'0,"40"0"13"0,-12 0-6 0,5 0-6 0,2-1-11 16,3-2 1-16,3 1 0 15,-3-1 4-15,4 2 6 16,1-2-1-16,0 2-4 15,0-1-5-15,1 2-4 16,0-2-1-16,1 2 0 16,-3 0-3-16,1 0 2 0,-5 0 1 15,0 0-1-15,-1-1 1 16,-1 0 2-16,-2 1 1 16,-2 0 0-16,1-3-4 15,-3 3 0-15,0 0-2 16,-1 0 1-16,-4 0-1 0,0 0 0 15,-3 0 1-15,-5 0-1 16,-3 0 0-16,-1 0 0 16,-6 0 0-16,-2 3-2 15,-5 1-15-15,-4-1-91 16</inkml:trace>
  <inkml:trace contextRef="#ctx0" brushRef="#br0" timeOffset="19556.27">2177 3084 17 0,'-2'0'107'0,"-2"-1"-99"0,2 1 8 0,-3 0-6 0,4 0-2 15,-3 0-3-15,0 0-3 16,2 4 0-16,-1 5 1 16,-1 0 1-16,2 3 1 15,0 2 0-15,2 0 1 0,0 3-1 16,0 2-3-16,0 1 2 15,0 4-3-15,4 2 0 16,0 1 1-16,-1 2-1 16,-1 2 1-16,-2 2-1 15,0 1 0-15,0-1 0 0,0 0 1 16,-2-5-4-16,-1-1 4 16,-1-7-4-16,0 0 1 15,-2-9-3-15,4-7-43 16,-2-4-57-16</inkml:trace>
  <inkml:trace contextRef="#ctx0" brushRef="#br0" timeOffset="19998.47">2163 3134 121 0,'0'0'2'0,"0"0"5"16,0 0 14-16,0 0 0 16,27-40-11-16,-20 37-6 15,1 1-3-15,2 2-1 16,-1 0 1-16,3 0-1 0,-2 4 0 15,-1 3 0-15,1 4 1 16,-1 1 0-16,-1-1-1 16,-1 3 1-16,0-1 0 15,-3 0 0-15,-2 1 4 16,-2-1-1-16,0 2-1 0,-4-3 3 16,-8 3 2-16,0-2 0 15,-1 1-1-15,-2-4-3 16,0-1 1-16,-1-2-1 15,3-1-3-15,-1-2 1 16,3-3-1-16,3-1 0 16,2 0-1-16,4 0-1 0,2-4-16 15,0-10-58-15</inkml:trace>
  <inkml:trace contextRef="#ctx0" brushRef="#br0" timeOffset="20470.53">2386 3113 159 0,'0'0'-4'0,"0"0"17"0,0 0-9 16,0 0-4-16,0 0 2 0,0 0-1 16,0 0-1-16,41-9 1 15,-32 18-1-15,1 2 1 16,1 2-1-16,-3 1 1 16,1 4 0-16,-2 0 0 15,0 0 2-15,-3-2-1 0,-2-1-1 16,-2-2 1-16,0-2-1 15,0-1 2-15,0-5 3 16,0 0 1-16,0-5 2 16,0 0 4-16,-4 0 9 15,0 0-6-15,0-8-4 0,1-5-7 16,1-3-3-16,2-3-2 16,0-3 1-16,0 1-1 15,7-2 0-15,3 2 0 16,5 0-1-16,2 3-1 15,1 3-5-15,-1 5-18 16,4 0-12-16,-3 3-15 0,-1 3-14 16</inkml:trace>
  <inkml:trace contextRef="#ctx0" brushRef="#br0" timeOffset="20820.06">2711 3063 117 0,'0'0'24'16,"0"0"19"-16,0 0-29 15,0 0-14-15,0 0 2 16,-17 41 0-16,10-28 0 16,6 3 0-16,-1-3 1 0,2 0 0 15,0-1-2-15,0-3 2 16,2-1-2-16,4-1 0 16,0-2 0-16,1-3 1 15,1 0 1-15,2-2 1 16,1 0 3-16,-2-5 7 0,4-3 1 15,-4-5-4-15,2-2-5 16,-5-3-1-16,2-3 1 16,-6 0 0-16,0 0-2 15,-2 0 0-15,0 3-1 16,-4 3-2-16,-6 5 1 16,2 4-2-16,-1 3-1 0,0 3 2 15,-3 4-5-15,6 11-7 16,4 0-15-16,2-2-27 15,0-2-36-15</inkml:trace>
  <inkml:trace contextRef="#ctx0" brushRef="#br0" timeOffset="21247.73">2966 3002 121 0,'0'0'5'0,"0"0"2"15,0 0 0-15,0 0 1 16,0 0 14-16,0 0 6 16,0 0-27-16,0 0-2 15,0 0 1-15,16-3 1 16,-10 20 0-16,-1 4 1 0,2 3-1 16,2 4 1-16,-3-1 1 15,3 2-1-15,-1 3-1 16,0-1 1-16,1 0-1 15,-1 3 1-15,0 2 0 16,-2 1 3-16,-1 2-1 0,-3 1 0 16,0 2 0-16,-2-3-1 15,0-2-1-15,0 0 0 16,-7-4 0-16,-1-5 2 16,-2-3 0-16,-3-3 3 15,-1-1-1-15,-1-5-1 0,-1-5 0 16,1-1-2-16,-1-6 0 15,-1-4 0-15,2 0 1 16,2-11-3-16,1-7 0 16,4-8-5-16,2-3-28 15,3-10-56-15,3-7-22 16</inkml:trace>
  <inkml:trace contextRef="#ctx0" brushRef="#br0" timeOffset="21432.34">2944 2764 231 0,'0'0'9'0,"0"0"0"0,0 0-7 0,0 0-8 15,0 0-16-15,0 0-23 16,0 0-23-16</inkml:trace>
  <inkml:trace contextRef="#ctx0" brushRef="#br0" timeOffset="21873.65">3082 3148 179 0,'0'0'-38'0,"0"0"41"0,0 0 1 16,0 0 7-16,38-28 10 15,-30 15 4-15,4 0-1 16,-3 0-5-16,5-1-5 16,-3 0-9-16,1 0-3 0,-1 1-2 15,-1 0 1-15,0 1 0 16,-3 0-1-16,-1 1 0 15,-4 2 1-15,0 2 2 16,-2 0-2-16,0 3 2 16,-2 1 0-16,-5 0-2 15,-1 3 4-15,-2 0-7 0,-3 0 4 16,-1 10-2-16,1 3 2 16,0 3-2-16,0 1 1 15,6 3-1-15,0 1 0 16,3-2 0-16,4 1 1 0,0-1-2 15,0 1 1-15,6-2-1 16,6-3 0-16,4-1 1 16,3-3-6-16,2-4-23 15,3-5-37-15,1-2-39 16</inkml:trace>
  <inkml:trace contextRef="#ctx0" brushRef="#br0" timeOffset="22179.28">3465 3013 139 0,'0'0'19'0,"0"0"14"15,0 0-18-15,0 0-10 16,0 0 1-16,0 0 6 16,0 0-1-16,0 0-2 15,0 0-6-15,-39-20-4 16,33 33 2-16,1 3-1 0,1 4 1 15,0 1 1-15,2 0-1 16,2 0-1-16,0-2 1 16,0-2-1-16,6-3 0 15,3-2-1-15,0-4 2 16,4-2-1-16,0-3 1 0,3-3-1 16,0 0 1-16,4 0 1 15,3-7-1-15,-4-6-31 16,-1-5-70-16</inkml:trace>
  <inkml:trace contextRef="#ctx0" brushRef="#br0" timeOffset="22457.17">3619 2751 11 0,'0'0'147'0,"0"0"-122"0,0 0 2 16,0 0-11-16,0 0-3 15,0 0-13-15,0 0-2 16,0 0 3-16,0 0 0 16,-10 59 2-16,18-23-2 15,-3 2 1-15,1-1 1 0,0 1-2 16,1-2 0-16,-3-4 1 16,-1-3-1-16,0-2 0 15,1-3 0-15,-2-4-1 16,-2-2 0-16,0-2 0 15,0-6-2-15,0-3-46 0,-6-7-60 16</inkml:trace>
  <inkml:trace contextRef="#ctx0" brushRef="#br0" timeOffset="22647.88">3590 3010 221 0,'0'0'17'0,"0"0"-6"15,0 0-10-15,0 0 1 16,42-35-2-16,-19 29-1 0,1 1 3 16,6 0-2-16,-2 4 1 15,-1 1 0-15,2 0-1 16,-4 3 0-16,-7 5-36 16,-5 1-59-16</inkml:trace>
  <inkml:trace contextRef="#ctx0" brushRef="#br0" timeOffset="23352.81">2286 3624 69 0,'0'0'1'0,"0"0"-1"0,0 0 9 0,0 0 1 0,0 0-4 16,0 0 0-16,41 0-1 15,-26 0-2-15,0 0 2 16,6 0 1-16,2-3 0 15,2 2-2-15,6-1 1 16,6 1 0-16,3 0 1 0,4-2-1 16,6 0 1-16,4-1-1 15,4-1 1-15,1 0 2 16,3 0 1-16,-2 1 1 16,3-3-2-16,-3 0 2 15,3-3 2-15,-3 0 0 0,1 0-4 16,1-1-2-16,-3 0-2 15,-1 2-1-15,-2-1 3 16,-3 1-5-16,-2 4 1 16,-4 1 0-16,-4 1-1 0,-3 2 0 15,-5 1-1-15,-3 0 1 16,-3 0-1-16,-2 0 2 16,-5 0-2-16,1 0 1 15,-5 0-1-15,0-2 1 16,-7 2-1-16,2-3 0 15,-4 1 1-15,-4-2-1 16,1 1 0-16,0-7-5 0,0-5-38 16,-2-6-98-16</inkml:trace>
  <inkml:trace contextRef="#ctx0" brushRef="#br0" timeOffset="23559.7">4162 2907 202 0,'0'0'-12'0,"0"0"30"0,0 0-4 0,0 0-11 16,0 0-2-16,0 0-5 15,0 0 0-15,0 0-2 16,0 0-35-16,0 0-53 0</inkml:trace>
  <inkml:trace contextRef="#ctx0" brushRef="#br0" timeOffset="23702.77">4211 3077 41 0,'0'0'234'0,"0"0"-214"15,0 0-17-15,0 0-6 16,0 0 3-16,0 0-3 15,0 0-12-15,0 17-64 16</inkml:trace>
  <inkml:trace contextRef="#ctx0" brushRef="#br0" timeOffset="25042.03">3196 3688 99 0,'-2'-6'7'0,"0"-1"11"0,-2 0-7 0,2 3 12 15,-3 1-10-15,2-1 0 16,3 2-6-16,-2 0-2 15,2 0-3-15,0 2-2 16,0 0 0-16,0 0-6 0,2 0 5 16,6 8 2-16,2 4-1 15,1 5 0-15,1 6-1 16,-1 5 2-16,2 9-1 16,-1 4-1-16,1 6 0 15,1 3 1-15,-4 4 1 0,3 1 0 16,-1-1 0-16,-1-1-1 15,-2-4 2-15,2-5-1 16,-2-6 1-16,0-6-2 16,-2-6 2-16,0-4 0 15,-1-6 0-15,-4-2-1 0,0 0 0 16,1-1 1-16,-3-1-2 16,0 0 0-16,0-3-20 15,0-3-51-15</inkml:trace>
  <inkml:trace contextRef="#ctx0" brushRef="#br0" timeOffset="25449.09">3259 4461 97 0,'0'0'9'0,"0"0"15"0,0 0-4 16,0 0-10-16,0 0-5 15,0 0-7-15,0 0 4 0,0 0-1 16,0 0 3-16,0 0-2 16,31-13 2-16,-22 13 0 15,1 0 1-15,0 0-1 16,-1 0 0-16,-2 0-1 16,4 1-1-16,-2 2-2 0,0 0 0 15,2-2 1-15,0 2-1 16,-2-1-14-16,1-1-36 15,-2-1-39-15</inkml:trace>
  <inkml:trace contextRef="#ctx0" brushRef="#br0" timeOffset="25644.63">3422 4361 203 0,'0'0'7'0,"0"0"14"16,0 0-7-16,0 0-17 15,0 0 2-15,-15 41 1 16,11-14-1-16,1 2-14 0,-4-1-45 16</inkml:trace>
  <inkml:trace contextRef="#ctx0" brushRef="#br0" timeOffset="29050.21">3186 4414 44 0,'4'-3'1'0,"0"1"0"0,1 0 1 0,-1 0 3 15,0-1 8-15,-1 3 0 16,2-3 0-16,1 2-5 0,-4 1-2 15,3 0 0-15,-1 0-1 16,-2 0 1-16,1 0-5 16,1 4 1-16,1 4 0 15,-1-2-1-15,-2 1-1 16,3 1 0-16,2 0 1 16,-1 2-1-16,2 0 0 0,0 0 0 15,1 1 0-15,1-1 0 16,-2 2 0-16,1-1 0 15,-1-1 0-15,-1-3 0 16,-2 2 0-16,-1-2 0 0,1-3 0 16,-3 2 0-16,0-3 0 15,0-1 0-15,0 0 2 16,-2-1-2-16,0-1 0 16,0 0 0-16,2 0 2 15,1 0 29-15,2-5-26 16,-1-5-2-16,-1-3-1 0,3-3 2 15,-2-1 0-15,1-2 1 16,4-1 0-16,-2-2 2 16,1-1 1-16,1 0-1 15,1 1 0-15,-2-2 2 16,1 1-3-16,-2 0-2 0,2 5-2 16,0 1-1-16,0 4-2 15,0 3-42-15,-4 0-60 16</inkml:trace>
  <inkml:trace contextRef="#ctx0" brushRef="#br0" timeOffset="30926.65">2989 4943 53 0,'0'-1'3'0,"0"-2"2"0,-1-1 3 0,1 1 4 15,0-1 7-15,-2 0-2 0,2 2-4 16,0 0 1-16,-2 0 1 15,2 1-11-15,0 0 0 16,0 1-3-16,0 0-2 16,0 0 0-16,0 0-4 15,0 4 6-15,0 2 2 16,0 5-1-16,0 1 3 0,0 5-3 16,0 2 0-16,0 2-1 15,0 4-1-15,0 1 2 16,0 1-1-16,0 0 1 15,4-1-1-15,-2-1 0 16,1 0-1-16,-1-3 1 16,0 1 0-16,-2-5 1 0,0-1-1 15,0-4 0-15,0-2 2 16,0-3 2-16,-2-3-3 16,0 0 0-16,0-3 0 15,1-2-1-15,1 0-11 0,0-7-35 16</inkml:trace>
  <inkml:trace contextRef="#ctx0" brushRef="#br0" timeOffset="31459.6">3069 4922 62 0,'0'0'1'0,"0"0"2"0,0 0 2 16,0 0 1-16,0 0 0 16,40-11-4-16,-33 11 3 15,-3 0 0-15,3 3-1 0,-2 4 1 16,-1 0-1-16,1 1 0 16,-1 2-1-16,0 0-1 15,1 2 3-15,-4 2 0 16,0-3-5-16,-1 2 5 15,0 1-1-15,-1-2 4 0,-7 2-3 16,-1-3 7-16,-2 0-5 16,-3 0-2-16,0-2-2 15,-1 0 1-15,2-3-1 16,-3-1-2-16,3-2 1 16,-1 0-1-16,1 0 1 0,1-3-2 15,4 0 1-15,1 0-1 16,3 0-11-16,2-6-29 15,2-1-61-15</inkml:trace>
  <inkml:trace contextRef="#ctx0" brushRef="#br0" timeOffset="32558.47">3257 4982 33 0,'0'0'13'0,"0"0"-7"0,0 0 13 0,0 0-6 0,0 0 0 15,-42 0 3-15,36-3 1 16,4 0 6-16,-2 0-10 15,4 0-5-15,-2-1-6 0,2 1 1 16,0-1 0-16,0 0-6 16,9 1 0-16,4 0 1 15,2-1 1-15,4 1 2 16,1 0 0-16,-2 3 2 0,2 0-1 16,-2 0 1-16,0 6-2 15,-3 3-1-15,-1 3 0 16,-3 1 1-16,0 3-2 15,-4-1 2-15,-3 4-1 16,-1-5-3-16,-2 0 4 16,-1 0 0-16,0-1-1 0,0-2 0 15,-4-2 1-15,-2 1-3 16,-1-2 6-16,0-2-3 16,2-2 1-16,-1-2-4 15,2-2 7-15,1 0 2 16,-1-2 7-16,2-6-3 0,2-3-5 15,0-2 3-15,0-3-7 16,0-4-1-16,0-1 0 16,6-2 2-16,-1-2-1 15,1 0 0-15,3 0 1 16,-1 1 0-16,2 3-2 0,1 2-1 16,3 2 1-16,-1 7-2 15,1 3-21-15,-3 1-35 16,-2 4-16-16</inkml:trace>
  <inkml:trace contextRef="#ctx0" brushRef="#br0" timeOffset="32995.93">3612 4995 71 0,'0'0'3'0,"0"0"5"0,0 0 2 0,0 0 4 0,0 0 4 15,0 0 6-15,0 0 3 16,0 0-6-16,41 4-9 0,-33-13-6 16,3 1-1-16,-1-3 0 15,-2 0-2-15,-1 0-1 16,-1-1 1-16,2 0 0 15,-6 3 0-15,-2-2 1 16,0 4-2-16,-2 2 1 0,-8 1-6 16,-1 3 7-16,-2 1-5 15,-1 0-3-15,1 5 6 16,-1 4-2-16,4 1-1 16,1 3 1-16,2 1-1 15,4 1-1-15,3 1 0 0,0 0-1 16,0 1-1-16,7 0 0 15,5-3 2-15,1 0-1 16,3-2 4-16,-1 2 2 16,5-4-2-16,1-1-1 15,-2-4-36-15,2-1-45 0</inkml:trace>
  <inkml:trace contextRef="#ctx0" brushRef="#br0" timeOffset="33298.82">4007 4902 121 0,'0'0'-26'15,"0"0"30"-15,0 0-3 16,0 0-2-16,0 0 6 16,0 0 12-16,-44-30 6 0,30 37-8 15,1 5 2-15,-1 2-6 16,3 5 0-16,-2 4-1 15,4 1-7-15,0 2-1 16,5-3-2-16,4-1 0 16,0-4-1-16,0-4-3 15,4-2 2-15,5-5-1 16,3-3 1-16,3-3 5 0,3-1-1 16,1 0 4-16,4-7-15 15,-4-7-57-15,3-9-30 16</inkml:trace>
  <inkml:trace contextRef="#ctx0" brushRef="#br0" timeOffset="33737.24">3979 4469 57 0,'0'0'6'0,"0"0"4"0,0 0 9 16,28 48-1-16,-18-25-4 0,3 4-2 15,-2 4 0-15,3 0-1 16,-3 2-5-16,-1 3 1 16,0-5-1-16,-5 0 0 15,1-1 1-15,-2-2-2 16,-2 1 0-16,-1-5-2 16,-1 3 5-16,0 0-3 0,0 0-1 15,0 0-1-15,-1-1 0 16,-3-1-1-16,2-5 0 15,-2 0-1-15,2-5 1 16,1-2-1-16,1-3-1 0,0-1-10 16,0-5-35-16,0-4-26 15</inkml:trace>
  <inkml:trace contextRef="#ctx0" brushRef="#br0" timeOffset="34000.37">4211 4921 83 0,'0'0'4'0,"0"0"23"16,0 0-14-16,0 0-5 16,0 0 6-16,0 0 2 15,0 0-2-15,15 43-7 16,-12-28-1-16,2-4 0 15,-1-1-4-15,-1 0 0 16,1 0-2-16,-2-3 1 0,0-2 0 16,2 0 1-16,-3-3-6 15,1-2-44-15,2-3-39 16</inkml:trace>
  <inkml:trace contextRef="#ctx0" brushRef="#br0" timeOffset="34136.22">4254 4732 208 0,'0'0'8'15,"0"0"-9"-15,0 0 0 0,0 0-40 16,0 0-41-16</inkml:trace>
  <inkml:trace contextRef="#ctx0" brushRef="#br0" timeOffset="34554.83">4501 4861 163 0,'0'0'11'0,"0"0"8"15,0 0 0-15,0-41 5 16,0 31-7-16,-2 2-4 16,-2 0-3-16,-2 3-5 0,1 0-1 15,-1 2-1-15,-2 2-6 16,-1 1 1-16,-2 0 1 16,0 7 8-16,-2 3-7 15,1 3 3-15,3 4-2 16,1 4-3-16,3-1 1 0,3 3-3 15,2 0 0-15,0-1 1 16,2 0-1-16,5-1 0 16,1-4 0-16,4-3 2 15,-1-1 1-15,0-2-1 16,3-4 4-16,-1-1-2 16,5-5 3-16,-1-1-1 0,6 0 1 15,0 0-5-15,-1-9-66 16,0-7-39-16</inkml:trace>
  <inkml:trace contextRef="#ctx0" brushRef="#br0" timeOffset="34896.01">4778 4527 125 0,'0'0'4'0,"0"0"3"0,0 0-10 0,0 0 4 16,-4 42 9-16,4-20-1 16,0 5 3-16,0 3-4 15,0 1-2-15,4-1 2 16,1 0-4-16,0-2 1 15,-3 1-2-15,-2-4 0 16,2 1 0-16,-2-2-2 16,0-1 2-16,0-1-2 0,0-2 1 15,-4-2-2-15,2-2-19 16,-5-7-15-16,4-6-22 16</inkml:trace>
  <inkml:trace contextRef="#ctx0" brushRef="#br0" timeOffset="35408.68">4638 4855 109 0,'0'0'5'0,"0"0"19"15,0 0-18-15,0 0-4 16,0 0 14-16,0 0-1 15,42 0-2-15,-24-3-3 16,2 1 4-16,3-1 0 0,2-1-2 16,1-2-4-16,-4 3-6 15,3-3 0-15,-4 1-1 16,1-1 0-16,-5 0-1 16,-1 2 3-16,-3-3 2 15,-1 4-3-15,-5 2 1 0,1-2-1 16,-4 3-1-16,-1 0 0 15,-1 0-1-15,-2 3 0 16,2 3-2-16,-2 2 0 16,0 3 5-16,0 2 1 15,0 1-4-15,0-1 2 0,0 4-1 16,0 0-2-16,0-3 1 16,0 1-1-16,0 0 0 15,2-2-1-15,3-1 1 16,2-1 0-16,-2-1 0 0,3-2 0 15,2-2 4-15,1-3-2 16,1-2 3-16,3-1 1 16,-1 0-3-16,3 0 3 15,0-10-3-15,-1-1-11 16,-1-5-17-16,0-5-25 16,-3-6-18-16,-2-2-41 0</inkml:trace>
  <inkml:trace contextRef="#ctx0" brushRef="#br0" timeOffset="35544.01">5145 4586 178 0,'0'0'58'0,"0"0"-42"0,-37-46 4 0,30 38-15 16,2 3-4-16,0 4-1 16,3 1-17-16,2 0-57 15,0 4 13-15,0 5 7 16</inkml:trace>
  <inkml:trace contextRef="#ctx0" brushRef="#br0" timeOffset="36024.26">5289 4826 231 0,'0'0'-22'15,"0"0"25"-15,0 0 6 16,0 0 1-16,0 0 6 0,0 0-10 16,0 0-2-16,0 0 3 15,-21-13-4-15,12 17 6 16,-2 6-7-16,2 4-3 16,0 0 1-16,0 2 0 15,5 0-1-15,-1-1-1 0,3-3-1 16,2 2 0-16,0-4 0 15,2-2 2-15,6 0-2 16,2-3 6-16,1-1 0 16,3-4 0-16,1 0 1 15,2 0 0-15,2-1-3 16,-3-7-1-16,2-3 3 0,-3-1-1 16,-4-3 3-16,1-1-2 15,-7 0 7-15,-1-4 1 16,-4 4 3-16,0-1-6 15,-5 3-3-15,-3 1-3 16,-4 6 0-16,-1 2 0 0,-3 5-6 16,0 0-3-16,-1 8-12 15,3 6 0-15,1 3-2 16,4 0-24-16,4-1-24 16,5-3-19-16</inkml:trace>
  <inkml:trace contextRef="#ctx0" brushRef="#br0" timeOffset="36578.21">5458 4804 126 0,'0'0'19'0,"0"0"22"0,0 0-35 16,0 0-7-16,0 0 0 15,0 0 0-15,0 0-1 0,20 41 4 16,-19-23 1-16,2 1 3 16,0 1-4-16,-1-4 8 15,0 1-5-15,0-3-2 16,-2-1 2-16,0-5-1 16,0-1 0-16,0-2 1 0,0-5 4 15,0 3 4-15,0-3-1 16,0 0 2-16,0 0 6 15,0-8-15-15,-2-3-6 16,0-1 1-16,2-4-2 0,0-2 4 16,0-2-7-16,2-1-4 15,5 2 4-15,0 0 9 16,0 2-7-16,1 3 2 16,4 4 2-16,-3 0 1 15,4 0-4-15,1 3 1 16,-1 4 3-16,3-1-4 0,-3 1 4 15,3 3-2-15,-1 0 2 16,1 0-2-16,-1 9 1 16,2 1 0-16,0 4-1 15,-1 0 0-15,-1 3 0 16,-3 3 0-16,-3-3 0 0,-1 6 0 16,-6 1-3-16,-2 2 4 15,0 3 1-15,-10 1 0 16,-7 1 0-16,-2-1-19 15,-8-3-41-15,-6-7-42 16</inkml:trace>
  <inkml:trace contextRef="#ctx0" brushRef="#br0" timeOffset="37376.37">3509 5514 17 0,'0'0'2'0,"0"0"0"0,0 0 12 16,-38 6 4-16,30-6 3 15,2 0 1-15,2 0-6 16,2 0-1-16,0 0-2 16,0 0 12-16,2 0-12 15,0 0-1-15,0 0-6 0,0 0-15 16,8 0 9-16,4 0-1 16,5 0-2-16,4 0 4 15,4 0 0-15,4 0 4 16,4 0 1-16,7 0-1 15,0 0 3-15,6 0-1 0,2-3 2 16,6 3 2-16,2-3-2 16,4 2 1-16,5-2-1 15,2-2-1-15,2-1-2 16,3-1 1-16,1-3 0 16,-2 0-1-16,4-3 2 0,0 0-5 15,6-1 0-15,0 2-2 16,-3-4 2-16,3 3-2 15,-2 0 0-15,0 0 0 16,-5 0-1-16,-2 2 0 16,-3 1 0-16,-2 0 1 0,-3 0 2 15,-3-1 0-15,-3 1 5 16,-4 0 4-16,-6 0-2 16,0-1 1-16,-6 2-3 15,-1 2-4-15,-3 2-2 16,-3-1-1-16,-5 3-1 0,-2 0 1 15,-5 2 0-15,-6 1 0 16,-3 0-1-16,-3 0-4 16,-6 0-12-16,1 0-18 15,-6 0-18-15,0 0-60 16</inkml:trace>
  <inkml:trace contextRef="#ctx0" brushRef="#br0" timeOffset="37815.96">5906 4587 163 0,'0'0'-28'0,"0"0"45"0,0 0 8 0,0 0-6 16,0 0-3-16,-17-35-5 15,17 35-2-15,0 0-9 16,0 0-6-16,0 5 8 0,0 11-3 16,3 8-2-16,6 7-2 15,-5 12 4-15,3 11-3 16,-3 10 3-16,1 7 3 16,0 3 1-16,-3 1-2 15,-2-3 1-15,0-5-4 0,0-10-11 16,0-9-41-16,0-14-38 15</inkml:trace>
  <inkml:trace contextRef="#ctx0" brushRef="#br0" timeOffset="38878.21">5803 4378 159 0,'0'0'77'0,"0"0"-64"0,-39-18 6 0,24 11-12 15,-3 2-6-15,-7 1-1 16,1 3-1-16,-7-1 1 16,-8 1-5-16,1 1 2 15,-4 0 0-15,-3 0 0 16,-3 0-4-16,-2 1-4 15,-2 6-1-15,-3-1 0 0,-3 1 9 16,-5 0 0-16,-4-1 3 16,-2 0-1-16,-3-1 0 15,-3 0 2-15,0-1 0 16,-2 0 3-16,0 0 0 16,0 3-1-16,2-2-1 0,2 2 0 15,-2-3-2-15,2 3 1 16,2 0-1-16,-2-2 2 15,4 0 1-15,1-1 1 16,3-1 0-16,0 2 3 16,1 0-3-16,3-2-2 0,-1 3 0 15,3 1-2-15,1 0-1 16,2 1 2-16,0 1-1 16,2 1 0-16,1 0 0 15,1 0 0-15,0 3 0 16,6-1 1-16,-1 1-1 0,5 0 0 15,2 2 0-15,1-3-1 16,5 2 2-16,3-1-1 16,2 0 0-16,2-3 0 15,4 1-1-15,2 2 1 16,0-2 0-16,4 0 1 0,1 1-2 16,1-2 1-16,3 5 0 15,-1-2 0-15,-1 3-1 16,1 1 0-16,0 3 1 15,-1-2 0-15,3 3 0 16,-2 1-1-16,4 1 0 0,2-2 1 16,-1 4-1-16,2 0 0 15,0 0 0-15,2 2 1 16,1-1-2-16,1-1 2 16,0 1 0-16,0-2 0 15,0 2 0-15,2-1 0 16,0 1-3-16,0 1 1 0,0-2 1 15,2 4-1-15,4-4 1 16,3 3-1-16,-1-2 0 16,4-2-1-16,-1-2 2 15,3 0-2-15,1-2 1 16,1 0 0-16,4-1 3 0,1-1 0 16,3-1 4-16,3-3-5 15,2 2 1-15,3-1 2 16,3-3 0-16,1-1-2 15,1-1-6-15,7-4 13 0,2 0-8 16,4-5 3-16,8-1-3 16,4 0-1-16,7-2-28 15,7-9-41-15,9-5-55 16</inkml:trace>
  <inkml:trace contextRef="#ctx0" brushRef="#br0" timeOffset="70957.28">4743 2457 58 0,'0'18'3'0,"0"5"2"0,0 9 1 0,-5 8 3 0,1 7 2 15,0 7 1-15,-1 6-1 16,0 5-2-16,1 6-3 16,-2 3-2-16,3-3-3 15,-3-3 0-15,-1-7 0 16,2-7-2-16,1-13 0 15,2-10 0-15,-1-11-9 0,3-11-20 16</inkml:trace>
  <inkml:trace contextRef="#ctx0" brushRef="#br0" timeOffset="71546.63">4897 2366 66 0,'0'0'1'15,"0"0"4"-15,54-14-2 0,-27 8 3 0,0 3-4 16,0-3 3-16,4 2 2 16,1 3 0-16,5-1 1 15,1 0-2-15,4 2 1 0,3-1-4 16,6 1-1-16,3 0 0 15,8-1 0-15,3-5-1 16,7 1 0-16,2-4-1 16,2-2 1-16,2-2 0 15,-5 0-2-15,1-4 4 0,-4 1-2 16,-5 2 0-16,-3-1-2 16,-6 2 1-16,-4 0-6 15,-8 3-23-15,-9-1-40 16</inkml:trace>
  <inkml:trace contextRef="#ctx0" brushRef="#br0" timeOffset="71923">6332 2238 117 0,'0'0'-13'0,"0"0"16"0,14 35-2 0,-6-12 1 15,-2 11-1-15,0 1 2 16,-2 7 6-16,-2 6 1 16,-1 3 2-16,-1 3-2 15,0 5 0-15,-3 3-4 16,-8 2-5-16,-2-3 1 0,-1-1-2 16,-2-5-2-16,-1-8-16 15,1-9-20-15,3-7-38 16</inkml:trace>
  <inkml:trace contextRef="#ctx0" brushRef="#br0" timeOffset="72642.59">4716 3400 52 0,'0'0'4'0,"0"0"6"0,0 0 5 0,47-6-9 0,-30 6-3 15,6 0-1-15,0 0 0 16,4 0-2-16,0 0 0 0,4 0 1 16,1 0 0-16,7 0 5 15,-1 1 5-15,9-1-1 16,0 0 0-16,2 0-4 16,2 0 1-16,3 0 2 0,4 0 1 15,3-7-2-15,3 0-1 16,5-3-2-16,1-2-3 15,1-3 0-15,1 1 0 16,0-2 2-16,-7 1-3 16,-3 0-1-16,-1 1 2 0,-8 0-4 15,-2 3 2-15,-3 0-7 16,-4 2-22-16,-8 0-20 16</inkml:trace>
  <inkml:trace contextRef="#ctx0" brushRef="#br0" timeOffset="73147.62">5228 2388 147 0,'0'0'20'0,"0"0"-1"0,0 0-13 0,0 0-7 0,0 0-7 15,0 0 5-15,-20 60 3 16,13-14 0-16,5 13 2 15,2 13-1-15,0 17 1 16,2 11-1-16,7 11 1 0,1 1-1 16,0-3-1-16,3-6 0 15,-1-12 0-15,-1-17-2 16,3-17-32-16,-3-16 2 16,-2-19-15-16</inkml:trace>
  <inkml:trace contextRef="#ctx0" brushRef="#br0" timeOffset="73511.06">5641 2374 130 0,'0'0'14'0,"0"0"-13"16,0 40 1-16,0-6-1 16,2 13 6-16,1 9 5 15,4 12 0-15,1 8-1 0,2 5-3 16,1 6-7-16,-5-1 0 15,-1-3-1-15,-3-8 1 16,-2-7-3-16,0-11 2 16,-8-12-1-16,1-11-1 15,0-11-8-15,6-11-18 0,1-12-3 16,2-5-34-16</inkml:trace>
  <inkml:trace contextRef="#ctx0" brushRef="#br0" timeOffset="73795.45">6039 2276 147 0,'0'0'-2'0,"-13"54"4"15,6-10 5-15,2 10 11 16,3 14-5-16,2 9-3 16,0 5-3-16,10-1-3 0,1 3-2 15,5-6-2-15,-3-5 0 16,-3-9 0-16,0-8-2 16,-6-9-9-16,-4-11-17 15,0-10-11-15,-6-10-61 16</inkml:trace>
  <inkml:trace contextRef="#ctx0" brushRef="#br0" timeOffset="74165.14">4855 2759 129 0,'0'0'-19'0,"48"-24"20"16,-8 10 3-16,12 0-2 15,7 2 11-15,8-2-3 16,11 3 7-16,7 1-2 0,9-2-2 15,2 2-7-15,5-1-2 16,4 1-3-16,-3-3 1 16,-8-1-2-16,-6 1 0 15,-9-1 1-15,-11 0-1 16,-13 4 0-16,-14 1-1 16,-17 5 1-16,-16 4-11 0,-10 0-47 15,-25 7-49-15</inkml:trace>
  <inkml:trace contextRef="#ctx0" brushRef="#br0" timeOffset="74436.19">4872 3030 190 0,'0'0'33'0,"0"0"-2"15,0 0-32-15,65-18 3 16,-9 4 7-16,14-6-5 16,10-3-1-16,11-1-2 15,10-2 2-15,3 1-3 0,5-2-4 16,1-2-11-16,-2 1-1 16,-7 0-2-16,-9 2-9 15,-10 1-6-15,-12 6 7 16,-19 4-2-16,-16 7-18 15</inkml:trace>
  <inkml:trace contextRef="#ctx0" brushRef="#br0" timeOffset="74706.38">5130 3249 155 0,'42'0'-11'15,"14"-10"17"-15,13-3 21 16,10-1-12-16,5-3-4 16,5 3-2-16,5-3-5 15,0 3-1-15,-2 1-1 16,-3 0-1-16,-1 3-2 15,-8 2-4-15,-6-2-46 0,-14 3-27 16</inkml:trace>
  <inkml:trace contextRef="#ctx0" brushRef="#br0" timeOffset="74976.03">4991 3438 189 0,'0'0'-3'16,"83"-6"4"-16,-16-5 8 15,13-2-3-15,17-5-4 16,10-5 2-16,7-3-8 16,0-8-74-16</inkml:trace>
  <inkml:trace contextRef="#ctx0" brushRef="#br0" timeOffset="75468.08">5029 2389 66 0,'0'0'42'0,"0"0"-13"0,0 0-22 0,0 0-5 16,0 0 3-16,51-12 7 0,-30 2-1 15,6-1 0-15,6-1 0 16,5 0-6-16,12-1-5 15,14-3 2-15,12 2-3 16,11-2-9-16,12-1-55 16</inkml:trace>
  <inkml:trace contextRef="#ctx0" brushRef="#br0" timeOffset="76300.75">5280 3516 152 0,'0'0'2'0,"0"0"19"0,0 0 0 0,0 0-6 0,0 0-4 16,0 0-2-16,0 0-4 15,0 0-1-15,-8-41-2 16,8 38 0-16,0 3-2 15,0 0 1-15,-6 3-8 16,-1 10 7-16,-4 5-1 0,0 6 1 16,0 2 1-16,3 0-1 15,4-1 1-15,4-1-1 16,0-4 0-16,6-4 0 16,8-4-4-16,5-6-14 15,1-4-7-15,6-2-16 0,1-6-16 16</inkml:trace>
  <inkml:trace contextRef="#ctx0" brushRef="#br0" timeOffset="76591.75">5509 3475 203 0,'0'0'1'0,"0"0"21"16,0 0-10-16,-43-13-9 15,28 26-6-15,2 5 5 16,-1 2-2-16,1 3-1 15,7-2 2-15,-1-1 0 0,7-1-1 16,0-1 1-16,0-1 0 16,9-3 0-16,0-1 2 15,1-3-2-15,3-3-4 16,-1 0 5-16,2-2-1 16,-5-1-1-16,-4-3 2 0,1 2-1 15,-4-3-1-15,-2 3-2 16,0-2 2-16,0 1-6 15,-5 1-20-15,1-2-26 16,0-1-1-16,2 0-11 16</inkml:trace>
  <inkml:trace contextRef="#ctx0" brushRef="#br0" timeOffset="76835.14">5585 3576 81 0,'0'0'7'0,"0"0"7"15,37 1 0-15,-22 9 2 0,-1 6-1 16,1 2 0-16,-1 2-3 16,-3 0-6-16,-1-4 1 15,0-4-1-15,-5-2 4 16,-1-4 6-16,-2-6 6 16,-2-1 34-16,4-18-6 0,1-7-41 15,5-13-11-15,6-14 3 16,11-9 0-16,11-12-3 15,5-9-7-15,2-10-58 16,-1-7-173-16</inkml:trace>
  <inkml:trace contextRef="#ctx0" brushRef="#br0" timeOffset="77468.39">4982 3570 100 0,'0'0'14'0,"0"0"-8"0,-20 40-3 15,13-12 2-15,5 9 3 16,2 10-2-16,0 4 1 0,15 3-5 16,10 3 0-16,7-3-1 15,10-3-1-15,5-3 1 16,7-4-1-16,6-7 0 15,5-6 0-15,2-8 10 16,9-13 1-16,2-10-7 0,5-4-4 16,4-22 0-16,3-15 2 15,-4-9-4-15,-3-13 4 16,-4-10-5-16,-8-8 9 16,-11-4 0-16,-13-8-2 15,-11-3 4-15,-16 4-1 0,-18 5-1 16,-6 9 5-16,-21 8-1 15,-15 12-7-15,-14 11 0 16,-11 12-8-16,-15 9-73 16</inkml:trace>
  <inkml:trace contextRef="#ctx0" brushRef="#br0" timeOffset="83763.17">3845 5543 58 0,'0'-2'18'0,"0"-1"-16"0,0 1 3 0,0 0 0 15,-1 2-2-15,0 0 0 16,0 0-6-16,1 0 0 15,-2 0 14-15,0 0-13 16,-2 0 6-16,1 0-2 0,0 0 3 16,1 2-1-16,0 0 1 15,0 1 2-15,0 2-3 16,2-1 0-16,0 3-3 16,-2 3 0-16,2 1 1 15,0 4-2-15,0 3 1 16,0 5 0-16,2 4 2 0,4 5 1 15,4 2-3-15,-3 5 0 16,5 1 2-16,0 2-2 16,-1 2 2-16,0-4 0 15,3 0-1-15,-1-2 0 0,1-4-1 16,1-4 0-16,-1-5 1 16,-1-3 4-16,-2-5 0 15,0-3 1-15,0 0-2 16,-2-1-1-16,-1 0 1 15,0-2-4-15,-1 3 2 16,-1-2-1-16,0-1 2 0,0-1-2 16,-2 0 1-16,-1 1-1 15,1-1-2-15,0 0-7 16,-2-1-23-16,-2-2-24 16</inkml:trace>
  <inkml:trace contextRef="#ctx0" brushRef="#br0" timeOffset="84433.3">3945 6356 56 0,'0'0'14'0,"0"0"5"0,0 0-2 0,0 0 1 0,0 0-3 16,0 0-14-16,0 0-3 16,0 0 11-16,0 0-5 15,0 0-1-15,0 0-3 16,18-8 0-16,-15 8 1 0,3 0-2 15,0 0-1-15,-1 0 0 16,2 0 0-16,-3 2 1 16,3 2 1-16,-1 1 2 15,4 0-3-15,-1-1 1 16,-1 2-1-16,1-1 0 0,1 1 1 16,-2-2 0-16,-1-1 0 15,-1 0-1-15,2-2-2 16,-2-1 3-16,-3 0 4 15,3 0 1-15,-4 0-1 16,2 0 0-16,-3 0-1 16,4-1 0-16,-5-3 6 0,2-2 5 15,-2-1 0-15,2-4-3 16,-2-4 3-16,2-2-3 16,0-3-1-16,3-6-7 15,-1-3 0-15,5-2-1 16,0-10-4-16,2-9-81 0</inkml:trace>
  <inkml:trace contextRef="#ctx0" brushRef="#br0" timeOffset="100793.92">5706 4409 73 0,'0'0'4'0,"0"0"-2"0,2 0 0 0,-2 0-2 16,0 0 0-16,0 0 1 16,3 0 1-16,-3 0 1 15,0 0 0-15,0 0 2 16,2 0 0-16,-2 0 1 0,2-1-3 15,1 0 2-15,-1 1 1 16,2-2-3-16,-1-1-2 16,3 3 0-16,0-3 0 15,-1 2 0-15,2-1 0 16,-3 1 1-16,3 1 4 0,-3-1-2 16,4 1 1-16,-4 0-2 15,1 0-1-15,1 0-2 16,0 0 1-16,2 0 0 15,-2 4-1-15,1 0 0 16,-1 2 0-16,3 0 0 0,-1 1 0 16,0 1 0-16,1 2 0 15,0 3-1-15,-2 1 1 16,-1 5-2-16,-4 5 3 16,-2 6 2-16,0 7-7 15,-6 5-17-15,-8 6-18 0</inkml:trace>
  <inkml:trace contextRef="#ctx0" brushRef="#br0" timeOffset="104766.91">5957 4902 59 0,'0'0'7'0,"0"0"-6"0,0 0-11 0,0 0-36 16</inkml:trace>
  <inkml:trace contextRef="#ctx0" brushRef="#br0" timeOffset="105050.19">5910 5023 11 0,'0'0'4'15,"0"0"18"-15,0 0 1 16,0 0-11-16,0 0-8 16,0 0-1-16,0 0-1 0,0 0-25 15,-18 9-7-15,27-11 2 16</inkml:trace>
  <inkml:trace contextRef="#ctx0" brushRef="#br0" timeOffset="110553.96">2188 11299 97 0,'-6'-1'2'0,"-3"-4"5"0,5 1 1 0,0 1-1 16,2 2-6-16,0-2 0 15,2 3-1-15,-2 0 0 16,0 0-2-16,0 3 1 16,2 4 0-16,-2 0 1 15,0 4 0-15,1 2-2 0,1 0 2 16,0 4 0-16,0 1 0 15,0 2 0-15,0 3-3 16,0-1 5-16,0 4-1 16,0 4-1-16,0 3 0 15,0 4 0-15,1 6 0 0,1 5 0 16,0 3 0-16,0 4-1 16,2 8 1-16,1 8 3 15,2 5-2-15,2 11 2 16,-1 11 2-16,4 9 0 15,-1 6 0-15,-2 4 1 0,0 6-1 16,-4-2 1-16,-1-2-2 16,-4-1 0-16,0-6 6 15,0-5 10-15,-2-6-3 16,-5-3-1-16,-2-5-4 16,2-3-6-16,1-2-2 0,-1-1-2 15,0-2 0-15,2 0 0 16,1 3-1-16,0 1 0 15,0 3 10-15,3 1-9 16,-1 0-1-16,0-1 1 16,-2-5 1-16,0-7-3 15,0-7 1-15,0-12 1 0,0-7-2 16,-3-10 1-16,1-10-1 16,0-10 0-16,2-3 0 15,-2-9-9-15,-1-9-37 16,-7-3-63-16</inkml:trace>
  <inkml:trace contextRef="#ctx0" brushRef="#br0" timeOffset="111255.13">1375 14515 35 0,'0'0'84'0,"0"0"-79"0,0 0 4 16,0 0-3-16,0 0-1 0,0 0-1 16,0 0-1-16,0 0 0 15,0 0 2-15,0 0-2 16,0 0-2-16,0 0-1 15,49-19 0-15,-25 16-1 16,3-1 1-16,5-1 0 0,1 3-1 16,5-2 2-16,5 1-2 15,3-1 1-15,6 1 0 16,2 0 0-16,4-1 1 16,3 1-1-16,5-3 1 15,6 2-1-15,3 3 2 16,10-3-2-16,7 2 0 0,6-2 1 15,10 1 4-15,6 0-2 16,4-3 5-16,8 0-1 16,3-1-4-16,3-1 3 15,4 1-4-15,1 1 0 16,1 6-1-16,-1 0-1 0,1 3 0 16,-6 8-1-16,0 4 1 15,-3 1 0-15,-6 0 1 16,-4 1-1-16,-5-4 1 15,-5-2 3-15,-5-1 10 0,-8-3-5 16,-4-1-6-16,-3-2-1 16,-9-3-1-16,-6-1-1 15,-9 0-9-15,-10-3-71 16</inkml:trace>
  <inkml:trace contextRef="#ctx0" brushRef="#br0" timeOffset="112071.94">2582 13702 244 0,'0'-4'1'0,"0"-3"3"0,0 1-5 0,4 0 1 15,1-2-1-15,6-3-1 16,-2-2-25-16,0-4-31 15,-1-3-38-15</inkml:trace>
  <inkml:trace contextRef="#ctx0" brushRef="#br0" timeOffset="112246.85">2778 13318 237 0,'0'0'-6'0,"0"0"-13"16,0 0 5-16,0 0 3 16,50-23-21-16,-30 11 6 15,2-2-1-15,0-5-29 16</inkml:trace>
  <inkml:trace contextRef="#ctx0" brushRef="#br0" timeOffset="112418.16">3248 12928 183 0,'0'0'0'16,"0"0"1"-16,0 0 0 15,38-23 0-15,-23 18-2 16,-1-2 1-16,3-3 0 16,2-2 0-16,1-2-12 0,-3-3-39 15,2-3-36-15</inkml:trace>
  <inkml:trace contextRef="#ctx0" brushRef="#br0" timeOffset="112568.14">3719 12416 168 0,'0'0'-10'0,"0"0"11"15,45-54-1-15,-25 36 0 16,3-3-22-16,-2 0-16 15,2-2-57-15</inkml:trace>
  <inkml:trace contextRef="#ctx0" brushRef="#br0" timeOffset="112709.56">4263 11887 177 0,'0'0'2'0,"0"0"-1"15,38-27-2-15,-25 20-12 16,-1-3-57-16</inkml:trace>
  <inkml:trace contextRef="#ctx0" brushRef="#br0" timeOffset="112852.39">4518 11728 109 0,'0'0'146'0,"0"0"-145"16,0 0-32-16,0 0-16 16,-2 39-20-16</inkml:trace>
  <inkml:trace contextRef="#ctx0" brushRef="#br0" timeOffset="113250.44">2934 13800 278 0,'0'0'5'0,"0"0"-11"15,0 0 8-15,0 0-2 16,0 0 0-16,48-44 0 0,-33 34-3 16,3-3-14-16,3-1-14 15,-4-4-38-15,1-8-43 16</inkml:trace>
  <inkml:trace contextRef="#ctx0" brushRef="#br0" timeOffset="113428.49">3380 13380 284 0,'0'0'8'0,"0"0"-14"16,0 0-15-16,0 0 20 16,36-20-22-16,-16 7-12 15,1-4-12-15,2-4 1 16,2-5-31-16</inkml:trace>
  <inkml:trace contextRef="#ctx0" brushRef="#br0" timeOffset="113571.16">4151 12677 84 0,'0'0'1'16,"52"-43"0"-16,-29 25-1 15,-2-2-28-15</inkml:trace>
  <inkml:trace contextRef="#ctx0" brushRef="#br0" timeOffset="113755.43">4709 12097 289 0,'0'0'3'0,"0"0"-5"16,0 0-2-16,0 0 0 15,40-38-38-15,-26 28-23 16,-7-3-38-16</inkml:trace>
  <inkml:trace contextRef="#ctx0" brushRef="#br0" timeOffset="114197.03">3076 13572 302 0,'0'0'-18'0,"0"0"23"0,0 0 4 0,0 0-13 16,0 0 0-16,0 0 3 0,0 0-3 15,16-39-2-15,3 22-11 16,4-3-13-16,2-7-25 15,-1-7-30-15</inkml:trace>
  <inkml:trace contextRef="#ctx0" brushRef="#br0" timeOffset="114373.83">3617 12867 264 0,'0'0'35'15,"0"0"-26"-15,0 0-15 0,0 0 2 16,0 0-1-16,40-23-16 16,-25 18-2-16,5-4-12 15,1-4-8-15,-2-4-34 16</inkml:trace>
  <inkml:trace contextRef="#ctx0" brushRef="#br0" timeOffset="114538.37">4381 12168 109 0,'0'0'-28'0,"0"0"28"15,41-31-7-15</inkml:trace>
  <inkml:trace contextRef="#ctx0" brushRef="#br0" timeOffset="114688.2">4649 11866 288 0,'0'0'-17'0,"0"0"20"15,0 0-24-15,0 0-22 16,0 0-14-16,0 0 3 15</inkml:trace>
  <inkml:trace contextRef="#ctx0" brushRef="#br0" timeOffset="115230.51">2769 14040 141 0,'0'0'17'0,"0"0"21"0,0 0-2 0,0 0-11 15,0 0-18-15,0 0-9 16,0 0-39-16,0 0 32 0,0 0-26 16,0 0-29-16</inkml:trace>
  <inkml:trace contextRef="#ctx0" brushRef="#br0" timeOffset="115420.95">3386 13628 132 0,'0'0'-46'0,"36"-27"47"15,-18 8-3-15,-1-4-58 16</inkml:trace>
  <inkml:trace contextRef="#ctx0" brushRef="#br0" timeOffset="115612.63">3992 12971 272 0,'0'0'17'15,"0"0"-26"-15,0 0 3 16,49-10-1-16,-24-4-20 16,4-5-11-16,0-6-10 0,2-7-12 15</inkml:trace>
  <inkml:trace contextRef="#ctx0" brushRef="#br0" timeOffset="115805.2">4781 12218 276 0,'0'0'3'0,"0"0"0"0,0 0-7 16,0 0 2-16,52-14-5 15,-32 1-30-15,-3-3-27 16,-1-8-58-16</inkml:trace>
  <inkml:trace contextRef="#ctx0" brushRef="#br0" timeOffset="119781.8">2046 13975 59 0,'-14'7'-5'0,"3"-3"10"0,-1-2 0 15,2-1 2-15,3 0-4 16,-3-1 0-16,4 0 1 16,-1 0 0-16,1 0 5 0,1 0 11 15,-2 0 0-15,3 0 0 16,-1 0 1-16,3 0-3 15,2 0-7-15,0 0-11 16,7 0-1-16,7 0 0 16,5-2 1-16,10-6-3 0,8-6 10 15,9-6-8-15,8-11 2 16,11-9 2-16,8-9 0 16,12-8-1-16,7-7-1 15,8-7 0-15,13-4-1 16,5-6 5-16,9-9-1 15,7-9 3-15,9-8 3 0,9-7-1 16,7-6-3-16,8-5 1 16,8-1-6-16,4-5 0 15,2 2 0-15,0 1 0 16,-3-1 0-16,-1 2-2 16,-7 2 2-16,-7 7 1 0,-8 5 3 15,-10 9 0-15,-16 9 0 16,-12 11 0-16,-15 13 2 15,-17 10-1-15,-17 13 0 16,-11 8 0-16,-12 10 0 16,-12 8-2-16,-8 6 0 0,-2 4-4 15,-5 4 1-15,-5 5-1 16,0 3-4-16,-1 0-12 16,-10 5-34-16,-2 4-58 15</inkml:trace>
  <inkml:trace contextRef="#ctx0" brushRef="#br0" timeOffset="121274.86">2771 15087 110 0,'3'6'-8'0,"-3"-2"15"0,0 0 1 0,0-4 22 0,0 0 36 16,-7 0-27-16,1 0-20 15,-4-4-7-15,0-7-6 16,3-5-4-16,-2-6-7 16,0-10 1-16,2-8-1 15,-1-11 6-15,3-16 0 16,-2-15 1-16,4-15-1 0,3-12 0 15,1-10-1-15,13-8 1 16,10-2 0-16,10-3 0 16,10 1-1-16,14-3 0 15,11 1 2-15,14-6 0 0,11 0-1 16,10-3 1-16,11-3-3 16,10 0 1-16,6 6 1 15,9 6 0-15,5 9 0 16,2 6-2-16,3 13 1 15,0 8 0-15,0 6-5 16,-5 11-1-16,-3 9-1 0,-2 8 0 16,-6 7 3-16,-2 10 1 15,-9 8 0-15,-5 6 2 16,-4 11 1-16,-12 2 0 16,-5 8 0-16,-10 7-1 15,-9 2 1-15,-11 2 0 0,-9 0 0 16,-8 0 1-16,-10 0-1 15,-9 0 0-15,-2 0 0 16,-8-5 1-16,-6-1-1 16,-6 3 0-16,0 0 0 15,-5 1 2-15,-3 1-2 0,-1 1 3 16,0 0-3-16,-10 0-54 16,-7 2-107-16</inkml:trace>
  <inkml:trace contextRef="#ctx0" brushRef="#br0" timeOffset="134158.5">3219 6691 60 0,'0'0'6'0,"0"0"6"0,0 0-2 0,0 0 1 0,0 0-3 15,0 0 2-15,0 0 1 16,0 0 1-16,0 0-2 16,0 0 2-16,0 0-7 15,-41 0 0-15,37 0-2 0,-2-2-3 16,3-1 1-16,1 0-1 16,0-1 1-16,0 1 0 15,2-1 3-15,0-2-1 16,0-1-5-16,4 1 4 0,1-1 1 15,5 0-2-15,2 1 0 16,-1 1-1-16,3-1 0 16,1 2-1-16,-2 3 3 15,1-1-3-15,-1 2 2 16,-3 0-1-16,-2 3-2 0,-3 8 3 16,1-1 0-16,-2 5 0 15,-1-1 0-15,4 3 1 16,-5 0-2-16,2-2 1 15,-1-2-1-15,1 0 0 16,2-5 2-16,-1 0-4 16,4-4 1-16,2-3-1 0,1-1-1 15,1 0 0-15,2-7 2 16,1-4 0-16,0-5 1 16,2-1 1-16,-5 0 1 15,-1-3-1-15,-2 3 1 16,-3 0 2-16,-2 3 1 0,-5 1 1 15,0 2 4-15,0 1 1 16,0 1-4-16,0 5-3 16,0 0-2-16,0 2-1 15,0 2 6-15,0 0-7 0,-3 0-1 16,3 6 1-16,-2 3 0 16,0 5 1-16,2 3-2 15,0 3 1-15,0 4 0 16,0 0 1-16,4 5-4 15,1 0 3-15,2 1 0 16,-1 0 0-16,-1-2 0 0,1-1 0 16,-1-1 0-16,-4-4 0 15,0-3 0-15,-1-2 2 16,0 0-2-16,0-4 1 16,-7 0-1-16,-4-3 1 15,-2 0 1-15,-3-2 1 0,-4-1 1 16,0-1 4-16,-5-2 0 15,-1-2-2-15,1-2-2 16,-2 0-3-16,3 0 2 16,1 0-2-16,3-3 0 15,5-4-1-15,3-3 1 0,6-2-2 16,6-2-8-16,0 0-35 16,6-3-35-16</inkml:trace>
  <inkml:trace contextRef="#ctx0" brushRef="#br0" timeOffset="134479.18">3865 6696 170 0,'0'0'8'0,"0"0"-10"0,0 0 5 0,0 0 5 16,0 0-5-16,38 0-2 15,-27-3-3-15,5-1 5 0,1 1-2 16,1 0 1-16,0-2-12 16,-2-1-76-16</inkml:trace>
  <inkml:trace contextRef="#ctx0" brushRef="#br0" timeOffset="134647.62">4050 6783 151 0,'0'0'152'0,"0"0"-145"16,0 0-18-16,0 0 10 15,40 5 4-15,-19-10-1 16,1-1-2-16,3-4 0 16,1-1-88-16</inkml:trace>
  <inkml:trace contextRef="#ctx0" brushRef="#br0" timeOffset="135161.71">4665 6357 242 0,'0'0'-28'15,"0"0"38"-15,0 0 3 16,0 0-10-16,0 0-1 0,-23-39-1 15,19 35 3-15,0 1-1 16,-2 0-2-16,4 3 1 16,-2 0-2-16,2 3-1 15,-2 9 0-15,3 6 1 0,0 5 0 16,1 4-1-16,0 4 0 16,4 6 1-16,2 0 0 15,-1 2 0-15,4 1 0 16,-2 0 0-16,-1-2 1 15,1 0-1-15,0-2 0 0,-2-3 0 16,1-2 0-16,-2-5 1 16,-3-4-1-16,3-4 0 15,-4-4 0-15,0-2 0 16,0-2 1-16,0-1-2 16,0-2 0-16,-5-5-54 15,-1-2-43-15</inkml:trace>
  <inkml:trace contextRef="#ctx0" brushRef="#br0" timeOffset="135374.95">4547 6738 239 0,'0'0'-10'16,"0"0"19"-16,0 0-9 15,0 0-2-15,42-15 6 0,-22 12 3 16,5-2-7-16,6 0 2 16,2 1-1-16,5-2-1 15,-2-5-57-15,-1-2-136 16</inkml:trace>
  <inkml:trace contextRef="#ctx0" brushRef="#br0" timeOffset="135716.89">5199 6236 100 0,'0'0'6'0,"0"0"3"16,-50 28 10-16,31-8 0 16,-3 4-4-16,1 8-3 15,1 6 3-15,0 4 3 16,2 4-3-16,3-1-5 16,4 0-5-16,3-4-3 15,4-5 2-15,4-4-3 0,0-4-1 16,0-4 0-16,8-3 0 15,6-3 0-15,5-4-2 16,0-5-6-16,-1-8-94 16</inkml:trace>
  <inkml:trace contextRef="#ctx0" brushRef="#br0" timeOffset="136029.29">5284 6470 235 0,'0'0'-9'16,"0"0"5"-16,0 0 5 15,0 0-1-15,42-39 1 16,-31 36 1-16,3 1-1 0,1 2 0 16,2 0 2-16,-1 6-2 15,3 3 1-15,-3 6-1 16,-5-1 0-16,0 2 1 15,-5 2-1-15,-6-1 1 16,0-2 0-16,-6 2 2 0,-9-2-3 16,-4 1 0-16,-5-1-1 15,2-2 0-15,-3 0 0 16,5-4-7-16,5-4-13 16,5-3-36-16,3-2-11 15</inkml:trace>
  <inkml:trace contextRef="#ctx0" brushRef="#br0" timeOffset="136327.18">5554 6368 177 0,'0'0'21'15,"0"0"-1"-15,0 0-11 16,0 0-7-16,0 0 0 15,0 0-2-15,0 0-2 16,-47 15 4-16,37 0-2 16,0 3 0-16,2 1 1 0,3 2 1 15,3 0-2-15,0 2 2 16,2-3-2-16,0-1 1 16,4-4 0-16,2-1-2 0,5-2 2 15,1-4-1-15,1-1-1 16,5-2 1-16,2-3 0 15,0-2-13-15,1-2-96 16</inkml:trace>
  <inkml:trace contextRef="#ctx0" brushRef="#br0" timeOffset="136534.95">5747 6499 297 0,'0'0'7'0,"0"0"-7"15,0 0-6-15,0 0 7 0,0 0 2 16,13 37-1-16,-11-23-2 16,2 3 1-16,-1 0 0 15,4-1-2-15,-5 2 2 16,0 0-1-16,-2 2-2 16,0-1-14-16,0-1-36 0,0-5-61 15</inkml:trace>
  <inkml:trace contextRef="#ctx0" brushRef="#br0" timeOffset="136706.79">5954 6627 331 0,'0'0'7'0,"0"0"-15"15,0 0 10-15,0 0 0 16,16 45-2-16,-12-28-11 0,-1 3-27 15,-1-6-35-15,0-1-60 16</inkml:trace>
  <inkml:trace contextRef="#ctx0" brushRef="#br0" timeOffset="136997.04">6182 6365 270 0,'0'0'-38'16,"0"0"38"-16,0 0 4 16,47-18-3-16,-33 18 1 15,-3 3-3-15,0 9 1 16,-2 5 0-16,-3 2 3 0,-1 1-1 15,-3 5-1-15,-2-2 0 16,0 0-1-16,-10-2-1 16,-1-2-5-16,-3-4-30 15,1-5-27-15,3-6-36 16</inkml:trace>
  <inkml:trace contextRef="#ctx0" brushRef="#br0" timeOffset="137247.07">6389 6247 258 0,'0'0'-33'0,"0"0"47"16,0 0-12-16,0 0 1 16,0 0-4-16,0 0 1 15,0 0 1-15,-14 44-1 0,12-22 3 16,1 3-2-16,1-1-1 15,0 0 2-15,0 1-3 16,2-3 1-16,7-2-1 16,-1-1 1-16,2-6-23 15,-3-5-65-15,0-4-43 0</inkml:trace>
  <inkml:trace contextRef="#ctx0" brushRef="#br0" timeOffset="137530.6">6497 6413 133 0,'0'0'6'0,"0"0"23"16,0 0-4-16,42-38 5 16,-30 35-13-16,-5 3-13 15,0 0-3-15,0 12-4 16,-3 3 6-16,-4 2 2 16,0 3-4-16,0 3 0 0,-11-1 0 15,0 0-1-15,-1-4 1 16,1-5 1-16,2-2-2 15,3-3 6-15,2-4 0 16,3-3 2-16,1-1-1 16,0 0-1-16,1 0 0 0,9-1 4 15,5-6-6-15,6-3-2 16,4 1-3-16,4-5-3 16,0 1-54-16,-2-3-91 15</inkml:trace>
  <inkml:trace contextRef="#ctx0" brushRef="#br0" timeOffset="137702.17">6855 6433 252 0,'0'0'54'16,"0"0"-49"-16,0 0-9 16,0 0 4-16,0 0 2 0,7 39-1 15,-7-23-1-15,0-1-2 16,0 2-18-16,0-3-10 15,0-4-27-15,0-4-40 16</inkml:trace>
  <inkml:trace contextRef="#ctx0" brushRef="#br0" timeOffset="137880.16">7283 6234 341 0,'0'0'-37'16,"48"-17"38"-16,-23 10 2 15,4 6-10-15,-4-3-51 16,-4-1-51-16</inkml:trace>
  <inkml:trace contextRef="#ctx0" brushRef="#br0" timeOffset="138029.21">7821 6132 324 0,'0'0'-11'16,"0"0"11"-16,0 0-2 16,47-7-30-16,-39 0-63 15</inkml:trace>
  <inkml:trace contextRef="#ctx0" brushRef="#br0" timeOffset="138598">8027 5996 289 0,'0'0'-7'0,"0"0"5"15,0 0-1-15,17-40 1 0,-9 33-3 16,4 0 0-16,1 1 4 16,3 5-2-16,-2-2 0 15,6 3 4-15,-4 3 4 16,1 8-5-16,-1 5 0 16,-3 2-5-16,-6 2-6 0,-3 2-11 15,-4-1 13-15,0-4 1 16,-10-3 5-16,-3-3 5 15,-1-2-1-15,2-4 1 16,1 0 0-16,4-2-1 16,1-3 0-16,2 0 0 0,4-2 1 15,0-8 1-15,6-7-9 16,8-4 5-16,3-3-1 16,6-5 2-16,-1-2 0 15,0 3-1-15,-3-1 1 16,-2 2 1-16,-3 5-1 15,-5 4 2-15,-3 4 0 0,-4 6 13 16,-2 2 7-16,0 3-9 16,0 3-4-16,0 0-6 15,0 0-4-15,0 10 1 16,-2 3 0-16,-2 4 0 16,4 3 0-16,0 1 1 0,0 0-1 15,0 1 0-15,4-1 0 16,3 0 1-16,0-2-1 15,1 1 0-15,3 0 0 16,-1-5-2-16,-2-2-80 16,1-3-99-16</inkml:trace>
  <inkml:trace contextRef="#ctx0" brushRef="#br0" timeOffset="138798.22">8458 6074 316 0,'0'0'2'0,"0"0"7"0,0 0-10 0,0 0 2 16,0 0-1-16,0 0 0 15,0 0 0-15,0 0 0 16,11 44 0-16,-5-24 0 0,-3-3 0 16,2 3-4-16,-3-5-18 15,-2 0-24-15,0-4-52 16</inkml:trace>
  <inkml:trace contextRef="#ctx0" brushRef="#br0" timeOffset="139132.42">8632 6105 88 0,'0'0'176'0,"0"0"-175"16,0 0-5-16,0 0 1 15,0 0 4-15,0 0-1 16,-5 37 0-16,5-25 0 16,0-1-1-16,0-4-4 15,3-1 2-15,6-3 1 0,-2-3 2 16,4 0 2-16,2-2 15 16,1-5 0-16,-1-4-9 15,-2-2-3-15,-4-1 2 16,-1-2 0-16,-4 3 2 15,-2-1-4-15,0 4-5 0,-4 2 0 16,-5 3-4-16,-4 5-10 16,-1 0-11-16,1 7-4 15,-1 6-11-15,4-4-20 16,5 1-29-16</inkml:trace>
  <inkml:trace contextRef="#ctx0" brushRef="#br0" timeOffset="139470.64">8929 6039 123 0,'0'0'79'0,"0"0"-73"16,0 0-11-16,0 0 10 15,0 0-1-15,0 0-2 16,-4 36 0-16,0-27-1 0,4-2 0 15,0-1-1-15,0-4-2 16,1-1 0-16,6-1 5 16,2 0 5-16,0 0-1 15,0-6 1-15,2-3-6 16,-3 1 4-16,0-4 3 16,-4 1 6-16,-1 1-3 0,-1 0-1 15,-2 2-1-15,0-1-10 16,0 5 1-16,-7 2-2 15,-2 2-24-15,-2 0-39 16,2 6 0-16,-1 4 2 16</inkml:trace>
  <inkml:trace contextRef="#ctx0" brushRef="#br0" timeOffset="139844.69">9260 5966 103 0,'0'0'33'0,"0"0"-7"16,0 0-12-16,0 0-5 15,-39-3-3-15,28 6-5 16,3 3 0-16,-1 2-1 15,-1 1 2-15,6 1 1 16,2-2-1-16,2-1 0 0,0-1-1 16,0 0 4-16,11-5 1 15,1-1 16-15,1 0 1 16,1 0-4-16,1-7-7 16,1-3-5-16,-5 0 1 15,0 2 3-15,-2-1-3 16,-4-1 1-16,-3 3-3 0,-2 0-4 15,0 1-4-15,-9 2-22 16,-9 1-40-16,-5 0-99 16</inkml:trace>
  <inkml:trace contextRef="#ctx0" brushRef="#br0" timeOffset="140420.2">9279 5500 192 0,'0'0'11'0,"0"0"12"0,44-28-11 0,-25 22-8 15,6 3-2-15,0 1 1 16,4 2-2-16,0 0-1 16,2 9 1-16,3 5 0 15,1 7 2-15,1 5-1 0,-3 8 1 16,2 6 0-16,-6 7 0 15,-3 4-1-15,-8 0 1 16,-7 2-2-16,-9 2 3 16,-2 3-1-16,-17 1-1 0,-14 2 0 15,-7 4-1-15,-16 3 0 16,-8 2-1-16,-8 1 1 16,-9-6-23-16,1-5-41 15,-4-10 2-15,1-12 14 16</inkml:trace>
  <inkml:trace contextRef="#ctx0" brushRef="#br0" timeOffset="142249.46">3364 7460 62 0,'0'0'13'0,"0"0"-7"0,52 7 2 16,-25-4-3-16,8 1-5 15,3-4 3-15,7 0-1 16,3 0-2-16,6 0 2 16,3 0 8-16,5-7 0 0,3 3-1 15,8-3-2-15,4 0 1 16,10 1-1-16,5 2 1 15,8-2-3-15,3 2-3 16,8-1 3-16,8-4 0 16,6-4 0-16,2-3 0 15,7-5 3-15,5-3-2 0,0-2-2 16,6-3-1-16,-1-1-1 16,0 1 0-16,1-1 0 15,3 3 7-15,-2 2 3 16,-1 2 0-16,6 2-4 15,2 1-1-15,7-2-4 0,4 1 0 16,1 0 0-16,-2-2 2 16,3-1-2-16,-6 0-2 15,-1-2-2-15,-7-1 2 16,-6-1-1-16,-1 1 0 16,-7-4 0-16,-6 0 0 0,-5-2 0 15,-4 2 0-15,-9-2 1 16,-8 0 1-16,-6-1 4 15,-6-1 2-15,-9-3-3 16,-5 1-1-16,-7-3-1 16,-4-2 0-16,-3 0 1 0,-6-1-1 15,-1 2-1-15,-5 0-1 16,-6-2 0-16,-3 3-1 16,-4-2 0-16,-6 0 0 15,-6 0 0-15,-2 1 0 0,-7-2-1 16,-4 3 1-16,-5-1-1 15,-4 0 0-15,-7 0 1 16,0-1-3-16,-12 0-3 16,-3 0 11-16,-7 2-3 15,-3 0 0-15,-2 3-1 16,-6 6-2-16,-1 1 2 0,-6 3 0 16,-5 3-5-16,-4 3 6 15,-5 0-6-15,-8 5 7 16,-3 0-3-16,-8 5-2 15,-2 2 3-15,-3 5-1 16,-2 2 0-16,-3 2 1 0,1 0-1 16,-5 6 0-16,-1 4 0 15,-4 2 1-15,-8-1 0 16,-3 0-2-16,-4 2 1 16,-6 0 1-16,-2 0-1 15,-7 1 0-15,-1 2 0 0,-2 1 0 16,-2 2 1-16,2 1-2 15,0 4 2-15,2 2-2 16,0 2 1-16,-2 2 0 16,0 3-1-16,-4 1 0 15,1 1 0-15,-4-2-1 0,0 0 1 16,-1-2 1-16,3 2 1 16,-3-2-1-16,4-1 0 15,0 2 0-15,1 1 1 16,3 1-2-16,-2-1 1 15,-3-1 0-15,2 1 1 16,-1-3-2-16,0-3 2 0,1 1-2 16,-1-1 1-16,1-1 0 15,4 2 1-15,0 1-2 16,6-1 2-16,-1 1-2 16,1 0-2-16,3 1 1 0,1 0 0 15,3-2 0-15,1 1 1 16,3-2 0-16,7 3 1 15,3 0-2-15,5 1-2 16,8 3 0-16,7 3-2 16,8 1 0-16,5 6 1 15,8 3 6-15,6 5-1 0,10 8 0 16,4 7 1-16,10 8 0 16,7 6-1-16,8 4-1 15,9 0 2-15,2-1-1 16,13-10-1-16,12-10 1 15,14-8-1-15,10-14-1 0,19-12-1 16,15-13-1-16,20-13 3 16,20-4 3-16,22-21-3 15,16-13 5-15,10-16-68 16</inkml:trace>
  <inkml:trace contextRef="#ctx0" brushRef="#br0" timeOffset="148354.88">6303 6793 76 0,'-2'-3'6'0,"0"1"8"16,-2-2 4-16,1 1-5 16,1 0 0-16,1 1-2 0,-1 0-2 15,2 1-2-15,0 1-3 16,0 0-5-16,0 4-4 16,0 9 5-16,0 5-4 15,2 5 2-15,8 7 2 0,-1 7 0 16,2 5 0-16,5 4 1 15,-1 8 1-15,1 3 2 16,-1 2 1-16,-1 2 0 16,-1-4 2-16,-3 0-4 15,-2-7-2-15,-1-4 0 0,-3-6 0 16,0-3 0-16,-2-6 0 16,-1-2 0-16,-1-5 2 15,0-4 1-15,0-4 1 16,0-4-1-16,0-3-1 15,0-4-1-15,0 1 0 0,0-3 0 16,0 3-10-16,0-2-50 16,-3-3-3-16</inkml:trace>
  <inkml:trace contextRef="#ctx0" brushRef="#br0" timeOffset="148667.2">6323 7658 78 0,'0'0'24'0,"0"0"-23"0,0 0 5 0,37-12-2 16,-24 12-2-16,0 0-1 16,2 0 2-16,-1 0-3 15,0 0 1-15,-1 4 1 16,0-1-1-16,-2 0 0 16,-2-3 0-16,3 2-1 0,-4-2-5 15,-1 0-38-15</inkml:trace>
  <inkml:trace contextRef="#ctx0" brushRef="#br0" timeOffset="148809.22">6468 7574 225 0,'0'0'15'16,"0"0"-16"-16,0 0 2 15,-23 51 0-15,22-17 0 16,-1 8-25-16,-1 1-82 0</inkml:trace>
  <inkml:trace contextRef="#ctx0" brushRef="#br0" timeOffset="149671.1">5470 8372 11 0,'0'0'-5'0,"0"0"10"0,0 0 5 0,0 0 9 0,-27-37 13 16,20 33-4-16,0-2 4 16,2 0 6-16,-1 1 3 15,4 2-21-15,-2 3-8 0,4 0-4 16,0 4-11-16,0 12 2 16,4 5-4-16,5 6 5 15,4 9 0-15,0 3 1 16,2 2 4-16,-2 2-4 15,0 1 0-15,-2 2-2 0,-4-4 0 16,-1-2 1-16,-6-6-3 16,0-7 8-16,0-6-4 15,0-9 0-15,-2-4 0 16,-2-3 0-16,1-4 0 16,-1-1 0-16,2 0-9 0,0-10-8 15,2 0 8-15,0-3 12 16,0-1-1-16,6 1-5 15,3 2 4-15,3-1-2 16,1 3 0-16,0 0 1 16,3-1 1-16,-1 2-1 15,3-1 0-15,-3 1-1 0,1 1 1 16,1 1-1-16,-2 0 0 16,1 3 0-16,-5-4-8 15,0 1-64-15,-5-2-15 16</inkml:trace>
  <inkml:trace contextRef="#ctx0" brushRef="#br0" timeOffset="149891.51">5764 8447 213 0,'0'0'15'0,"0"0"-6"0,0 0-10 0,0 0 0 15,0 0-2-15,4 43 2 16,4-25 2-16,-2 2 2 16,3 1-2-16,3-1 0 0,-5 0-1 15,3-1-14-15,-3-2-35 16,0-6-1-16,-3-7-40 16</inkml:trace>
  <inkml:trace contextRef="#ctx0" brushRef="#br0" timeOffset="150062.76">5753 8264 284 0,'0'0'-37'0,"0"0"41"15,0 0-3-15,0 0-22 16,0 0-57-16,0 0 21 15</inkml:trace>
  <inkml:trace contextRef="#ctx0" brushRef="#br0" timeOffset="150497.28">5936 8419 198 0,'0'0'-36'0,"0"0"35"16,0 0-7-16,0 0 2 15,0 0 0-15,25 44-5 16,-18-30 4-16,2 5 4 0,-1-1 3 16,0 0 0-16,-2-1 1 15,-1-4 0-15,-1-3 0 16,-2-1-1-16,0-6 1 15,0-2 0-15,-2-1 12 16,0 0 19-16,0-6-9 0,0-5-18 16,0-5-5-16,0-2 1 15,0-2-2-15,4-2 2 16,2 1 1-16,-1 0-1 16,3 4 0-16,0 4 1 15,4 2 1-15,1 2 0 16,1 5-1-16,-1 1-2 0,2 3 0 15,0 0-1-15,3 3 1 16,-3 8 0-16,1 2-4 16,-5 0 4-16,0 3-15 15,-2-1-27-15,-5 1-18 16</inkml:trace>
  <inkml:trace contextRef="#ctx0" brushRef="#br0" timeOffset="150845.6">6310 8427 129 0,'0'0'6'0,"0"0"-4"15,0 0-2-15,29-44 0 16,-23 33-1-16,1 0 1 16,0-1 0-16,-5 1 1 0,-1-2-1 15,-1 3 3-15,0-1 8 16,0 4 1-16,-1 2-3 15,-3 1 1-15,-6 4 0 16,2 0 3-16,-1 0-5 16,-2 11-10-16,2 5 1 15,0 4 0-15,1 1 6 0,5 2-2 16,3 0-2-16,0-3 0 16,0 1 1-16,11-5-1 15,0-1 0-15,3-2 0 16,1-5-2-16,1-3-21 15,0-4-22-15,6-1 20 0,-3-1-10 16,2-11 1-16,-1-2-33 16</inkml:trace>
  <inkml:trace contextRef="#ctx0" brushRef="#br0" timeOffset="151230.37">6538 8358 59 0,'0'0'17'0,"0"0"9"0,5-47 2 15,-5 34 2-15,-3 5-2 16,-2 3-4-16,-5 2-15 15,3 3-2-15,-3 0-4 16,2 6-5-16,-1 5-3 16,2 5 0-16,0 1 7 0,0 0 2 15,5 2-4-15,2-4 3 16,0-2-2-16,0-3 1 16,0-1-2-16,7-4-2 15,2-3-1-15,-2-2-5 16,4 0 16-16,3-7-6 0,-1-5-1 15,0-2 1-15,1-3-2 16,2-3 0-16,-5 3 1 16,-1 1-1-16,0 1 0 15,-5 6 0-15,1 2 0 16,-4 4 2-16,-2 0-2 0,2 3 0 16,-2 0-3-16,3 0-7 15,-1 5 7-15,4 2 4 16,1 3 4-16,0 0-1 15,0 1-3-15,1-1-7 16,2 1-11-16,-1-3-18 16,1-1-8-16,0-5-37 0</inkml:trace>
  <inkml:trace contextRef="#ctx0" brushRef="#br0" timeOffset="151558.43">6783 8216 160 0,'0'0'25'0,"0"0"0"0,0 0-8 16,0 0-12-16,0 0-3 15,0 0-2-15,0 0-2 0,0 0 1 16,0 0-1-16,21-33 1 16,-12 43-2-16,2 3-3 15,0 2 8-15,-4 0-11 16,4 2-11-16,-6-3 12 15,1-4 6-15,-4-2 3 0,-2-3 0 16,0-3-2-16,0-2 20 16,0 0 15-16,0 0-17 15,-6-11 2-15,1 0-10 16,-2-5 1-16,3-2 0 16,2-7-6-16,2 0-4 15,1-5-1-15,12 0-28 0,0-4-35 16,3-1-73-16</inkml:trace>
  <inkml:trace contextRef="#ctx0" brushRef="#br0" timeOffset="152077.03">7556 7293 175 0,'0'0'-13'0,"0"0"19"0,0 0 1 0,0 0-5 16,0 0-16-16,0 0 8 15,-25 72 1-15,17-21 4 0,2 12 0 16,3 12 2-16,-1 10 8 16,-2 12-3-16,3 6 5 15,-4 1-5-15,-2 2-1 16,-4-2 0-16,-5-6 1 16,-1-7-2-16,-4-7 1 0,0-6-3 15,-1-10 0-15,4-8-1 16,0-9-3-16,4-10-7 15,7-11-23-15,0-13-31 16</inkml:trace>
  <inkml:trace contextRef="#ctx0" brushRef="#br0" timeOffset="152440.14">7698 8004 135 0,'0'0'0'0,"0"0"17"15,0 0 10-15,0 0-4 16,0 0 2-16,0 0-12 0,0 0-4 16,0 0-6-16,0 0-2 15,-31 38 1-15,30-11 1 16,1 3 1-16,0 0-2 16,0 0-2-16,0-3-3 15,0-4-21-15,0-5-23 0,0-3-4 16,0-11 7-16,0-4-10 15</inkml:trace>
  <inkml:trace contextRef="#ctx0" brushRef="#br0" timeOffset="152725.25">7708 8014 126 0,'0'0'10'0,"0"0"-2"16,39 0-2-16,-21 6-2 15,4 5-1-15,1 0-2 0,-4 4-2 16,4-3 2-16,-7 1-1 16,-1-3 0-16,-1-4 0 15,-5-2 0-15,-1-4 0 16,-3 0 2-16,-1 0 0 16,-4-6 31-16,0-5 6 0,0-6-24 15,-2-4-6-15,-5-2-3 16,-1-4-6-16,-1-1 0 15,-1 1 0-15,4 4-6 16,-2 3-17-16,3 7-29 16,-1 6-16-16</inkml:trace>
  <inkml:trace contextRef="#ctx0" brushRef="#br0" timeOffset="153372.49">8052 7895 210 0,'0'0'-37'15,"0"0"48"-15,0 0-8 16,0 0-3-16,0 0-2 16,0 0-3-16,-23 54 5 0,16-33 5 15,2-1 1-15,-1 1 1 16,5-1-3-16,-1-2-2 15,2-3 0-15,0-1 0 16,0-4-1-16,0-3-2 16,2-3-21-16,5-4-6 0,1 0 19 15,0-7 10-15,1-8 1 16,1-5 3-16,0-3-1 16,-1-4 2-16,1 1-3 15,0-2-3-15,-1 4 0 16,-3 3 0-16,-2 5 0 0,0 3 0 15,-2 6 1-15,-2 4 8 16,0 0 6-16,2 3-1 16,-2 0-14-16,3 2-5 15,3 6 1-15,0 4 6 16,1 2-5-16,1 3 9 0,0 0-5 16,0 1-1-16,2-1 0 15,-6 1 2-15,3-3-2 16,-3 1 0-16,1-5-3 15,-3-2-12-15,0-2 5 16,0-3 7-16,-2-4 2 0,0 0 2 16,0 0 5-16,0-8-5 15,0-4 0-15,0-5-1 16,0 0 0-16,2-3 0 16,2 2 0-16,0 1 3 15,2 1 5-15,-2 3 5 0,3 3 0 16,3 2-6-16,-1 1-1 15,4 2-5-15,1 3-1 16,1 2-1-16,1 0 0 16,-1 5-2-16,-1 4-16 15,-1-1-22-15,-5 0-9 0</inkml:trace>
  <inkml:trace contextRef="#ctx0" brushRef="#br0" timeOffset="153550.39">8479 7889 226 0,'0'0'5'0,"0"0"0"0,0 0-2 0,39-47 1 16,-23 33 0-16,2 1-3 15,1 1-2-15,-2-1-25 0,-2 0-80 16</inkml:trace>
  <inkml:trace contextRef="#ctx0" brushRef="#br0" timeOffset="153999.56">8752 7396 205 0,'0'0'18'0,"0"0"3"0,0 0-1 16,0 0-19-16,0 0-4 16,0 0-2-16,0 0 4 15,-13 50-1-15,16-25 3 16,3 4 1-16,-2 2-1 16,4 2 2-16,-1 0-2 0,1-1-1 15,-3 0 2-15,1-3-2 16,-1-2 0-16,-3-1 0 15,0-3 1-15,-2-4-1 16,0-1 0-16,0-6 0 16,1-2-1-16,-1-3-11 0,0-4-2 15,0-3 12-15,0 0-2 16,0-10-2-16,0-1 3 16,0-2 3-16,0-3 2 15,1 5 4-15,4-2 5 16,-3 6-1-16,3 2-5 15,3 0-1-15,0 4-3 0,5 0-1 16,2 1-1-16,3 0-1 16,0 0 1-16,0 0-14 15,2 0-62-15,-2 0-73 16</inkml:trace>
  <inkml:trace contextRef="#ctx0" brushRef="#br0" timeOffset="154182.22">9098 7604 231 0,'0'0'22'16,"0"0"9"-16,0 0-18 0,0 0-12 15,0 0-8-15,0 0 1 16,0 0 7-16,0 0 2 16,6 45 1-16,-4-31-2 15,0 2-14-15,-2-2-34 0,2-6-37 16,-2-6-29-16</inkml:trace>
  <inkml:trace contextRef="#ctx0" brushRef="#br0" timeOffset="154340.21">9144 7375 219 0,'0'0'17'16,"0"0"1"-16,0 0-14 15,0 0-17-15,0 0-27 16,0 0-21-16,0 0-55 0</inkml:trace>
  <inkml:trace contextRef="#ctx0" brushRef="#br0" timeOffset="154653.78">9248 7636 103 0,'0'0'33'0,"0"0"-9"16,0 0 22-16,0 0-10 15,0 0-21-15,0 0-11 0,0 0-3 16,10-14-1-16,-8 5 2 16,1-2-2-16,3-2 0 15,-2 2 0-15,2-3 0 16,4 3 0-16,-3 1 0 15,2 3 0-15,2 2 0 0,-2 5 0 16,0 0-2-16,2 0 1 16,0 9-2-16,0 2 2 15,1 2 0-15,-5 1-1 16,3 0-8-16,-6 2-18 16,-3-2-29-16,-1-4-52 0</inkml:trace>
  <inkml:trace contextRef="#ctx0" brushRef="#br0" timeOffset="155365.7">9427 7594 204 0,'0'0'45'0,"0"0"-45"15,0 0 1-15,0 0 0 16,48-37-1-16,-35 25 0 0,1 0 1 15,-3-1-1-15,2-3 0 16,-1 2 0-16,-2 0 0 16,-3 2 1-16,-2 1-1 15,-5 3 0-15,0 2 0 16,0 3 0-16,-10 3-6 16,0 0 2-16,-4 4-1 0,1 6 4 15,-1 5 2-15,3 3 8 16,0 2-6-16,5-2 1 15,3 2-2-15,3-1-1 16,0-4 0-16,3-1 0 0,7-4-1 16,3-3-6-16,4-4-4 15,5-3-10-15,-2 0-24 16,5-10 6-16,3-4 9 16,-1-4 1-16,0-4 10 15,-2-2 16-15,-1-1 5 0,-3-1 8 16,-3-1 10-16,-3 6 3 15,-6 1 3-15,0 4 5 16,-7 4-1-16,-2 3-2 16,0 5-7-16,-4 0-8 15,-4 3-4-15,0 1-8 16,-3 2-2-16,-1 8 1 0,1 4 0 16,-1 3 0-16,1 1 3 15,3 1-3-15,1-2 0 16,6-2 1-16,1-2-1 15,0-5 0-15,3-3-11 16,7-5-6-16,3 0 16 0,0-4 2 16,0-7-2-16,1-5 0 15,1-4 1-15,-3 4-1 16,-1-2 1-16,-5 5-1 16,2 5 1-16,-4 2 1 15,-2 3-1-15,3 3 0 0,-1 0-1 16,-1 0 0-16,5 7-2 15,-2 3 1-15,2 0 2 16,-2 2-2-16,3-1-12 16,-1-1-14-16,-2-3-18 0,-1-3-25 15</inkml:trace>
  <inkml:trace contextRef="#ctx0" brushRef="#br0" timeOffset="155649.18">9900 7351 90 0,'0'0'9'0,"0"0"29"0,0 0 13 0,0 0-11 16,0 0-27-16,0 0-11 15,0 0-2-15,0 0 0 16,0 0-1-16,0 0 2 16,38 8 4-16,-28 8-2 0,2-2-2 15,-5 0 0-15,1-2-1 16,-2-5-5-16,-1-4-1 15,0-2 3-15,-3-1 4 16,-1-1 4-16,0-11 11 0,2-5-6 16,-1-4 0-1,2-6-1-15,5-7-6 0,7-6-8 16,1-10 0-16,4-4-22 16,-1-7-121-16</inkml:trace>
  <inkml:trace contextRef="#ctx0" brushRef="#br0" timeOffset="174635.97">4072 7395 54 0,'-6'3'3'0,"1"-1"1"0,1 1 1 0,2 2-2 0,0-1-2 15,-2 0 1-15,0 0 0 16,2 3-2-16,0-1 1 0,-4 3 0 16,1 1 0-16,1 2-1 15,-3 3 1-15,-3 3 0 16,4 3-1-16,0 4 0 15,1 4 2-15,3 1-1 16,0 4-1-16,2 6 1 16,0 4 0-16,0 7 1 0,0 13 0 15,0 7 2-15,2 12 3 16,2 14-4-16,3 13 2 16,1 11 3-16,6 9 6 15,4 9-6-15,7 6-7 0,4 0-1 16,7-1-1-16,6-4 3 15,7-10 6-15,3-10 23 16,6-17-16-16,2-11-10 16,3-16-3-16,4-15 4 15,0-11-1-15,2-7-17 0,-5-13-39 16,-8-12-46-16</inkml:trace>
  <inkml:trace contextRef="#ctx0" brushRef="#br0" timeOffset="177300.83">5081 9789 227 0,'0'0'-4'0,"0"0"21"0,0 0-6 0,0 0-14 16,0 0 3-16,-5 53-3 0,14-26 3 15,3 6 3-15,0 1-2 16,1-2-1-16,0 0 0 16,-1-1-1-16,-2-4-11 15,-3 1-21-15,-1-7-36 16,-4-5-12-16</inkml:trace>
  <inkml:trace contextRef="#ctx0" brushRef="#br0" timeOffset="177741.31">5078 9757 218 0,'0'0'9'16,"-6"-49"0"-16,6 28-5 15,0 6-1-15,8 3-2 0,1 4-2 16,1 3-1-16,-2 5-3 16,1 0-7-16,3 0 2 15,-3 10 4-15,3 3 6 16,-2 4 0-16,-3 6 2 16,-1 0 1-16,-2 4-1 15,-4 2-2-15,0 1 8 0,-2 0-5 16,-8-3 2-16,-3-3-12 15,1-1 8-15,1-7 0 16,-3-4-1-16,5-5 2 16,-1-2-1-16,4-4 1 15,2-1-1-15,0 0 2 0,4 0-2 16,0 0-1-16,0 0 7 16,0 0-7-16,2 0-1 15,6 0 1-15,4 0 2 16,3 0 2-16,3 0-2 15,3 4-1-15,0 1 0 16,4 0 0-16,0 3 2 0,0-1-1 16,-1 0-9-16,-4-2-46 15,-2-5-37-15</inkml:trace>
  <inkml:trace contextRef="#ctx0" brushRef="#br0" timeOffset="178105.97">5465 9902 278 0,'0'0'-3'0,"0"0"4"0,0 0-5 0,0 0 3 16,0 0-2-16,0 0 1 16,0 0 0-16,0 0-6 15,0 0 6-15,38 4 1 16,-33-8 4-16,3-5-1 15,-4-1 1-15,2-3 0 0,-4-1-2 16,0 0 0-16,-2-2 0 16,0 4 0-16,0 3-1 15,-8 1 1-15,0 3-1 16,-1 5 3-16,-4 0 0 0,1 5-2 16,2 8-5-16,-4 3 6 15,7 4-1-15,1 2-1 16,4-1 0-16,2 0 1 15,0-3-1-15,10 1 1 16,5-5-8-16,1-4-20 0,5-3-38 16,-2-7-23-16</inkml:trace>
  <inkml:trace contextRef="#ctx0" brushRef="#br0" timeOffset="178547.07">5774 9693 198 0,'0'0'12'16,"0"0"10"-16,0 0 2 16,0 0-16-16,0 0-5 15,-39-21-2-15,30 35 0 16,1 3-3-16,1 1 2 0,2-1 2 16,5 0-2-16,0-1 0 15,0-5 0-15,7-1-1 16,2-5-2-16,2-4 0 15,0-1 2-15,1-6 4 16,2-8 0-16,1-3-1 16,-3-4 1-16,2-1-1 0,-3 1 0 15,-2 4-1-15,-4 4 0 16,-2 3-1-16,-1 5 1 16,-2 3 4-16,0 2-4 15,2 3-9-15,-2 11 3 16,2 3 3-16,2 7 4 0,-1 3 0 15,1 3-1-15,-2 0 0 16,2 1 0-16,-1 3 0 16,-3-4 0-16,0 3 0 15,0-3 0-15,0-2-2 0,-3-2-1 16,-1-5 0-16,-2-5-4 16,4-4-12-16,-1-7-13 15,1-5-20-15,-3-9-4 16</inkml:trace>
  <inkml:trace contextRef="#ctx0" brushRef="#br0" timeOffset="178874.8">5892 9662 206 0,'0'0'52'0,"0"0"-46"0,0 0-9 0,47-19 0 0,-29 19 0 15,-1 0-2-15,2 2 2 16,-2 9-1-16,-1 0 2 16,-5 4 2-16,1 0 0 15,-3-2 1-15,-1-2 0 0,-4-4 0 16,-1 0-1-16,-1-2 1 16,0-3-1-16,-2-2 2 15,0 0 12-15,0-6 20 16,-2-6-26-16,-5-5-5 15,1-4-1-15,1-2 1 16,-1-3-1-16,4 2 0 0,2 0-1 16,0 0-1-16,10 1-5 15,4 3-31-15,2-1-48 16</inkml:trace>
  <inkml:trace contextRef="#ctx0" brushRef="#br0" timeOffset="179203.98">6256 9610 108 0,'0'0'126'0,"0"0"-119"15,0 0-10-15,0 0 2 0,0 0 3 16,41 22 0-16,-33-22 0 16,1 0 0-16,-5-2 7 15,1-9-2-15,-2 0-3 16,-3-4-1-16,0 0-2 15,0-1 0-15,-6-1 0 0,0 7 0 16,-3 0-1-16,-1 3 0 16,0 7-2-16,2 0 6 15,1 7-2-15,-1 12-6 16,2 3 2-16,0 5 2 16,5 2 0-16,1-1 1 15,0-2 0-15,1-2-2 0,9-7 0 16,4-3-10-16,-1-5-19 15,3-6-39-15,0-3-28 16</inkml:trace>
  <inkml:trace contextRef="#ctx0" brushRef="#br0" timeOffset="179523.03">6504 9466 225 0,'0'0'6'0,"0"0"10"0,0 0 1 15,0 0-14-15,0 0-8 16,-38-32 0-16,25 47 4 16,-1 4 1-16,1 3-2 15,2 2 0-15,6 0 0 16,1-4 3-16,4-2-2 0,0-4 0 16,6 1 0-16,6-5-2 15,1-3 2-15,3 1 0 16,-1-3 3-16,3-3 0 15,0 1 0-15,-4-1-1 16,-1-1 0-16,-5 2 0 16,0 0-1-16,-4 0 0 0,-4 1 0 15,0 0 0-15,0 3-3 16,-2-2-11-16,-7 2-32 16,4-5-28-16</inkml:trace>
  <inkml:trace contextRef="#ctx0" brushRef="#br0" timeOffset="180107.05">6690 9400 185 0,'0'0'7'16,"0"0"19"-16,2-44 6 15,-2 36-13-15,-2 4-5 16,-5 4-8-16,-2 0-10 15,-3 9-1-15,-2 7 7 16,0 7-2-16,0 2-1 0,2 1 1 16,4 0 1-16,1-3-2 15,7-3 0-15,0-4 1 16,0-2-1-16,7-4 0 16,5-2 0-16,3-4 0 15,3-2 4-15,0 0-1 0,4-2 1 16,-2 0-1-16,1 0 0 15,-3 0-2-15,-2 1 0 16,-4 2 0-16,-3 0-2 16,-2 0 1-16,-2 0-1 15,-5 1 1-15,0-2 1 0,0 1 4 16,-8 2 0-16,0-1-2 16,-3 0 1-16,-1-4-1 15,1 0-1-15,1 0-1 16,5-4-3-16,0-10-3 15,3-5-3-15,2-3-3 16,2 0 5-16,8-3 5 0,0 3 2 16,4 2 0-16,-1 2 2 15,0 5 3-15,1 2 3 16,1 8-5-16,0 1-2 16,-1 2-3-16,1 4-4 15,-2 8 5-15,0 2 0 0,-2 4 2 16,-2 0 1-16,-2-2 1 15,2-1-2-15,-2-2 1 16,1-3-9-16,2-3-22 16,-2-4-54-16,1-3-13 0</inkml:trace>
  <inkml:trace contextRef="#ctx0" brushRef="#br0" timeOffset="180249.13">6980 9305 146 0,'0'0'30'0,"0"0"22"0,-35-45-12 0,23 39-26 16,6 2-7-16,3 4-10 16,1 0-1-16,2 3-43 15,0 5-25-15,0 3-3 16</inkml:trace>
  <inkml:trace contextRef="#ctx0" brushRef="#br0" timeOffset="180840.69">7070 9366 204 0,'0'0'8'0,"0"0"14"16,0 0 3-16,0 0-9 15,0 0-11-15,0 0-2 16,0 0-2-16,-14-30-7 16,7 33 3-16,1 10-1 15,2 3 3-15,0 2-2 16,3 2 3-16,1-2 0 0,0 1-1 15,0-1 1-15,2-5 0 16,5-2 0-16,-1-2-1 16,3-3 1-16,1-5-4 15,0-1 7-15,0 0-3 16,3-8 2-16,-4-4 0 0,-2-2 0 16,1-4 2-16,-3 0-3 15,0 0 1-15,-3-2-1 16,0 3 0-16,-2 2-1 15,0 3 1-15,0 2 0 16,0 3 4-16,2 4 0 0,-2 2-4 16,3 1-5-16,1 0-3 15,2 1 2-15,0 8-1 16,2 2 4-16,-3 3 2 16,1 2 0-16,-1 1 1 15,2 0-2-15,-5 0-8 16,0-3 2-16,0-1-8 0,0-6 6 15,-1-1 4-15,0-6-1 16,2 0 2-16,-1-6 13 16,2-8-3-16,-1-5 0 15,4-4 3-15,-1-2 1 0,1 3 1 16,6 0-4-16,-2 5 3 16,3 3-2-16,4 6-7 15,1 3-2-15,2 5-4 16,1 5 3-16,1 13 0 15,-4 8 3-15,-4 10-29 0,-9 5-39 16,-6 4-119-16</inkml:trace>
  <inkml:trace contextRef="#ctx0" brushRef="#br0" timeOffset="182205.53">5295 10329 198 0,'0'0'3'0,"0"0"6"0,0 0-7 0,0 0-5 16,0 0-8-16,0 0 8 15,0 0 0-15,0 0 1 16,0 0 0-16,0 0 1 0,49-4 1 15,-29 2-1-15,7-2 1 16,4-1 0-16,7-3 0 16,7 1 0-16,7-2 0 15,5-2 1-15,11-1 1 16,3-4 1-16,7-2 1 0,5-4-1 16,6-2 2-16,5-5 2 15,2 0-1-15,1-2 0 16,8-2-2-16,-2 2 0 15,4-2-4-15,-2 3 0 16,-2 2 1-16,2 0-1 16,-7 3 0-16,-4 2 2 0,-4 2-1 15,-6 3 2-15,-6 2 0 16,-9 2-1-16,-6-2 0 16,-5 4 2-16,-9-3 0 15,-6 0 2-15,-6-1 3 16,-9-1-2-16,-2 0-1 0,-7-1-2 15,-9 0 1-15,0-1 0 16,-8-1 1-16,-2-2-1 16,-2-2-2-16,-10-3-2 15,-3 0 0-15,-5-3 0 0,-1-1-1 16,-1-3 0-16,0 1 0 16,-3-3 0-16,3 1 0 15,2 1 0-15,-4 0 0 16,3 3-1-16,-1 1 1 15,-3 1-1-15,-1 1 0 16,-3 3 1-16,-1-1-1 0,-1 2 1 16,-5 3-2-16,1 1 2 15,-4 3-2-15,2 4 1 16,-3 0-1-16,0 6 0 16,-4 0 2-16,0 4-2 15,-3 3 4-15,0 0 0 0,-2 0-1 16,0 0 1-16,-1 6-1 15,1 0-1-15,-2-1 1 16,-3 5 0-16,-2-1-1 16,1 2 0-16,-2 2 0 15,0 1-1-15,-1 3 0 0,-2 3 1 16,-1 1-1-16,-3 1 1 16,1 2 2-16,-5 1-1 15,-1 1-2-15,0 1 2 16,-4 1 0-16,0-1-1 15,0-2-1-15,-3 3 2 16,4-4-1-16,-1-1 0 0,-1-1 0 16,4 1 0-16,-1 0 1 15,1 1-2-15,3 0 2 16,0 0-2-16,3-1 2 16,4 3-4-16,5-4-1 0,3 1-5 15,6-3 0-15,4 0 5 16,9 1 1-16,2-2 2 15,10 3 0-15,8 5-2 16,5 6-1-16,8 7-5 16,1 9 2-16,15 9 4 0,6 15 2 15,6 4-2-15,2 5 1 16,6 1 1-16,2-5 2 16,2-6 1-16,9-10 0 15,7-9 0-15,7-6 0 16,8-9 2-16,12-11-2 15,6-14-20-15,8-13-32 0,5-16-26 16</inkml:trace>
  <inkml:trace contextRef="#ctx0" brushRef="#br0" timeOffset="183009.6">6332 9342 121 0,'-4'0'8'0,"-1"0"8"0,0-2 22 0,3 1-20 16,0-2-7-16,2 2-5 16,0 1 1-16,0 0-9 0,0 0-4 15,0 0 4-15,4 1 0 16,4-1 1-16,3 0 1 15,6-4 4-15,8-16 11 16,10-14 1-16,11-17-2 16,16-16-7-16,9-11-4 0,12-14 0 15,9-6-3-15,0-6-18 16,-3-2-83-16</inkml:trace>
  <inkml:trace contextRef="#ctx0" brushRef="#br0" timeOffset="183615.27">7691 9274 120 0,'0'0'10'0,"0"0"1"0,0 0 18 0,0 0-7 15,0 0-2-15,0 0-5 16,0 0-6-16,0 0-9 16,0 0-5-16,0 0 6 15,0 0 3-15,44-17-2 0,-14 11 2 16,3-3-1-16,6-2 1 15,3-3-2-15,4-3 1 16,1 0-1-16,3-2-4 16,-1-2-20-16,-2 0-38 15,-5-5-30-15</inkml:trace>
  <inkml:trace contextRef="#ctx0" brushRef="#br0" timeOffset="183856.66">8270 8961 224 0,'0'0'-8'0,"0"0"21"15,0 0-8-15,0 0-5 16,0 0 2-16,0 0-2 15,0 0-1-15,43 53 2 16,-31-23 1-16,-6 8-1 16,-4 5-22-16,-2 1-90 15</inkml:trace>
  <inkml:trace contextRef="#ctx0" brushRef="#br0" timeOffset="184419.2">8518 8572 237 0,'0'0'-29'16,"0"0"50"-16,-33-37 7 16,25 27 0-16,4 3-16 0,-1 3-4 15,3 1-2-15,2 3-5 16,0 3-5-16,5 14-3 16,2 9 0-16,7 9 7 15,5 6 0-15,-1 6 0 16,1 2 1-16,0-1-1 15,1-1 2-15,-2-3-2 0,-2-5 1 16,-5-3-1-16,0-5 0 16,-2-5-1-16,-2-8-3 15,2-2 2-15,-6-8 0 16,1-2-6-16,0-4-1 0,-2-2-5 16,-2 0 7-16,2-6 10 15,-2-3-3-15,0-2 1 16,1-2-1-16,0 0 4 15,4 3 11-15,-1-2-1 16,4 3-5-16,3-1-5 0,2 0-3 16,4 3-2-16,2 0 1 15,1 4-3-15,2 3 3 16,-3 0-1-16,2 0-1 16,-2 0-13-16,-3 0-18 15,-1 0-49-15,-3 0-83 16</inkml:trace>
  <inkml:trace contextRef="#ctx0" brushRef="#br0" timeOffset="184610.25">8985 8758 299 0,'0'0'-2'0,"0"0"18"0,0 0 5 0,0 0-8 15,0 0-13-15,0 0-8 16,0 0 1-16,0 0 5 15,0 0 3-15,3 46 0 16,5-25-3-16,-3-1-16 0,4 1-28 16,-5-4-33-16,-2-5-36 15</inkml:trace>
  <inkml:trace contextRef="#ctx0" brushRef="#br0" timeOffset="184752.56">9023 8654 257 0,'0'0'1'0,"-21"-39"19"16,17 23-13-16,0 3-3 15,4 2-9-15,0 1-44 0,-3 1-85 16</inkml:trace>
  <inkml:trace contextRef="#ctx0" brushRef="#br0" timeOffset="185152.42">9065 8704 237 0,'0'0'-3'16,"0"0"-3"-16,0 0 3 16,0 0 4-16,45 20 0 0,-34-10-3 15,3 3 2-15,-3 0 1 16,-2 1 0-16,2 0 0 15,-4-2-1-15,-1-1 3 16,-3-3-3-16,-1-3-3 16,0-2-12-16,-2-2-5 0,0-1 25 15,-3 0-3-15,-1-9-4 16,-2-4 2-16,2-5 0 16,1-5 1-16,3-2-1 15,0 1 0-15,0 1 2 16,1 2 3-16,5 5 11 0,2 2 0 15,4 4-1-15,-1 3-7 16,2 2-3-16,5 4-1 16,1 1-4-16,2 0 0 15,-2 3-1-15,-2 8 2 16,1 3-2-16,-7 2-23 0,-4-3-34 16,-2 1-53-16</inkml:trace>
  <inkml:trace contextRef="#ctx0" brushRef="#br0" timeOffset="185493.52">9444 8633 306 0,'0'0'1'0,"0"0"-3"15,0 0 2-15,0 0 0 0,0 0 3 16,0 0-3-16,31-37 0 15,-25 26-3-15,-5 1-5 16,2 0-4-16,-2-1 9 16,-1 4 3-16,0 0 1 15,0 2-1-15,-4 5-2 0,-1 0-4 16,-2 0 6-16,0 7-3 16,-1 5 3-16,3 6-2 15,-1 2 1-15,3 3 2 16,3-1-1-16,0 1 1 15,5-4-1-15,5-1 0 16,5-4 1-16,4-3-1 0,2-2-25 16,5-6-23-16,1-3-28 15,2-3-19-15</inkml:trace>
  <inkml:trace contextRef="#ctx0" brushRef="#br0" timeOffset="185806.64">9775 8531 100 0,'0'0'15'0,"4"-37"35"15,-4 24 11-15,-7 6-17 16,-2 3-17-16,0 4-17 16,-5 0-10-16,1 6-3 15,0 6-2-15,-1 6 9 0,3 1-4 16,0 1 0-16,6-1-1 16,1-2 0-16,4-2-1 15,0-3 1-15,2-2 0 16,7-6 1-16,1-4-11 15,3 0 3-15,1-2 6 0,-1-10 6 16,1-4-2-16,-2-1 1 16,-3 3 1-16,-2 0-1 15,2 4-2-15,-5 3 3 16,-1 3-3-16,1 3-2 16,0 1-2-16,-2 0-3 0,2 3-4 15,0 6-29-15,-2-1-48 16,-2-2-27-16</inkml:trace>
  <inkml:trace contextRef="#ctx0" brushRef="#br0" timeOffset="186113.32">9846 8467 234 0,'0'0'13'16,"0"0"-1"-16,0 0-13 15,0 0 0-15,42-10-1 0,-28 16-1 16,3 3 2-16,-3 6 1 16,1-1 1-16,-1 2-5 15,-3-2-21-15,-6-3 5 16,1-3 16-16,-6-4 0 16,0-4 2-16,0 0 41 0,0 0 8 15,-7-9-21-15,1-4-11 16,-1-4-2-16,0-4 1 15,3-3-13-15,4-4 1 16,0-1-3-16,11 1-7 16,4-1-30-16,4 5-62 0,-2 0-103 15</inkml:trace>
  <inkml:trace contextRef="#ctx0" brushRef="#br0" timeOffset="186469.08">10373 8247 238 0,'0'0'7'0,"0"0"3"16,0 0-1-16,0 0-1 16,0 0-3-16,0 0-3 0,0 0-5 15,36-16-2-15,-25 25 0 16,1 2 3-16,2 5 2 15,1 1 1-15,-2 0 0 16,-2 0 0-16,-2-4-2 0,-2-2 1 16,-3-4 1-16,0-4-1 15,-2-1 1-15,-2-2 0 16,0 0 6-16,0-3 19 16,0-6-16-16,-4-5-6 15,-2-3-3-15,3-2 1 0,-1-2-1 16,2-3 0-16,2-2-1 15,2 1-13-15,7 1-29 16,4 1-53-16,1 3-32 16</inkml:trace>
  <inkml:trace contextRef="#ctx0" brushRef="#br0" timeOffset="187074.86">10663 8176 113 0,'0'0'3'0,"0"0"26"15,0 0 1-15,45 10-7 16,-27-10-4-16,0 0-7 0,0-4-4 16,0-8-3-16,0-2-2 15,-3 0 1-15,-1-3-3 16,-7 0-1-16,-1 4 0 16,-6 0-1-16,0 5 0 15,0 3-2-15,-10 5-1 0,-2 0 6 16,-1 5-4-16,0 7 1 15,0 3 0-15,5 0-1 16,1 4 0-16,6-5-1 16,1-1 2-16,2-1-1 15,8-4 2-15,3-4 0 0,4-4 2 16,3 0-1-16,-1 0 1 16,4-6-1-16,2-7-1 15,-1-3 0-15,0-2 0 16,1-3 0-16,-5-2 1 15,-2-1 0-15,-4 4 0 0,-6 2 0 16,-3 1 0-16,-5 5 0 16,0 4 3-16,-11 6 5 15,-3 2-1-15,-1 0-6 16,-3 5 0-16,1 6 3 16,2 5-1-16,3 2-4 0,5-2-3 15,3 5 2-15,4-1-1 16,0-1 1-16,4 0-1 15,5-1 1-15,5 0 0 16,3-1 1-16,3 1 2 16,-2 2-1-16,2-4 1 0,0 2-1 15,-2 0 0-15,-2 0 0 16,-6-4 1-16,-2 2-1 16,-5-4 0-16,-3 0 0 15,0-1 1-15,-8-1 1 16,-3-3-2-16,-3-2-14 0,-1-4-28 15,-1-1-53-15</inkml:trace>
  <inkml:trace contextRef="#ctx0" brushRef="#br0" timeOffset="187408.99">11078 8006 267 0,'0'0'11'0,"0"0"5"0,37-42-9 16,-19 35-5-16,2 7-4 16,0 0-5-16,1 6 2 15,-2 8-1-15,0 6 4 0,-2 0 2 16,-5 1-1-16,-3-5 0 16,-1-1 2-16,-4-5-1 15,-4-4-2-15,0-2 0 0,0-4 10 16,0 0 1-1,-2 0 4-15,-4-7-1 0,1-6-7 16,-3-2-1-16,3-6-1 16,0-4 0-16,3-2-1 15,2-3-1-15,0-2 1 16,0 1-3-16,8 0-10 0,4 2-29 16,4 5-35-16,-3 5-37 15</inkml:trace>
  <inkml:trace contextRef="#ctx0" brushRef="#br0" timeOffset="187693.89">11397 7869 28 0,'0'0'81'15,"0"0"-69"-15,0 0 30 16,0 0-5-16,0 0-14 16,42 24-4-16,-35-24 4 15,-3-8-3-15,-1-5-8 0,-1 0-5 16,-2-2-3-16,0-2 3 15,0 1-1-15,-5 2-1 16,-1 3-1-16,-3 5-7 16,2 4 1-16,-2 2 4 15,-2 10-5-15,0 9-1 0,2 5 1 16,2 4 1-16,3 2 2 16,4 1-3-16,2-4 1 15,11-3-18-15,6-5-14 16,4-6-22-16,2-9-12 15,2-4 3-15</inkml:trace>
  <inkml:trace contextRef="#ctx0" brushRef="#br0" timeOffset="187992.94">11671 7781 99 0,'0'0'11'16,"5"-61"9"-16,-5 37 8 0,-4 5 10 15,-5 7-10-15,-5 6-15 16,-4 6-10-16,0 0-6 15,-1 13 14-15,-2 5-10 16,3 2-2-16,5 4 1 16,6 0-3-16,6-1 1 0,1 0-1 15,10-3-3-15,7-4 6 16,4-3 1-16,1-2-2 16,2-3 8-16,2-1 0 15,-8 0-4-15,2-1-2 16,-7-2 0-16,-3 2 0 15,-4-2-1-15,-4 3 0 0,-2-1 0 16,-4 2-1-16,-6 1 7 16,-2-2-22-16,0 1-39 15,0-7-34-15</inkml:trace>
  <inkml:trace contextRef="#ctx0" brushRef="#br0" timeOffset="188476.29">11815 7618 232 0,'0'0'0'0,"0"0"23"0,4-40-3 15,-4 36-13-15,-4 2-10 16,-6 2-7-16,-2 6 3 16,0 7 12-16,-1 7-4 15,2 1-1-15,4 3-2 16,5-1 0-16,2 1-4 0,4-3 0 15,10-1 3-15,8-3 3 16,2 0 2-16,4-3 0 16,1-3 0-16,-1-2 0 15,-1 1 0-15,-2-3 0 16,-5 2 1-16,-5-3-3 0,-3-1 1 16,-8-2 0-16,-4-1-1 15,0-2-1-15,-4 0 10 16,-7 0-2-16,-2 0-4 15,-1-8 1-15,3-3 2 16,2-3 2-16,3-3-4 0,5-4 3 16,1-1-3-16,0 1-5 15,7 2-2-15,2 5 3 16,4 3 0-16,2 1-2 16,1 10-1-16,2 0-1 15,1 0 3-15,0 7-1 0,2 3 2 16,1 2-2-16,-5 0 4 15,0 1-1-15,-2 0-1 16,-1-5-27-16,-3-5-48 16,-3-3-42-16</inkml:trace>
  <inkml:trace contextRef="#ctx0" brushRef="#br0" timeOffset="188611.35">12096 7535 224 0,'0'0'15'0,"-39"-39"37"0,26 27-36 0,5 7-13 0,2 3-7 16,3 2-51-16,-1 0-64 15</inkml:trace>
  <inkml:trace contextRef="#ctx0" brushRef="#br0" timeOffset="189123.86">12261 7536 269 0,'0'0'-12'0,"0"0"12"0,0 0 2 16,0 0 0-16,-51 24-8 16,36-6-6-16,2 3 11 15,3 1 1-15,2-2-2 16,5-2 0-16,3 0 0 15,0-5 0-15,0 0 0 0,2-3 1 16,5-4 1-16,0-3 0 16,-1-1 3-16,1-2-1 15,-1-2 3-15,1-6 3 16,-1-3-2-16,2-3 0 16,-5 1-1-16,1 0-1 0,0 2 3 15,-2 0 2-15,0 2 2 16,-1 3-2-16,0 1-4 15,0 3-1-15,1 1-3 16,3 1-5-16,-1 0 1 16,1 0 0-16,3 1 1 15,1 4 3-15,-1-1-1 0,2-1 0 16,1-2 0-16,-2-1-2 16,3 0 2-16,-1-7 1 15,3-6 1-15,-2-1 0 16,0-2 0-16,-1 3 0 0,-3 2 3 15,0 5-1-15,-3 6-3 16,0 0-5-16,-5 16-5 16,0 10-5-16,-8 8-5 15,-16 8-39-15,-6 2-96 16</inkml:trace>
  <inkml:trace contextRef="#ctx0" brushRef="#br0" timeOffset="190353.91">8989 9132 66 0,'0'0'35'0,"0"0"-33"0,0 0 3 0,0 0 1 0,-39 11 6 16,36-11 4-16,1 2 3 16,2-2-12-16,0 0-10 15,0 1-12-15,3-1 4 0,7 0 8 16,1 0 4-16,5 0 0 16,2 0 1-16,7-3-1 15,8-3 3-15,4-3 3 16,11-4-7-16,10-1 13 0,4-5-7 15,12-5-2-15,11-1-3 16,7-7 0-16,8-2 2 16,10-3-1-16,9-3-1 15,4-5-1-15,8-3 0 16,3-3 1-16,8-2 2 16,1-1 11-16,3 0 3 0,4 2-4 15,0 0-4-15,0 3-2 16,0 0-4-16,-2 1-1 15,-4-2-1-15,-7 3-1 16,-7-2 1-16,-5 0 2 16,-7 1 10-16,-6-2 0 0,-9 1-3 15,-3-1-6-15,-4 0 0 16,-9 2-3-16,-6 1 1 16,-10 3-1-16,-8 0-1 15,-9 3 1-15,-10-2 0 16,-12 2 0-16,-8 1 0 0,-9 2 1 15,-10 3-1-15,-5 2 2 16,-6 0-1-16,-12 5-1 16,-9-2 0-16,-6 2-3 15,-3-1 6-15,-9 2-1 16,-6-1-2-16,-5 4-1 0,-9 1-1 16,-7 4 0-16,-6 2 0 15,-5 6 0-15,-6 5 1 16,-1 5 0-16,-3 1 0 15,-3 6 0-15,0 9-1 16,-3 9 1-16,-5 5-1 0,-2 2 0 16,-1 3 1-16,-3 0 0 15,-2 5-3-15,-1 0 4 16,-4 4 0-16,-3 2-1 16,-3 2 0-16,-5 4 0 15,-1 2 0-15,-5 1 0 16,2 0 0-16,0 3-1 0,0 2 1 15,2 1 2-15,1 2 0 16,2 2-2-16,3 0 1 16,4 0-1-16,1 0 0 15,6 2 0-15,3-1 0 0,5-1 1 16,8 1-1-16,5-2 0 16,8-1 0-16,10-4 0 15,9-4 0-15,10-3 0 16,14-7-1-16,12-5 1 15,14-7-1-15,8-5-4 16,10-5-41-16,16-11-15 0,15-7-17 16,13-5 24-16</inkml:trace>
  <inkml:trace contextRef="#ctx0" brushRef="#br0" timeOffset="190968.84">10829 7703 78 0,'1'1'5'0,"0"-1"11"0,0 0 0 15,0 0 5-15,0 0 9 16,3-2-11-16,-2-4-4 0,2-4 1 16,3 0 2-16,2-5-8 15,5-7-1-15,10-6-5 16,8-11 0-16,15-12-1 15,10-11-3-15,15-18 0 16,10-16-13-16,10-12-103 16</inkml:trace>
  <inkml:trace contextRef="#ctx0" brushRef="#br0" timeOffset="195993.66">12284 7315 121 0,'2'-1'2'0,"-2"-5"0"0,2 5-1 16,-2-2-1-16,0 1 1 0,0 0-1 15,0-1 2-15,-2 1 4 16,0-2 1-16,-3 1 5 16,2 0-1-16,2-1 7 15,-1 0 2-15,2-3-1 16,0-4-10-16,0 2-5 0,5-5-2 15,5 2-1-15,4-3-1 16,2-1 0-16,6 0 0 16,3-2 1-16,1 1 0 15,5 0-2-15,2-2 2 16,6 1-1-16,3-2 0 0,2 3 1 16,0-1-1-16,5-1 2 15,-4 2-2-15,2 4 0 16,-1-1 1-16,-5 3-2 15,1-1 1-15,-8 5 0 16,-3 2 0-16,-6-1 0 16,-5 3 0-16,-4 2-2 0,-4 1-49 15,-4-4-35-15</inkml:trace>
  <inkml:trace contextRef="#ctx0" brushRef="#br0" timeOffset="196208.17">12949 6856 216 0,'0'0'1'0,"0"0"0"0,41 1 2 15,-18 6-2-15,-3 1 0 16,4 8-2-16,-7 2 2 15,-4 6-1-15,-7 5-25 16,-6 1-54-16</inkml:trace>
  <inkml:trace contextRef="#ctx0" brushRef="#br0" timeOffset="196619.18">13403 6671 255 0,'0'0'-6'16,"0"0"11"-16,0 0 0 16,0 0-6-16,0 0-4 0,0 0 5 15,0 0 0-15,31 46 0 16,-21-20 1-16,-3 3-1 15,1 3 1-15,1-1 0 16,-3-1-1-16,0 0-4 16,-2-7-22-16,-3-2-30 15,-1-8-26-15</inkml:trace>
  <inkml:trace contextRef="#ctx0" brushRef="#br0" timeOffset="197232.85">13482 6615 119 0,'0'0'4'16,"0"0"22"-16,0 0-1 16,0 0-10-16,0 0-4 0,0 0-3 15,2-42-3-15,3 36-1 16,4-1 1-16,2-3 2 16,0 4 2-16,1 0 0 15,2-1-2-15,3 0-4 16,-2 4 1-16,3 2-1 0,-5 1-3 15,1 0 0-15,1 3 0 16,-4 5 0-16,-1 5-2 16,-6 1 1-16,-3 2-1 15,-1 1 1-15,-3 3 0 16,-9-2-2-16,-3 2 0 0,-3-3 1 16,0 2-3-16,0-4 3 15,1-1 1-15,3-2-2 16,3-4 6-16,2-2-3 15,6-3 1-15,1-3 0 16,0 0 3-16,2 0-2 0,0 0-1 16,2 0 0-16,3 0 0 15,4-3 0-15,2 3 0 16,3 0-1-16,-1 0 1 16,5 6-1-16,-3 4 0 15,4 1 1-15,-2 0-1 0,1 1 1 16,-1 0-2-16,2-3 2 15,-4 1-1-15,3 0 1 16,-4-2-1-16,2-2 0 16,-6-2-20-16,0-4-68 15</inkml:trace>
  <inkml:trace contextRef="#ctx0" brushRef="#br0" timeOffset="197738.9">13642 6246 140 0,'0'0'4'0,"0"0"4"0,0 0 15 0,0 0-2 16,-19-43-14-16,19 35 6 15,0-1-3-15,5 2-4 0,1 0 2 16,1 1-3-16,1 2-1 16,0 1 0-16,0 3-4 15,1 0 0-15,-1 6-1 16,0 4 0-16,-3 4 1 0,-1 4-2 15,-4 2 1-15,0 3-2 16,0 0 3-16,-7 0 0 16,-2-1-1-16,-2 1 1 15,0-3-1-15,-1-2 2 16,2-3 0-16,5-5-2 0,-2-1 4 16,5-6-2-16,2-1-4 15,0-2 0-15,11 0 9 16,2 0 1-16,10-5-1 15,4-2-3-15,4-1-3 16,5 1 0-16,2 1 0 0,2 2-14 16,-2-2-50-16,-5 2-81 15</inkml:trace>
  <inkml:trace contextRef="#ctx0" brushRef="#br0" timeOffset="198009.36">14032 6578 232 0,'0'0'20'0,"0"0"12"0,0 0-28 0,0 0 1 0,0 0-1 16,0 0 0-16,0 0-3 0,42-3-1 15,-23 2-1-15,0 0-32 16,-3-1-74-16</inkml:trace>
  <inkml:trace contextRef="#ctx0" brushRef="#br0" timeOffset="198164.2">14099 6703 210 0,'0'0'79'0,"0"0"-76"0,0 0 3 16,0 0-5-16,44 3 1 16,-21-6-4-16,2-4-47 15,0-3-84-15</inkml:trace>
  <inkml:trace contextRef="#ctx0" brushRef="#br0" timeOffset="198578.26">14561 6413 279 0,'0'0'1'15,"0"0"0"-15,0 0-3 16,-47 27 2-16,32-7 1 16,1 4-2-16,-1 2 0 15,4-1-9-15,2 0 10 0,6-7-1 16,3 1-2-16,0-5-5 16,0-4 4-16,12-4-1 15,-1-2 10-15,4-4-4 16,3 0 2-16,1 0-1 15,2-7-1-15,-2-3 2 0,1-2-1 16,-5-2 1-16,1-6 6 16,-7 2-1-16,-3-5 3 15,-3-2-2-15,-3 0-5 16,0-2-1-16,-1 5-2 16,-9 3-1-16,-2 5-2 0,-7 7-1 15,0 7-2-15,-2 0-11 16,0 7-9-16,-2 9-5 15,6-1-42-15,4-2-87 16</inkml:trace>
  <inkml:trace contextRef="#ctx0" brushRef="#br0" timeOffset="198762.49">14862 6489 307 0,'0'0'27'0,"0"0"-25"16,0 0-1-16,0 0-1 15,0 0 0-15,0 0-15 16,0 0-17-16,14-37-71 16</inkml:trace>
  <inkml:trace contextRef="#ctx0" brushRef="#br0" timeOffset="199368.11">15166 6274 40 0,'0'0'188'0,"0"0"-189"16,0 0 2-16,0 0-3 16,0 0-14-16,0 0 11 15,0 0 6-15,0 0 3 16,-35-27-1-16,22 23 3 0,0 1 0 16,-1 3-3-16,1 0-2 15,-3 0 1-15,3 1-2 16,-3 8 1-16,3 2 1 15,1 4-2-15,4 0 1 16,3 0 0-16,3 0 0 0,0-1-3 16,2-1 1-16,0-2-1 15,4-2 4-15,3-5-2 16,2 1 3-16,2-4-2 16,2-1-1-16,1 0 1 15,-1 0 0-15,1-7-1 0,-1-2 0 16,1-1 2-16,-4 1 0 15,-1 0 3-15,-2 2-1 16,0 1 0-16,-6 2 1 16,0 0 0-16,0 2-1 15,-1 2 0-15,0 0 0 0,0 0-6 16,0 4 3-16,0 8-2 16,0 2 1-16,0 5 1 15,0 2 0-15,0 0 0 16,0 0-1-16,3 1 1 15,2-1-1-15,-1-3 0 16,3 0 0-16,-3-3 0 0,2-1-7 16,0-1-11-16,1-4-14 15,1-5-50-15</inkml:trace>
  <inkml:trace contextRef="#ctx0" brushRef="#br0" timeOffset="199765.66">15389 6223 258 0,'0'0'6'0,"0"0"-4"0,0 0-2 0,0 0-8 0,0 0-2 16,0 0 10-16,-13 37 2 15,8-16 0-15,4 2-1 0,-1 1 0 16,2-2-1-16,0 0-1 16,7-3 1-16,3-4 0 15,3-3 1-15,1-1 0 16,3-4 0-16,1-4 0 16,1-2 0-16,0-1 0 0,1 0 2 15,-2-5-1-15,2-5 1 16,-5-3 6-16,-3-3 6 15,-3-2 4-15,-1-3 1 16,-6-1-9-16,-2 0-5 16,0-1-3-16,-8 0-3 0,-8 5-4 15,-6 3-7-15,-13 7-22 16,-7 5-43-16,-13 3-75 16</inkml:trace>
  <inkml:trace contextRef="#ctx0" brushRef="#br0" timeOffset="200442.3">13874 7141 87 0,'0'0'2'0,"0"0"10"0,0 0 1 0,0 0-6 0,0 0 9 16,0 0 10-16,0 0 2 16,0 0-14-16,0 0-11 15,0 0-2-15,46-24-1 0,-9 16 1 16,11-3-1-16,6-2 1 15,7-4 3-15,8 0 7 16,10-4 3-16,4-2 1 16,4 0-3-16,5-2-3 15,2-1-2-15,0 2-1 0,-2 0-2 16,-3 1-2-16,-4 3 0 16,-5 5-2-16,-7 1 0 15,-5 4 0-15,-11 4-3 16,-9 2-10-16,-12 1-32 0,-12-2-94 15</inkml:trace>
  <inkml:trace contextRef="#ctx0" brushRef="#br0" timeOffset="204141.09">14951 6857 86 0,'-5'-10'5'0,"2"1"3"0,1 1-3 0,2 0-3 16,0 3-2-16,0-1 0 0,0 2-2 15,0 1 2-15,0 1-1 16,0 1-5-16,0-3-35 16</inkml:trace>
  <inkml:trace contextRef="#ctx0" brushRef="#br0" timeOffset="206340.02">12884 7591 94 0,'-10'0'59'0,"1"0"-51"0,-1 0 16 0,2 0 3 0,0 0-17 16,3 0-3-16,0 8-5 15,1 5-2-15,4 3 1 16,0 4-1-16,1 2 0 16,12 1 2-16,4 1-1 15,7-1 2-15,4-2 0 16,5-2 3-16,4-4-1 0,2-2 0 16,1-6 0-16,2 0-3 15,-1-4 1-15,2-3-2 16,0 0 1-16,2 0-1 15,3-3-3-15,-6-4-33 16,-2-4-25-16,-4 1-35 0</inkml:trace>
  <inkml:trace contextRef="#ctx0" brushRef="#br0" timeOffset="206538.18">13489 7703 250 0,'0'0'26'16,"0"0"-19"-16,0 0-8 16,0 0 7-16,0 0-4 15,0 0-1-15,40 17-1 16,-27 1-1-16,-4 8 2 0,-6 5-2 16,-3 6-17-16,-3 2-33 15,-12 1-40-15</inkml:trace>
  <inkml:trace contextRef="#ctx0" brushRef="#br0" timeOffset="206838.06">13779 7669 361 0,'0'0'-17'15,"0"0"20"-15,0 0-6 16,0 0-1-16,0 0-2 16,24 35 6-16,-20-10 1 0,0 2-1 15,-2 0 0-15,-2 1-1 16,0-1-6-16,0-6 5 16,0-2-1-16,-2-4 0 15,-3-4 2-15,3-3-2 16,0-5-2-16,-1-3-4 15,-2 0 2-15,1-9-38 0,-2-5-67 16,-1-8 2-16</inkml:trace>
  <inkml:trace contextRef="#ctx0" brushRef="#br0" timeOffset="207172.34">13762 7713 103 0,'0'0'5'0,"3"-61"32"16,6 35-4-16,1 6-8 0,-2 2-3 15,4 5-5-15,1 6 0 16,1 0-6-16,3 7-1 15,1 0-6-15,0 3-2 16,0 11-2-16,0 7-3 16,-4 1 0-16,-4 3-9 0,-5 3-11 15,-3-5 3-15,-2-1-2 16,-4-5 6-16,-5-2 11 16,-4-5 5-16,4-1 2 15,2-5 0-15,0-1 1 0,3-2 0 16,3-1 0-16,-1 2 0 15,2-1 2-15,0 2-4 16,3 1 3-16,6 2 0 16,4 1 9-16,3-1 1 15,2 1-4-15,4-1-4 0,-1-1 1 16,2 1-4-16,0-2-3 16,0 0 1-16,1-1-1 15,-2-3-32-15,-2 0-55 16</inkml:trace>
  <inkml:trace contextRef="#ctx0" brushRef="#br0" timeOffset="207536.12">13982 7432 297 0,'0'0'-18'0,"0"0"37"0,-20-47-6 0,20 37-7 16,5 2-4-16,8 2-2 15,2 2-1-15,4 4-1 0,1 0-5 16,-4 8-1-16,2 9-4 16,-5 3 3-16,-3 3 3 15,-2 2-2-15,-6 1-1 16,-2-3-1-16,0-2 1 15,-2-5 6-15,-4-5 2 16,1-2 2-16,2-5 0 0,0-3 2 16,3-1 7-16,0 0 0 15,11 0-8-15,5-3 7 16,7-4-7-16,2-4-2 16,4-1-24-16,0-2-34 0,1 1-36 15</inkml:trace>
  <inkml:trace contextRef="#ctx0" brushRef="#br0" timeOffset="207741.62">14330 7639 297 0,'0'0'7'15,"0"0"1"-15,0 0-7 0,0 0-7 16,0 0 10-16,0 0-2 16,59 4-14-16,-35-4-30 15,2-7-52-15</inkml:trace>
  <inkml:trace contextRef="#ctx0" brushRef="#br0" timeOffset="207898.87">14508 7704 209 0,'0'0'60'0,"0"0"-55"16,0 0 1-16,0 0-5 0,0 0 1 15,0 0 0-15,-9 41-3 16,18-37-18-16,7-3-36 16,1-1-34-16</inkml:trace>
  <inkml:trace contextRef="#ctx0" brushRef="#br0" timeOffset="208234.09">14767 7531 174 0,'0'0'101'0,"0"0"-97"0,0 0-2 16,0 0-3-16,0 0 2 15,-22 54 0-15,22-33 0 16,0-5-1-16,0 1 1 15,4-4-2-15,7-6 0 16,5-1 0-16,-3-5-4 0,5-1 1 16,-1 0 9-16,2-10-3 15,0-1-1-15,-4-6 2 16,-1-3 11-16,-4-3-5 16,-7-1 8-16,-2-2-5 15,-1 4 0-15,-3-1-4 0,-9 5-8 16,-6 6 4-16,-4 6-6 15,-2 6 1-15,-1 3-5 16,2 12-13-16,1 3-11 16,9-1-21-16,6-3-76 15</inkml:trace>
  <inkml:trace contextRef="#ctx0" brushRef="#br0" timeOffset="208397.73">15096 7504 335 0,'0'0'4'0,"0"0"-8"15,0 0-1-15,0 0-8 16,0 0-21-16,0 0-41 16,0 0-10-16</inkml:trace>
  <inkml:trace contextRef="#ctx0" brushRef="#br0" timeOffset="209153.65">15139 7422 225 0,'0'0'-8'0,"0"0"6"15,0 0 5-15,0 0 0 16,0 0-3-16,0 0 1 15,0 0-1-15,0 0-1 0,21-22-1 16,-21 22 2-16,0 0-3 16,2 0 0-16,-2 6 4 15,0-3-1-15,0 4 1 16,-2-1 0-16,-2-2-2 16,-2-1 0-16,3 0 1 0,-3-2 1 15,3-1-1-15,-1 0 1 16,-1 0 0-16,2 0 0 15,1 0-1-15,0 0 3 16,2-1 2-16,0-4 0 16,0-2 1-16,6 2-6 0,4-4 2 15,1 1-2-15,0-1 3 16,1 2 3-16,1 1 2 16,-2 1 1-16,1 2-4 15,1 0 0-15,-1 3-4 16,0 0-1-16,-3 0 0 0,2 3 0 15,-2 7-1-15,0 1-2 16,-2 4 3-16,-2 3 2 16,-1-1-4-16,-4 1-1 15,0 1-4-15,0-5 1 16,-8 3 2-16,-2-6 3 0,1-2 0 16,-2-2 2-16,1-3-1 15,4-1 1-15,2-3 1 16,-2 0 0-16,4 0 1 15,2 0 3-15,0 0-3 16,0-3-2-16,4-1 1 16,4 1 1-16,-1-1-3 0,3 4 1 15,0 0-1-15,-1 0 1 16,1 0-1-16,0 6-1 16,-1 2 1-16,0 7-4 15,-2-2 2-15,-4 2 2 0,-1 0-2 16,-2-1 0-16,0-2 1 15,-5-1-1-15,-7-2 4 16,-1-4-2-16,-5 1 1 16,-1-3 0-16,1 1 0 15,2-4 1-15,2 0-1 16,3 0 0-16,3 0-1 16,3-4-10-16,4-7-83 15</inkml:trace>
  <inkml:trace contextRef="#ctx0" brushRef="#br0" timeOffset="209651.94">15464 7375 120 0,'0'0'5'0,"0"0"19"0,0 0-11 0,0 0-10 16,0 0-3-16,0 0 1 15,0 0-1-15,0 0 5 16,0 0 1-16,-24 38 2 15,24-27-1-15,0-2-1 0,0 1-4 16,0 1 1-16,3-1 2 16,5 0 0-16,0-1 1 15,3-1-1-15,2 2-1 16,2-1 0-16,3-1-1 16,0 1 2-16,-2-1-3 0,0-2 1 15,-1 4 1-15,-3-4 3 16,-1 1-1-16,-3 0-2 15,-4 0-2-15,-4 0-1 16,0 0 1-16,-4 3 1 16,-12 0-2-16,-3 0 1 0,-6 0-4 15,-3 0-4-15,0-3-11 16,3-4-13-16,5-3-46 16,0 0-8-16</inkml:trace>
  <inkml:trace contextRef="#ctx0" brushRef="#br0" timeOffset="209783.92">15529 7321 249 0,'0'0'-5'16,"50"-54"19"-16,-23 30-4 0,2 5-8 16,-5 2-3-16,-8 5-80 15</inkml:trace>
  <inkml:trace contextRef="#ctx0" brushRef="#br0" timeOffset="210525.12">12911 7736 126 0,'0'0'29'0,"0"0"-8"0,-37-3 15 15,29 3-14-15,3 11-19 0,0 4-3 16,4 6 1-16,1 6-1 16,0 6 1-16,10 6-1 15,5 6 1-15,6 2-1 16,4 6 1-16,6 4-1 16,2 1 1-16,3 3-1 0,0-1 0 15,3-3-2-15,0-5 1 16,1-11 0-16,2-8 0 15,4-7 3-15,5-10 13 16,-4-4 5-16,5-5-5 16,1-4-6-16,0-3-5 15,-1 0-3-15,-2 0 1 0,0-6-14 16,-5-2-20-16,-7-2-49 16,-7-6-58-16</inkml:trace>
  <inkml:trace contextRef="#ctx0" brushRef="#br0" timeOffset="211079.18">13936 8293 258 0,'0'0'-5'0,"0"0"-6"16,4 39 11-16,-1-17 0 15,1 3 1-15,0 0-1 16,-2 1 1-16,-1 1-1 15,-1-3-1-15,0-2 0 16,0-4-4-16,0-4-5 0,-1-5 7 16,-5-5 2-16,-2-4 2 15,-2 0 0-15,3-4 1 16,-2-9-2-16,3-5-13 16,-3-5-11-16,4-3 9 15,3-5 5-15,1 1 7 16,1 1 3-16,0 1 11 0,5 3 7 15,5 4 0-15,-1 4 2 16,3 3-4-16,4 2-4 16,2 2-5-16,3 3-4 15,1 1-1-15,-2 5 0 16,2 1-2-16,-4 0 0 0,-5 10-2 16,-1 4 0-16,-9 4-1 15,-3 1-11-15,0 1 7 16,-6-2 3-16,-5-1 1 15,-2-1 4-15,1-5-2 16,2 0 2-16,5-5 1 0,-2 2 0 16,3 1-1-16,4 3 0 15,0-1-1-15,0 3 4 16,4 3 2-16,6-2 2 16,2 1-1-16,3-1-3 15,0-1 1-15,2 0-3 16,3-3-1-16,-3-2-5 0,1-2-18 15,-1-7-28-15,-1 0-29 16</inkml:trace>
  <inkml:trace contextRef="#ctx0" brushRef="#br0" timeOffset="211420.11">14145 8153 277 0,'0'0'-1'0,"0"0"22"0,0 0-16 16,0 0-2-16,0 0-4 15,37-34 2-15,-22 34-1 16,1 13-3-16,-5 5-13 16,-5 6-5-16,-1 2 0 15,-3 5 15-15,-2-4 7 16,0-1 0-16,-5-6 1 0,1-5 0 15,0-6 5-15,2-3 11 16,0-5-3-16,2-1 3 16,0 0-4-16,0 0-5 15,9-8 7-15,5-4-10 0,3-2-5 16,7-2 0-16,3 0-1 16,3-2-7-16,5 1-19 15,-3 0-26-15,-3 2-59 16</inkml:trace>
  <inkml:trace contextRef="#ctx0" brushRef="#br0" timeOffset="211614.27">14532 8347 270 0,'0'0'8'16,"0"0"6"-16,0 0-9 15,0 0-5-15,0 0 5 16,0 0-4-16,0 0-1 16,50-12-9-16,-29 2-28 0,3-3-59 15</inkml:trace>
  <inkml:trace contextRef="#ctx0" brushRef="#br0" timeOffset="211791.31">14611 8495 94 0,'0'0'189'0,"0"0"-184"15,0 0 0-15,0 0-3 16,0 0 0-16,0 0-7 16,0 0-22-16,0 0-7 0,33 19-7 15,-11-33-30-15</inkml:trace>
  <inkml:trace contextRef="#ctx0" brushRef="#br0" timeOffset="212112.4">14905 8295 0 0,'0'0'251'16,"0"0"-247"-16,0 0 3 15,-30 47-4-15,22-30-2 16,2 0 0-16,2 0 0 0,4-1 0 15,0-5-1-15,0-2 1 16,4-3-2-16,5-4-2 16,1-2-2-16,4 0 13 15,2-8-3-15,-2-4-2 16,1-5 2-16,1-1 1 0,-5-2 0 16,-4-3 2-16,0-1 1 15,-5 2 0-15,-2 3-4 16,0 2-3-16,-7 5 4 15,-2 6-7-15,-8 6 2 16,-2 0-4-16,-4 12-26 16,1 4-7-16,0-1-33 0,4-2-69 15</inkml:trace>
  <inkml:trace contextRef="#ctx0" brushRef="#br0" timeOffset="212261.94">15049 8292 334 0,'0'0'4'15,"0"0"-15"-15,0 0-12 0,0 0-28 16,0 0-106-16</inkml:trace>
  <inkml:trace contextRef="#ctx0" brushRef="#br0" timeOffset="213023.3">15245 8153 282 0,'0'0'2'16,"0"0"0"-16,0 0-3 15,0 0 2-15,0 0 1 0,0 0-1 16,0 0 0-16,5-38-1 15,-1 37 1-15,-1 1 0 16,-1 0-1-16,3 1 0 16,1 9-1-16,0 4-1 15,3 6 2-15,-3 4 0 0,-2 0-5 16,-2 3 4-16,-2-3-5 16,0-1 1-16,0-3 2 15,-8-2 1-15,-3-5 0 16,3-3 2-16,-3-3 0 15,1-4 2-15,4-3-1 0,0 0 0 16,4 0 1-16,2-6-4 16,0-2-3-16,0-1 5 15,0 1 0-15,6 2 8 16,-1 3 2-16,3 3-2 16,1 0-1-16,1 5 0 0,5 3-1 15,0 5-1-15,1-2-5 16,2 1 2-16,-2-2-2 15,2-2 0-15,-2-2 1 16,1-4-3-16,1-2-16 16,-3 0-11-16,2-5-24 0,-4-6-8 15,0-4 27-15,0-5 22 16,-1-2 13-16,-1-4 4 16,-2-1 6-16,0 2 0 15,-2 5 0-15,-3 4 18 16,-4 5 26-16,0 5 4 15,0 6-32-15,0 0-10 0,0 3-16 16,-2 8-1-16,-2 3 1 16,4 5-1-16,0-1 0 15,0 1 1-15,8-4 0 16,5-2-3-16,6-6-2 16,3-2 3-16,2-5 3 0,-1 0 0 15,2-6-1-15,-1-5-1 16,-4-3 2-16,-2-4-1 15,-5-2 4-15,-3-4 2 16,-4 0 2-16,-6-1 0 16,0-1-1-16,-9 2-5 0,-9 8-2 15,-7 6-6-15,-11 10 3 16,-9 8-18-16,-12 19-27 16,-10 5-84-16</inkml:trace>
  <inkml:trace contextRef="#ctx0" brushRef="#br0" timeOffset="-212446.37">13703 7078 58 0,'-7'0'13'0,"1"0"18"0,-4 0-8 16,2 2-8-16,-3 0-6 15,-1 1-3-15,0 1-3 16,1 2-2-16,-3 1 0 15,1 2-2-15,-3 1 1 0,1-3-1 16,0 1 1-16,-2-3 0 16,-1 0 0-16,0-5 0 15,0 0 2-15,-3 0 0 16,2 0 13-16,-6-7-1 16,0-3 0-16,-1-4-3 0,1 0-3 15,1-6 3-15,-1-1-3 16,1-3 0-16,1-1-1 15,0-2 3-15,0-1-3 16,2-6-4-16,-2 1-2 16,4-4 0-16,-3-1 0 15,1 1-1-15,-1-2 1 0,1 0 2 16,2-1 1-16,3-1 4 16,0 1-3-16,5 1 0 15,1 0-2-15,6-1-1 16,2 2-3-16,2 5 2 15,0 1-2-15,0 3 0 0,9 1 1 16,5 5-3-16,6-2 3 16,1 2 1-16,9-1-1 15,6 1 0-15,4-3 1 16,7 2-3-16,5-1-2 16,4-1 2-16,2-1 0 0,0 2 0 15,2 0 3-15,3 4-2 16,-2-2 1-16,3 5 1 15,-1 0 0-15,4 2-1 16,1 2 2-16,1 1-4 16,2 0 4-16,-1 2-2 15,2-1 0-15,0 2 0 0,-2-4 1 16,-1 4-2-16,-3-4-1 16,-1 3 1-16,-5-3 2 15,-4 2-2-15,-2-1 1 16,-7-2 0-16,0 3 0 0,1 0 1 15,-4-1-2-15,2-3 2 16,-3 3-1-16,1-1 0 16,-1 1-1-16,-1-1 2 15,0 1-1-15,0 1 0 16,-1 2 0-16,1-2 0 0,0 4 0 16,2 1 0-16,-1-2 0 15,3 5 0-15,2 1 0 16,-1 0 0-16,2 3 0 15,-3 0-1-15,-3 0-6 16,-2 6 1-16,-2 2 3 0,-4 2 3 16,0 2-1-16,0 1 0 15,-1 2 2-15,0 0-2 16,-1 3 2-16,-1 0-1 16,-1 1 0-16,0 2 0 15,-4 3 0-15,0 2-1 16,-4 2 1-16,-2 1 0 0,-2 3-2 15,-3 3 2-15,-2 3-1 16,-2 3 2-16,0 0-2 16,-2 4 2-16,-3-3 0 15,1-1-1-15,-3-3 1 16,0-1-3-16,-1 1 1 0,-4-1 0 16,0-1 0-16,0 2-3 15,-2-1 1-15,-9-1 2 16,-2 2 1-16,-1-4-1 15,-6 0 0-15,-2-4 2 0,-3-3-2 16,-1-4 1-16,-7-5-1 16,-5-1-1-16,-6-2 1 15,-10-3 1-15,-10 0 3 16,-10-1-3-16,-18 3 0 16,-13 3 0-16,-14 1 1 15,-16 3-2-15,-15 1-45 0,-5 0-44 16</inkml:trace>
  <inkml:trace contextRef="#ctx0" brushRef="#br0" timeOffset="-210759.68">12365 6629 17 0,'2'4'3'0,"-2"-1"1"0,2 0 5 0,0 4 2 16,1-4-1-16,-1 2 2 0,0-1-3 16,0-2 1-16,0 0 0 15,-2-1 1-15,2-1 6 16,-1 0 40-16,8-10-8 15,1-5-41-15,11-8-3 16,9-10 0-16,15-9 2 16,14-10-6-16,8-14-2 0,10-11-70 15</inkml:trace>
  <inkml:trace contextRef="#ctx0" brushRef="#br0" timeOffset="-206377.38">15764 7250 21 0,'0'0'15'0,"0"0"15"0,0 0-11 0,0 0-5 16,0 0-1-16,0 0-1 15,0 0-9-15,0 0 4 16,0 0-1-16,0 0-1 16,0 0-2-16,0 0-2 15,0 0-1-15,-13-30 0 0,10 27 1 16,2 1 0-16,0-1 0 16,0 0 1-16,0 3 1 15,1-2-2-15,0 1 4 16,0-2-2-16,0 1 2 15,0 1-3-15,7 0-2 0,-2-2-6 16,0 3 10-16,2-1-2 16,-2 1-1-16,4 0 1 15,0 0-2-15,0 0 1 16,3 0-1-16,1 0 0 16,1 4 1-16,1-1-1 0,-2 1 0 15,3 2 0-15,-5-1 0 16,2 2 0-16,-4-1 0 15,-2 0 0-15,1 4 0 16,-2-2 0-16,2 2 0 0,-4 1-1 16,1 0 1-16,-1 0-1 15,-1 0 0-15,-1 2 2 16,-1 0-1-16,-1-1 1 16,0 1 1-16,0 0-1 15,0 1 1-15,0 0 1 16,0 2-1-16,-1 0 0 15,-1 1-1-15,-1-2 0 0,3 0-1 16,0-1 1-16,0 0 0 16,0-3 2-16,8-1-1 15,1 0 2-15,3-1-1 16,2 0 0-16,2-4-1 16,0 1 0-16,-1-2-1 0,0-3 0 15,-4 1 0-15,-2-2-1 16,-3 0 0-16,-2 0 1 15,-2 0 0-15,-2 0 0 16,0-2 2-16,0 1-2 0,-5 0-2 16,-2 1-3-16,-3 0 4 15,0 0-1-15,-1 4 1 16,0 4 0-16,1 4 1 16,0 3-1-16,3 2 0 15,0 6-1-15,3 0 1 0,0 5 0 16,1 1 0-16,1 2 0 15,2 2 1-15,0-1-1 16,0 2 0-16,5-1-1 16,-1-1 1-16,0 0 1 15,1-2-1-15,-1-1 1 16,0-1-1-16,1-2 0 0,0-3 1 16,-2-2-2-16,1-1 2 15,0-2 1-15,-4 0-2 16,0-4 0-16,0 0 1 15,0-2-1-15,-9 0 0 16,-5-3 0-16,-3-1 0 0,-5-1 1 16,-4-1-5-16,-2-4-45 15,1-2-36-15</inkml:trace>
  <inkml:trace contextRef="#ctx0" brushRef="#br0" timeOffset="-205217.62">15747 7288 69 0,'-2'-3'4'0,"0"-3"9"0,0-2 2 0,0 1 0 15,2-3 1-15,-2 2-4 16,2-2 4-16,-2 3 0 16,2 0-1-16,0 2-5 15,0 0-5-15,2 2-6 16,5 0 1-16,4 0 1 16,-2 3-1-16,2-1 0 15,2 1 0-15,1 0 0 0,-1 0 0 16,1 4 0-16,0 3 0 15,-1 6-1-15,0 0 1 16,1 2-1-16,-3 5 1 16,0-3-2-16,-3 3 1 15,-1 0-1-15,-1 0 1 0,-1 0-1 16,-3-2 2-16,0 2 0 16,-2 0 2-16,0 0-2 15,0-2 2-15,0-1 0 16,0 0-1-16,0-1 0 0,1-2 0 15,2 0 0-15,1 2-1 16,-2-2 2-16,2-1-2 16,0-2 1-16,1-1-1 15,1-3 0-15,2-1-1 16,-1-2 1-16,2-2 0 0,4-2 1 16,-5 0 1-16,3 0-1 15,1-2 1-15,-3-3-1 16,-1-1 1-16,-1 0-1 15,-3 1 0-15,-2 0 1 16,-2 0-1-16,0 2-1 0,0 1 0 16,-4 2-5-16,-5 0 4 15,-1 0 1-15,1 2 1 16,-3 6-1-16,3 2 1 16,1 2-1-16,-1 2 0 15,4 3 0-15,0-2-1 0,3 4 1 16,1 1 0-16,1 1-2 15,0-1 3-15,0 1 0 16,0 3-1-16,0-4 0 16,3 3 0-16,2-1 0 15,0 0 0-15,2 2 1 0,-1 0-1 16,1 0 1-16,-2-1-1 16,0 0 2-16,1 0-2 15,-3-1 0-15,-1 0 0 16,-2 0 0-16,0 0 0 15,-5-1 0-15,-7-1-2 16,-1-4 4-16,-3-2-2 16,1-4 0-16,-4-2 0 0,3-5 1 15,-1 0 0-15,-1-2-1 16,-1-1-1-16,-2 0-8 16,2 0-39-16,1-5-10 15</inkml:trace>
  <inkml:trace contextRef="#ctx0" brushRef="#br0" timeOffset="-193073.16">15690 7291 139 0,'-2'0'2'0,"-1"-3"3"0,1-1 0 0,2 3-4 16,-2-1 2-16,2-1 4 15,0 2 7-15,0-2-2 16,0 0-5-16,2 2-7 0,1-2 1 16,4 2 2-16,0 1-2 15,1 0 0-15,-3 0-1 16,3 0 0-16,-1 1 0 16,-1 3 1-16,1 3-1 15,-2 1 0-15,4 1 0 0,-5 2 0 16,3 1 1-16,0 2-1 15,2 3 1-15,-3 1-1 16,4 3 0-16,-2 0 0 16,1 3-1-16,0 2 1 15,-4 1 0-15,1 1-1 0,-3-1 1 16,-2 3-1-16,-1-2 2 16,0-3-1-16,0-3 0 15,0-2 0-15,0-3 0 16,0 1 0-16,0-3 0 15,4 0 0-15,4-1 0 0,-3-2 0 16,3 1 0-16,2-3 0 16,-1-2-1-16,0-4 0 15,1-1 0-15,-1-3 0 16,1 0 1-16,-2-1 0 16,0-5 2-16,0-4 3 15,-4 3-1-15,-1-1 0 0,-3 1-2 16,0 1-1-16,0 1 0 15,-2 3 0-15,-5 2-2 16,-3 0 1-16,0 0 0 16,0 7 0-16,2 4-2 15,-4 2 3-15,6 5-1 0,-1 1 0 16,5 1 0-16,2 1-1 16,0 2 0-16,0 1 2 15,5 1-2-15,3 1 1 16,1-2 0-16,1 3 0 0,0-1 1 15,-1-2-1-15,0 0 1 16,0 0-2-16,-6-3 2 16,1 1-1-16,-4-4 0 15,0 1 1-15,-2-4 0 16,-7 0-1-16,-3-2 3 16,-3-2-2-16,-2-1-1 0,1-3-13 15,-2-6-49-15,4-1-50 16</inkml:trace>
  <inkml:trace contextRef="#ctx0" brushRef="#br0" timeOffset="-192552.57">16145 7818 103 0,'0'0'1'0,"0"0"17"0,0 0 5 0,0 0-5 15,0 0-5-15,0 0-11 0,0 0-4 16,0 0 3-16,0 0-1 15,0 0 6-15,0 0 2 16,53 3 11-16,-25-4-2 16,2-7-5-16,3 0-6 15,5-1-1-15,-5-2 2 0,4 1 0 16,-1-3-7-16,1 2 1 16,-1-3 2-16,0 2 1 15,4 2-2-15,-4 0-1 16,-2 3-12-16,-7 3-41 15,-8-3-38-15</inkml:trace>
  <inkml:trace contextRef="#ctx0" brushRef="#br0" timeOffset="-192333.49">16594 7653 190 0,'0'0'-5'0,"0"0"9"16,56-12 2-16,-30 10 2 15,0 2-3-15,-1 3-2 0,-6 11 0 16,-4 4-2-16,-4 7 0 16,-11 5-13-16,0 5-34 15,-16-1-46-15</inkml:trace>
  <inkml:trace contextRef="#ctx0" brushRef="#br0" timeOffset="-191997.68">17011 7486 154 0,'0'0'-8'0,"0"0"15"16,0 0-8-16,0 0 1 15,0 0 1-15,0 0 4 16,10 49 3-16,-8-28 1 0,1 0-4 15,2 1-1-15,-3 0-2 16,1-2-2-16,-2 1 1 16,0-3-1-16,-1-1 0 15,0-4-22-15,0-3-33 16</inkml:trace>
  <inkml:trace contextRef="#ctx0" brushRef="#br0" timeOffset="-191677.14">17071 7504 158 0,'0'0'-16'16,"0"0"18"-16,0 0 6 16,50-14 1-16,-32 14-5 15,1 6-2-15,-2 5 2 0,2 0-3 16,-1 2 2-16,-2-3-1 15,0 5 1-15,-1-6 0 16,-3-2 0-16,-1-1 2 16,0-2 6-16,-5-4 5 15,1 0 0-15,-4 0 6 16,-1-7 5-16,-1-3-8 0,-1-4-9 16,1-4-4-16,-1 1-4 15,1-3-1-15,1 1-4 16,1-2-24-16,-3-2-51 15,0-2-90-15</inkml:trace>
  <inkml:trace contextRef="#ctx0" brushRef="#br0" timeOffset="-182777.34">17543 7436 154 0,'-4'0'1'0,"-1"0"-3"0,3 0-14 0,-1 0 9 15,1 0 6-15,-2 0 5 0,1 0 9 16,0 0 3-16,0 0 4 15,-2 3-6-15,-2 1-7 16,-1 2-6-16,1 2-1 16,-5 1 1-16,2 2 2 15,3 0-3-15,-1 2 1 0,3 0 1 16,2 1 0-16,0-1 0 16,3 4 0-16,0-3-2 15,0 0 0-15,6-1-1 16,0-3-2-16,3-4 0 15,0-2 1-15,1-2 0 16,2-2 4-16,0 0 11 0,2-6 3 16,-1-3-5-16,1-6-5 15,-2 3-3-15,0-2 1 16,-5 0-3-16,1-3 1 16,-3 1-1-16,1-1-1 15,-1 0 0-15,-2 3 0 0,-1 0 0 16,0 1 0-16,0 3 1 15,-2 2 0-15,0 3 1 16,2 0 0-16,-2 3 6 16,2 0-6-16,-1 0-2 15,3 2-1-15,0 0 1 0,4 0-2 16,0 6 0-16,0 3 2 16,2 0 0-16,2 1-1 15,0 4 3-15,-3-3-2 16,3 3 1-16,-2-2-3 15,2 1 4-15,-3-2-2 0,0-1-1 16,-1 0 2-16,-2-1-2 16,0 0 1-16,-3-5 1 15,1 0-1-15,-2-1 1 16,0-2-2-16,0-1 1 16,-2 0 1-16,2-1 2 0,-2-6-1 15,0-2-3-15,0-4-3 16,0-1 3-16,0 1-1 15,2-2 2-15,1 0-1 16,4 1 1-16,-2 0 0 16,3 1 0-16,1 1 1 15,3 0 0-15,1 2 2 0,3 3 0 16,0 0 0-16,1 4 0 16,-2 3-2-16,1 0 0 15,-3 0-1-15,-1 10 0 16,-5 4 0-16,-1 1-1 15,-1 2-1-15,-3 2-7 0,-1 0-14 16,-1 2-41-16,0-4-17 16</inkml:trace>
  <inkml:trace contextRef="#ctx0" brushRef="#br0" timeOffset="-182576.34">18135 7399 304 0,'0'0'-2'0,"0"0"-6"0,0 0 9 0,55-17-3 16,-31 10-8-16,-1 0-29 15,3-3-29-15,-2-3-69 16</inkml:trace>
  <inkml:trace contextRef="#ctx0" brushRef="#br0" timeOffset="-181979.02">18506 6936 275 0,'0'0'-21'0,"0"0"31"0,0 0 1 15,0 0-7-15,0 0-7 16,0 0 5-16,0 0-3 16,0 0-1-16,9 38 2 15,2-11 0-15,1 3 2 0,3 0-1 16,-1 4-2-16,2 0 1 16,-1-1 0-16,-6 0 0 15,3-1-1-15,-4 0-5 16,-4-3 2-16,-2-2 7 15,-2-4-2-15,0-3 0 0,0-3 0 16,-3-1 1-16,-5-4-6 16,0-2 4-16,-2-5-3 15,2-3-19-15,1-2 0 16,-1-2 20-16,5-8-9 16,3-3 4-16,0-1 7 15,0 0 1-15,2-1 20 0,7 2 9 16,0 2-11-16,3 1-7 15,5 0-5-15,-1 4-6 16,3-1-1-16,4 2 3 16,-2 1-5-16,-2 3 2 15,0 1 0-15,2 0-4 0,-5 0-20 16,-3 1-45-16,-1-1-92 16</inkml:trace>
  <inkml:trace contextRef="#ctx0" brushRef="#br0" timeOffset="-181778.74">18929 7172 320 0,'0'0'6'0,"0"0"10"0,0 0-20 0,0 0 1 0,0 0 4 15,0 0-1-15,-4 37 0 16,8-21-1-16,-2 1-4 15,3-2-10-15,1 2-7 16,-1-7-20-16,2-4-54 16</inkml:trace>
  <inkml:trace contextRef="#ctx0" brushRef="#br0" timeOffset="-181631.08">18998 7000 222 0,'0'0'60'16,"0"0"-57"-16,-22-37 9 16,20 33-12-16,1 1-13 15,-1 0-88-15</inkml:trace>
  <inkml:trace contextRef="#ctx0" brushRef="#br0" timeOffset="-181217.77">19116 7088 280 0,'0'0'-3'0,"0"0"3"16,0 0 0-16,47 30 0 16,-37-15 1-16,-1 0-2 15,-1 0 0-15,-3 4 2 16,4-5 0-16,-4 0-1 15,3 0 0-15,-4-4-1 0,0-1 0 16,-1-2 2-16,-1-3-1 16,-1-1 1-16,-1-3-9 15,0 0-4-15,0 0 23 16,-4-6-10-16,1-5-6 0,1-5-2 16,2-2 7-16,0-3-1 15,0-1 5-15,8 0-3 16,1 2-1-16,2 0 5 15,4 4 2-15,0-1 2 0,5 6-4 16,-2 2-4-16,6 4 0 16,0 2 0-16,0 3-1 15,-3 0 0-15,-3 11 0 16,-1 3-7-16,-7 5-12 16,-1-2-32-16,-5-3-42 15</inkml:trace>
  <inkml:trace contextRef="#ctx0" brushRef="#br0" timeOffset="-180875.16">19611 7078 285 0,'0'0'-28'0,"0"0"21"0,0 0 14 0,0 0-3 16,38-43-1-16,-28 35-3 15,-3-2 0-15,2 0 1 16,-5 3-1-16,0-3 1 0,1 4-2 16,-5-2 3-16,0 2 3 15,0 1 4-15,-7 2-9 16,1 0 2-16,-4 3 5 16,-2 0-4-16,3 0-6 0,-2 1 7 15,0 9 0-15,2 0 1 16,2 3-4-16,3 1-1 15,-1 0-1-15,5 3 1 16,0-1-1-16,0 1-2 16,10-2-1-16,3-2-21 15,4-4-29-15,3-5-42 0</inkml:trace>
  <inkml:trace contextRef="#ctx0" brushRef="#br0" timeOffset="-179970.5">19969 6956 231 0,'0'0'-3'0,"0"0"26"16,0 0 4-16,2-38-17 15,-14 36-14-15,-3 2 3 16,-3 0-3-16,0 4 4 16,-2 5 0-16,3 2-2 0,1 1 1 15,3 0 1-15,4 3 3 16,3-4-3-16,4 3-1 15,2-1 0-15,0-2-1 16,2-1-6-16,7-2 5 16,3-3 5-16,2-2-4 0,3-3 2 15,-1 0 1-15,2 0-4 16,1-2 7-16,0-5-5 16,0-4 4-16,-1 1-2 15,-4-1 0-15,-3-1 3 16,0 1-3-16,-2 4 1 0,-6-2 5 15,0 2 4-15,-2 3 0 16,0 1 1-16,-1 2-4 16,0 1-2-16,0 0-5 15,3 0-3-15,-1 0-5 16,1 4 6-16,1 3 1 0,2 2 0 16,0-2 0-16,0 1-1 15,-1-2 1-15,0-2-1 16,0 1-1-16,-1-3-1 15,1-2-2-15,0 0 3 16,-2 0 0-16,3-2 2 0,0-6 2 16,-3-3 0-16,3 0-1 15,-1-3 0-15,-1 0 1 16,0-1-2-16,1 1 1 16,0 0 0-16,4 1-1 15,-2 1 0-15,2 1-1 16,1 3 1-16,2 3 0 0,-2 0-1 15,2 3 1-15,-2 2-2 16,2 0-1-16,0 7 2 16,-3 2 0-16,2 4 0 15,3 1 0-15,-3-3 1 16,3 1 1-16,-1 0-1 0,-1-2-1 16,4-3 2-16,-3-1-2 15,2-3 2-15,2-3-2 16,0 0 1-16,2 0 1 15,-1-5-1-15,1-4 2 0,-3-3 0 16,-2-2-1-16,-1 0 0 16,-3-2 1-16,-2-2-1 15,-2 4-1-15,-1 1-1 16,-5 2 1-16,0 2-2 16,0 2 1-16,-6 3-2 15,1 1 2-15,-4 0 2 0,3 3 1 16,5 0-3-16,-1 4 6 15,0 2-7-15,2 3-1 16,0 0 2-16,0 1-3 16,4 0 3-16,6-3 1 15,1 2 1-15,3-5-3 0,2 2 3 16,2-3-11-16,-2-3-35 16,-1 0-71-16</inkml:trace>
  <inkml:trace contextRef="#ctx0" brushRef="#br0" timeOffset="-179785.98">20559 6675 288 0,'0'0'5'0,"0"0"4"0,0 0-7 0,0 0-2 0,0 0-20 15,0 0-37-15,0 0 6 16,0 0-23-16</inkml:trace>
  <inkml:trace contextRef="#ctx0" brushRef="#br0" timeOffset="-179444.19">20583 6377 179 0,'0'0'0'16,"0"0"19"-16,0 0-2 0,0 0-19 15,0 0 0-15,0 0 6 16,0 0 9-16,-8 52 3 15,16-24-1-15,3 3-3 16,-2 2-3-16,2 3-5 0,3-2-2 16,-3 0 1-16,2 0-3 15,-2-2 1-15,-1-1-1 16,1 0 0-16,-1-3 1 16,1-1-1-16,1-1-1 15,1-4-19-15,1-7-51 16,3-5-27-16</inkml:trace>
  <inkml:trace contextRef="#ctx0" brushRef="#br0" timeOffset="-178896.51">20927 6760 298 0,'0'0'1'0,"0"0"5"15,0 0-12-15,0 0 6 16,0 0-1-16,0 0 0 15,8 41-2-15,-1-31 0 16,2 0 1-16,2-3 1 16,1 0-2-16,1-4 3 0,0-3-2 15,1 0 2-15,1 0 2 16,0-6-3-16,0-4 7 16,-2-2-3-16,1-3-2 15,-3 0 0-15,-2-1-2 0,-1 5-2 16,-2 1 2-16,-3 2 3 15,-1 4 1-15,-2 4 5 16,1 0-9-16,-1 5-4 16,1 9 0-16,2 3 8 15,0 6 0-15,1 1-2 0,5 3-1 16,-4 3 0-16,3-2 0 16,-2-1 0-16,2 0 2 15,-4-1-2-15,-1-4-2 16,-1-3 2-16,-2-4-1 15,0-3 0-15,0-3-2 16,-6-4 4-16,-4-2 5 0,-1-3-2 16,0 0-1-16,-3 0-3 15,1-10 1-15,1 1 1 16,2-5-1-16,5 0 3 16,3 1 5-16,2-1 2 15,0 0-1-15,2 1-5 0,7 2-6 16,3 0 1-16,2 0 1 15,-2 1-19-15,0 1-13 16,-6 0-14-16,-4-4-50 16,-2-1-36-16</inkml:trace>
  <inkml:trace contextRef="#ctx0" brushRef="#br0" timeOffset="-178707.52">20916 6588 265 0,'0'0'2'0,"0"0"9"0,22-42-3 0,5 27-9 16,4 1 5-16,5 3-13 16,4-2-18-16,1 3-54 0,-3-1-63 15</inkml:trace>
  <inkml:trace contextRef="#ctx0" brushRef="#br0" timeOffset="-177434.4">17325 7956 225 0,'0'0'-1'0,"0"0"2"0,0 0-1 0,0 0-1 0,0 0-4 16,0 0-8-16,0 0 16 16,0 0-4-16,60 27 1 15,-24-27 0-15,6 0 2 16,9-2 4-16,5-5-1 0,11-2-1 16,7-3 2-16,7-1-2 15,10-3-1-15,9-2 0 16,4-2-2-16,9-3-1 15,7-2 2-15,8-3 7 16,7-2 2-16,7-3 4 0,8 0 0 16,4-2-1-16,2-2-5 15,7 1-4-15,3-1-1 16,2-1-3-16,-2 0 2 16,0 2-2-16,2 3 0 15,-4-2 0-15,-5 0-2 0,-6-1-7 16,-4-1 0-16,-7-4-1 15,-7 0 3-15,-6-4 2 16,-14 0 0-16,-7-1 2 16,-11 0 1-16,-12-3 1 15,-12-1 1-15,-9 0 0 0,-14-3 1 16,-7 2 1-16,-13 0 2 16,-10 3 4-16,-9 1 0 15,-11 4 1-15,-3 2-5 16,-15 0-4-16,-9 1-1 15,-6 3 2-15,-7 2 1 0,-7 2 0 16,-7 3-7-16,-7 3 6 16,-6 2-5-16,-8 0 6 15,-6 4-4-15,-6 0-2 16,-1 1 2-16,-5 4-1 16,-3 3 2-16,-5 4-1 15,-4 2 0-15,-6 4-2 0,-4 3 5 16,-8 0-1-16,-3 1-1 15,-4 8 0-15,-2 2 1 16,-3 5-1-16,-5 2 0 16,-3 2 0-16,-1 4 0 15,-2 3 0-15,-4 2 0 0,2 3 1 16,2 2-2-16,-1 2 1 16,1 2 1-16,1 2 0 15,0 0-2-15,5-1 2 16,-1 4-1-16,5-2 0 15,6 2 0-15,3 2 0 0,11 1 0 16,5 1 1-16,13 1-3 16,6 0 3-16,7 2-1 15,7 1-1-15,7 3 1 16,6 3-1-16,7 1 0 16,7 0 0-16,8-1 1 0,7 1 0 15,7-3-2-15,10-2 2 16,6-3 0-16,9-3-3 15,4-3 2-15,14-6-2 16,12 0 1-16,8-6-1 16,15-4 1-16,10-1 6 15,10-3-2-15,12-5 1 0,13-1 2 16,12-5-5-16,11-4 1 16,11-5 0-16,9-3 1 15,11-1-5-15,8 0-9 16,4-14-38-16,2-10-85 0</inkml:trace>
  <inkml:trace contextRef="#ctx0" brushRef="#br0" timeOffset="-165633">18888 7670 117 0,'0'0'-3'0,"0"0"8"0,0 0 6 0,0 0-3 16,0 0 2-16,0 0 2 0,0 0 3 16,0 0 5-16,0 0-2 15,0 0-2-15,0 0-11 16,0 0-8-16,0 0 4 16,0 0-1-16,-2 4-1 15,9 5 2-15,2 4-1 0,0-2 0 16,4 4 2-16,-1-1-2 15,2 3 0-15,2 0 0 16,3-2 0-16,-1 2 0 16,6 0 0-16,-1-1 0 15,4 1 0-15,4 1 0 0,0 1 0 16,3 0 0-16,5 1 0 16,1 1 0-16,4 0 1 15,-2-1-1-15,5-1 2 16,-3-1 1-16,4 0 1 15,1-2 1-15,2 1-1 16,3-3-1-16,-3 2 0 0,2-2 2 16,-1 0-2-16,-5-1-1 15,0-3 0-15,-5 1-1 16,-1-1 2-16,1-1-2 16,-4-5 0-16,-5 2 0 15,3-5 0-15,-6 2 0 0,-2-3 0 16,-1 0-1-16,-2 0 1 15,-5 0-1-15,0 0 0 16,-4 0 0-16,-3 0-5 16,-7 4-22-16,-3-1-28 15,-3 1-31-15</inkml:trace>
  <inkml:trace contextRef="#ctx0" brushRef="#br0" timeOffset="-165290.77">20284 8128 71 0,'0'0'14'0,"0"0"-4"0,0 0 3 0,0 0 3 15,0 0-6-15,0 0 0 16,0 0 8-16,0 0 3 16,0 0-1-16,39 15-1 15,-34-5-10-15,1 7-2 16,-3-1-5-16,0 9 0 15,-3 8-2-15,-11 6-1 0,-15 3-48 16</inkml:trace>
  <inkml:trace contextRef="#ctx0" brushRef="#br0" timeOffset="-163993.74">20694 8751 123 0,'0'0'2'0,"0"0"1"0,0 0 2 0,0 0-2 16,0 43-2-16,0-33 0 15,0-2-1-15,0-1 1 16,0-4 0-16,0 0 1 16,0-1 10-16,0-2 12 0,0 0 6 15,0 0-12-15,0 0 3 16,0-5-13-16,0-3-7 15,0-4-1-15,0-2-1 16,-1-5 1-16,0-2 0 16,-3 0 0-16,1-2 0 15,2-1 1-15,-1 4-2 0,2-3 1 16,0 2 0-16,0 0 0 16,0 1-1-16,3 2-1 15,5-1-1-15,2 0 2 16,0 1 1-16,1 2-4 15,-1 3 9-15,2 2-6 0,-3 4 4 16,0 0-1-16,2 4-2 16,-4 3 1-16,3 0 0 15,2 0-1-15,-5 5 0 16,4 5 0-16,1 2 1 16,-1 1-1-16,-1 3 0 0,-1 1 0 15,1 0 1-15,-2 0 1 16,-3 1 0-16,2-2-2 15,-1 0 1-15,-1-2 1 16,1 0-2-16,0-1 0 16,2 2 0-16,-1-2 0 0,1 0 0 15,-5 1-40-15,-2-5-58 16</inkml:trace>
  <inkml:trace contextRef="#ctx0" brushRef="#br0" timeOffset="-163787.7">20788 8663 269 0,'0'0'-25'0,"0"0"22"0,0 0 5 0,0 0-2 15,0 0 4-15,34-30-6 16,-17 23-7-16,1 0-8 15,2-1-7-15,-1 0-29 16,-2 0-23-16</inkml:trace>
  <inkml:trace contextRef="#ctx0" brushRef="#br0" timeOffset="-163538.12">21025 8504 41 0,'0'0'173'0,"0"0"-164"16,0 0 7-16,0 0-7 16,0 0-10-16,0 0 5 15,0 0-3-15,0 0-1 0,27 14 1 16,-19-1-1-16,1 1 1 16,1 2-1-16,-3-2 0 15,0 3 1-15,-2-3-1 16,2 0-1-16,-3-1-5 15,0-4-17-15,-2-2-37 16,-2-6-10-16</inkml:trace>
  <inkml:trace contextRef="#ctx0" brushRef="#br0" timeOffset="-163159.04">21076 8498 184 0,'0'0'5'16,"0"0"-4"-16,0 0 2 16,37-14 0-16,-23 14-1 15,3 0-1-15,0 5 1 0,2 3 0 16,0 5 0-16,2-1-1 16,1 1 1-16,-3 0-1 15,2-1-1-15,-2-1 1 16,-3-3-1-16,0-2 0 15,-2-2 1-15,-2-1-1 0,-3-3 0 16,-2 0 1-16,-2 0-1 16,-2-3 12-16,-3-7 17 15,0-2-7-15,0-4-8 16,-2-2-2-16,-6-1-4 16,2-2 0-16,-4 2-5 15,0 1-1-15,3 2-1 0,1 6-1 16,1 2-2-16,3 6-3 15,0 2-16-15,-2 0-46 16,3 0-42-16</inkml:trace>
  <inkml:trace contextRef="#ctx0" brushRef="#br0" timeOffset="-162896.73">21490 8426 176 0,'0'0'-19'16,"0"0"27"-16,0 0 0 15,0 0-5-15,0 0 0 16,0 0 1-16,0 0 3 16,0 0 2-16,13 41-4 15,-10-27-3-15,3 2 1 0,-1 1-2 16,-1-1-1-16,1-1 0 15,-1-2-1-15,-2 0-7 16,-2-3-28-16,0-5-14 16,0-2-5-16</inkml:trace>
  <inkml:trace contextRef="#ctx0" brushRef="#br0" timeOffset="-162606.65">21520 8461 186 0,'0'0'2'0,"0"0"33"15,0 0-10-15,0 0-22 16,0 0-2-16,0 0-1 16,0 0 1-16,53-1 0 15,-35 12 0-15,4 2-1 16,-2-1 0-16,-2-1 0 0,-2-3 0 16,-3-2 0-16,-3-2 1 15,0-2-1-15,-3-2 1 16,-2 0 8-16,0-6 11 15,-3-4 5-15,-2-4-10 16,0-2-5-16,0-4-5 0,0-1-1 16,-6 0-3-16,0 0-3 15,-1 4-11-15,-2 2-16 16,0 5-31-16,-3 3-63 16</inkml:trace>
  <inkml:trace contextRef="#ctx0" brushRef="#br0" timeOffset="-161453.2">21726 8174 88 0,'0'0'4'0,"0"0"17"0,-44-23 1 0,32 15-4 0,0-2-6 0,2-1-2 15,-2 0-1-15,-2-2 3 16,2-1-8-16,-3-3 0 16,1-1 2-16,-2 0 0 15,0-2-3-15,-3 3-1 0,-2 0 0 16,-4 5 1-16,-4 3 0 16,-2 3-1-16,-1 3-2 15,-5 2-2-15,-2 1 4 16,-2 1 1-16,-2 8 0 15,-1 4 0-15,-4 4-2 16,0 1 0-16,0 2 0 0,2 3 0 16,-1-1 0-16,2 1 1 15,-3 0-2-15,5 0 1 16,-6-2-1-16,4 2 0 16,1-2 1-16,3 0 3 0,4 1 7 15,3 0-4-15,3 0 1 16,4 2-5-16,4 0-2 15,2 3 0-15,2 1-1 16,3 4 0-16,3 3 1 16,0 2 0-16,2 5-1 0,2 4 0 15,2 5 2-15,2 0-1 16,1-1-1-16,4-2 1 16,0-4-2-16,5-4 2 15,6-2-1-15,4-5-1 16,5-2 0-16,5 1 1 0,1-3 2 15,6-1-2-15,4 0 2 16,4-4 0-16,7 1-1 16,0-2 1-16,7 1 3 15,1-1-4-15,2 1 0 16,1-5 0-16,1-1-2 16,2-4-1-16,4-4 1 0,0-3 4 15,4-2-2-15,-2-4 1 16,4-1 0-16,-1 0-1 15,-1-5 0-15,-4-6 1 16,-1-4 1-16,-1-4-1 0,-3-3 1 16,-2-1 1-16,-1-3 2 15,-1-1-2-15,-6-1-1 16,-2 0-1-16,-6-2-1 16,-4 1 0-16,-7-2-1 15,-4 1 2-15,-6-4-1 16,-1 2 0-16,-5-3-1 0,1-1 1 15,-3-4-1-15,-2-3 0 16,0-4 0-16,-1 0 0 16,-2 0 1-16,-2-1-1 15,-4 4 0-15,-1 3 0 16,-1 0 0-16,-2 4 1 0,-10 0 2 16,-2 1 0-16,-6 1 1 15,-3 4-2-15,1-1 0 16,-5 0 0-16,-4 2 0 15,0 4-3-15,-1 1 1 16,-8 1 2-16,-1 4-4 0,-3 0 5 16,-7 7-3-16,-2 3 0 15,0 7-2-15,-2 3 3 16,-1 0-5-16,1 12 0 16,2 6-17-16,4 5-13 15,-2 0-48-15,6-1-62 0</inkml:trace>
  <inkml:trace contextRef="#ctx0" brushRef="#br0" timeOffset="-160747.33">21966 8301 70 0,'0'0'5'0,"0"0"14"0,0 0-5 0,0 0-1 16,0 0-9-16,1 3-2 15,6 4 1-15,-2 4 3 16,2 1-1-16,-2 2 0 16,3 0-4-16,0-1 0 0,-2-1 1 15,0-1 0-15,1-3 4 16,-3-2-1-16,2-2 2 16,1-1 0-16,0-3 2 15,4 0 4-15,4-4 10 16,5-8-2-16,4-6-7 0,8-6-5 15,11-8-1-15,7-7-3 16,9-7-1-16,13-5-2 16,10-6-1-16,10-4-1 15,0-3-6-15,-1-4-95 16</inkml:trace>
  <inkml:trace contextRef="#ctx0" brushRef="#br0" timeOffset="-155835.09">21269 8007 83 0,'0'0'3'0,"0"0"10"0,0 0-1 16,0 0-2-16,0 0-3 0,0 0 6 15,0 0 0-15,0 0 1 16,0 0 4-16,0 0-2 15,0 0-9-15,0 0-5 16,-5-1-1-16,5 1-1 0,0 0-1 16,0-2 0-16,0 2-1 15,0 0 2-15,0 0 0 16,0-1 1-16,0-1-1 16,0 1 0-16,0-2 0 15,1 2 0-15,3-1 0 0,1 0 0 16,1 0 0-16,0 0 0 15,4 0 0-15,-2-1-1 16,2 1-1-16,4-2 2 16,0 1 3-16,2 0-2 15,0 2 0-15,2-2-1 0,-2 3 0 16,-1 0 0-16,-2 0 0 16,1 0 0-16,-3 0 0 15,-1 0 0-15,2 0 0 16,-2 4 1-16,2-1-2 15,2-1 2-15,-3 1-1 16,1 0 0-16,-1-1-1 0,0 2 1 16,1-2 0-16,-1 2 1 15,1-1-1-15,-1 1 0 16,1-1-1-16,4 0 2 16,-1 1-4-16,1 0-22 15,-3-2-44-15</inkml:trace>
  <inkml:trace contextRef="#ctx0" brushRef="#br0" timeOffset="-153157.58">18895 7726 50 0,'-4'1'2'0,"1"1"-1"0,-1 0-1 15,3 0-7-15,0-1-6 0,1 1 5 16,0 2 8-16,0-4 1 16,0 3 6-16,0-2 4 15,0 2-2-15,3-1-2 16,3 0-3-16,-3 1 3 16,1 0 0-16,2 1-1 0,-2 1 0 15,3-1 0-15,3 1-2 16,1 1-1-16,0 3 0 15,2-1-2-15,0 1 0 16,1 2-1-16,0-1 0 16,1 4 0-16,-1-2 1 15,1 0-1-15,-1 1 0 0,1 1 0 16,2-1 0-16,2 1 1 16,-1 2-1-16,6 0 1 15,3-1 1-15,2 2-1 16,2 0 0-16,5-3-1 15,0 2 1-15,0 0-1 0,2-3 0 16,-5 2 0-16,1-2 1 16,-2 0-1-16,1 0 0 15,2 0 0-15,-2 0 0 16,2 0 3-16,2-1 1 16,-2-1 1-16,0-1 2 0,-1 1 1 15,1-2 0-15,-3-2 2 16,0 0-1-16,0-1-2 15,0-1 0-15,-1 2-3 16,0-1-1-16,0 1-2 16,-2 0 1-16,-2-1-2 15,-4 1 1-15,-1-3-1 0,0-2 0 16,-3-1 0-16,-2-1 2 16,1 0-2-16,-1 0 0 15,-2 0 1-15,1-1 0 16,-1-1-1-16,-2 1-1 0,0-2-8 15,-4 0-19-15,-5 0-15 16,-3-3-18-16</inkml:trace>
  <inkml:trace contextRef="#ctx0" brushRef="#br0" timeOffset="-152696">20286 8040 38 0,'0'0'6'0,"0"0"20"0,0 0-8 16,0 0-7-16,0 0-4 15,42 14-3-15,-34-7 0 16,-1 1-1-16,0 1 1 0,-4 2 1 16,-1 1 2-16,-2 2 2 15,0 4 2-15,0 2-1 16,-5 6 2-16,-8 4-3 16,-3 8-5-16,-6 10-2 15,-7 6-2-15,-9 10-7 0,-12 3-69 16</inkml:trace>
  <inkml:trace contextRef="#ctx0" brushRef="#br0" timeOffset="-149384.95">5728 15595 100 0,'0'0'4'0,"0"0"11"0,0 0-8 0,0 0-4 15,0 0 3-15,0 0 4 16,0 0-1-16,0 0 10 15,0 0-3-15,0 0-5 16,0 0-1-16,0 0-1 0,0 0-3 16,-29 4 0-16,25-4-1 15,0-1-1-15,-1-2 1 16,-1 2 0-16,-3-2 1 16,2 3-1-16,-2 0-2 15,3 0-1-15,-4 10-1 0,2 4-1 16,1 5 0-16,2 5-1 15,2 4 2-15,3 2-2 16,0 6 1-16,0 2 1 16,6-2 0-16,2-1-1 15,1-2 1-15,1-5 0 16,-2-6 1-16,-1-6 1 0,2-3-1 16,2-4 2-16,0-5-2 15,0-3-1-15,5-1-1 16,-1-4-3-16,2-7 4 15,3-6 2-15,-1-5 0 16,2-4-1-16,1-4-17 0,-5-6-32 16,0-4-33-16,-4-4-44 15</inkml:trace>
  <inkml:trace contextRef="#ctx0" brushRef="#br0" timeOffset="-149113.89">5921 15316 218 0,'0'0'-10'0,"0"0"23"0,0 0 10 16,0 0-8-16,-40-35-9 15,37 35-9-15,1 0 11 0,2 8-6 16,0 10 0-16,0 9-2 16,7 7 0-16,2 9 0 15,4 2-2-15,-2 5 2 16,3 1 2-16,-1 2-1 15,1-1 1-15,-1 1-2 16,0 1 1-16,1-3-1 0,-1-3 0 16,3-2-1-16,-3-6-12 15,5-11-39-15,-4-8-13 16,4-12-16-16</inkml:trace>
  <inkml:trace contextRef="#ctx0" brushRef="#br0" timeOffset="-148701.7">6283 15749 158 0,'0'0'9'16,"0"0"22"-16,6-38-5 15,-6 32-5-15,0 1-2 0,-6 4-9 16,-3 0-8-16,-3 1-3 16,-3 0 9-16,-1 6-3 15,-1 5-3-15,-1 3-1 16,3 4 0-16,1 1-1 15,5 5 1-15,0-1-2 0,5 1 1 16,0-3 0-16,4-1 0 16,0-3 0-16,1-3-1 15,8-4 0-15,0-4-1 16,3-5-2-16,-3-1-6 16,4-3 7-16,1-8 0 0,0-6 2 15,0-1 3-15,-1-2 1 16,-2 4 0-16,1 1-2 15,-3 4 0-15,0 3-1 16,0 7-1-16,0 1 2 16,-1 0-2-16,2 0-1 0,-3 5-3 15,1 4 2-15,3-1 14 16,-1 2-9-16,1-1-2 16,1 0-22-16,2-3-32 15,-3-3-20-15,1-3-55 16</inkml:trace>
  <inkml:trace contextRef="#ctx0" brushRef="#br0" timeOffset="-148338.54">6538 15666 192 0,'0'0'0'0,"0"0"35"0,0-44-8 0,-3 35-14 16,-1 4-6-16,-3 5-4 15,-1 0-5-15,0 6 11 16,-2 7-7-16,3 2 0 15,0 4-4-15,0-1 4 16,5 2-1-16,0-3-1 0,2 0 0 16,0-3-1-16,11-2-1 15,0-5 1-15,2 0-2 16,3-4-2-16,-1-3 4 16,4 0 0-16,1 0 3 15,-4-3-2-15,2 0 3 16,-6-1-2-16,1 4 0 0,-5 0 0 15,1 0-2-15,-7 3-1 16,-2 5 2-16,0 2 6 16,0 4-2-16,-8 0-3 15,-2 2-1-15,1 0 0 0,0-2 0 16,3-3-6-16,4-4-25 16,-1-6-52-16,2-1-37 15</inkml:trace>
  <inkml:trace contextRef="#ctx0" brushRef="#br0" timeOffset="-147883.02">6839 15581 130 0,'0'0'5'0,"0"0"10"0,12-38 1 15,-12 29-2-15,0 2-1 16,-3 6 7-16,-6 1-9 15,-1 0-4-15,-3 8 4 16,-1 5-9-16,0 3 1 16,1 2-1-16,2 2-1 15,-1 1-1-15,4-2 1 0,3 1-1 16,3-2-4-16,2-2 5 16,0-5 0-16,2 2-1 15,3-6-1-15,8 0-2 16,-2-3 2-16,2-1-1 15,3 0 3-15,-1-3 0 16,6 0 0-16,-6 0-1 0,1 0-1 16,0 0 2-16,-5 0 2 15,0 0-1-15,-5 0-1 16,0 4 0-16,-2-1 1 16,-4 3-2-16,0 1 10 0,-2 6-2 15,-8 2-5-15,-3 1-1 16,-3 4-2-16,-1 0 1 15,-1-2 0-15,4-1-2 16,0-4 1-16,6-4-3 16,2-8-29-16,3-1-46 15,3-6-85-15</inkml:trace>
  <inkml:trace contextRef="#ctx0" brushRef="#br0" timeOffset="-147661.87">6976 15637 155 0,'0'0'94'0,"0"0"-90"0,0 0-3 0,0 0 0 0,7 44 1 16,-3-26-2-16,-4-1 2 16,2 3-3-16,0 0 2 0,1 0-1 15,1 0 0-15,-2-1 2 16,3 0-2-16,0-2 0 15,1-1-2-15,-2-6-25 16,-3-8-73-16</inkml:trace>
  <inkml:trace contextRef="#ctx0" brushRef="#br0" timeOffset="-147490.8">6994 15504 297 0,'0'0'12'16,"0"0"1"-16,0 0-5 16,-38-21-8-16,38 21-6 15,0 0-36-15,0 0-62 16,0 0-17-16</inkml:trace>
  <inkml:trace contextRef="#ctx0" brushRef="#br0" timeOffset="-146487.34">7094 15208 163 0,'0'0'2'0,"-9"-43"0"0,9 23 6 15,0 3-6-15,0 3-1 16,3 4-2-16,3 3 1 16,3 4 0-16,0 3-1 15,0 0 2-15,2 7-1 16,2 10-3-16,4 6 4 0,0 8 9 16,3 8-11-16,1 7 4 15,-1 6-1-15,-2 4-2 16,-1 5 2-16,-5-1 0 15,-3 1 4-15,-1 2 0 16,-4-4 5-16,-3 5-1 0,2 0 2 16,-1 3-5-16,-2 2-3 15,0 2-3-15,0 0 0 16,0-5-1-16,0-2 1 16,0-7-1-16,2-5 0 15,2-9 0-15,1-3 0 16,3-6 1-16,-1-3-1 0,3-6 0 15,0-1-1-15,1-8 0 16,1-3-1-16,-3-6-6 16,-1-3 2-16,1-4 2 15,0 0-3-15,-4-8 8 16,1-8-1-16,-2-4 7 0,2-5-1 16,-2-5 0-16,-1 0 5 15,-1-4-7-15,-2 0 1 16,0-2-3-16,0 1-1 15,0-3 1-15,0 1-1 0,-5 1 0 16,-3-2 0-16,-2 3 1 16,1-1-1-16,-2 0-1 15,0 3 0-15,2-1 0 16,0 3 0-16,-1 1 0 16,4 1 0-16,2 2 0 15,4 2-1-15,0 3-1 0,0 0-1 16,0 5 0-16,6 3-4 15,3 0 5-15,0 1 0 16,2 1 2-16,0-3-1 16,3 5 1-16,-1-3 0 15,1 2 0-15,-1-2 1 0,1 3-1 16,-1 2 0-16,-2-1-1 16,1 2 1-16,-2 3 0 15,2-1 1-15,-5 1-2 16,0 3 1-16,-1 1-2 15,-2 0 0-15,0 0 2 0,-2 1-1 16,-1 5-3-16,-1 3 15 16,1-1-8-16,-1 3 2 15,0 1-2-15,0 4 1 16,0-1 0-16,0 2-1 16,0 0-3-16,2 0 1 0,0-1 0 15,2-1-1 1,1-3 1-16,3-1-1 0,-3-1 1 15,4-3-1-15,-3-1-1 16,1-2 0-16,2-4 1 16,-2 0-1-16,0 0 0 15,-1 0-1-15,1-10-18 0,-3-5-24 16,-1-3-48-16</inkml:trace>
  <inkml:trace contextRef="#ctx0" brushRef="#br0" timeOffset="-146322.75">7581 15433 188 0,'0'0'33'0,"0"0"0"0,0 0-11 16,-37-26-13-16,34 23-5 0,1 3-3 16,2 0-7-16,0 0-61 15,0 7-24-15,0 0-35 16</inkml:trace>
  <inkml:trace contextRef="#ctx0" brushRef="#br0" timeOffset="-146023.93">7814 15532 102 0,'0'0'94'0,"0"0"-76"0,0 0 17 15,0 0-13-15,0 0-15 16,0 0-5-16,0 0 2 16,-43 22-3-16,34-8-1 15,3 4 0-15,0 3 0 0,5-1 0 16,-1 2-1-16,2 1 1 16,2-6 0-16,7 0-1 15,0-1 0-15,3-7-2 16,0-3-9-16,1-5-6 15,1-1 1-15,-1-1 7 16,1-10-17-16,-3-4-30 0,1-3-56 16</inkml:trace>
  <inkml:trace contextRef="#ctx0" brushRef="#br0" timeOffset="-145548.06">7941 15456 231 0,'0'0'-4'15,"0"0"25"-15,0 0-7 16,0 0-9-16,0 0-4 16,0 0 1-16,0 0-3 15,38-27 1-15,-26 34 1 0,-1 7-2 16,0 2-1-16,0 1 3 16,0 4 3-16,-2-2-2 15,-5 1-2-15,-1 0-3 16,-3 0 1-16,0 1-3 0,-3-3-3 15,-7-2 3-15,0 0 1 16,-1-4 5-16,-2-2 1 16,2-5 0-16,0-3 0 15,4-2 1-15,1 0-8 16,3-11 0-16,1 0-13 16,2-5 4-16,0 0 5 0,0-1 9 15,4-1-2-15,3 2 4 16,1 2 5-16,4 2 4 15,-1 1-1-15,0 4-2 16,3 5-2-16,-1 2-2 16,3 0-3-16,-1 5 1 15,1 9 1-15,-1 1-4 0,-3 3-2 16,-1 2 10-16,-2 1-4 16,1-1-2-16,-2 0 0 15,-2-2-1-15,3-2-2 16,-1-6-18-16,0-3-13 15,-1-7-23-15,-3 0-8 0</inkml:trace>
  <inkml:trace contextRef="#ctx0" brushRef="#br0" timeOffset="-145241.1">8245 15128 137 0,'0'0'-25'0,"0"0"33"0,0-38-1 0,0 36 2 16,0 2 7-16,0 6-13 15,0 10 10-15,1 5 3 16,3 5 5-16,0 4-9 16,1 3-6-16,4 3-5 15,0 1 0-15,1 1 0 16,2 1-1-16,-3-1 1 0,2-3-1 15,-1-2 0-15,0-5 0 16,-3-3 0-16,-1-4 0 16,-3-5 0-16,2-1-1 15,-5-5-7-15,0-2-30 16,0-3-27-16</inkml:trace>
  <inkml:trace contextRef="#ctx0" brushRef="#br0" timeOffset="-144950.04">8279 15459 127 0,'0'0'6'16,"0"0"13"-16,0 0 0 16,46-34-5-16,-29 27-4 15,1 3-3-15,1 2-3 0,-2 2-1 16,2 0-3-16,-1 6 0 15,-5 5 0-15,1 4-1 16,-3 3 6-16,-2 0-2 16,0 1 2-16,-3-2 0 15,1 1 0-15,0-2-2 0,2-2-2 16,-5-1-1-16,3-3 1 16,0-2-2-16,0 1-22 15,-2-9-36-15,1 0-15 16</inkml:trace>
  <inkml:trace contextRef="#ctx0" brushRef="#br0" timeOffset="-144806.39">8540 15245 253 0,'0'0'11'0,"0"0"3"15,0 0-9-15,0 0-13 0,0 0-57 16,0 0-6-16,0 0-60 15</inkml:trace>
  <inkml:trace contextRef="#ctx0" brushRef="#br0" timeOffset="-144445.39">8683 15476 193 0,'0'0'-4'0,"0"0"7"15,0 0 6-15,0 0 1 0,0 0-7 16,0 0-1-16,0 0-3 16,-20 31 1-16,17-18 1 15,3 4-1-15,0 0 1 16,0-5-2-16,8-1 1 16,1-4 0-16,1-1-2 0,2-6 1 15,-1 0-4-15,0-2 2 16,1-10 9-16,-3-3 4 15,2-2 7-15,-2-3 0 16,-5 0-2-16,-2-1 3 16,-2 1-7-16,0 0 2 15,-4 3-1-15,-6 3-2 0,0 4-6 16,-1 5-2-16,-1 5-2 16,3 0-9-16,-3 15-18 15,2 2-16-15,3 4-15 16,1-1-22-16</inkml:trace>
  <inkml:trace contextRef="#ctx0" brushRef="#br0" timeOffset="-144046.03">8788 15428 149 0,'0'0'83'15,"0"0"-79"-15,0 0-5 16,0 0 6-16,0 0-4 15,0 0 0-15,37-20-4 16,-31 30 3-16,-2 4 9 0,1 3-7 16,1 0-1-16,0 0 0 15,0 2 0-15,-1-2-1 16,-1-3 0-16,0-1-5 16,-2-2 0-16,-2-4 2 15,0-1 1-15,0-3 3 0,0-3-1 16,0 0 3-16,0-1-4 15,0-10-1-15,0-3 2 16,2-2 2-16,1-3-1 16,6-1 4-16,-1 1 2 15,4 1 6-15,6 1-3 16,-1 4-7-16,3 4 2 0,1 8 5 16,1 1-2-16,0 14-6 15,-5 12 0-15,-3 12 1 16,-4 12-8-16,-10 12-24 15,-5 7-39-15,-17 6-65 16</inkml:trace>
  <inkml:trace contextRef="#ctx0" brushRef="#br0" timeOffset="-143212.75">6111 16370 121 0,'0'0'7'0,"0"0"-6"0,0 0 6 0,0 0 6 16,45 5-7-16,-25-5 1 16,1 0-4-16,9 0-2 15,-1 0 1-15,5 0-2 16,6 0 2-16,0 0-2 16,4 0 1-16,6 0-2 15,6 0 1-15,6 0 0 0,6 6 0 16,10-1 0-16,4 2 1 15,7 2-1-15,4 0-1 16,4-1 1-16,5-4-2 0,-2-2 2 16,0-2-2-16,3 0 8 15,0-3 11-15,0-7 5 16,1 0 1-16,2 1-9 16,1-2 3-16,-1 1-10 15,0-1-2-15,0 0-1 16,-6 2-3-16,-2-1 2 0,-6 4 1 15,-5-1-1-15,-6 3-1 16,-11-1-1-16,-4 2 1 16,-10 1-1-16,-4-1-1 15,-10 3 1-15,-2 0 1 16,-7 0-2-16,-5 3-6 0,-2 0-14 16,-7 4-30-16,-6-4-40 15</inkml:trace>
  <inkml:trace contextRef="#ctx0" brushRef="#br0" timeOffset="-142874.64">9434 15432 339 0,'0'0'-5'0,"0"0"15"0,0 0-7 0,0 0-12 0,0 0-39 16,0 0 23-16,0 0-51 15,0 0-82-15</inkml:trace>
  <inkml:trace contextRef="#ctx0" brushRef="#br0" timeOffset="-142680.06">9465 15852 298 0,'0'0'-1'0,"0"0"14"16,0 0-4-16,0 0-6 15,0 0-8-15,0 0-10 16,0 0-17-16,0 0-21 0,17 17-29 15</inkml:trace>
  <inkml:trace contextRef="#ctx0" brushRef="#br0" timeOffset="-142538.15">9629 15682 310 0,'0'0'-3'0,"0"0"0"15,38 2 1-15,-18-2-21 16,-4-6-107-16</inkml:trace>
  <inkml:trace contextRef="#ctx0" brushRef="#br0" timeOffset="-126165.9">18033 12361 26 0,'0'0'10'0,"0"0"-1"0,0 0 10 16,0 0 2-16,0 0-7 0,0 0-2 15,0 0 1-15,0 0-1 16,0 0 0-16,0 0-2 16,0 0 2-16,0 0-7 15,0 0-4-15,0 0 0 16,11 30 0-16,-11-30 1 0,0 0 5 16,1 0 19-16,-1-4-3 15,0-4-21-15,0-4 0 16,0 1 1-16,0-2-2 15,0 0 0-15,-5 3 1 16,0 2 0-16,-4 1 4 0,0 2 4 16,0 5-1-16,-5 0-8 15,1 7-1-15,0 12 3 16,-1 5-3-16,1 5 1 16,0 6-1-16,4-1 0 15,2 3 1-15,-1-3 0 0,5 0-1 16,3-7 2-16,0 0 0 15,0-6 3-15,5-2-1 16,3-2 3-16,-2-4-1 16,1-3-1-16,2-3-1 15,0 1-1-15,0-5-3 16,2 0 1-16,3-3 1 0,-1 0-1 16,3 0 1-16,-1-8 3 15,2-3-8-15,0 0 6 16,5-1-1-16,-5 0-8 15,0-2-39-15,-2 0-79 16</inkml:trace>
  <inkml:trace contextRef="#ctx0" brushRef="#br0" timeOffset="-125714.54">18286 12374 49 0,'0'0'35'0,"0"0"4"0,0 0 25 0,0 0-16 16,0 0-15-16,0 0-15 0,0 0-19 15,0 0-2-15,0 0 3 16,0 0 8-16,0 0-7 15,0 0 0-15,15 48 1 16,-13-32-3-16,1 1 1 16,1 0 1-16,-4 2-2 0,4 0 1 15,-4 0-4-15,1 2 6 16,-1-2-38-16,0-2-34 16,0-2-13-16</inkml:trace>
  <inkml:trace contextRef="#ctx0" brushRef="#br0" timeOffset="-125195.59">18386 12337 107 0,'0'0'22'0,"0"0"7"15,0 0-10-15,0 0-4 0,0 0-6 16,0 0-4-16,0 0 1 15,0 0 4-15,0 0 4 16,20 7-6-16,-18 3 0 16,2 3-1-16,3 3-2 15,-3-1-3-15,4 2-1 16,-1 0 0-16,1 1 0 0,0-1-1 16,2-2 1-16,-2-1-1 15,0-1 1-15,0-4-1 16,-2-2 1-16,2-3 1 15,-4 0-1-15,-1-2 1 16,-1-2-2-16,2 0 0 0,-4 0 2 16,0 0 14-16,0-9-3 15,0-2-9-15,0-2 3 16,0-4-2-16,0 0-3 16,0-3-1-16,0 0-5 15,0 0-6-15,0 1-28 0,0 0-67 16</inkml:trace>
  <inkml:trace contextRef="#ctx0" brushRef="#br0" timeOffset="-123580.12">18573 12312 63 0,'0'-3'1'0,"0"-3"1"0,0 3-2 0,-2-3 1 16,-1 4 2-16,1-1 2 15,-1 0 14-15,1 2 0 16,1-1 5-16,1 1 9 0,-2 1 0 15,2 0-5-15,-2 0-10 16,1 0-8-16,0 0-8 16,-1 3-2-16,0 8 1 15,0 5-1-15,0 8 2 16,0 2-2-16,-1 6 0 16,0 2 0-16,1 0-2 0,-1-2-25 15,-1-3-63-15</inkml:trace>
  <inkml:trace contextRef="#ctx0" brushRef="#br0" timeOffset="-123182.3">18706 12330 123 0,'0'0'108'0,"0"0"-84"16,0 0-5-16,0 0-13 15,0 0-3-15,0 0-4 16,0 0 0-16,0 0-3 15,0 0-1-15,0-3 2 0,0 8 3 16,0 3-2-16,0 2 2 16,1 0 2-16,2 1-2 15,-1 1 1-15,-1 1 0 16,1 1 0-16,0 1-1 16,0-1 0-16,-1 2 0 0,0 0 0 15,-1-2-3-15,0 1-28 16,0-3-29-16,0-2-8 15</inkml:trace>
  <inkml:trace contextRef="#ctx0" brushRef="#br0" timeOffset="-122726.95">18710 12330 132 0,'0'0'86'16,"0"0"-81"-16,0 0-2 16,0 0 3-16,9-40 0 15,-5 36-3-15,0 0-1 16,1 0 0-16,2 3 2 0,0 1 0 16,4 0-2-16,1 5 2 15,3 5-1-15,1 5 1 16,1 3-4-16,3 3 0 15,-3 0 0-15,2 2 0 16,-1-2 0-16,-1-2 0 16,1-2 0-16,-2-3 0 0,0-4 1 15,-1-3-1-15,-3-3 1 16,-2-2 0-16,0-2 0 16,-1 0 0-16,-4-6 7 15,-3-5 10-15,0-5-4 16,-2-3 0-16,0-2-2 15,-1-3 0-15,-4-1-2 0,-1-1-3 16,-2 0-2-16,3 2-4 16,-3 4 1-16,5 3-4 15,-3 5 0-15,5 4-12 16,1 4-12-16,0 4-40 0,5 0-96 16</inkml:trace>
  <inkml:trace contextRef="#ctx0" brushRef="#br0" timeOffset="-122335.56">19364 12333 54 0,'0'0'15'0,"0"0"-14"15,0 0-23-15</inkml:trace>
  <inkml:trace contextRef="#ctx0" brushRef="#br0" timeOffset="-121586.91">19280 12307 99 0,'0'0'-4'0,"0"0"-3"0,0 0 7 0,0 0 0 16,0 46 0-16,0-32 1 15,0 1-1-15,0-4 2 16,1-3 1-16,0-1 6 0,1-4 4 15,2-3 10-15,2 0 20 16,4-10 16-16,4-7-18 16,6-7-21-16,5-7-7 15,6-7-3-15,8-4-3 16,9-6-5-16,3-3-1 16,9-3-1-16,1-2-16 0,1 1-75 15</inkml:trace>
  <inkml:trace contextRef="#ctx0" brushRef="#br0" timeOffset="-121105.14">19903 12298 195 0,'0'0'48'0,"0"0"-42"0,0 0-1 0,0 0-6 15,39 0 10-15,-18 0-4 16,4-5-3-16,4 2 1 15,2-1 2-15,1 0-2 16,3 0 0-16,-4 1-2 16,1 0 0-16,-1 0-1 0,-2 3 1 15,0 0-10-15,-2 0-23 16,0-1-38-16,-4-2-27 16</inkml:trace>
  <inkml:trace contextRef="#ctx0" brushRef="#br0" timeOffset="-120855.92">20705 12056 285 0,'0'0'19'15,"0"0"1"-15,0 0-10 16,0 0-3-16,0 0-3 15,0 0-7-15,0 0-2 16,0 0 6-16,14 17 0 0,-11-1-2 16,2 1 1-16,2 1-7 15,-4 2-16-15,1 0-13 16,-4-1-33-16,0-4-67 16</inkml:trace>
  <inkml:trace contextRef="#ctx0" brushRef="#br0" timeOffset="-120620.86">20701 12272 272 0,'0'0'7'0,"0"0"-1"0,0 0-1 16,0 0-1-16,0 0 1 15,0 0 0-15,0 0 4 16,42-19 1-16,-24 15-6 15,1 1-1-15,3-1-3 16,-1 3 0-16,0-1 0 0,-2 0-9 16,-4 0-17-16,-2-1-16 15,-3-1-63-15,-6-3-43 16</inkml:trace>
  <inkml:trace contextRef="#ctx0" brushRef="#br0" timeOffset="-120421.59">20625 12089 315 0,'0'0'6'0,"0"0"-3"16,0 0-3-16,0 0 0 15,0 0-1-15,40-33 0 16,-15 25-3-16,4 0-13 15,1 1-18-15,-1-3-63 0</inkml:trace>
  <inkml:trace contextRef="#ctx0" brushRef="#br0" timeOffset="-119802.72">21026 12073 264 0,'0'0'3'0,"0"0"-2"16,0 0 0-16,0 0 0 16,25 41 0-16,-21-32-1 0,0 1 1 15,2 0-1-15,-4 0 2 16,1-3-2-16,-1 0 1 16,2-1-2-16,-1-1 1 15,-2-3-7-15,0 0-11 16,0-2-3-16,1 0 12 15,-1-4 12-15,1-3 3 0,1-6 2 16,0-1-2-16,1 0 7 16,0-2-2-16,1 2 0 15,1 1-3-15,1-1 5 16,0 5-2-16,1 0-2 16,2 3-6-16,-1 3-2 0,3 3-1 15,3 0 0-15,-2 0 1 16,3 3 0-16,-2 8-1 15,1-1-2-15,-2 3-3 16,-3 2-10-16,1 1 1 0,-4-3 1 16,0-1-8-16,-3-2 8 15,2-2 6-15,-4-1 2 16,-1-5 1-16,-1-1 2 16,1-1 3-16,-1 0 10 15,0-2 9-15,1-6-11 16,0-5-7-16,2 1 4 0,1-4 4 15,-1 0-3-15,3 2 1 16,3 0 0-16,-2 2-2 16,3 1-1-16,3 3-4 15,1 3 0-15,3 4-1 16,0 1 0-16,-1 0 1 0,-1 4 0 16,0 8-2-16,-1 2-6 15,0 1-15-15,-1-1-15 16,0 1-4-16,1-3-31 15,0-4-10-15</inkml:trace>
  <inkml:trace contextRef="#ctx0" brushRef="#br0" timeOffset="-119369.56">21730 12046 151 0,'0'0'33'0,"0"0"0"0,0 0 4 0,-8-40-21 0,-5 36-6 15,0 3-7-15,-1 1 0 16,-3 0-3-16,1 8 3 16,1 4-1-16,1 3-1 15,4 0 0-15,3 0-1 0,3 2 0 16,4-3 1-16,0-1 0 16,0-2 1-16,8-2-2 15,3-3-8-15,0-3 4 16,4-2 2-16,-1-1 2 15,2 0 0-15,-1-7-2 0,1-4 4 16,1-2-1-16,-3-3-1 16,-3 3 0-16,-2-2 5 15,-2 3 0-15,-2 1 6 16,-3 4 0-16,0 1-2 16,-2 3 0-16,0 3-3 15,0 0-7-15,0 0-4 0,0 10 12 16,2 0-7-16,2 4 3 15,1 3-5-15,4-1-8 16,-1-3-7-16,6-2-16 16,0 0-15-16,6-5-18 15,-2-3 17-15,6-1 2 0,1-2-25 16</inkml:trace>
  <inkml:trace contextRef="#ctx0" brushRef="#br0" timeOffset="-118876.67">21964 12128 4 0,'27'-12'48'0,"-2"-4"-23"15,-1-1-6-15,-6 0-6 16,-4-1 7-16,-4 2 8 15,-5-1 11-15,-4 4-7 0,-1 2-1 16,-3 2-10-16,-8 2-2 16,-4 4-10-16,-1 3-1 15,-1 0-4-15,-2 0-3 16,0 10-1-16,4-1 1 16,1 4-1-16,3-1 0 0,4 1-1 15,3 0-3-15,4-2-4 16,0-4 1-16,8-1-2 15,2-2-4-15,2-4 10 16,5 0 2-16,-4 0 0 0,3-4 3 16,-2-5-1-16,1 0 3 15,-4 0 0-15,-1 2 2 16,-3 1 1-16,-2 2 1 16,0 4 1-16,-3 0-4 15,-2 10-4-15,1 6 1 16,1 4 4-16,-1 5-5 0,0 4 0 15,1 0-1 1,0 3 1-16,1-1-1 0,-3 1 1 16,2-2-1-16,-2-3-1 15,0-3 1-15,0-4-2 16,-8-5 1-16,0-3-3 0,-3-4 2 16,-2-4 3-16,-1-4 0 15,-2 0 0-15,1-3-3 16,-1-10-2-16,3-4 1 15,2-3 1-15,0-4-6 16,8-3-3-16,3-2-3 0,0 1-3 16,5 0-9-16,9-1-31 15,1 4-23-15</inkml:trace>
  <inkml:trace contextRef="#ctx0" brushRef="#br0" timeOffset="-118534.75">22241 12026 165 0,'0'0'7'0,"0"0"21"0,0 0-9 0,36-23-4 16,-28 14-8-16,-2-1 1 0,-2-2 2 16,-1 1 6-16,0-2-2 15,-3 2-2-15,0-1-3 16,0 1 1-16,0 3 0 15,0 1-5-15,0 2-3 0,0 4-1 16,-5 1 3-16,1 0-7 16,0 4 5-16,-1 9-3 15,1 2 1-15,0 3 0 16,3 0 1-16,1 1-1 16,0-1 0-16,0-1 0 15,3-3 1-15,5-2-7 0,2-2-4 16,3-2-10-16,3-3-4 15,2-5-8-15,0 0-27 16,4 0-19-16</inkml:trace>
  <inkml:trace contextRef="#ctx0" brushRef="#br0" timeOffset="-118228.77">22549 11938 85 0,'0'0'6'16,"27"-45"17"-16,-22 25 17 15,-3 6 7-15,-2 2-6 16,0 4-19-16,-7 2-8 15,-5 3-9-15,-1 3-3 0,1 0-2 16,1 3 4-16,1 7-3 16,2 2 0-16,3 0 0 15,2 4-1-15,3-2 1 16,0 3 1-16,2-3 1 16,7-1 0-16,4 3-3 0,-1-4 3 15,1 1-1-15,2-1-1 16,-3-1 1-16,0 0-1 15,-5-2-1-15,1-1 1 16,-4-2-1-16,-2-2 0 16,-2 1-1-16,0-2-1 15,0 1-2-15,-8-2 4 0,0 0-14 16,-3-2-47-16,3 0-43 16</inkml:trace>
  <inkml:trace contextRef="#ctx0" brushRef="#br0" timeOffset="-118073.3">22599 11898 250 0,'0'0'30'0,"0"0"2"16,0 0-31-16,0 0 4 16,0 0-14-16,-21 46 1 0,2-17-2 15,-6 3-29-15,-6 2-105 16</inkml:trace>
  <inkml:trace contextRef="#ctx0" brushRef="#br0" timeOffset="-116188">17954 13469 129 0,'-2'-7'24'0,"-4"0"16"0,2 0-6 0,1 0-8 0,-2 1-4 15,1 0-7-15,1 2 2 16,1 1-6-16,0-1-5 15,0 4-4-15,2 0 2 16,0 0-7-16,0 12-6 16,0 9 9-16,2 7-2 0,3 5 3 15,1 5-2-15,1-1 2 16,-4 2-1-16,0-3 1 16,-2 0-3-16,-1-5-10 15,0-1-6-15,0-4-2 16,0-6-30-16,-2-7-45 0</inkml:trace>
  <inkml:trace contextRef="#ctx0" brushRef="#br0" timeOffset="-115697.75">17923 13479 173 0,'0'0'0'0,"0"0"6"0,0-47 8 16,5 35-7-16,3 0-1 16,1 1 0-16,2 2-1 15,-2 4 0-15,1 0 4 16,-1 4 0-16,1 1-2 16,-1 0-2-16,-1 6-2 15,2 2 3-15,-4 6-8 0,2 2 4 16,-3 1-1-16,0 3-2 15,-2-2 2-15,-1 2-2 16,-2 0-1-16,0 0 2 16,0-1-2-16,-8-1 3 15,-1 0 2-15,-3-1-2 0,1-1 1 16,-1-2-2-16,-1-1 0 16,3-2 2-16,3-3-2 15,0-3 2-15,3-3 1 16,3-2 2-16,1 0 2 15,0 0-6-15,0 0-1 0,4-2 2 16,4-2 2 0,1 1 0-16,2 0-1 0,3 2 2 15,1 1-2-15,5 0-1 16,-3 0-2-16,4 4 0 16,-2 3-5-16,-2 0-15 15,-1 3-13-15,-4-1-23 0,-2-5-23 16</inkml:trace>
  <inkml:trace contextRef="#ctx0" brushRef="#br0" timeOffset="-115110.3">18245 13519 309 0,'0'0'8'0,"0"0"-7"0,0 0-4 16,0 0 1-16,0 0 4 16,0 0-6-16,0 0 1 15,0 0 3-15,41 31-1 16,-34-12 0-16,-1-1 0 16,-1 2 1-16,-1-3-3 0,-2-3 0 15,0-1-4-15,-2-2 0 16,0-2 1-16,0-5-1 15,0 0 2-15,0-4 2 16,-2 0 3-16,-2 0 6 16,-1-6-6-16,3-5 0 15,-1-3 1-15,1-4-2 0,1 2 5 16,1-2-4-16,0 2 0 16,0 4 0-16,6 1 4 15,5 4-1-15,-2 3-3 16,4 1 2-16,3 3 0 15,1 0 1-15,1 0-2 0,2 4 0 16,-2 2 0-16,1 1 0 16,-3 1-2-16,-1-4 0 15,-4 1 1-15,0-2 2 16,-2 0-2-16,-5-2 1 16,-2-1-1-16,-1 0 4 0,-1 0 14 15,0-7 9-15,0-5-6 16,-1-5-9-16,-5-2-4 15,-1-4-5-15,0-1-3 16,-1 1 0-16,5 1-4 0,-2 5-2 16,3 2-6-16,2 5-10 15,0 5-5-15,0 1-26 16,7 1-94-16</inkml:trace>
  <inkml:trace contextRef="#ctx0" brushRef="#br0" timeOffset="-114614.73">18674 13425 327 0,'0'0'6'0,"0"0"-5"0,0 0-8 0,0 0 4 0,0 0-5 15,9 40-2-15,-9-26 7 16,0 2 2-16,0-2 1 15,0 2 0-15,0-1-1 0,0 0-1 16,0 0 4-16,-5-2-4 16,1-2-7-16,1-2-20 15,1-4-16-15,-2-3-4 16,2-2 31-16,0 0 20 16,-1-9 10-16,1-5 13 15,0-4-5-15,-1-4-4 0,3 0-5 16,0-1-3-16,0 3-6 15,5 2 2-15,1 2-2 16,3 7 0-16,3 0 1 16,1 4-1-16,3 4-1 15,0 1 2-15,4 0 0 0,2 0-2 16,0 1 1-16,-1 3-1 16,1 1-1-16,-3-2 0 15,-1-1 0-15,-2 0 1 16,0-2-1-16,-5 0 1 0,-1 0 0 15,-1-6 10-15,-3-2 5 16,-2-3 3-16,-2-4-7 16,-1 0-10-16,-1-3-1 15,0-4-9-15,0-1-38 16,-3 0-104-16</inkml:trace>
  <inkml:trace contextRef="#ctx0" brushRef="#br0" timeOffset="-114307.98">19190 13050 33 0,'0'0'113'0,"0"0"-124"0,0 0 10 16,0 0 0-16,0 0-6 0,0 0 9 15,0 0 11-15,-4 39 11 16,0-3 0-16,-1 7 0 16,1 8-6-16,0 3-6 15,1 7-2-15,0 5-6 16,-1 3 1-16,-1 2-3 16,-1 3-2-16,-1 0 0 0,-1-3 0 15,2-4-7-15,2-9-25 16,-1-8-42-16,4-15-27 15</inkml:trace>
  <inkml:trace contextRef="#ctx0" brushRef="#br0" timeOffset="-113839.23">19325 13297 279 0,'0'0'10'0,"0"0"-2"16,0 0-8-16,0 0 0 15,0 0 0-15,0 0 0 0,2 37-3 16,0-17 0-16,-2 3 2 16,0 1 0-16,0 0 0 15,0-2 2-15,-4-4-1 16,3-3 0-16,-1-4 0 16,2-2 1-16,0-4-1 15,0-2 2-15,3-2-1 0,4-1-3 16,3 0 0-1,2 0 3-15,1 0 4 0,2-1 2 16,3-2-4-16,-2-2-1 16,2 1 0-16,0 1 0 15,-1-1-1-15,2 3-1 16,-2-2-1-16,2 3-13 0,-3-2-19 16,-3-1-44-16,-1-1-54 15</inkml:trace>
  <inkml:trace contextRef="#ctx0" brushRef="#br0" timeOffset="-113442.05">19715 13293 301 0,'0'0'-7'0,"0"0"6"15,0 0-1-15,0-40-3 16,0 33-16-16,-2 3 14 15,-6 3-1-15,-1 1 9 16,-1 0-2-16,-1 5 5 16,-1 5-2-16,0 2 3 15,5 0-2-15,-1 1-1 0,5 1-1 16,1 0-1-16,2-1 1 16,0-1 1-16,0-4-1 15,7 2 3-15,3-3-3 16,1 0 7-16,0-1 3 0,2 1-3 15,4 2-4-15,-2-1-1 16,1 0-2-16,-3 1 0 16,-1-2-1-16,-4 2 1 15,-1-2-2-15,-4 2 2 16,-3-1-1-16,0-1-2 16,-2 4-1-16,-9-1-2 0,-4 3-8 15,0 0-11-15,-3-2-34 16,1-2-40-16</inkml:trace>
  <inkml:trace contextRef="#ctx0" brushRef="#br0" timeOffset="-113196.95">19905 13285 291 0,'0'0'6'0,"0"0"-8"0,0 0 0 0,0 0 1 16,0 0-1-16,3 41 4 15,-3-23-1-15,0 2 0 16,0-1-1-16,2-1 0 0,-1 3 0 16,1-4-1-16,-1 1-20 15,-1-6-39-15,0-3-49 16</inkml:trace>
  <inkml:trace contextRef="#ctx0" brushRef="#br0" timeOffset="-113020.6">19803 13327 51 0,'0'0'282'0,"0"0"-278"0,0 0-4 16,14-41 1-16,1 32 1 15,7-2-2-15,-2 0-27 16,2 4-6-16,-2 0-36 16,0 3-57-16</inkml:trace>
  <inkml:trace contextRef="#ctx0" brushRef="#br0" timeOffset="-112507.83">20127 13441 276 0,'0'0'13'0,"0"0"-5"15,0 0-4-15,0 0 0 16,0 0-5-16,0 0 1 16,-7-43 0-16,5 29 0 0,1-2 1 15,1-2-1-15,0 1 1 16,0 2-2-16,0 0 2 15,0 3-1-15,2 3 1 16,2 3-1-16,2 2-1 16,-3 4 0-16,1 0 2 15,2 0-1-15,-3 1-2 0,1 8 0 16,3 2 3-16,-2-1-6 16,1 2 0-16,-1-3-4 15,3 0 5-15,0-3 2 16,3-2 1-16,-1-4-1 15,4 0-2-15,-3 0 1 0,2-7 0 16,0-3 2-16,0-4 2 16,1-5 3-16,-2 1 3 15,1-3 2-15,-3 2-3 16,0 2 0-16,-5 4-2 0,1 4 0 16,-1 5 2-16,-3 4-1 15,-2 3-4-15,1 13-1 16,-1 3-5-16,0 6 9 15,0 3-1-15,0 3-2 16,0-2-1-16,0-1-7 16,1-2-16-16,0-2-40 15,1-7-53-15</inkml:trace>
  <inkml:trace contextRef="#ctx0" brushRef="#br0" timeOffset="-112216.98">20554 12959 324 0,'0'0'-15'0,"0"0"16"0,0 0 4 0,0 0-3 16,0 0-4-16,0 0-2 15,-7 53 3-15,5-8 1 16,0 10 1-16,1 8 3 0,-3 3-3 16,1 2 0-16,0 1-1 15,0 1 1-15,-1-3 0 16,-2-2-2-16,3-4-22 16,0-6-44-16,3-12-61 15</inkml:trace>
  <inkml:trace contextRef="#ctx0" brushRef="#br0" timeOffset="-111753.02">20748 13242 239 0,'0'0'-15'16,"0"0"26"-16,-36-24 6 0,25 21-5 16,2 3-2-16,-2 0-7 15,0 9 1-15,2 6-1 16,1 4-2-16,0 5 0 16,3 2 2-16,3 0-2 0,2 1 0 15,0-4 0-15,2 0 1 16,6-5 1-16,0-4-3 15,1-5-3-15,0 1-8 16,2-7-3-16,-1-3 0 16,3 0 2-16,1-6 11 15,0-7 3-15,3-2 3 0,0-4-1 16,1 2 0-16,-2 0 1 16,-3 3 0-16,-2 4 2 15,-1 3 0-15,-2 4 4 16,1 3-4-16,-4 0-2 15,4 10-3-15,-4 4-1 0,1 2 1 16,-2 5-5-16,-2 0-13 16,-1-2-16-16,-1-2-36 15,0-4-70-15</inkml:trace>
  <inkml:trace contextRef="#ctx0" brushRef="#br0" timeOffset="-111128">20982 13232 324 0,'0'0'9'0,"0"0"-8"0,0 0 0 0,0 0 0 0,0 0 0 15,0 0-1-15,0 0-1 16,0 0-2-16,0 0 2 15,27 43-6-15,-27-22-1 0,0-1-1 16,0-3 0-16,0-3 2 16,0-4 1-16,-4-3 3 15,2-3 3-15,-2-3 0 16,2-1 2-16,-1 0 1 16,-1-7-2-16,2-3-2 0,0-2-2 15,1-2 2-15,1-3 0 16,0 1 2-16,0-2 0 15,3 1 6-15,5 0-1 16,3 2 0-16,-1 0-3 16,2 4-3-16,1 2 1 0,1 2 0 15,0 2-1-15,-1 4 1 16,-1 1 0-16,-1 0-1 16,2 0 0-16,-6 10 1 15,0 3-4-15,-4 2-5 0,-2 3-3 16,-1 1-2-16,-2 1-5 15,-6-1 2-15,-2-2 7 16,-4-3 6-16,3-1 1 16,-1-5 2-16,2-1 2 15,3-5 1-15,1 1 3 16,2-2 1-16,2-1 7 0,2 0-1 16,0 0-3-16,0 0-6 15,6 2-2-15,3 0 0 16,4 1 0-16,0 3 1 15,0-1-2-15,3-2 0 16,2 2-1-16,-2-1 0 0,2-1 0 16,-3-2-10-16,0-1-36 15,-3 0-83-15</inkml:trace>
  <inkml:trace contextRef="#ctx0" brushRef="#br0" timeOffset="-110814.83">21284 13168 299 0,'0'0'4'0,"0"0"0"0,0 0-4 0,0 0 1 0,0 0 0 16,7 50-1-16,0-27-3 15,-2 2-2-15,3-1-4 16,0-2-1-16,3-4 4 15,-1-2 4-15,3-5-1 16,-1-6 1-16,3-3-3 0,-1-2 2 16,1-2 1-16,1-10 7 15,-1-3-1-15,1-2 6 16,-2-8 1-16,-2 1 1 16,-1-6-3-16,-3-1-3 0,0-2-5 15,-4 1-10-15,-4 1-30 16,0 6-101-16</inkml:trace>
  <inkml:trace contextRef="#ctx0" brushRef="#br0" timeOffset="-108962.81">19054 14297 77 0,'-8'0'6'0,"2"-4"5"0,4 0-1 0,-3-2-7 0,2 2 0 16,2 1 3-16,-1-1-1 0,0 2-3 16,-2 1 0-16,1 1-2 15,1 0-4-15,0 0-25 16,-4 0-9-16,3 3 7 16,0-2 25-16,1 2 13 15,0-2 31-15,-1-1-1 0,1 0-7 16,-1 0 7-16,1 0 0 15,2 0-11-15,-1 0-5 16,-1 0-5-16,-1 0-5 16,3 0-6-16,0 0-5 15,0 0-1-15,0 0 0 16,0 5 1-16,0 0 1 0,0 2-1 16,0 4 1-16,0 2-1 15,0 2-1-15,3 0 1 16,0 5 1-16,3-2-1 15,1 3 0-15,1-2 0 16,4 3 0-16,1-1 0 0,3 0 1 16,4 2 0-16,4-3-2 15,0 3 1-15,3-2 0 16,5 2 1-16,-1-3-4 16,1-1 4-16,1-3 1 15,1 0 4-15,-1-3 1 0,-2-3 0 16,-1-2 1-16,-1-1 1 15,0-3-3-15,-3-1 0 16,1 0-4-16,0-1-1 16,-1-2 0-16,-4 1-1 15,0 0 0-15,-3 1 0 0,-3-1-3 16,-3 1-13-16,-5 0-14 16,-4 0-24-16,-4-2-53 15</inkml:trace>
  <inkml:trace contextRef="#ctx0" brushRef="#br0" timeOffset="-108729.29">19617 14620 247 0,'0'0'33'0,"0"0"-27"15,0 0-9-15,0 0 5 0,0 0-3 16,40-9 2-16,-24 9-1 15,-3 4 0-15,3 9 0 16,-3 6 0-16,1 4 3 16,-6 5-5-16,0 2 1 15,-4 2-1-15,-2 2 1 0,-2-1-22 16,0-5-36-16,-3-6-42 16</inkml:trace>
  <inkml:trace contextRef="#ctx0" brushRef="#br0" timeOffset="-108180.99">20242 14431 283 0,'0'0'9'0,"0"0"3"0,0 0-1 16,0 0-8-16,-6-43-2 16,1 36-1-16,1 1 0 15,0 1-2-15,-2 3-2 16,1 2 6-16,-1 0-5 0,0 0 1 15,-1 5-1-15,0 8 4 16,-1-1 1-16,1 8-4 16,1-1 3-16,1 2 0 15,2 0 0-15,2-3-1 16,1 0 1-16,0-2 0 16,0-3 1-16,2 0-4 0,5-4 2 15,0 1 3-15,3-2-3 16,-2 1 0-16,3-1 1 15,-1 0 0-15,-1 1 0 16,-1 0-1-16,0 1 1 16,-3 1-1-16,-2 2-1 0,-1 1 0 15,-2-1-1-15,0 0 1 16,0-1-1-16,-7 0 2 16,-1-1-1-16,2-4 2 15,-5 0 1-15,4-1-7 0,0-4-29 16,1-2-36-16,2 0-22 15</inkml:trace>
  <inkml:trace contextRef="#ctx0" brushRef="#br0" timeOffset="-107428.27">20336 14579 180 0,'0'0'4'0,"0"0"10"0,0 0-1 15,0 0-11-15,0 0-2 16,39 22 1-16,-32-19-1 0,1 0 0 16,-3-2 1-16,4-1 0 15,-3 0 1-15,2 0-1 16,2-4 2-16,-1-6-1 16,0 0-2-16,-1-2-2 15,-2-1 1-15,-1 0-1 16,-4 0-6-16,-1 5 5 0,0 1 4 15,0 3 11-15,-6 3 11 16,-1 1-3-16,0 0-10 16,0 8-6-16,0 4-2 15,3 3-2-15,0 3 1 0,3-1 0 16,1 0-2-16,0-2 2 16,1-2 0-16,7-2 0 15,2-2-1-15,1-3-1 16,4-2-4-16,1-4-6 15,1 0-9-15,0 0-9 0,5-7 12 16,-3-6-1-16,-1-2 8 16,2-3 9-16,-4-3 4 15,1 1 13-15,-5-1 7 16,-1 0 1-16,-3 0-8 16,-4 3-6-16,-3 1-3 15,-1 3 0-15,0 3 1 0,0 2 9 16,-6 5-8-16,-2 3 0 15,-2 1-6-15,0 5-5 16,1 6 7-16,-4 5-5 16,5 4 0-16,2 1-1 15,4 0 1-15,-2 1 1 16,4-1-2-16,0 1 2 0,0-1-1 16,0-1 3-16,4 1-3 15,1 0 0-15,3 1 1 16,2 0 1-16,1 1 0 15,-1 4-1-15,2 2 1 16,-4 0-2-16,0 4 1 0,-4 0-1 16,0-2 0-16,-1-1 1 15,-3-3-1-15,0-2 1 16,0-3-1-16,-4-1 0 16,0-5 0-16,1 0 1 0,0-3-2 15,0-4-1-15,2-5-21 16,1-4-39-16,0 0-48 15</inkml:trace>
  <inkml:trace contextRef="#ctx0" brushRef="#br0" timeOffset="-107005.54">20820 14388 249 0,'0'0'-7'0,"0"0"12"0,0 0 0 0,0 0-2 16,16-37 3-16,-7 33-1 16,1 1-3-16,0 3-1 0,0 0 1 15,1 2-3-15,-3 9 2 16,-1 3-3-16,-3 5 0 15,-2 3-9-15,-2 2 2 16,0 1 2-16,0-3 3 16,0 0 3-16,-4-4 1 0,1-2 0 15,-2-5 7-15,1-2 2 16,2-4 4-16,1-1-1 16,1-3-3-16,0 0 1 15,0-1-2-15,2 0 6 0,8 0 3 16,-3 0-7-16,6-2-5 15,1-3-1-15,5-1-2 16,0-3-1-16,5 1-10 16,-2-1-37-16,0-4-45 15,1-2-82-15</inkml:trace>
  <inkml:trace contextRef="#ctx0" brushRef="#br0" timeOffset="-106593.87">21338 14187 285 0,'0'0'1'0,"2"-40"14"0,-2 23 4 15,-2 1-9-15,-4 2-2 16,1 1-6-16,-6 3 2 16,0 2-3-16,2 3 6 0,-3 1-3 15,0 3 1-15,3 1-5 16,1 0 0-16,1 10 2 15,3 5 0-15,-2 4-2 16,4 3-2-16,2 4-4 16,0 2-1-16,0-1-1 15,6 3 4-15,2-3 2 0,1-1 2 16,4-2 0-16,-1-3 1 16,2 1-1-16,-5-2 1 15,2-2-1-15,-1 0 1 16,-2-2-1-16,-3-2 0 15,-1 0-2-15,-3-1-8 0,-1-3-6 16,0-1-6-16,-4-2-3 16,-3-4-7-16,0 0-8 15,0-3 8-15,2 0 19 16,3-6-8-16,2-6 8 16,0-3-11-16,4-1-39 0</inkml:trace>
  <inkml:trace contextRef="#ctx0" brushRef="#br0" timeOffset="-105453.64">21414 14378 58 0,'0'0'26'16,"0"0"5"-16,51-14-4 16,-35 10 1-16,-2-2-6 0,0 3-4 15,-3-2 3-15,-1 0-7 16,-2-2-6-16,0-1-4 16,-3-2 0-16,1-3 0 15,-4 2-2-15,-2-2 2 16,0 0 2-16,0 0 0 0,0 3 2 15,-4 3-2-15,-2 0 0 16,-3 4-1-16,-1 3-5 16,-1 2-9-16,-2 10-2 15,0 4 3-15,2 5 5 16,-1 2 4-16,5 1-1 0,1-1 1 16,5 0-1-16,1-2 0 15,1 0 0-15,9-2 0 16,3-5-4-16,4 0-2 15,3-2-6-15,0-4-2 16,5-1 2-16,-1-7-1 16,-1 0 8-16,0 0 3 0,0-7 0 15,-4-4 3-15,-2-2 10 16,1-5 5-16,-5 0-6 16,-3-3-5-16,-1-1-2 15,-5-3 1-15,-2 1 1 16,-2 0-4-16,0 3 5 0,-2 1 3 15,-5 1 0-15,-1 6 5 16,0 4-6-16,-1 3 3 16,1 6-6-16,1 0-2 15,-4 4-7-15,3 13 8 16,1 3-4-16,0 4 0 16,-1 7 0-16,4 2 1 0,0 4 0 15,3 1-1-15,1 4 0 16,0 3 1-16,0 4 0 15,0 4-2-15,3 3 1 16,1-1-2-16,-1 2-2 0,0-2 1 16,3 1 0-16,-3-5 2 15,0-3-1-15,1-4 2 16,3-6-1-16,-2-5 1 16,4-5 0-16,-2-6-1 15,2-7-2-15,3-3-8 16,-2-6-6-16,1-6-4 0,1 0-3 15,-1-5 2-15,1-10 6 16,0-4 6-16,-1-5 7 16,-3-4 2-16,1-4 1 15,-1-6 0-15,-3 1 0 0,1-7-1 16,-2 0-2-16,0-3-26 16,-2 0 23-16,-2 1 6 15,0 0 2-15,0 2 12 16,0-1 13-16,-3 3 3 15,-3 1-5-15,3 4-8 16,-1 2-9-16,1-1-2 0,-1 4-1 16,2 3 2-16,0 2-3 15,-1 2-1-15,3 3 1 16,-2 5-3-16,-3 3 0 16,3 3 5-16,0 4 5 15,0 2-1-15,1 4-4 0,1-1-4 16,0 2-5-16,0 0-2 15,0 8-5-15,0 4 5 16,0 3 1-16,4 0 4 16,0 2-2-16,3-1 2 15,0-5-1-15,1-1 0 16,4-1 1-16,0-3 0 0,-1-4-2 16,2-2 0-16,1 0-3 15,-1-7 1-15,-1-3 4 16,-2-4 1-16,1-2 1 15,-1-1 3-15,-3 0 2 0,4 3 0 16,-6 3-2-16,1 4 0 16,-2 2 0-16,-1 4-5 15,3 1 0-15,0 0-1 16,-2 6-3-16,2 3 3 16,-1 4-8-16,1 0-13 0,-1-2-29 15,-1-5-54-15</inkml:trace>
  <inkml:trace contextRef="#ctx0" brushRef="#br0" timeOffset="-104351.08">20585 14993 183 0,'-18'0'3'0,"-2"0"25"0,2 2 7 0,2 0-19 0,3-1-13 15,-1 1-2-15,2 2-1 16,4-2 0-16,1 0 0 16,2-1 1-16,2 0-1 15,2 1 0-15,1-1-1 0,0 2-3 16,2 0 3-16,8 0 1 15,3-2 0-15,5 1 4 16,6-2 6-16,8 0 2 16,9-2-3-16,7-6-2 15,9-3-1-15,9-4 0 0,5-1-3 16,10-3 1-16,5-3 1 16,5-5 0-16,7 0 0 15,3 0-1-15,6-3-2 16,-2 2-2-16,0-1 1 15,-2 1-2-15,-5 5 0 16,-10-1-2-16,-9 6 2 0,-11 5 0 16,-12 3 0-16,-13 3-3 15,-14 3-8-15,-9 4-7 16,-16 0-14-16,-4 0-36 16,-18 3-8-16</inkml:trace>
  <inkml:trace contextRef="#ctx0" brushRef="#br0" timeOffset="-103953.11">20748 15127 283 0,'0'0'8'0,"0"0"-13"0,0 0 9 0,38-3-4 16,-9-5 0-16,6-1 2 15,9-4 8-15,8-2 3 16,11-4-1-16,7-2-2 15,10-5-3-15,8 1-3 16,8-4 0-16,3 2-3 0,3-1 0 16,-2 2 0-16,-1 3 0 15,-4 2-2-15,-5 3 2 16,-7 6-1-16,-8 1 0 16,-7 2-1-16,-10 4-3 15,-9-4-31-15,-18-2-107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08:25.77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8621 9117 108 0,'2'1'3'0,"-2"-1"2"0,0 0 2 0,2 0 0 15,0 0-5-15,0 1-2 16,-2 2 0-16,2 0 0 16,1 0 0-16,2 2-2 15,-3 0 4-15,0 0-1 0,1 2-1 16,1 0 1-16,0-1-1 16,-1-2 1-16,1 0-1 15,3-1 1-15,-3-2 0 16,5-1 1-16,-2 0 6 15,4-3 8-15,2-6-6 16,1-5-3-16,4-6 3 0,4-3-1 16,0-7 2-16,5-4 2 15,2-3 0-15,2-5 0 16,1-1-1-16,3-1-3 16,-2 0-1-16,0 0 2 15,0 1-4-15,-3 2-1 0,1 1 0 16,0 5-3-16,0 7-1 15,-2 4 0-15,-3 8-1 16,1 7-1-16,-7 8-14 16,-6 1-56-16,-7 0-75 15</inkml:trace>
  <inkml:trace contextRef="#ctx0" brushRef="#br0" timeOffset="1965.16">7150 16226 46 0,'0'-3'23'0,"2"3"7"0,-2-1-14 0,0 1-2 16,2 0-5-16,1 0-7 15,0 0 4-15,1 0 0 16,2 0 0-16,3 0-3 16,1 0 1-16,1 1-3 0,1 3 1 15,2-1 1-15,0 3-1 16,2-4 3-16,1 2 2 15,3-2-2-15,1 1 1 16,1-1 1-16,4-1 1 16,3 1-2-16,1 0 0 0,1 0-2 15,2 1-3-15,-1 0 2 16,3 2 0-16,4-2 1 16,-1 4-2-16,4-1 2 15,5 1-1-15,0-3-1 0,2 0 0 16,0-1-1-16,2-3 2 15,1 0 3-15,2 0-1 16,-1 0 0-16,3-7 2 16,2 0-2-16,-1 0 0 15,5 0-2-15,2 1 1 0,3 2-2 16,1 2-2-16,8 2 1 16,-1 0-1-16,6 0 0 15,-3 1 1-15,5 4-1 16,0-2 0-16,-1 1 0 15,1-3 0-15,-5-1 0 16,0 0 0-16,-5 0 0 0,0-5 0 16,-10-2 0-16,-1-1 2 15,-6-1-2-15,-5 1 0 16,-4 0 1-16,-7 1-2 16,3 1 2-16,-7 1-1 15,1 2 0-15,-1 0 0 0,-2 3-3 16,-1 0-20-16,-10 0-45 15,-5 0-68-15</inkml:trace>
  <inkml:trace contextRef="#ctx0" brushRef="#br0" timeOffset="3437.76">10286 15412 120 0,'0'3'2'0,"0"-3"1"0,-2 1 6 0,0 1 4 0,0-1-7 16,1 2 1-16,-1-3-4 15,2 3-1-15,-2-2-2 16,0 1 0-16,2-1 0 16,0 2 0-16,0-2 0 0,0 0 0 15,0 1 0-15,0-2 0 16,2 2 0-16,0-1 0 16,3-1-4-16,3 0-5 15,-3 0-19-15,2-1-37 16</inkml:trace>
  <inkml:trace contextRef="#ctx0" brushRef="#br0" timeOffset="8318.87">12938 12626 6 0,'0'1'-3'0</inkml:trace>
  <inkml:trace contextRef="#ctx0" brushRef="#br0" timeOffset="8811.42">12938 12626 15 0,'0'0'26'15,"0"0"-4"-15,0 0-9 0,0-2-4 16,0 2-7-16,0 0-2 16,0 0 0-16,0 0 0 15,0 0 0-15,0 0 3 16,0 0 13-16,0 0 8 0,0 0-6 15,0 0-6-15,0 0-5 16,0 0 1-16,0 0-3 16,0 0-3-16,0 0-1 15,0 0-1-15,0 0 0 16,0 0-1-16,0 0 1 16,0 0 0-16,0 0-2 0,0 0 2 15,0 3 2-15,0-1-4 16,0 1 4-16,0-1-2 15,0 0 0-15,0-1 0 16,0 2 1-16,0 0 0 0,0-3-1 16,0 1 1-16,0-1 0 15,0 2 1-15,0-2-1 16,0 1 0-16,0 0-1 16,0 2 0-16,0 0 0 15,0 1 0-15,0 0 0 0,-1 1 0 16,1 1 0-1,0-1 0-15,0 1 0 0,0 0 0 16,-1 1 1-16,1-2-1 16,0 1 0-16,0 0 0 15,0-1 0-15,0 1 0 16,1 1 0-16,5-4-1 0,-1 5-1 16,0-3-10-16,-3-3-44 15</inkml:trace>
  <inkml:trace contextRef="#ctx0" brushRef="#br0" timeOffset="9322.5">12964 12654 50 0,'0'0'1'0,"0"0"0"0,0 0-4 0,0 0-8 0,0 0-7 16,0 0-2-16</inkml:trace>
  <inkml:trace contextRef="#ctx0" brushRef="#br0" timeOffset="9448.51">12964 12654 14 0,'0'0'38'15,"-5"12"-27"-15,5-11-8 16,-2 0 4-16,2 1 4 16,-3-1 5-16,2 2-10 0,1 0-6 15,0-2-3-15,0-1-23 16</inkml:trace>
  <inkml:trace contextRef="#ctx0" brushRef="#br0" timeOffset="12866.55">13044 12662 90 0,'0'0'4'0,"0"0"6"0,0 0 0 0,0 0-8 15,0 0 2-15,0 0 2 16,0 0 6-16,0 0 2 0,0 0 7 16,0 0-4-16,-37-18-4 15,34 17-4-15,3 1-7 16,-1 0-2-16,-1 0-6 15,2 4-1-15,0 3 2 16,0 0 1-16,0 3 1 0,0 1 2 16,0-1 1-16,0 2 0 15,0 1 0-15,0-1 1 16,2 3-1-16,1 0 1 16,4-1-1-16,0 3 0 15,1 0 0-15,1-1 1 0,2 4-1 16,1-2 0-16,1 1 0 15,1 1 1-15,2 0-1 16,0 1 0-16,3 3 0 16,-1 0 1-16,4-1-1 15,0 5-1-15,2-2 2 0,1 2-1 16,2 1 0-16,0-1 0 16,0 0 0-16,0-2 0 15,2 1 2-15,-2-1-1 16,0-2-1-16,1-3 0 15,1 3 0-15,1-4 0 16,1 1 2-16,5-2-2 0,-1-1 0 16,3 2 1-16,2 0 3 15,1-1 2-15,2 0-1 16,1 0-1-16,3 1 2 16,-2-2 1-16,6 2-3 15,1-3-1-15,-2 1 2 0,3-2 1 16,1 0-1-16,1-3-1 15,-2 0-1-15,1-2 0 16,0-2-3-16,2-2 1 16,-3 1 0-16,1-1 2 15,0-4-1-15,-2-1 1 16,1-2 1-16,1 0 0 0,0 0 0 16,1 0 0-16,-4-4-2 15,3-1 0-15,-1-1-1 16,-1 3 1-16,3 0-2 15,0-1 1-15,-1 1 0 0,-1-1-1 16,2-2 2-16,-1-1-1 16,0 0 2-16,2-3 0 15,0 0 0-15,1-2-1 16,2-2 0-16,1-1-2 16,-1-1 0-16,3-2 1 0,-1-2-1 15,3-1 1-15,-1 1-1 16,1-3 0-16,-4 0 0 15,1-1 0-15,-3 0 0 16,-2 1 0-16,-5 0 3 16,-3 1 1-16,1-2 2 0,-5 1 0 15,2-2 2-15,0-1-4 16,-2 1 1-16,0 0-3 16,-3-2-1-16,0 2 4 15,-6 1-3-15,0-2-1 16,0 3 1-16,-4 1 0 0,-2-1-1 15,-2 6-1-15,-4-2 1 16,-1 2 0-16,-2 3-1 16,-3 1 1-16,-2-2-2 15,-2 5 2-15,0 0 1 16,-2 0-2-16,-4 1 1 16,2 2-2-16,-6 2 1 0,1 0-2 15,-2 3 4-15,0 0-2 16,0 2 0-16,-2-1-2 15,0 1-1-15,0 0-6 16,0 0-14-16,0 0-25 0,0 0-86 16</inkml:trace>
  <inkml:trace contextRef="#ctx0" brushRef="#br0" timeOffset="13442.28">16898 12820 125 0,'0'0'3'0,"0"0"-3"0,0 0 1 0,3 0 0 0,2 0-1 16,0 0 2-16,1 0-2 15,1 0-3-15,-4 0 0 16,3 0 2-16,-4 0 1 16,1 0 1-16,-1 0 0 15,1 0 5-15,2 0 2 0,-1 2 4 16,0-1-4-16,2-1-7 16,1 2 2-16,3-1 5 15,0-1-7-15,-1 0 38 16,2 0-17-16,2 0-14 15,-1 0-2-15,1 0 3 0,0 0 2 16,-2-1 0-16,0 1-2 16,-1 0-4-16,0 0-2 15,-4 2-1-15,0 14 3 16,-6 12 0-16,-2 16-1 16,-19 25 3-16,-12 24-7 15,-17 31 0-15,-18 25-5 0,-20 16-46 16</inkml:trace>
  <inkml:trace contextRef="#ctx0" brushRef="#br0" timeOffset="36876.49">7966 10633 75 0,'0'0'13'0,"0"0"18"0,0 0 0 0,-38 0-8 15,29 0-7-15,2 0-6 16,1-3-1-16,-1 2-4 16,0 0 1-16,1-1 2 15,1 0-4-15,-1 2-4 0,1 0 1 16,1 0-2-16,-2 0 1 15,2 0 0-15,0 0 0 16,0 4-2-16,-1 0 2 16,1 0 0-16,-4 1-1 0,0 1 0 15,-1 1 0-15,-3 0-1 16,-1 1 3-16,-2 1-3 16,-3 0 2-16,0 4 0 15,1-3 0-15,2-2 0 16,2 2 0-16,1 0 2 0,1 0 0 15,5-1-1-15,-2-1-1 16,3 5 0-16,0-2-1 16,0 4 2-16,3 0-2 15,-2 2 2-15,0 0-2 16,-2 2 1-16,3 1 1 16,-2-1-1-16,0 1 0 0,3 0 0 15,-2-1-1-15,2-1 2 16,-2-2-1-16,3-3 0 15,0-1 0-15,1 1 1 16,0-1-1-16,0 2 0 16,2 1 0-16,4 0 2 0,0 1-2 15,4 0 0-15,-3 0 0 16,1-2 1-16,1 1-2 16,-2 0 2-16,2-2-1 15,-2 1 0-15,3-3 0 16,0 3 2-16,1-4-2 0,3 3 0 15,1-2-2-15,1-1 2 16,-1 0 0-16,1-3 2 16,-1-1-2-16,1 0 0 15,-2-2 1-15,2 0-1 16,-4-1 2-16,1 1-2 0,1-1 0 16,-1 3 1-16,4-2-1 15,-2 0 1-15,3 2-1 16,-1 1 0-16,4-1 1 15,0 1-1-15,3 0 0 16,-2 0 1-16,-1 0-1 16,3-1-1-16,-1 1 2 0,-2 0-1 15,0-2 0-15,1 0 0 16,-2-1 0-16,-2 1 0 16,0-3 1-16,2-2-2 15,0 0-1-15,2 0 1 0,1 0 2 16,3 0 0-16,2-4 2 15,3 1-2-15,0 1-1 16,0 0 1-16,1 1-1 16,1-1 2-16,-2 2-2 15,-1 0 1-15,1 0-1 16,-2 0 0-16,2 0 0 0,-2 0 0 16,0-4 1-16,2 1-1 15,1-7 0-15,2 3 0 16,3-3 0-16,-3 2 0 15,4-4 1-15,-2 2 1 16,-2 0-1-16,1 2-1 0,-2-1 0 16,1 1 1-16,-3 0-1 15,-2-2 0-15,0-1 0 16,0-1 1-16,-2-4-1 16,-2-1-3-16,-1-1 10 15,-2-2-2-15,3-2-4 0,-4 1 1 16,-4-2-1-16,1 2 1 15,-5-3-1-15,-3 4 2 16,-4-3 0-16,-4-1 4 16,-2-3 3-16,0 0 1 15,0-2-4-15,-4-2-3 0,-3 2-2 16,0-2 0-16,1 3-1 16,-1 3-1-16,-1-1 1 15,-2 2 0-15,0 4 0 16,-3-1 0-16,0 1 0 15,-2 0 3-15,-3 3-2 0,0-1-1 16,-4 1 1-16,-2 0-4 16,1 1 3-16,-2 0-1 15,1 3 0-15,-1 0 1 16,3 2 0-16,-1 0-3 16,-2 1 3-16,4 3-1 0,0-2 0 15,-3 2-1-15,4 0 1 16,-2 2-1-16,1 0 0 15,-1 1-1-15,-2 1 2 16,1 2-6-16,-2-1 3 16,1 1 2-16,0 0 0 0,3 1 0 15,-3 0 0-15,1 0 0 16,3 0-2-16,-3 0 5 16,3 4-2-16,-1-3 0 15,2 2 1-15,-1 0-1 16,2-2 1-16,-2 0 0 0,-1 1-1 15,2 0 0-15,-3 1 0 16,2 1-1-16,-2-1-1 16,1 4 2-16,1-2 1 15,-2 1-2-15,-1-1 2 16,-1 1-1-16,4-1 0 16,-2 0 0-16,1 0 0 0,-1-1 1 15,0 1-1-15,1 1 0 16,-1 0-1-16,2 1-2 15,-3 0 3-15,1-1 2 16,3-2-1-16,0 2-1 16,0-2 0-16,3 0 1 0,1-1-1 15,0 1 0-15,2-1 0 16,0 1 0-16,2-1 0 16,-1 2-1-16,3-1 1 15,0 1-1-15,1-1 1 0,-2-2 1 16,3 1-1-16,3 1 0 15,0 0-1-15,0 2-8 16,2 1-30-16,-1 0-7 16,0 1-22-16,-1-1 6 15</inkml:trace>
  <inkml:trace contextRef="#ctx0" brushRef="#br0" timeOffset="41135.4">7454 10518 62 0,'0'-3'4'0,"-2"0"14"0,-2 2 1 0,3 1 2 0,0 0-9 16,1 1-9-16,0 11-2 15,0 3 1-15,0 8 1 16,6 4-1-16,0 3 0 15,4 1 0-15,-3 0-2 0,3-1 1 16,-3 0 0-16,0-8-6 16,-3-3-8-16,-1-5-5 15,-3-5-24-15</inkml:trace>
  <inkml:trace contextRef="#ctx0" brushRef="#br0" timeOffset="41718.22">7441 10542 78 0,'0'0'5'16,"0"0"6"-16,0 0 6 15,0 0-5-15,0 0 2 0,-14-38-4 16,14 24-4-16,8 0 0 16,2-1-4-16,-1 1 2 15,3 3-3-15,-3 3 1 16,-1 3-2-16,1 2 0 0,0 2 0 16,0 1 0-16,-2 0-1 15,4 1 1-15,-4 5 0 16,1 3 0-16,-1 3 0 15,-1 2 1-15,-3 3-1 16,0-1 0-16,-3 4 2 0,0 1-1 16,-4 2-1-16,-4 0-1 15,-3 1 1-15,0-1-15 16,-1-4 0-16,4-5 9 16,-1-1 2-16,0-6 4 15,4-2 0-15,1-3 0 0,-1 0 0 16,3-2 2-16,2 0 2 15,0 0-1-15,0 0-2 16,0-5 0-16,1 0-1 16,5-1 1-16,0 0 1 15,4 1 0-15,-3 3-1 16,3 1 0-16,-1 1-1 0,1 0 0 16,0 0 1-16,1 0-1 15,1 1 0-15,-1 5 0 16,-1-2 0-16,1-1-2 15,-1-1-15-15,-1-2-25 16</inkml:trace>
  <inkml:trace contextRef="#ctx0" brushRef="#br0" timeOffset="42338.64">7635 10456 161 0,'0'0'-16'0,"0"0"21"0,0 0 10 0,0 0-5 16,0 0-7-16,0 0-3 15,0 0-5-15,0 0 6 0,0 0-1 16,0 0 1-16,11 22 0 16,-2-6-1-16,2 2 1 15,-2-1-1-15,-1 0 1 16,0-3-1-16,-3-1 0 15,1 0 1-15,-2-3 0 0,-3-1-2 16,-1-4 1-16,1 1 0 16,-1-3 0-16,0-2-1 15,0-1 1-15,-2 0 1 16,-4 0-1-16,-3-10-1 16,1-4-3-16,0-3 3 0,0-2 0 15,3-3 0-15,1-1 0 16,2-2 1-16,2 5-2 15,0-2 4-15,4 5-2 16,2 3 0-16,3 4 0 16,1 2 1-16,0 5-1 0,1 3-1 15,3 0-1-15,1 1 0 16,2 9 2-16,0 0 2 16,-1-1-2-16,-3 0 0 15,-1 0 0-15,-4-2 0 16,-3-1 2-16,-1-2-2 15,-2-2 0-15,-2-2 1 0,0 0 3 16,0 0 43-16,-2-2-12 16,-6-5-26-16,-1-4-3 15,-3-2-1-15,1-3-3 16,0-1-1-16,-2 0 1 0,6 0-3 16,0 2-1-16,3 2-6 15,4 1-8-15,0 5-10 16,0-1-25-16,4 5-8 15,5-3-60-15</inkml:trace>
  <inkml:trace contextRef="#ctx0" brushRef="#br0" timeOffset="42821.37">7870 10305 150 0,'0'0'5'0,"0"0"0"0,0 0-6 0,0 0 1 15,0 0 1-15,0 0-1 16,11 45 0-16,-9-30 1 16,2 0-2-16,1 1 2 15,0 1-1-15,-1-2 0 16,-1 0 1-16,1-2-2 0,-4-2 2 16,0-2-1-16,0-4 0 15,0 1 0-15,0-5 0 16,0-1 1-16,0 0 3 15,-2-4-4-15,-1-9 1 16,0-1-2-16,2-6 1 0,-1 0 0 16,2-1 0-16,0 1 0 15,0 4 0-15,0 4-1 16,3 3 1-16,5 2 2 16,1 4-3-16,2 0 1 15,0 3 0-15,2 0-1 0,1 0 1 16,1 2 0-16,-1 1 0 15,-1 1 1-15,-4-3-1 16,-1 1 0-16,-2-2 0 16,-2 0 1-16,-2 0 2 15,-2 0 15-15,0-7 28 0,0-1-29 16,-4-3-8-16,-2-2-6 16,1-1-1-16,-2-2-3 15,4 2-12-15,2-1-41 16,0 0-28-16</inkml:trace>
  <inkml:trace contextRef="#ctx0" brushRef="#br0" timeOffset="43098.99">8177 10113 170 0,'0'0'-28'0,"0"0"37"0,0 0 8 0,0 0-2 0,0 0-5 16,0 0-7-16,0 0-1 0,0 49-2 15,-1-14 1-15,-1 6 0 16,-1 3 0-16,3 2 0 16,0 0-1-16,0 1 1 15,3-1 0-15,1-1-2 16,1-2 1-16,1-5-5 15,1-5-28-15,-1-12-7 0,0-7-19 16</inkml:trace>
  <inkml:trace contextRef="#ctx0" brushRef="#br0" timeOffset="43582.51">8321 10265 70 0,'0'0'6'0,"0"0"17"15,0 0 1-15,0 0 1 16,0 0-7-16,0 0 0 16,0 0-12-16,0 0-6 15,0 0 0-15,-19 29 0 16,19-11 1-16,2 2-1 0,2 0 0 16,-2 1 0-16,1-4 0 15,-2 0 1-15,1-4-1 16,-1-4 0-16,1-2 0 15,-2-3 0-15,2-1 0 16,0-2 1-16,-2-1-1 0,3 0 2 16,1 0 1-16,1 0 3 15,0 0 3-15,3 0-5 16,-1 0-3-16,4 0 0 16,0-4-1-16,1 4 0 15,1-3 0-15,2 2-1 0,3-1-17 16,-5 1-41-16,1-4-4 15</inkml:trace>
  <inkml:trace contextRef="#ctx0" brushRef="#br0" timeOffset="43975.09">8575 10246 129 0,'0'0'6'16,"0"0"8"-16,0 0 4 15,-1-43-10-15,-2 37-7 0,-1 2 1 16,0 1-1-16,1 3 6 16,-1 0-3-16,-4 0-2 15,3 4-2-15,-4 7 0 16,4 4 0-16,-3 0 1 16,5 4 1-16,1-1-2 15,2-1 1-15,0-4-1 0,0 0 0 16,7-3 2-16,3-4-2 15,2-1 2-15,-1-1-1 16,2-1 0-16,1 0 0 16,-1-1 0-16,-1 0 0 15,1 1 0-15,-5 1-1 0,2 1 0 16,-5 0 0-16,-1 2 0 16,-2 2-1-16,-2 4 0 15,0 1 1-15,-7 2 2 16,-4 2-3-16,2 1 2 0,0-4-12 15,3-1-34-15,-2-8-3 16</inkml:trace>
  <inkml:trace contextRef="#ctx0" brushRef="#br0" timeOffset="44229.8">8721 10230 142 0,'0'0'-13'0,"0"0"20"0,0 0-2 0,0 0-5 0,0 0-2 15,0 0 4-15,0 0 4 16,5 41-1-16,-2-24 1 16,1 0-3-16,-2-3-2 15,3 0 0-15,1-1 1 16,-2-4-2-16,-1 3 1 0,1-3-1 15,1-2-4-15,-5 0-38 16,0-3-51-16</inkml:trace>
  <inkml:trace contextRef="#ctx0" brushRef="#br0" timeOffset="44408.27">8665 10285 180 0,'0'0'12'15,"0"0"17"-15,0 0-2 16,-6-47-20-16,10 34-4 0,4-1 0 16,5 4-3-16,3-1 0 15,1 7-5-15,1-1-47 16,-1 3-13-16,0 1-16 16</inkml:trace>
  <inkml:trace contextRef="#ctx0" brushRef="#br0" timeOffset="44949.76">8969 10326 104 0,'0'0'3'16,"0"0"-2"-16,0 0 8 15,0 0 29-15,0 0-25 16,0 0-8-16,0 0-2 15,0 0 1-15,-21 5 3 16,15-5 8-16,0-2-2 0,1-4-3 16,3-2 0-16,-2-4-6 15,2-2 0-15,0 0 4 16,2-3-6-16,0 2 0 16,0 0-1-16,0 0-1 15,4 3 0-15,0 4-1 0,0 1 0 16,1 4 0-16,2 1 0 15,-3 2-2-15,3 0-5 16,-2 8 9-16,1 3-1 16,1 0 0-16,0 3 1 15,-1-2-1-15,1-2 0 0,-1-2 1 16,2-3-1-16,-4-2 0 16,1-3 0-16,1 0 0 15,-2-3-1-15,-2-8 0 16,3-3 4-16,-2-1 0 15,-1-4-1-15,0 1 0 16,-1 1 1-16,0 3-1 0,0 2 2 16,3 4 0-16,-2 2-1 15,0 6-3-15,3 0-2 16,1 0-3-16,2 11 3 16,0 5 2-16,3 4-1 0,-1 3-9 15,0 2-20-15,-1 0-28 16,-2-3-30-16</inkml:trace>
  <inkml:trace contextRef="#ctx0" brushRef="#br0" timeOffset="45205.27">9365 9978 145 0,'0'0'-10'0,"0"0"26"0,0 0 10 16,0 0-20-16,-40 29-6 15,22 6 0-15,1 13 0 16,-4 9 2-16,0 7 0 16,0 6 0-16,3 2 0 0,5 4 2 15,1-1-3-15,5 0-2 16,-1-4-39-16,3-7-62 15</inkml:trace>
  <inkml:trace contextRef="#ctx0" brushRef="#br0" timeOffset="46927.6">7600 10826 53 0,'0'0'8'0,"0"0"1"0,0 0-8 0,0 0 2 15,0 0 5-15,0 0-2 0,0 0-2 16,40-30-1-16,-22 19-2 16,1 1-1-16,4 0 0 15,4 0 0-15,4-1 0 16,0-2 0-16,3 2 0 16,1-1-1-16,1 1 1 15,-1 1 0-15,2 3 0 0,3 1 0 16,0 2-1-16,3-3 1 15,-1 2-2-15,3-3 4 16,-3 0-2-16,3-2 1 16,0 0 0-16,-1 0 2 0,2 1 4 15,2 2-1-15,0 1 1 16,3 2-4-16,0 4-1 16,1 0-1-16,2 0 0 15,-1 0-1-15,3 0 0 16,2 0 0-16,-4 0 0 0,2-1 1 15,-6-8-2-15,0-2 2 16,-3-5 0-16,0-2 0 16,-5-3-1-16,-1-4 1 15,-4 1 1-15,-3-2-2 16,-3 1 0-16,-4-2-2 0,-2 1 4 16,-5 0-1-16,2-2 12 15,-5 0 1-15,-3 0-4 16,-1-1-7-16,-1 1-1 15,-7-2-1-15,-1 3 0 16,-2 2 2-16,-2 3 4 0,-2-2 1 16,-7 4-3-16,-5 2-2 15,-1 1-1-15,-3 0 2 16,-2 2 0-16,-4 1-2 16,1 3-1-16,-4-2-1 15,0 4 2-15,-2-2-2 0,-3 4 0 16,1 1 0-16,-2 1 0 15,-1-1 0-15,3 3 0 16,-2-1 1-16,0-2-1 16,3 2 2-16,-1 1-2 15,-3-1 0-15,-1 3 0 0,-1 0 0 16,-4 1 0-16,0 0-2 16,-2 0 4-16,-1 0-4 15,2 0 2-15,-3 0 2 16,-1 1-2-16,-2 0 1 15,2 3-1-15,-3-3 0 16,0 1 0-16,2 0 0 0,-1-1 0 16,2 0 0-16,0 2 0 15,0-1 0-15,-1 0 0 16,1 3 1-16,-3 0-1 16,4 4-1-16,-3-2 1 15,5 6-1-15,-4 1-1 0,3 3 4 16,2 1-2-16,-1 1-2 15,2 0 4-15,2 3-2 16,1-1 0-16,3 2 0 16,3 1 0-16,4 3-2 0,2 3 4 15,2 0-2-15,0 5 0 16,6-2 0-16,-2 3-2 16,3-1 2-16,4 3 0 15,3-1 3-15,2 3-4 16,2 0 1-16,3-1 0 15,2 0 0-15,0-1 0 0,7-2 0 16,4-3 0-16,2-2 0 16,3-3 1-16,0-1 0 15,8-4-1-15,5-3 1 16,5-6-1-16,13-3 1 16,4-6 0-16,7-5-14 15,1-10-76-15</inkml:trace>
  <inkml:trace contextRef="#ctx0" brushRef="#br0" timeOffset="172121.54">8469 16654 59 0,'2'0'35'0,"-2"0"-30"0,0 0-2 0,0 0-2 16,0 0 0-16,0 0 1 0,0 0-2 16,0 0 4-16,0 0 6 15,0 0 5-15,0 0 3 16,2 0-5-16,-2 0-5 15,2 0-7-15,0 1-1 16,0 3 0-16,4 0 1 0,0 2-1 16,-2 0 1-16,3-1-2 15,-4 0 1-15,6 0 1 16,-5 0-1-16,-1-3 0 16,3 1 1-16,-2-1-1 15,-1 1 0-15,1-3 0 0,1 0 2 16,0 0 4-16,3-3 7 15,-2-2-1-15,6-6-6 16,-3 0 0-16,4-3-2 16,1-2 4-16,-1-2-1 15,3 2 3-15,-1-4 2 16,1 1 0-16,-3-1 0 0,1 2-1 16,-1 2-1-16,-4 2-3 15,-3 3-3-15,2 2-2 16,-6 5 0-16,0 1 1 15,-2 3 1-15,2 0-3 16,0 0-7-16,1 10 0 0,-1-3-25 16,-2-4-70-16</inkml:trace>
  <inkml:trace contextRef="#ctx0" brushRef="#br0" timeOffset="173838.03">17216 13721 119 0,'0'-3'19'0,"0"0"10"0,0 2-9 0,0 0-12 15,0 0-5-15,0 0-2 16,0 1-1-16,0 0 0 16,0 0 1-16,0 0 0 15,0 0-1-15,0 0 1 16,0 0-2-16,0 0 1 15,0 0-1-15,0 0 1 0,0 0 0 16,0 1-1-16,3 3 1 16,-1 1 0-16,2 0 0 15,-1 1 0-15,1-2 0 16,-1 3 0-16,1-2 0 0,-1 0 0 16,0 1 0-16,2-2 0 15,-3-1 0-15,0 1 0 16,1-1 1-16,4-3-2 15,-3 0 1-15,2 0-1 16,2-3 2-16,5-4-1 16,-2-4 2-16,5-2-3 0,-3 0 2 15,5-2 1-15,2-1 1 16,2-2 0-16,4-1-1 16,3-2-1-16,1 0 1 15,2-2-2-15,-3 1 0 16,0 1 2-16,-3 1 0 0,-1 2 6 15,-4 1 3-15,-3 4-1 16,-5 3-1-16,-3 2 4 16,-2 2-10-16,-4 3 3 15,-4 1 7-15,1 1-5 16,-1 1-6-16,0 0 0 0,0 0-4 16,0 0-2-16,0 0-12 15,-5 1 6-15,-2 7-12 16,0-1-18-16,-3 0-32 15,0 0 5-15</inkml:trace>
  <inkml:trace contextRef="#ctx0" brushRef="#br0" timeOffset="174769.22">17177 13752 61 0,'0'0'5'0,"0"0"-4"0,0 0-1 0,0 0 2 0,0 0 12 16,0 0 5-16,0 0 7 15,0 0 5-15,0 0-2 16,0 0-11-16,0 0-10 15,0 0-7-15,0 0-2 0,-4-9-7 16,4 9 6-16,0 2 2 16,0 1 0-16,0 4 0 15,0-1 1-15,2 2-1 16,2-1 0-16,0 2-1 16,0 2-2-16,1-4-10 0,0 0 9 15,-1-1-13-15,-1-2 5 16,1-3 7-16,0-1-5 15,2 0 17-15,2 0 11 16,5-8-11-16,-2-3-3 16,5-1-3-16,0-5 0 0,3 1-1 15,3-2 0-15,3-2 1 16,0 1-1-16,2-3 1 16,2 1-1-16,-2-2 6 15,2 3 6-15,0-1 1 16,-2-1-1-16,-3 3-4 0,1-1-2 15,-3 3-1-15,-3 2-2 16,-4 0 3-16,-2 6 0 16,-5 1 2-16,-2 2 5 15,-2 2-2-15,-2 1 1 16,-2 1-4-16,0 1-7 0,0 1-2 16,0 0-3-16,0 0 0 15,0 0 5-15,0 0-1 16,0 0 1-16,0 0-1 15,0 0-5-15,0 0-16 16,0 3 16-16,0 0-10 0,2 3-15 16,-2-1-6-16,1-2-10 15,1 1 14-15,0-1-37 16</inkml:trace>
  <inkml:trace contextRef="#ctx0" brushRef="#br0" timeOffset="175730.24">17147 13725 49 0,'-1'0'15'0,"1"0"6"0,0 0-7 0,0 0-7 0,0 0 1 15,0 0-5-15,0 0-4 16,0 0 2-16,0 1-1 16,0 2 0-16,0 0 0 0,0 1 0 15,0 1 0-15,0 0 0 16,0 1 0-16,0 0 0 15,0 1 0-15,0-2 0 16,2 0 0-16,1 0-1 16,2-2 1-16,-1-3-1 0,4 2-10 15,-3-2 6-15,5 0 0 16,4-3 7-16,2-7 8 16,8-3-2-16,1 0 1 15,4-6 6-15,5 1 2 16,1 0 11-16,4 0-13 0,0 0-13 15,2 1-1-15,-2 2-9 16,-5-1-63-16</inkml:trace>
  <inkml:trace contextRef="#ctx0" brushRef="#br0" timeOffset="179089.6">6770 14570 58 0,'-6'-4'11'0,"1"1"3"0,-4 1-1 15,3 1-10-15,1 0-2 16,-2 1 3-16,1-2 6 16,-1 2 5-16,4-1 5 0,-3-2-3 15,2 3 1-15,1-1-11 16,1 0-5-16,0 0-2 15,0 1 0-15,-3 0-1 16,0 0 0-16,1 0 0 16,-3 0-1-16,-3 0 2 0,0 0-1 15,-5 3 0-15,1 3 1 16,-4-1 0-16,0 3-1 16,-1 1 2-16,-2 1-1 15,1 3 0-15,-3 1-1 16,4 1 2-16,-2 0-2 0,4 2 1 15,-1-1-1-15,1-2 1 16,3 0 0-16,1 0 1 16,0 1-2-16,3-1 2 15,-2 0-2-15,1 0 2 16,1 0-1-16,3 1 0 16,-1-1 0-16,4 2-1 0,0 0 1 15,2-1-1-15,2 2 1 16,0 0 0-16,0 1 0 15,0 2-1-15,2 0 1 16,0 0 0-16,2-2 0 16,-1 1-2-16,1-4-1 0,1-1 2 15,0-1-1-15,1-3 1 16,1 0 1-16,1-3 0 16,4 2 1-16,-1-2-2 15,3-3 0-15,3 3-5 16,1-1 0-16,-1 0-8 0,4-1 4 15,2 1 2-15,1 0 8 16,-2-1-1-16,5 1 2 16,-2-2-1-16,4-1 0 15,-2 1 0-15,2-1 1 16,0-1-1-16,0-1 0 0,2 1 1 16,1-1-1-16,1 0 0 15,1 1 0-15,1-1 0 16,3 2 0-16,-2 1 0 15,3-1 0-15,0 1 0 0,-1 2 0 16,-2-3 2 0,3 3-1-16,0-1 0 0,1 1-1 15,0 0 1-15,3-1-2 16,-1 1 2-16,1-3-1 16,-2 1 0-16,0 2 0 15,0-1 0-15,-1 0 1 0,-2 1 0 16,4-1 0-16,-1 4 1 15,1-2 2-15,3 0-1 16,-3 0-1-16,1 1-2 16,2 0 1-16,1 1-1 15,-3 0 0-15,2 0 0 16,2-1 1-16,-3 2-4 0,2-5 6 16,0 2-1-16,1-3-1 15,2 0 2-15,0-3-1 16,5-1 1-16,-1 2 0 15,1-2-2-15,4 0-1 0,-1 0 1 16,3 0-1 0,2 0 0-16,-1 0 0 0,3 0 0 15,-1 0 0-15,1 0 1 16,1 0-1-16,0 0 0 16,2 0 2-16,1 0-1 15,1 0 0-15,2-5-1 0,2-1 0 16,2 1 1-16,0-2-1 15,4 0 0-15,-3-2 0 16,5 2 0-16,-1 0 0 16,2 0 1-16,1-1-2 15,0-1 1-15,-5-1 1 0,-1-3-1 16,-2-2 1-16,-1-2-1 16,-4-2 3-16,-1-3 1 15,-3 0-2-15,-5-2-1 16,-1 1-1-16,-6-1 0 0,-7 0-8 15,-4-4-9-15,-4 1 6 16,-9-2 4-16,-5 1 5 16,-8-2 2-16,-3 3 0 15,-8 0 7-15,-4 0-5 16,-2 3 4-16,-4 0 1 0,-9 2-4 16,-4 0-1-16,-2 1 1 15,-1 1 2 1,-3 0-2-16,-4 3-2 0,-2 0 0 15,0 2-1-15,-5 3 2 16,-1 2-1-16,-3 2-1 16,-3 3 8-16,-3 3-8 15,-4 2 1-15,0 0-1 0,-3 0 1 16,4 0-1-16,-7 0 2 16,2 4 1-16,-4-3-3 15,3 1 3-15,-5-1 2 16,2-1-1-16,-2 0 0 0,2 0 0 15,-3 0-1-15,2 0 0 16,1 0 0-16,-2-1 1 16,0-1-1-16,2 1-2 15,-2-3-1-15,0 0 1 16,2 0-1-16,-2-2-1 0,0-1 4 16,-2 0-3-16,3-3 0 15,-1 0 0-15,0 2 1 16,-1-2-2-16,4 0 3 15,0-2-2-15,0 1 2 16,0 1-1-16,-2 2-1 0,3 0 1 16,-3 1 0-16,1 0-1 15,-2 4 2-15,2-1-4 16,0 0 2-16,3 1 0 16,-3-1 0-16,2 0 2 15,2 1-2-15,0 0-2 16,0 0 4-16,2 0-2 0,-2 0 0 15,2-1 0-15,-2 3 0 16,3-2 1-16,2 3 0 16,-2 0 0-16,2 0-1 15,-2 0 2-15,2 0-2 0,-4 0 1 16,4 0-1-16,-2 8 0 16,4-1 1-16,-3 1-1 15,4 0 0-15,-1-1 0 16,3 2 0-16,0-1 0 15,-1-1 1-15,5-1 8 0,0 1 1 16,3 0 0 0,-2-1 4-16,2 1-9 0,3 0 2 15,-1 0-1-15,1 2-2 16,2-1-3-16,2 1 0 16,3 1-1-16,4 1 0 15,0-2 0-15,6-1-1 0,1 5-1 16,1-2-15-16,0-2-26 15,4-8-56-15</inkml:trace>
  <inkml:trace contextRef="#ctx0" brushRef="#br0" timeOffset="198478.31">7875 15336 71 0,'0'0'10'0,"0"0"-7"0,0 0 2 0,0 0-4 0,0 0 0 15,0 0-2-15,0 0-18 16,0 0-24-16</inkml:trace>
  <inkml:trace contextRef="#ctx0" brushRef="#br0" timeOffset="199197.28">10872 14914 96 0,'0'0'3'0,"0"0"6"0,0 0-6 15,0 0 0-15,0 0-3 16,0 0 1-16,0 0-1 0,0 0 0 16,0 0 0-16,0 0-1 15,0 0-13-15,0-2-5 16,0 2-27-16</inkml:trace>
  <inkml:trace contextRef="#ctx0" brushRef="#br0" timeOffset="200015.33">17114 12222 28 0,'0'0'-12'0,"0"0"-4"0</inkml:trace>
  <inkml:trace contextRef="#ctx0" brushRef="#br0" timeOffset="202112.92">17045 12164 52 0,'0'0'5'16,"0"0"-3"-16,0 0-1 15,0 0 0-15,0 0-2 0,0 0 0 16,0 0 1-16,-29-18 4 16,22 16 15-16,4-1-2 15,-1 2-3-15,-1-2-6 16,2 0-5-16,0 2-2 16,-1-2 0-16,-1 1-1 15,-2-2 0-15,-3 1 0 0,-1-1 0 16,-2 1 1-16,-1-1 4 15,-3 1 0-15,0 1-2 16,-5 1-2-16,1 1-1 16,-1 0 0-16,-4 0-6 15,0 0-3-15,-2 0 4 0,-2 0 1 16,-1 0 3-16,-3 0 0 16,1 3 3-16,-2-1 2 15,1 0 1-15,-1 3-3 16,2 1-1-16,-2 0-1 15,2 0 1-15,-2 1-1 0,3-1 2 16,0 1-2-16,-1 0 0 16,2-1 0-16,2 4 0 15,1-2 1-15,-1 1-1 16,2 5 0-16,-2-1 1 16,2 0-1-16,0 0 0 0,2 1 0 15,0 0-2-15,1 0 2 16,2 0-2-16,-1 2 2 15,4 0 4-15,-1-1-1 16,4 2 4-16,-1 2-3 16,4-1-2-16,1 2-1 0,1 0 0 15,4 1 1-15,-1-1-2 16,3 1 1-16,2-2 2 16,3-1-2-16,0-2 0 15,0-2-1-15,0-1 1 16,2 1-2-16,6 0 0 15,1 1 1-15,3 0-1 0,4 2 2 16,5 0-1-16,-1-1 1 16,6 1 0-16,1-3-1 15,5 2 1-15,3-2-1 16,1-2 0-16,6 0 3 0,3-1-3 16,4-1 1-16,3 0 1 15,4-1 0-15,-1-1-1 16,0-2-1-16,-3 1 1 15,2-3 0-15,0-1 1 16,-2-3 0-16,6 3 1 16,-1-3 0-16,2 0-2 0,5 0 1 15,-1 0-1-15,3 0-1 16,-2-6 0-16,3 2 2 16,-3-3-1-16,4 1 0 15,1-5 1-15,1 3 3 16,3 0-5-16,1-3 1 0,4-1-1 15,-5 1 1-15,0 0 0 16,-2-3-1-16,-2-2 1 16,-4-1 2-16,0-3 10 15,0 0-3-15,-4 0-2 0,1 0-1 16,-3-1-3-16,-1 0-3 16,-5 0 0-16,0-2 0 15,-9 0-1-15,-2-2 1 16,-5 2 1-16,-5-4-2 15,-5 4 2-15,-6 0-1 0,-3 3 0 16,-7-1 0-16,-3 4 2 16,-4-1 0-16,-2-1 1 15,-2 2 4-15,0 0-4 16,-5 1-1-16,-4-1-2 16,-2 2-1-16,-1 1-1 15,-2 1 3-15,-1 2-3 0,-2-1 2 16,-2 2-2-1,1 2 2-15,-1-2-2 0,0 1 0 16,0 2 2-16,-4-1-1 16,4 0 1-16,-3 2-1 15,1-1 0-15,0 2-1 0,0-1 1 16,1 2-1-16,2-2 1 16,-4 2 0-16,4 0-1 15,2 1 0-15,-4-1 3 16,5 2-2-16,-2-1 0 15,3 2 0-15,0 0 1 0,1-1-1 16,0 2 0-16,1 0 0 16,0 0 0-16,-1 0-1 15,2 0 1-15,-3 0 1 16,1 0-2-16,0 2 1 16,-1 0 1-16,1 1-1 15,-3 1 0-15,3-2-1 0,-4 2 2 16,2-2-2-16,0-1 2 15,1 1-2-15,1-2 1 16,2 0 0-16,2 0 1 16,0 0-1-16,4 0 0 15,-1 0 0-15,3 0 0 0,0 0 0 16,2 0 0-16,-1 0 0 16,2 0 0-16,0 0 0 15,-3 0-1-15,3 0 0 16,0 0-1-16,-1 1 0 0,1-1 0 15,0 0 2-15,0 0 0 16,-2 0 0-16,2 0 1 16,-2 0-1-16,1 0 0 15,0 0 0-15,-1 0 0 16,0 0 0-16,0 0 0 0,-3 0-1 16,1 0 1-16,2 1 0 15,-3-1 0-15,2 0 0 16,1 0 0-16,2 0 0 15,-2 0 1-15,2 0-1 16,-2 0-1-16,2 0 1 16,-2 0 0-16,-1 0 0 0,0 0-1 15,1 0 2-15,1 0-1 16,-3 0 0-16,1 0 0 16,0 0 0-16,1 0 0 15,-1 0 0-15,0 0-1 16,-1 0 0-16,1 0 1 0,0 0 1 15,0 0-1-15,0 0 0 16,0 0 0-16,-1 0 0 16,1 0 0-16,1 0 0 15,-3 0 0-15,1 0 0 16,1 0 0-16,-2 0 0 16,1 0 0-16,0 0 0 0,-2 0 0 15,0 0 0-15,2 0 0 16,-2 0 0-16,2 0 0 15,1 0 0-15,0 0 0 16,1 0 0-16,1 0 0 0,-1 0 1 16,0 0-2-16,1 0 1 15,0 0 1-15,-1 0-2 16,0 0 2-16,0 0-1 16,1 0 0-16,0 0 0 15,1 0 0-15,-2 0 0 0,2 0 0 16,-2 2-1-16,1-2 1 15,-1 0 0-15,-3 0 0 16,2 0 0-16,0 0 0 16,-2 0 0-16,0 1-1 15,1-1-1-15,-5 0 2 0,1 2-1 16,-2-2 1-16,-4 0-1 16,0 1 2-16,0 1-1 15,0 0 0-15,-1 1 0 16,-1 0 1-16,0 2-4 15,1 0-25-15,4-1-11 16,0-2-6-16,1-2 2 0</inkml:trace>
  <inkml:trace contextRef="#ctx0" brushRef="#br0" timeOffset="205638.15">16471 14752 128 0,'0'0'16'0,"0"0"27"0,0 0-4 0,0 0-22 0,0 0-9 16,0 0-6-16,0 0 1 16,0 0 0-16,0 0 0 15,0 0-1-15,-38 30-2 16,36-15 0-16,1 2-2 16,1 0-1-16,0 0 3 15,0 1-1-15,4 0 1 0,3-1 0 16,0-3 1-16,4-1-2 15,0-3 5-15,0-3-2 16,3-4-2-16,-1-3 1 16,1 0 3-16,-1-5 1 0,-2-6 0 15,0-2-2-15,-2-1 0 16,-4 3 0-16,1 1-2 16,-4 1 0-16,-2 4-1 15,0 3 0-15,0 2-2 16,0 0-11-16,2 7 5 15,1 5 5-15,2 2 3 0,1 0 0 16,5 3-2-16,1-3 2 16,-1-2 0-16,5-5 2 15,-1-3-1-15,1-4 2 16,-2 0 4-16,1-3 15 16,-2-8-4-16,-4-3-3 0,-1-2-3 15,-2-4-2-15,-4 1-3 16,-2-2-3-16,0-1-3 15,0-1-1-15,-5 3-14 16,-2 0-13-16,1 0-22 16,-1 3-30-16,3-3-71 15</inkml:trace>
  <inkml:trace contextRef="#ctx0" brushRef="#br0" timeOffset="206050.14">16852 14574 221 0,'0'0'0'0,"0"0"-10"0,0 0 2 16,2 54 3-16,-1-27 6 0,3 0 1 16,0 4-1-16,1-2-1 15,2-2 0-15,1-3 0 16,-1-3-1-16,1-2 0 15,0-1 3-15,-1-3-1 16,0 0 0-16,-1-4 0 16,-1-2 2-16,-1-3-2 0,-1-2 1 15,0-4 1-15,0 0 6 16,1-3 6-16,0-7-4 16,2-2-7-16,1-4-2 15,1 0-1-15,3 0-1 16,-1-1 1-16,3 5-1 15,0 0 0-15,1 4 2 0,0 2 1 16,1 3-1-16,-1 3-2 16,-2 0 0-16,1 2-3 15,-3 8 0-15,-1 2 0 16,0 0 2-16,0 3 0 0,-1 0-18 16,1-3-17-16,-3-4-35 15</inkml:trace>
  <inkml:trace contextRef="#ctx0" brushRef="#br0" timeOffset="206366.14">17331 14819 158 0,'0'0'91'0,"0"0"-51"16,0 0 5-16,6-36-20 16,-13 30-23-16,-1 2-8 15,-6 4 5-15,1 0-1 16,-1 0 1-16,1 6 1 0,1 2 4 15,4 2-3-15,3-1 0 16,3-1-5-16,2 1-1 16,0-2-5-16,4-1-1 15,5-2 8-15,3-3 3 0,1-1 1 16,1 0 1-16,-1 0 1 16,3 0-1-16,-3 0-2 15,-2-2 0-15,3 2 0 16,-5 0 0-16,2 0 0 15,0 0 0-15,0 0-2 0,-2 0-36 16,3-1-10-16,-2-7-37 16</inkml:trace>
  <inkml:trace contextRef="#ctx0" brushRef="#br0" timeOffset="206563.22">17458 14628 186 0,'0'0'43'15,"0"0"-16"-15,0 0 12 16,0 0-23-16,0 0-17 16,0 0-10-16,0 0 3 0,0 0 0 15,-10 47 8-15,13-20 1 16,2 0-2-16,0 0 3 16,-1-2-1-16,-2-2-5 15,-2-3-37-15,0-5-64 16</inkml:trace>
  <inkml:trace contextRef="#ctx0" brushRef="#br0" timeOffset="206727.23">17410 14770 304 0,'0'0'43'16,"0"0"-35"-16,0 0-4 15,0 0-2-15,0 0-2 16,48-23-13-16,-25 23-28 15,4-1-15-15,2 0-15 16,2-1-37-16</inkml:trace>
  <inkml:trace contextRef="#ctx0" brushRef="#br0" timeOffset="207119.16">18060 14651 278 0,'0'0'4'0,"0"0"-5"16,0 0-12-16,0 0 4 15,0 0 2-15,6 47 6 16,-6-32 1-16,0-3 3 0,1-1-2 16,0 0-1-16,1-4 0 15,1-3-2-15,-1-2 3 16,2-2 1-16,-3 0 1 15,1 0 6-15,0-1 1 16,2-6-3-16,1-2-1 0,0-2-2 16,3-2-1-16,-1 2-2 15,5-2-1-15,-1 4 0 16,3 0 0-16,3 3 2 16,0 3 0-16,1 3 0 15,-1 0-1-15,0 0-1 0,-1 6-2 16,-4 6 0-16,-4 0-2 15,-2 3 0-15,-6 1-1 16,0-2-14-16,-13 0-7 16,-6-5-44-16</inkml:trace>
  <inkml:trace contextRef="#ctx0" brushRef="#br0" timeOffset="207266.77">18002 14544 352 0,'0'0'-6'0,"0"0"7"16,8-37 0-16,8 32-7 15,6 1-54-15,1 1-45 16</inkml:trace>
  <inkml:trace contextRef="#ctx0" brushRef="#br0" timeOffset="208095.25">19017 14441 205 0,'0'0'13'15,"0"0"-3"-15,0 0-13 0,0 0 1 16,0 0 1-16,-26 56-6 16,22-33 7-16,4 0 1 15,0-2-2-15,0-2 0 16,1-4 1-16,9-2-1 16,0-4 5-16,5-4 4 0,2-4-2 15,0-1-1-15,3 0 0 16,0-8-1-16,-2-5 0 15,-3-2 0-15,0-2 7 16,-5-3 10-16,-2 0-1 16,-6 0-7-16,-2 0-4 0,0 2-4 15,0 2-5-15,0 5 0 16,-2 2-2-16,-2 6-2 16,2 3 4-16,1 0-6 15,0 9 7-15,1 5-5 16,0 6 2-16,0-1 0 0,0 4 0 15,3-2 2-15,4-2 0 16,-1-3-1-16,2-2-1 16,-1-1-7-16,1-6-2 15,2-3-2-15,-1-3 5 16,2-1 5-16,1 0 3 16,0-9 1-16,2-5 1 0,-1-2 1 15,-2 3 1-15,-2 1-3 16,0 2 2-16,-2 4 9 15,0 3 2-15,0 3-12 16,1 0-6-16,3 7-3 16,1 3 6-16,-2 3 2 0,2 0 1 15,0-2-1-15,-1 2 2 16,1-4 0-16,0-2 1 16,3-2 0-16,-1-2 1 15,1-3-1-15,2 0 1 16,-2-6 0-16,1-7-2 0,-3-4-1 15,0-1 0-15,-4-4 1 16,-3 3-2-16,-1 0 1 16,-3 4-1-16,-2 3-2 15,0 5 1-15,0 3-3 16,-4 4 3-16,0 0-7 0,2 4 6 16,1 6 0-16,1 0-6 15,0 3 2-15,5 1 2 16,6-1 2-16,3-2 1 15,0-3-41-15,3-6-32 16</inkml:trace>
  <inkml:trace contextRef="#ctx0" brushRef="#br0" timeOffset="208250.32">19559 14395 347 0,'0'0'-2'0,"0"0"-4"0,0 0-11 0,0 0-21 0,0 0 9 16,48-15-17-16,-17 10-59 15</inkml:trace>
  <inkml:trace contextRef="#ctx0" brushRef="#br0" timeOffset="208499.84">20391 14233 243 0,'0'0'4'15,"0"0"7"-15,0 0-2 16,0 0-7-16,-54 13-1 16,28 4-1-16,1 6-1 0,2-2 1 15,3 3-1-15,8-4 0 16,6 0 0-16,6-2-1 15,0-4-4-15,11-2 3 16,10-2 2-16,5-6-27 16,6-1-32-16,4-3-50 15</inkml:trace>
  <inkml:trace contextRef="#ctx0" brushRef="#br0" timeOffset="208920.44">20686 14327 140 0,'0'0'53'15,"0"0"9"-15,0 0-23 0,0 0-18 16,0 0-10-16,0 0-6 16,-45-29-5-16,30 40 2 15,1 4-2-15,3 1-1 16,6 1-1-16,0-3-3 16,5 2-4-16,0-5-2 0,6-1 3 15,7-3 4-15,4-4 6 16,3-2-3-16,2-1 1 15,2 0-3-15,2-9 2 16,-2-4 2-16,-1 0 0 16,-1-3 1-16,-3-4 1 15,-4 2 1-15,-3 2-2 0,-4-1 0 16,-6 3 0-16,-1 4-2 16,-1 6 8-16,0 4-2 15,0 0-8-15,-3 7 0 16,-1 7 1-16,1 5-4 0,0 3 1 15,2 3 1-15,1 0 3 16,0-1 1-16,0 3-1 16,0-1 3-16,0-2 0 15,0 0-2-15,0-4-8 16,-5-4-21-16,2-6-18 16,-1-7-31-16,0-3-26 0</inkml:trace>
  <inkml:trace contextRef="#ctx0" brushRef="#br0" timeOffset="209133.62">20823 14303 211 0,'0'0'10'0,"29"-35"26"0,-9 22-4 0,-1 4-20 16,6 6-9-16,-1 3-2 16,1 0-1-16,-7 3-1 15,0 10-1-15,-7 1-1 16,-5 2 2-16,-6-2-5 0,-6 3-6 15,-12-1 4-15,-7-2 1 16,-6-1 0-16,-4-5-1 16,3-3-20-16,3-5-31 15,5 0-75-15</inkml:trace>
  <inkml:trace contextRef="#ctx0" brushRef="#br0" timeOffset="209339.76">21103 14184 249 0,'0'0'1'0,"0"0"1"0,0 0 0 15,0 0-6-15,0 0-2 16,20 39 10-16,-22-19-3 16,-4 3 4-16,1 0-2 15,0-5 2-15,3 2-3 0,-2-4-1 16,4-5-8-16,0-4-34 15,0-7-67-15</inkml:trace>
  <inkml:trace contextRef="#ctx0" brushRef="#br0" timeOffset="209489.36">21063 14120 286 0,'0'0'34'16,"0"0"-27"-16,-13-36 12 15,11 29-17-15,2 7-1 16,0 0-26-16,0 0-34 0,0 0-24 16</inkml:trace>
  <inkml:trace contextRef="#ctx0" brushRef="#br0" timeOffset="209695.81">21282 14050 352 0,'0'0'2'16,"0"0"-9"-16,0 0-3 0,0 0 6 15,38 51 1-15,-30-29 3 16,-1 0 0-16,-1 3 3 16,-2 0-10-16,-2-1-31 15,-2-1-7-15,-1-6-24 16,-9-5-70-16</inkml:trace>
  <inkml:trace contextRef="#ctx0" brushRef="#br0" timeOffset="209831.46">21216 14219 106 0,'0'0'26'0,"55"-18"-26"0,-15 6-2 15,4 2-12-15,6 0-13 16,2-2 2-16,1 2-16 15</inkml:trace>
  <inkml:trace contextRef="#ctx0" brushRef="#br0" timeOffset="210088.14">21716 14101 38 0,'0'0'16'0,"0"0"14"15,0 0 6-15,0 0 10 16,0 0-10-16,0 0-22 16,0 0-13-16,-27 20 4 15,9-4 4-15,2-1 0 16,4 2-6-16,5-4-1 0,5 0 0 15,2-3-4-15,0-2 5 16,2-3-1-16,9-4 12 16,2-1-6-16,3 0-1 15,4-6-2-15,-2-5-4 16,1 0-2-16,-1-1 2 16,-6 2-1-16,-2 1-1 15,-2 1 2-15,-2 4-1 0,-1 1-1 16,-3-1-33-16,-1 0-28 15,-1-1-14-15</inkml:trace>
  <inkml:trace contextRef="#ctx0" brushRef="#br0" timeOffset="210268.15">21795 14026 78 0,'0'0'16'0,"1"-54"7"16,4 27 17-16,2 1-4 15,-2 8-6-15,3 5-8 16,-5 11 2-16,1 2-17 0,2 19-17 15,-4 10 2-15,3 9 7 16,3 10 3-16,0 8 3 16,1 2-2-16,1 0-53 15,2 0-152-15</inkml:trace>
  <inkml:trace contextRef="#ctx0" brushRef="#br0" timeOffset="211015.34">18902 15819 219 0,'0'0'-4'0,"0"0"7"0,3-37 4 0,-3 27-4 16,-9 3-2-16,-6 3 2 16,-2 3 8-16,-3 1-3 15,-2 9-1-15,0 8 3 16,1 6-10-16,0 5 3 16,5 3 3-16,2 2-4 15,9-3-1-15,5-2-2 0,0-4 0 16,9-3 0-16,13-5 7 15,5-3 0-15,3-7 2 16,9-6-1-16,4 0-3 16,2-6-29-16,2-10-27 15,-5-1-44-15,-4-4-33 0</inkml:trace>
  <inkml:trace contextRef="#ctx0" brushRef="#br0" timeOffset="211384.23">19153 15875 138 0,'0'0'45'0,"0"0"8"16,0 0-19-16,-17-39-21 15,7 39-10-15,-1 0-4 0,4 3-3 16,-2 9 4-16,6 2 1 16,1 1-3-16,2 3 0 15,0-4-1-15,9 2 0 16,4-5 3-16,3-1-1 16,2-5 2-16,2-4 3 0,2-1 1 15,-4-3 0-15,0-7-1 16,0-5-1-16,-2-1 1 15,-3-1 1-15,-4-2-1 16,1 1 0-16,-2 2 3 16,-4 2 0-16,-1 5-1 0,-1 4-3 15,2 5-2-15,-2 1-12 16,-1 13 0-16,1 7 7 16,4 5 3-16,0 4 5 15,-2 1-2-15,4 1 1 16,-3 0-2-16,2-5 1 15,-5-3 0-15,1-2 1 0,-2-7-10 16,0-8-21-16,-1-5-9 16,0-2-20-16,0-13 12 15,-2-10-65-15</inkml:trace>
  <inkml:trace contextRef="#ctx0" brushRef="#br0" timeOffset="211576.69">19356 15925 58 0,'0'0'36'0,"9"-68"2"15,2 39 7-15,1 5-3 16,0 4-8-16,1 5-3 15,2 3-7-15,3 5-12 16,-3 4-7-16,0 3 0 0,-1 0-8 16,-3 9 0-16,-2 7 0 15,-6 5 1-15,-3 0-6 16,-2 3 2-16,-12-1-5 16,-4-3 2-16,-5 0-1 15,-2-5-9-15,0-4-1 0,6-6-32 16,1-5-56-16</inkml:trace>
  <inkml:trace contextRef="#ctx0" brushRef="#br0" timeOffset="211768.14">19561 15694 254 0,'0'0'4'15,"0"0"6"-15,0 0-1 16,0 0-11-16,37 35-5 15,-31-10 9-15,-6 1 4 16,0 4-2-16,0-2-5 0,0-4-11 16,0-2-1-16,0-5-4 15,0-7-20-15,3-6-24 16</inkml:trace>
  <inkml:trace contextRef="#ctx0" brushRef="#br0" timeOffset="212086.77">19764 15563 186 0,'0'0'30'15,"0"0"-34"-15,22-43 4 0,-17 36 0 16,-2 4 0-16,-1 0 0 16,0 3-1-16,-2-1 0 15,1 1 2-15,-1 0 1 16,0 0-6-16,0 0 0 15,0 3-2-15,0 4 5 0,0 8 4 16,0 1 5-16,0 5 5 16,3 2 1-16,4 4-3 15,1 0 3-15,2 4-5 16,3-1-3-16,-1-2-2 16,-1 1-2-16,0-3 0 15,-1-4 0-15,-2-2 2 0,-3-2-3 16,-1-5-11-16,-3-3-21 15,-1-9-59-15</inkml:trace>
  <inkml:trace contextRef="#ctx0" brushRef="#br0" timeOffset="212550.75">19825 15787 302 0,'0'0'0'15,"0"0"10"-15,0 0-10 16,50-31 3-16,-20 21-3 0,1 0-4 15,3 0-43-15,0 3 5 16,-3 0-4-16,-2-1 15 16,-4 3 23-16,-5-1 9 15,-4 1 2-15,-7 1 14 16,-3 4 13-16,-6 0 11 0,0 0-11 16,-11 11-24-16,-3 3-9 15,-3 3 17-15,1 0-12 16,3 2 0-16,3-4-1 15,4 1 1-15,6-5-3 16,0-2 1-16,0-2-2 16,11-4 2-16,3-3 9 0,4 0-13 15,3-1-12-15,2-12 0 16,0-2 0-16,-1-6-5 16,-4-2 13-16,-3-5 8 15,-5-5 1-15,-6 1 4 16,-4-3 12-16,0 0 1 0,-2 2-3 15,-5 3-3-15,-4 6-4 16,4 6 7-16,0 5-8 16,-1 7-1-16,3 6-7 15,2 6-6-15,1 11 7 16,2 6-2-16,2 4-2 0,12 1-22 16,2-2-35-16,8-2-101 15</inkml:trace>
  <inkml:trace contextRef="#ctx0" brushRef="#br0" timeOffset="212901.56">20681 15625 279 0,'0'0'-10'0,"0"0"15"0,0 0 5 15,0 0-2-15,0 0-8 0,0 0-8 16,0 0 6-16,0 0 6 15,0 0 0-15,24 41-3 16,-20-26 0-16,1-3 0 16,2-3 1-16,-3-2-6 15,3-4-11-15,3-3 1 16,-1 0 8-16,1-6 7 0,4-4 0 16,-1-3 6-16,-2-1 12 15,3 2 1-15,1 0-3 16,1 4-7-16,-3 3-4 15,2 5-1-15,-1 0-2 0,0 0-3 16,-3 9-3-16,-6 4 2 16,-2 1-1-16,-3 0-10 15,-1-1-20-15,-13-6-41 16</inkml:trace>
  <inkml:trace contextRef="#ctx0" brushRef="#br0" timeOffset="213027.39">20667 15479 316 0,'0'0'-28'15,"0"0"28"-15,65-41-13 0,-33 31-58 16,6 1-116-16</inkml:trace>
  <inkml:trace contextRef="#ctx0" brushRef="#br0" timeOffset="213256.38">21407 15426 249 0,'0'0'50'16,"0"0"-50"-16,0 0 5 16,37 23-4-16,-28-7-5 0,-1 2 0 15,-3 3 2-15,0 1 5 16,0-1 2-16,-1 1-5 15,-2-4-11-15,-1-4-12 16,-1-1-5-16,0-5-8 16,-2-6-1-16,-9-2-3 15,2 0-34-15</inkml:trace>
  <inkml:trace contextRef="#ctx0" brushRef="#br0" timeOffset="213441.33">21423 15557 59 0,'0'0'18'0,"0"-47"28"15,3 23-7-15,10 1-9 16,7 3 0-16,4 2-15 0,4 4-3 15,1 2-7-15,2 8 2 16,-5 4 0-16,-1 0-6 16,-4 9-2-16,-7 6 0 15,-4 2 0-15,-8 2-4 16,-2-1 2-16,-9-2 4 16,-9 4 4-16,-9-3-4 0,-1-2-13 15,-2 0-24-15,1-5-41 16</inkml:trace>
  <inkml:trace contextRef="#ctx0" brushRef="#br0" timeOffset="213774.67">21709 15500 188 0,'0'0'2'0,"65"-18"18"15,-30 8-5-15,-3 0-9 16,-3-2-5-16,-3-2 1 0,-5 3-1 15,-7-3 0-15,-4-2 2 16,-6 3 7-16,-4 1 6 16,0 0-3-16,-10 4-5 15,-3 2 3-15,-4 3-6 16,-3 3-5-16,0 0 0 0,3 13 2 16,-3 5-1-16,4 1 0 15,5 5-1-15,5-3-2 16,6 2-1-16,0-3 1 15,4-4 4-15,11-2 0 16,5-4 10-16,1-3-7 0,6-4 0 16,3-3 0-16,3 0-15 15,0-2-26-15,0-12-19 16,-4-6-29-16</inkml:trace>
  <inkml:trace contextRef="#ctx0" brushRef="#br0" timeOffset="213982.02">22139 15149 51 0,'0'0'237'0,"0"0"-213"15,0 0-4-15,0 0-22 0,0 0-4 16,0 0 2-16,-11 45 2 16,11-16 0-16,0 2 2 15,0-1 1-15,0 2 0 16,4-4 0-16,2-4 1 15,-1-1-10-15,-2-6-25 0,0-7-13 16,-1-10-79-16</inkml:trace>
  <inkml:trace contextRef="#ctx0" brushRef="#br0" timeOffset="214516.42">22226 15132 311 0,'0'0'4'15,"0"0"15"-15,0 0-5 16,0 0-12-16,0 0-4 16,0 0-2-16,0 0-4 0,0 0 4 15,33 32 2-15,-30-7 3 16,1 2 0-16,0 2 0 16,0-4 0-16,-1-1-1 15,1-4 1-15,-1-6-1 16,1-2 1-16,0-5-2 15,1-4 4-15,2-3-1 0,4 0 2 16,-2-5 0-16,2-6-3 16,2 2-2-16,-2-2-1 15,1 1 1-15,-3 3 1 16,0 3 0-16,1 4 4 16,-1 0-1-16,1 0-1 0,2 8-2 15,2 4 0-15,-2-1 0 16,0 1 0-16,-2-1 1 15,-1-3-1-15,-2-1 0 16,-2-4 0-16,0-3 0 16,0 0 4-16,0-4-2 0,1-9 1 15,0-1-2-15,-2-4 0 16,2 1 1-16,-2 1-2 16,-1 3 1-16,-1 3-1 15,2 4 0-15,-3 6 1 16,1 0-5-16,4 2-2 0,1 8-2 15,1 5 6-15,2 1 2 16,3 1 1-16,0 0-1 16,2-3 1-16,-1-4-22 15,1-7-66-15,-3-3-119 0</inkml:trace>
  <inkml:trace contextRef="#ctx0" brushRef="#br0" timeOffset="214622.45">22701 15177 327 0,'0'0'3'0,"0"0"2"0,0 0-5 0,-15-40-80 0</inkml:trace>
  <inkml:trace contextRef="#ctx0" brushRef="#br0" timeOffset="-213358.49">9058 16759 61 0,'0'2'16'0,"0"1"-4"0,0 0-7 0,0 0-2 16,0 0-1-16,0-2-1 15,0 2 0-15,0-3 0 16,0 2 1-16,1-1 1 16,-1-1 4-16,0 0 13 15,0 0 21-15,0 0 3 0,0-3-29 16,2-6-12-16,-2-2-2 16,0-2 1-16,0-5 0 15,2-2-1-15,-2 0 3 16,2-4-2-16,-2-2 1 15,0-1-1-15,3-2 2 0,-3 0 0 16,2 1-2-16,-2 2 1 16,0 2-2-16,0 3 0 15,0 7 0-15,0 2 0 16,0 4-1-16,0 2 0 16,0 3 0-16,0 2-1 0,0 1-5 15,0 0-2-15,1 0 4 16,-1 0 1-16,1 4 1 15,0 0 0-15,-1 2 5 16,0 1-4-16,1 0-6 16,0 0-14-16,-1-1-19 0,2-3-5 15,-2 0-11-15</inkml:trace>
  <inkml:trace contextRef="#ctx0" brushRef="#br0" timeOffset="-213145.77">9077 16407 71 0,'0'0'54'0,"0"0"-30"0,0 0 16 16,0 0-5-16,0 0-10 16,0 0-9-16,0 0-7 15,0 0-16-15,0 0 4 16,-32 16 1-16,26 3 9 0,-1 2-5 16,0 2 1-16,-1-2-2 15,1-2-6-15,-2-2-11 16,2-4-3-16,2-5 2 15,3-5-6-15,0-3-34 16,2-6-62-16</inkml:trace>
  <inkml:trace contextRef="#ctx0" brushRef="#br0" timeOffset="-212938.5">9034 16409 201 0,'0'0'2'0,"0"0"7"16,0 0-11-16,0 0 7 15,0 0 8-15,37 15-5 16,-16-1-8-16,6 3 1 0,4 5 1 16,1 3 1-16,1 2-3 15,-4-2-132-15</inkml:trace>
  <inkml:trace contextRef="#ctx0" brushRef="#br0" timeOffset="-208702.34">17717 13604 99 0,'5'-4'7'0,"-4"-3"16"0,1 3 7 16,-2 0-2-16,0 1 2 16,0 0-4-16,0 1-5 0,0 1-6 15,0 1-10-15,0 0-6 16,0 0-5-16,0 7-2 16,1 4 5-16,0 6 1 15,1 0 2-15,0 6 0 16,0 1 0-16,-2 3-2 0,0 3-1 15,0 1 2-15,0-1 1 16,0 0 3-16,0-1-3 16,0-4 1-16,2-1-1 15,-1-4 0-15,-1-2-1 16,0-3-16-16,0-3-28 0,0-6-14 16,0-3-8-16</inkml:trace>
  <inkml:trace contextRef="#ctx0" brushRef="#br0" timeOffset="-208382.52">17719 13584 46 0,'0'0'8'0,"0"0"20"15,0 0-10-15,0 0-5 0,-40 24-4 16,31-14-3-16,-1 2-4 16,0 2 2-16,0-1-1 15,1-2-1-15,1 0 0 16,-2-1-1-16,2-1 2 15,2-2-2-15,-3-1 1 16,4-2-5-16,1-3-26 0,0-1-37 16</inkml:trace>
  <inkml:trace contextRef="#ctx0" brushRef="#br0" timeOffset="-208224.82">17662 13616 111 0,'0'0'130'16,"0"0"-129"-16,0 0-3 16,49-5 0-16,-29 5 2 0,-2 9-3 15,2 1 2-15,-2-2-72 16</inkml:trace>
  <inkml:trace contextRef="#ctx0" brushRef="#br0" timeOffset="-205698.43">9079 16397 62 0,'0'-2'-1'0,"0"0"-1"0,0 0-3 0,0 1 5 16,0-1 7-16,0 2 14 15,0-2 1-15,0 0 6 0,0 2 2 16,0 0-8-16,-2 0-17 16,2 0-4-16,0 0-8 15,0 0-14-15,0 0 13 16,0 0 4-16,0 2 1 0,0 4 1 16,0 3-1-16,0 2 7 15,0 3 5-15,-2 6 2 16,0 3-5-16,-1 1 0 15,1 3-1-15,-3 0-3 16,0 0 0-16,1-1 0 0,-2-4-1 16,0-1 0-16,1-3 1 15,-3-3 1-15,4-1-1 16,-3-2 0-16,3-1 0 16,-2-2-18-16,-1-6-45 15</inkml:trace>
  <inkml:trace contextRef="#ctx0" brushRef="#br0" timeOffset="-205330.23">9050 16428 46 0,'0'0'69'0,"0"0"-64"0,0 0-1 0,0 0-3 15,0 0-1-15,-45 38 1 16,36-29-2-16,-2 2 2 16,1 0-1-16,0-1 0 15,1 1-1-15,-1-2 4 0,4 1-3 16,-1-4 0-16,5-1-12 16,0-2-43-16</inkml:trace>
  <inkml:trace contextRef="#ctx0" brushRef="#br0" timeOffset="-205151.84">9071 16429 130 0,'0'0'2'0,"0"0"-5"16,0 0 6-16,52-1-3 15,-31 4 0-15,1-1-22 16</inkml:trace>
  <inkml:trace contextRef="#ctx0" brushRef="#br0" timeOffset="-204068.65">17508 13630 102 0,'0'0'-15'0,"0"0"15"0,33-50 0 0,-25 36-1 16,0 1 2-16,-3 0 12 0,1 2 12 15,-4 1 15-15,0 3-7 16,-1 0-23-16,1 2-8 15,-2 1-1-15,1 3-2 16,-1 1-20-16,1 0-20 16,-1 0 21-16,0 0 14 0,1 1 5 15,2 5 4-15,-1 1-2 16,-1 0 2-16,1 6 3 16,0 1-1-16,0 7 1 15,2-1-6-15,-2 4 4 16,-2 2-2-16,3 2 0 0,-2 1 0 15,1 1 1-15,1 1 1 16,2-1-1-16,-3-2 0 16,2-1 0-16,1-3-1 15,-3-5-1-15,0-2 1 16,-2-6-1-16,0-1 2 16,0-5 0-16,-8-3-36 0,-1-2-32 15</inkml:trace>
  <inkml:trace contextRef="#ctx0" brushRef="#br0" timeOffset="-203797.36">17572 13553 198 0,'0'0'0'0,"0"0"13"0,0 0 7 0,3-37-4 15,-3 37-7-15,-2 0-10 16,-8 3-3-16,-3 10 1 16,-5 3 5-16,0 5-5 15,-8 1 7-15,0 1-2 16,-2-1-1-16,0-1-1 0,0-6 0 16,2 0-2-16,0-2-12 15,3-5-22-15,2-3-39 16,7-5-11-16</inkml:trace>
  <inkml:trace contextRef="#ctx0" brushRef="#br0" timeOffset="-203549.98">17458 13552 126 0,'0'0'3'15,"52"0"0"-15,-25 0 1 16,0 8-3-16,3 3-1 16,-3 1 0-16,2 1 0 15,-2-1 0-15,2 1 0 0,0-4 0 16,1 2 1-16,-1-1 0 16,0 0 0-16,-1 0 0 15,-3-2 0-15,-5-2-6 16,-2 0-51-16</inkml:trace>
  <inkml:trace contextRef="#ctx0" brushRef="#br0" timeOffset="-202997.32">17544 14077 7 0,'0'0'20'15,"0"0"-11"-15,0 0 32 0,0 0 5 16,0 0-16-16,0 0-8 16,0 0-14-16,0 0-3 15,-3-48-2-15,3 31-1 16,0-3 0-16,0-3-2 16,0-1 1-16,0-6 7 0,0 2 10 15,0-2-6-15,0-1 1 16,0 1-6-16,0 0 1 15,0 3-4-15,0 2 1 16,0 2-2-16,0 3-3 16,0 0 0-16,3 6 0 0,1 2-2 15,0 3 1-15,-2 3 0 16,0 3-1-16,-2 2-2 16,1 1-10-16,-1 0-5 15,1 1 2-15,-1 6 5 16,0 2 3-16,0-2 1 0,0 4 0 15,0-4 1-15,0 0-2 16,0-1-16-16,0-5-4 16,0-1-78-16</inkml:trace>
  <inkml:trace contextRef="#ctx0" brushRef="#br0" timeOffset="-202662.58">17507 13607 8 0,'0'0'13'0,"0"0"18"0,0 0-7 16,0 0-10-16,0 0-1 15,0 0-7-15,0 0-4 0,-41 30-2 16,36-23 1-16,0 0-1 15,0 0 0-15,1 0 0 16,2 0 1-16,-3 1-2 16,1 0 2-16,1 1-2 15,1-1 1-15,-3 2 0 16,2 0 0-16,1-2 1 0,1 2-1 16,-1-2 0-16,2-1 0 15,0-2 0-15,0-2-3 16,0-1-21-16,0-2-62 15</inkml:trace>
  <inkml:trace contextRef="#ctx0" brushRef="#br0" timeOffset="-202512.28">17469 13738 215 0,'0'0'35'0,"0"0"-3"0,0 0-12 15,0 0-14-15,0 0-5 16,0 0-1-16,0 0-8 15,0 0-44-15,0-9-1 16,2 13-4-16,0-2-13 16</inkml:trace>
  <inkml:trace contextRef="#ctx0" brushRef="#br0" timeOffset="-199741.58">17588 14080 94 0,'0'0'14'0,"0"0"-6"0,0 0 10 16,0 0 20-16,0 0-4 15,0 0-15-15,0 0-10 0,0 0-6 16,0-1-1-16,0-1-2 15,0-1 1-15,0 1 0 16,0-1-1-16,0-2-1 16,1 0 1-16,4-2 1 0,-3-1 0 15,4-3 0-15,0-1 3 16,1-2 2-16,1-3 5 16,0-1-6-16,0-3 1 15,-1-3-4-15,1 1 0 16,-2-1 0-16,0-2 1 15,-5 1 7-15,1-1 0 0,-2 1-4 16,0 0-4-16,0 1-1 16,0 2 1-16,0 2-4 15,-2 4 2-15,-1 2-1 16,1 4 2-16,0 0 1 16,1 3-1-16,-1 1-1 0,2 3 1 15,0 0-1-15,0 1 1 16,0 0-1-16,0 2-2 15,0 0-3-15,0 0 2 16,0 0 0-16,0 0 0 16,0 0-2-16,0 0 1 0,0 0 2 15,0 0 0-15,0 0 2 16,0 0-1-16,0 0-2 16,2 2 1-16,-2 0-1 15,0 1 1-15,0 1 4 16,0 1-1-16,0 2-3 0,0 1 0 15,-4 0-1-15,-1 0-2 16,-3-1 2-16,3 2 3 16,-7-1 1-16,0 5-1 15,-1 0 0-15,-3 2 0 16,0 2-1-16,-4 2 1 0,1 1 1 16,2-2-1-16,-2 1 0 15,2-1-1-15,2-4-1 16,2-2 2-16,1-4-2 15,3-2 2-15,2-3 0 16,3 1 2-16,-2-4-2 0,5 0-15 16,0 0-25-16,1-6-35 15</inkml:trace>
  <inkml:trace contextRef="#ctx0" brushRef="#br0" timeOffset="-199411.37">17498 13677 44 0,'0'0'8'0,"0"0"14"0,0 0 3 16,0 0-7-16,0 0-1 15,0 0-10-15,0 0-4 0,0 0-3 16,0 0 0-16,0 0 0 16,41-6-2-16,-28 10 2 15,0 1-1-15,5 2 1 16,1 2-1-16,2 0 1 16,-2 0-1-16,3 2-1 15,-2-1 2-15,0 3 0 0,-2-3 0 16,-2-2-18-16,-5-1-48 15</inkml:trace>
  <inkml:trace contextRef="#ctx0" brushRef="#br0" timeOffset="-198652.2">17573 14138 19 0,'0'0'18'15,"0"0"-2"-15,0 0-3 16,0 0-5-16,0 0 0 16,0 0 5-16,0 0 25 15,0 0-17-15,0 0-9 0,2 3 4 16,1-14 5-16,0-1-5 16,0-2-4-16,0 0-5 15,0 0-1-15,3-3-3 16,-2-2-1-16,1-1-2 0,2-2 1 15,-2-4 0-15,1-1-1 16,-1-3 1-16,-2 2 0 16,-1-1 0-16,0 1 1 15,-2 3 13-15,0 2-2 16,0 0-6-16,0 3-4 16,-4 2 0-16,4-1-3 0,0 4 0 15,-1 0 0-15,1 1 1 16,0 4-1-16,0 0 0 15,0 2 0-15,0 3 0 16,-1 1 0-16,1 2-1 16,0 1 1-16,0 1-2 0,0 0 0 15,-1 0-8-15,-1 0-3 16,1 1 2-16,-1 4 7 16,-2-2 2-16,1 0 1 15,0 1 0-15,0-1 1 16,1 0 1-16,-4 2 1 0,0 0 0 15,-1 2-1-15,-1 1-1 16,-3 4-1-16,-5 0 0 16,1 1 3-16,-5 1-1 15,1 0-1-15,-4 2 1 0,-1-1 1 16,0-3-1-16,-1 4 1 16,-2-5-1-16,4-1 1 15,2-1-1-15,3-1-5 16,3-2-10-16,8-2-26 15,1-4-42-15,6 0-46 16</inkml:trace>
  <inkml:trace contextRef="#ctx0" brushRef="#br0" timeOffset="-198216.8">17592 13625 76 0,'0'0'3'0,"0"0"3"0,0 0 3 16,0 0-1-16,0 0 0 0,0 0-2 16,0 0 1-16,41 3-2 15,-33 3 0-15,1 1-4 16,3 3 1-16,-1-3-1 16,1 3 0-16,1-3 0 0,1 2 2 15,1-1 7-15,1 0-2 16,1 0 0-16,0-2 4 15,1-1-2-15,1 1-1 16,-1-2-2-16,1 0 0 16,-1-1-2-16,0 1-2 15,-4 1-1-15,-1 0-1 0,-4-2-14 16,-4 1-76-16</inkml:trace>
  <inkml:trace contextRef="#ctx0" brushRef="#br0" timeOffset="-196958.78">17522 13778 76 0,'0'-5'3'0,"1"-2"2"0,1 4-2 15,0-4 2-15,1 3-1 16,-1-2 4-16,0 3 3 16,1-1 1-16,-1 0 12 15,-2 2 10-15,0 1-18 0,0 1-12 16,0 0-6-16,0 0-5 15,0 1-10-15,0 9 5 16,0 2-1-16,0 5 16 16,0 3-1-16,0 3-2 0,0 3 0 15,0 1 1-15,2 0 0 16,0 1 0-16,-1 0-1 16,1-3 1-16,-1 1-1 15,-1-5 2-15,0 2-1 16,0-5 0-16,0-2 0 15,0-1 2-15,0-4 0 0,-2-2-1 16,-2-1 1-16,-1-1 1 16,1-3-1-16,1-1 0 15,-1 0-1-15,0-3-8 16,1 0-19-16,3 0-6 0,0 0-9 16</inkml:trace>
  <inkml:trace contextRef="#ctx0" brushRef="#br0" timeOffset="-196545.26">17615 13579 102 0,'0'0'6'0,"0"0"9"0,0 0-12 15,0 0-3-15,-42 17 0 16,25-2-1-16,-3 4 1 16,0 2 0-16,-3 0 0 0,1 2 1 15,1-3-1-15,0-2 0 16,1 1 1-16,2-5 0 16,2-1 3-16,5-2-3 15,0-1 1-15,4-3 0 16,1-4-14-16,4-3-31 0</inkml:trace>
  <inkml:trace contextRef="#ctx0" brushRef="#br0" timeOffset="-196338.51">17505 13641 99 0,'0'0'10'0,"0"0"5"0,0 0-2 16,38 0-4-16,-22 10-2 15,6 1-6-15,-2 4 0 16,2-1-2-16,-3 0-41 16</inkml:trace>
  <inkml:trace contextRef="#ctx0" brushRef="#br0" timeOffset="-193334.45">12874 12624 28 0,'0'0'3'0,"0"0"-1"0,0 0 0 16,-2-1 4-16,0 0 7 15,2 0 7-15,-2-1-3 16,2 0-2-16,-1 2-8 0,1 0-1 16,-1 0-2-16,1 0-3 15,-1 0-1-15,1 0 0 16,-2 0 0-16,2 0 1 16,0 0-1-16,0 0 0 15,-2 0 0-15,2 0 0 16,-2 0 0-16,0 0 0 0,1 0 0 15,0 0 1-15,-1 0-1 16,1 0 0-16,1 0 1 16,0 0 2-16,0 0 8 15,0 0 0-15,0 0-4 0,0 0-3 16,0 0-2-16,0 0-1 16,0 0-2-16,0 0 1 15,0 0-2-15,0 0 1 16,0 0 1-16,0 0 0 15,0 0 0-15,0 0 0 0,0 2 0 16,0-1 0-16,1 0 1 16,1-1-1-16,0 0 0 15,-2 1-1-15,1-1 0 16,-1 1 0-16,1 0 0 16,-1-1 0-16,2 3 0 0,-2-2 1 15,0 1-2-15,0 1 2 16,2 0 2-16,-2-1-2 15,2 1 0-15,-2 0 0 16,1 0 0-16,-1-2 0 16,2 1 0-16,-1-2 0 0,0 1 0 15,1-1 0-15,-2 2 1 16,2-1-1-16,-2 0 0 16,0 2 0-16,0-3 0 15,0 3 0-15,0-2 0 16,0 2 0-16,0-1 0 15,0 1 0-15,2 0 0 0,-2 1 0 16,0 1 0-16,2-2-1 16,0 3 1-16,-1 0 0 15,2-1 0-15,1 0 0 16,-2 0 0-16,0 0 0 16,0-1-2-16,-1 0 1 0,0 0 0 15,2 1 0-15,1 0 2 16,-2 0-2-16,1 1 2 15,3-1-2-15,-1 1 2 16,-1-1-1-16,0 2 0 16,3 0 0-16,-4 1 0 0,3-2 0 15,-1 0 0-15,1 2 0 16,1-2 0-16,-1 0 1 16,3 1-1-16,3-1 0 15,-5 1 0-15,2-1 1 16,2-2-2-16,-5 0 1 0,1 1 0 15,-2-2 0-15,2 2-1 16,-3-1 1-16,0 2-1 16,1-3 1-16,1 4 0 15,-2-1 0-15,4-1 1 16,-2 1-1-16,3 1 1 16,-2-1-1-16,-1 2 0 0,-2-1 0 15,2 0 0-15,-2 0 0 16,-2-1-1-16,0 1 1 15,1-1 0-15,1 1 0 16,-2 0-1-16,-1-1 1 16,4 0 0-16,-1-1 0 0,-2 2-1 15,2-1 2-15,3 1-1 16,-1-1 0-16,-1 2 0 16,4-2 0-16,0 1 1 15,0 3-1-15,1-4 0 16,0 3 1-16,1 0-1 15,-2-2 0-15,2 1 0 0,-4 0 0 16,3-1 0-16,-2 0 0 16,0 0 0-16,1 1 0 15,3-1 0-15,-1 1 0 16,0-1 0-16,0 2-1 16,2-1 1-16,1 2 0 0,-1-3 0 15,1 3 1-15,-2-1-1 16,1-1 0-16,1 2 1 15,-2-3-1-15,0 3-1 16,-1-3 2-16,-4-1-2 16,1 0 1-16,0-2-1 0,0 0-1 15,-2 2 2-15,2-2 1 16,3 0 0-16,-4-1 0 16,1 3-1-16,2-2 0 15,-1 0 1-15,1-1-2 0,2 0 1 16,-3 3-1-16,1-1 3 15,2-1-2-15,-1 1 2 16,-2 1-2-16,3-1 0 16,-1 1 0-16,1 0 1 15,2 0-1-15,0 2 0 0,0 0 0 16,0-2 0-16,2 0 0 16,-1 2 0-16,2-1 0 15,2-1 0-15,-3 1 0 16,2 0 1-16,2 0 0 15,-2 0-1-15,0-1 0 0,-2 0 0 16,1 1-1-16,0 0 2 16,3 0-1-16,-3-1 0 15,2 1-1-15,2 1 1 16,1 0 2-16,1-1 0 16,2 1-2-16,-1 1 2 15,3-2-2-15,0 0 0 0,-2 0 0 16,0 0 0-16,1 2 0 15,-2-2 1-15,1 0 0 16,-2 0 0-16,2 0 1 16,1 0-1-16,-2-1 0 0,3 1 0 15,0-4 0-15,4 1 0 16,-1-1 0-16,1-2 0 16,5 2 0-16,0-3 1 15,1 0 1-15,0 0-2 16,2 0-1-16,2 0 1 0,-3 0 0 15,4 0 0-15,-4-3 0 16,3-1 1-16,-1-2 4 16,0 0 2-16,0 1 0 15,0-1-4-15,0-1-1 16,1 1 1-16,1-1-3 16,-2 0 0-16,1 0 1 0,1 0-2 15,-2 1 1-15,1-1 0 16,-4 0-1-16,2 0 2 15,-1-1-2-15,2-2 0 16,-2 1 5-16,-3-1 2 16,3-3 4-16,-2 2-6 0,0-2 0 15,3 1-5 1,3 0 1-16,0-2 0 0,7 1 0 16,-3-1 0-16,6-1-1 15,2 0 1-15,2 1-1 16,0-1 0-16,3-1 0 15,-1 0 0-15,1 2 5 0,-5-3 4 16,-3 3 1-16,-4-1 1 16,-4 1-6-16,-8 3-1 15,-1 2-2-15,-5 2-1 16,-6 1 1-16,-8 0-7 0,-10-3-82 16</inkml:trace>
  <inkml:trace contextRef="#ctx0" brushRef="#br0" timeOffset="-191877.74">8764 9049 23 0,'0'-2'8'0,"-4"0"6"0,-3-1-11 0,2 1-2 0,-1 0 0 16,3-1-1-16,1 0 1 15,0-1 7-15,0 0 8 16,-1 1-1-16,2-1 2 15,-2 1-3-15,3 2 1 0,0-1-9 16,0 2-3-16,0 0-7 16,0 0 2-16,0 7 1 15,0 2-2-15,0 1 1 16,2 1-1-16,3 1 2 16,-3-1 0-16,2 0-1 15,1-1 0-15,1-3 0 0,1-1-1 16,3-1 0-16,2-4 0 15,2-1 7-15,2 0 5 16,6-5-2-16,1-7 0 16,2-4 3-16,3-5 0 15,3-4 0-15,0-2-1 0,2-7-1 16,4 0 0-16,1-3 0 16,2-3 0-16,0-2-1 15,5-4 2-15,-3 0-2 16,3-1-1-16,-3 0-2 15,0 3-1-15,0 3 0 16,-2 5-1-16,-3 4-13 0,-5 0-77 16</inkml:trace>
  <inkml:trace contextRef="#ctx0" brushRef="#br0" timeOffset="-182330.15">12655 10407 72 0,'-2'0'5'0,"2"-2"-1"16,0-1 0-16,0-2 0 0,-3 1 1 15,0 1 1-15,0 0 2 16,-6-1-3-16,4 1-1 16,-3-1 2-16,3 2-1 15,-3-2 1-15,2 3-4 16,2-1-1-16,-2 0 0 0,1 0-1 16,-1 1 0-16,0 1 0 15,-2 0 0-15,1 0 0 16,-4 0 0-16,-3 0-1 15,0 0 1-15,-1 3 0 16,-5 2-1-16,0 1 0 0,0 1 2 16,1 2-1-16,0-1 1 15,1 2-1-15,5-1 0 16,0 0-1-16,-1 0 1 16,3 4-1-16,-1 1 0 15,-1 2-1-15,0 3 2 0,-1 1 0 16,-3 2-2-16,1-1 2 15,-4 0 0-15,2-1 2 16,2 1-2-16,-1-2 2 16,1-1-1-16,1 2 0 15,1 0 0-15,2 3-1 0,-1 0 0 16,0-1 0-16,0 3 0 16,1 0 0-16,-1 2 3 15,1-4 3-15,1 4 0 16,3-4-4-16,3 2 1 15,-2-1-2-15,5 0 1 0,0-1-1 16,2 0 0-16,0-1 2 16,1-2-2-16,7 3 0 15,-2-3-1-15,3 4 1 16,0 0-2-16,-1-1 1 16,2 3 0-16,-1 0 0 0,-2-1 0 15,4 0 0-15,0-2 0 16,1 1 0-16,1-2 1 15,2-3-1-15,1 1 2 16,2-1-2-16,-1-1 1 16,4 2-2-16,-3-2 2 0,4 2-1 15,-2 3 1-15,2-1 0 16,-1 3 0-16,3-1 1 16,1 4-1-16,0 0 2 15,1-2-1-15,3 0 0 16,2-3 0-16,1-5-1 0,1-2 0 15,3-5-2-15,-2-4 3 16,1-4 1-16,2 1 3 16,0-4-1-16,4 0 0 15,-1 0-1-15,2 0-1 16,3-5-2-16,3-1 1 0,2-4-1 16,2 2 1-16,1-2-1 15,-3-2 0-15,4 0-1 16,-4-1 0-16,0-2 0 15,-1-2 0-15,-4 0 1 16,-1-4-1-16,-5 1 1 16,0-3 1-16,-3-1-1 0,-2-2 0 15,3 0 1-15,0-3-1 16,-1-1 5-16,1-3-5 16,-1 1-1-16,-3-2 0 15,-2 0 1-15,-3 0 0 16,-3 0-1-16,-3 1 2 0,-3-1 3 15,-3 3 0-15,-5 1-1 16,-4-1 3-16,-5 1-3 16,-2-1 2-16,0-2 0 15,-11-1 0-15,-4-1-3 0,-4-1 0 16,-1-2-1-16,-5 2-3 16,-2 1 2-16,-3-1-1 15,-3 2 1-15,-3 0-3 16,-2 1 4-16,-2-2-2 15,0 1 2-15,-5 0-2 16,2 1 0-16,-4 3 0 0,1 5 1 16,1 5 2-16,2 5-3 15,1 8 1-15,-1 3-2 16,-1 4-58-16,1 0-58 16</inkml:trace>
  <inkml:trace contextRef="#ctx0" brushRef="#br0" timeOffset="-179534.34">8767 9011 81 0,'-13'-10'14'0,"-1"3"3"0,-3 1-4 0,-2 1-2 16,-4-1-5-16,-2 3 1 15,-1-2-5-15,-1 0 6 0,0 1-2 16,-1-3 5-16,-2 0-2 16,1 1-4-16,-4 0-3 15,-1 2 1-15,1 0 0 16,-6 2-3-16,1 2 0 15,-4 0-2-15,-3 0 2 16,-3 0 0-16,0 0-3 0,-6 0 2 16,3 2 2-16,-4 5 1 15,0 2 3-15,-3 3 1 16,0 3-6-16,0 4 0 16,0 4 4-16,0 4-4 0,-2 2 2 15,1 3-1-15,0 1-2 16,0 2 2-16,1 4-5 15,-2 2 4-15,3 4-3 16,2 6 0-16,1 2 0 16,-1 2-17-16,3 5 22 15,3 3-7-15,-2 2 0 0,6 4-1 16,0 4 5-16,3 3-3 16,-3 6 3-16,7 3-1 15,0 1-1-15,4 1 3 16,5 1 0-16,1 3 0 15,9 0 0-15,4-3 0 0,3 3 2 16,3 1-2-16,5 1 1 16,2-1 0-16,2 0 0 15,0 0-1-15,7-2 0 16,8-4-2-16,5 0 3 16,7-2 0-16,4-1-2 0,7-4-3 15,7-3 4-15,1-2-3 16,9-2 1-16,5-1 1 15,3-1 0-15,6-4-1 16,7 0 1-16,2-1 0 16,7-5 2-16,0-4 0 0,0-3 0 15,2-3 0-15,4-5 0 16,1-5 2-16,-2-7-1 16,5-5-1-16,3-6 3 15,-1-4-3-15,0-6 0 16,3-4 1-16,2-4 0 0,2-4-1 15,-2 0 1-15,4-10 1 16,-1-7 0-16,2-5 2 16,0-10-2-16,0-7-1 15,1-8 1-15,-3-7-1 16,0-7 0-16,-4-5-1 0,-5-3 0 16,-7-4 2-16,-4-2-3 15,-9 0 6-15,-4-3 8 16,-7-5 4-16,-7-2-4 15,-7 1-3-15,-4-4-1 16,-9-1-1-16,-5-1-3 16,-6 2-2-16,-6-1-2 0,-5-4-1 15,-4 1 0-15,-5-1 0 16,-7-1-1-16,0-6 1 16,-9 1-1-16,-5 2 0 15,-10-2 0-15,-3-2 0 16,-5 0-1-16,-7 6-1 0,-3 3 2 15,-6-2 1-15,-4 9-2 16,-3 4 1-16,-1 3 2 16,-5 1 0-16,-3 6 1 15,-3 3 3-15,-3 3-2 16,-4 3-3-16,-2 4 3 16,-4 10 1-16,-2 5-2 0,0 8-4 15,0 8 1-15,-2 7-7 16,0 6 9-16,2 9-38 15,-3 1-52-15</inkml:trace>
  <inkml:trace contextRef="#ctx0" brushRef="#br0" timeOffset="-179016.04">8981 9081 58 0,'-2'0'6'0,"0"0"-4"0,2-3 1 0,0 0-1 16,0 0-2-16,2-1 0 15,4 0-2-15,0 1 0 0,3-3-2 16,-1 2-33-16</inkml:trace>
  <inkml:trace contextRef="#ctx0" brushRef="#br0" timeOffset="-178469.9">8956 9005 64 0,'0'0'8'0,"0"0"5"0,0 0-9 15,0 0-3-15,0 0 0 16,0 0-1-16,0 0 0 15,0 0 1-15,0 0-1 16,6 32 2-16,1-27-2 16,3-5-3-16,-2 0 2 0,1 0-1 15,1 0 6-15,1-12 13 16,2-4-1-16,3-2-2 16,1-7-1-16,3 0-2 15,3-4-2-15,2-3 1 0,-1-2-3 16,3-2 2-16,2-3-3 15,0 0 2-15,-2-1 2 16,2-1-1-16,-2 1-6 16,-2 5-1-16,0 1-1 15,0 6-3-15,-6 4-42 16,-4 3-44-16</inkml:trace>
  <inkml:trace contextRef="#ctx0" brushRef="#br0" timeOffset="-175745.41">8782 9121 14 0,'0'0'2'0,"0"0"2"15,0 0 10-15,0 0-2 0,0 0 0 16,0 0-4-16,0 0-2 0,0 0 7 15,0 0-3-15,-34-39-4 16,34 38-1-16,0-1-3 16,0 0-2-16,4 2 0 15,-1 0 0-15,2 0 0 16,-1 0-2-16,-1 2 0 0,3 4 1 16,-2-2 0-16,-1 2 0 15,3 0 2-15,1-1-1 16,0-3-1-16,2-2 0 15,4 0 3-15,1 0-1 16,6-7 0-16,0-6 1 0,6-6-2 16,-1-2 2-16,4-6-3 15,0-1 2-15,0-5-1 16,5-2 1-16,-1-1 4 16,3-2 5-16,0-3 0 15,5-1-2-15,-2 1 0 16,-3 0 0-16,-2 1-1 0,-5 5-2 15,-3 5-2-15,-7 7-1 16,-4 7 0-16,-7 5-1 16,-5 7-22-16,-3 4-34 15</inkml:trace>
  <inkml:trace contextRef="#ctx0" brushRef="#br0" timeOffset="-175261">8698 9056 0 0,'0'0'1'0,"0"0"2"0,0 0 3 0,0 0 5 16,0 0 7-16,0 0 9 15,0 0-8-15,0 0-7 0,42-18-3 16,-29 1-2-16,4 0 0 16,4-3 0-16,-1-3 4 15,4-1 1-15,4-3 1 16,0 0-1-16,0-2 1 16,1-1 1-16,-2 0-2 15,-1 0-3-15,1 0-4 0,-3 3-2 16,-1 1-2-16,-4 7 2 15,-2 3-4-15,-5 8-35 16,-9 6-34-16,-3 2-33 16</inkml:trace>
  <inkml:trace contextRef="#ctx0" brushRef="#br0" timeOffset="-174886.42">8768 9077 66 0,'0'0'4'0,"0"0"10"0,0 0-9 0,0 0 5 15,0 0 8-15,0 0 0 16,0 0-9-16,0 0 4 16,52-50-2-16,-21 23-1 15,9-6-2-15,7-7-4 0,11-2-1 16,9-7-1-16,10-6 1 15,6-5-3-15,5-8-62 16</inkml:trace>
  <inkml:trace contextRef="#ctx0" brushRef="#br0" timeOffset="-173467.42">13118 10429 66 0,'0'0'4'0,"0"0"14"0,0 0-7 0,0 0-4 16,0 0 2-16,-7-43 2 15,3 35 2-15,-1 0-2 16,0 1-1-16,-3 1-5 15,-1 1-3-15,-3-1-2 16,-1 3 1-16,-6-1-4 16,3 3 8-16,-3-1-7 0,-3-1 5 15,2 1-2-15,-3 0 0 16,4-1 1-16,-4 2 0 16,3-1 0-16,-3 2-2 15,-2 0 1-15,0 0 1 16,-2 0-2-16,-2 3 0 15,-1 4 0-15,-3 0 0 0,-1 3-2 16,1 0 4-16,-3 4-4 16,0 1 2-16,0 3 0 15,3 3 2-15,-1 1-1 16,-1 6-1-16,1 1-1 0,-3 1-1 16,0 1 1-16,-1 1-1 15,-1-2 1-15,1 0 0 16,-2 0 1-16,7 1 1 15,0 0 0-15,1 4-1 16,5 0 0-16,4 0 0 0,1 2 0 16,5 0 0-16,6 0 0 15,0-3-1-15,4 2 0 16,5-2-2-16,2 1-1 16,0 2 2-16,0 4 1 15,8 2 1-15,4 1-2 0,1 2 2 16,4 0 2-16,3-3-2 15,-1-2 1-15,4-2-1 16,0-2 1-16,3-1-1 16,1-5 0-16,3 0 3 15,2-2 0-15,0-4 0 16,4 0-1-16,-3-4 0 0,0-1 3 16,2-3 1-16,4-4 1 15,1 0-3-15,5-4 3 16,5 0-2-16,-1-2 0 15,6-2 0-15,0-4-2 16,1-1-1-16,-1 0 0 0,0 0-1 16,1-9-1-16,3-5 2 15,1-7 1-15,0-3 0 16,3-6 0-16,0-3-1 16,-1-6 1-16,-3-4-1 0,-4-4-1 15,-4 0 0-15,-6-7 0 16,-4-2 10-16,-6-3 7 15,-5 0-3-15,-2 0-8 16,-9 1 0-16,-7 4-2 16,-5 6-2-16,-7 9-2 15,-8 10-2-15,-15 9-3 16,-15 7-60-16,-13 9-125 0</inkml:trace>
  <inkml:trace contextRef="#ctx0" brushRef="#br0" timeOffset="-171454.31">13026 12755 75 0,'0'-1'3'0,"0"0"11"0,0 1-6 15,0 0-5-15,0 0 0 16,0-1-2-16,0 1 1 0,0-1 0 16,0 1 2-16,0 0 5 15,-2 0 3-15,1 0-1 16,0 0-11-16,0 0 0 15,1 0 1-15,-1 0 0 0,1 3-1 16,-1 1 0-16,1 0-2 16,0 2 1-16,-1-1 1 15,1 1-1-15,0 0 0 16,0 2-1-16,-1 2-2 16,1-1 3-16,0 4 0 15,0 1 1-15,0 0 0 0,0 0 1 16,0 1-1-16,0 1 1 15,1 1-1-15,2 0 1 16,2 2-1-16,0-1 0 16,0 2-1-16,3 0 0 15,-2 3 1-15,3-2 0 16,0 3 0-16,1-1 0 0,2 4 0 16,1-3 0-16,0 3 0 15,1-3 0-15,2 0 0 16,1-4 1-16,0 0-2 15,1 0 1-15,2-3 0 0,0 3 0 16,1-3 1-16,-2 3-1 16,0-2 0-16,3 2 1 15,-2 0-1-15,2 0 0 16,-2 0 0-16,0 1 1 16,0 0-1-16,1-2 0 15,-5 1 0-15,4-2 0 0,-1-1-2 16,4 0 3-16,-1 0 0 15,3 0-1-15,2-1 1 16,1 1-1-16,1 0 0 16,6-1 0-16,-2 1 1 0,-1-1 3 15,3-1-1-15,-4 1-1 16,3-1 0-16,-3-2 0 16,1 2 2-16,1 0-2 15,0-4 0-15,1 1 0 16,2-3 0-16,2-1 4 0,0 0 1 15,-2-1-1-15,3-2-4 16,-1 2 0-16,3 1-1 16,-3-1-1-16,4 1 1 15,1 1-1-15,1 0 0 16,-1-3 0-16,0-1 1 0,4-1 2 16,-3-4 2-16,0 0-2 15,2 0 2-15,2 0-1 16,-1 0-2-16,-2 0 1 15,2-6-2-15,-4 1 1 16,0 2-1-16,-3-1 0 16,0 0 1-16,3-2-1 0,0-1 0 15,-2 1 1-15,2-2 0 16,-3-3 1-16,0-1 0 16,-1 0-2-16,0 0 2 15,-1-2-2-15,0 1 1 16,1 0-2-16,0 0 1 0,-1 2 1 15,-4 0-2-15,-1-1 0 16,-4 2 0-16,0 0 0 16,-2 1 1-16,-4-1 2 15,2 1 0-15,0 0-1 16,-2-2 0-16,-1 3 1 0,2-1-2 16,-3-2 1-16,0 1-2 15,-1-1 3-15,-2 0 6 16,-1 0 0-16,-1 0-2 15,2-2-2-15,0 0-1 0,-2 2-3 16,2-3 1-16,-1-1-2 16,1 1 1-16,-2-1-1 15,0 0 1-15,1-1 0 16,-4 1 7-16,0 0 2 16,1 0-1-16,-2 1-1 15,1 1-2-15,-2 2-3 0,-2 0-1 16,-2 3-1-16,0 1 0 15,-2 0-2-15,-3 0 2 16,1 4 0-16,0-1-1 16,-1 3 1-16,-2-1-1 15,2 2-1-15,-2 0-10 0,0 0-19 16,0 0-32-16,0 0-34 16,0 0-32-16</inkml:trace>
  <inkml:trace contextRef="#ctx0" brushRef="#br0" timeOffset="-170695.3">16160 13118 89 0,'0'0'2'0,"0"0"8"0,-1 0-3 0,0 0-5 16,1 0-3-16,0 2 0 16,0 2 1-16,0 1 0 0,2 0-1 15,4 2 2-15,0 2 0 16,4-1 1-16,1 0 1 15,0 1 2-15,5 0 0 16,0-2 1-16,2-1 3 16,2-1 2-16,-2 0 1 0,1-1-2 15,-1-3 2-15,-2 2 0 16,-1-3-2-16,-1 0 1 16,-3 0-3-16,-4 0-1 15,2 0-3-15,-3 0-1 16,-1 0-1-16,-2 0-1 15,0 1 0-15,-1 1-1 0,0-1 0 16,1 1 0-16,-3-1 0 16,3-1-1-16,-3 3 0 15,1 0 0-15,0-2 1 16,0 4 0-16,1 0-2 16,0-1 2-16,0 1 1 0,0 0 0 15,0 0 1-15,0-1 1 16,-2 3 0-16,1-1-1 15,1-1-1-15,-2 1-3 16,1 4 3-16,-1-1-1 16,0 4 4-16,0 1 0 15,-8 8 2-15,-13 14-9 16,-12 16 8-16,-23 26 1 0,-30 32-1 16,-35 26-1-16,-40 28-228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09:22.0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13440 6558 41 0,'-3'0'26'0,"0"0"-20"0,2 0 0 0,0 0-4 15,0 0-1-15,1 0-1 16,0 2-3-16,0-2 3 0,0 1 0 16,0 1 0-16,0 0 0 15,0-2 0-15,0 0 0 16,2 2 0-16,-1-2 0 16,2 1 0-16,0-1 0 15,-1 0 0-15,0 0 0 16,1 0 0-16,3 0 2 0,-2 0 0 15,1 0-2-15,1 0 2 16,2 0-1-16,-2 0 0 16,1 0 0-16,1 0 3 15,2 0 0-15,-1 0-1 16,1 0 0-16,2 0 1 0,1 0-3 16,3 0 1-16,-2 0-2 15,3 0 1-15,1 0 0 16,0 0-2-16,-1 0 1 15,4 0-2-15,0-1-2 0,0-1 10 16,0 2-1-16,3-2 0 16,1 0-3-16,-2 1 0 15,1-1-1-15,1 1 1 16,1 0-1-16,-3-1-1 16,0 2 1-16,2 0 0 0,0 0 1 15,2 0-1-15,0 0 0 16,0 0 0-16,-1 0-1 15,3 0 1-15,-2 0-1 16,0 0 0-16,0 0 0 16,-2 0 0-16,1-4-1 0,0 4 1 15,0-3 0-15,3 0 1 16,0 2 0-16,0-1 0 16,2 1-1-16,0 1 2 15,-1 0-1-15,1 0 0 16,2 0 1-16,0-1-2 15,4 0 0-15,-3-3 0 0,4 4 1 16,2-3-1-16,2 0 0 16,1 2 1-16,-2-2-1 15,1 1 1-15,-3-2 0 16,-1 2 0-16,-2-3-1 16,0 1 0-16,2 0 0 15,-2-2 0-15,2 1 0 0,1 2 0 16,2-1 1-16,-1 2-1 15,2-1 1-15,0 0 0 16,2 3 0-16,3-4 0 16,0 3 0-16,2-3 2 0,-3 2-3 15,1-1 1-15,-2 0-1 16,0-1 0-16,-3 0 0 16,-1 0 0-16,6-1 0 15,2 1 1-15,2 0-1 16,0 1 0-16,2-2 1 0,0 1 0 15,1 1-1-15,-1-1 1 16,-4 1-1-16,1-1 2 16,-2 1 3-16,-1-1 4 15,-3 0 5-15,2 2-3 16,1 0-4-16,0 0-4 0,4 2-2 16,-4 0 0-16,3 0 0 15,-2 0-1-15,0 0 1 16,-3 0-1-16,3 0 1 15,-3 0-1-15,1 0 0 16,2 0 0-16,-5 0 0 0,1 0 2 16,-1 0-2-16,3 0 0 15,-3 2 0-15,5-1 1 16,3 1-1-16,4 0 0 16,0-2 1-16,1 3 1 15,2-3-2-15,-1 0 1 0,1 1 0 16,-2-1 0-16,-4 0-1 15,1 0 0-15,1 0 0 16,-1 0 0-16,0 0 0 16,4-1 0-16,5-2 1 15,1 1 1-15,5 0-2 16,3-1 1-16,2 2 1 0,0-2-1 16,-3 0 0-16,0 0 0 15,-1-1-1-15,0 1 1 16,1 0-1-16,-1 2 0 15,0-2-1-15,2 3 3 16,0-2 2-16,-1 1 2 0,-5-2-2 16,0 0-1-16,-1 0 2 15,-4-1-1-15,-1 0-1 16,-3 1 0-16,0 0 0 16,-3-1-1-16,-4 4-1 15,-2-3 0-15,-4 3-1 0,-4 0 1 16,-2 0 0-16,-6 0-1 15,-5 7 2-15,-5 1-4 16,-11 1-33-16,-10-4-72 16</inkml:trace>
  <inkml:trace contextRef="#ctx0" brushRef="#br0" timeOffset="836.63">17439 5076 52 0,'-3'0'6'0,"0"0"-1"0,1 0 3 0,0 0 2 15,0 0-2-15,1 0-6 16,0 0-2-16,1 0-2 0,0 1 0 16,0 1 0-16,0 1 1 15,0 2 1-15,0 1 4 16,2-1-2-16,2 1-2 15,1 1 0-15,1 0 1 0,0-1-3 16,2-2 2 0,0-4 5-16,3 0 1 0,2 0 9 15,5-4 14-15,5-10 6 16,9-9-12-16,11-8-9 16,12-9-5-16,12-10-7 15,11-7 0-15,9-8-12 0,7-9-83 16</inkml:trace>
  <inkml:trace contextRef="#ctx0" brushRef="#br0" timeOffset="6062.07">16454 7477 84 0,'0'0'8'0,"0"0"1"0,0 0-3 15,0 0-4-15,2 0-3 16,-2 0 1-16,0 0 0 15,2 0 0-15,-2 0-1 16,0 0 1-16,0 0 0 0,1 0 1 16,-1 0-2-16,0 0 0 15,0 0-2-15,0 0 0 16,0 0-2-16,0 0 7 16,0 0 3-16,0 0 2 15,0 0-4-15,0 0 4 0,0 0 0 16,-3 0-1-16,1 0-3 15,0-1 0-15,-2-1-1 16,-1 2-2-16,1 0 0 16,-4 0 1-16,0 0 2 15,0 0-2-15,-2 0 3 0,-1 0 2 16,0 0 0-16,-2 0 0 16,-1 0 4-16,1 0 3 15,-3 0-3-15,0 0-4 16,0 0-3-16,2 0-1 15,-2 0-1-15,3 0-1 0,-1 0 0 16,1 3 1-16,-2-3-1 16,2 2 1-16,-1-2-1 15,0 0 0-15,0 0 0 16,-2 0 1-16,1 0-1 16,-5 0 0-16,2 0 1 15,-2 0-1-15,-1 1 0 0,-2 0 0 16,2 0 0-16,-3 0 0 15,1 0 0-15,0 1 0 16,0 0 0-16,2-1 0 16,-4 0 0-16,1-1 1 15,0 0 0-15,1 1 3 0,-2 1-1 16,0-1-1-16,-1 1-1 16,0 1 0-16,-1 1-1 15,0-1 0-15,-4 0 2 16,3 1-2-16,-3 0 0 15,-1-1 0-15,1 1 0 0,0 0 0 16,0 1 0-16,0 0 0 16,-2-2 0-16,3 4 0 15,-2 1 0-15,-2-3 0 16,4 3 0-16,-7-2 0 16,6 1 0-16,-4 1 0 0,3 0 0 15,1 0 0-15,2-2 0 16,-2 1 0-16,1 2 0 15,0-1 0-15,-2 1 1 16,-2-1-1-16,1 2 0 16,-2 1 0-16,1-2 0 0,-3 4 0 15,3-2 0-15,-3-1 0 16,4 4 0-16,-3-1 0 16,-1 0-1-16,3 4 2 15,-2-3-1-15,3 0 0 16,-4 1-1-16,6-1 2 0,0 0-1 15,5-3-1-15,-1 2 1 16,0 0 0-16,3 0 0 16,1-1 0-16,3 1 0 15,-1 2 0-15,1-1 0 16,3 0 0-16,-3 0-2 0,5 2 4 16,0-2-2-16,1 3 0 15,2-3-2-15,2 0 2 16,2 1 0-16,-1 0 0 15,4-1 2-15,-1-1-4 16,2 3 1-16,3-2 2 0,1 0-2 16,0 0 0-16,0 1 1 15,0 0-1-15,0 1 0 16,0 0 0-16,2 1 0 16,3 2 1-16,-1 1-1 15,0 2 2-15,4 0-1 16,-3 0 0-16,0 1 0 0,2-4 1 15,-2 1-2-15,4-2 1 16,-3-2 0-16,2 1 0 16,0 0-1-16,2-2 1 15,0 2-1-15,1-2 2 0,1 2-1 16,1-1 0-16,-2-2 0 16,1 0 0-16,-1 1 0 15,2 0 0-15,-2-4 0 16,2 2 0-16,1-2 0 15,1 2 0-15,2-3 0 16,-2 2 1-16,5-1-1 0,-1 2 1 16,4-2-1-16,-2 3 1 15,3-1-1-15,-1 0 1 16,1-1-1-16,0 2 1 16,-1-2-1-16,2 0 0 15,-4-1 0-15,2 2 0 0,-1-5 0 16,1 2-1-16,1 0-1 15,1-1 2-15,2-1-1 16,0 1 4-16,2-2-1 16,2 1-2-16,-3-1 1 0,0 1-1 15,0 2 2-15,0-2-2 16,-3 2 0-16,1 3 0 16,3-2 0-16,-2 3 0 15,2-1 0-15,3 1 0 16,3 2 0-16,3-2 0 15,0-1 0-15,2 1 0 16,-1 0 1-16,2-5 1 0,-2 2-2 16,-3-4 1-16,2-2-1 15,-2-1 0-15,4 0 2 16,-2-1-2-16,4-2 2 16,-1 2 0-16,-1-1 0 0,2 0-1 15,3 0 2-15,0-1-2 16,2 1-1-16,0-2 1 15,4 0 0-15,0 0-1 16,-2 0 1-16,1 0-1 16,-3-3 1-16,1-3-1 0,0-1 1 15,3 0 0-15,-1 0 3 16,0-2 2-16,2-2-3 16,-3 1 0-16,3-3 1 15,1 0-2-15,-1-1 1 16,1-3-1-16,3-1 1 15,-2 1-2-15,2-3 2 0,0 0-2 16,-4 1 0-16,3-2 0 16,-3 1-1-16,-1-1 1 15,-4-2 0-15,0 1-2 16,-7-2 2-16,0-2 1 0,-4-1 0 16,2-3-2-16,-3 0 4 15,0-1 0-15,-2 0 0 16,0-5-2-16,-4 3 13 15,-1-2-10-15,-2 1-6 16,-6-3 3-16,0 4-1 16,-5-3 0-16,-1 1 0 0,-5 1 0 15,0-1 0-15,-2 3 0 16,-4 1-1-16,-3 2 2 16,0 0-1-16,0 2-1 15,0 1 1-15,-3 0-1 0,-6-3 0 16,0 2 0-1,2-1-1-15,-3-1 1 0,-1 1-2 16,1 1 0-16,-4 1 0 16,1 1-1-16,-5 2 2 15,2-1-5-15,-2 5 3 16,-3-3 1-16,0-1 1 0,-3 3 1 16,-1-1 1-16,3-3 0 15,-7-2-1-15,2 1 0 16,-2 0-1-16,-3-3 0 15,1 1-1-15,-4 0 2 16,-4 0 1-16,-3 4 0 0,-7-2 0 16,-4 2-2-16,-6 3 2 15,-8 2-2-15,-11 5-1 16,-5 9 2-16,-4 1-24 16,-14 3-45-16,-8 0-86 15</inkml:trace>
  <inkml:trace contextRef="#ctx0" brushRef="#br0" timeOffset="7972.36">7220 7667 26 0,'0'0'-2'0,"0"0"2"0,0 0-3 0,0-2 3 0,2 0 3 16,-2-2 6-16,2 3 9 16,0-3 3-16,-2 3-5 15,1-2-8-15,3 2-5 16,0 1-3-16,3 0 0 16,2 0 0-16,2 0 0 15,2 0 0-15,1 0 0 0,1 0 0 16,3 0 0-16,3 0 0 15,-4 0 0-15,6 0 0 16,-1 0 0-16,4 0 0 16,-1 0 2-16,2 0-1 0,2 0 0 15,1 0-1-15,3 0 0 16,2 1 1-16,3 1 1 16,3-2-2-16,1 0 0 15,1 0 1-15,1 0 0 16,0 0 1-16,2 0 1 0,1 0 0 15,4 0 1-15,1 0-2 16,2-2-1-16,-1 1 0 16,5 1 0-16,-2 0-1 15,2 0 1-15,1 0-1 16,5 0 1-16,-3 0-1 16,3-3 0-16,1-2 1 0,-2-3 0 15,3 0 3-15,-3-2 1 16,-1 2 4-16,1 0 1 15,-3 0-4-15,-1 2-1 16,3 2 0-16,-1 0 0 16,1 2-1-16,1 2-2 0,2 0 0 15,4 0-1-15,-2 2 0 16,0 3-1-16,2-1 0 16,0 1 1-16,3 0 0 15,0 0 0-15,1-2-1 16,1-1 1-16,2 0-1 0,1-2 1 15,2 0-1-15,-2 0 3 16,3 0-1-16,2-6-2 16,3-1 1-16,1 0 1 15,0 0-2-15,1 1 0 16,5-1 1-16,-4 0-1 16,3 0 1-16,1 0-1 0,0 0 1 15,3 0 0-15,-1-1 0 16,2 3-1-16,3-2 2 15,-3 1-4-15,0 3 4 0,1-1-2 16,1 1 0 0,-1 3 1-16,0 0-1 0,2 0 1 15,-1 0-1-15,-4 0 0 16,-3 0 0-16,3-1 1 16,-4-2 0-16,-1 0-1 15,-3-1 0-15,4 0 1 0,-3-1-1 16,-2 0 1-16,-3 0-1 15,-2 2 1-15,0-1-1 16,-6 1 1-16,0-1-1 16,-5 1 0-16,-4 2 0 15,-2-1 1-15,-5 1-2 0,-5 1 2 16,-4 0-1-16,-4 0 0 16,-3-1 0-16,-6 1 0 15,-5 0 0-15,-2 0-2 16,-6 0-25-16,-8-3-51 15</inkml:trace>
  <inkml:trace contextRef="#ctx0" brushRef="#br0" timeOffset="16417.04">16914 11359 70 0,'1'0'6'0,"4"0"-3"0,-3-2-3 16,1-2 0-16,1 1-2 0,0 1-1 16,-2 0 2-16,0-1 2 15,-1 3 1-15,0 0 0 16,1 0-2-16,0 0 1 16,0 0 1-16,1 0-2 15,0 0 0-15,-1 0 1 0,0 0-1 16,1 3 0-16,1-2 1 15,-2 1 1-15,2 1 4 16,-1-1 2-16,3 1-5 16,-3 0-2-16,2 1-1 0,1-1 1 15,-3 0-1-15,2 0 0 16,0 3 0-16,0-2 0 16,2 0 0-16,-2 0-1 15,3 2-1-15,-3-3 0 16,1 1-3-16,1-1 3 15,-3-3 2-15,1 1 0 0,1-1-1 16,-1 0 2-16,2-1 2 16,0-6 1-16,1-2-3 15,3-3 0-15,3-3-1 16,-1-3 1-16,3-2-1 16,0-3 0-16,4-4 6 0,2-3 13 15,6-5 6-15,7-2 2 16,7-7-5-16,8-3 2 15,10-4-4-15,4-1-6 16,4-2-6-16,1 4-4 16,-2 4-1-16,-2 8-3 0,-7 3-10 15,-5 6-15-15,-12 5-39 16,-10 1-104-16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13:19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22151 7963 91 0,'-5'0'1'0,"2"-6"6"0,1 2-3 0,0-2-1 16,1 2-1-16,-1 1-2 16,2-1 0-16,0 0 2 15,0-1 1-15,0 2 4 16,0-1-3-16,0 1-2 0,6 1-2 15,1 0 0-15,3 1-1 16,1 0 1-16,3-1 0 16,3 2 0-16,3-2-1 15,-2 1 1-15,4-2-1 0,1 3 3 16,-1-4-3-16,2 3 5 16,-4-1 2-16,1 1 1 15,-6-1 7-15,-1 2-6 16,0 0-3-16,-4 0-2 15,0 2-2-15,-2 5 0 0,1 0 0 16,-4 3 0-16,1 1-1 16,0 2 2-16,-2 3-2 15,-1 2 0-15,2 1 0 16,-3-1 1-16,-1 2-1 16,1-3 1-16,0 1-1 0,1-1 0 15,1-1 0-15,-4 1 0 16,0-1 1-16,0-1-2 15,0 4 1-15,0-2 0 16,-6 6 1-16,1 2 1 16,-2 6-2-16,1 3 1 15,-3 5-2-15,1 2 2 0,0 2-1 16,-1 7 0-16,-1 0 0 16,2 3 0-16,1 1 0 15,0 0 0-15,3-3 0 16,3-4 0-16,1-3 0 15,0-4 0-15,1-2 0 0,10-2 0 16,-2-3 1-16,4 3-1 16,1-2 0-16,1-1 0 15,5-3 1-15,-2-3-1 16,2-3 0-16,-1-5 0 0,1-4 0 16,-1-4 1-16,0-1 0 15,-3-3 0-15,1-4 2 16,-5 1 1-16,2-2-3 15,-5 2 1-15,-2 0-2 16,-3-1 0-16,-1-1 1 16,-3 4 0-16,0-1 0 0,-2 1 0 15,-5 2 0-15,-1 1 0 16,-3 1 0-16,-1 1 0 16,3 2-1-16,-2 3 0 15,0 0 0-15,0 4 2 16,1-2-2-16,1 1-2 0,-1 3 4 15,2-1-2-15,0 5 0 16,2-2 0-16,0 3 0 16,0 0 0-16,-2 1 0 15,2 2 1-15,-2 0-2 16,3 1 2-16,1 2-1 16,1-1 0-16,2 0-1 0,1 0 1 15,0 1 1-15,0 0-1 16,0 1 0-16,0 0 0 15,0 1 0-15,0 3 1 16,0 2-1-16,-2 2 0 16,-5 1 0-16,0 2 1 0,-2-3-1 15,2-2 0-15,0-2 0 16,1-1 1-16,3-3 4 16,-1-1 0-16,3 2 0 15,-1 0-1-15,1 1 0 16,0 1-1-16,0 0 1 0,0-2-1 15,-1 3 1-15,2-1-2 16,-4 1 0-16,3-1-1 16,-1 1-1-16,2-1 1 15,-1-1-1-15,1-2 0 0,0-2 0 16,0-2 0-16,0-1 0 16,0 0 2-16,0-1 2 15,0 0 1-15,0-1 3 16,0 1 0-16,0 2 1 15,0-1-1-15,1 1 0 16,2 1-2-16,1 0 1 0,-2 0-3 16,3 0-1-16,1-2 2 15,0 3-2-15,2-3 0 16,-1 2 0-16,3-3-2 16,-4 2 1-16,3 0-1 15,1 0 0-15,-4 3-1 0,3-2 1 16,0-1-1-16,-1 0 0 15,2-4 1-15,0 0-3 16,-1-2 2-16,1-1 0 16,-1-3 0-16,-1 0 1 15,0 0 0-15,-3 2-1 0,-2-3 1 16,0 3 0-16,-3-3 0 16,0 4-1-16,0 0 2 15,0-1-1-15,-4 2 1 16,-1-1 2-16,-3 0-1 15,1-2 2-15,-4 3 2 0,2-1 0 16,-2 2-5-16,-2 2-2 16,1 3 1-16,-4 0-2 15,-2 4 0-15,-4 2-2 16,-3 3 3-16,-8 0 1 16,-7 6-2-16,-10 2-9 0,-12 4-11 15,-16 3-16-15,-25 3-22 16,-21-4-105-16</inkml:trace>
  <inkml:trace contextRef="#ctx0" brushRef="#br0" timeOffset="41191.26">14930 8936 53 0,'0'0'11'0,"0"0"-9"0,0 0-2 0,0 0 1 16,0 1 1-16,0-1-2 0,0 2 3 15,0-1 3-15,0 2 0 16,0-2-2-16,0 2-1 16,0-3 2-16,0 3-1 15,0-3-2-15,0 3 0 16,1 0-2-16,1-2 2 0,-1 3-1 15,0-1-1-15,0 0 1 16,2 0-1-16,-3-1 0 16,0 2 0-16,0-1 0 15,2-1 0-15,-2 0 0 16,0-1 0-16,0 2 1 16,0-2-1-16,2-1 1 0,-1 2-2 15,1-2 2-15,-1 0-1 16,2 0 1-16,2 0 0 15,-3 0 2-15,1 0 10 16,3-6 3-16,-1-2-2 16,4-1-5-16,-2-2 1 0,3-1 1 15,1-2-3-15,-1 0-1 16,1-2 1-16,0 1-2 16,3-1 2-16,-2-2 1 15,0-1-1-15,1 1-1 0,1-1-3 16,-1 0-1-16,0 1-1 15,1 3-1-15,-1-1 1 16,-2 5-1-16,-1 2 1 16,0 6-5-16,-5 3-18 15,-2 0-29-15,-3 0-31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14:20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16706 8054 42 0,'0'0'17'0,"0"0"-9"0,0-3 4 0,0 0 0 0,0 0 0 16,0-2 0-16,0 1 7 15,0 1-7-15,0 1-3 16,0-1-1-16,0 2-3 16,0 1 0-16,0 0-3 15,0 0-4-15,2 0 1 0,0 0 0 16,2 0 0-16,0 4 1 15,1 1 1-15,-1 1 3 16,0-1-1-16,2-1-2 16,0 2 2-16,-1-2-3 15,1 0 0-15,-1 2 0 0,2-2 0 16,-1-2-2-16,-1 0 2 16,1 0 2-16,-3-2-2 15,2 0 0-15,3 0 1 16,-3 0 2-16,5-4 0 15,-1-4 0-15,5-3 3 16,-1-2-5-16,3-1 3 0,2-6 3 16,6-1 0-16,-2-5 4 15,4 1 1-15,3-5 0 16,4 0 1-16,-1 0-2 16,5 0-6-16,-4 3 2 15,1 1-5-15,-3 3-2 0,-6 4 1 16,-4 5-1-16,-5 3 1 15,-2 2 0-15,-4 2-1 16,-2 6 1-16,-3-1 0 16,2 2-2-16,-2 0-2 15,1 3-20-15,-2 6-37 0,-2-2-25 16</inkml:trace>
  <inkml:trace contextRef="#ctx0" brushRef="#br0" timeOffset="7410.11">16773 8014 56 0,'0'0'11'0,"0"0"6"0,0 0-5 0,0 0-1 16,0 0-5-16,0 0-4 16,0 0 3-16,0 0 3 15,0 0 3-15,0 0 4 0,0 0-4 16,-11 0-9-16,11 0-3 16,0 0 0-16,0 0 1 15,0 0 0-15,0 0 0 16,0 1 0-16,0 5 1 15,0 0-1-15,0 0 0 16,2 1 1-16,4 1-1 16,-3-2 0-16,1 4 1 0,2 0-1 15,-3-2 2-15,1 2-2 16,3-3 0-16,-5 0 1 16,2-4-1-16,0 1 1 15,1-3 2-15,0-1 5 0,3 0 4 16,0-5 2-16,3-5-9 15,2-4 3-15,5-7 1 16,5-7 1-16,3-5 0 16,6-6-2-16,6-6-1 15,4-4 1-15,5 1-2 0,-1 3-4 16,1 4-1-16,-2 8-1 16,-2 5-19-16,-11 5-53 15,-5 3-58-15</inkml:trace>
  <inkml:trace contextRef="#ctx0" brushRef="#br0" timeOffset="23118.92">9280 5548 26 0,'-5'0'14'0,"-1"0"2"0,1 0-8 0,1 0-6 0,0 0-1 16,0 0-1-16,0 2 0 16,2 1-1-16,0-2 1 15,0-1-2-15,2 2 1 16,0-1 0-16,0-1 1 0,-2 0 0 16,2 3 1-16,-2-2 0 15,0 1-1-15,2-1 0 16,0 0 0-16,0 1 0 15,0-2-1-15,0 0-1 16,0 0 1-16,4 0 4 0,-2 0 6 16,2 0 3-16,-2 0-2 15,3 0-2-15,0 0-4 16,-1-2-2-16,3 2-2 16,-1-2 1-16,-1 2-1 15,2-2 0-15,-3 2 0 0,3-1 1 16,-2-1-1-16,1 1 1 15,1 1-1-15,0 0 1 16,1-3 0-16,-1 2 0 16,2-2 4-16,2 2-1 15,0-1-1-15,1-1 1 0,-1 2 0 16,3-1-2-16,-3 2 0 16,2-1-1-16,1 0-1 15,1 1 0-15,1-1 1 16,1 1-1-16,-1-2 0 15,-1 0 2-15,1 2 1 0,-2-2 0 16,0 2 0-16,-1 0-2 16,1 0-1-16,-1 0 0 15,1 0 1-15,0 0-1 16,0 0 0-16,1 2 0 16,1-2 1-16,-4 0-1 15,1 0 0-15,1 0 1 0,-2 0 1 16,1 0-2-16,-1 0 0 15,3 0 0-15,-1 0 0 16,2 0 0-16,2 0 0 16,-3 0 0-16,3 0 0 0,1 0 0 15,0 0 0-15,0 0 0 16,3 0 1-16,-1 0-1 16,4 0 0-16,2 0 0 15,0 0 0-15,2 0 0 16,-1 0 0-16,0-3 0 15,-2-1 0-15,-1-3 0 0,0 4 0 16,-4-2 1-16,3 0-1 16,-2 1-2-16,1-2-4 15,3 1 12-15,1-1-4 16,2 2-1-16,1-2-2 16,1 1 2-16,-2 0-1 0,2 1 0 15,-2-2 0-15,0 2 1 16,1-1-1-16,2 0 0 15,-1 2 0-15,1 2 0 16,2 0-1-16,-3 0 1 16,-1 1 0-16,-3 0 0 0,1 0-1 15,-1 0 2-15,0 0-1 16,0 0 1-16,1 0-1 16,2 0 0-16,1 0 0 15,0-1 0-15,1 1-3 16,1-3 5-16,0 3-2 15,0 0 0-15,1-3 1 0,-2 3 0 16,3-1-2-16,-1 1 1 16,0-2 0-16,1 1 0 15,3 1 1-15,2 0-1 16,3-3 0-16,-1 2 0 0,0-4 0 16,4 0 0-16,0-1 0 15,-1-1 0-15,-1 0 1 16,4 0-2-16,-2 0 1 15,-4 0 1-15,0 2 1 16,-2-1-4-16,2 1 4 16,-2 1-2-16,2 1 0 0,0-1 0 15,2 1 0-15,1-1 0 16,-1 0 0-16,-2 1 0 16,1-1 0-16,-3 2 0 15,-2-1 0-15,-1 0 0 16,1 0 0-16,1 0 0 0,-3-1 0 15,3 3 1-15,-1-1-1 16,-1 1-1-16,-3 1 2 16,1 0-1-16,-5 0 1 15,1 0-1-15,2 0 0 0,-2 0 1 16,0 0 1-16,5 0-1 16,-1 0 0-16,2 0 0 15,-1 0 0-15,-2 0-1 16,1 1 1-16,-2-1-1 15,-1 3 0-15,1 0 0 16,2 0 1-16,2-2 1 0,-1-1-1 16,3 2 0-16,0-1 1 15,2-1 0-15,0 1-2 16,0-1 0-16,1 0 0 16,1 0 0-16,2 0 2 15,1 0-3-15,-2 0 2 0,1 0 0 16,1 0 0-16,-1 0-1 15,1 0 1-15,1 0 0 16,2 0-1-16,0 0 1 16,1 0 0-16,-3 0-1 15,2-1 1-15,-2-2-1 0,-1-1 2 16,4 0-1-16,-2 0 2 16,5-1 1-16,-1 2 1 15,2 0-3-15,0-1-1 16,2 3-1-16,-2-1 0 15,1 2 0-15,-1-2 1 0,0 0-1 16,0-1 0-16,-4 0 0 16,1-1 1-16,2 1 0 15,-2-1-1-15,1 1-1 16,0 0 2-16,0 2-1 16,-2 1-1-16,-2 0 2 0,2 0-1 15,-3 0 0-15,2 0 0 16,-2 0 1-16,2 0-2 15,-3 0 1-15,1 0 1 16,2 0-1-16,0 0 0 16,1 0 1-16,2-3 0 0,2 0 4 15,-1 0 0-15,3-1-1 16,0 3-3-16,0-1 1 16,1 1-2-16,-1 0 1 15,0 1 0-15,-1 0-2 16,2 0 1-16,0-2 1 15,1 2-1-15,1-1 0 0,1-2 0 16,4 0 0-16,-1 2 0 16,0-2 0-16,3 1 0 15,-5-1 1-15,2 0-1 16,-1-1 0-16,0 3 0 16,-3-2 0-16,3 2 0 0,-1-2 0 15,3 3 0-15,-2-1 0 16,2 0 0-16,2 0 0 15,-3-2 0-15,-1 0 1 16,-2 0-1-16,1 1 1 16,-2 0 0-16,1-1 0 0,2 2 0 15,0 1-1-15,1 0 2 16,0 0-2-16,0 0 0 16,1 0 0-16,-4 0 1 15,-1 0-1-15,1 0 0 16,-4 2 2-16,1 0-2 0,1 1 0 15,-1-3 0-15,7 1 0 16,0 1 1-16,2-2-1 16,3 0 1-16,5 0-1 15,-1 0 0-15,0 0 0 16,3 0 1-16,-2 0-2 0,1 0 1 16,-2 1 1-16,0 0-1 15,3 0 0-15,-4-1 0 16,-1 0 0-16,3 0 2 15,-8 0 4-15,1 0 3 16,-1 0-2-16,-1-2-4 0,1 1-1 16,-4-2-1-16,2 2 1 15,-7-1-1-15,-1-1 1 16,-6 1 3-16,-5 0 0 16,-4-1 2-16,-4 2-4 15,-6-2 0-15,-3 1 0 0,-2 1-2 16,-4 0 2-16,-2 0-3 15,-4 1 0-15,0 0 0 16,-4 0 1-16,-2 0-2 16,-5 0-2-16,-5 0-8 15,0 0-40-15,-15 0-87 16</inkml:trace>
  <inkml:trace contextRef="#ctx0" brushRef="#br0" timeOffset="24429.21">15529 5598 82 0,'-6'-10'3'0,"3"3"21"0,-1-1-4 15,0 2-8-15,1 2-5 16,1 1-3-16,2 0-3 0,-2 3 0 16,2 0 0-16,-3 0-1 15,3 0-1-15,0 0 0 16,0 7 2-16,0 3-2 15,0 4 0-15,0 2 1 16,0 4 1-16,0 4-2 0,-2 3 2 16,1 4-1-16,0 3 1 15,1 3-1-15,0 3 1 16,0 4-1-16,0 4 0 16,0 2 2-16,0 2-4 15,-2 4 4-15,-1 2-2 16,-1-1 1-16,-2 1 0 0,3 0 0 15,1 4-1-15,0-4 1 16,2 1-1-16,0-2 0 16,0-7 1-16,2-3 0 15,6-6 1-15,0-1-1 16,3-5 1-16,-3-3 1 0,0-1-1 16,0-3 1-16,-2-2-1 15,0-2 0-15,-2-3 1 16,0-1-2-16,-1-3 0 15,-3 0 0-15,2-3-1 0,-2-5 0 16,0 2 1-16,0-4-1 16,0 2 2-16,-2-4 1 15,-3 3 5-15,1-3-4 16,-2 0-2-16,0 0 0 16,0 0-1-16,1 0-1 15,1 2-1-15,-2 2-2 0,1-1-35 16,-4 1-13-16</inkml:trace>
  <inkml:trace contextRef="#ctx0" brushRef="#br0" timeOffset="25161.17">15393 6972 57 0,'0'0'2'0,"0"0"0"0,0 0 3 16,0 0 2-16,0 0 8 16,0 0 3-16,0 0-1 15,0 0-1-15,0 0-4 0,0 0-10 16,0 0-3-16,0 0-1 16,-7-9-2-16,7 12 6 15,0 3-1-15,1 1 0 16,3 0-1-16,0 1 0 0,-1 2 1 15,1 0-2-15,0 3 2 16,1-2-1-16,-4 2 1 16,2-1-1-16,0 0 1 15,-1 1 0-15,2 0-2 16,-3-2 2-16,2 2-1 0,2-2 0 16,-1-1 1-16,-1-2-1 15,2-3 2-15,1 1-2 16,-3-1 0-16,0-3 1 15,0 0 0-15,-1-1 0 16,0 0 0-16,0-1-1 16,-1 1 1-16,-1 0-1 0,0-1 0 15,0 0 1-15,0 0 1 16,0 0 3-16,0 0 1 16,0 0 2-16,1 0 0 15,1 0-1-15,4-1-1 16,-2-4-1-16,0-2-2 0,3 0 0 15,-2-2-3-15,4-1 1 16,-3-1 1-16,1-2 2 16,0 0-1-16,3-1 2 15,2-3 1-15,1-3-4 0,3 0-1 16,5-5 0-16,3-2-1 16,4-9-2-16,0-5-39 15,3-13-71-15</inkml:trace>
  <inkml:trace contextRef="#ctx0" brushRef="#br0" timeOffset="40948.68">15577 5588 59 0,'0'0'5'0,"0"0"-6"0,0 0 1 0,1 0 1 0,-1 0 1 16,0 0-2-16,1 0 11 15,-1 0 15-15,0 0-6 16,0 0-7-16,0 0-2 16,0 0-3-16,0 0-5 15,0 0-2-15,0 0-2 0,0 0 2 16,0 7-1-16,-2 2 0 16,1 1 1-16,1 1-1 15,0 2 0-15,0 3 0 16,0 1 0-16,0 4 0 15,0 0 0-15,4 4 1 16,1 1-1-16,0 1 0 0,1 2 0 16,1-1 1-16,-3 2-1 15,1 1 0-15,-3 2 0 16,-2 2 1-16,0 1-1 16,0 1 0-16,-2 1 2 0,-3-1-2 15,-1 3 0-15,1-3 1 16,-1 0-1-16,3 1 0 15,-1-2 0-15,2-1 0 16,2 2 0-16,0-4 1 16,0 2-1-16,0-2 0 0,0-2 0 15,4 0 0-15,-2-2 1 16,3 0-1-16,0-3 2 16,1 1-1-16,-3 2 0 15,5 1-1-15,-4-1 1 16,3 2-1-16,-2-2 1 15,-4-1-1-15,2-2 0 0,-2-3 1 16,0-1 2-16,-1-5 7 16,1 3 0-16,0-3-4 15,-1-1 0-15,1 1-3 16,-1-1-1-16,0-1 0 16,0-3-2-16,0 0 1 0,0-2 0 15,0 0-1-15,0-3 0 16,-2 0 0-16,1-1-10 15,-2-5-48-15,-2-1-42 16</inkml:trace>
  <inkml:trace contextRef="#ctx0" brushRef="#br0" timeOffset="41794.6">15414 6899 61 0,'2'0'6'0,"0"0"2"0,0 0 0 0,-2 0-1 16,2 0-1-16,-2 0 0 16,2 0 1-16,0 0-1 15,1 0-1-15,-1 5-3 0,2 0-1 16,-2 1-1-16,0-1 2 15,3 0 1-15,0 3 1 16,-1-3-1-16,1 0-2 16,1 2 1-16,-1 0-1 15,2 0 0-15,-2 1-1 0,1 0 1 16,0-2-1-16,0 2 0 16,2-1 0-16,-3-1 0 15,1-2 1-15,-1-1 1 16,1 1-1-16,-1-1 5 15,-2 0 4-15,3 0-3 16,-2-2 0-16,-2 2-4 0,1-3 2 16,3 2-3-16,-2-2 1 15,1 0 7-15,2-2 7 16,1-8-3-16,4-4 1 16,6-7-7-16,5-6-3 0,4-12-1 15,6-16-8-15,1-13-123 16</inkml:trace>
  <inkml:trace contextRef="#ctx0" brushRef="#br0" timeOffset="44093.57">16258 7790 149 0,'-11'-13'-15'0,"-1"2"21"0,0-1 5 0,4 0 5 16,1-1-10-16,0 0-4 0,2 0-2 15,2-1 2-15,-3 1-1 16,2 0 0-16,-2 3-2 16,0 2-3-16,-1-1-10 15,-1 4-2-15,0 0 6 16,-1 0 6-16,0 0 11 15,1 1 6-15,-2 0 5 0,2-2-1 16,3 1-4-16,-2-2-6 16,1-1 2-16,3 1-5 15,1 1-3-15,-2-3-1 16,2 0 0-16,1-2-2 16,-1 2 3-16,0-2-1 0,-4 0 1 15,-2-1-1-15,-4 1 2 16,-1 2-1-16,-4-2 1 15,-3 1 5-15,0-3 2 16,-4 3-5-16,0 2 0 16,0 0-4-16,0 0-1 15,-2-1 2-15,1 2-2 0,-2 0 2 16,0-1-1-16,-1-2 0 16,-2 3 2-16,-2-2 0 15,-5 2 2-15,-1 0-1 16,-1 3 3-16,-1 1-1 15,0 0-3-15,0 0 1 0,2 3-2 16,0 0-1-16,-1 0 0 16,0 0 1-16,-2 0-1 15,3 7 0-15,-4 2 0 16,2 4-1-16,-1 1 1 0,2 3-2 16,1 0-3-16,2 1 2 15,-3-2 2-15,3 1 1 16,1 0 0-16,0 1 0 15,1 1 0-15,-2 2-1 16,5 3 1-16,0-1 0 0,1 4 0 16,2-3 0-16,5 0 0 15,-2 0 0-15,5-1 0 16,3 0 0-16,3 1 1 16,3 2-2-16,4 2 2 15,1 2-1-15,3 4 0 16,3 2 0-16,0 1 0 0,0 0 0 15,0 2 1-15,3-1-2 16,3 2 2-16,-1-3-1 16,3 0 0-16,-3 0-1 15,4-1 1-15,-3 2 1 0,1-4-1 16,0 0-1-16,2-1 0 16,-2-4 1-16,1 0 0 15,1-3 0-15,0-2-2 16,0-1 2-16,4-1 0 15,-1 0 0-15,1-1-1 16,1-3-2-16,1 3 0 16,3-5-1-16,-1 0 1 0,2-1 2 15,1 0 1-15,2 0 0 16,-1 1 1-16,3 1-1 16,3 0 0-16,-3 0 0 15,3 0 0-15,-4 0-1 16,4-3 1-16,-2 1-2 0,-1-1 1 15,2-2 1-15,-1 1 0 16,2-1 0-16,-2-1 0 16,3 0 0-16,2-1 0 15,-1 0 1-15,0 2-1 0,1-3 0 16,0 0-1-16,0-2 1 16,-2-1-1-16,4-2 0 15,-1 0 1-15,0-2 0 16,5-1 2-16,0-1 2 15,2 0-3-15,1 2 0 0,1-2 0 16,-3 0 0-16,-2 0-1 16,1 0 0-16,-1 0-1 15,1-5-1-15,3-2 4 16,1 0 2-16,2-1-2 16,1-2-1-16,-1-2-2 0,0 2 3 15,-1-4-2-15,-1 0-1 16,0 0 0-16,1-2 3 15,3-1 3-15,-1-1-3 16,0-2 2-16,-2 0 3 16,0 0-1-16,-3-1-3 15,-2 1 1-15,-5-1-1 0,1-1-2 16,-1 2 0-16,0-4-1 16,1 2 2-16,-1-3-2 15,0 0 0-15,0 1 1 16,-2-2-1-16,-2 3 0 0,-6-1 0 15,0 0 0-15,-6 0 1 16,-1 0 3-16,-4-2 2 16,-5-1 1-16,0-4-2 15,0-2-2-15,-5-4-2 16,2-4 0-16,-2-1-1 16,0-7-2-16,-2-1 0 0,-8-2-3 15,-5-2-5-15,-5 3 1 16,-4 3-1-16,-10 5 2 15,-3 5-5-15,-11 5-4 16,-3 5-18-16,-5 0-30 16,-4-5-51-16</inkml:trace>
  <inkml:trace contextRef="#ctx0" brushRef="#br0" timeOffset="49694.58">15925 7558 95 0,'0'0'8'0,"0"0"16"0,0 0-4 0,0 0-7 0,-7-37-2 15,7 30-8-15,0 0 0 16,-2 1-1-16,0 1-1 16,-1-1-1-16,-1 4 4 15,-1 0-1-15,-3-1 0 16,1 1-1-16,-2 0 2 0,-2 0 1 15,1-1-2-15,0-3 3 16,-2 2-2-16,-1-1 1 16,-3-1-1-16,1-1-2 15,-3 2-1-15,1 0-1 16,0-2 0-16,-3 3 0 0,0-1 0 16,-3 0 0-16,-1-1 1 15,0 3-1-15,-3-1 2 16,-2 0-2-16,0 1 2 15,-5 3-1-15,3 0-1 16,-7 0-1-16,2 1 1 0,-2 9 0 16,-4-3 0-16,-3 4 3 15,1-3-3-15,0 1 0 16,0 0 0-16,0 0 1 16,3 0 0-16,-1 2-1 15,2 0 1-15,-1 0-1 0,-3 2 0 16,-1 3 1-16,1-1-1 15,-2 4 0-15,2-1 1 16,2 4-1-16,1-1 0 16,1 0 0-16,2-1 0 15,1 0 0-15,2 0 0 16,0-2 0-16,5 1 1 0,1-1-1 16,5 4 0-16,0-1-1 15,5 6 2-15,2-1-2 16,3 3 1-16,3 2 0 15,-1 3 0-15,4-1 1 16,3 3-1-16,-3-2-1 0,4 4 2 16,-2-1 0-16,1 4-1 15,1-1 0-15,2 3 0 16,-2 1 0-16,1-2 0 16,2 1 1-16,1-3-1 0,0 1 1 15,0-7-1-15,4 1 0 16,3-3 0-16,6-3-1 15,-2-2 1-15,4-1 0 16,0-2 0-16,2-1-1 16,3 1 2-16,0-3-2 15,5 1 2-15,-1-4-1 0,1 1 0 16,4-5-1-16,2 0 1 16,0-3 0-16,3-2 1 15,-3 2-1-15,3-4 0 16,1 1 0-16,0 0 0 15,4 1 1-15,1-1-1 0,5 2 1 16,0-1-2-16,0 0 2 16,-2 0 0-16,3-2-2 15,1 2 2-15,-2-2 1 16,6 1-2-16,-2-2 0 16,2 0 1-16,1-1-1 0,-2-2 0 15,-1-3-1-15,0 0-2 16,-3 0 0-16,-2-3 4 15,4-6 1-15,-5 1 1 16,1-3 1-16,0 0 2 16,4-2-1-16,1-1-2 15,2-1-2-15,4 2 0 0,1-2 0 16,-1 1-1-16,-4 0 0 16,-5 1 0-16,-2-1 0 15,-3-1 0-15,-4-2 0 16,-2 0-3-16,-1-5-12 15,-4-7-17-15,-4-5-38 0</inkml:trace>
  <inkml:trace contextRef="#ctx0" brushRef="#br0" timeOffset="56690.81">8994 16870 115 0,'0'0'0'0,"0"0"7"0,0 0-1 0,0 0 0 16,0 0-2-16,0 0 2 16,0 0 2-16,0 0 2 15,0 0-2-15,0 0-4 16,0 0-2-16,0 0-2 0,0 0 0 16,-27-25-1-16,27 25 1 15,0 0 0-15,4 0 0 16,0 2 0-16,2-1 0 15,1 2 0-15,1-3 0 16,4 1-5-16,-3-1 10 0,4 0-3 16,1 2-2-16,3-2 1 15,-1 1-1-15,3-1 1 16,2 0-1-16,-1 0 0 16,5 0 0-16,-3 0 0 0,5 0 0 15,0 0 0-15,0 0 1 16,4 0-1-16,-4-1 0 15,2-1 0-15,0 1 0 16,-2-2 0-16,-1 3 0 16,3-3 0-16,-2 3 0 15,2 0 2-15,3-1-2 0,1 1 0 16,0 0 0-16,4-2 0 16,-2 2 0-16,1-1 0 15,-1-2 0-15,4 2 0 16,1-1 0-16,0-2 0 15,2 0 0-15,4-1 0 0,-2 0 0 16,3-1 0-16,-4 0 1 16,2 0-2-16,-1 1 1 15,0 2 0-15,1 3 1 16,-2 0-1-16,2 0 0 16,1 0 0-16,-1 0 1 0,2 0-1 15,2 2 0-15,-3-1 0 16,6 1 0-16,0-1 0 15,1-1 0-15,-1 0 0 16,0 0 0-16,2 0 0 16,0 0 1-16,3-3 1 15,3-3 1-15,0-2 0 0,3 1 0 16,-2-2-1-16,3 2-2 16,-2 1 0-16,1 1 0 15,-3 2 0-15,1 0 0 16,-1 3 0-16,-2-3 0 0,1 3 0 15,-1 0 1-15,0 0-2 16,1-1 2-16,-2-1 0 16,1-2-1-16,2 3-1 15,-3-3 2-15,2 1 0 16,0 0 0-16,1 0-1 16,-4 0 1-16,-1 3-1 15,-1 0 0-15,-2 0 0 0,-1 0 0 16,-2 0 1-16,-1 4-1 15,0 1 1-15,-4-2-1 16,4-1 0-16,-1 1 0 0,2-1 0 16,-2-1 0-16,3 0 0 15,-3 1 0-15,2-1 1 16,-1-1-1-16,2 3 0 16,-3-3 0-16,2 2 0 15,-1 0 0-15,0-1 2 16,-2 1-4-16,2 0 4 0,-1-1-2 15,2 0 0-15,-1-1 1 16,5 0 1-16,-6 0-2 16,4 0 1-16,-2 0 0 15,-1-1 0-15,2-2 4 0,-2-1 7 16,3-2-3-16,0 3-4 16,-3-1 0-16,5 3-2 15,-4-2-2-15,5 2 0 16,1-1 0-16,0 2-1 15,2 0 0-15,1 0 0 0,0 0 1 16,-1 0-1-16,-1 4 0 16,2-1 1-16,-4 1-1 15,0 2-1-15,-2-2 2 16,0 1-1-16,-3 0 0 16,0 0 0-16,0-1 0 0,-1 1 0 15,3 0 0-15,-7-1 0 16,1 0 0-16,2 2 1 15,-5-2-1-15,1 2 0 16,-3-1 0-16,2 1 0 16,-1-1 0-16,-5 0 0 15,1-1 2-15,-1-2-2 0,-4 1 0 16,-1-3 0-16,-1 0 0 16,2 0 0-16,-1 0 0 15,1 0 0-15,4-5 0 16,-3 0 1-16,3-1 1 15,-3 0-1-15,1 0 0 0,0 1-1 16,-1 1 1-16,-1-1-1 16,-1 1 0-16,-2 3 0 15,2-2 0-15,-2 2 0 16,0 0 0-16,0 0 0 16,0 1 1-16,-2 0-3 0,1 0 0 15,-1 0-7-15,0 0-5 16,0 0-10-16,-4 0-30 15,-2-4-12-15</inkml:trace>
  <inkml:trace contextRef="#ctx0" brushRef="#br0" timeOffset="60868.01">16484 16794 97 0,'0'0'9'0,"2"2"-7"0,-1-1-1 0,2 0 0 15,0 0 1-15,-1 1 3 0,0-1 1 16,1 2 0-16,0-2 3 16,2 1-5-16,1 0 0 15,4-1-2-15,-2 1-1 16,3 0 0-16,2 1-1 15,1-1 1-15,5 3-1 0,-2 0 1 16,4 0 0-16,4 1 0 16,2-2-1-16,1-1 0 15,0 0 0-15,0-2 1 16,1 1 4-16,2-2 3 16,-2 0 2-16,0 0-3 15,3 0-2-15,3 0-2 0,-1 0 2 16,4-2-2-16,0 0-1 15,-4 0-1-15,3 2 0 16,-5 0-1-16,-1 0 1 16,-2 0-1-16,0 0 0 15,-4 0 0-15,0 0 0 0,1 3 0 16,-1-2 2-16,-1-1-2 16,0 0 0-16,2 0 1 15,0-2-1-15,2-3 3 16,1 0 0-16,2 0-1 15,0 1-1-15,-2 0-1 0,1 2 0 16,0 1 0-16,-1 1 1 16,0 0-1-16,-3 0 0 15,-1 0 0-15,-1 0 0 16,-2 0 0-16,-1 3 0 16,2-3 2-16,-4 1 0 0,2-1 1 15,-1 0 3-15,1 0-2 16,-2 0-1-16,2 0 0 15,2 0-1-15,0-1 1 16,2-2-3-16,0 1 1 16,2 0-1-16,0 2 0 0,-1 0 0 15,0 0 0-15,0 0 0 16,-1 0 0-16,-1 0 0 16,-1 2 1-16,-1 3-1 15,2-1-1-15,0 3 2 16,2-1-1-16,2-2 0 0,4 2 0 15,-2-5 0-15,3 2 0 16,2-2 0-16,-1-1 1 16,2 0-1-16,-1 0 1 15,1 0 0-15,2 0 1 16,-4 0 1-16,2 0-1 0,3 0 1 16,-3 0-1-16,3 0-2 15,2 3 0-15,-2-1 1 16,2-1-1-16,-1 2 0 15,0-1 2-15,-1 0-2 16,-2 0 1-16,3-1-1 16,2 3 0-16,3-4 1 0,-1 2-1 15,2-2 0-15,2 0 0 16,1 0 0-16,2 0 0 16,-2 0-1-16,4 0 2 15,0 0 0-15,-2 0-2 16,3 0 1-16,-4 0 0 0,1 0 0 15,1 1 1-15,-1 3-1 16,-2 0 0-16,2-1 0 16,1 2 0-16,-3-2 0 15,3 1 0-15,2 0 0 16,0-1 0-16,0 0 0 0,2 1 0 16,-2-1 0-16,-1-1 0 15,-1 0 0-15,0 1 0 16,-1 0 0-16,2-2 0 15,-3 1 1-15,2-2-2 16,1 0 2-16,0 0-1 16,-1 0 0-16,-1-2 0 0,0-5 0 15,-2 0 0-15,-2 0 3 16,-3-1 2-16,0-2 0 16,-2 1 0-16,1-4-3 15,-3 0 0-15,0-1-1 0,-1-3 2 16,-1 2-3-16,-3-4 1 15,-3 2 2-15,-4-3-2 16,-3 0-1-16,-5 0 2 16,2-1-1-16,-4-2-1 15,-2 1 0-15,2-4 0 0,-1 2-1 16,-3-3 1-16,0 1 1 16,-1-2-2-16,-2 1 1 15,-1 1 1-15,-1-1 0 16,1 2-2-16,-7 1 2 15,-1 3 0-15,-2 2 0 0,0-1 1 16,0 6 1-16,0-3 0 16,-3 1 0-16,-5 2-2 15,2 1 0-15,-2-1-1 16,1 0-1-16,-3-3-1 16,-2 1 1-16,0 2-3 0,-1 0 7 15,-1 1-2-15,0 2-3 16,-2 1 2-16,1 1 0 15,-2 1-2-15,-2 2 1 16,1 0-1-16,-1 0-2 16,0 0 1-16,-2 0 1 0,-2-1 2 15,1-3 0-15,1 1 0 16,-2 2 1-16,0-3-1 16,0 0 0-16,1 0 1 15,0 2-1-15,-2-1 0 16,2 2 0-16,-1 0 0 15,-3 1 0-15,1 2-1 0,-2 1 1 16,0 0 0-16,-2 2 0 16,1 1 0-16,-5 0-1 15,2 0 1-15,-2 0 0 16,1 0 0-16,-1 0 1 16,0 0-2-16,3 1 2 0,-1 1-2 15,0-1 2-15,0 0-1 16,1 0 0-16,-1 0 0 15,0-1-1-15,0 0 1 16,-1 1 0-16,2 1 1 16,-2-1-2-16,1-1 1 0,1 0-4 15,-5 0 0-15,1 0 0 16,-1 0 3-16,-3 0 2 16,3 0-1-16,-4 0 0 15,2 0-1-15,0 0 2 0,1 1-1 16,-2 0 0-16,2-1 0 15,1 0 1-15,-3 1-1 16,2-1 0-16,-5 3-1 16,-1-2 1-16,0 0 0 15,-5 1 0-15,3 1 1 16,-2 1-1-16,-4-2 0 0,-2 2-1 16,2-1 2-16,-4 1-1 15,1-2 0-15,-3 1 0 16,2-1 0-16,-2 1 0 15,3 0 1-15,-1-3-2 16,2 1 1-16,-1-1 1 0,5 0-1 16,-3 0 0-16,3 0 0 15,-3 0-1-15,1 0 1 16,4 0 1-16,-3 0-1 16,4 0 0-16,0 0 0 15,2 0 0-15,1 0 0 16,-1 0 0-16,-1 0 0 0,0 0 0 15,1 0 0-15,0-1 0 16,0-2 1-16,1-1-1 16,-1 0 1-16,1-1 0 15,-1 1-1-15,-2 0 1 16,2 0-2-16,-3-1 2 0,1 2 1 16,0-2-2-16,1 2 0 15,0 0 1-15,-3 0 0 16,1-1 1-16,0 1-1 15,-3 2-1-15,4-1 0 0,-2 1 1 16,1-1 0-16,0 2-1 16,0-1 0-16,-1 0-1 15,0 1 1-15,0 0 1 16,2-2-1-16,0 2 0 16,3-1 0-16,-2-2 0 15,1 0 1-15,0 1 3 0,-2-1-1 16,1 1 0-16,-5 1-1 15,2-1 0-15,-2 2-2 16,-1 0 1-16,-1 0-1 16,-2 0 0-16,0 0-1 15,-1 0 1-15,-2 0 0 0,1 0 0 16,1 0 1-16,-2 0-1 16,0 0 0-16,0 0 0 15,-1 0 0-15,1 0 1 16,1-1-1-16,-1-1 0 15,0 0 0-15,-1 0-1 0,1 1 2 16,0 1-2-16,2 0 1 16,0 0 1-16,0-2-2 15,0 2 2-15,-1-2-2 16,1 1 1-16,-2-1 1 16,0-1-2-16,3 1 1 0,-3-1 1 15,0 2-1-15,-1-2 0 16,0 2 0-16,0 1-1 15,3 0 2-15,-5 0-1 16,1 0 0-16,-4 0 0 16,1 1 0-16,-3 3 0 0,-1 2 0 15,2-1 0-15,-5 0 0 16,2 0 0-16,1 0 0 16,0 0 1-16,0 0-1 15,-1-2 0-15,0 1 0 16,-1-1 0-16,2-2 0 0,-4-1 0 15,0 2 0-15,-3-2 0 16,2 0 0-16,0 0 0 16,1 0 0-16,-4 0 0 15,0 0 0-15,0 0 0 16,-2 0-1-16,-2 0 1 16,-4 0 1-16,0 0-2 0,1 0 1 15,-1 0 0-15,1-2 0 16,-1 0 0-16,1 1 0 15,2-1 1-15,-1 0-1 16,2-1-1-16,-2 2 1 16,1 1 1-16,-2-1-1 0,-1 1 0 15,1 0 0-15,-1 0 1 16,1 0-2-16,1 1 1 16,-2 5 1-16,3-2-2 15,0 0 1-15,4 2 0 0,1-1 0 16,1 0 1-16,-1 1-1 15,2-1 0-15,-1 2 1 16,3-2-1-16,0 0 0 16,-1 0 1-16,2-1-2 15,1-3 2-15,3 2 0 16,1-3 3-16,1 0-2 0,1 0-1 16,5 0 0-16,-2 0 1 15,2-1-2-15,3-4 0 16,-3 1 0-16,2-2-1 15,2 1 2-15,-2-2-1 16,0 0 0-16,-1 0 0 0,1 1 0 16,4 0 1-16,0 2-1 15,4 1-1-15,0 1 2 16,3 0-1-16,2 2 0 16,0 0 0-16,2 0-1 15,1 0 1-15,-1 1 0 16,2 3 0-16,1 3-1 0,-2 0 1 15,-3 2-1-15,1 0 1 16,-2 0-1-16,-1 0 0 16,-1 2 1-16,4-1-1 15,-1 0 1-15,3 2-1 16,0-2 1-16,1 1 0 0,2-2 0 16,0 0-3-16,4 0 3 15,3-2 0-15,2 0 0 16,2-2 0-16,3-1 0 15,1 0 0-15,4-1 0 0,1 1 0 16,2 0 0-16,1-1 0 16,3 2 0-16,-2 0-1 15,1 1 1-15,2-1 0 16,1 1 0-16,1-1 0 16,-3 2 0-16,2 0 0 0,2 0 0 15,-1 1 0-15,-1 2 0 16,3 0-1-16,0 1 1 15,-4 1 0-15,4 1 0 16,-2 1 0-16,1 0 0 16,1 0 0-16,-1 2 0 15,3 0 0-15,-3 2 0 0,3 0 0 16,-2 2-1-16,3 3 1 16,0-2 0-16,1 1-1 15,0-1-1-15,0 0-1 16,0-3 1-16,0 1 1 15,0 0-1-15,0-2 2 0,0 1 0 16,0-1 0-16,-1 3 0 16,1-3 0-16,0 0 0 15,0 0-2-15,0-1 0 16,3-1 1-16,1-2 0 16,0-1 0-16,1-2 0 0,0 2 1 15,-1-2 1-15,-1 2 0 16,3 1-1-16,0-1 0 15,0-1-1-15,2 0 0 16,-1-2-9-16,2 0 0 16,2-3 7-16,0-2 1 0,2-1 0 15,1-2 0-15,1-1 2 16,1 0 0-16,0 0 0 16,4 0-1-16,2 0 1 15,1-4 0-15,-1-2 0 16,5 1 1-16,2-1-1 0,0 0 0 15,0-1 1-15,2 3-2 16,1-3 0-16,3 2-8 16,3-3-7-16,5 0-7 15,-1-5-32-15,6-3-26 16</inkml:trace>
  <inkml:trace contextRef="#ctx0" brushRef="#br0" timeOffset="62699.56">16748 8035 78 0,'0'0'9'0,"0"0"-4"0,0 0-3 0,0 0 0 16,0 0 2-16,0 0-1 0,0 0 3 15,0 0 2-15,0 0 3 16,0 0-4-16,0 0 0 16,0 0-2-16,0 0-3 15,0 0-1-15,16-24-1 0,-16 24-2 16,0 0 2-16,0 3 1 15,0 3-1-15,0 0 1 16,0 1-1-16,0 0 1 16,2 0-1-16,0-3 0 15,-2 3 1-15,2-4-1 0,0 1 1 16,1-1 1-16,1-2 1 16,2-1 0-16,3 0 6 15,3-4 5-15,3-4-5 16,5-6-4-16,1-3-2 15,2-3-2-15,5-3 1 16,2-3 2-16,4-1 4 0,-1-3 1 16,4 1 0-16,-2 0-2 15,-1 1 3-15,-2 0-4 16,-2 3-2-16,-4 4-1 16,-4 1-1-16,-2 3-1 15,-4 3 0-15,-5 3-1 0,-3 3-1 16,-4 5 1-16,-3 3-12 15,-1 0-68-15,-9 2 9 16</inkml:trace>
  <inkml:trace contextRef="#ctx0" brushRef="#br0" timeOffset="63403.58">16709 8042 58 0,'0'0'9'0,"0"0"-5"0,0 0-4 0,0 0 1 15,0 0-1-15,0 0-1 16,0 0 0-16,0 0 2 16,0 0-1-16,0 0 1 15,0 0 0-15,0 0 1 16,37 36-1-16,-33-32 1 0,2 0-1 16,-3 0 1-16,1-2-1 15,3 0 0-15,-3-2 5 16,3 0 13-16,0 0-2 15,4-6-4-15,2-3-4 16,3-1-5-16,0-5-1 16,3 1-2-16,1-5-1 0,3-1 0 15,0 0 0-15,2-4 2 16,0 0 0-16,3 0 5 16,-1-2 4-16,3 1-1 15,-1-2-2-15,-1 0 0 0,1 4 1 16,-3-1-3-1,-1 1-1-15,-1 3-2 0,-3 2-3 16,-1 2 1-16,-4 3 0 16,-2 2 0-16,-4 4 1 15,-2 0-1-15,0 4-1 16,-5 0 0-16,-1 3-3 0,0 0-4 16,-2 0-37-16,0 3-10 15</inkml:trace>
  <inkml:trace contextRef="#ctx0" brushRef="#br0" timeOffset="71675.5">16535 8054 10 0,'0'0'73'0,"0"0"-70"0,0 0-2 0,0 0 0 0,0 0-1 16,0 0 0-16,0 0 1 15,0 0-1-15,0 0 2 16,0 0-1-16,0 0-1 16,0 0 2-16,0 0-2 0,18 23 0 15,-14-19 0-15,3-3 0 16,-2 2 1-16,3-3 1 16,0 3 0-16,1-2 5 15,1 2 1-15,2-3 1 16,-1 4-3-16,1-1-2 0,1 0-1 15,-1 1 1-15,1-1 0 16,-1 1 0-16,-1-2 1 16,3-2 7-16,-1 0 5 15,1-2-1-15,3-10 3 16,4-7 4-16,7-9-8 16,9-9-6-16,14-13-8 0,13-10 0 15,14-12-1-15,17-19-11 16,15-14-93-16</inkml:trace>
  <inkml:trace contextRef="#ctx0" brushRef="#br0" timeOffset="77685.35">9323 16054 183 0,'-7'0'-31'0,"2"-3"33"0,-1-4 1 16,3 4-2-16,-1-1-1 15,0 0 0-15,0 0 0 0,-1-1 0 16,-4 1 1-16,0 1-1 16,0-1 4-16,-3 0 8 15,1 0-1-15,-2-1-5 16,0 2-2-16,2 1-2 0,-1 0-2 16,-1-1 0-16,0 3 1 15,-1-1-2-15,-3 1 1 16,-1 0 0-16,-1 0 0 15,-2 0 0-15,0 1 1 16,-2 3 1-16,-3 2 1 16,4 0 2-16,-5 1 0 0,0 4-1 15,2 2-3-15,-2 4-1 16,0 1 0-16,4 1 0 16,0 3 2-16,2 2-2 15,2 1 0-15,-1 1-2 16,3 1 2-16,-2 2 0 0,1 1 2 15,2 2-1-15,0-1-2 16,3 1 2-16,2 0 1 16,6 0-2-16,1 0 0 15,4-2 0-15,0 0 0 16,0 0 0-16,2-4 0 0,6-2 0 16,4-2-1-16,-1-1-1 15,5-4-1-15,2-3 2 16,2 0 0-16,5-2 0 15,4-1 0-15,2-2-1 16,5 0 2-16,4-1 1 16,2-3 0-16,1 0-2 0,3 0 2 15,2 1-1-15,-2-2 0 16,6-1 1-16,-2-3-2 16,2 0-1-16,0 0 2 15,0 0 0-15,2 0 0 16,-5-3-1-16,2-2 2 0,0 0 1 15,1 0 0-15,1 2-2 16,2-1 1-16,-1 2 0 16,3-1-1-16,0 3 0 15,2 0 0-15,-3 3 0 0,0 3 0 16,-5 4 0-16,0-1 0 16,-1-2 0-16,-5 1 0 15,4-1 1-15,-5-4-1 16,2-2 0-16,0-1 0 15,1 0 2-15,2 0-2 0,0-3 0 16,4 0 1-16,3 0-1 16,1-2 0-16,3 1 0 15,0 1 0-15,-1-1-5 16,3 1 1-16,-1-1 2 16,1 2 1-16,-2-1 0 15,-1 0 1-15,1 1 0 0,-2-1 0 16,1 1 0-16,-2-2 0 15,5-2 0-15,-1 3 2 16,4-1 0-16,-2-1-2 16,2-1 1-16,2 0 0 15,2 1-1-15,0-1 1 0,1 3-1 16,-1 1 0-16,-2 1-1 16,1 1 1-16,-1 0 1 15,-4 0-2-15,1 0 2 16,-2 0-1-16,-1 0 0 15,-2 0 0-15,3 0 1 0,-3 0-1 16,3-1 0-16,-2 1 0 16,3-2 1-16,-2 2-1 15,1 0 1-15,-1 0-1 16,1 0 2-16,1 0-1 16,-1 2-1-16,2 1 1 0,-2-1-1 15,-2 3 0-15,3-1 0 16,-6-1 0-16,1-2 0 15,-3-1 0-15,0 0 0 16,-1 0 1-16,-3-1-1 16,0-6 1-16,1-1 13 0,1-3-1 15,1 1-7-15,2 3-3 16,1 1-2-16,1 2 1 16,2 0-4-16,-3 4 4 15,4 0-4-15,1 0 2 16,-2 0 0-16,3 2 0 0,-2 4 2 15,3 0-2-15,-2 1 0 16,2 0 0-16,1 3 0 16,-2-1 0-16,2 1 0 15,1 1 0-15,1-2 0 16,0 1 0-16,5-2 0 16,0-1 0-16,2 0 0 15,3-1 0-15,-2 0 1 0,4-1-2 16,0-1 2-16,1 1-1 15,-3-1 1-15,3-1 4 16,1-1 0-16,1 0-3 16,1-2-1-16,0 1 0 0,2-1 0 15,0 0-1-15,1 0 1 16,-1 0-1-16,3 0 0 16,3 0 2-16,-1 0-1 15,1 0 0-15,-3 0-1 16,5 3 2-16,1 0-2 0,-6 2 0 15,4-1 1-15,0-1 0 16,-1 0 1-16,0-1-1 16,0 3 0-16,-2-4 0 15,3 2-1-15,0-2-1 0,0-1 1 16,2 2 1-16,-1-2-1 16,-2 1 0-16,0-1-1 15,-2 3 2-15,2-2-1 16,-2 1 0-16,2-1 0 15,2-1 0-15,1 3 0 16,-2-3 2-16,0 3-4 0,1-3 4 16,1 1-2-16,-5-1 0 15,-1 0 0-15,-2 0 0 16,0 0 0-16,-2 0 5 16,-1 0 1-16,-2 0-2 15,1 0 1-15,-1 0-3 0,-3-2 0 16,1-4-2-1,-2-3 0-15,-5-1 1 0,0-1-1 16,-2-3 0-16,-3-3 0 16,-1-2 0-16,-2 0 0 15,2-4 0-15,-2-2 0 0,-1 0 1 16,-2-4-2-16,-1 1 2 16,-5-3-1-16,-4-2 0 15,-1 1 1-15,-5-1-1 16,-1-4 0-16,-3 4-1 15,-3-2-4-15,-1 1-8 0,-6 2 2 16,-5-2 2-16,-6 3 6 16,-5 0 3-16,-5 2 1 15,-8 4-3-15,-2 1 3 16,-1 3 6-16,-11 5-2 16,-4 1-6-16,-3 3-1 0,-8 2-1 15,-4 3-7-15,-4 1-9 16,-6 3 2-16,-4-1 7 15,-4 1 7-15,0 0 1 16,-5-1 2-16,-1 0 1 16,-5-2 0-16,-2-1 1 0,-2 1 1 15,0 1-2-15,-6 0-1 16,0-2 1-16,-3 3-1 16,-3-1 0-16,-3 0 0 15,-5 3 0-15,-7 1-1 16,-2 0 1-16,-6 1-1 15,-7 0-2-15,-7 0 0 0,-9 0-2 16,-10 2 3-16,-10 3 0 16,-15-2 4-16,-13 2-2 15,-15 1 1-15,-16-2 0 16,-24 3 2-16,-22 2 0 16,-24 4-1-16,-24 2-1 0,-31 7-1 15,-26 5-4-15,-28 1-51 16,-23 2-115-16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32:59.6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1978 8710 45 0,'0'-4'-4'0,"0"1"3"0,0 0 1 0,0-1 2 16,0 1 8-16,0-3 4 0,0 2-2 16,0 0-1-16,0-1 1 15,0 0-3-15,-2-1 7 16,2 3-2-16,-2 0 3 16,-1 0 4-16,3 2-9 15,-2 1 0-15,2 0-4 0,-2 0-6 16,0 4-6-16,0 9 9 15,2 7-13-15,-2 7 11 16,2 7-1-16,0 10-2 16,0 10 0-16,0 10 2 15,4 8-1-15,2 8 2 0,1 8-2 16,0 3-3-16,-2-3 4 16,1-7-2-16,1-11 1 15,-1-11 0-15,-3-9-1 16,4-10 2-16,-5-6 0 15,0-6-2-15,-2-4-18 16,0-7-43-16,0-8-64 0</inkml:trace>
  <inkml:trace contextRef="#ctx0" brushRef="#br0" timeOffset="622.65">2063 8667 27 0,'0'0'-6'0,"0"0"-15"0</inkml:trace>
  <inkml:trace contextRef="#ctx0" brushRef="#br0" timeOffset="1149.83">2063 8667 24 0,'-46'-4'27'16,"43"4"-7"-16,1 0-8 15,1-1 4-15,1-1-7 16,-2 2-1-16,2 0-2 0,0 0-6 16,0 0-1-16,0 0-1 15,0 0 2-15,2 0 3 16,2 0 2-16,2 0 1 16,0 0-1-16,3 0-3 15,3 0-1-15,3 0 0 0,3 3-1 16,2 3 0-16,5 0 2 15,2 1-2-15,4 1 0 16,4 2 0-16,3-3 1 16,3 0-4-16,4-3 2 0,4-1 2 15,5-3 1-15,1 0-2 16,1-4 0-16,4-6 1 16,-4 0-1-16,3 0 0 15,-3-1 0-15,2 4 1 16,-3 0-1-16,1 3 0 15,0 3 0-15,-2 1 0 0,-3 0 0 16,-2 8 0-16,1 3 0 16,-4 3-5-16,-4 0-26 15,-3-2-79-15</inkml:trace>
  <inkml:trace contextRef="#ctx0" brushRef="#br0" timeOffset="1862.45">3380 8626 35 0,'0'0'9'0,"0"0"1"0,0 0 6 0,0 0 4 16,0 0-7-16,0 0-8 15,0 0 1-15,0 0-3 16,0 0-3-16,0 0-1 15,0 0 1-15,0 0-2 16,4 20 1-16,-2-8 4 0,0 4 1 16,-2 3 5-16,2 5 2 15,1 4 2-15,1 2-3 16,1 3 0-16,2 7-4 16,-1 2-2-16,1 5-2 15,0 6-1-15,0 4-4 0,-3 4 2 16,-2 5-1-16,-2 2-15 15,0-2-27-15,-4-2-38 16</inkml:trace>
  <inkml:trace contextRef="#ctx0" brushRef="#br0" timeOffset="2793.37">2067 9792 51 0,'0'0'19'0,"0"0"3"0,0 0-5 0,0 0-3 16,0 0-1-16,0 0-5 16,0 0-4-16,0 0-1 0,0 0 0 15,0 0 1-15,0 0-4 16,46-13 1-16,-29 13-1 15,6 0 0-15,2 0 1 16,2 0-1-16,4 5 0 16,2 0 0-16,3-2 0 0,1 0 0 15,1 0-1-15,3-2 0 16,-1-1 1-16,2 0 0 16,-1 0 0-16,-1 0 0 15,0 0 0-15,-1 0 0 16,-2-2 0-16,1 0 0 0,2 1 0 15,3-1-1-15,-1 2 1 16,-2 0-2-16,3 0 0 16,-5-2 0-16,-2 2 2 15,-3-1-1-15,-6-1 0 16,0 0 1-16,-4 1 0 0,-2-1 1 16,-2 2 0-16,1 0 0 15,-3-1 0-15,-1 1 0 16,-2 0-1-16,4 0 3 15,-3 0-3-15,1 0 0 16,1 0 0-16,-1 0-4 16,-2 0-2-16,2 0-7 0,-3 0 9 15,0 0 4-15,-4-3 0 16,0 0 3-16,-2-4 9 16,0 2-4-16,-3-1 2 15,1-3-6-15,1-1 0 0,-2 0-1 16,2-1-2-16,-2-2 1 15,0-4 7-15,-2 2 8 16,-1-4 2-16,-1-4-6 16,0-4-4-16,1-5-1 15,2-8-5-15,-1-10-1 0,2-9-7 16,0-10-54-16</inkml:trace>
  <inkml:trace contextRef="#ctx0" brushRef="#br0" timeOffset="5565.53">2499 9906 99 0,'-5'0'14'0,"1"0"7"0,2 0-10 0,-2 0-6 16,2 1-3-16,1 4-5 0,-3 3 1 15,-1 5 6-15,3 5 0 16,-2 9 3-16,3 10 5 15,-1 13-2-15,0 14 2 16,2 10-5-16,-2 12-1 16,0 8-3-16,-1 3-1 0,1-2 0 15,-2-6-2-15,2-6-5 16,2-16-14-16,0-14-6 16,0-16-12-16,0-15-31 15</inkml:trace>
  <inkml:trace contextRef="#ctx0" brushRef="#br0" timeOffset="6698.32">4055 8692 86 0,'2'1'-3'0,"0"12"3"0,3 5 3 0,-1 12 10 16,-2 8 2-16,0 9-1 15,1 13 4-15,2 8-6 16,-3 7 0-16,0 5-10 16,2 5 0-16,-2-2-1 0,-1-7 0 15,-1-9-1-15,0-12-1 16,0-11-2-16,0-11 3 16,1-11-7-16,0-6-16 15,-1-6-18-15</inkml:trace>
  <inkml:trace contextRef="#ctx0" brushRef="#br0" timeOffset="7157.21">4188 8660 103 0,'0'0'0'0,"0"0"0"0,0 0 1 15,0 0-1-15,50-13 0 16,-32 13 4-16,10 0 1 16,4 0 5-16,9-1-4 15,5 1-2-15,4 0-3 0,-1 0 0 16,4-1-2-16,-1-1 1 16,1 1 2-16,1-3 6 15,2-1 5-15,0-2 0 16,2 2-6-16,0-1-2 15,-2-1-3-15,0 1 0 16,-2 1-1-16,-3 0 0 0,-7 2-1 16,-2 3-1-16,-7 0-9 15,-11 0-34-15,-8 4-63 16</inkml:trace>
  <inkml:trace contextRef="#ctx0" brushRef="#br0" timeOffset="7891.38">4084 9613 74 0,'0'0'20'0,"0"0"-1"0,0 0 1 0,0 0-5 16,0 0-16-16,0 0 0 0,0 0 0 15,0 0 2-15,38-5-2 16,-16 3 0-16,2 1-1 16,7-2 2-16,8 0-1 15,3-2 1-15,8 1 1 16,-1 2-1-16,5 2 0 0,1 0 0 15,1 0-1-15,-3 2 2 16,3 7-1-16,0-2 3 16,-2 0-2-16,0-1 0 15,-5 1-1-15,0-3 1 16,-6-2 0-16,-2-1-1 0,-2-1 2 16,-3 0-2-16,-3 0 1 15,-2-5 1-15,-1-1 1 16,-7-3-2-16,-2-1 0 15,-3-1 1-15,-7-2-1 16,-1-4 2-16,-4-3 0 16,-3-2 17-16,-1-8-2 0,0-5-7 15,-2-7-4-15,0-6-3 16,0-5-1-16,0-4 0 16,0-3 0-16,0-3 1 15,0-2 0-15,0-1 0 16,0 2-1-16,0-1 1 0,2 8-2 15,0 3 1-15,0 7-3 16,1 7 0-16,1 6-11 16,-1 9-50-16,-3 9-57 15</inkml:trace>
  <inkml:trace contextRef="#ctx0" brushRef="#br0" timeOffset="8289.75">4502 9626 196 0,'0'0'9'0,"0"0"8"0,0 0-3 0,0 0-10 16,0 0-15-16,0 0 9 15,9 48 2-15,-5-8 2 0,-1 11 1 16,1 10 1-16,0 12-2 16,-2 6-1-16,-2 5-6 15,0 1-16-15,0-2-31 16,0-8-21-16</inkml:trace>
  <inkml:trace contextRef="#ctx0" brushRef="#br0" timeOffset="9016.09">2863 8071 126 0,'0'0'-1'0,"0"0"18"0,0 0 15 15,0 0-20-15,0 0-9 16,-38 30-5-16,30 1 2 0,-2 16-4 15,-3 21 1-15,1 23 3 16,4 21 0-16,1 20 2 16,5 10-12-16,2-1-87 15</inkml:trace>
  <inkml:trace contextRef="#ctx0" brushRef="#br0" timeOffset="9370.98">4476 7959 160 0,'0'0'29'0,"0"0"-15"15,0 0 7-15,0 0-17 16,0 0-9-16,4 59 6 15,-4-12 2-15,6 19-2 0,1 12-17 16,-1 10-69-16</inkml:trace>
  <inkml:trace contextRef="#ctx0" brushRef="#br0" timeOffset="9819.87">3532 9194 232 0,'0'0'7'0,"0"0"-3"0,0 0-3 16,0 0-3-16,36-24 0 16,-12 24-1-16,3 0-2 15,9 2 0-15,2 9 1 0,9 3 4 16,6 6 1-16,3 1 0 16,6 2-15-16,3 4-57 15,-2-5 13-15</inkml:trace>
  <inkml:trace contextRef="#ctx0" brushRef="#br0" timeOffset="11023.03">8160 8614 245 0,'0'28'-19'0,"1"9"16"0,1 11 2 16,6 17 7-16,2 15 1 0,-2 12-1 15,1 11 2-15,3 9-3 16,-6 1-2-16,1 5-2 16,-1 0-7-16,-4-6-47 15,-2-9-40-15</inkml:trace>
  <inkml:trace contextRef="#ctx0" brushRef="#br0" timeOffset="11750.06">8207 8498 252 0,'0'0'-1'16,"0"0"-13"-16,0 0 8 15,0 0 6-15,40 16-3 16,-14-9 1-16,7 2 1 15,5-1 0-15,7-2-9 16,3-3 2-16,8-1-7 0,5-2-2 16,2 0-7-16,3-7 15 15,1-4-6-15,-2 1 6 16,-2-3 11-16,-3 0-2 16,-8 1 1-16,-1-1 0 15,-11 0 3-15,-2 0 7 0,-7 4 1 16,-2 0-2-16,-4 3-3 15,-6 5-1-15,0 1-4 16,-5 0-2-16,-1 10-3 16,-5 8 1-16,2 9 1 15,-4 7 2-15,3 7 11 0,-2 9-1 16,3 4-3-16,0 4-4 16,3 2-1-16,3 1-1 15,-3 0 0-15,2 0-2 16,0-2 1-16,3-3 0 15,-3 0 5-15,1-5-1 16,-1-1-2-16,-1-1-2 0,-1-2 0 16,-3 0-1-16,-2 1 0 15,-6-4 1-15,-2 0 1 16,-2-4 1-16,-14-3-5 16,-7-3 2-16,-7-3 11 15,-13-4 16-15,-6-2-5 0,-7-5-6 16,-6-2-8-16,-3-2-5 15,-5-8-3-15,1-2 1 16,0-6-11-16,0-6-56 16</inkml:trace>
  <inkml:trace contextRef="#ctx0" brushRef="#br0" timeOffset="12206.04">8540 7835 335 0,'0'0'-28'0,"0"0"39"0,-38-40-9 0,34 40-2 0,0 12-8 15,3 19 7-15,1 13 0 16,0 16 0-16,1 12 2 0,9 16 1 16,5 9-4-16,-1 2-31 15,0-1-58-15,-3-5-58 16</inkml:trace>
  <inkml:trace contextRef="#ctx0" brushRef="#br0" timeOffset="12439.7">8352 7922 313 0,'0'0'2'15,"-46"0"-4"-15,23 34-3 0,1 21-9 16,-2 26 2-16,-6 24-9 16,-1 19-50-16,0 9-36 15</inkml:trace>
  <inkml:trace contextRef="#ctx0" brushRef="#br0" timeOffset="14367.78">1734 10805 132 0,'0'-4'5'0,"0"-1"7"0,0 3 9 0,0-1 0 15,-2 1-4-15,2 0-12 16,-2 0 1-16,2 1 0 16,0-1 0-16,0 1-5 15,0 0 1-15,0 0-2 16,0 1 0-16,7 0-3 0,0 0 0 15,-1 6-8-15,3 5 2 16,5 1 7-16,-1 6 6 16,1 2-1-16,3 1-3 15,0 1 1-15,2-4 0 16,-1 3-1-16,-1-2 1 16,4-2-2-16,0 0 1 0,3-1-1 15,0-1 0-15,5-2-1 16,0 1 2-16,3-2 0 15,5-1 0-15,0 0-2 16,3-1 3-16,0 0-3 16,3-3 0-16,-3 1 5 0,4-2-1 15,1-1-1-15,0-1-1 16,4-4 1-16,-2 0 0 16,2 0 1-16,-2-9 0 15,0-2-1-15,-2-3 2 0,-3-6-3 16,0-1 1-16,1-4 0 15,-1-4 1-15,0-1 3 16,-1-3-2-16,1-1 0 16,-4 3-1-16,1 1-2 15,-1 0 1-15,-2 4 2 16,1 1-1-16,1 3 2 0,1 2-3 16,-4 3 0-16,3 1-1 15,0 3 0-15,-2 2 0 16,4 2 0-16,0 2 0 15,0 3-1-15,1 1 1 16,3 3-1-16,-4 0 1 0,3 0-1 16,-3 3 1-16,0 7-1 15,1 0 1-15,-1 1-2 16,0 2 2-16,5 1 2 16,-1 0-2-16,0-2 0 15,0-1 1-15,1-1-1 0,-1-3 1 16,1-4 0-16,4-2 0 15,-3-1 0-15,4-1 1 16,0-12-1-16,0 0 0 16,0-2 0-16,-2-1-2 15,2 2 1-15,0 1 0 16,0 6 0-16,2 1-1 0,0 5 0 16,4 1 0-16,-1 0 0 15,5 3 1-15,1 2 0 16,2 0 0-16,2-4 1 15,0-1-1-15,0 0 1 16,1-12 0-16,-3-4-1 0,0-4 1 16,1-3-1-16,-4-2 1 15,-1-2-1-15,-3-2 1 16,-3-1 0-16,-4-4 4 16,-1 2 0-16,-11-4 6 15,-3-1 2-15,-7-3-1 0,-10-1-4 16,-5-3-3-16,-8 1-3 15,-4-2 0-15,-16 1-20 16,-15 1-100-16</inkml:trace>
  <inkml:trace contextRef="#ctx0" brushRef="#br0" timeOffset="15058.48">3232 11814 161 0,'-7'-5'13'0,"1"2"9"0,2 0 6 0,-1 3-12 16,5 0-8-16,0 0-18 0,1 6 1 16,9 5 6-16,3 8 2 15,3 4-1-15,2 6 3 16,2 1 2-16,0 6 1 15,0-2-4-15,-2 1 3 16,-5-5-2-16,-1-4-2 16,-3-5-4-16,-5-5 3 0,-2-6 0 15,-2-5 2-15,0-2 1 16,0-3 5-16,0 0 1 16,0 0 3-16,-2-7 5 15,2 3-11-15,-2-3 4 16,2 2 2-16,0 0-5 0,2 0-5 15,3-1 0-15,3 1-2 16,4-1 2-16,-3 1 0 16,1 0 1-16,2 0-1 15,-3 3 0-15,-3 1-2 16,2 1-16-16,-6 0-39 0,0 0-17 16,-2 0-14-16</inkml:trace>
  <inkml:trace contextRef="#ctx0" brushRef="#br0" timeOffset="15236.68">3373 11982 180 0,'0'0'8'16,"0"0"4"-16,0 0-6 16,0 0-1-16,0 0-3 15,0 0-2-15,0 0 0 0,0 0 0 16,7-41 1-16,1 28-2 15,1-1-29-15,-1-3-37 16</inkml:trace>
  <inkml:trace contextRef="#ctx0" brushRef="#br0" timeOffset="15393.26">3320 11744 267 0,'0'0'10'0,"0"0"-1"0,0 0-3 16,0 0-5-16,0 0-15 16,-26-46-29-16,35 30-48 15</inkml:trace>
  <inkml:trace contextRef="#ctx0" brushRef="#br0" timeOffset="15905.69">3594 11923 123 0,'0'0'22'0,"0"0"16"16,0 0-4-16,0 0-14 15,0 0-9-15,0 0-8 16,0 0-1-16,0 0 0 0,-33-37 1 16,39 34-3-16,1 0-2 15,5 3-1-15,-2 0 0 16,6 7 1-16,0 5-1 16,-3 3 1-16,3-1 2 0,-3 1 1 15,-3-3-4-15,-2 0 0 16,-4-4 3-16,-1-1 1 15,-3-5 0-15,0-2 6 16,0 0-2-16,0 0-3 16,0-8-5-16,-3-4 4 0,-1-4 1 15,2-4 0-15,-2 2-1 16,1-1-2-16,3 4 4 16,0 3 0-16,0 2-1 15,5 4-2-15,2 1-2 16,3 3-2-16,2 2 2 15,-1 0-1-15,2 2 2 0,-1 7 0 16,-1 3-8-16,2 2-4 16,-4 2-6-16,-3 1-16 15,1-2-17-15,-3-3-42 16</inkml:trace>
  <inkml:trace contextRef="#ctx0" brushRef="#br0" timeOffset="16141.27">3880 11765 272 0,'0'0'8'16,"0"0"-2"-16,0 0-1 0,0 0-12 0,0 0 12 0,0 0-11 15,0 0 6-15,-15 55-1 16,26-32 1-16,0 1-2 0,5-2 0 15,3-3 0-15,4-3-4 16,-1-3-24-16,3-6-10 16,0-7-12-16,-3 0-24 15</inkml:trace>
  <inkml:trace contextRef="#ctx0" brushRef="#br0" timeOffset="16440.02">4122 11729 123 0,'0'0'32'0,"0"0"21"16,0 0-33-16,0 0-21 0,0 0 5 16,-4 37-8-16,4-17 8 15,0 0-1-15,6-4-3 16,0-2-3-16,4-7 0 16,1-3-3-16,-2-4-3 15,4 0 7-15,-4-4 2 0,2-10 5 16,-2-3-2-16,-2-3 1 15,-2-3-2-15,-3 1 0 16,-2-2 0-16,0 2 1 16,-2 3 1-16,-3 4-2 15,-5 4 0-15,2 4 0 16,-1 7-1-16,2 0-6 0,3 9-25 16,-1 6-41-16,1-1 12 15</inkml:trace>
  <inkml:trace contextRef="#ctx0" brushRef="#br0" timeOffset="16852.79">4337 11615 199 0,'0'0'12'15,"0"0"12"-15,0 0-17 0,0 0 0 16,-3 38-12-16,1-13 5 15,-2 1-2-15,1-1-1 16,2-2 0-16,1-6-1 16,0-4 4-16,0-6-1 15,1-4-4-15,6-3-20 0,-2-3 1 16,3-11 8-16,-2-6 2 16,-4-3 4-16,0-5 10 15,-2-5 1-15,0-2 1 16,-6-1 9-16,-4-2 4 0,1 1 1 15,-3 1-2-15,1 5-1 16,1 6-4-16,2 6 2 16,1 8 8-16,5 5-2 15,0 6-13-15,2 6-6 16,0 11 5-16,4 6-4 16,5 6 1-16,3 6 0 0,3 2 0 15,3 2-2-15,3 2-11 16,-2 2-25-16,4-5-28 15,-3-2-50-15</inkml:trace>
  <inkml:trace contextRef="#ctx0" brushRef="#br0" timeOffset="17150.98">4553 11708 173 0,'0'0'14'0,"0"-37"11"16,0 20 3-16,0 4-11 0,0 1-9 15,0 2-6-15,0 3-1 16,0 2 0-16,-2 1 0 16,0 0-2-16,-2 2-7 15,1-2-2-15,-2 3 1 16,0-1 6-16,1 2 0 0,0 0-5 16,-1 0-4-16,2 3 1 15,2 8 16-15,-1 2-5 16,2 3-1-16,0 2 1 15,3-1 0-15,7-2-4 16,4-4 1-16,-1 0-1 0,2-5-3 16,2-5 8-16,1-1-33 15,-3 0-36-15</inkml:trace>
  <inkml:trace contextRef="#ctx0" brushRef="#br0" timeOffset="17315.11">4687 11572 102 0,'0'0'36'15,"0"0"18"-15,0 0-22 16,20-40-16-16,-11 33-3 16,3 1-5-16,1 1-3 15,1 0-1-15,1 1-2 16,1-2 0-16,1-1 1 0,0-4-2 16,-4-6-50-16,-1-9-108 15</inkml:trace>
  <inkml:trace contextRef="#ctx0" brushRef="#br0" timeOffset="18126.2">8527 10718 116 0,'0'0'9'0,"0"0"24"0,0 0-7 0,0 0-14 16,0 0-8-16,0 0-12 16,-2 44 5-16,10-18 1 15,4 2 5-15,-1 2-1 16,-2-2-1-16,1-2 1 0,-2 0-1 15,-4-4-8-15,-1-3-34 16,-3-6-4-16,0-5 9 16</inkml:trace>
  <inkml:trace contextRef="#ctx0" brushRef="#br0" timeOffset="18411.71">8465 10787 134 0,'0'0'2'16,"0"0"7"-16,22-43 6 0,-7 30-4 16,4 3-6-16,0 4-3 15,1 2-2-15,1 4-2 16,1 0-3-16,-2 13 0 16,0 1 10-16,-5 6-5 15,-1 0 1-15,-3 4 5 16,-7 0-2-16,-4 0-2 0,0 2-2 15,-3 2 8-15,-8-1-2 16,-3 0-1-16,-2 0-3 16,0-4-1-16,3-3-11 15,1-9-24-15,2-8-9 16,3-3-68-16</inkml:trace>
  <inkml:trace contextRef="#ctx0" brushRef="#br0" timeOffset="18759.84">8740 10814 161 0,'0'0'-6'15,"0"0"4"-15,0 0 1 16,39 4 2-16,-27-3-1 16,-3-1 0-16,-1 0 1 0,-1 0 0 15,-2 0 1-15,-2-3 2 16,-1-5 1-16,-2-1-1 15,0-1 0-15,0-1 0 16,-1 0-2-16,-3 2 0 16,-4 3 0-16,4 2 4 15,0 4 13-15,0 0 1 0,1 3-7 16,3 10-12-16,0 4-2 16,0 5 1-16,7 1-1 15,1 1 1-15,5-1-2 16,-1-4 0-16,3-4-1 0,2-5 0 15,-1-3 1-15,1-5 1 16,2-2-16-16,-2-2-19 16,-1-12-32-16</inkml:trace>
  <inkml:trace contextRef="#ctx0" brushRef="#br0" timeOffset="18972.65">9010 10701 221 0,'0'0'-2'16,"0"0"7"-16,-8 43-4 16,8-26 0-16,0 0-1 0,0 1 1 15,1-6-1-15,6 2-1 16,-2-6-1-16,3 1-3 16,-2-6 1-16,6-2-1 15,-3-1-10-15,2-3-15 16,1-11-5-16,0-2 6 0,-3-3-35 15</inkml:trace>
  <inkml:trace contextRef="#ctx0" brushRef="#br0" timeOffset="19507.34">9124 10668 130 0,'0'0'4'0,"0"0"-9"16,0 0 5-16,0 0-3 15,7 46 3-15,-5-32 0 16,2 0 6-16,-1-4-1 15,3-1-2-15,0-2-1 16,4-3 0-16,-3-2-5 16,4-2 2-16,2 0-3 0,0-2-11 15,0-9-3-15,3-2 5 16,-3-4 0-16,2 1 9 16,-2-1 0-16,0 0 4 15,-4 3 3-15,-1 0 1 0,0 2 9 16,-3 1 1-16,1 4-3 15,-4 1-6-15,0 1-4 16,0 3 0-16,-1 2-2 16,-1 0-3-16,0 6 1 15,0 4 25-15,0 3-11 16,-1 2 0-16,1 1-3 0,0 0 1 16,0-1-7-16,0 1-2 15,7-5-1-15,0-4-2 16,2-1-1-16,-2-5-1 15,1-1 3-15,-1-7 4 16,0-7 5-16,-4-4-3 0,1-6 1 16,-2-2 0-16,-2-4-3 15,0-3 0-15,-6 1-1 16,-1 2 1-16,-5 1-1 16,3 8-1-16,-1 3 0 15,4 5 0-15,2 10-1 0,0 3-3 16,3 7-3-16,1 10-8 15,0 7 3-15,1 3-3 16,7 2-15-16,4-1 0 16,1-4-9-16</inkml:trace>
  <inkml:trace contextRef="#ctx0" brushRef="#br0" timeOffset="20004.97">9494 10620 23 0,'0'0'12'0,"23"-37"16"0,-14 16-2 0,0 0-7 0,-4 1-1 15,-1 0 0-15,-2 4-4 16,-2 6-1-16,0 3 7 16,0 2-6-16,-8 5-9 15,3 0-1-15,-3 4-6 16,2 9 5-16,0 3-5 16,3 2 1-16,3 2 5 0,0 0-4 15,0-1-3-15,1-3 1 16,7-2-3-16,4-5 0 15,-1-3-7-15,2-4 1 16,3-2 3-16,-3 0-7 16,1-10 19-16,1-4-3 0,-4-2 0 15,-1 0 1-15,0-1 0 16,-4 2 0-16,2 4 1 16,-2 2 2-16,1 2-1 15,-2 6-3-15,2 1-3 16,0 0-4-16,1 1 7 0,-2 9 0 15,1 0 1-15,1 0 4 16,-2-1-5-16,-2 0-1 16,-1-4-1-16,-1-1 3 15,0-4 3-15,-2 0 32 16,0 0 3-16,0-10-35 0,2-6 5 16,0-2-6-16,0-6 2 15,2-3-4-15,2-3-1 16,-1 5 2-16,3 2-6 15,-1 4-13-15,4 9-6 0,-2 6-19 16,-2 4-16-16,0 9 16 16</inkml:trace>
  <inkml:trace contextRef="#ctx0" brushRef="#br0" timeOffset="20310.97">9186 11173 244 0,'0'0'-13'0,"0"0"30"0,0 0-9 0,0 0-28 15,0 0 21-15,45-39 2 16,-11 19 0-16,8-5-1 15,3-3 1-15,2 1-2 16,4-2-1-16,3 2 1 0,-1-1 0 16,-3-1-1-16,3 5 0 15,-8 0-2-15,-2 1-2 16,-6 4-22-16,-9 4 7 16,-4 5-19-16,-11 7-13 15</inkml:trace>
  <inkml:trace contextRef="#ctx0" brushRef="#br0" timeOffset="20452.91">9730 11000 190 0,'0'0'2'15,"0"0"12"-15,0 0-8 0,0 0-16 16,0 0 8-16,49 8-2 16,-16-28 10-16,5-7-2 15,2-4-33-15,-1-3-59 16</inkml:trace>
  <inkml:trace contextRef="#ctx0" brushRef="#br0" timeOffset="30027.77">8979 10196 97 0,'-14'-6'11'0,"1"-1"-2"0,1 0 11 16,-1 1-3-16,0-1-3 15,-3 1 0-15,3 1-5 16,-1-1-1-16,-1 0 1 16,1 2-5-16,1 0 0 0,-1 1-2 15,1 0-3-15,-3 3 1 16,1 0-4-16,-3 0-1 16,0 0 0-16,0 4 13 15,-2 3-8-15,-3 0 1 16,3 2 1-16,-3 1-2 15,2 3 1-15,-4 1 0 0,0 1-2 16,-2 1 2-16,-2 1-1 16,0 0 1-16,2 0-1 15,1-1 0-15,2-2 1 16,3 2 2-16,1-1-2 16,2 2 0-16,0 3-1 0,3 2 0 15,-4 3 0-15,4 2 0 16,-1 4 0-16,1 2-1 15,-1-2 0-15,3 3 1 16,1-4 0-16,2-3 0 16,3 3 0-16,-2-6-2 0,2 3 2 15,0-3 0-15,3 3 0 16,-2 0 0-16,3 2 0 16,-1 0-1-16,1 0 1 15,1 5 0-15,2-3-1 16,0 0-1-16,0-1 1 0,2 0 0 15,6-2-1-15,2-3 0 16,1-2-1-16,1-1 1 16,1-1 0-16,1-1 1 15,1 0 1-15,-1-4 1 16,1-1 2-16,1 1 2 16,-1-2-3-16,1 0 0 0,0-1-2 15,4 1 1-15,0-2 0 16,2-1 0-16,0-1-2 15,2 0 1-15,4-3 0 16,-2 2 2-16,2-2-2 0,1 0 0 16,1-1 3-16,2-2-2 15,-1 3 0-15,-1-3 1 16,5 0 0-16,-2 1-1 16,2-4 0-16,1 3 1 15,-1-1-2-15,3 0 0 16,-3 1 0-16,1-1 0 0,-2-3 0 15,0 0-3-15,0 0 1 16,1 0 1-16,1 0 2 16,3 0-1-16,3-7-1 15,-1-3 2-15,2 0-1 16,-1-4 0-16,1-2 2 0,0-2-1 16,-5-2 1-16,1 0 1 15,-1 0-2-15,1-4 0 16,-3 0-2-16,1-2 1 15,-3-1-1-15,-1-2 1 16,-1-1 1-16,1 0-4 0,0-3 8 16,-4 1-3-16,1-1-1 15,-1 0-12-15,-4 1 19 16,-1 0-7-16,-5 2 0 16,-2-1-1-16,-2 1 0 15,-5 0-1-15,-1-1 0 0,-1-6 0 16,-1-1 5-16,2-5-3 15,-4-2-1-15,1-2-9 16,-4 2-15-16,-2 2-14 16,0 3-10-16,-8 3 14 15,-7-1 18-15,-2 5 17 16,-7-5 3-16,0 4 7 0,1-3 1 16,-2 0-3-16,0 0 2 15,1 3 1-15,4 2 1 16,-4 3 7-16,0 3 4 15,0 3-3-15,-1 5 0 16,-1 4-8-16,-1 3-2 0,0 2-5 16,-4 4-2-16,-1 1-5 15,1 3 4-15,0 0-1 16,0-1 3-16,-2 1-1 16,3 1 0-16,-1 0-1 15,2 0 1-15,-3 0-2 0,2 0-4 16,0 0-2-16,1 3 8 15,0 2-4-15,0 3 0 16,2 4-1-16,2 0-2 16,-1 5-1-16,2 3-29 0,1 0-24 15,-4-1-25-15</inkml:trace>
  <inkml:trace contextRef="#ctx0" brushRef="#br0" timeOffset="32509.76">3380 7588 60 0,'0'0'2'0,"0"0"0"0,0 0-2 0,0 0 2 0,0 0-9 15,0 0-5-15,0 0 1 16,0 0 8-16,0 0 3 16,0 0 1-16,0 0 0 15,0 0-1-15,0-24 0 0,0 22 0 16,0 1 0-16,-2 1 4 16,2 0 9-16,-3 0 2 15,1 0 0-15,0-1-3 16,2-1-5-16,-2 2 0 15,-1 0-3-15,3 0-3 0,0 0 0 16,0 0-2-16,0 0 1 16,0 0 0-16,0 0 0 15,0 0-1-15,0 3 1 16,0 3-2-16,0 1 1 16,0 0-1-16,0 1 2 15,0 1 2-15,3 0-1 0,-3-1 1 16,2-1-2-16,0 0 0 15,3 0 1-15,-1-4-2 16,2 0 0-16,3-3 2 16,1 0 0-16,3-1 0 15,1-11-1-15,3-3 1 0,3-8 0 16,0-3 0-16,1-6 1 16,5-4-1-16,-1-4 3 15,0-1-1-15,4-3 4 16,-1 0-2-16,1-3 5 0,2 2-9 15,1 4 1-15,-3 2-2 16,-2 4-7-16,-7 5-26 16,-5 9-63-16</inkml:trace>
  <inkml:trace contextRef="#ctx0" brushRef="#br0" timeOffset="33143.98">3342 7611 53 0,'0'0'4'0,"0"0"0"0,0 0 8 0,0 0-6 16,0 0-3-16,0 0 2 16,0 0-2-16,0 0-5 15,0 0 2-15,0 0-1 0,0 0 2 16,0 0-3-16,0 11-1 15,5-9 2-15,3-2-5 16,3 0 8-16,-1-3 14 16,3-9-11-16,2-3-1 15,1-5 1-15,4-4-1 16,3-6-2-16,-1-4 1 0,5-3 0 16,4-3 0-16,0-4 3 15,2-3 0-15,1-4-2 16,-1-1 2-16,-1-1-3 15,2 0 1-15,-3 4-2 16,-3 3 2-16,-1 9-4 0,0 3 2 16,-4 9-23-16,-5 10-19 15</inkml:trace>
  <inkml:trace contextRef="#ctx0" brushRef="#br0" timeOffset="33790.89">3391 7585 33 0,'0'0'1'0,"0"0"6"0,0 0 9 0,0 0-1 16,0 0 2-16,0 0-6 16,0 0-8-16,0 0 0 15,0 0-1-15,43-47-2 16,-30 29 2-16,5-5 2 0,1-4-2 15,6-2 1-15,2-3-2 16,2-1 2-16,1-4 1 16,7-2 2-16,-3-4 0 15,1 1 2-15,-2-1-3 16,-1 0 3-16,-1 2-3 0,-4 5-2 16,-4 4 2-16,-3 5-1 15,-5 4-1-15,-1 6-1 16,-7 3 0-16,-1 4-1 15,-3 3 0-15,-2 3 0 16,0 1-1-16,-1 1-1 0,0 2 2 16,2 0-3-16,-2 0-8 15,2 0-3-15,0 0-7 16,-2 0-19-16</inkml:trace>
  <inkml:trace contextRef="#ctx0" brushRef="#br0" timeOffset="37803.4">9092 12217 92 0,'0'4'16'0,"0"-3"-10"0,0 1-1 15,0-1 2-15,0 2-1 0,0-2 0 16,0 0 5-16,0 1-1 16,0-2-2-16,0 3-2 15,0 0-5-15,0-2-1 16,0 2 0-16,0-1 0 15,0 0 0-15,0-2 1 16,0 0-1-16,0 0 2 0,0-2 5 16,0-7 5-16,2-4 5 15,0-7-9-15,0-2-5 16,0-5 0-16,2-5-2 16,-2-2 2-16,-2-4-3 15,0 0 0-15,2-5 1 0,0 1-1 16,-2 0 2-16,1-2-2 15,0 0 1-15,1 1-1 16,1 1 0-16,-1 2 0 16,0 2 1-16,-2 4-1 15,0 2 0-15,0 4 0 0,0 4 1 16,0 1-1-16,0 5 0 16,0 1 1-16,0 1-2 15,0 1 2-15,0 3-2 16,0 1-4-16,-2 1 0 15,0 3 3-15,2 1 2 0,-2 2-1 16,1 2-2-16,1 1-6 16,0 1-17-16,0 0-21 15,0 0 28-15,0 0 2 16,0 0 0-16,3 0-2 16,-1 3-9-16</inkml:trace>
  <inkml:trace contextRef="#ctx0" brushRef="#br0" timeOffset="38103.1">9123 11369 116 0,'0'0'12'0,"0"0"9"0,0 0-5 0,0 0-10 15,0 0-4-15,0 0-2 16,0 0 0-16,0 0-2 0,0 0 2 15,0 0 0-15,-19 15-1 16,14-3 1-16,2 3-2 16,-1 4 5-16,-1 1-3 15,1 4 2-15,0 0-1 16,-5 0-1-16,0 2 2 16,-2-2-1-16,0-3 0 0,0 0 1 15,1-5 0-15,2-5-2 16,-1-1-16-16,4-8-30 15,-2-2-48-15</inkml:trace>
  <inkml:trace contextRef="#ctx0" brushRef="#br0" timeOffset="38658.18">9048 11383 51 0,'0'0'32'0,"0"0"-28"0,0 0-1 0,0 0-1 16,0 0-3-16,0 0-2 0,0 0 4 15,0 0 4-15,0 0-4 16,0 0 0-16,0 0 2 15,0 0-1-15,2 0 1 16,2 0-1-16,-1 0-1 16,5 0-1-16,-1 3 1 15,2 2 1-15,2 1-1 0,3 1 0 16,-1 1 1-16,3 0 0 16,1 2 2-16,4 0-2 15,0 0-1-15,0 1 2 16,-1 2-2-16,1-2 0 15,-2 1 0-15,-2 0 0 16,-2-3 1-16,-3 1-1 0,0-3 0 16,-5-3 1-16,0 0-8 15,-5-4-14-15,-2 0-74 16</inkml:trace>
  <inkml:trace contextRef="#ctx0" brushRef="#br0" timeOffset="39249.21">9152 11391 4 0,'0'0'34'0,"0"0"-28"0,0 0-1 0,0 0 4 0,0 0-6 15,0 0-2-15,0 0-1 16,0 0 2-16,0 0 6 16,0 0 3-16,-14 35-2 0,14-23 0 15,0 3-6-15,0 4 2 16,0 5-4-16,0 6-1 16,0 4 2-16,0 4 2 15,2 5 3-15,-1 4-1 16,2 4 2-16,-3 2-4 0,2 1-1 15,-2-2 0-15,0-3-1 16,0-4-1-16,0-5 0 16,0-7-1-16,0-5 1 15,0-4-1-15,-2-1 0 16,-2-5 1-16,2-3-1 0,1-3 1 16,-1-4-1-16,2-3 1 15,0-2-1-15,0 0 2 16,0-2-2-16,-2-1-5 15,2 0-6-15,0 0-21 16,0-7-10-16,0-3 4 16</inkml:trace>
  <inkml:trace contextRef="#ctx0" brushRef="#br0" timeOffset="39796.75">9108 11281 97 0,'0'0'4'0,"0"0"5"0,0 0 0 0,0 0-5 0,0 0-3 16,0 0-1-16,-22 42 1 15,19-26 2-15,-3-1 2 16,0 4 0-16,3-1-3 16,-2 1 0-16,-1-1 0 15,1 2-2-15,-1-1 1 0,1-1-1 16,-2 1 1-16,0-1 0 16,-1-1 0-16,1-1-2 15,-2-2 1-15,2 0 0 16,-1-3 0-16,3 2 1 0,-3-3-2 15,2-1 2-15,2-2-1 16,-2 1-3-16,3-3-3 16,1-2 3-16,0-1 0 15,2-2-1-15,0 0-3 16,0 0-24-16,0-8-14 16</inkml:trace>
  <inkml:trace contextRef="#ctx0" brushRef="#br0" timeOffset="40115.94">9057 11444 35 0,'0'0'3'0,"0"0"3"15,0 0 7-15,0 0 3 16,0 0-3-16,41-30 0 0,-31 30-3 15,-1 0-7-15,5 0 0 16,-3 0-1-16,2 6 0 16,3 2 0-16,1 1 2 15,1 1-3-15,-3 0-1 16,1 0 0-16,-1-2 0 16,-3 2 0-16,0-3 0 0,-1-1 7 15,-2 1-3-15,-3-3-1 16,1-1 1-16,-2-3-1 15,-3 0-3-15,-2-1-27 16,0-16-83-16</inkml:trace>
  <inkml:trace contextRef="#ctx0" brushRef="#br0" timeOffset="41163.03">5614 9153 99 0,'0'0'1'0,"0"0"2"0,0 0 2 0,0 0-2 0,0 0-3 15,0 0-2-15,0 0-3 16,0 0 3-16,0 0 2 16,0 0 2-16,0 0 0 0,0 0-1 15,46 34-1-15,-22-22 1 16,0 3 0-16,7 1 0 15,2-2-1-15,4 3 1 16,-1 0-1-16,2-1 0 16,0-2-1-16,2 3 0 0,-2-3 1 15,2 2 2-15,1-1 2 16,-1 2 0-16,4 3-3 16,0 1 0-16,2-2-1 15,-3 4 3-15,-1-3 0 16,-2-2 2-16,-4-2-2 0,-2-5 0 15,-3-2 3-15,-3-1-2 16,-3-2 1-16,-4-2 3 16,-1 2 2-16,-5-2-2 15,-4 0-8-15,-4 1-41 16,-2-3-2-16</inkml:trace>
  <inkml:trace contextRef="#ctx0" brushRef="#br0" timeOffset="41525.96">6464 9662 116 0,'0'0'8'0,"0"0"-4"0,0 0-7 0,0 0 1 16,0 0 1-16,0 0 1 15,40 28 0-15,-26-18 0 0,-1-3-1 16,1-1 2-16,-1-2-1 16,-3-3 1-16,0-1-2 15,-1 0 2-15,-5-11 23 16,-2-7 9-16,-2-2-10 15,0-6-2-15,0 0-6 16,-8-2-5-16,-1 1-4 0,-2-1-3 16,4 2-2-16,-2 5-13 15,-2 2-65-15</inkml:trace>
  <inkml:trace contextRef="#ctx0" brushRef="#br0" timeOffset="41997.7">6480 10555 114 0,'0'0'6'16,"0"0"15"-16,0 0-2 0,0 0-11 0,0 0-2 15,0 0 2-15,0 0-8 16,0 0 4-16,0 0-5 16,0 0-2-16,-35 35-2 0,35-12 8 15,0 5 0-15,0-2-3 16,0-3 1-16,6-2 0 16,0-4 0-16,3-3 0 15,2-4-1-15,1-4 2 16,3-2 1-16,3-4 5 0,0 0 1 15,4-8-20-15,-3-9-51 16,0-2-63-16</inkml:trace>
  <inkml:trace contextRef="#ctx0" brushRef="#br0" timeOffset="42293.66">6672 10472 99 0,'0'0'84'16,"0"0"-74"-16,0 0 5 15,0 0-14-15,-31 42-4 16,25-17 3-16,2 5 0 0,0 0 0 16,0-3 0-16,2-6-1 15,2-4 1-15,0-5-2 16,0-5 0-16,0-3-1 16,2-4 1-16,4 0 2 15,2-6 4-15,0-6 2 0,1-2 2 16,-3-4-3-16,-4-2-1 15,-1 0-3-15,-1-1 1 16,0 3 0-16,-3-1-1 16,-7 2 1-16,1 5-2 15,2 1-7-15,-4 6-12 0,4 3 4 16,-2 2-63-16</inkml:trace>
  <inkml:trace contextRef="#ctx0" brushRef="#br0" timeOffset="42696.54">6703 10447 153 0,'0'0'5'16,"0"0"-6"-16,0 0-1 16,38-8-4-16,-29 9-4 15,1 9-4-15,0 3 12 0,-1 2 5 16,-3-1-2-16,2-1 0 15,-2 0 0-15,-1-2 0 16,-1-1 1-16,-2-3-1 16,-2-4 1-16,0 0 1 0,0-2 1 15,0-1 7-15,0 0 1 16,-6-4-7-16,-1-6 3 16,1-1-3-16,-4-5-1 15,3-2 0-15,3-2 1 16,0-1-3-16,2 1 1 15,2 0-2-15,0 4-1 16,0 1 0-16,8 3 0 0,1 2-1 16,3 3-2-16,-1 2 0 15,2 3-2-15,3 2 0 16,-3 0 2-16,1 7-2 16,-3 5-13-16,0-1-17 15,-4 0 10-15</inkml:trace>
  <inkml:trace contextRef="#ctx0" brushRef="#br0" timeOffset="42933.82">6853 10119 173 0,'0'0'7'0,"0"0"-22"0,0 0-1 0,0 0 13 0,29 52 2 16,-16-29 1-16,3 3 1 15,-2-3 0-15,4-1 0 16,-5 0 0-16,-2-3-11 0,-2-2-19 16,-4-4-42-16</inkml:trace>
  <inkml:trace contextRef="#ctx0" brushRef="#br0" timeOffset="43260.92">6929 10273 102 0,'0'0'1'0,"0"0"0"0,0 0-2 16,20-43 0-16,-9 24 1 15,3 1 1-15,-1-2 2 16,-2-1-2-16,-1 1 0 16,-2 1-1-16,-4 5 1 15,-3 1-1-15,-1 3 0 16,0 6 1-16,-3 3-1 0,-6 1-3 16,0 5 9-16,0 8-5 15,-1 5 2-15,5 4-1 16,3 1 1-16,-1 1-2 15,3 0 0-15,0-3 0 16,8-2-1-16,4-7-1 0,0-2-11 16,1-7-26-16</inkml:trace>
  <inkml:trace contextRef="#ctx0" brushRef="#br0" timeOffset="43475">7130 10056 163 0,'0'0'8'0,"0"0"-4"15,0 0-4-15,0 0-10 0,0 0 3 16,0 0 0-16,0 0 4 16,0 0 3-16,27 40 2 15,-16-31-1-15,0-4 1 16,3 1 4-16,-3-4-21 15,-3-2-46-15</inkml:trace>
  <inkml:trace contextRef="#ctx0" brushRef="#br0" timeOffset="43667.51">7189 9988 187 0,'0'0'19'0,"0"0"-12"16,0 0-1-16,-39 49-8 15,33-21 0-15,3 3 5 16,3 3-2-16,0-2 2 16,0-1-2-16,0-6 0 0,2-3-14 15,5-7-35-15,0-5-15 16</inkml:trace>
  <inkml:trace contextRef="#ctx0" brushRef="#br0" timeOffset="43916.99">7226 9734 187 0,'0'0'8'0,"0"0"1"0,0 0-10 16,0 0-4-16,-13 51-5 15,13-24 8-15,7 4 1 16,2-1 3-16,2 0-1 16,3-4 2-16,-1-1-1 0,2-4 3 15,-4-2-21-15,0-8-36 16,-3-3-58-16</inkml:trace>
  <inkml:trace contextRef="#ctx0" brushRef="#br0" timeOffset="44051.95">7316 9899 223 0,'0'0'11'15,"0"0"-5"-15,15-49-5 16,3 30 1-16,0-1-32 0,0 1-84 16</inkml:trace>
  <inkml:trace contextRef="#ctx0" brushRef="#br0" timeOffset="44696.51">7025 10924 108 0,'0'0'31'15,"0"0"1"-15,0 0 7 16,0 0-17-16,-36-17-5 0,34 17-7 16,2 0-10-16,0 9 2 15,0 6-6-15,2 4 3 16,3 5 2-16,4 1 0 16,2-1 0-16,-4-1-1 15,6-7 0-15,-4-2 0 0,2-4-1 16,-5-6-3-16,4-4-2 15,-4 0-4-15,-1-4 4 16,-1-6 9-16,-2-6-3 16,1 2 2-16,-3-4-1 15,0 2 0-15,2 3-1 0,0 5 0 16,3 2 0-16,-3 2-2 16,5 4-6-16,1 0 0 15,1 0 1-15,3 4 6 16,-3-1 0-16,2 1 1 15,0-4 0-15,-6 2 0 16,3-2 1-16,-5 0 3 0,-1-3 5 16,-2-7 4-16,0 0 3 15,0-3-4-15,0-4-4 16,-3-4-4-16,-1-3-1 16,-1-6-4-16,1-1-38 15,2 0-64-15</inkml:trace>
  <inkml:trace contextRef="#ctx0" brushRef="#br0" timeOffset="45163.76">6956 10869 198 0,'0'0'-8'0,"0"0"22"0,0 0 4 0,0 0-11 0,0 0-9 16,0 0-7-16,0 0 1 15,0 0-2-15,38 52 2 16,-11-32 7-16,2 3 0 16,0 0 2-16,0-2 0 0,-5-1 0 15,1-2 1-15,-5-4-1 16,-6-2 1-16,-1-4-1 16,-5-2 1-16,-3-2 0 15,-5-4 0-15,0 0 9 16,0-5 21-16,-7-9-16 0,-6-5-10 15,-1-5 0-15,1-7-2 16,-3-2-1-16,1-7-1 16,6 2 1-16,0-5-6 15,2 4-23-15,5 2-43 16,0 4-35-16</inkml:trace>
  <inkml:trace contextRef="#ctx0" brushRef="#br0" timeOffset="45489.92">7215 10775 104 0,'0'0'10'0,"0"0"-10"15,0 0 1-15,0 0 1 16,0 0 1-16,41 23 0 16,-35-23-1-16,-2 0 2 15,-1-9 2-15,-3-2 4 16,0-5-7-16,0 1-2 0,0-4 0 15,-5 2 0-15,-4 3 1 16,0 2 13-16,0 5 12 16,0 5-3-16,3 2-5 15,-2 0-12-15,4 7-9 16,2 8 1-16,2 2-1 0,0 3 0 16,0 2 1-16,9-3 1 15,1 1-2-15,3-8 1 16,2-1 2-16,3-7-5 15,0-4-29-15,-1 0-21 16,2-9 6-16</inkml:trace>
  <inkml:trace contextRef="#ctx0" brushRef="#br0" timeOffset="45898.34">7371 10607 122 0,'0'0'15'0,"0"0"6"0,0 0-14 15,-24 40-9-15,24-24 1 16,0 2-2-16,0 2 1 16,3-4-1-16,5-2 2 15,1-3-2-15,3-3-1 0,0-4 7 16,3-4-1-16,1 0 8 16,1-7 0-16,0-9-3 15,-1-4-7-15,-3-4 0 16,-4-2-1-16,-2-5-1 15,-6-2 0-15,-1-2 2 0,0-2-1 16,-10-3 1-16,-3 3 0 16,-4 2 0-16,1 4 1 15,1 6-1-15,0 7 1 16,-1 8 5-16,5 7 12 16,5 3-5-16,1 17-12 15,3 7-4-15,2 6-4 0,0 3 7 16,11 5-1-16,2-1 1 15,6-3 1-15,1-1-1 16,-1-5 0-16,2-3-4 16,-3-4-40-16,-3-6 9 0,-4-5-24 15</inkml:trace>
  <inkml:trace contextRef="#ctx0" brushRef="#br0" timeOffset="46279.9">7494 10539 151 0,'0'0'14'0,"0"0"5"0,-11-51-5 0,11 34-10 0,0 0-3 15,2-1-1-15,7 2 1 16,-1 0-2-16,2 2 0 0,1 4-2 16,1 4 2-16,-3 2-4 15,3 4-4-15,-2 0-10 16,1 9 9-16,-1 5 12 15,1 3 9-15,-1-1 3 16,2-2-10-16,-1-1-2 16,-3-3 1-16,1-5-2 0,1-2 5 15,-4-3-5-15,-3 0 6 16,-1 0 1-16,0-8 2 16,-2-5 1-16,0-3-3 15,-1 1-1-15,-7-4-4 16,-1-1 0-16,-4 2-1 0,2-1-1 15,-1 5-1-15,1 1-4 16,2 3-8-16,1 5-4 16,2 3-9-16,4 2-23 15,2 0-5-15,0 0-37 16</inkml:trace>
  <inkml:trace contextRef="#ctx0" brushRef="#br0" timeOffset="46550.87">7624 10296 84 0,'0'0'20'15,"0"0"-2"-15,0 0-4 16,36-4-4-16,-23 4-8 0,3 7-3 16,-3 0 1-16,1 5 1 15,-1-4 0-15,-2 1 1 16,-2-2-2-16,-4-1-4 16,-1-3 6-16,-4-1-4 15,0-2 16-15,0 0 43 0,-7 0-44 16,-1 0-2-16,-6-7 5 15,3-4-5-15,-3-5-2 16,-1-5-3-16,1-5-2 16,5-6-2-16,1-1 0 15,8-3-1-15,0 2-10 0,0 3-27 16,6 10-21-16,1 7-23 16</inkml:trace>
  <inkml:trace contextRef="#ctx0" brushRef="#br0" timeOffset="46892.88">7325 11032 177 0,'0'0'5'0,"0"0"0"0,0 0-13 0,0 0 16 0,0 0 3 16,44-58-1-16,-21 28-3 16,4-3 0-16,3-4 0 15,2 1-2-15,1 0-2 16,-1 1-1-16,1 2 0 15,-1 3-2-15,1 2-2 0,-4 3-13 16,-2 4-5-16,-4 3-18 16,-6 6-6-16,-5 4-34 15</inkml:trace>
  <inkml:trace contextRef="#ctx0" brushRef="#br0" timeOffset="47077.21">7458 11053 271 0,'0'0'-13'15,"0"0"14"-15,0 0-11 16,0 0 5-16,0 0 9 16,57-52 3-16,-20 12-5 15,4-7-12-15,1-5-76 16</inkml:trace>
  <inkml:trace contextRef="#ctx0" brushRef="#br0" timeOffset="53904.12">9273 5622 74 0,'-4'0'5'0,"1"-1"10"0,2-2-5 0,0 2-1 0,1 1 1 15,-1 0 1-15,1-2 1 0,0 2-3 16,0 0-7-16,0 0-4 16,0 0 1-16,0 3 1 15,1 6 0-15,4-1 0 16,-1 5 0-16,1-2-2 16,2 1 1-16,-2-2 1 15,1-2 0-15,-2-2 1 0,-1-5-5 16,3-1 7-16,4-7 14 15,4-11 29-15,7-8-26 16,10-11-12-16,9-5-5 16,10-7 0-16,8-3-3 15,2-4-1-15,1-5-45 0</inkml:trace>
  <inkml:trace contextRef="#ctx0" brushRef="#br0" timeOffset="54473.7">10527 5503 122 0,'0'0'3'0,"0"0"13"0,0 0 5 0,0 0-17 16,0 0-5-16,0 0-1 0,0 0 4 15,0 0-2-15,-18 37 0 16,18-34 2-16,0-3-3 16,10-2 9-16,11-16 28 15,12-9-12-15,17-10-19 16,11-13-4-16,8-9-17 0,5-7-120 15</inkml:trace>
  <inkml:trace contextRef="#ctx0" brushRef="#br0" timeOffset="55873.27">17954 7672 44 0,'0'0'0'0,"0"0"3"0,0 0 8 0,-50 3 3 16,38-3-7-16,5 0-1 15,-3 0-4-15,4 0-4 16,0 0-17-16,3-1-47 0</inkml:trace>
  <inkml:trace contextRef="#ctx0" brushRef="#br0" timeOffset="56537.59">17780 7658 78 0,'0'0'25'0,"0"0"-2"16,0 0-4-16,0 0 3 15,0 0 3-15,0 0-2 16,0 0-4-16,0 0-4 15,-5-9-3-15,3 9-6 16,0 0-5-16,0 0-3 0,-1 0-5 16,-1 0 3-16,-3 0 3 15,0 3 1-15,-3-2 0 16,-2 0 0-16,-1 1 1 16,-1-2-1-16,-1 2 1 15,2-2-1-15,-1 1 1 0,1 1-1 16,4 0 0-16,-1-2 0 15,3 2 0-15,2 0 0 16,2 1 0-16,3 1 0 16,-2-1-1-16,2 3 1 15,0 1 0-15,0 4 0 0,0 0 0 16,0 1 0-16,2 0 0 16,3 5 1-16,1 0-1 15,-1-1 0-15,2 2 1 16,-1 0-1-16,-3 2 0 15,1-3 1-15,0 2-1 16,-4 1 0-16,2 1 2 0,-2 0-1 16,0 3 1-16,0 0-2 15,0-1 0-15,-2 2 0 16,2-3 0-16,-2 1 1 16,1-3 0-16,1-1 1 15,0-1 1-15,0-3 1 0,0-2 0 16,1-2 2-16,4-2 1 15,3-1-1-15,2-2 1 16,5 0-1-16,8-3 0 16,12-1-4-16,10-2 2 15,11 0-2-15,7-4-34 0,12-11-104 16</inkml:trace>
  <inkml:trace contextRef="#ctx0" brushRef="#br0" timeOffset="58280.7">23570 7190 96 0,'-1'0'3'0,"1"0"7"0,0-1-7 0,0-2 2 0,0 0 6 15,0-1 7-15,0 1 2 16,3 1-2-16,-1-2-3 15,0 0-5-15,2 3-8 0,-1-1-1 16,-1 1-1-16,2-2 0 16,2 3-1-16,2 0 1 15,0 0-2-15,3-1 3 16,-1-1-1-16,3 2 1 16,2-3 0-16,3 1-1 0,-2 0 0 15,1 1 1 1,0-1-1-16,0 1 0 0,-1 1-1 15,-2-3 2-15,2 3-1 16,-2-1 1-16,1-1-2 16,-3 2 2-16,1-1-1 15,-1 1 0-15,-4 0 0 0,-1 0 0 16,-1 0 0-16,1 0 1 16,-4 0-1-16,1 0-1 15,1 3 1-15,-3 1-1 16,0 0-1-16,0 3-3 15,-1 0 5-15,-1 2 3 0,0 2-1 16,0-1-2-16,0 4 1 16,0 0 0-16,0 1 1 15,0 2-2-15,2-2 1 16,3 2-1-16,-2 0 2 16,2-1-2-16,2 1 1 0,-3 0 2 15,3 2-1-15,-1-1 1 16,0 2-1-16,-1 0 0 15,1 2-2-15,0 1 0 16,-3-1 0-16,2 2 1 16,-3-3-1-16,2 2 2 0,-4-2-1 15,0 0 2-15,0-2 0 16,0-2-1-16,0 0 0 16,0-1 0-16,0-1-1 15,-6 1-1-15,1-2 1 16,0-1 0-16,-1 1 1 0,-1 0-1 15,-4-1 1-15,0 1-1 16,-7 0 1-16,-8-1-1 16,-12 4 1-16,-13 3-2 15,-17-3-5-15,-19-7-74 16</inkml:trace>
  <inkml:trace contextRef="#ctx0" brushRef="#br0" timeOffset="62530.21">18055 7892 115 0,'0'0'7'0,"0"0"8"0,0 0 8 0,0 0 0 0,0 0-3 16,-38 6-8-16,31-1-8 15,1 4-1-15,0-1-2 16,2 4 0-16,-2-1-1 16,4-1 1-16,2 1 1 0,0-1-1 15,0 0-1-15,0-1 3 16,6-1 1-16,2-1-2 15,0-1 2-15,1 0-3 16,1-2 1-16,2-4-2 16,-1 0 5-16,1 0 1 15,-3-7 7-15,2-3-1 0,-2-2 1 16,-3-2 0-16,-1 0 0 16,-1-2-1-16,-3 0-4 15,-1 0-2-15,0 0-1 16,-1 2-2-16,-6 1-2 0,1 2 0 15,-3 5-1-15,2 3-4 16,-2 3-1-16,3 2-3 16,-3 9-18-16,4 2-17 15,-1 1-21-15,3-1-47 16</inkml:trace>
  <inkml:trace contextRef="#ctx0" brushRef="#br0" timeOffset="62751.26">18266 7939 120 0,'0'0'156'0,"0"0"-142"0,0 0 21 0,0 0-14 0,0 0-8 0,0 0-8 16,0 0-3-16,3-37-3 15,-3 37-5-15,0 0-18 16,0 0-30-16,2-3-72 16</inkml:trace>
  <inkml:trace contextRef="#ctx0" brushRef="#br0" timeOffset="63235.93">18415 7804 130 0,'0'0'8'15,"0"0"20"-15,0 0-5 16,0 0 1-16,0 0-5 16,0 0-1-16,0 0-4 15,0 0-7-15,0-3-7 0,0 3-2 16,0 0 0-16,0 0 2 15,0 0-8-15,0 1-2 16,0 1 1-16,0 1 4 16,0-2-1-16,0 1 3 15,0-1 4-15,-2-1-3 0,0 1 4 16,1 1 2-16,1-2 1 16,-2 0-2-16,2 0 0 15,0 0 4-15,0 0-1 16,0 0-6-16,0 0 1 0,0 0 0 15,0 0-2-15,0 1 0 16,0 1 1-16,0 2 0 16,-2 0 0-16,2 3 2 15,-2 3 6-15,2-1 6 16,0 2-2-16,0 3-5 16,0 3-3-16,2 1-3 0,2 1 1 15,-1 2-2-15,3-2 0 16,-4 1-4-16,-2 1-16 15,0-5-24-15,0-3-84 16</inkml:trace>
  <inkml:trace contextRef="#ctx0" brushRef="#br0" timeOffset="63449.56">18656 8042 249 0,'0'0'6'0,"0"0"1"0,0 0-4 15,0 0-6-15,0 0 0 16,0 0 2-16,2 40 2 0,-2-16-2 16,0 5-21-16,-6-4-3 15,0 1-45-15</inkml:trace>
  <inkml:trace contextRef="#ctx0" brushRef="#br0" timeOffset="63925.42">18987 7825 1 0,'0'0'105'0,"0"0"-104"15,0 0 0-15,-41 45 1 16,33-29 3-16,1 1 3 0,5-3 1 16,2 1-3-16,0-4 0 15,0-3 1-15,5-2 2 16,5-3 14-16,2-2-6 16,-1-1-2-16,7 0-7 15,-1-4-5-15,3-4-1 0,0-5-2 16,-1-1 1-16,-2-1 1 15,-4 0-2-15,-2-2 10 16,-3 0 10-16,-8 1-9 16,0 2-3-16,-2 5-6 0,-10 1-3 15,-3 5-16 1,-5 3-20-16,1 0-29 0,0 7-5 16</inkml:trace>
  <inkml:trace contextRef="#ctx0" brushRef="#br0" timeOffset="64139.65">19225 7861 262 0,'0'0'8'0,"0"0"5"15,0 0 21-15,0 0-15 16,13-39-8-16,-13 38-14 15,0 1 1-15,0 0-15 16,-2 0-27-16,-1 7 5 16,0 0-15-16,1 0-22 15</inkml:trace>
  <inkml:trace contextRef="#ctx0" brushRef="#br0" timeOffset="64388.57">19379 7756 276 0,'0'0'9'0,"0"0"21"15,0 0-9-15,0 0-13 16,0 0-7-16,0 0-4 0,0 0-2 16,0 0 5-16,0 22 0 15,0-2 3-15,0 2-3 16,0 2 1-16,6-3-2 15,-3 3-8-15,3-2-5 16,0 0-21-16,-1-4-19 16,3-3-32-16,-2-4-52 0</inkml:trace>
  <inkml:trace contextRef="#ctx0" brushRef="#br0" timeOffset="64551.2">19593 7986 306 0,'0'0'20'0,"0"0"-11"16,0 0-9-16,0 0-1 16,0 0-7-16,0 0 9 15,13 40-2-15,-13-21-10 16,-2 1-29-16,-9 0-29 0,4-4-70 16</inkml:trace>
  <inkml:trace contextRef="#ctx0" brushRef="#br0" timeOffset="64977.95">19910 7736 111 0,'0'0'118'15,"0"0"-107"-15,0 0 4 16,0 0-11-16,0 0-4 16,-39-9 5-16,29 22-5 15,3 4 0-15,0 0 1 0,6 2-1 16,1-1 0-16,1-4 0 16,10 1 1-16,1-4 0 15,3-4-1-15,1-3 0 16,2-4-3-16,-1 0 8 15,1 0 2-15,-1-8-2 0,-4-1-3 16,-2-4 4-16,-2-1 9 16,-4-1 1-16,-2-2 1 15,-3 1-7-15,0-1-4 16,0 0-6-16,-6 5-1 16,-3 1 1-16,0 4-2 0,-2 4-7 15,-2 3-13-15,0 3 0 16,2 7-10-16,-1 1-25 15,5 0-45-15</inkml:trace>
  <inkml:trace contextRef="#ctx0" brushRef="#br0" timeOffset="65136.02">20086 7783 298 0,'0'0'6'15,"0"0"-1"-15,0 0-5 0,0 0-2 16,0 0-26-16,0 0-25 16,0 0-56-16</inkml:trace>
  <inkml:trace contextRef="#ctx0" brushRef="#br0" timeOffset="65390.88">20286 7653 312 0,'0'0'8'0,"0"0"3"16,0 0-5-16,0 0-6 16,0 0-1-16,0 0-1 15,0 0 2-15,0 0 0 0,0 40 0 16,0-19 2-16,0 1-2 15,-1 2 1-15,1-1-2 16,0 1-5-16,0-3-15 16,0 0-43-16,0-5-69 15</inkml:trace>
  <inkml:trace contextRef="#ctx0" brushRef="#br0" timeOffset="65554.19">20476 7930 184 0,'0'0'163'0,"0"0"-162"16,0 0-1-16,41 10 1 15,-29-1-1-15,-6 1-10 16,-3 2-36-16,-3 5-9 16,-6-1-56-16</inkml:trace>
  <inkml:trace contextRef="#ctx0" brushRef="#br0" timeOffset="65967.2">20780 7635 271 0,'0'0'1'0,"0"0"3"0,0 0-8 16,0 0 6-16,0 0-1 15,-39 24-1-15,30-6 0 16,3 1 0-16,4-1 0 16,2-1 1-16,0-2-1 0,8-4 1 15,1-1-1-15,1-3-1 16,3-6 0-16,1-1 0 15,1 0 3-15,1-1 2 16,-1-10 2-16,0-1 3 16,-3-3 4-16,-3-1 0 15,-2-1 3-15,-5 0-6 0,-2 1-3 16,0 2-8-16,-3 4 0 16,-6 3-3-16,-4 4-12 15,0 3-24-15,-1 2-3 16,1 8-20-16,0-2-21 0</inkml:trace>
  <inkml:trace contextRef="#ctx0" brushRef="#br0" timeOffset="66131.21">20915 7730 353 0,'0'0'12'16,"0"0"-10"-16,0 0-2 15,0 0 0-15,0 0-16 16,0 0-20-16,0 0-28 16,0 0-176-16</inkml:trace>
  <inkml:trace contextRef="#ctx0" brushRef="#br0" timeOffset="66394.92">21110 7579 136 0,'0'0'0'15,"0"0"13"-15,0 0 27 16,34-36 5-16,-32 33-1 0,-2 1-13 16,0 2-14-16,0 0-10 15,0 5-10-15,0 10 3 16,0 4 0-16,0 5 1 15,0 1 1-15,2 2-9 16,1-1-8-16,2-2-12 0,1 0-9 16,2-4-22-16,0 0-38 15</inkml:trace>
  <inkml:trace contextRef="#ctx0" brushRef="#br0" timeOffset="66585.64">21370 7907 340 0,'0'0'11'0,"0"0"5"15,0 0-7-15,0 0-10 0,0 0 3 16,0 0-2-16,0 0-2 16,0 0-8-16,2 49-15 15,-13-28-9-15,-5 5-25 16,1-4-65-16</inkml:trace>
  <inkml:trace contextRef="#ctx0" brushRef="#br0" timeOffset="66969.85">21595 7631 264 0,'0'0'-17'0,"0"0"5"0,0 0 8 16,0 0 4-16,-30 49-5 16,24-30-5-16,1-4-2 15,5-2-2-15,0-4-3 16,5-2 14-16,9-6 3 0,0-1 1 15,2 0 6-15,2-4 0 16,3-7-2-16,-6-1 1 16,0-1 10-16,-2-1-2 15,-2-1 4-15,-6-1 4 16,-2 2-3-16,-3-2-7 0,0 2-8 16,-5 5-8-16,-8 2 4 15,-4 7-18-15,-5 0-21 16,-3 9-21-16,2 2-5 15</inkml:trace>
  <inkml:trace contextRef="#ctx0" brushRef="#br0" timeOffset="67134.03">21765 7656 297 0,'0'0'4'15,"0"0"-6"-15,0 0-2 16,0 0-14-16,0 0-32 16,0 0-43-16</inkml:trace>
  <inkml:trace contextRef="#ctx0" brushRef="#br0" timeOffset="67374.86">21945 7524 301 0,'0'0'17'0,"0"0"-5"16,0 0-7-16,0 0-1 16,0 0-3-16,0 0-2 15,0 0-1-15,5 23 3 0,-5 1-1 16,0 2 1-16,-4 2-7 15,2 0-17-15,-1 1-8 16,2-5-21-16,1-4-46 16</inkml:trace>
  <inkml:trace contextRef="#ctx0" brushRef="#br0" timeOffset="67554.1">22149 7854 309 0,'0'0'0'16,"0"0"-1"-16,0 0 1 15,0 0-2-15,17 45-13 16,-17-27-28-16,-14 1-26 16,-5-1-46-16</inkml:trace>
  <inkml:trace contextRef="#ctx0" brushRef="#br0" timeOffset="67930.96">22347 7581 242 0,'0'0'-14'0,"0"0"13"0,0 0 1 16,-48 41 0-16,37-24 1 15,3 0-1-15,3-3-5 16,5-1-12-16,0-3-10 16,7-4 18-16,4-3 4 0,4-3 8 15,3 0 25-15,0-1-1 16,-1-7-8-16,0-3-2 15,-2-1-6-15,-2 0-3 16,-4-3 0-16,-4 0 3 16,-3 0-3-16,-2 1-7 15,0 3-4-15,-6 4-19 0,-5 4-3 16,-3 3-39-16,1 0-3 16,0 0-58-16</inkml:trace>
  <inkml:trace contextRef="#ctx0" brushRef="#br0" timeOffset="68095.97">22534 7613 348 0,'0'0'-1'16,"0"0"2"-16,0 0-2 15,0 0-7-15,0 0-23 16,0 0-56-16,0 0-130 15</inkml:trace>
  <inkml:trace contextRef="#ctx0" brushRef="#br0" timeOffset="68330.89">22759 7483 318 0,'0'0'15'16,"0"0"-7"-16,0 0-3 16,0 0-5-16,0 0-1 15,0 0-6-15,0 0 5 16,0 0 3-16,3 58-1 0,-7-28-11 16,1 1-14-16,1-2-14 15,1-1-38-15,1-5-51 16</inkml:trace>
  <inkml:trace contextRef="#ctx0" brushRef="#br0" timeOffset="68507.42">22913 7801 364 0,'0'0'6'0,"0"0"-10"0,0 0 4 16,0 0 0-16,0 0-3 15,9 51-9-15,-19-31-8 16,-5 3-21-16,-2-5-49 16,-4-2-91-16</inkml:trace>
  <inkml:trace contextRef="#ctx0" brushRef="#br0" timeOffset="68863.39">23092 7504 102 0,'0'0'22'0,"0"0"-21"15,-47 57 0-15,34-36-1 16,5 1 0-16,4-4 1 15,4-4-2-15,0-4 0 16,6-4 2-16,6-6 7 16,4 0 16-16,0 0 20 0,3-13-11 15,-2 0-14-15,-1-4-5 16,-1-1-1-16,-3-2-2 16,-3-1-4-16,-5-1 0 15,-3 2-2-15,-1 2-4 16,0 5-4-16,-6 4 0 0,-5 7-19 15,-2 2-34-15,0 0-49 16</inkml:trace>
  <inkml:trace contextRef="#ctx0" brushRef="#br0" timeOffset="69019.75">23205 7536 326 0,'0'0'13'16,"0"0"-4"-16,0 0-8 0,0 0-14 16,0 0-52-16,24-39-92 15</inkml:trace>
  <inkml:trace contextRef="#ctx0" brushRef="#br0" timeOffset="69204.63">23437 7356 257 0,'0'0'31'15,"0"0"-18"-15,0 0-16 16,0 0 3-16,0 0-1 0,2 50 5 16,-2-20-2-16,-6 2-2 15,-1 1-48-15,2-3-188 16</inkml:trace>
  <inkml:trace contextRef="#ctx0" brushRef="#br0" timeOffset="71929.95">17974 8393 42 0,'0'0'2'0,"0"0"1"0,0 0 7 0,0 0-4 16,0 0 5-16,0 0-1 15,0 0 2-15,0 0-4 16,0 0-3-16,0 0-8 16,-6-11-18-16</inkml:trace>
  <inkml:trace contextRef="#ctx0" brushRef="#br0" timeOffset="73241.37">17974 8393 3 0,'2'-8'41'0,"-2"8"-13"16,-1 0-10-16,1 0-8 0,0 0-3 15,0 0-5-15,0 0-1 16,0 0-1-16,0 0-2 15,0 0 1-15,0 0 1 16,0 0 1-16,0 0-1 0,0 0 5 16,0 0 17-16,0 0-5 15,0 0-11-15,0 0-5 16,0 0 0-16,0 0-1 16,0 0 1-16,-1 0 1 15,0 0 6-15,0 0 0 16,0 0 0-16,0 0 0 0,1 0-2 15,0 0-1-15,0 0-1 16,0 0-5-16,0-2-3 16,0 2 4-16,1-1 1 15,4-2-1-15,2 3 4 16,2-3-2-16,2-1 1 0,1 1 0 16,4 0-2-16,1 0 1 15,2-1-2-15,2-1-2 16,0 2 4-16,1-1-2 15,0 1 0-15,0 1 0 16,-3-2 0-16,1 1 0 16,-3 0 0-16,0 2 1 15,-2-1-1-15,1-2 0 0,-1 1 0 16,3 2 0-16,-2-3 0 16,5 1 1-16,0 0-2 15,-1-1 2-15,2 1-2 16,1 0 2-16,-5 0-1 0,4 2 0 15,-3-1 0-15,2-1 0 16,-2 3 0-16,1-4 0 16,1 1 1-16,2 0-2 15,-2-2 1-15,0 2 0 16,0-1 0-16,3-2 1 0,1 2-1 16,-2 0 1-16,5-1 0 15,3 1 0-15,-1 1-1 16,1 1 0-16,1-2 1 15,0-1-1-15,0 2 0 16,-1-3 0-16,0 2 1 16,0-2 8-16,-1 2 1 0,2 0-4 15,3 1-3-15,-2-1-1 16,3 2-2-16,2-1 0 16,-2 2 0-16,2 1 2 15,-2 0-4-15,-2 0 1 0,1 0 2 16,-3 0-1-16,1 0 0 15,3 0 0-15,1 0 0 16,4 0 0-16,1 0 0 16,1 0 0-16,0 0 0 0,1 0 0 15,-2 0 2-15,-1 0-2 16,-3 0 0-16,1-3-2 16,3-4 4-16,-1 1 1 15,-1 1 3-15,3-2 1 16,1 0-6-16,1 2 0 0,2-2-1 15,-1 3 0 1,2-2 0-16,0 1 0 0,3 0 0 16,-4 0 0-16,2-1 0 15,1 2 0-15,2-1 1 16,0 2-1-16,1-1 0 16,1 2 0-16,-3 0-1 0,3-3 2 15,-1 0-1-15,2-1 0 16,3-1 0-16,3-1 1 15,5 1 0-15,0-3 3 16,7 3 1-16,1-2-3 16,1 2-2-16,2-2 1 0,0 2-1 15,4 0 0-15,-2 1-1 16,0-1 1-16,3-1 1 16,1-1-1-16,0 1 0 15,0-1 0-15,-1 1 1 16,-1 1-1-16,1 0 0 15,-3-1 2-15,-2 1-4 0,-4-1 2 16,0 2 2-16,-6 1-2 16,-3-1 0-16,-3 0 1 15,-4-1 0-15,-4 3 1 16,-3 1-1-16,-3 0-1 0,-4 3 0 16,-5-1 0-16,-3 1-3 15,-6 0-1-15,-3 0 0 16,-4 0-4-16,-6 3-10 15,-5 3-22-15,-5 2-36 16,-2-5-73-16</inkml:trace>
  <inkml:trace contextRef="#ctx0" brushRef="#br0" timeOffset="75878.39">9277 5449 21 0,'6'-4'32'0,"-4"1"-6"0,0 2-9 0,-2 1-7 0,0 0-10 16,2 0-6-16,-2 4-13 16,0 3 0-16,1 0 3 15,-1-3 15-15,2 3 3 0,-2-2 0 16,2-2 1-16,0 1 2 15,2 0 1-15,-1 3 0 16,5 2-3-16,0-1-1 16,2 2-2-16,1-1 3 15,3 1-2-15,1 1 0 0,1-4 1 16,0 1-2-16,6-2 2 16,3-3 2-16,2 1 4 15,2-4-2-15,6 0-1 16,3 0-2-16,2 0 0 15,1 0-2-15,1-1 1 16,-2-2 0-16,-1 2 2 0,-1-1 1 16,0 1 3-16,2-2 0 15,2 2 1-15,0-1 3 16,2-2 0-16,0 0-2 16,3-2 1-16,-2 3-5 0,4-3-3 15,-1 3 0-15,4-3-2 16,0 3 1-16,-3 0-1 15,2 0-1-15,0 0 0 16,-1-3 0-16,2 2 1 16,1-2-1-16,3-1 0 15,0 2 0-15,-1-2 0 16,0 1 0-16,-3 0 1 0,0 0-2 16,0 1 1-16,-5 1 1 15,2 0-1-15,-3-1-1 16,4 1 2-16,-4 0-1 15,4-1 0-15,2 1 0 16,2-2 0-16,1 1 0 0,1 0 0 16,2 0 0-16,0-2 1 15,-2 2-2-15,0 1 2 16,-1 0-2-16,1 0 1 16,1 2-1-16,0-2-1 0,0 1-6 15,5 0-4-15,-3 0 1 16,5-1 5-16,-3 0 4 15,3-3 2-15,-1-2 0 16,0 2 0-16,1 0 0 16,-2 0 0-16,1 1 1 15,-1 1-1-15,1 2 0 0,-3 1 0 16,3 0 0-16,-2 0 0 16,1 2 0-16,-3 0 1 15,3 0-1-15,0 0 0 16,1 0 0-16,-2 0 0 15,3 0 0-15,-3 0 0 0,3 0 0 16,-2 0 0-16,1 0 0 16,-1 0 0-16,1 0 1 15,2 0-1-15,-3-3 0 16,4 1 0-16,-3-1 0 16,1 0 1-16,2-2-1 0,2 1 0 15,2-1 0-15,0 0 0 16,-1 1 1-16,1-2-2 15,-2 3 2-15,0-1-1 16,-2 0 0-16,-1 1 0 16,-3 2 0-16,1-1 1 0,0 1-1 15,2 1 1-15,4-2-1 16,0 2 1-16,4 0-1 16,3 0 2-16,1 0-1 15,-2 0 1-15,-2 0 0 16,2 0 0-16,-3 0 0 0,2 0 0 15,1 0 0-15,1 0-1 16,2 0-1-16,3-1 2 16,1-2-2-16,-1 0 0 15,-2 2 1-15,1-2 0 16,1-1 0-16,1 4 0 0,-2-3-2 16,3 2 2-16,-3-1-1 15,3 2 1-15,-2 0-1 16,-4 0 0-16,1 0 0 15,1 0 0-15,-2 0 1 16,2 0-1-16,2 0 0 0,2 0 0 16,-3-1 1-16,3-2-1 15,-2 1 0-15,-6-2 0 16,2-1 0-16,-3 2 1 16,-1-1-1-16,1 2 2 15,-2-3-1-15,3 0 1 16,-1 2 0-16,-1 1-2 0,-1 0 1 15,-3-1-1-15,-2 3 0 16,-3 0 0-16,-2-1 0 16,0 1 1-16,-1 0-2 15,1 0 1-15,-3 0 0 16,5 0 0-16,-3 0 1 0,3-2-2 16,-1 1 2-16,1-1 0 15,-1 1-2-15,5 1 2 16,-5 0-2-16,2 0 2 15,1 0-1-15,-3 0-1 16,2 3 2-16,-3 1-2 0,-1-1 1 16,1-2 0-16,-2 0 1 15,-1-1-1-15,0 0 0 16,0 0 1-16,0 0 4 16,-2 0 0-16,0-1-4 0,-2-1 2 15,-3 0-3-15,-5 1 0 16,-5 1 0-16,-7 0 0 15,-9 0 0-15,-9 0 0 16,-7 1-17-16,-10 2-59 16</inkml:trace>
  <inkml:trace contextRef="#ctx0" brushRef="#br0" timeOffset="78773.67">17979 8354 51 0,'-6'0'3'0,"3"-1"3"0,1 1 0 16,-1 0-5-16,3 0-5 15,-2 0-43-15</inkml:trace>
  <inkml:trace contextRef="#ctx0" brushRef="#br0" timeOffset="81734.7">20217 8226 57 0,'0'0'2'0,"0"1"1"0,-1-1 9 0,-2 0-1 0,2 0-8 16,0 0-2-16,-1 0 1 16,2 0 13-16,-2 0-1 15,2 0 0-15,0 0-9 0,-1 0-3 16,1 0-2-16,0 0 0 15,0 0 0-15,0 0 0 16,0 0 3-16,0 0 10 16,0 0 18-16,0 0-17 0,5 0-6 15,0-1-5-15,2-1-2 16,0 2 0-16,2 0-1 16,4 0 0-16,-2 7 0 15,-1 5-1-15,3 1 1 16,-2 2-1-16,1 2 0 15,0 2 0-15,-4-1 1 0,2-1 2 16,-1 3-1-16,-3-3-1 16,1-1 1-16,-2-2 0 15,0-3-1-15,-1 1 0 16,-1-4 2-16,-1 2-2 0,-2-3 1 16,0 0-2-16,0 0 4 15,0-1-3-15,0 1 1 16,0 2-2-16,0-2-11 15,-2 0-47-15,-4-3-32 16</inkml:trace>
  <inkml:trace contextRef="#ctx0" brushRef="#br0" timeOffset="81899.7">20259 8534 217 0,'0'0'7'0,"0"0"9"0,0 0-16 0,0 0-5 0,0 0 11 16,0 0-5-16,0 0 0 16,0 0-4-16,40 9-38 15,-28-7-29-15</inkml:trace>
  <inkml:trace contextRef="#ctx0" brushRef="#br0" timeOffset="82802.72">20371 8842 104 0,'0'0'36'0,"0"0"-29"0,0 0 7 15,0 0-10-15,0 0-3 16,0 0 0-16,0 0-1 16,-34-41 0-16,34 32 1 15,0-5 7-15,4 3 7 0,5-3-14 16,4 3 3-16,1 0-4 16,0 2 0-16,2 4 0 15,-1 2 2-15,1 3-4 16,-1 0 4-16,-1 8-4 15,-1 7 2-15,-2 2-3 16,-1 7-1-16,-3 6 6 16,-2 4 0-16,-4 3 1 0,-1 3-3 15,0 5 3-15,0-1-1 16,0 3-1-16,0-6 1 16,0 2-1-16,0-5 0 15,0-2 1-15,0-5-2 0,3 0 1 16,1-7 0-16,2-4-2 15,-1-6 2-15,3-4-1 16,-1-4 1-16,5-6-6 16,-1 0 7-16,2-4 1 15,1-5-2-15,-1-5 1 0,2-3-2 16,-4-3 1-16,-4 0 0 16,0-1-1-16,-3-1 0 15,-4 0 0-15,0 1 1 16,-1 0-1-16,-10 2 2 15,-2-1 5-15,-4 3 8 16,1 1-9-16,-3 2-5 0,3 3 0 16,-2 1-1-16,5 1 0 15,1 2 0-15,5 3 1 16,2-3-1-16,4 1 0 16,1-1-6-16,3 1 4 15,7-2 1-15,6-1-2 0,1 2 0 16,2-3-4-16,5 0-2 15,-5 2 4-15,4-1 1 16,-1 1 0-16,0-1 4 16,-3 4 0-16,1-1 0 0,-4 3 0 15,-2 2 0-15,-2 1 0 16,-3 0 0-16,-3 0-1 16,-4 3-1-16,-2 6-3 15,0 0 5-15,0 4 1 16,-2 1 4-16,-1-3 0 15,-5 1 1-15,5-1 2 0,0-4-2 16,3 0-1-16,0-1-2 16,0-2-1-16,3-1-2 15,8 0 1-15,2-3 0 16,0 0-8-16,3-3-49 16,-3-7-89-16</inkml:trace>
  <inkml:trace contextRef="#ctx0" brushRef="#br0" timeOffset="82955.95">20847 8795 121 0,'0'0'110'0,"0"0"-100"0,0 0-3 0,0 0-6 16,-39-28-2-16,35 28-20 15,-3 0-49-15,4 0-21 16</inkml:trace>
  <inkml:trace contextRef="#ctx0" brushRef="#br0" timeOffset="83183.22">20852 8890 190 0,'0'0'0'16,"0"0"0"-16,0 0 1 15,0 0 0-15,39 20 2 16,-30-13 0-16,0 0-1 0,-2 1 1 16,2 0 0-16,-2 1 0 15,1-1-2-15,-3-1-1 16,3 1-1-16,-3-1-26 16,-2-3-36-16</inkml:trace>
  <inkml:trace contextRef="#ctx0" brushRef="#br0" timeOffset="83386.91">20940 8872 173 0,'0'0'25'0,"0"0"3"16,0 0-13-16,0 0-9 15,0 0-9-15,0 0 2 16,0 0 2-16,0 0-1 15,-36 57 0-15,32-36 1 0,0 0-4 16,-1 0-17-16,3-5-39 16,0-3-16-16</inkml:trace>
  <inkml:trace contextRef="#ctx0" brushRef="#br0" timeOffset="83727.91">21030 8950 206 0,'0'0'3'15,"0"0"-3"-15,0 0 0 0,0 0 0 16,42-28-3-16,-32 23-5 16,-2-2 6-16,-3 1 2 15,0 1 0-15,0-2 0 16,-4 2 2-16,-1-2-1 15,0 3 4-15,0 0 2 0,-3 1-2 16,-7 3 2-16,1 0 1 16,-2 0-8-16,1 0 0 15,-1 6 1-15,1 4 1 16,4 1-1-16,1 1 0 16,5 0 0-16,0 1 0 0,3-3-4 15,6 0-8-15,7-3-18 16,1-3-16-16,4-2-13 15</inkml:trace>
  <inkml:trace contextRef="#ctx0" brushRef="#br0" timeOffset="84134.99">21363 8885 82 0,'0'0'13'0,"0"0"15"16,0 0-13-16,0 0-9 0,-43-7-4 15,28 14-1-15,0 1 1 16,3 2-1-16,3 4 0 16,0-2 0-16,4-1-1 15,5-1 0-15,0 0-6 16,2-6-12-16,8-1 11 16,1-3 6-16,7 0 2 0,-3-4 0 15,2-9-1-15,-1 0 1 16,1-5 0-16,-4-1 1 15,0-1 8-15,-4 0 2 16,-2-2 6-16,-3-4-4 16,-3 2-1-16,0 0-8 0,-1 3-3 15,0 2 0-15,0 5 4 16,-2 4 3-16,-4 6 8 16,0 4-9-16,1 4-8 15,-2 13 0-15,0 8 0 16,1 2 1-16,3 5 0 0,1 3 0 15,2 0 1-15,0 1-8 16,0 1-22-16,0 0-24 16,-5-1 1-16</inkml:trace>
  <inkml:trace contextRef="#ctx0" brushRef="#br0" timeOffset="84499.71">20802 9292 192 0,'0'0'39'0,"0"0"-25"0,0 0-8 0,0 0 1 0,0 0 0 0,0 0-3 16,49-11-2-16,-20 4-1 16,5 0 1-16,5-2-2 15,5 1 0-15,1-2 0 0,3 3 0 16,1-2 1-16,-2 2-2 16,-4 1-1-16,0 0 1 15,-4 1 1-15,-5 2 0 16,-1 0-1-16,-4 1-5 15,-5 0-10-15,-4 2-21 0,-5 0-23 16,-7 0 5-16</inkml:trace>
  <inkml:trace contextRef="#ctx0" brushRef="#br0" timeOffset="84774.77">20969 9331 94 0,'0'0'30'16,"0"0"-8"-16,40 0 6 15,-18-3-10-15,6-3-6 16,5-1 0-16,2 0 3 0,2 0 5 15,3 0 0-15,1 2-1 16,-1 1-12-16,2 1-7 16,-4 0-27-16,-2-1-69 15</inkml:trace>
  <inkml:trace contextRef="#ctx0" brushRef="#br0" timeOffset="90673.67">14130 3901 72 0,'2'0'6'0,"0"0"-3"0,3 0 0 16,-3 0 3-16,0 0-1 15,0 0-1-15,-1-1-4 16,-1 0 11-16,0 0 4 15,0 1 0-15,0-2 0 0,0 1-3 16,0-1 9-16,0 0-7 16,0-1-5-16,0-1 2 15,-3-1-6-15,-1 0-1 16,-3 2 1-16,1-1-1 16,-6 0-1-16,1 1-2 0,-2 0-1 15,-1 1 0-15,-1 1 0 16,-1 0 0-16,-2 1 3 15,0 0-3-15,3 0-3 16,-3 0 3-16,-1 4 1 16,3 2-1-16,-1 1 0 0,0 1-1 15,-1 1 1-15,1-1 0 16,0-2 0-16,-1 4-1 16,1-1 1-16,-1 0-1 15,4 3 2-15,-4 0-2 16,3 1 2-16,-3 3-1 15,2 1 0-15,0 0 0 0,1 1 0 16,1-3 0-16,-1 2 0 16,3 1 0-16,0 0 0 15,2 1 0-15,1 5-1 16,1-1 1-16,1 3 0 16,-2-1 0-16,-3 2 0 0,3 0 0 15,1-4 0-15,-4 1 0 16,2-1 0-16,3-2 0 15,-3 2 0-15,4 2-1 16,-1 1 1-16,1 2 1 16,-1-1-1-16,5 3 0 0,-1 0 0 15,3-2 0-15,-2 1 0 16,2-4 0-16,0 1 0 16,0-2 0-16,0 0 1 15,0-3-2-15,0 1 2 16,0-1-1-16,0 0 0 0,0-1 0 15,4 3 0-15,2-3 0 16,2 1 0-16,-1-1 0 16,1-1 0-16,2 0 0 15,-2 0 1-15,2 1-1 16,3-2 0-16,-2 2 0 0,5 1 0 16,-1-3 1-16,1 0-1 15,0-1 0-15,2 0 2 16,-1-3-2-16,0 2 0 15,-3-2 0-15,1-1 0 16,-1 1 0-16,0-1 1 0,0 1-1 16,-1 0 0-16,1-1 0 15,-1 1 0-15,3-1 0 16,-1-2 0-16,3 1-1 16,0 0 2-16,-2-3-1 15,4 4 0-15,-2-2 1 0,4-1-1 16,-2 0 0-16,-2-1 0 15,4-1 0-15,1-1 0 16,-2-1 0-16,4-5-4 16,0 1 4-16,0-2 2 15,0 0 0-15,-2 0-1 0,2 0-1 16,0-3 1-16,-4-3 0 16,2 3-1-16,0-4 0 15,4-1 0-15,-2-1 1 16,4-1-1-16,0-3-1 15,-2 1 2-15,2-1-2 16,-3-1-1-16,-3-2-3 0,-1 0 3 16,-3-1 0-16,2-1 1 15,-3-2 0-15,-2-1 2 16,4-2-1-16,-3 0 0 16,0-4 0-16,-4 2 1 15,1-4-2-15,-2 1 2 0,-2-2-1 16,-5-3 1-16,1 1 2 15,-2 0 4-15,0 0 6 16,-1 1-6-16,-2-1 0 16,0 1-4-16,-1 0-2 0,0 4 0 15,-2-6-2-15,-5 2 0 16,-4-2-1-16,-3 1 2 16,-1-3-3-16,-3 1 3 15,1 0 2-15,-1 2-1 16,2 0 2-16,-4 0-2 15,1 1 4-15,0-1-4 0,-3 2 0 16,-1-1 2-16,3-1 0 16,-4 0-2-16,3 1 2 15,-2 1 0-15,0 2-1 16,4 1 0-16,-3 0-2 16,2 5 0-16,2 1 0 0,-1 3 0 15,3-1 1-15,-1 5-2 16,2 1 0-16,-1 3 1 15,3-1-1-15,-3 5 1 16,1-1-1-16,0 3 1 16,1 2-1-16,1 1 1 0,1 1-1 15,3 0-1-15,-1 7-25 16,0-1-35-16,3-3-64 16</inkml:trace>
  <inkml:trace contextRef="#ctx0" brushRef="#br0" timeOffset="91536.37">14034 4063 72 0,'3'0'5'0,"-1"0"3"0,2 0-2 0,0 0-2 16,-2 0-2-16,1 4-2 16,4 2 4-16,-5 1 3 15,3 2 0-15,1 0 0 16,-2 0-3-16,2 1-3 15,2-3 1-15,1-1 1 0,-1-5 0 16,4-1-2-16,-1 0 8 16,2-6 5-16,3-6 1 15,-2-5-5-15,6-5-5 16,0-3-1-16,0-5-2 16,3-3-2-16,4-5 1 0,2-5-1 15,2-4 2-15,4 0 2 16,0-2 3-16,1-1-3 15,0 6-2-15,-5 7-2 16,-3 6 0-16,-6 8-1 16,-6 9-5-16,-7 7-17 0,-8 7-11 15,-1 0-16-15,-6 11-11 16</inkml:trace>
  <inkml:trace contextRef="#ctx0" brushRef="#br0" timeOffset="92071.02">14126 4067 31 0,'0'0'2'0,"0"0"10"0,0 0-1 0,0 0-1 15,-23 41-3-15,21-31-4 16,0 3-2-16,-1-2-1 15,3 2 1-15,0-2 0 0,0 1-1 16,0-5 0-16,3-1 4 16,3-5-1-16,3-1 8 15,5 0 9-15,1-7 8 16,3-9-13-16,5-1-7 16,-2-7-1-16,4-4-4 0,1-3 2 15,1-3 1-15,1-5 7 16,1-2 2-16,2-7 3 15,1-2-8-15,2 0-1 16,-1 2-5-16,-4 1-1 0,0 6-3 16,-7 8 0-1,-6 9-3-15,-5 8-4 0,-4 6-6 16,-5 9 2-16,-2 1-62 16,-11 11 53-16,-3 5-6 15,-4 7-10-15</inkml:trace>
  <inkml:trace contextRef="#ctx0" brushRef="#br0" timeOffset="92688.79">14066 4123 36 0,'0'0'38'0,"0"0"-18"0,0 0-3 0,0 0-1 16,0 0 1-16,0 0-9 16,0 0-6-16,0 0-3 15,0 0 1-15,0 0-1 16,0 0-1-16,33-9 3 15,-28 18 0-15,1 0 1 16,2 0-1-16,0-2 1 0,-2 0-2 16,-2-4 2-16,3-2-1 15,1-1 1-15,0 0 6 16,3-7 17-16,3-7-6 16,-1-3-10-16,1-2-3 0,1-6 0 15,3-2-1-15,2-5 3 16,5-4 5-16,2-4-7 15,4-6 3-15,5-4-3 16,2-3 1-16,3-1-2 16,0 2-2-16,-3 3-3 0,1 4 1 15,-8 8-1-15,-3 7-1 16,-5 10-2-16,-3 9-17 16,-7 7-22-16,-8 4-44 15</inkml:trace>
  <inkml:trace contextRef="#ctx0" brushRef="#br0" timeOffset="93337.34">14112 4164 40 0,'0'0'2'0,"0"0"8"0,0 0-4 0,0 0-5 16,0 0-18-16</inkml:trace>
  <inkml:trace contextRef="#ctx0" brushRef="#br0" timeOffset="93846.38">14112 4164 51 0,'0'0'8'0,"-19"-30"-1"16,19 27-7-16,0-1 0 16,0 1 1-16,-1-1 3 15,-1-2 7-15,0 3 6 0,-1-1-2 16,0 1-2-16,2 1-2 15,1 0 0-15,0 0-5 16,0 2-1-16,0 0-5 16,0 0-2-16,0 0 2 15,0 0 0-15,4 5-3 0,-1 3 3 16,0 1 0-16,0 2-1 16,2-1 1-16,-3 1 1 15,1-4 1-15,-1 2-1 16,1-3-1-16,2-2 2 15,-3-1-1-15,4-3 1 0,0 0-3 16,2 0 4-16,2-7 2 16,4-6 2-16,0-7 0 15,4-1-2-15,1-6 2 16,-1-5 1-16,4-2 4 16,0-5 1-16,2-4 0 15,3-4-2-15,1-5-2 0,3 1-3 16,2-2-2-16,1 3-1 15,-1 2-2-15,-4 4 1 16,-4 7-2-16,-5 8 0 16,-5 5 0-16,-5 7 0 0,-6 6 0 15,-3 5-1-15,-1 6-7 16,0 0-19-16,-7 12-19 16,-7 8 11-16,-6 4 4 15,0 8-2-15,-7 4-25 16</inkml:trace>
  <inkml:trace contextRef="#ctx0" brushRef="#br0" timeOffset="94247.91">14050 4145 1 0,'0'0'98'0,"0"0"-90"0,0 0-8 16,0 0-1-16,0 0-1 0,0 0 4 15,0 0-1-15,0 0 0 16,0 0 0-16,0 0 0 16,0 0 5-16,45 19 7 15,-32-22-1-15,5-8 0 16,-3-4 7-16,6-6-3 0,3-2-2 16,3-7-2-16,2-6 0 15,7-7-1-15,1-7-1 16,8-7-3-16,7-2 0 15,6-5-4-15,3-4-3 16,-2-5-26-16,0-4-99 0</inkml:trace>
  <inkml:trace contextRef="#ctx0" brushRef="#br0" timeOffset="97289.68">12756 4000 53 0,'0'0'33'0,"0"0"-19"0,0 0-2 0,0 0-1 16,0 0-2-16,0 0-1 15,0 0-3-15,0 0 0 16,0 0-4-16,0 0 0 16,0 0-1-16,0 0 1 15,0 0-1-15,5 13 1 0,-1-8-1 16,-2 0 0-16,1 2 0 15,1-3-1-15,0-1-1 16,0 0 2-16,0-3-1 16,4 0 0-16,-1 0 2 15,3-8 4-15,4-5 6 0,0-1 9 16,2-5-3-16,0-3-6 16,3-1 1-16,-1-4-3 15,2 1-4-15,0-5-1 16,-3 3-1-16,2-1-2 15,0-1-1-15,-3 5 0 0,2-1 0 16,0 5 0-16,-2 2 0 16,-3 7-3-16,0 2-4 15,-1 4-28-15,-8 6-21 16,-3 0-17-16</inkml:trace>
  <inkml:trace contextRef="#ctx0" brushRef="#br0" timeOffset="97924.14">12776 3989 67 0,'0'0'8'0,"0"0"-1"0,0 0-6 0,0 0 1 0,0 0 0 15,0 0 1-15,0 0 2 16,0 0-1-16,0 0-4 16,0 0 3-16,0 0 4 15,6 14 5-15,-5-14 4 16,3 0-1-16,3 0-2 0,-3-1-8 15,1-3-3-15,1-1-1 16,0 1 0-16,1-3 0 16,3-1-1-16,-1-2 1 15,2 1 1-15,3-4 5 16,0-4 1-16,2-1 1 0,2-4 0 16,2-2-4-16,-1-3 0 15,2-3-2-15,0 1-1 16,1 0 0-16,-4-1-1 15,0-1 2-15,0 3 0 16,-5 2-1-16,-2 2-2 0,-4 6 0 16,0 5 0-16,-3 4 0 15,-4 5-3-15,0 4-12 16,-2 0-54-16,-10 8 16 16</inkml:trace>
  <inkml:trace contextRef="#ctx0" brushRef="#br0" timeOffset="100264.63">22069 8274 0 0,'0'0'31'0,"0"0"-25"0,0 0 21 0,0 0 4 0,0 0-7 16,0 0-2-16,0 0-4 15,0 0-10-15,0 0-7 16,0 0-2-16,0 0 0 16,0 0-2-16,1-27 1 15,3 27 1-15,-2 0 1 16,2 0 0-16,-1 0 1 0,2 3-1 15,3 3 1-15,-3 2-1 16,3 4 0-16,1 2 0 16,1 4 1-16,-2 1-1 15,2 3 2-15,1 1-2 16,-3 1 0-16,-1 2 0 0,1 1 0 16,-1 1 1-16,-2 2 1 15,-2 1 3-15,0 2-1 16,-2 2 1-16,1-1-3 15,0 2 3-15,0-5 2 16,-1 0-1-16,0-4 0 0,0-3 3 16,0-3 1-16,0-4 1 15,0-1-4-15,0-3 2 16,-1 0-4-16,1-3 2 16,-1-2-4-16,1-2 0 15,-1 0-1-15,0-3-1 16,0-2 0-16,1 2 0 0,1-3-1 15,-2 1 1-15,2-1 0 16,-2 3-2-16,0-3-16 16,0 3-34-16,0-3-51 15</inkml:trace>
  <inkml:trace contextRef="#ctx0" brushRef="#br0" timeOffset="100507.17">22120 8902 119 0,'0'0'28'0,"0"0"4"0,0 0-19 16,0 0-12-16,0 0 2 15,0 0 2-15,0 0 0 0,0 0 1 16,0 0-3-16,0 0-3 15,49 31 1-15,-35-25-3 16,0-2-46-16,0-2-4 16,-1-2-62-16</inkml:trace>
  <inkml:trace contextRef="#ctx0" brushRef="#br0" timeOffset="100640.88">22279 8900 134 0,'0'0'12'0,"0"0"53"16,0 0-28-16,0 0-18 15,0 0-12-15,0 0-12 0,0 0-5 16,-16 3 2-16,10 16-4 16,-2 4-28-16,-1 2-40 15</inkml:trace>
  <inkml:trace contextRef="#ctx0" brushRef="#br0" timeOffset="101000.85">22190 9352 178 0,'0'0'8'0,"0"0"23"0,0 0-1 16,-14-44-12-16,14 38-13 16,-2 3-4-16,2 1 0 15,0 2 1-15,0 0-5 16,0 2 0-16,0 7 0 16,0 5 5-16,0 2 0 0,4 2-1 15,-2 5-1-15,2-2 1 16,2 1 0-16,-2 0-1 15,-1 0-2-15,1-3-25 16,0-3-29-16,-4-2-2 16</inkml:trace>
  <inkml:trace contextRef="#ctx0" brushRef="#br0" timeOffset="101518.5">22091 9472 147 0,'0'0'11'15,"0"0"22"-15,0 0-7 16,0 0-19-16,0 0-4 0,0 0-2 16,0 0-2-16,53-39-11 15,-30 32-1-15,2-2-21 16,2-1 1-16,-1 0 14 15,-1 0 3-15,-2-1 13 16,-3 1 5-16,-5 4 0 0,-8-3 23 16,0 3 15-16,-7 4 6 15,0-1-10-15,0 2-23 16,-6 1-5-16,-2 0-6 16,-2 4-2-16,-4 6 3 15,5 0-1-15,0 3-2 0,3 0 1 16,2 1-1-16,4-4 0 15,0 3 1-15,1-5-1 16,10-2-3-16,-2 1-11 16,5-7 0-16,3 0 5 15,-1 0 3-15,0-3 5 0,0-5 1 16,-1 0 0-16,-1 0 0 16,-2 1 0-16,-2 4 1 15,1 3-1-15,-5-2 2 16,1 2-2-16,0 0 1 15,2 0 0-15,-4 0 0 0,5 0-1 16,-3 2 0-16,3 0-3 16,-2-2-61-16,-3 0-21 15</inkml:trace>
  <inkml:trace contextRef="#ctx0" brushRef="#br0" timeOffset="101716.52">22528 9275 106 0,'0'0'8'0,"0"0"37"0,0 0 14 0,0 0-22 16,0 0-24-16,0 0-14 0,0 0-5 15,0 0 6-15,0 0 4 16,0 0-3-16,18 37 0 16,-10-20 1-16,3-1-4 15,0 1-16-15,-2-4-27 16,1-5-25-16,1-1 7 15</inkml:trace>
  <inkml:trace contextRef="#ctx0" brushRef="#br0" timeOffset="102237.97">22713 9284 137 0,'0'0'8'0,"0"0"30"15,0 0-23-15,0 0-8 16,-38-10-4-16,30 14-2 15,2 3-1-15,4 3 2 16,2 1-1-16,0 1 0 16,0-2 1-16,7-2-1 0,7-1-1 15,1-1-1-15,5-4 0 16,-1-2-3-16,4 0-4 16,2-2-1-16,-3-7 5 15,-1-2 0-15,-1-2-3 16,-5-1 2-16,-3 2 4 0,-4 1 2 15,-7 2 2-15,-1 0 12 16,0 6 5-16,0 0-17 16,-3 3 8-16,-4 0-13 15,3 0 3-15,-3 2-1 16,3 2 0-16,2 3 0 0,2-1 0 16,0-2 0-16,1 1 0 15,9-1-3-15,-1-2-4 16,4-2 3-16,3 0-4 15,2 0 7-15,3-7 3 16,1-1 3-16,-1-2 0 0,2 0 1 16,-1 2 4-16,-5 2 2 15,0 1-2-15,-4 4-3 16,-1 1-1-16,-2 0-5 16,-3 1-1-16,2 6 0 15,-4 1 0-15,1 0 2 0,-2 2-5 16,5 0-20-16,-1-5-14 15,3-3-25-15,3-2-14 16</inkml:trace>
  <inkml:trace contextRef="#ctx0" brushRef="#br0" timeOffset="102485.68">23439 9092 126 0,'0'0'16'0,"0"0"41"0,0 0-19 0,0 0-17 16,0 0-20-16,0 0 1 16,0 0-1-16,-44 19 1 15,32-1-2-15,3 2 0 16,2-2 0-16,4 2 0 16,3-3-14-16,0 0-9 15,7-5-5-15,5-3-6 0,8-1 16 16,1-5 11-16,2-2 0 15,4-1-18-15,3-3-17 16</inkml:trace>
  <inkml:trace contextRef="#ctx0" brushRef="#br0" timeOffset="103012.25">23692 9116 155 0,'0'0'38'15,"0"0"-10"-15,0 0-22 16,-40-14-5-16,26 14 0 0,-1 4 1 15,2 5-2-15,0 2 0 16,5 3 3-16,3-2-5 16,4 0 4-16,1 0-1 15,0-4-1-15,8 0-7 16,4-3-12-16,2-3 6 16,0-2 1-16,4 0 10 0,-1-2 3 15,-2-6 3-15,0-2 2 16,-2-3 7-16,0 0-2 15,-1 0-4-15,-1 1-5 16,-2 1-1-16,-1 4 3 16,-3 3 4-16,-1 1-3 0,1 3-1 15,-2 0-4-15,1 0-1 16,2 7-2-16,-1-1 6 16,2 3-1-16,-3-2 0 15,3-2-1-15,2-2-1 16,1-1 2-16,2-2 1 0,2 0 9 15,-1-4-3-15,1-6-2 16,1-3 1-16,0-1-3 16,-2 1-1-16,-1 0-3 15,-4 2 0-15,-2 4 0 16,-3 5 0-16,-1 2 1 0,-2 0-3 16,0 3-4-16,2 6 11 15,2 3-1-15,1 1-2 16,4-3 0-16,3-1-1 15,7-4-2-15,6-5 2 16,6 0 0-16,4-4-6 0,0-13-61 16,-4-6-127-16</inkml:trace>
  <inkml:trace contextRef="#ctx0" brushRef="#br0" timeOffset="108293.09">14016 3891 47 0,'0'0'14'0,"0"0"4"0,0 0 2 16,0 0-5-16,0 0-6 0,0 0-6 16,0-38-1-16,2 31-2 15,0 2 1-15,1 1 0 16,4-3 4-16,-5 1 7 15,3 1 2-15,1 0 0 16,0 2-3-16,4-1-7 0,-3 4-3 16,3 0-1-16,2 0 0 15,-1 0-1-15,2 2 1 16,3 5 0-16,1 0 0 16,1 1 0-16,1 1 0 15,-1 1 0-15,-1-2 0 0,-1 2 0 16,2 1 0-16,-3 1 0 15,1-2-1-15,-3 3 0 16,3 2 0-16,-3 1-1 16,1 1 2-16,-3 3-1 15,5 1 0-15,-5 3 0 0,2-1-1 16,1 4 4-16,-1-1-2 16,1 2 1-16,-1-1-1 15,-2 3 0-15,1 0 0 16,0 0 1-16,0-1-2 15,-1 1 1-15,0 2 0 16,3-1 0-16,-3-1 1 0,2 2-1 16,0 0 0-16,-1 1 1 15,1 1-1-15,-2 1 0 16,-2-1 0-16,-2 0 0 16,-2-1-1-16,-1 2 0 15,-4-5 2-15,0 5-1 0,0 0 1 16,-2 0-1-16,-5-1 0 15,0-1 1-15,-4-2-2 16,1-2 2-16,-4 0-4 16,-1-2 4-16,-2 0-2 0,-8-3 1 15,0 3 0-15,-4 0 2 16,-1 0-3-16,-3-3 4 16,0 2-3-16,3-3 0 15,-1-2 0-15,1-4 0 16,0-1 3-16,1-4-1 15,0-1-1-15,-1-2 2 0,-1-3-1 16,-3-3-1-16,3-2 0 16,-2-1-1-16,1 0 1 15,1-4 0-15,0-9-1 16,-3 0 1-16,5-5 1 16,-2-3 1-16,-1-2-2 0,1-4 0 15,0 0 0-15,4-4 0 16,-2-5 0-16,2-2 1 15,3-5-2-15,3-2-1 16,3-5 0-16,0 0 0 16,3-1 2-16,1 0 0 0,2-3-1 15,3 1-1-15,3-3 1 16,2-1-1-16,4 0 2 16,0 2 2-16,6-1 3 15,9 1-1-15,1 4-1 16,5 1-3-16,4 1 1 15,0 3-2-15,4 3 1 0,0 2-1 16,0 3 1-16,0 4 1 16,2 1-1-16,0-2 0 15,1 3 3-15,-4 2 4 16,1 2-2-16,-4 5 0 16,-3 6-4-16,-4 3-1 0,-2 7 0 15,-5 3-2-15,-4 4 0 16,-2 0-1-16,-1 0-5 15,-4 4-5-15,0 7 4 16,0 1-3-16,-7 2-7 16,-2 3-7-16,0 0-1 0,0 1 11 15,0-2 0-15,0 0-2 16,-1-5-27-16</inkml:trace>
  <inkml:trace contextRef="#ctx0" brushRef="#br0" timeOffset="111446.54">8154 9757 63 0,'0'0'4'0,"0"0"3"0,0 0-2 16,0 0-2-16,0 0 0 15,0 0 6-15,0 0 12 0,0 0-10 16,0 0-10-16,0 0-1 16,0 0-2-16,0 0-24 15,10 4-35-15</inkml:trace>
  <inkml:trace contextRef="#ctx0" brushRef="#br0" timeOffset="116949.54">15604 8433 100 0,'-5'0'24'0,"0"0"22"0,3-2-6 0,1 0-10 16,0-1-6-16,1-1-10 15,0 2-12-15,4-2 2 0,6-3-3 16,5 1 0-16,3-1 1 16,1-2-2-16,6 0 1 15,-3 0-1-15,3 1-4 16,-2-2-6-16,-3 4-9 16,2-1-2-16,-6 3-8 15,-1 1-19-15,-9 0-18 0</inkml:trace>
  <inkml:trace contextRef="#ctx0" brushRef="#br0" timeOffset="117184.82">15660 8477 189 0,'0'0'6'0,"0"0"-3"16,0 0-9-16,0 0 5 15,0 0 0-15,0 0 0 0,0 0 0 16,0 0-1-16,21 7 4 16,-3-14 19-16,7-1-11 15,4-4-4-15,3 1-5 16,7-2 0-16,1 0-2 16,3-4-52-16,-3-3-120 0</inkml:trace>
  <inkml:trace contextRef="#ctx0" brushRef="#br0" timeOffset="118508.63">16951 7195 91 0,'0'0'26'0,"0"0"16"0,0 0-5 0,-3-42-9 15,-4 28-2-15,1 0-6 16,-2 1-6-16,1 3-5 16,-3 3-5-16,0 1-4 0,-1 5-2 15,-1 1-1-15,1 3 1 16,-5 12 0-16,3 4 3 16,-1 2-1-16,3 3 1 15,0-1-1-15,4-3 2 16,5-3-3-16,2-3 2 15,0-4 0-15,7-3 0 0,2-2-1 16,2-5 0-16,3 0 1 16,1-10 2-16,0-6-2 15,-1-4 1-15,2-5 0 16,-7-2 0-16,-1-2-2 0,-3-1 1 16,0 1 0-16,-3-3 1 15,-2 1-1-15,0 3-1 16,0-1 0-16,-7 5 0 15,2 3 0-15,-3 5 0 16,3 6 0-16,-2 4 0 16,1 4 0-16,1 2-3 0,-1 5 1 15,2 8 1-15,1 6 0 16,1 5 1-16,2 1 0 16,0 1-1-16,2-2 1 15,5 2 1-15,4-4-1 16,5-1 1-16,-1-1-2 0,5-4 2 15,1 0-1-15,2-5-9 16,0-4-24-16,-1-4-40 16,-1-3-17-16</inkml:trace>
  <inkml:trace contextRef="#ctx0" brushRef="#br0" timeOffset="118917.49">17134 7047 198 0,'0'0'17'0,"0"0"19"0,0 0-17 0,0 0-13 0,0 0-6 16,0 0-2-16,0 0 0 16,0 0 2-16,0 0 0 15,0 0 0-15,-11 23 0 16,18-18 2-16,1-2-2 16,0-3 0-16,2 0-2 15,-1 0 5-15,1-6-1 0,0-5 1 16,-1 1-2-16,-2-3 1 15,0 1 0-15,-2 0 1 16,-1 2-3-16,-1 5 1 16,0 2-1-16,-1 3 2 15,-2 0-1-15,0 1-3 0,1 13 0 16,1 4-1-16,1 1 4 16,-1 4-1-16,2 1 2 15,0-1-1-15,-2 1-1 16,1-4 0-16,-1 1 1 15,0-4-1-15,-2 0 0 0,0 0 1 16,-3-1-4-16,-2-2 1 16,-2-3 4-16,0-2-11 15,2-7-25-15,-1-2-26 16,3-8-38-16</inkml:trace>
  <inkml:trace contextRef="#ctx0" brushRef="#br0" timeOffset="119308.63">17271 6989 211 0,'0'0'-3'0,"0"0"6"0,0 0-1 0,0 0-1 16,41-3-1-16,-29 16-1 15,-3 1 1-15,-2 0 0 16,1 0 1-16,0-1-1 15,0-3 1-15,-4-2-1 0,3-2 1 16,-2-2 1-16,0-2 1 16,-1-2-2-16,0 0 1 15,0-2 5-15,1-6 1 16,-2-5-5-16,0-1 0 16,0-2 1-16,2-2-1 0,-1 2 3 15,-3 2 4-15,3 1 2 16,0 5-1-16,0 2-5 15,1 3-5-15,4 3-1 16,0 0-1-16,0 0 1 16,4 4-2-16,-1 5 1 0,3 1-1 15,-3 0-11-15,1 1-12 16,1-1-11-16,-1-3-30 16,1-4 0-16</inkml:trace>
  <inkml:trace contextRef="#ctx0" brushRef="#br0" timeOffset="119508.38">17644 6936 99 0,'0'0'18'0,"0"0"11"15,0 0 17-15,-36-28-35 16,22 26-9-16,1 2-1 0,0 0 2 16,1 5 0-16,1 4-3 15,5 3 0-15,-1-1 1 16,7 3-2-16,0-1 0 15,1 0-1-15,12-3-9 16,2-3-19-16,5-4-13 16,1-3-35-16</inkml:trace>
  <inkml:trace contextRef="#ctx0" brushRef="#br0" timeOffset="120117.82">17733 6875 92 0,'0'0'94'0,"0"0"-87"16,0 0 13-16,0 0-16 16,0 0-7-16,0 0 0 15,0 0 2-15,0 0 1 16,-7 21 1-16,7-8-1 0,3-2 0 16,1 2 0-16,-1-3 1 15,0-1-1-15,-1-2 0 16,-1-3 0-16,1 0 1 15,-2-4-2-15,2 0 2 16,-2 0 5-16,0-5 7 0,0-4-4 16,2-4-2-16,-1-1-2 15,4-1-3-15,-2 0 0 16,2 2 0-16,0-2 3 16,3 4 2-16,-3 1 0 15,6 4-4-15,-2 3-1 0,0 0-2 16,3 3 0-16,-1 0-2 15,2 9 1-15,-5 1-1 16,0 1 1-16,-2-1 0 16,0 3 0-16,-4-5 1 15,0 0 0-15,-2-2 0 16,0-1-1-16,0-2-1 0,0-3 2 16,0 0 3-16,0 0-1 15,0 0 0-15,0-3-2 16,0-6-5-16,0-1-1 15,2-1 5-15,4-2 0 0,-2 0 0 16,1 3 3-16,1-1-1 16,0 3 3-16,0 1 1 15,-1 2-2-15,1 4-2 16,-1 1 0-16,3 0-2 16,-1 0 1-16,-1 5-1 15,2 5 0-15,-2 0 1 0,2 2-1 16,-3 1-3-16,0-1-6 15,0 0-11-15,-3-4-26 16,2-3-46-16</inkml:trace>
  <inkml:trace contextRef="#ctx0" brushRef="#br0" timeOffset="120352.87">18035 6754 229 0,'0'0'14'0,"0"0"22"0,0 0-21 0,0 0-14 16,0 0-3-16,0 0 0 15,0 0 2-15,0 0 0 16,0 0 0-16,13 47 1 16,-9-34-1-16,-2 1-1 0,4-2-1 15,0-1-10-15,-1-3-12 16,1-3-17-16,-2-5-35 15,1 0-43-15</inkml:trace>
  <inkml:trace contextRef="#ctx0" brushRef="#br0" timeOffset="120475.58">18085 6659 140 0,'0'0'2'0,"0"0"0"16,0 0-1-16,0 0-6 0,0 0-43 15</inkml:trace>
  <inkml:trace contextRef="#ctx0" brushRef="#br0" timeOffset="120758.07">18227 6700 71 0,'0'0'12'15,"0"0"0"-15,0 0 7 16,0 0 5-16,0 0-12 16,0 0-11-16,0 0 0 0,-25 9-2 15,12 5 3-15,1 2 5 16,4-2-1-16,3-3 5 16,4 1 5-16,1-4-1 15,0-1-8-15,10-1 4 16,6-2 2-16,0-1 3 0,8-3-7 15,1 3-7-15,-2-2-1 16,-1 1-28-16,-6-1-42 16,-4 2-29-16</inkml:trace>
  <inkml:trace contextRef="#ctx0" brushRef="#br0" timeOffset="121072.05">17688 7176 117 0,'0'0'16'16,"0"0"-7"-16,0 0 36 16,0 0-18-16,0 0-9 15,0 0-13-15,0 0-3 0,0 0 2 16,52-47 6-16,-12 32-4 15,5-2-1-15,3 1-2 16,0-1-1-16,2 3-1 16,-3-1-1-16,-1 1 0 15,-2 4 0-15,-3 0-1 0,-3 3-2 16,-7-1-7-16,-4 6-9 16,-9-1-14-16,-6 2-21 15,-9 0-8-15</inkml:trace>
  <inkml:trace contextRef="#ctx0" brushRef="#br0" timeOffset="121285.85">17906 7188 154 0,'0'0'54'0,"0"0"-54"16,0 0 4-16,0 0 8 15,55-10 2-15,-22-3 1 16,3-3 0-16,9 1-3 16,7-1-4-16,5 2-6 0,1 2-2 15,-2 1-25-15,-2-3-104 16</inkml:trace>
  <inkml:trace contextRef="#ctx0" brushRef="#br0" timeOffset="123282.59">13842 5081 170 0,'11'-7'1'0,"-2"-1"7"0,7-1 11 0,-1-1-8 15,3 0-3-15,5-1-3 16,-2-2-2-16,6 0-2 15,2-1-1-15,5 1 1 0,-2 1 0 16,3 0-1-16,-2 0 0 16,-2 3-1-16,-3 2-12 15,-4 0-36-15,-8 4-22 16</inkml:trace>
  <inkml:trace contextRef="#ctx0" brushRef="#br0" timeOffset="123438.23">13982 5081 255 0,'0'0'9'0,"0"0"-15"16,38 1 13-16,3-1-5 16,8-9 0-16,11-10-81 15</inkml:trace>
  <inkml:trace contextRef="#ctx0" brushRef="#br0" timeOffset="124384.46">19846 7261 203 0,'0'0'18'0,"0"0"4"0,0 0-3 15,0 0-11-15,-8-37-3 0,2 35-3 16,-1 2-2-16,-1 0 0 16,-4 5 1-16,3 7-1 15,-2 3 1-15,-2 6-1 16,1 1 0-16,1 1 1 16,6-2-1-16,3-1 0 15,2-3 0-15,0-4 0 0,2-2 0 16,10-4 0-16,1-3 0 15,3-4-1-15,2 0 1 16,4-4-1-16,-1-6-1 16,0-4 1-16,-4 0 1 0,-2-5 0 15,-2 2 2-15,-4-3 3 16,-6-4 6-16,-1 4-1 16,-2-4-2-16,0 4 0 15,-3-1-4-15,-6 4-2 16,0 5-2-16,-2 3-2 0,-1 6-1 15,-2 3-2-15,1 3-11 16,-1 9-9-16,1 4-12 16,0 1-48-16</inkml:trace>
  <inkml:trace contextRef="#ctx0" brushRef="#br0" timeOffset="124562.88">19963 7321 311 0,'0'0'6'0,"0"0"2"0,0 0 3 0,34-40-10 15,-25 34-3-15,-4 2-18 16,-2 0-15-16,0 1-4 16,-3 0-43-16,0-2-62 15</inkml:trace>
  <inkml:trace contextRef="#ctx0" brushRef="#br0" timeOffset="124926.94">20167 7074 162 0,'0'0'1'15,"0"0"1"-15,0 0-6 16,0 0 1-16,0 0 5 15,0 0 1-15,0 0 2 16,0 0 3-16,-13 37 3 0,13-26 5 16,0-1-4-16,0-1 4 15,2 1-3-15,5-2 4 16,3 1-8-16,2 0-3 16,2-1-3-16,-1 0-1 15,1 1 0-15,-1-1-2 0,0 2 1 16,-2-3-1-16,-4 2 0 15,0-1 1-15,-3-1-1 16,-3 1 0-16,-1 0 1 16,-1 2-2-16,-10-2 0 15,-3 2 3-15,-3 1-9 16,1-2-34-16,-4-3-39 0,2-3-47 16</inkml:trace>
  <inkml:trace contextRef="#ctx0" brushRef="#br0" timeOffset="125118.72">20221 7063 261 0,'0'0'10'0,"31"-42"3"15,-10 18 1-15,9 1-4 16,3 1-8-16,8-3-2 15,0 1-4-15,3-5-40 16,-4-4-95-16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15:55.5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3963 3659 84 0,'-10'2'2'0,"4"-2"1"0,2 0 3 0,4 0-2 0,0 0-4 0,0 0 0 15,0 0-2-15,6 1 4 16,4-1 0-16,-3 0-1 15,5 0 0-15,0 0 2 16,-1 2-3-16,2 0 0 16,7 0-3-16,1 1 1 0,0 0 2 15,6-2-2-15,5-1 0 16,-1 3 1-16,2-2 1 16,6-1-1-16,-3 2 1 15,4-2 0-15,3 1-1 16,-1-1-1-16,0 0 2 0,1 2 0 15,-1-1 0-15,0-1 0 16,-1 3 0-16,4-3 0 16,4 0 0-16,-2 0-1 15,4 1 0-15,-1 1 1 16,0-1 1-16,-2 2-1 16,0-2 1-16,-2 2 1 0,-2-1 0 15,1 1-1-15,-1-2 1 16,-2 3 0-16,0-1 0 15,4-1-1-15,1 0 1 16,7 3 0-16,1-2-1 0,4 1 0 16,5 0 0-16,2 0 0 15,3-1 1-15,0 0-1 16,2-2 0-16,2-1 0 16,2 0 1-16,1-4-2 15,2-6 1-15,-3-1-1 0,4-2 0 16,-2 3-1-16,-2 0-1 15,-3 0 2-15,0 6 5 16,-3 0-2-16,0 4 2 16,3 0-1-16,-3 0-2 15,2 0-1-15,2 4 1 16,4 0-1-16,2 0 0 0,-2-1 2 16,2 0-2-16,1-3 1 15,-1 0-1-15,0 0 1 16,2 0-1-16,-4 0 1 15,3-4 0-15,3-2 0 16,0 2 0-16,-3 0-1 0,1 1-1 16,-1 3-1-16,2 0 1 15,1 0 0-15,-1 2-1 16,1 3 2-16,1 3-1 16,5 1 1-16,-2-2-1 15,-3 0 1-15,6 0 0 16,-1 0 0-16,1-4 1 0,0 1-1 15,1-2 0-15,3 2 0 16,-5-3 1-16,1 1-1 16,0 0-1-16,5-2 1 15,1 0 0-15,1 0 2 16,5 0 0-16,1 0 2 0,-2-2-1 16,-1-1-2-16,0-1 0 15,1 0 2-15,0-1-2 16,1-2 1-16,0 3-1 15,2-2-1-15,-2 1 1 16,4-1-2-16,-1 3 2 0,0 0-1 16,2 0 0-16,1 3 0 15,-1 0 0-15,-2 0 1 16,1 0 1-16,2 5-1 16,-2-1 1-16,-4 0-1 15,1 2 1-15,-2-5-1 16,-7-1 0-16,-3 0-1 0,-3 0 2 15,-6-3 0-15,-5-4 1 16,-2 2 1-16,-8 0-3 16,-6 1-1-16,-8 3-1 15,-17-2-26-15,-13-4-96 0</inkml:trace>
  <inkml:trace contextRef="#ctx0" brushRef="#br0" timeOffset="2935.98">2253 5804 40 0,'0'-1'5'0,"2"-2"-3"0,-2 2-1 16,2-1 0-16,-2 2-1 15,2 0-1-15,-2 0 0 0,0 0 8 16,0 0-1-16,0-2 0 16,0 2-1-16,2-1-2 15,2 1-2-15,-2 0-1 16,2 0 1-16,1 0-1 15,1 0 1-15,4 0-1 0,-2 0 0 16,1 0 0-16,2 0 0 16,1 0 0-16,0 0 1 15,3 0-1-15,0 0 0 16,3 0 1-16,-1 0 3 16,0 0-3-16,3 0-1 0,-3 0 1 15,1 0-1-15,0-1 1 16,2 1-1-16,-1-2 1 15,2 1-1-15,2-1-1 16,-1 2 1-16,0-4 0 16,3 2 0-16,2 0 1 0,-3-1-1 15,3 2 0-15,3-2 0 16,-5 2 1-16,2-1-1 16,1 2 0-16,-2 0 0 15,1 0 0-15,-2 0 0 16,0 0 1-16,-4 0-1 0,4 0-1 15,-2 2 2-15,2 2-1 16,-3-1 0-16,4 0 0 16,1 1 1-16,0-1-1 15,3-1 0-15,1 1 0 16,0 0 1-16,0-3-1 16,-2 2-1-16,0-1 1 0,-1-1 0 15,-2 0 1-15,1 0-2 16,-1 0 1-16,3 0 1 15,0 0-1-15,-1 0 1 16,5 0-1-16,-2 0 0 16,0 0 0-16,-1 0 0 0,-2 0 0 15,2 0 0-15,-5 0 0 16,1 0 0-16,1 0 0 16,-1 3 0-16,1-2 0 15,2-1 0-15,0 3 2 0,3-3-2 16,-1 0 0-16,1 1 0 15,1 1 0-15,0-2 0 16,2 1-2-16,-2-1 4 16,1 0-2-16,1 0 0 15,1 0 0-15,0 0 0 16,4 0 0-16,-4 2 0 0,1 0 1 16,1-2-2-16,-4 0 2 15,1 0-2-15,-3 0 2 16,2 0-1-16,-3 0 0 15,3 0 0-15,-1 0 0 16,3 0 0-16,2 0 0 0,0 0 0 16,2 0 0-16,-2 0 1 15,0 2-1-15,0-1 0 16,0 1 0-16,0-2 0 16,0 0 0-16,0 0 0 15,1 0 0-15,1-2 1 16,-1-1-1-16,-3-2 0 0,0-1 0 15,2 2 0-15,-2 1 0 16,0-1 0-16,4 2 0 16,0-1 0-16,0-1 0 15,0 2 0-15,1 0 2 16,-3 1-4-16,-1-1 2 0,1 1 0 16,-4-1 2-16,3 2-2 15,0 0 0-15,-4 0 0 16,-1 0-14-16</inkml:trace>
  <inkml:trace contextRef="#ctx0" brushRef="#br0" timeOffset="5725.14">6018 5899 112 0,'0'0'7'0,"0"0"-7"0,0 0-2 0,0 0 2 16,44 9 2-16,-31-6-1 15,1 2-1-15,1 0 0 16,1 0 0-16,1 1 0 0,4 0 1 15,1 1-1-15,3-3 0 16,4 2 0-16,5-2-2 16,1-3 0-16,3 0 4 15,4-1-1-15,3 0 0 16,2 0-1-16,2-1 1 16,3-3-1-16,-1 1 0 0,0-1 1 15,1 1-1-15,1-1-1 16,-1 1 1-16,0-1 1 15,4-2 0-15,-1 3 0 16,-1-1 0-16,2 2-1 16,-2 0 0-16,-1 0 1 0,1 2-1 15,0 0 0-15,1 0 0 16,-2 0 1-16,-1 0-2 16,4 0 2-16,0 0-1 15,2 0 0-15,-1 0 0 16,4 0 0-16,0 0 0 0,-1 0 0 15,0 0 1-15,0-4-1 16,-1 1 0-16,-1-1 0 16,0-1 0-16,0 2 0 15,3 0 0-15,-1 0 0 0,1 1 0 16,1 1 0-16,3 1 0 16,-1 0 0-16,1 0 0 15,0 3 0-15,-4 1 0 16,1 3 0-16,-2-1 0 15,-1 1 0-15,3-2 0 16,-1-3 0-16,3 2 0 0,3-2 1 16,5-1-1-16,-2 2 0 15,3-3 2-15,1 4-2 16,-3 1 0-16,-2 0 0 16,3-1 0-16,-2 1 0 15,3-1 0-15,-1-1 0 0,2-2 1 16,1-1-1-16,1 0 1 15,2 0-1-15,-3 0 0 16,2 0 2-16,-2 0-1 16,4-2 1-16,-2-3 0 15,1-2 1-15,3 0-1 0,2-3 1 16,-1 0 1-16,0 0 0 16,0 0-1-16,0-1-1 15,3 1 1-15,2 0-1 16,-2 1 1-16,3 2-2 15,2 0 0-15,0 2 0 0,1 0 1 16,1-2-2-16,1 0 2 16,2 1-2-16,4-1 1 15,1-1 0-15,2-1 0 16,2 1-1-16,0-1 2 16,4-1 1-16,5 0-1 0,2 0 1 15,2-3-1-15,5 2-1 16,-1 1 1-16,2-1-1 15,-3-2-1-15,3 3 0 16,-2 2 2-16,1-2-2 16,1 1 0-16,0 2 0 0,1 1 0 15,1 2 0-15,3 1 1 16,-1 3-2-16,2 0 2 16,-4 0-1-16,1 0 0 15,-3 0 0-15,1 2 0 16,-3 2 0-16,0 3 1 0,-2-3-1 15,2 2-1-15,2 0 2 16,0-2-1-16,2 1 0 16,1-3 0-16,2 0 1 15,-3-1-2-15,-2 2 1 16,-1-2 0-16,0 2 1 16,-1 1-1-16,0-1 0 0,1 1 0 15,-2 2 0-15,1 0 0 16,1 1 1-16,1 1-1 15,-2 0 0-15,4 0 0 16,-2 3 1-16,2-5-2 16,-2 3 2-16,-1-4-2 0,-2 1 2 15,-2-2-1-15,-1 0 2 16,-3-1-1-16,0 1 1 16,-1-4 0-16,-2 2 1 15,-3-1 0-15,2 1 0 16,-4-2 1-16,1 1-2 0,0-1 2 15,3 0 6-15,-3 0 0 16,3 0-5-16,1 0-3 16,5 3-1-16,-5 0-1 15,5 4 0-15,-1 1 0 16,-2-2 0-16,3 0 1 0,-1-3-1 16,0-2 0-16,3-1 0 15,-3 0 0-15,1 0 0 16,0-3 1-16,1-2-1 15,0 2 0-15,-3-2 0 16,-1 1 0-16,-4 3-6 16,-9-5-61-16</inkml:trace>
  <inkml:trace contextRef="#ctx0" brushRef="#br0" timeOffset="7887.34">2177 6797 96 0,'5'-9'3'0,"1"-3"-1"0,1 2 7 0,2 1-4 15,2 1 0-15,2 1-4 16,1 1-1-16,-1 3 0 16,3-1 0-16,-1 2 0 15,1 2 0-15,5 0 0 16,-1 0 0-16,6 0 0 0,1 0 0 16,7 2 0-16,2 0 0 15,6 0 0-15,3 0 0 16,6-1 0-16,0 1 1 15,7-2-1-15,5 2 0 16,2 1 0-16,3-3 1 0,3 3-1 16,4-2 0-16,2-1 0 15,1 0 1-15,4 0-1 16,6-3 0-16,1-1 1 16,1 0-1-16,1 2 0 15,1-1 0-15,2 2 1 16,2 1-1-16,-2 0 2 0,4 0 2 15,2 0 0-15,0 0 1 16,2-3 0-16,0 2-1 16,6-3 1-16,-1-1 1 15,1-2-1-15,3 3 0 0,3-3-4 16,-2 1 4-16,-1-1-3 16,1 3 1-16,-2-1-3 15,2 1 1-15,-2 2 0 16,-1-1-1-16,0 3 1 15,0-2-1-15,1 2 1 0,-3 0-1 16,1 0 1 0,1 0-1-16,-1 0 0 0,-3 4 0 15,5 1 1-15,-2-1-2 16,0 3 2-16,1-1-1 16,1 1 0-16,-3 0 0 15,-2-1 0-15,2-1 0 0,1 1 0 16,-5 1 0-16,4-1 0 15,-2 1 1-15,-2 0 0 16,2 0 0-16,-2 0 1 16,4 2 3-16,-2 1-5 15,5 0 2-15,-3-1-1 0,5 0-1 16,-1 1 1-16,1-3 0 16,3 0-1-16,0-1 0 15,3 1 1-15,3-3-1 16,0 1 0-16,2-1 1 15,0 0-1-15,2-1 0 0,0 1 0 16,2 2 0-16,-1-1 1 16,6 0-1-16,-3 0 0 15,1 1 0-15,1-1 0 16,2 0 0-16,3 1 0 16,3 0 2-16,1 0-4 0,3 2 4 15,5 0-2-15,-1-1 0 16,3 3 0-16,-3 0 0 15,1 3 0-15,0-2 0 16,-2-1 0-16,3 2 0 16,0 0 0-16,1-4 0 0,2 1 0 15,1 0 1-15,2-2-1 16,2-1 0-16,-3 1 1 16,3-3-1-16,3 2 0 15,1-5 1-15,-1 2-2 16,0-2 2-16,1-1-1 15,-2 0 1-15,2 0-1 0,0 0 3 16,-2 0 5-16,3 0-2 16,1 0-3-16,3 0 0 15,-1 2-3-15,2-2 1 16,2 4-1-16,3-2 0 16,-3 2 0-16,4-3 0 0,1 3 1 15,5-3-1-15,2 1 0 16,2-2 0-16,1 2 0 15,5-2 0-15,-3 0 0 16,3 1 0-16,4-1 0 0,3 2 1 16,-1-1-1-16,2-1 0 15,0 3 1-15,2-3 0 16,-5 0 6-16,-2 0 4 16,4 3 3-16,1-2-4 15,-5 2 0-15,0 1-3 16,-1 2-2-16,-8 1-3 15,-6 3-1-15,-7-1-1 0,-6 1 1 16,-9-1-2-16,-11 1 1 16,-13 0-1-16,-13 0-7 15,-17 0-14-15,-18-4-33 16,-24-6-71-16</inkml:trace>
  <inkml:trace contextRef="#ctx0" brushRef="#br0" timeOffset="9192.98">2059 7926 75 0,'-2'2'46'0,"-1"-2"-41"0,3 0 7 0,-2 0-1 15,2 2-8-15,0 0-4 16,0-1 1-16,3 2 0 16,7 1-1-16,4-1 0 15,-1 0 0-15,6 0-2 16,2 1-2-16,2-1-5 0,1 1 1 16,2 2 3-16,5-1 4 15,0-2 2-15,5 2 0 16,5-3 1-16,7-2-1 15,6 0-1-15,8 0 1 16,3 0 2-16,7-1 4 16,8-5-1-16,0-1 3 15,5 0-2-15,0 0 1 0,3 0 1 16,3-3 2-16,-2 4 1 16,3 0-1-16,7 1-5 15,-1 2 2-15,0 0-6 16,4 3 1-16,4 0-2 0,1 0 0 15,5 0 1-15,4 0-1 16,2 0 1-16,5 0-1 16,3-2 1-16,2-2-1 15,5 0 0-15,1-3 1 16,0 3-1-16,1-3 0 0,3 0 1 16,-2 1 1-16,-4 0 2 15,-1 2 2-15,-2 1 1 16,-2 1-1-16,-2 1-1 15,-2 1-2-15,0 0 1 0,0 0 1 16,-2 0-3-16,0 0 0 16,-3 0 0-16,-4 0-2 15,-2-3 1-15,-5 1 0 16,-7-2-1-16,-8 1 1 16,-8-1-1-16,-5-1 0 15,-8 2 0-15,-4-1 0 16,-4-2 0-16,-9-5-15 15,-7-15-107-15</inkml:trace>
  <inkml:trace contextRef="#ctx0" brushRef="#br0" timeOffset="10947.81">24072 4742 84 0,'0'0'23'0,"0"0"-17"0,0 0 3 16,0 0-4-16,0 0 3 16,0 0 5-16,-42-19 7 15,34 14-3-15,-1 1-4 0,3 1-7 16,-3 1 1-16,6 1-3 15,1-1 0-15,2 2 3 16,0 0-9-16,0 0-3 16,3 0 13-16,8 0-4 15,0 0-3-15,5 0 1 16,-1 0-2-16,2 0 1 0,2 0-1 16,4 4 0-16,-2 2 1 15,0 1-2-15,1 2 1 16,-3 1-1-16,-3 3-1 15,-1 2 1-15,-4 0 1 0,-2 3-2 16,-3 2-3-16,1 0 2 16,-6 1 1-16,1 2 0 15,-2-1 1-15,0 4 0 16,0 2-2-16,-7 2 2 16,-2 3 0-16,-1-2-1 0,-2 5 3 15,-1-1-1-15,1 0 2 16,5 4-2-16,-3-1 1 15,7 1 1-15,3-1 0 16,0-1 1-16,4 0 0 16,10-6-3-16,2 0 1 0,4-5 0 15,3 1 0-15,0-4 1 16,2-2 2-16,-1-4-3 16,-1-2 1-16,-4-2 0 15,-2-4-2-15,-4-2 1 16,-2-3 0-16,-4-1-2 0,-3-1 2 15,-2-1-1-15,-2-1 0 16,0 2-4-16,0 0 1 16,0 4 3-16,0 1-2 15,-2 1 2-15,-3 5 0 16,2 3 0-16,-2 4 0 16,0 1-1-16,1 6 1 0,1 1 0 15,0 1 0-15,0 5 0 16,1-1-2-16,0 2 2 15,1 1 0-15,0 3 0 16,0 1 1-16,-1 3-2 16,-3 1 2-16,1 2-1 0,1 2 0 15,-2 0 0-15,0 2 1 16,2 3 0-16,-3 2-1 16,1 1 2-16,-2 1-2 15,1-1 0-15,1-1 1 0,-2-1-1 16,0-3-1-16,0-3 2 15,1-1 1-15,0-4-4 16,-1-4 2-16,-2-2 0 16,2-1 0-16,-1-3 0 15,-1 1 0-15,-1-2 0 16,-3 0 0-16,-1 0 2 0,-1-1-1 16,-7-1-1-16,-3-1 0 15,-4-4-4-15,-3-2 2 16,-8 0-5-16,-4-6-17 15,-8-6-25-15</inkml:trace>
  <inkml:trace contextRef="#ctx0" brushRef="#br0" timeOffset="11796.16">19984 4228 21 0,'0'0'3'0,"0"0"1"0,0 0 3 16,0 0 3-16,0 0-7 15,0 0-3-15,-38 22-11 16</inkml:trace>
  <inkml:trace contextRef="#ctx0" brushRef="#br0" timeOffset="12358.28">19852 4464 66 0,'0'0'3'16,"0"0"6"-16,0 0-3 16,0 0-5-16,0 0 0 15,0 0 2-15,-39 20 7 0,37-19-3 16,2 0 3-16,0-1-5 16,0 0-3-16,0 0 2 15,8 0 7-15,3-6 1 16,5-2-1-16,5-3-1 15,4-2-3-15,4-3 2 16,5-2-1-16,5-2-4 0,5-3-1 16,2 0-1-16,0-2 0 15,1-2 0-15,1 0 1 16,-3 1 0-16,4-1-1 16,-4 2 0-16,2-2 3 0,-1 4-2 15,-2 2 0-15,-2 0 0 16,-2 4-1-16,-2 2-1 15,-7 1 0-15,-1 7 0 16,-4 1-2-16,-8 3-4 16,-4 2-30-16,-8 0-34 0</inkml:trace>
  <inkml:trace contextRef="#ctx0" brushRef="#br0" timeOffset="12609.36">20594 4002 154 0,'0'0'9'0,"0"0"11"0,0 0-11 0,0 0-3 0,0 0-4 16,0 0-1-16,0 0-2 15,0 0-1-15,0 0-1 16,40 51 6-16,-40-23-5 16,0 2-29-16,-11 0-43 0</inkml:trace>
  <inkml:trace contextRef="#ctx0" brushRef="#br0" timeOffset="14033.4">21235 3534 102 0,'0'-2'4'0,"0"-3"2"0,0 1 1 0,0 0-4 15,0 2-2-15,-1-2 0 16,-1 1-1-16,2 1 0 16,-3 0 0-16,-2 2 0 0,-3 0-5 15,-2 0 5-15,-3 0-3 16,-3 6 4-16,0 1-3 16,1 2 3-16,-1 0 5 15,3 3-2-15,1 0-2 16,3 1-1-16,3 0-1 0,4 1 1 15,1 1 1-15,1-1-1 16,0 0 0-16,8-1-1 16,3-2 1-16,3 0 2 15,3-2 4-15,1-2 2 16,3 0 2-16,-2 0-3 0,2-4-3 16,-2 1 2-16,-4 1-2 15,-2-1-3-15,-4 0-1 16,-4-1-1-16,-2 2-1 15,-3 0 0-15,0 1 5 16,-4 1 6-16,-8 1 4 0,-5 2-7 16,-4 1-2-16,0 1-1 15,2-2-2-15,4-4-1 16,5-2-4-16,5-3-17 16,5-1-40-16,1-4-54 15</inkml:trace>
  <inkml:trace contextRef="#ctx0" brushRef="#br0" timeOffset="14416.29">21343 3675 79 0,'0'0'29'0,"0"0"-28"0,0 0 0 0,0 0 0 15,45-14 0-15,-32 8 0 16,3 1 0-16,1-3-1 15,-3 3 1-15,2-2-1 0,-2-2 2 16,-1 1 1-16,-3-1 0 16,0 1-1-16,-4 1-1 15,-4 2 2-15,-2 2 6 16,0 2 8-16,-6 1-9 16,-4 0-9-16,-2 7 2 15,-1 4-1-15,-1 2 0 0,0 3 0 16,3-2 2-16,3 3 0 15,4-1 1-15,3-3-1 16,1-1 0-16,0-2 0 16,5-3 1-16,5 0 2 15,4-2 2-15,5-4 2 0,0 0-1 16,2-1-4-16,0 0-23 16,1-5-25-16,-3-4 3 15,-4-2-39-15</inkml:trace>
  <inkml:trace contextRef="#ctx0" brushRef="#br0" timeOffset="14822.79">21646 3588 78 0,'0'0'6'15,"0"0"14"-15,0 0 1 16,0 0 3-16,0 0 2 16,0 0-15-16,0 0-15 0,0 0-4 15,0 0 0-15,12-11 7 16,-7 21 1-16,1 1 0 15,-1-1 1-15,-2 1 0 16,2-2 0-16,-3-2 2 16,-2-1-2-16,1-2 0 0,0-1 0 15,-1-3-1-15,0 0 6 16,0 0 38-16,0-4-33 16,0-6-6-16,0-1-3 15,0-4-3-15,1 0-8 16,2-1-8-16,3 0 4 0,-2 0 6 15,1 1 4-15,2 4 4 16,1 2-3-16,1 2 3 16,1 3 0-16,0 1 1 15,2 3-2-15,0 0 0 16,2 0-2-16,-2 6 1 16,1 4-1-16,-3 0-1 0,-2 2 2 15,-3 0 0-15,-3 1 2 16,-1-2-4-16,-1-1-29 15,0-6-30-15</inkml:trace>
  <inkml:trace contextRef="#ctx0" brushRef="#br0" timeOffset="15086.15">21891 3321 192 0,'0'0'-32'0,"0"0"32"0,0 0-9 0,0 0 6 0,0 0 8 16,24 46 0-16,-16-26-1 0,0 1-1 16,1 2-2-16,-1-2 1 15,-1-1 1-15,0-1 1 16,-2-1 3-16,1-4-2 15,-5 0-16-15,-1-6-25 16,0-3-18-16</inkml:trace>
  <inkml:trace contextRef="#ctx0" brushRef="#br0" timeOffset="15414.31">21881 3478 149 0,'0'0'9'0,"0"0"7"15,0 0-4-15,22-41-8 16,-5 28 1-16,1-2-1 16,3 0-2-16,1 1-1 15,0 1-1-15,1-1 0 16,-2 2 1-16,1 1-1 0,-4 4 0 16,-2 1 0-16,-5 6-1 15,-3 0-2-15,-5 3-8 16,-3 11-7-16,0 2 11 15,-9 3 14-15,2 0-2 0,-1 2 8 16,3-2-3-16,3-2-7 16,2-3 0-16,0-1 1 15,5-3 0-15,7-3 2 16,4-1 2-16,4-5-2 16,1-1-21-16,3-4-44 0,-4-10-33 15</inkml:trace>
  <inkml:trace contextRef="#ctx0" brushRef="#br0" timeOffset="15549.03">22161 3225 123 0,'0'0'11'0,"0"0"1"16,-43-20 5-16,35 19-14 15,5-1-11-15,0 1-55 16</inkml:trace>
  <inkml:trace contextRef="#ctx0" brushRef="#br0" timeOffset="16197.26">22272 3299 158 0,'0'0'-8'0,"0"0"3"15,0 0 5-15,0 0 0 16,0 0 0-16,0 0-1 16,41 29-2-16,-36-20 2 0,1-2 1 15,0-1-1-15,-3-1 1 16,0 0 0-16,-2-2 2 16,2-2-1-16,-3-1 1 15,0 0-2-15,0 0 1 16,0 0 11-16,0 0-2 0,-3-1-5 15,2-8-7-15,1-1 3 16,0 0-5-16,0-4 2 16,9 1-2-16,1 1 2 15,3 1 1-15,0 0 2 16,5 4-1-16,-2 0 0 0,0 4 0 16,1 2 1-16,0 1 0 15,-2 0-1-15,-5 1 1 16,1 6 0-16,-3 3-1 15,-3-1-1-15,-3 2 1 16,-1-1-2-16,-1 3 4 0,0-4-1 16,-7 0 1-16,-1-3-4 15,0-2 1-15,-3-2 0 16,2-2 2-16,3 0 2 16,0-5-3-16,4-6 0 15,2-2 5-15,0-2-7 16,8-3 0-16,4 0 1 15,2 1-3-15,-1 0 5 0,2 4-1 16,0 0 9-16,-2 5 4 16,3 2-1-16,-1 2-4 15,1 1 0-15,-1 3-4 0,3 0-1 16,-3 0-1-16,1 7-2 16,-5 0 0-16,-1 2 1 15,-3 2 0-15,-3-2-14 16,-3 1-20-16,0-3-8 15,-1-3-20-15</inkml:trace>
  <inkml:trace contextRef="#ctx0" brushRef="#br0" timeOffset="16530.4">22829 3169 78 0,'0'0'48'0,"0"0"-47"0,0 0 2 0,38-31 0 16,-29 23-3-16,-1-2 0 16,-1 1 0-16,-5-1-6 15,0 3 3-15,-2 2 1 0,-2-1 2 16,-8 3 2-16,-1 3 11 16,-3 0-4-16,0 0 4 15,-3 4 5-15,3 8-2 16,0-1-7-16,4 5-2 15,3-2-6-15,1 0-1 0,5-1 0 16,1-2 0-16,1-1 1 16,10-1 1-16,5-4 6 15,6 0 0-15,4-3 0 16,1-2-19-16,3 0-30 16,-1-4-17-16,-1-4-8 0</inkml:trace>
  <inkml:trace contextRef="#ctx0" brushRef="#br0" timeOffset="16964.84">23046 3027 99 0,'0'0'7'0,"0"0"21"0,0 0 5 16,0 0-9-16,0 0-23 16,0 0-3-16,0 0 0 15,0 0-1-15,14-2-2 16,-4 12 3-16,-3 1 1 0,2 2 1 15,-4-2-1-15,-1-1 2 16,-2 1-1-16,0-4 1 16,-2-1-1-16,0-1 4 15,0-3-3-15,0-2 3 16,-2 0 5-16,-2-2-3 0,2-7 0 16,1-4-4-16,1-4-3 15,0 0-6-15,6-3 1 16,3-1 1-16,3 2 4 15,0-1 1-15,2 4 0 16,-2 3 0-16,2 3 1 0,1 3 0 16,-2 5-1-16,1 2 1 15,-1 0-3-15,-1 5 0 16,-1 7 0-16,-2 1-2 16,-3 3 0-16,0 2 3 15,-3-1 2-15,-2 3 2 16,-1-3-1-16,0-3 1 0,0 2-4 15,0-6-10-15,-4-2-15 16,1-6-10-16</inkml:trace>
  <inkml:trace contextRef="#ctx0" brushRef="#br0" timeOffset="17242.34">23318 2788 130 0,'0'0'-4'0,"0"0"1"0,0 0 5 0,0 0 1 0,0 0 3 16,37 52 0-16,-28-35-1 0,-1 3 0 15,0-1-1-15,2-1 0 16,-3 1-2-16,-1-3 0 15,0-1 1-15,1-1-1 16,-3-3 4-16,0-1 0 16,0 0-2-16,-2-6-34 15,-1-1-20-15</inkml:trace>
  <inkml:trace contextRef="#ctx0" brushRef="#br0" timeOffset="17413.54">23399 2945 199 0,'0'0'12'16,"0"0"6"-16,27-37-8 15,-4 23-5-15,6-3 1 16,10 3-4-16,4-1-2 16,8-2 1-16,0-2-10 0,-1-8-108 15</inkml:trace>
  <inkml:trace contextRef="#ctx0" brushRef="#br0" timeOffset="22467.22">18234 12333 211 0,'0'0'3'0,"0"0"10"0,0 0 12 0,0 0-11 0,0 0-5 16,0 0-5-16,0 0 0 15,0 0-3-15,0 0-2 16,0 0 3-16,-27 45-1 16,24-9 2-16,2 12-2 0,1 12 1 15,0 14 0 1,0 10 1-16,0 5-3 0,0 3 1 16,0 1 0-16,2-7-1 15,2-8 2-15,3-12-4 16,-4-11 0-16,1-11-4 15,4-8-10-15,-4-15-11 0,3-10-37 16,0-11-23-16</inkml:trace>
  <inkml:trace contextRef="#ctx0" brushRef="#br0" timeOffset="22986.15">18290 12316 123 0,'0'0'3'0,"0"0"1"0,0 0-2 0,0 0 1 0,0 0 6 16,0 0 7-16,52-16 10 15,-29 8 1-15,6-1-1 16,6 1-8-16,4-2-6 15,8 0-9-15,1 1-3 16,5 0 0-16,3 1 2 16,2 1-4-16,4 0 0 0,-1 3-1 15,4 0 1-15,4-2 1 16,0 2 1-16,0-2 0 16,2 2 1-16,0-1 0 15,-3-2 0-15,-2 0-1 0,-2 3 0 16,-6-2 0-16,-8 1-1 15,-2-1 0-15,-5 2-3 16,-5 0-15-16,-7-2-19 16,-5 1-21-16,-5-4-27 15</inkml:trace>
  <inkml:trace contextRef="#ctx0" brushRef="#br0" timeOffset="23299.07">19792 12073 149 0,'0'0'49'15,"0"0"-42"-15,0 0-8 16,0 0 2-16,0 56-1 16,0-31 1-16,0 9 1 0,0 10-2 15,0 6 0-15,4 8 1 16,-2 3 1-16,1 9-2 15,-1-1 2-15,4 2-2 16,-4 0 1-16,2-2 0 16,-1-1 1-16,2-1 2 0,-3-3 2 15,1-3 1-15,1-3-3 16,2 0-2-16,-4-7-1 16,1 0 0-16,-2-3-7 15,-1-6-57-15,0-8-91 16</inkml:trace>
  <inkml:trace contextRef="#ctx0" brushRef="#br0" timeOffset="23976.83">18344 13479 167 0,'0'0'10'0,"0"0"22"0,0 0-18 0,0 0-13 16,0 0-2-16,0 0-1 15,0 0-1-15,0 0 2 16,0 0 1-16,0 0 0 16,0 0-1-16,21 0 1 15,-5 0-2-15,2 0 2 0,7-2 1 16,7 1 0-16,7-1 2 15,6-1 2-15,6-3 2 16,4 2 7-16,7-4 7 16,4 0-3-16,6-3 4 15,0-1-5-15,8-2-5 16,1-3-2-16,3 0-4 0,-1-1-3 16,0-1-2-16,-4 1 1 15,0-1-2-15,-5 4 0 16,-8 0 0-16,-5 4-4 15,-12 2-8-15,-10 5-11 0,-10 3-11 16,-13 1-18-16,-12 0-50 16</inkml:trace>
  <inkml:trace contextRef="#ctx0" brushRef="#br0" timeOffset="24790.19">19183 13452 121 0,'0'0'32'0,"0"0"-17"0,0 0 5 0,0 0-16 16,0 0-3-16,0 0-1 0,0 0 2 16,0 0-1-16,0 0 12 15,0 0 9-15,0 0-4 16,0 0 1-16,-20-23-5 15,20 23-3-15,0 0-3 16,0 0-7-16,-2 0-1 16,1 0-7-16,0 1-7 0,-2 6 11 15,-1 2 2-15,0 4 2 16,-2 3-1-16,0 2 1 16,0 4-1-16,2 3 1 15,-1 1 2-15,-1 2-1 16,1 2-2-16,-4 0 0 0,4 0 1 15,-6-1-1-15,3 0-1 16,-2-1 2-16,1 0-1 16,0 0 0-16,0-1-1 15,-1-3 2-15,5-1-2 16,-3-5-1-16,5-2-16 0,-2-4-18 16,1-6-20-16,4-6-14 15</inkml:trace>
  <inkml:trace contextRef="#ctx0" brushRef="#br0" timeOffset="25569.62">19081 13509 135 0,'0'0'16'0,"0"0"26"0,0 0-13 0,0 0-22 16,0 0-5-16,0 0-2 16,0 0 1-16,0 0 1 0,0 0 1 15,0 0 2-15,0 0 17 16,5 44-11-16,-1-20-4 15,0 6-5-15,0 3 0 16,-1 2 1-16,1 4-1 16,3 0 0-16,-4 4-1 0,1-2 0 15,0 2-1-15,-1-1 0 16,1-1 0-16,-2-4 0 16,2-4 0-16,-1-2 0 15,-2-5-12-15,0-7-9 16,-1-3-22-16,0-7-19 0,0-5-25 15</inkml:trace>
  <inkml:trace contextRef="#ctx0" brushRef="#br0" timeOffset="25918.3">19100 13557 139 0,'0'0'13'0,"0"0"31"0,0 0-24 0,0 0-9 15,0 0-4-15,-38 27-4 16,26-11-1-16,0 0-1 16,-1 0 0-16,-4 2 0 15,1-3-1-15,0 2 0 16,0-2 1-16,0-1-1 0,3-3 0 16,0 0-5-16,4-4-41 15,4-2-36-15</inkml:trace>
  <inkml:trace contextRef="#ctx0" brushRef="#br0" timeOffset="26153.24">19025 13564 63 0,'0'0'75'0,"0"0"-31"15,0 0-18-15,0 0-3 16,38-9-4-16,-23 9-5 16,4 0-3-16,1 4-5 15,2 3-3-15,0 1-2 0,3 2 0 16,0-1-3-16,0-2-23 16,-2-6-79-16</inkml:trace>
  <inkml:trace contextRef="#ctx0" brushRef="#br0" timeOffset="27718.17">19857 12728 62 0,'10'0'4'0,"2"-2"5"0,1 1-1 0,3-2-3 0,-1 3 2 15,3-3 7-15,2 3 7 0,3-2-6 16,3-1-9-16,4 0-4 15,3 0-1-15,3-1 0 16,2-2 1-16,3 2-2 16,3-2 0-16,5 0 0 15,-1-1 1-15,4 0 0 16,-1 0 0-16,-2-3 1 0,-1 3-2 16,-5 0 1-16,-6 0-1 15,-3 1 2-15,-6 2-2 16,-5 0 2-16,-4 0 2 15,-6 3-4-15,-5 1 0 16,-7 0-4-16,-1 0-44 0</inkml:trace>
  <inkml:trace contextRef="#ctx0" brushRef="#br0" timeOffset="28238.28">20610 12575 76 0,'0'0'6'0,"0"0"4"0,0 0 11 0,0 0-13 0,46 7-1 16,-36-5-2-16,3 3 1 15,-5 0 5-15,0 1 0 16,0 1-1-16,-1 2-4 15,-3 3-3-15,-3 1 1 16,-1 4-3-16,0 3 1 0,0 3-4 16,-6-2-20-16,-7 3-34 15</inkml:trace>
  <inkml:trace contextRef="#ctx0" brushRef="#br0" timeOffset="28872.1">20907 12033 67 0,'0'0'7'0,"0"0"10"0,-12 37 2 0,10-18-7 0,0 2-5 16,2 6 1-16,0 4-4 16,0 6 0-16,9 6-3 15,-4 5 1-15,4 6-1 16,-1 7 0-16,0 3 0 16,0 8-1-16,-3 5 0 0,-1 4 0 15,-2-3-1-15,0 1-3 16,-2-6 3-16,0-5 1 15,5-9 1-15,-1-7 3 16,3-8 0-16,-3-5-3 16,2-7-1-16,0-8-29 0,-1-9-86 15</inkml:trace>
  <inkml:trace contextRef="#ctx0" brushRef="#br0" timeOffset="29768.26">21135 11928 72 0,'0'0'-3'0,"55"-9"4"0,-22 4 2 16,2-1 2-16,5-1 1 15,0-1 5-15,2-2 11 16,4-2-1-16,6 0 3 0,-2-3 0 16,2 0-2-16,2 0-2 15,-4-1-10-15,0 1-4 16,-4 3-2-16,-4 2-3 15,-3 1 0-15,-5 3-1 0,-4 1 0 16,-5 0 0-16,-2 4-1 16,-8 0 1-16,-3 1-2 15,-1 0-3-15,-7 0-2 16,-1 5-9-16,-1 3 2 0,-2 4 15 16,0 1 1-16,0 4-1 15,0 3-1-15,0 4 2 16,0 5-2-16,0 5 1 15,0 5 0-15,0 4-1 16,0 5 2-16,6 2 2 0,1 2 5 16,2 2 4-16,-1 1 0 15,5 2 0-15,-2 2-3 16,2 2-4-16,0 0-3 16,-3 0-1-16,2 3-2 15,-4-3 1-15,1-1-1 16,3-3 0-16,-2-5 1 0,3-5-1 15,0-8 1-15,1-4 0 16,-2-4 1-16,0-5-1 16,-5-1-1-16,-5-2 2 15,-2 0-4-15,-2-2 2 16,-15-1 0-16,-4 0-1 0,-8-2 0 16,-8 1 1-16,-8-1 0 15,-9-2 0-15,-2 1 1 16,-11 0 2-16,-2-1 1 15,-2 2 2-15,1-4 3 16,-4 2 0-16,5-2 0 0,4 0 1 16,5 0-3-16,6-3-2 15,10 0-5-15,5-4-1 16,13-7-24-16,7 0-56 16</inkml:trace>
  <inkml:trace contextRef="#ctx0" brushRef="#br0" timeOffset="30373.73">21269 11326 134 0,'0'0'14'0,"0"0"15"0,0 0 13 0,0 0-22 16,0 0-11-16,0 0-9 15,0 0-1-15,0 0 1 16,0 0 1-16,0 47 1 16,0-16 1-16,5 9 3 0,0 8-1 15,1 6-4-15,2 7 1 16,2-1-1-16,-2-2-1 15,-1-4 0-15,3-5 1 16,0-6-1-16,-3-7 0 16,1-5 0-16,-3-5-7 0,-2-8-36 15,-2-8-53-15</inkml:trace>
  <inkml:trace contextRef="#ctx0" brushRef="#br0" timeOffset="30808.46">21226 11305 120 0,'0'0'8'0,"0"0"26"16,0 0 4-16,0 0-15 16,0 0-7-16,0 0-2 15,0 0-1-15,0 0-7 16,0 0-4-16,0-19-2 0,0 24-2 15,-6 6 2-15,1 5 0 16,-5 5 2-16,-3 4-2 16,1 0 0-16,-3 3 0 15,1-1 1-15,-3 1-1 16,0-4 0-16,3-1-1 0,-2-3 2 16,3-4 0-16,2-3-1 15,2-5-7-15,3-4-41 16,0-4-69-16</inkml:trace>
  <inkml:trace contextRef="#ctx0" brushRef="#br0" timeOffset="31036.11">21183 11296 151 0,'0'0'29'15,"0"0"-21"-15,0 0 15 16,40-10-6-16,-23 10-4 16,1 2-1-16,8 6-1 15,1 6-5-15,4 1-2 0,5 3-3 16,1 1-1-16,3-1-10 16,0-2-56-16,-2-2-108 15</inkml:trace>
  <inkml:trace contextRef="#ctx0" brushRef="#br0" timeOffset="33420.14">20994 10691 123 0,'-4'-8'3'0,"3"1"3"0,1 2-3 0,0 0-4 15,0 0-11-15,1 1-8 16,3 0 9-16,1 1 3 16,-1 0 6-16,0 3 0 0,-1 0-4 15,0 0-47-15</inkml:trace>
  <inkml:trace contextRef="#ctx0" brushRef="#br0" timeOffset="33946.17">21090 10663 132 0,'0'0'18'0,"0"0"16"16,0 0-20-16,0 0-10 15,0 0-2-15,0-40-2 16,0 33 0-16,0 1 1 15,0 2 0-15,-4 1 5 16,-2 3 4-16,-2 0-1 0,1 0-5 16,-3 0-2-16,0 7-1 15,1 3-1-15,1 0 0 16,4 6 1-16,3-4-1 16,1 1 0-16,0 0 1 15,2-1 0-15,7-1-1 0,-1-1 1 16,3-2 2-16,2 2 2 15,1 1-2-15,-1-2-2 16,3 3 0-16,-3 0-1 16,1 1 1-16,-2 0-1 15,-5 0 0-15,-1-2 0 0,-6 0 1 16,0-1 0-16,-2 0 0 16,-7-3 1-16,-4 2-1 15,1-5-1-15,-1 3-4 16,4-5-12-16,1-2-33 15,5-2-35-15</inkml:trace>
  <inkml:trace contextRef="#ctx0" brushRef="#br0" timeOffset="34280.06">21239 10731 104 0,'0'0'120'0,"0"0"-119"0,0 0 0 0,0 0 0 15,0 0-1-15,45 0 0 16,-38-1 0-16,0-1 0 16,-3-2-2-16,-1 0 0 15,-3-1 3-15,0 0-1 0,0-1 1 16,0 2 0-16,-6-2 0 16,-2 5 0-16,1-1 2 15,-3 2 0-15,-1 0 0 16,3 5 3-16,-2 4 5 0,5 4-6 15,3 0 0-15,2 4-3 16,0-2-1-16,4 0 0 16,5-1-1-16,4-3 1 15,-1-3-1-15,3-3 0 16,3-2-4-16,0-3-16 16,-4 0-19-16,2-1-48 0</inkml:trace>
  <inkml:trace contextRef="#ctx0" brushRef="#br0" timeOffset="34669.82">21424 10701 158 0,'0'0'19'0,"0"0"28"15,0 0-9-15,0 0-20 16,0 0-1-16,0 0-16 16,0 0-2-16,0 0 1 15,0 0 0-15,17 2 1 16,-10 10-1-16,-2-1 1 0,-2 1-1 15,2 0 0-15,-2-4 2 16,0 2-2-16,0-5-2 16,1 0-4-16,-2-3-3 15,0-1-1-15,-1-1 0 16,0 0 8-16,2-3-1 0,2-7-15 16,-1-3 4-16,3-1 10 15,3-2 2-15,1 1 0 16,2 2 4-16,0 0 1 15,1 3 4-15,1 3 6 16,0 1 1-16,1 5-8 0,-2 1-3 16,2 0-3-16,-4 0 1 15,-2 7 0-15,-1 4-1 16,-2 1-2-16,-3-1-14 16,0 1-11-16,-4-1-38 15,0-5-17-15</inkml:trace>
  <inkml:trace contextRef="#ctx0" brushRef="#br0" timeOffset="34904.79">21778 10504 259 0,'0'0'7'0,"0"0"-5"0,0 0-2 0,0 0 0 0,17 38 0 16,-12-16 0-16,2 0 0 16,-2 2 1-16,2-1-1 15,-2-1 1-15,3-3-2 16,-3 1 2-16,3-1-16 16,-4-4-31-16,-2-2-41 0</inkml:trace>
  <inkml:trace contextRef="#ctx0" brushRef="#br0" timeOffset="35204.93">21776 10687 231 0,'0'0'14'0,"0"0"-12"15,0 0-2-15,0 0 2 16,31-40-1-16,-14 30-2 0,0-1 2 15,3 1-1-15,-3 1 1 16,-1 2 1-16,-1 0 4 16,-1 4 3-16,-2 3-3 15,1 0-4-15,-2 3-1 16,-3 9 0-16,1 2-1 16,-4 0 1-16,0 2 0 0,-4-2 0 15,-1-1 0-15,2-1-1 16,0 1 0-16,2-6-13 15,0-2-31-15,2-5-69 16</inkml:trace>
  <inkml:trace contextRef="#ctx0" brushRef="#br0" timeOffset="35354.87">22053 10505 284 0,'0'0'4'0,"0"0"1"15,0 0 1-15,0 0-6 16,0 0-18-16,0 0-53 16,0 0-16-16</inkml:trace>
  <inkml:trace contextRef="#ctx0" brushRef="#br0" timeOffset="35919.87">22130 10613 185 0,'0'0'13'0,"0"0"-10"0,0 0 13 16,0 0-5-16,0 0-4 15,41 40-5-15,-34-30-1 16,-4 0 0-16,0-2-1 16,0-1 1-16,-2-1-3 15,-1 0 2-15,0-3-1 0,0-2 0 16,0-1-1-16,0 0 5 15,-2-3-22-15,0-5-7 16,1-4 6-16,1-1 13 16,0-1 7-16,0 1 0 15,7-2 5-15,0 2 7 16,2 3 8-16,4-1 2 0,-3 2-3 16,2 4 2-16,2 0-11 15,1 4-6-15,1 1-3 16,-1 0 0-16,1 0 0 15,-3 4-2-15,-1 5 2 16,-6-2-1-16,-2 1-2 0,-1-2 2 16,-3-2 0-16,0 1 0 15,0-3-2-15,-3 0 4 16,-2-2-2-16,2 0 2 16,-1 0-1-16,0-9 1 0,3-2-1 15,1-2 0-15,0-2-1 16,2 0 2-16,6 1-2 15,2 1 3-15,-2 3 0 16,3 3 0-16,0 3-1 16,1 1 2-16,-1 3-4 0,0 0 1 15,1 0-1-15,0 6 0 16,0 2 0-16,0 2-2 16,-3 0-17-16,1-3-37 15,-2-2-67-15</inkml:trace>
  <inkml:trace contextRef="#ctx0" brushRef="#br0" timeOffset="36267.41">22520 10505 171 0,'0'0'16'0,"0"0"3"0,0 0-17 15,0 0-2-15,0 0 0 16,0 0-2-16,0 0 1 15,0 0 1-15,0 0 0 16,0 0 3-16,2 8 4 0,4-8 0 16,2-5-3-16,-1-3-2 15,0-2-2-15,0-2 0 16,-4 2 1-16,0 2 1 16,-3-1 5-16,0 4-1 15,0 2 5-15,-6 3-4 0,-1 0-5 16,1 0-1-16,0 10-1 15,2 4 0-15,-1 0 0 16,3 4 0-16,2-2-1 16,0 0-4-16,0-3-5 15,7-1-10-15,-1-2-16 16,4-3-18-16,1-5-1 16</inkml:trace>
  <inkml:trace contextRef="#ctx0" brushRef="#br0" timeOffset="36635.41">22669 10478 151 0,'0'0'26'0,"0"0"31"0,0 0-26 15,0 0-15-15,0 0-7 16,0 0-8-16,0 0-2 16,0 0 1-16,0 0 0 15,24 0 0-15,-18 12 1 0,-4-1-1 16,0 0 0-16,-1-1-1 15,1-3-5-15,-2 0-1 16,0-4 0-16,0 0 2 16,0-3 1-16,1 0 5 15,0-3 3-15,4-5-4 0,-3-4 1 16,1 0-1-16,3-2 4 16,-1 1 1-16,3 1-2 15,1 4 0-15,0-1 0 16,0 5-3-16,1 4 0 15,1 0 1-15,-1 0-1 0,-2 4 0 16,0 5 0-16,-1-1 0 16,-3 2-1-16,-1-3-6 15,-3 2-16-15,0-2-23 16,0-3-30-16</inkml:trace>
  <inkml:trace contextRef="#ctx0" brushRef="#br0" timeOffset="36863.21">22858 10312 201 0,'0'0'28'0,"0"0"-4"0,0 0-22 0,0 0-2 0,0 0 1 15,0 0 0-15,16 39 1 16,-12-16 0-16,-1 0 1 0,-1 3-3 15,2-2 0-15,0 0 1 16,1-1-5-16,-2-2-22 16,-1-4-35-16,0-3-32 15</inkml:trace>
  <inkml:trace contextRef="#ctx0" brushRef="#br0" timeOffset="37006.07">22896 10467 165 0,'0'0'103'16,"0"0"-79"-16,19-39-8 16,0 25-14-16,3 2-2 0,4-1-2 15,1 0-28-15,-1 0-60 16</inkml:trace>
  <inkml:trace contextRef="#ctx0" brushRef="#br0" timeOffset="37536.18">21945 10987 119 0,'0'0'7'16,"0"0"20"-16,50-12 8 15,-23 2-4-15,4-2-13 16,4-3-4-16,7 1 0 0,4-3-2 16,4 2-3-16,0-2 0 15,4 2 1-15,-5-2-5 16,1 3-2-16,-3 3 1 15,-1-1 0-15,-1 2-1 0,-2 0-1 16,0 3-1-16,-4 1-2 16,-3 1 1-16,-7 2-4 15,-8 3-10-15,-6 0-3 16,-6 0-9-16,-8 0-18 16,-1 7-28-16,-11-1-28 0</inkml:trace>
  <inkml:trace contextRef="#ctx0" brushRef="#br0" timeOffset="37795.08">22190 11048 86 0,'0'0'5'0,"0"0"7"16,35-2 22-16,-8-5 2 16,6-3-5-16,4-2-9 15,5-3-1-15,5 2-2 16,1-2-4-16,5 1-4 16,1 2-6-16,2 1-5 0,-1 2-20 15,-3-2-66-15</inkml:trace>
  <inkml:trace contextRef="#ctx0" brushRef="#br0" timeOffset="40824.91">9752 12439 14 0,'-6'2'38'0,"2"-2"-7"0,0 2-1 16,-3-2 3-16,3 0 3 15,0 0-14-15,-1 0-9 0,3 0-4 16,0 0-6-16,2 0-1 15,-3 0-2-15,3 0 0 16,0 0 1-16,0 0 1 16,0 0-2-16,0 0 0 15,0 0-5-15,3 0-2 0,3 1 3 16,4 3 0-16,5-1-1 16,3-2 2-16,2 1 3 15,3-1 0-15,3-1 0 16,3 0 0-16,5 0 2 15,6 0-4-15,2 0 5 0,6-7 1 16,4 3 0-16,7-2 2 16,2 0-4-16,5 1 0 15,2-1-1-15,1 2-1 16,-2 2 0-16,-2 1 0 16,-1-1 1-16,-5 2-3 15,-1 0-3-15,-9 0 0 0,-7 0 2 16,-6 0-1-16,-9 0-26 15,-9 0-35-15</inkml:trace>
  <inkml:trace contextRef="#ctx0" brushRef="#br0" timeOffset="45324.1">3063 10194 95 0,'0'0'4'0,"0"0"0"0,0 0-3 0,0 0 1 0,0 0-2 16,0 43 1-16,6-34-1 15,3-4 2-15,-2-4 4 16,6-1 8-16,2-3 6 16,8-15 2-16,6-9-11 15,9-10-7-15,9-7-3 0,4-11-2 16,5-6-122-16</inkml:trace>
  <inkml:trace contextRef="#ctx0" brushRef="#br0" timeOffset="46001.35">6829 10019 72 0,'0'0'103'0,"0"0"-101"0,0 0-5 0,0 0 3 0,0 0 3 0,53 9-1 15,-29-22 1-15,3-1-2 16,6-9 0-16,9-7 2 16,4-7-1-16,10-7-1 15,2-5-1-15,1-5-55 16</inkml:trace>
  <inkml:trace contextRef="#ctx0" brushRef="#br0" timeOffset="46837.25">10123 10058 117 0,'0'0'3'0,"0"0"-4"0,0 0 3 15,0 0 15-15,0 0-1 16,60-50 1-16,-24 17-11 0,8-5-5 15,5-6 0-15,4-4-32 16</inkml:trace>
  <inkml:trace contextRef="#ctx0" brushRef="#br0" timeOffset="47312.25">12805 9928 123 0,'0'0'1'0,"0"0"8"0,0 0 17 0,0 0 2 0,0 0-17 16,0 0-4-16,0 0 2 16,0 0 4-16,38-39-4 15,-7 13-7-15,9-4-2 16,5-4-2-16,0-4-59 0</inkml:trace>
  <inkml:trace contextRef="#ctx0" brushRef="#br0" timeOffset="55720.68">21589 11039 45 0,'4'0'4'0,"5"0"0"0,0 0 4 0,3 0-3 15,5 0 2-15,-2-2 2 16,2-3-4-16,0-1-2 16,3 1-1-16,2 1 1 15,-1 1-2-15,5 0-1 0,1 3 1 16,0 0 1-16,4 0-2 16,3 0 0-16,1 0 0 15,1 0 0-15,2 0 0 16,0 0 0-16,1 0 0 0,0-3 0 15,4-3 0-15,-1 0 2 16,4-3 1-16,-3-2 1 16,3 3-2-16,-7-2-1 15,2 0 5-15,-3-1 3 16,2 0 1-16,-3-4 6 16,2-3 9-16,-2-2-3 0,1-1-5 15,-3-2-7-15,-3-1-4 16,-2-1-1-16,-3 0-3 15,-2 0-1-15,1-1 0 16,-4 2 0-16,-2-2 0 16,-1 1 0-16,-2-1 0 0,-5-1-1 15,0 3 2-15,-4-3-1 16,-3 2 0-16,-3 0 0 16,-2 0-1-16,0 1 1 15,0-2 0-15,-2 2 0 16,-5 0 0-16,-5-2 0 0,-1-1-1 15,-3 0 1-15,-3-1 0 16,-2 1 0-16,-3 0 0 16,-3 4 4-16,-3 3-2 15,-3 3 0-15,-4 3-2 16,-1 4 3-16,-4 2-4 0,-1 2 2 16,0 2-2-16,-4 1 1 15,0 1-1-15,-4 2 1 16,0 0 0-16,-5 0 1 15,-2 3-2-15,-2 4 2 16,3 0-1-16,-3-1 0 16,3 1 3-16,1 3-1 0,2-3-1 15,0 3 0-15,1 3-2 16,0-2 0-16,0 5 0 16,-1-2 0-16,-2 3 1 15,-3 0-2-15,1-1 1 16,2 2 0-16,-2 1 0 0,1-1 0 15,1-1 0-15,0 2 0 16,0-1 1-16,4 3-1 16,0 1 0-16,4-1 1 15,1-1-1-15,2 4 0 16,3-1-1-16,1 1 1 0,2-1 1 16,5 4-1-16,3-4 0 15,3 3 0-15,5-3-1 16,1 1 1-16,5-2 0 15,2 2-1-15,4-2 1 0,0 2-2 16,4-5 2-16,3 1-2 16,4 0 0-16,0-3 1 15,0 0-1-15,0-3 0 16,8-1 1-16,1 0 1 16,3-1-1-16,-1-3 0 15,5-2 0-15,1 0 0 0,1-3 1 16,0 1 0-16,5-2 0 15,3-1 0-15,1 1 0 16,0 0 0-16,2 0 0 16,3-2 0-16,-3 2 0 15,2-1 0-15,0-2 1 0,-2 0-1 16,1 0 0-16,-2 0 0 16,0 0 1-16,2 0-1 15,-3-6 0-15,2 0 1 16,0 1 0-16,-1-3-1 15,2 1 0-15,0-1-10 0,-1-2-23 16,-1-4-50-16</inkml:trace>
  <inkml:trace contextRef="#ctx0" brushRef="#br0" timeOffset="85433.18">13551 16702 38 0,'-2'0'3'0,"2"0"0"0,-4-2 4 0,1 1 5 0,1 0 2 16,-2 0 1-16,1 1-5 16,-1-1-4-16,2 1-4 15,-1 0-2-15,1-1-7 16,2 1-36-16</inkml:trace>
  <inkml:trace contextRef="#ctx0" brushRef="#br0" timeOffset="85681.19">13551 16702 94 0,'0'0'21'15,"0"0"25"-15,-35-17-16 16,35 15-9-16,0 2-8 16,0 0-7-16,0 0-6 0,0 0 0 15,0 0-2-15,0 3 4 16,0 4-1-16,2 2 1 15,2 2 0-15,0 3-2 16,0 1 1-16,2-1 0 16,-2 0-1-16,0 2 0 15,1-1-1-15,-1 1 2 0,-2-3-1 16,1 1 1-16,2-1-2 16,-3-1 1-16,1-2-1 15,-2 1-10-15,0-5-50 16,0-3-40-16</inkml:trace>
  <inkml:trace contextRef="#ctx0" brushRef="#br0" timeOffset="86036.11">13603 16729 99 0,'0'0'16'0,"0"0"9"0,0 0-14 0,0 0-3 0,0 0-2 0,0 0 8 16,0 0 2-16,0 0-6 15,0 0 0-15,-4-14-7 16,1 14 0-16,-6 7 0 16,2 1-2-16,-3 6-1 15,-3 2 0-15,0 1 0 16,-2 4 0-16,1 1-1 0,-1-1-8 16,3-1-59-16,1-7-8 15</inkml:trace>
  <inkml:trace contextRef="#ctx0" brushRef="#br0" timeOffset="86586.37">13889 16690 38 0,'0'0'53'0,"0"0"-25"0,0 0-6 0,0 0 2 16,0 0-6-16,0 0-8 16,0 0-2-16,0 0-3 0,0 0 10 15,0 0-7-15,26 18-3 16,-16-13-2-16,4 2 1 16,0 0-1-16,0 0-2 15,-1-1 2-15,1 1-2 16,-1 0 0-16,0 0-1 15,-1 0-1-15,-1-5-35 16,-4-2-71-16</inkml:trace>
  <inkml:trace contextRef="#ctx0" brushRef="#br0" timeOffset="86814.02">14030 16652 215 0,'0'0'0'0,"0"0"22"0,0 0-9 15,0 0-10-15,0 0-7 16,0 0 4-16,-25 40 1 16,14-13-1-16,-3 5 1 15,-1 4-1-15,-1 2-9 16,-4-1-22-16,3-3-40 15</inkml:trace>
  <inkml:trace contextRef="#ctx0" brushRef="#br0" timeOffset="87226.01">14501 16643 174 0,'0'0'3'16,"0"0"8"-16,0 0-6 15,0 0 8-15,0 0 9 16,0 0-9-16,0 0-10 0,0 0 0 16,0 0-1-16,38-3 0 15,-24 9-1-15,-1 2 0 16,5 0-2-16,-2-1 2 15,2 0-2-15,-1 0-8 0,-1 0-16 16,-3-4-19-16,-1-3-45 16</inkml:trace>
  <inkml:trace contextRef="#ctx0" brushRef="#br0" timeOffset="87438.25">14653 16618 231 0,'0'0'-4'16,"0"0"8"-16,0 0 2 15,0 0-4-15,0 0-1 0,-42 7-2 16,32 9 1-16,0 2 0 16,-1 4 1-16,-1 3-1 15,1 2-1-15,-3 1 1 16,1-1-24-16,-1-4-64 15</inkml:trace>
  <inkml:trace contextRef="#ctx0" brushRef="#br0" timeOffset="87808.42">15056 16612 119 0,'0'0'2'0,"0"0"7"16,0 0 5-16,51 13-6 15,-36-6 0-15,0 2 2 16,0 1-2-16,3 0-3 0,-3 1-3 16,1 0 0-16,-3 1-1 15,1-2-7-15,-4-3-32 16,0-3-23-16</inkml:trace>
  <inkml:trace contextRef="#ctx0" brushRef="#br0" timeOffset="88028.94">15245 16608 254 0,'0'0'-2'0,"0"0"8"15,0 0 1-15,0 0-6 16,0 0-2-16,0 0-2 16,-44 30 3-16,28-6 0 15,0 2-1-15,2 5 1 16,0 1-4-16,1-2-21 0,3 0-33 16,2-7-32-16</inkml:trace>
  <inkml:trace contextRef="#ctx0" brushRef="#br0" timeOffset="88412.66">15664 16568 145 0,'0'0'2'0,"0"0"9"0,0 0 1 16,0 0-8-16,33 39-1 16,-26-29-2-16,3 1 1 15,2-1-2-15,-3 1 2 16,3-2-2-16,1-1 0 16,0-2-5-16,-1-3-31 0,0-3-36 15</inkml:trace>
  <inkml:trace contextRef="#ctx0" brushRef="#br0" timeOffset="88633.56">15783 16581 187 0,'0'0'17'0,"0"0"-7"16,0 0 18-16,0 0-17 15,0 0-11-15,0 0-1 0,0 0 1 16,-42 31 0-16,32-12 0 16,-1 2 0-16,-1 3-1 15,-3 0-15-15,-1-2-31 16,3-4-42-16</inkml:trace>
  <inkml:trace contextRef="#ctx0" brushRef="#br0" timeOffset="89068.34">16143 16564 90 0,'0'0'76'0,"0"0"-59"15,0 0-12-15,0 0-2 0,0 0 2 16,0 0 0-16,0 0 2 16,0 0 3-16,44 34 1 15,-32-23-6-15,5 2-3 16,0-1-2-16,0 0 1 16,0 0-1-16,1-2 1 15,-1-2-1-15,0 1-1 0,-1-4-11 16,-3-4-45-16,-1-1-55 15</inkml:trace>
  <inkml:trace contextRef="#ctx0" brushRef="#br0" timeOffset="89288.05">16366 16574 178 0,'0'0'4'0,"0"0"27"15,0 0 5-15,0 0-21 0,0 0-4 16,0 0-8-16,0 0-2 16,-39 10-1-16,26 10 0 15,-1 1-1-15,-3 5 1 16,-1 1-1-16,2 3-6 16,-2-1-26-16,-3-2 2 0,4-3-76 15</inkml:trace>
  <inkml:trace contextRef="#ctx0" brushRef="#br0" timeOffset="89701">16689 16572 212 0,'0'0'1'0,"0"0"0"0,0 0 0 0,0 0-1 0,38 15 1 16,-26-7 1-16,-1 1-1 16,1 1 1-16,2-2-1 15,-2 1-2-15,3 1 1 0,-1-2 0 16,0-1-29-16,-1-2-36 15,0-4-59-15</inkml:trace>
  <inkml:trace contextRef="#ctx0" brushRef="#br0" timeOffset="89914.01">16881 16568 23 0,'0'0'163'0,"0"0"-162"15,0 0 2-15,0 0 3 16,0 0-4-16,-40-11-2 0,32 15 3 16,0 7 7-16,-3 5-3 15,-1 4-2-15,-2 4-4 16,-1 3-1-16,0 0-1 16,-2 0-12-16,-3-4-49 15,5-7-62-15</inkml:trace>
  <inkml:trace contextRef="#ctx0" brushRef="#br0" timeOffset="90369.97">17161 16570 144 0,'0'0'-4'0,"0"0"5"0,0 0 0 0,0 0 2 16,0 0 14-16,36 39-4 15,-23-31-5-15,0-1-1 0,3 0-2 16,0 0-2-16,0-2-3 16,-3 0 1-16,1-2-16 15,-2-3-45-15</inkml:trace>
  <inkml:trace contextRef="#ctx0" brushRef="#br0" timeOffset="90606.2">17291 16559 239 0,'0'0'4'16,"0"0"8"-16,0 0-6 15,0 0-6-15,0 0-4 16,0 0 3-16,-34 43 0 0,23-23 1 15,-1 4 0-15,-1 2-1 16,2-1-18-16,-2 0-36 16,1-4-26-16</inkml:trace>
  <inkml:trace contextRef="#ctx0" brushRef="#br0" timeOffset="91109.6">17584 16551 102 0,'0'0'19'0,"0"0"-3"0,41 14 12 15,-24-7-18-15,1-1-6 0,-1 4-1 16,-1 0-2-16,-3 0-1 15,-2 0 0-15,0-3-1 16,0 0-9-16,-2-1-13 16,-1-4-12-16,-2-2-46 15</inkml:trace>
  <inkml:trace contextRef="#ctx0" brushRef="#br0" timeOffset="91311.68">17729 16555 265 0,'0'0'6'0,"0"0"15"16,0 0-6-16,0 0-12 15,0 0-3-15,-41 1 0 16,28 11-2-16,-2 4 1 0,-2 5-1 16,3 3-5-16,-1-1-9 15,3 0-17-15,1-3-44 16,3-6-38-16</inkml:trace>
  <inkml:trace contextRef="#ctx0" brushRef="#br0" timeOffset="93364.77">15168 16870 212 0,'15'4'-24'0,"-4"-4"6"0,0 0-40 0</inkml:trace>
  <inkml:trace contextRef="#ctx0" brushRef="#br0" timeOffset="93565.16">15952 16854 171 0,'0'0'-5'16,"0"0"2"-16,0 0-104 15</inkml:trace>
  <inkml:trace contextRef="#ctx0" brushRef="#br0" timeOffset="93742.29">16412 16864 252 0,'0'0'-23'0,"0"0"-18"15,0 0-19-15</inkml:trace>
  <inkml:trace contextRef="#ctx0" brushRef="#br0" timeOffset="93906.26">16778 16833 127 0</inkml:trace>
  <inkml:trace contextRef="#ctx0" brushRef="#br0" timeOffset="96943.51">18135 16209 0 0,'-4'0'9'0,"1"0"31"0,0 0 0 0,0 0-5 16,0-3 9-16,1-1-4 16,-1 2-16-16,2-2-9 15,0 3-11-15,0-1-2 16,0 1-2-16,0 0 0 0,-1 0 0 15,1 1-2-15,-4 0 2 16,2 0-1-16,-2 0 1 16,-1 0 1-16,0 0-2 15,0 0 2-15,-1 0 0 0,-1 0-1 16,0 0 1-16,-1 0-2 16,1 1 2-16,-1 1-1 15,0 0 1-15,2 2-1 16,-1-1 1-16,2 0-2 15,-3 2 1-15,3 2 0 16,-2-1 0-16,3 0-4 0,-4 1-2 16,4 0 2-16,-3-3 2 15,3 3 2-15,0-2-3 16,-1 0 4-16,3 1 0 16,-3-2 0-16,2 2-1 15,1 1 0-15,-3 0 0 0,0 0 0 16,2 2 0-16,-2-1 0 15,1 1 0-15,-3-2 0 16,0 3 1-16,0 0-1 16,1-2 0-16,-2 2 0 15,1-1 1-15,1 0-1 0,0 0 1 16,1 1-1-16,1 0 1 16,-2 0 0-16,4 1 1 15,-1-2 1-15,1 5-2 16,2-1-1-16,-1 1 0 0,0 2 0 15,1-2 1-15,1 2-1 16,-2-1 0-16,0-1 0 16,2 1 0-16,0-3 0 15,0 1 0-15,0 0 1 16,0-2-1-16,0 0 0 16,0 0 1-16,0-3-1 0,0 2 0 15,2 0 1-15,0 1-1 16,0-1 1-16,1 0-1 15,-1 3 1-15,2-2-1 16,-2 2 0-16,1 1 1 16,1-2-1-16,1 1 0 15,-2-1 1-15,1 1-1 0,2-4-1 16,-3 2 1-16,2 0 1 16,3 1-1-16,-3-2 1 15,1 0-1-15,0 2 1 16,3-2-1-16,-2 0 0 0,2 0-2 15,0-1 3-15,-1-1 5 16,3 0-5 0,-1-2 0-16,-1 1 1 0,3-1 0 15,0 1-2-15,1-1 2 16,0 1 0-16,3 0-1 16,-2 0-1-16,1 0 0 0,0 2 1 15,1-1-1-15,1 1 0 16,2-1 1-16,0 1-1 15,2-1 1-15,3 1-1 16,-1 0-1-16,-2 0 1 16,2-1 1-16,-1-2-1 0,-2 1-2 15,0-3-2-15,1 0 6 16,-3-1-1-16,2-2 3 16,2-1-2-16,-2 0 0 15,1 0 1-15,1 0-1 16,-4-1-1-16,2-5-1 0,2 1 1 15,-4-2-1-15,2 1 2 16,-1-2 0-16,2-1-1 16,0 0 1-16,1-1-1 15,-4 0 0-15,2 0-1 16,-1-1 0-16,-1-1 2 0,-1-2-2 16,0 0 0-16,-1 0 1 15,0-2 0-15,-1 1 0 16,0-3 1-16,0 0-1 15,-1-2 0-15,0 2 0 16,-1-2-1-16,-2-1 2 0,-1 0 2 16,-2-1 1-16,-1 2 2 15,-1 0 0-15,-1-1 0 16,0 0-3-16,-1 0-2 16,1-1-2-16,-2 1 1 15,-1-2-1-15,0-1 0 0,-1-3 1 16,-1 0-1-16,0-2-1 15,0 0 1-15,0-3 1 16,-5 4-2-16,-3 0 1 16,-1 1-2-16,-2 4 1 15,-1 2 2-15,0 2 0 0,1 2-1 16,-1 0 1-16,1 1 0 16,1 1 0-16,0-1-1 15,0 4 1-15,2 1-2 16,-2 0 0-16,-1 0 1 15,1 2-2-15,-1 2 0 0,-2 2 1 16,0-1-3-16,-1-1 8 16,0 3-2-16,-2-1-2 15,-2-1 0-15,-1 2 0 16,1-1-1-16,-6-1 1 16,1 1 1-16,0-1 0 0,-1 0-1 15,2 2 0-15,2 1 1 16,0 1-4-16,2 2 4 15,1 0-2-15,0 0 0 16,-1 0 1-16,3 0 0 16,-1 3 0-16,2 0 1 0,-1 2-1 15,2-1 0-15,0 0 0 16,0 0 0-16,0 0 1 16,-2 1-2-16,-1 0 0 15,-2 2 1-15,0 0-2 16,1 0 1-16,0 1-1 15,0-1 2-15,0-2 1 0,3 3-3 16,-2 0 1-16,3-4 2 16,-1 3-1-16,1 0 1 15,2-2-1-15,-1 2 0 16,3 0 1-16,-1-1-2 16,0 2 1-16,2-2 0 0,0 1 0 15,1-3 0-15,-1 1 1 16,3-1-1-16,1-1 0 15,0-3 0-15,2 3 0 16,0-2 0-16,1 0 1 0,-1 1-1 16,-1-1 0-16,-1 0 0 15,1 1 1-15,1-1-1 16,0 1 0-16,2-1 0 16,-2-1 0-16,2 0 0 15,-2 3 0-15,2 0-2 16,-1 0-12-16,0-2-30 0,-1-1-80 15</inkml:trace>
  <inkml:trace contextRef="#ctx0" brushRef="#br0" timeOffset="97877.1">18214 16181 27 0,'-7'-2'34'0,"2"2"-10"0,-1 0-2 0,2 0-8 0,-1 0-8 16,-2 0-4-16,2 0-2 16,-1 0 0-16,0 0 0 0,-1 0 0 15,-1 0 0-15,-1 0 1 16,1 0 1-16,-4 0 11 16,1 0 9-16,-1 2-3 15,-2 1 0-15,0 1-6 16,-1 1-6-16,1 2-5 0,-1-1-1 15,2 1-2-15,1 0 2 16,0-1 0-16,4-2-2 16,4 2 1-16,2-4-4 15,2-2-55-15,0-1-79 16</inkml:trace>
  <inkml:trace contextRef="#ctx0" brushRef="#br0" timeOffset="98978.82">18107 16683 125 0,'0'0'10'0,"0"0"5"0,0 0-13 0,0 0-1 0,0 0 0 16,0 0-1-16,0 0-1 15,0 0 0-15,0 0 1 16,0 0 1-16,0 0 0 0,0 0-1 15,0 0 0-15,10 7 0 16,-3-2 0-16,0-1 0 16,0 2-1-16,1-2-2 15,-2 0-6-15,2 0 7 16,-3-1 2-16,1-1 0 0,-1-2 2 16,2 0 2-16,0 0 6 15,3 0 1-15,-1-7-3 16,3-2-4-16,1-1-2 15,3-3 0-15,0-1-1 16,3-3-1-16,-4 0 1 0,4-3 0 16,3-1 3-16,-4-1 6 15,4-3-5-15,-2 2 4 16,2-1 1-16,-3 3-2 16,1-2-1-16,-5 7 4 15,1 1-6-15,-3 2 2 16,-2 6-4-16,-3 1-3 0,-2 2 1 15,-3 4-1-15,-2 0-11 16,-1 0-43-16,-2 10 22 16,-8 0-17-16</inkml:trace>
  <inkml:trace contextRef="#ctx0" brushRef="#br0" timeOffset="102003.2">13903 17137 71 0,'-5'0'1'0,"2"0"2"0,1 0-1 0,-2 0 3 16,2 0-1-16,0 0 5 15,1 0 7-15,1 0-1 16,-2 0-1-16,2 0 1 15,0 0-4-15,0 0-9 16,0 0-2-16,0 0 0 16,0-1 4-16,3 0-4 0,3-3 1 15,1 2-2-15,4-2 2 16,-4 3-1-16,4-3-1 16,1 2 1-16,0-1 0 15,2 0 0-15,1 0 1 16,1 2 0-16,1-2-1 0,2 2-1 15,-2-1 2-15,2 1-1 16,3-2-2-16,-4 3 6 16,4-3-1-16,-3 1 5 15,2 0-3-15,4-1-1 16,-3 2-2-16,4-1 0 0,4 0-1 16,2 0-1-16,1 0 1 15,3 0-1-15,0-1 0 16,4-1 0-16,0 2 1 15,0-1-1-15,-2 2-1 16,-2 0 2-16,2 1-1 16,-2 0 0-16,0 0 0 0,1 0 0 15,-1 0 1-15,3 0-2 16,-1 0 2-16,0 0-1 16,1 0 0-16,0 0 0 15,1 0 0-15,-1 0 1 16,5 0-1-16,0 0 0 0,-2 0 0 15,4 0-1-15,-2 0 2 16,1 0-2-16,1 4 1 16,-1-3 0-16,4 1 1 15,3 0-1-15,-1 0 0 16,4-2-1-16,0 0-5 0,2 0-3 16,2 0 3-16,-1-2-3 15,-1-3 5-15,1 0 2 16,1-1 1-16,-1 1 1 15,-2 1 0-15,0-2 1 16,1 2-1-16,0 0-1 0,-3 1 1 16,0 0 0-16,1 0 0 15,-1 2 0-15,-3-2-2 16,-1 3-4-16,2 0 0 16,-2 0 3-16,-6 3 1 15,-1 1-1-15,-4 2 0 0,-1-4 3 16,-6 0 2-16,-1-2-2 15,0 0 1-15,-2 0 4 16,0 0 6-16,-3 0-4 16,1-2-3-16,-4-2-3 15,2 3-1-15,-1-2 0 0,-2 2 1 16,1-1-1-16,1 1 0 16,-3 1 0-16,1-3 1 15,2 3 0-15,-3 0 2 16,3-1 2-16,-4 0-3 15,2 1 1-15,1-1-2 0,-5 1 0 16,4 0-2-16,-5 0 1 16,2 0-1-16,-3 0-13 15,-2-4-26-15,-2-1-66 16</inkml:trace>
  <inkml:trace contextRef="#ctx0" brushRef="#br0" timeOffset="104230.16">13705 17217 77 0,'-10'2'1'0,"1"-2"0"0,-1 0-1 0,-1 0-1 16,0 0-1-16,2 0 2 16,-2-2 3-16,-1-5 15 15,0 1 14-15,0-2 1 0,-2-1-9 16,2 0-7-16,-1-1-6 16,3 0-7-16,-3 1-3 15,1 1-2-15,-1-1 1 16,-1 1-2-16,2-1 0 15,-1-1 3-15,-1 0 0 16,1 0 2-16,-1-3 13 0,0-1-7 16,-1-3-5-16,4 0 0 15,-1-3 0-15,3-1-2 16,0-3 1-16,3 1-2 16,-1-2 1-16,0 1-2 0,2-1 0 15,1 1 0-15,-2 1 1 16,1 2-1-16,1 1 1 15,-1 2-1-15,1 2 0 16,1 1 1-16,1 2 1 16,2 1-2-16,0 2-1 0,0-1 0 15,0 4 2-15,0-3-3 16,4 3 4-16,0-2-3 16,2 0 1-16,0 1 0 15,3-2 1-15,0 2-1 16,2-2 1-16,1 0-1 0,2 3 0 15,0-3 0-15,3 4 0 16,0-1 0-16,1 1 0 16,-2-1 0-16,2 2 0 15,1-2 0-15,0-2 1 16,3 2-1-16,-3-2 0 16,4-1 0-16,2-1-1 0,-2 1 2 15,1 2-1-15,2-1 0 16,1 1 0-16,1 0 0 15,2 1 0-15,0 1 0 16,3 0 0-16,-1 0-1 0,1 0 2 16,0-1-1-16,3 0 0 15,-2 0 1-15,2 0-2 16,-2 1 1-16,1-1 1 16,-2 4-1-16,-3-4 0 15,-1 4-1-15,-2-1 1 16,0 1 0-16,0 3 1 0,1 0-1 15,1 0-1-15,7 0 2 16,-3 0-1-16,6-1 0 16,2 1-1-16,4-3 2 15,2 1-1-15,3-2 0 16,3 0-1-16,1 0 2 0,6 0-1 16,-4-2 0-16,3 1 0 15,1-2 0-15,0-1 0 16,0 2 0-16,0 2 0 15,1 0 1-15,-1 1-2 16,1 0 1-16,0 3 0 0,-1 0 1 16,2 0-2-16,0 0 2 15,1 3-2-15,2 0 1 16,2-2 1-16,-2-1-2 16,3 0 1-16,1 0 0 15,0 0 0-15,-2 0 1 0,0 0-2 16,0-4 1-16,-3-2 0 15,-3 2 0-15,-1-2 1 16,0-1-2-16,-2 1 1 16,-4 1 0-16,0-1 1 15,-6 3-1-15,2-1 0 0,-7 1 0 16,2 3 0-16,-4 0 0 16,0 0 0-16,-2 0 0 15,1 0 0-15,-3 0-1 16,-1 3 1-16,-3 0 0 15,-3-2-1-15,-1 2 1 16,-3-1 0-16,-4-2 0 0,0 0 0 16,-1 2 1-16,-3-1-1 15,-1 0 0-15,0 2 0 16,0 1 0-16,-1 0 0 16,-3 2 0-16,-1 0 0 15,1 1 0-15,-2 1 0 0,1 0-1 16,1 3 1-16,1-2 0 15,1 3 1-15,0-1-1 16,3-1 0-16,-1 4 0 16,0-1-1-16,-1 0 0 15,2 4 1-15,-3-3 0 0,-4 1-1 16,3 0 1-16,-3 1-1 16,1-1 1-16,-1 0 0 15,-1 0-1-15,4-1 2 16,-6-1-4-16,2 2-11 15,-1 0 2-15,-3-1 2 0,1 3 3 16,-5 0 2-16,1 3 6 16,-1 0-2-16,1-2 2 15,1 2-1-15,0 0 0 16,-3-3 0-16,1 2 0 16,1-5 0-16,0 4 1 0,-1-1-1 15,0 0 1-15,-2 1-1 16,1 0 2-16,-1 1-4 15,0 0 2-15,0-2 0 16,0-1 0-16,0-2-1 16,-3-3 1-16,-3-2 1 0,2-2-1 15,-1 2 2-15,-4-2 0 16,-2 0-1-16,0 1 0 16,-5 1-1-16,-2 0 0 15,2-1 1-15,-8 2-1 16,-1 0 1-16,-2-2 3 0,0 2 0 15,-3-1 0-15,0-2-4 16,1 0-1-16,2-4-51 16,1-3-133-16</inkml:trace>
  <inkml:trace contextRef="#ctx0" brushRef="#br0" timeOffset="105368.6">18082 16680 115 0,'2'0'24'0,"-1"0"-18"0,-1 0-1 0,0 0 16 0,0 0 9 16,0 0-17-16,0 0-9 16,0 0-3-16,0 3-1 15,0 0 0-15,0 1-2 16,0 2 0-16,0 0-9 0,3 0-4 15,2-1 4-15,-2 2 5 16,2-2 5-16,1 0 1 16,-2-2 0-16,4 0 0 15,-1-2 0-15,3-1-1 16,0 0-4-16,2 0-6 0,-1 0 4 16,3 0 2-16,0-7 4 15,0 0 1-15,2-1 3 16,-1-2 0-16,1 0 1 15,1-4 5-15,-1 2-4 16,3-2-3-16,-2-1-2 0,1-1 1 16,-1-1 2-16,2 1 3 15,0-2 5-15,2 0 5 16,0-1-3-16,1-1-7 16,0-1-2-16,1 1-2 15,1 1 0-15,-5 1 2 0,2 2 0 16,-4 3 1-16,-2 3 0 15,-2 1-2-15,-2 3-2 16,-5 1-1-16,-1 1-2 16,-3 4-24-16,-2 0-33 15,-4 0-43-15</inkml:trace>
  <inkml:trace contextRef="#ctx0" brushRef="#br0" timeOffset="106180.7">18096 16682 63 0,'0'0'41'0,"0"0"-35"0,0 0 16 0,0 0-10 0,0 0-8 15,0 0-1-15,0 0 3 16,0 0-1-16,0 0-4 16,0 0-1-16,0 0 0 15,-5 4 2-15,5 0-1 16,0 1-1-16,0 2-17 16,3-1-15-16,1 1 9 0,0 0 6 15,0-2 4-15,-1 0 12 16,2-1 4-16,0-3 5 15,-1 2 13-15,0-3 4 16,2 2 0-16,-2-2-5 0,3 0-11 16,2 0-7-16,1 0-1 15,2-6 0-15,0-1-1 16,3-3 1-16,1-3 4 16,2-2 13-16,4-2 5 15,1-2-5-15,0-2-8 16,4-1-5-16,1-2-4 0,-1 1 4 15,0-1-5-15,1 1 1 16,-3 1 0-16,0 1 2 16,-6 2 0-16,-1 3 0 15,-2 1-2-15,-2 2 2 16,-5 2-2-16,0 1 0 0,0 3 0 16,-4 2-1-16,-3 1 0 15,0 4-4-15,0-1-6 16,0 1-4-16,-2 0 0 15,0 0 10-15,0 0 4 16,0 1 1-16,0 3-1 0,0-2 0 16,2-1 0-16,0 1-3 15,1 0-5-15,0-2 1 16,0 0 5-16,2 0 1 16,-2 0 0-16,-1 0-9 15,1 0-28-15,0 0-16 16,-1 0-42-16</inkml:trace>
  <inkml:trace contextRef="#ctx0" brushRef="#br0" timeOffset="106582.72">18892 16302 53 0,'0'0'13'0</inkml:trace>
  <inkml:trace contextRef="#ctx0" brushRef="#br0" timeOffset="107053.66">18892 16302 100 0,'-24'20'23'0,"23"-20"-8"15,1 0-12-15,0 0-2 16,0-5 1-16,0-2-2 15,0-1-2-15,1 2 5 16,3-3 1-16,2 2 4 16,1-3 2-16,2 0 0 0,2 0-2 15,1-2-3-15,4 0-4 16,-2-1-1-16,4 1 1 16,2 1-1-16,-4-3 0 15,4 4 0-15,1-1 1 16,-1 1 1-16,3 1 1 0,2 1-3 15,-3 0 0 1,4 2 0-16,0 0 0 0,0 3 0 16,0-1 1-16,2 2-1 15,-2-2 10-15,3 3 8 16,2-2-4-16,-1 1-5 0,1 1-2 16,1 0-2-16,-3-2-3 15,0 3 0-15,-1 0 1 16,-3 0 4-16,-2 0 0 15,-5 0 2-15,1 0 0 0,-5 0-4 16,-2 0-3-16,-3 3-1 16,-1-1-1-16,-2 0 1 15,-1 2-1-15,0-2 1 16,-3 0-2-16,1 0 1 16,-1-1-1-16,0 1-3 15,-2-2-16-15,0 0-34 0,0 0-53 16</inkml:trace>
  <inkml:trace contextRef="#ctx0" brushRef="#br0" timeOffset="107331.96">19626 16005 99 0,'0'0'18'0,"0"0"1"0,0 0-5 0,0 0 8 15,0 0-11-15,0 0-7 16,0 0-1-16,44 12-1 16,-36 1 4-16,2 1-5 15,-2 5 1-15,-4 2-1 0,-4 3 0 16,0 5-4-16,-7-1-20 15,-11 0-31-15,-6-2-69 16</inkml:trace>
  <inkml:trace contextRef="#ctx0" brushRef="#br0" timeOffset="112900.16">17125 15731 17 0,'2'-5'47'0,"0"1"-11"0,-2 1 2 0,0 0-10 0,0 2-11 15,0 1-12-15,0 0-4 16,0 0-4-16,1 1 3 0,1 9-1 16,3 3 1-16,-1 4 0 15,2 4 0-15,1 4 1 16,2 1 0-16,3 6-1 16,1 2 0-16,2 1 1 15,0 3-1-15,4 0-1 16,-6 1 1-16,3 1 1 0,-5 4-1 15,0 0 0-15,0 2 0 16,-2 3 0-16,-2 6 1 16,1 5-2-16,-4 3 1 15,-2 6 0-15,-2 5 2 16,0 7 0-16,0 1 2 0,0 1 2 16,0-2-2-16,0-6 0 15,0-7-2-15,4-10-2 16,0-7 2-16,-1-6 1 15,3-6-2-15,-1-3 0 16,-1-5-1-16,1-4 0 0,-1-3 2 16,-3-3-2-16,1-6 0 15,0-2 0-15,0-5-5 16,0-1-22-16,-2-4-27 16,0-3-24-16</inkml:trace>
  <inkml:trace contextRef="#ctx0" brushRef="#br0" timeOffset="113557.21">17199 15743 87 0,'0'0'21'0,"0"0"-16"0,0 0 7 0,0 0-3 0,0 0-7 16,1-37 0-16,-1 35 4 15,0 0-1-15,0 1 11 0,0 1-13 16,0 0-1-16,0 8-5 16,0 9 4-16,0 7-2 15,0 8 1-15,2 9 0 16,2 8 0-16,2 6-1 0,1 8 2 15,3 7 0-15,0 2-1 16,-1 2 0-16,0 1 2 16,2 2-2-16,-5-1 0 15,2 1 1-15,1 2-1 16,-4 5 1-16,1 5 0 0,0 0 0 16,0 1 0-16,2-1 2 15,-3-1 1-15,1-3-2 16,1-4-1-16,1-4-1 15,2-3 0-15,-2-2 1 16,1-8-1-16,-1-3-1 16,0-8-6-16,-5-9-6 0,1-10 8 15,-2-10 5-15,0-8 2 16,-2-9 3-16,0-7 1 16,0 0 1-16,0-5-4 15,0-8-11-15,0-3-23 16,-8-5-4-16</inkml:trace>
  <inkml:trace contextRef="#ctx0" brushRef="#br0" timeOffset="116828.34">18246 16219 15 0,'0'-2'45'0,"0"-2"-9"0,0 1-11 0,-6-1-2 0,1 0-5 16,1 1-12-16,-3-1-3 16,2-1-3-16,0-1 0 15,0 1 0-15,0-1 1 0,1-1-1 16,-2 0 3-16,1 3 8 16,-1-2 2-16,-1 2-6 15,-1 1-3-15,0 2-4 16,-4 1-1-16,1 0-4 15,-1 0-11-15,-2 1 7 16,0 6 7-16,-1-4 1 0,0 4 2 16,0 0 0-16,0 0 3 15,-1 2 0-15,3 1-4 16,-1 0 1-16,1 5 0 16,2-2-1-16,0 1 0 0,4 1 0 15,-3 0 0-15,1 1 0 16,1-2 1-16,-1 4 0 15,1-2 4-15,0 1 2 16,-1 3-3-16,3 0-1 16,0 3-1-16,0 1-1 0,4 4 0 15,-4 4-1-15,3 0 1 16,1 6-1-16,2-1 1 16,0 0-1-16,0 0 0 15,5-1-1-15,6-3 3 16,3-1-2-16,2 1 0 0,3-2-2 15,1 0 4-15,3 1-1 16,-3 0-1-16,3 0 1 16,3-3-1-16,-1 1 0 15,1-2 0-15,3-2 0 16,0-2 1-16,0 1-1 0,1-3 2 16,-1-2-4-16,1-6-2 15,-2-3 3-15,3-5 1 16,0-4 2-16,1-2-2 15,3-2 2-15,1-9 2 16,3-2-3-16,0-5 0 0,-1-2 0 16,-1-3-1-16,1 0 0 15,-1-4 0-15,-5-1 0 16,1-2-1-16,-1 0 3 16,-4-3-1-16,-1 1-2 15,-4 1 2-15,-6-1-1 0,-6 0 1 16,-2-1 6-1,-4-2 5-15,-3-1-2 0,-2-4 0 16,0-2-5-16,0-1-1 16,0-4-4-16,-6 0 2 15,-1 1-2-15,-4 0 0 16,0 2 1-16,-5 3-1 16,0 1 0-16,-2 7 2 0,-1 2-2 15,0 7-3-15,-1 4 3 16,-1 6-12-16,0 8-38 15,-2 4-54-15</inkml:trace>
  <inkml:trace contextRef="#ctx0" brushRef="#br0" timeOffset="118864.86">18048 16752 91 0,'0'2'-9'0,"2"1"9"0,1-1 0 0,0 0 0 15,3 0 0-15,-2-1 3 16,-2-1 11-16,2 0 1 16,1 0-5-16,0 0-4 15,0 0-3-15,2 0-2 0,1 0-1 16,1-2 1-16,2-6-2 16,3-1 2-16,2-6 2 15,2-2 13-15,4-1 8 16,2-5-4-16,-4-1-1 15,5 0-10-15,0-2-1 0,-1 2-4 16,-2 0-4-16,0 1-1 16,-3 2-35-16,-5 1-48 15</inkml:trace>
  <inkml:trace contextRef="#ctx0" brushRef="#br0" timeOffset="119668.75">18902 16334 77 0,'0'0'10'0,"0"0"6"0,0 0-6 16,0 0-6-16,0 0-1 15,0 0-2-15,31-40 6 16,-24 36-1-16,3-2-4 0,3-1-1 16,2 0-1-16,5-2-1 15,0 0-6-15,2 0-5 16,-3-1 9-16,3-1 3 15,-1-1 1-15,2 2 11 16,0 0 1-16,3-2 5 0,6 0-6 16,-3 2-6-1,3 3-4-15,1-1-1 0,-1 3-2 16,-2 0 1-16,-2 3 0 16,-2 0 0-16,-2 2 1 15,-1-2-1-15,-2 1 1 16,0-1 1-16,2 2 5 0,-1-2 2 15,-1 1-5-15,-2 0-3 16,0 0 0-16,-4-1-1 16,-1 2 0-16,-4 0 1 15,-4 0-1-15,2 0 0 0,-5 0-1 16,-1 0-1-16,0 0-11 16,-2 0-15-16,0 0-13 15,0 0-43-15</inkml:trace>
  <inkml:trace contextRef="#ctx0" brushRef="#br0" timeOffset="120451.18">19496 15863 40 0,'0'0'26'0,"0"0"8"0,0 0-11 0,0 0 0 0,0 0-4 15,0 0-12-15,0 0-4 16,0 0-2-16,0 0-1 16,0 0 0-16,0 0 0 0,-33-2 0 15,33 6 0-15,0 3-1 16,2-1 1-16,4 2-1 16,4 1 1-16,0 1 1 15,1 0 0-15,4 2 0 16,-2 0-1-16,2 0 1 0,-1-1-1 15,1-1-1-15,1-1 2 16,1-1 1-16,-2 0 0 16,1-1-1-16,-1-1 0 15,-2 0-1-15,-1-2 0 16,-2 0 1-16,-2 1-1 16,-2-1 0-16,-4-3 0 0,1 2 1 15,-3-1-1-15,0 0-1 16,0 1 1-16,0 0 2 15,0 1-2-15,0 2 1 16,0 0-1-16,-1 3 0 16,-2 0 0-16,2 1 0 0,-4 1 1 15,2 2 0-15,1 4-1 16,-1 2 2-16,0 2-2 16,-2 3 1-16,-1 3-1 15,-2 2 2-15,-2 3-2 16,-3 2 0-16,-5 0-2 0,1 2-23 15,-2-2-36-15</inkml:trace>
  <inkml:trace contextRef="#ctx0" brushRef="#br0" timeOffset="129778.02">13430 16551 109 0,'0'0'3'0,"0"0"17"0,0 0 2 0,-2 0-10 16,-2 3-6-16,-2 0-4 0,1 7-1 16,-2-1 0-16,2 3-1 15,1 5 1-15,-1 0-1 16,2 2 0-16,2 1 0 15,1 0 0-15,0 1 0 16,0 2 0-16,1 1 0 16,2 0 0-16,2 1 0 0,-1 0 0 15,-3 3 0-15,0 0 1 16,-1 5-1-16,0 0 0 16,-1-1 0-16,-4 2 0 15,-3-4 0-15,0-3 0 0,1-3 0 16,1-5 1-16,3-3-2 15,2-5 1-15,1-3 1 16,0-2-2-16,2-4-4 16,6-1-2-16,2-1 6 15,-3 0 2-15,3 0 4 16,2-3-5-16,-1 0 7 0,-1-1-2 16,1 0-3-16,-1 1 2 15,-1 0-3-15,2 1-1 16,-1 0 1-16,2 0-1 15,2 2 0-15,1 0 0 16,0 0 0-16,0 0 1 0,3 0-1 16,-1 0 0-16,-1 0 0 15,-1 0 0-15,2 0 0 16,-2 0 1-16,3 2-1 16,0 0-1-16,0 0 1 15,2-2-1-15,-2 0 1 0,4 0 1 16,-1 0-1-16,1 0 0 15,-3 0 0-15,4 1 0 16,-2 0 0-16,0 0 0 16,0-1 0-16,2 0 0 15,-2 0 0-15,2 0 1 0,1 0-1 16,1 0 0-16,0 0 0 16,1-1-2-16,3-1-4 15,0 0-9-15,-2-2 3 16,2 2 2-16,-2-1 7 0,0-2 3 15,2 2 0-15,-2-1 0 16,2 1 3-16,1-1 1 16,-1 1 2-16,2 2-3 15,2-2 1-15,-2 3-4 16,1 0 0-16,1 0 0 16,-1 0 1-16,3 0-1 0,-4 0-1 15,3 0 2-15,2 0-1 16,3 0 0-16,2 0 0 15,-1 0 0-15,2 0 0 16,1 0 1-16,-1 0-2 16,2-3 2-16,4 3-1 0,-1-3-1 15,4 2 1-15,0-2-1 16,2 2-3-16,0-1-3 16,1-2 3-16,-1 1 4 15,1-1 0-15,-1 0 1 16,-3 1-1-16,1-2 1 15,-2 1 2-15,-2-2 7 0,0 1-5 16,2-1-1-16,1 0-1 16,-1 1-1-16,3-1-2 15,-2 2 1-15,1 1-2 16,0 0 2-16,1 2-1 16,0-1 0-16,2-1 2 0,1 1-4 15,2-3 4-15,0 1-2 16,2-3 0-16,1 1 0 15,0-2 0-15,-1 1-2 16,0 1 5-16,-2-1 6 16,-4 1 8-16,-2-1-3 0,-1 2-9 15,-4 0-2-15,0-2-3 16,-2 0 0-16,-5 1-14 16,-4-3-53-16</inkml:trace>
  <inkml:trace contextRef="#ctx0" brushRef="#br0" timeOffset="131370.51">13484 16509 102 0,'-2'0'4'0,"2"-2"20"0,-2 1 0 0,2 1-10 16,0 0-10-16,0-1-2 16,0 1-2-16,0-1 3 15,0 1 3-15,0-3-4 16,2 1-1-16,2 0 3 16,5-2-4-16,3 1 0 0,1-1 1 15,3 0-1-15,2-1 1 16,4 1-2-16,1 0 1 15,1 1 1-15,4-1-1 16,2 1 0-16,0 0 0 0,4-1 0 16,-2 1 0-16,4-1 1 15,-4 1-2-15,1-1 1 16,0 0-1-16,-3-1-4 16,3 1 4-16,0-2 1 15,0 3 0-15,3-2 0 0,0-1 1 16,1 2-1-16,0 0 0 15,1-1-1-15,2-1 2 16,1 1-1-16,3-1 0 16,3-1 0-16,2 0 0 15,-1 0 0-15,2 2 0 0,-1 0 0 16,1-1 0-16,-1 5 0 16,1-2 0-16,2 0-1 15,0 0 0-15,2 0 0 16,0 0 1-16,-1-1 0 15,1 3 1-15,2-3-1 16,2-2 0-16,0 3 1 0,0-1-1 16,3 0 0-16,-1-1 0 15,2 0 0-15,0-1-1 16,2 0 0-16,0 1 1 16,1-1 1-16,0 0-1 15,-1 1 1-15,1 0-1 0,1 0-1 16,2-1 2-16,0-1-1 15,1 1-1-15,0 1 2 16,-4-1 0-16,0 3-1 16,-1 2 0-16,-2 1 0 15,-1 0 0-15,-1 0 0 16,1 0 0-16,-3 0 1 0,1 0-1 16,-1 1 0-16,0-1 0 15,-2 0 0-15,-5 0 0 16,1 0 0-16,-3-3 0 15,-2-1 0-15,-2-2 0 16,-1 0 1-16,-4-1 0 0,-1 0 2 16,-1 0-3-16,-3 2 1 15,-4 0-1-15,-4 2 0 16,-2 1 2-16,-6 0-2 16,-1 2 0-16,-3 0 0 15,0 0 0-15,-4 0 0 0,-1 4 0 16,-2 1-2-16,-3-1 2 15,0 0-1-15,-2 0 1 16,1-1-1-16,-3 2 1 16,-1 0 0-16,2 0 1 15,-1 0 0-15,1 1-1 0,-1 2 5 16,2 1-4-16,-1-1 1 16,2 2-2-16,1 2 1 15,1 1 0-15,-1 5 0 16,2 3 0-16,-4 8 2 15,-2 5-2-15,-1 7 0 16,0 6 0-16,0 11 0 0,-2 4 0 16,-5 6-2-16,-2-2-13 15,-1-2-58-15</inkml:trace>
  <inkml:trace contextRef="#ctx0" brushRef="#br0" timeOffset="132579.13">18905 16293 95 0,'0'1'1'0,"0"3"0"0,0-1 1 0,0 0-2 0,1 0 0 16,0 4 0-16,-1-3-2 15,0 0 1-15,0-1 2 0,0-1-1 16,0 1 2-16,0-3 0 16,0 0 6-16,0 0 3 15,-2 0-3-15,1 0-1 16,1 0 0-16,0 0-2 16,0-5-5-16,0 0 0 0,0-4 0 15,4 2-1-15,3-3 1 16,2 2 1-16,1-2 1 15,2-2 2-15,3 0 2 16,0 0-2-16,4-1-2 0,5-1-2 16,-1 2 0-16,-1 1 0 15,4-1 0-15,-1 2 0 16,0-1 0-16,0 3 9 16,4 0 7-16,-1 1 3 15,3 0-7-15,2-1-5 16,1 2-3-16,4 0-1 0,-6 3-1 15,0 1 1-15,0 1 2 16,-3 1 2-16,-4 0 2 16,1 0-4-16,-3 0 1 15,0 0-2-15,-2 0-3 16,-3 1 0-16,-3 1-1 0,-3-1 1 16,-3-1-1-16,-2 2 0 15,-2-2 0-15,-2 1 0 16,0-1-3-16,-3 0-28 15,0 0-40-15,0 0-31 16</inkml:trace>
  <inkml:trace contextRef="#ctx0" brushRef="#br0" timeOffset="133277.34">19474 15905 116 0,'0'0'10'0,"0"0"5"0,0 0 10 0,0 0-13 0,0 0-3 15,0 0-5-15,0 0 3 16,0 0-2-16,0 0 2 16,0 0-6-16,0 0-1 15,0 0 0-15,12-7 0 0,-4 11 0 16,-2 3 0-16,5 0 0 15,1 0 0-15,1 1-1 16,1 0 1-16,1 2 0 16,3-1 0-16,1 1 0 15,-1-1-1-15,2 1 1 0,-1 0 1 16,-2-1 0-16,0-1 0 16,-3 1 0-16,-2-2-1 15,-2 0 0-15,-3-1 1 16,-1-2-1-16,-3 0 1 15,-2-1-2-15,0-1 2 0,-1-1-1 16,0-1 3-16,0 2-2 16,0-1 2-16,0 0-1 15,0-1 1-15,0 2-2 16,0 0-1-16,0 1 1 0,0 3 1 16,0 0-2-16,0 1 0 15,0 1 0-15,-2 4 0 16,-1 3 1-16,-3 3 1 15,-1 4-1-15,-4 4 1 16,-2 5 1-16,-2 0 0 16,0 3-2-16,-1 2-1 0,1-2 0 15,2-2-1-15,-1 0-4 16,6-4-24-16,5-5-26 16,3-6-11-16</inkml:trace>
  <inkml:trace contextRef="#ctx0" brushRef="#br0" timeOffset="134508.14">19133 16259 95 0,'-3'-3'2'0,"1"-1"-2"0,2 2-9 0,0-2-15 15,-1 1 22-15,1 0 6 16,-1 0 14-16,1-1 8 15,0 1 3-15,0-1-3 0,0 0-13 16,0 0-9-16,6-2-6 16,2 0 4-16,2 0-6 15,0-1-7-15,5 0 5 16,0-3 3-16,3 3 2 16,0-3 1-16,5 3 1 0,4-1-1 15,2-2 0-15,2 1 0 16,4 2 1-16,-3 0-1 15,3 1 0-15,-4 2 1 16,-2 2 4-16,-1 0 4 0,-2 2 1 16,-1 0 2-16,-7 0-2 15,1 0-3-15,-2 0-6 16,-8 0 0-16,0 3-1 16,-1-1 0-16,-3 1 0 15,-4-1-2-15,0-1-3 16,-1 1-3-16,0-1 10 0,0-1-2 15,0 0 1-15,-2 0 2 16,-1 0 1-16,1 0-2 16,-1 0-1-16,3 1-2 15,0-1-20-15,0 0-21 16,0 0-3-16</inkml:trace>
  <inkml:trace contextRef="#ctx0" brushRef="#br0" timeOffset="135121.35">19523 15923 74 0,'0'0'2'0,"0"0"-7"0,0 0 5 0,0 0 1 15,0 0-1-15,0 0 4 16,0 0 7-16,34 0 10 16,-28 3 3-16,2 0-4 15,1 1-9-15,3 1-6 0,0 2-1 16,1 0-3-16,1 1-1 15,1 4 1-15,-2-1-1 16,3 2 0-16,-1 0 1 16,0 1-2-16,0 0 2 15,-1-3-1-15,-3 1 0 0,2-4 0 16,-7 1 1-16,1-5-1 16,-4 2-1-16,-2-4 2 15,-1 0-1-15,0 2 3 16,0 0 7-16,-6 2 0 15,-4 4-6-15,-2 4-2 0,-2 6-1 16,-4 7-1-16,-3 7 0 16,-5 8 0-16,-5 3-24 15,-2 2-77-15</inkml:trace>
  <inkml:trace contextRef="#ctx0" brushRef="#br0" timeOffset="139349.63">12994 11796 50 0,'0'0'11'0,"0"0"7"0,0 0-2 0,0 0 5 16,0 0 2-16,0 0-1 15,0 0-8-15,0 0-6 16,0 0-4-16,0 0-2 16,-6-3-1-16,6 3 0 15,0 0-1-15,0 0 0 16,0 0 0-16,0 0 0 0,0 0 1 15,0 0-1-15,0 0 0 16,0 0 0-16,0 1-1 16,0 3 1-16,0 1 0 15,0 2 0-15,2-1 0 16,0 0 0-16,1-2 0 0,1-2 1 16,-2-2 0-16,6 0 4 15,3-9 26-15,11-12-8 16,7-15-11-16,16-11-6 15,21-14 1-15,17-14-4 0,22-19-2 16,16-18-6 0,20-20-268-16</inkml:trace>
  <inkml:trace contextRef="#ctx0" brushRef="#br0" timeOffset="146875.74">18747 8913 2 0,'-1'0'4'0</inkml:trace>
  <inkml:trace contextRef="#ctx0" brushRef="#br0" timeOffset="147263.37">18747 8913 47 0,'-10'-13'15'0,"10"13"1"16,0 0-5-16,0 0-5 16,0 0-5-16,0 0-1 15,0 0 0-15,0 0 0 16,0 0 1-16,0 0-1 15,0 4 2-15,0 2-2 0,2-3 0 16,1 1 1-16,2 3-1 16,2-2 2-16,-1 0-2 15,3 1 0-15,-3-3 0 16,1-1 1-16,-2 0-1 16,2-2 1-16,-2 0 5 0,2-2 10 15,-2-6 4-15,3-3-5 16,3-2-5-16,5-4-3 15,2-4-2-15,1-3-2 16,9-6-1-16,5-6-1 16,5-4 0-16,7-8 0 15,2-3-1-15,7-3-2 0,0-3-27 16,-3-1-81-16</inkml:trace>
  <inkml:trace contextRef="#ctx0" brushRef="#br0" timeOffset="150634.85">3080 10128 79 0,'0'0'8'0,"0"0"7"0,0 0-3 15,0-2-2-15,0 2 4 16,0 0-4-16,0 0-4 15,0 0-6-15,0 0-1 0,2 0 2 16,14 0-1-16,4 0 3 16,16-11 1-16,15-11-2 15,12-9 2-15,11-10-4 16,10-9-35-16</inkml:trace>
  <inkml:trace contextRef="#ctx0" brushRef="#br0" timeOffset="151660.89">6540 10251 31 0,'0'0'9'0,"0"0"7"0,0 0-1 0,0 0 2 15,0 0 22-15,0 0-24 16,0 0-5-16,0 0 1 16,0 0-2-16,0 0-7 15,0 0-4-15,0 0-4 0,0 0 0 16,12-20 4-16,-4 24 5 15,4-2-2-15,3-2 0 16,10-6 2-16,4-15 1 16,13-11 0-16,12-13 4 0,13-9 5 15,18-10-7-15,13-7-5 16,12-7 0-16,7-3-21 16,7-7-88-16</inkml:trace>
  <inkml:trace contextRef="#ctx0" brushRef="#br0" timeOffset="152845.47">12997 9983 88 0,'-5'1'3'0,"3"-1"6"0,0 0-1 16,2 1-6-16,0 0-2 15,0 0-2-15,6 0 1 0,4-1-7 16,1 0-33-16</inkml:trace>
  <inkml:trace contextRef="#ctx0" brushRef="#br0" timeOffset="155590.79">23975 9831 78 0,'5'0'21'0,"-2"-2"14"0,-1 1-2 0,0-1-15 16,-1 1-15-16,0 1-3 15,0 0 1-15,2 0-2 16,-3 0-2-16,0 0-3 16,0 0 3-16,0 1-8 15,0 1-3-15,0-1-3 0,0-1 5 16,0 2 6-16,0-1 10 16,0-1-2-16,0 0-2 15,2 0 2-15,-1 3-1 0,2-2 0 16,0 1 0-16,2 0-1 15,-3 1-10-15,1-2-25 16,-1 0-47-16</inkml:trace>
  <inkml:trace contextRef="#ctx0" brushRef="#br0" timeOffset="161719">18830 8849 7 0,'0'0'44'0,"0"0"-25"0,0 0-7 0,0-1 2 0,0 1-9 15,0 0 0-15,0 0-3 16,0 0-3-16,0 0-2 16,0 0 3-16,1 0-2 15,1 0-1-15,-2 0 3 16,0 1-2-16,0 3-1 0,0 1-2 16,0 0 3-16,0 1-1 15,2-3 2-15,-2 1 1 16,2 0 0-16,2-1 1 15,1-3 0-15,-1 0 2 16,0 0 6-16,6-3-5 16,-3-2-1-16,3-2-1 0,3-1-1 15,-1-3-1-15,2 1 0 16,2-4 0-16,2 0 0 16,1-3 1-16,1-5-1 15,4 0 5-15,1-4 4 0,5-3-1 16,2-2-3-16,4 0 4 15,-1 1-5-15,1 2-2 16,1 1-1-16,-4 3-1 16,-2 3 0-16,-3 2 1 15,-3 2-1-15,-5 2 2 16,-5 2 4-16,-2 0 6 0,-6 4 3 16,-2 0-1-16,-2 2-4 15,-1 2-2-15,0 4-4 16,-1-1-2-16,0 2-5 15,-1 0-13-15,0 3-6 0,0 3-20 16,0-4-34-16</inkml:trace>
  <inkml:trace contextRef="#ctx0" brushRef="#br0" timeOffset="168542.5">1531 12207 83 0,'-8'1'21'0,"-2"-1"3"0,-1 0 2 0,0 0 2 0,0-4-5 16,-2 1-3-16,-1-1-5 16,1 1-3-16,2 2-5 15,-3 1-2-15,3 0-3 16,-1 0-2-16,1 1-1 16,3 10 4-16,-4 3-3 0,1 3 0 15,3 2 1-15,-2 2-1 16,6-1 0-16,1 0-1 15,3 0-1-15,0-4 0 16,3-2-6-16,6-1 3 0,2-2-2 16,2 0 1-16,1-1 3 15,3-3-1-15,2 3 2 16,-1-3 1-16,-1 2 1 16,4 2 1-16,-4 2 1 15,-1 1-2-15,-3-2 0 16,-1 3 0-16,-3-5 0 15,-5 3 0-15,-2-4 0 0,-2 1 1 16,0-1 4-16,-4-1 1 16,-5 0 1-16,-1-4-4 15,-2 2 0-15,1-3 0 16,1-3 0-16,1 0-1 0,5-5-2 16,2-7-14-16,2-8-70 15</inkml:trace>
  <inkml:trace contextRef="#ctx0" brushRef="#br0" timeOffset="169228.22">1674 12330 41 0,'0'0'4'0,"0"0"4"0,0 0 6 0,0 0-4 0,0 0-1 16,0 0 2-16,0 0-1 15,0 0-1-15,0 0 4 0,0 0 6 16,7 24 0-16,-7-24 0 16,2-4-4-16,-2-2-11 15,3-2 0-15,-3-2-1 16,0-1 1-16,0-1 1 15,0 3-2-15,0 1-2 0,-2 1 1 16,-1 3 0-16,-4 1-2 16,1 3 2-16,1 0-1 15,1 10-6-15,-1 2 4 16,-1 6-1-16,4 3 1 16,2 3 0-16,0 2-2 0,0-5 0 15,0 2-1-15,6-6 0 16,1 0-4-16,1-6 1 15,4-1 2-15,1-3 2 16,-2-4 1-16,3-2-1 16,-1-1 3-16,1 0 0 15,-1-1 4-15,1-6-5 0,-3 0 4 16,-1-3 1-16,0 0 4 16,-5-4-5-16,1 3 4 15,-2-2 0-15,0-3 0 16,-1-1 0-16,-3 1-2 15,2-2-1-15,-2 1-2 16,0 0 2-16,0 3 0 0,0 2-2 16,0 2 0-16,0 4-2 15,2 1 1-15,3 2-1 16,-2 2-1-16,3 0-1 16,-1 1-1-16,3 0 0 0,2 0 2 15,-2 0-1-15,3 2 1 16,1 2 0-16,-1 2 0 15,-2 0-19-15,4-1 0 16,-2-1-13-16,0 0-12 0,-1-4-21 16</inkml:trace>
  <inkml:trace contextRef="#ctx0" brushRef="#br0" timeOffset="169589.23">2003 12177 132 0,'0'0'12'0,"0"0"9"0,0 0-9 0,0 0-4 0,0 0-14 15,0 0 1-15,0 0-1 16,0 0 1-16,0 0 3 0,16 37 0 16,-7-23-2-16,1-1 3 15,0-1 2-15,-1 0 1 16,-1-2-1-16,-1-3-1 15,0-3-1-15,0 0 2 16,-3-4 0-16,1 0 3 0,-1 0 10 16,0-4-3-16,-2-3-1 15,1-3-3-15,-3-4-1 16,0 0-3-16,0-2 0 16,0 0-1-16,0-2 1 15,0 2 1-15,0 1-2 0,1 2 1 16,3 2-3-16,0 3-2 15,1 2-27-15,1 0-32 16,0 1-34-16</inkml:trace>
  <inkml:trace contextRef="#ctx0" brushRef="#br0" timeOffset="169830.86">2244 12055 92 0,'0'0'18'16,"0"0"-11"-16,0 0-12 16,0 0 0-16,0 0 6 15,-2 44 2-15,2-29 0 16,0-1 4-16,0-2-2 16,0-3 1-16,0-1-2 0,0-1-1 15,4-3-2-15,1 1 1 16,-1-4 2-16,2-1-3 15,0 0-20-15,0-3-28 16</inkml:trace>
  <inkml:trace contextRef="#ctx0" brushRef="#br0" timeOffset="170009.15">2294 11847 140 0,'0'0'10'0,"0"0"17"16,0 0-14-16,0 0-5 16,0 0-7-16,0 0 1 15,0 0-12-15,0 0-46 16,-21-10-4-16</inkml:trace>
  <inkml:trace contextRef="#ctx0" brushRef="#br0" timeOffset="170400.29">2553 11907 99 0,'0'0'9'0,"0"0"18"16,0 0-9-16,0 0-6 15,0 0-6-15,-38-6 0 16,31 9 4-16,-2 4-10 0,2 3 1 16,-1 3-1-16,1 1-1 15,2 3 0-15,3 3 0 16,0-2 0-16,2 1 0 15,0 1 1-15,2-5-3 16,2-2 5-16,3-1-4 0,0-7 0 16,4 0 4-16,-1-4 0 15,3-1-1-15,5 0 3 16,-1 0 2-16,1-8-23 16,0-7-76-16</inkml:trace>
  <inkml:trace contextRef="#ctx0" brushRef="#br0" timeOffset="170771.07">2723 11911 152 0,'0'0'-14'0,"0"0"17"16,0 0-2-16,0 0 1 15,0 0 0-15,0 0 1 16,0 0-2-16,0 0-5 15,-8 8 4-15,11-10 11 0,2-5-6 16,4-4-1-16,-1-1 0 16,-1-1-2-16,2 3 0 15,-4-4 1-15,-3 4-2 16,-2 2 1-16,0-1 0 16,-2 5 0-16,-8 1 10 15,-1 3-3-15,0 0 1 0,0 0-9 16,-2 10 0-16,0 4-1 15,1 0 1-15,3 3-2 16,3 1 2-16,4-3-3 16,2 2-1-16,0-4-5 15,10-3 2-15,3 0 5 0,6-4-2 16,-4-2-17-16,1-3-36 16</inkml:trace>
  <inkml:trace contextRef="#ctx0" brushRef="#br0" timeOffset="171334.21">1552 12942 56 0,'0'0'5'0,"0"0"-3"0,0 0-16 16,0 0 21-16,0 0-3 16,0 0-1-16,0 0 10 15,35-5-1-15,-15-4 6 16,7-2-9-16,6-2 0 16,6-5-5-16,5-6 2 0,6-1-2 15,1-5-1-15,5-4 7 16,2-4-6-16,2 1 2 15,3-1 3-15,2-1-2 16,-1-2 1-16,1 0-2 16,0 0 1-16,-1 1-2 0,-3-1-2 15,-1 1 2-15,-4 2 0 16,-2 2 1-16,-9 5-2 16,-4 5-1-16,-4 2 0 15,-8 7 0-15,-4 5-1 16,-5 4 0-16,0 5 1 0,-7 1 3 15,-5 0-10-15,-7-3-118 16</inkml:trace>
  <inkml:trace contextRef="#ctx0" brushRef="#br0" timeOffset="172934.17">1636 13357 188 0,'-2'0'-20'0,"-2"0"31"0,4 0-18 0,0 9 6 16,2 5-7-16,4 6 3 15,6 4 5-15,-1 3-1 16,2 4 1-16,1 2 1 16,-3 2-1-16,0 0-3 0,-4 1-4 15,-1 0-13-15,-5-5-32 16,-1-6-10-16</inkml:trace>
  <inkml:trace contextRef="#ctx0" brushRef="#br0" timeOffset="173263.07">1650 13359 148 0,'0'0'4'0,"0"0"-3"16,0 0-2-16,0 0 1 15,46-41-1-15,-27 35-1 16,-2 3-2-16,2 3-2 0,-1 0 3 16,-1 3-5-16,-1 7 0 15,-5 2 8-15,-3 4 3 16,-1 0 1-16,-4 2 3 15,-3-1-1-15,0 2 4 16,-7-2 2-16,0-1-3 0,-3 0-4 16,3-2-1-16,-1-2-8 15,0-2-25-15,3-6-8 16,1-4-16-16</inkml:trace>
  <inkml:trace contextRef="#ctx0" brushRef="#br0" timeOffset="173602.54">1844 13323 102 0,'0'0'0'0,"0"0"1"0,40-37 0 16,-22 31-2-16,-4 3 1 16,2 3-4-16,-4 0-4 15,0 3 5-15,-1 6 4 16,-2-1 6-16,-3 3-4 15,-1 0 1-15,0-1 2 0,-5 0 0 16,0-2-1-16,0-1 7 16,0-1 0-16,0-2 3 15,0-4 5-15,0 0 20 16,-2 0-12-16,-2-2-21 16,3-7-3-16,-2-4-4 0,3-3 8 15,0-3-5-15,0-3-2 16,3 1-1-16,4 1-5 15,2 0-6-15,2 3-12 16,3 4-24-16,0 3-16 16,0 0-6-16</inkml:trace>
  <inkml:trace contextRef="#ctx0" brushRef="#br0" timeOffset="173866.98">2161 13208 20 0,'0'0'15'16,"0"0"4"-16,8 38 0 0,-8-25-9 15,4-3-5-15,-2-2-1 16,2-3 1-16,1-4-3 16,1-1-2-16,1 0 1 15,0 0 7-15,2-10 8 16,0-4 0-16,0-2-8 16,0-2-4-16,-3-2-1 0,-5-1 3 15,0 2 0-15,-1 4 7 16,0 2 2-16,-2 3-5 15,-6 4-5-15,1 6-1 16,0 0 3-16,0 7-11 16,3 6-33-16,0 1-3 0,4-3-14 15</inkml:trace>
  <inkml:trace contextRef="#ctx0" brushRef="#br0" timeOffset="174364.14">2448 13033 175 0,'0'0'10'0,"0"0"7"15,0 0-10-15,0 0-10 16,0 0 9-16,-47 6-6 0,36 8 1 16,-3 4-5-16,3 4 5 15,3 1-2-15,2 1 0 16,4 0-1-16,2-1-1 15,0-5 0-15,0-2-4 16,7-5 1-16,4-8-3 0,0-3 3 16,3 0 9-16,1-13 0 15,1-7 3-15,0-4-3 16,0-7-1-16,-1-2 0 16,-3-2 0-16,-2-1 1 15,-3-2-1-15,-3 0-2 16,-2 3 1-16,-2 0 0 0,0 2-2 15,0 2-2-15,-2 6-2 16,-7 3 4-16,3 5 2 16,-1 7 0-16,-2 3 5 15,4 5 4-15,3 2-2 0,0 3-5 16,2 12-3 0,0 6-4-16,0 2 1 0,9 5-1 15,1-1-3-15,2 4 2 16,2-4 1-16,-1 0 4 15,2 0 1-15,0-3 2 16,0 0-1-16,3-5 0 0,-2-7-20 16,-3-6-49-16,0-6-48 15</inkml:trace>
  <inkml:trace contextRef="#ctx0" brushRef="#br0" timeOffset="174711.36">2718 12851 185 0,'0'0'4'0,"0"0"17"0,0 0-17 15,0 0-1-15,0 0-6 0,0 0-1 16,-16 44-3-16,16-32-1 16,5-2 2-16,1-2 4 15,1-1 1-15,1-4 0 16,0-1-2-16,1-2 0 15,3 0 14-15,0-12-3 0,-1-2 0 16,1-2-2-16,-1-5-3 16,-3 1 0-16,0 1 1 15,-3 3-2-15,-1 4 0 16,-2 1-1-16,0 6-1 16,0 5-1-16,2 0-7 0,-1 5-5 15,4 7 7-15,2 2 8 16,2 3-3-16,3-3-9 15,1-3-18-15,1-2-40 16</inkml:trace>
  <inkml:trace contextRef="#ctx0" brushRef="#br0" timeOffset="175125.65">3084 12673 148 0,'0'0'-13'0,"0"0"28"15,0 0 7-15,-10-39-8 0,7 39-7 16,-3 3-7-16,0 10-7 16,4 4-14-16,0 3 18 15,0 4 3-15,2-3-4 16,0 2 3-16,2-5 2 16,6-3 1-16,0-6-2 0,-1-3 1 15,4-4 0-15,0-2-1 16,2-2 12-16,1-11-6 15,-1-2-1-15,1-5 0 16,-1-3-2-16,-2-2 0 16,-3-2-8-16,-4-2 1 15,-2 1-1-15,-2-1 6 0,0 5 0 16,0 2 0-16,-4 6 0 16,-4 6 1-16,4 6 21 15,-3 4 6-15,3 5-29 16,2 11 3-16,2 5-11 0,0 4 4 15,0 4 5-15,4 1-2 16,7 3-1-16,1 2 4 16,-1 3 2-16,-2-2-5 15,0-2-47-15,-5-7-51 16</inkml:trace>
  <inkml:trace contextRef="#ctx0" brushRef="#br0" timeOffset="175279.21">3239 12637 274 0,'0'0'-49'0,"0"0"45"0,33-57 7 0,-6 34-1 16,4-5-9-16,3-3-44 16,-3 0-39-16</inkml:trace>
  <inkml:trace contextRef="#ctx0" brushRef="#br0" timeOffset="179701.9">1683 11816 34 0,'0'0'4'0,"0"0"15"0,0 0-4 0,0 0 0 0,0 0-5 15,-43 0-1-15,39 0-3 16,-2 0-1-16,1-1 0 15,1 0-3-15,-3 1 0 16,-2 0 0-16,2 0-2 0,-1 0 0 16,-4 2 0-16,3 2 0 15,-1 2 1-15,0-2-1 16,1 2 3-16,0-1-3 16,1 0 1-16,-4-1-1 15,3 2-3-15,-1-1 6 0,-2 1-2 16,1 0-2-16,-1 0-2 15,1 2 5-15,0-1-1 16,-3 3-1-16,1 0-3 16,-2 1 7-16,2 1-4 15,-1-1 2-15,3 3-2 0,0-1 1 16,-1 1 0-16,1-1-4 16,0 2 3-16,2 1-1 15,0-3-3-15,0 3 4 16,-2-1 0-16,2-2 2 15,-2 1-2-15,1 1 1 0,-2 2 1 16,1 0-2-16,1 0 1 16,1 0-1-16,1 0 1 15,1 0-2-15,0-2 1 16,3 1-1-16,1-1 1 16,-1 1-1-16,2-1 1 15,-2 3-1-15,1-2 2 0,-1 2 0 16,2-1 0-16,-4 3 0 15,4-3 0-15,0 4 0 16,0-2-1-16,0-1 0 16,0 0 1-16,2-1-1 0,0-2 0 15,0 2-1-15,0-4 1 16,0 0 0-16,0-2-1 16,2 2-1-16,4-3 1 15,-1 1 0-15,2-2 1 16,0-1-4-16,1 2 2 0,-1-3 1 15,2 0-2-15,0-1 0 16,2-2-2-16,-1 2 6 16,1-4 2-16,1 1-1 15,0 0-1-15,-1-1 1 16,3 2-1-16,-3 0-1 16,2-1 0-16,1 1 1 0,-1-1-1 15,1 2 0-15,-1-1-1 16,0-4 1-16,0 3 0 15,0-2 2-15,4-1-1 16,-2 0 0-16,1 0 1 16,-1 0-1-16,1 0-1 0,-1 0 1 15,1 0 0-15,-3 0-1 16,1 0 1-16,-1-1-1 16,1-2 0-16,-1 3 0 15,2-3 0-15,2 0 0 16,1 0 0-16,-1 0 0 15,6-2 1-15,0-1 1 0,3-1-1 16,1 1 1-16,-1-1 0 16,1 2-2-16,0-1 0 15,-2 0 0-15,0 1 0 16,-3-1 0-16,2-1-2 16,1 0 2-16,0-1 0 0,0 0 0 15,4-1 2-15,2 2-2 16,0-1 0-16,0-1 1 15,3 2-1-15,-1 0 0 16,-1 1 0-16,-1-1-1 16,2 0 1-16,-3-3 1 15,3-3-1-15,0-3 0 0,3-3 0 16,0-5 0-16,4 0 0 16,0-5 1-16,-2 2 0 15,3-4 1-15,-5 1-2 16,1-1 1-16,-3 1-1 15,-1 0 1-15,1 1 0 0,-3 0 1 16,2-1 2-16,-1-2-1 16,1-1 1-16,-2-4-2 15,-1 1 1-15,-1-2-1 16,-2 4-1-16,-3 0 0 16,-3 2 1-16,-4 0-1 0,-1 1 0 15,-5-2 1-15,-2-1 0 16,0 1 0-16,-4-1 4 15,-3 2 2-15,0 0 2 16,-2 5-5-16,0-1 1 0,-8 5 1 16,-2-1-2-16,-3 0 0 15,-5 3 1-15,2-1 0 16,-2 1-2-16,-1 0-1 16,-2 4-2-16,-4-2-1 15,0 1 1-15,0 1-1 0,-6 4 1 16,-2 0 5-16,0 2-12 15,-3 1 6-15,0 3 3 16,-1 2-3-16,-1 1 6 16,-3 3-8-16,3 1 3 15,-2 0 2-15,-1 0-4 16,4 0 1-16,-1 1 0 0,2 7 2 16,3 0-3-16,0 2 2 15,3 1-1-15,-3-1 0 16,1 4 1-16,-2-1-1 15,1 1 0-15,-1 2-1 0,1-3 2 16,1 0-2-16,3-1 1 16,2 1-1-16,4 0 3 15,0-3-2-15,3 0 0 16,2 1 0-16,0-3 1 16,3 2-1-16,1-2 0 0,-1 0 0 15,1-2 0-15,1 1 0 16,-1-3 0-16,3 1 0 15,2-1 0-15,-4 0 0 16,4-2 0-16,0 0 0 16,-1 1 2-16,2 0-2 15,-3 3 0-15,1-2 0 0,0 0 0 16,-1 3 0-16,-1-1 0 16,1 1 0-16,0 2 0 15,2-1 0-15,0 2-2 16,2 4 4-16,3 3-2 15,-1 0-31-15,0-4-78 0</inkml:trace>
  <inkml:trace contextRef="#ctx0" brushRef="#br0" timeOffset="181843.11">2072 12800 76 0,'0'0'6'0,"0"0"-1"0,0 0-4 0,0 0 1 16,0 0-1-16,0 0-4 15,0 0 5-15,0 0-4 16,0 0 9-16,0 0-2 0,0 0 2 16,-36 0 0-16,32 2 2 15,-2-1-4-15,3 1-3 16,-3-1 0-16,0 0-2 16,0 0 0-16,-1-1 1 15,1 0-1-15,-4 0 2 0,4 1 1 16,-3-1 0-16,0 1 0 15,0 1-3-15,0 0 1 16,0 0 0-16,1 1-1 16,-4 0-1-16,1 2 2 15,-1-2-1-15,2 3 0 0,-1 0-1 16,-3 2 2-16,-1-1 1 16,-2 3 0-16,0 3-2 15,-1 1 0-15,-3 0 0 16,2 3 1-16,-3-1 2 15,1 2 0-15,-1 2-1 16,-2 1 1-16,1-2 1 0,0 3 1 16,4 1 2-16,-2 2 0 15,2 0-6-15,3 2-1 16,0 0 1-16,3 1-2 16,0 0 1-16,-1-1 1 15,3 1-1-15,-1-4-1 0,3 5 0 16,-1-2 1-16,1 1-1 15,1 1-1-15,2 1 0 16,4 0 2-16,-3 0 0 16,4 1 0-16,1 0 2 0,0-5-4 15,4 1 1-15,4-1 1 16,4-2-1-16,1-3 1 16,3 0-2-16,-1-5 1 15,4 1-1-15,-2-4 0 16,1-2-3-16,2-1 2 15,0-1-1-15,3-4-2 16,2 1 3-16,4 0 3 0,2-2 2 16,2 2-2-16,3-3 0 15,0 1 1-15,-1 0-2 16,5-1 1-16,-1 0-1 16,1-2 3-16,-2 1-3 0,7-1 3 15,-1-1-3-15,2 0 2 16,2-1-2-16,0-8 0 15,2 0 3-15,2-6-1 16,2 2-1-16,4-1 0 16,0-3 2-16,0 3-2 0,4-5 0 15,0 0 1-15,-1-4-1 16,-1-1-1-16,1-6 2 16,-1 1 1-16,-2-7 3 15,-2-3-2-15,0-2 2 16,0-2-2-16,0 1 0 15,0-5 0-15,2 1-1 0,-2-3 0 16,-2-4 0-16,-6 2-1 16,0-3 1-16,-4-3-2 15,-1 3 1-15,-1-3-1 16,-6-4 1-16,-1 2 2 0,-5 0-1 16,-4 0-1-16,-3 5 1 15,-8 0-1-15,-1 3 1 16,-7 1 0-16,-3 3 5 15,-4 0 5-15,0 2-1 16,0-1-5-16,-7 5 0 0,-1 1-1 16,-6 3 0-16,-1 1 1 15,-4 1-2-15,0 3-1 16,-6-1-2-16,0 3 1 16,-4 3-2-16,0 2 2 15,-2 2-1-15,0 6 1 16,0 4-1-16,-1 2 0 0,1 4 0 15,-2 4-3-15,-1 2 3 16,0 1-3-16,-6 0 3 16,2 0 0-16,-4 4-1 15,-3 0 3-15,2 2-2 16,-1-1 0-16,-1 1-1 0,1-3 0 16,-2 5-1-16,-2-1 2 15,-4 2-1-15,-4 1-1 16,-2 4 1-16,-5 5 1 15,-6 6-3-15,-4 12-16 16,-8 10-30-16,-15 9-36 0</inkml:trace>
  <inkml:trace contextRef="#ctx0" brushRef="#br0" timeOffset="186552.92">2540 11444 19 0,'0'0'-5'0,"0"0"1"0</inkml:trace>
  <inkml:trace contextRef="#ctx0" brushRef="#br0" timeOffset="186950.57">2432 11505 19 0,'0'0'16'0,"0"0"2"16,0 0 1-16,0 0-6 0,0 0-1 15,0 0-7-15,0 0-1 16,-13-9-4-16,13 9-4 16,0 0 4-16,0 0 1 15,4 2-1-15,1 4-2 16,1 1 2-16,-1-2 0 0,2 1 1 16,-1 0-2-16,1-2 0 15,-1-4-3-15,1 0-5 16,2 0 4-16,2-7 13 15,2-7 11-15,3-5 1 16,3-2-4-16,0-6-7 0,4-1-3 16,0-5-1-16,0-3 0 15,0-1 0-15,2-1 4 16,-3 1-2-16,-2 1 0 16,0 7-4-16,-4 6 0 15,-5 8-1-15,-2 6 1 16,-3 5-3-16,-2 4-5 0,0 0-32 15,-2 4-18-15</inkml:trace>
  <inkml:trace contextRef="#ctx0" brushRef="#br0" timeOffset="187933.49">3078 10107 20 0,'0'0'7'0,"0"0"1"0,0 0 1 0,0 0-3 0,0 0-3 16,0 0 1-16,0 0-2 15,0 0 1-15,0 0 4 16,0 0 0-16,0 0 1 0,0 0-3 16,0 0-6-16,0 0 1 15,-9-8 1-15,9 10-1 16,2 3 0-16,1 1 0 16,1 1 0-16,-2 2 1 15,2 0-1-15,-2-2 0 16,4 2 0-16,-2-4 1 15,-1 0-1-15,3-4-4 0,2-1-1 16,-1 0 10-16,5-6 5 16,3-9 3-16,3-5-4 15,3-5-4-15,4-7-1 16,5-2 2-16,1-3-2 16,2 0 2-16,2-1-1 0,-2 1-2 15,1 3 0-15,-3 0-1 16,-2 4-36-16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27:37.0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18004 6091 116 0,'-2'0'8'0,"0"-3"6"0,2 0-5 0,-1-1-2 0,0 1-3 15,1 2-3-15,0-1 0 16,0 1 0-16,0 1 0 15,0 0 3-15,0 0 2 16,0 0 0-16,0 0 4 16,0 0-3-16,0 0-7 0,0 0 0 15,0 7 5-15,0 0-3 16,0 0-1-16,0 1 0 16,0-1-1-16,0-1 0 15,0 0 1-15,0-3 2 16,2 0-1-16,2-3 0 0,2 0 7 15,2 0-1-15,5-3 2 16,4-8 1-16,4-6-7 16,7-5 4-16,6-4-2 15,4-6 5-15,4-3-4 16,6-5 1-16,7-4 2 0,0-4 2 16,3-2-1-16,3-1 0 15,-2 0-4-15,-1-1-4 16,-4 4 1-16,-3 3 0 15,-4 2 5-15,-4 5 3 16,0 3-8-16,-2 7-2 16,2 4-1-16,-7 7-1 0,-10 1-15 15,-17 2-77-15</inkml:trace>
  <inkml:trace contextRef="#ctx0" brushRef="#br0" timeOffset="106132.37">8527 5134 227 0,'0'0'-18'0,"0"0"22"0,0 0 4 0,0 0-3 16,-42-9-3-16,32 8-1 15,2 1-1-15,-1 0 2 16,-3 0-2-16,1 0 0 16,-4 0 0-16,1 0 1 15,-3 0-2-15,-2 4-2 0,-1 2 1 16,-4-1 1-16,1 1 1 16,-1 1 0-16,-5 2-1 15,-4 1 1-15,1 1 2 16,-6 3-2-16,-3 3 0 15,-1 6 1-15,-2 1-1 0,-5 5-1 16,1 3 1-16,-3 1-1 16,-3 4 3-16,2 0-1 15,0 3 0-15,-2 2 1 16,2 4-1-16,-2 2 1 16,3 5-2-16,0 0 1 0,-1 0 0 15,2-1-1-15,4-1 0 16,2-1-1-16,4-3 1 15,5 1 0-15,7-1 1 16,2-1-2-16,5-1 2 16,0-4-1-16,7 1-1 0,1-3 1 15,5 1-1-15,4-1 1 16,2 0-3-16,2 1 3 16,0 1-2-16,4-2 4 15,4-3-5-15,6 0 2 16,2-2 0-16,4-2 1 0,5-3 0 15,4 1-2-15,2-6 1 16,3-1-3-16,4-5 2 16,4-1-1-16,5-7 5 15,-1 0 4-15,1-4 0 16,5-2 1-16,-3 0-2 16,3-1 0-16,4 0-2 0,2 3-1 15,2-2-1-15,3-1 0 16,0 4 1-16,4-1-1 15,1-1-1-15,1 0 1 16,2-1 0-16,2 2-1 0,2-1 1 16,2 2-1-16,-2-1 0 15,4 1 0-15,-1 0 0 16,2 0 0-16,1-2 0 16,-3-1 1-16,3-1 5 15,-1-1 4-15,3 0-1 16,0 1 0-16,0-2-4 0,3 4 0 15,2-1-2-15,3 3-2 16,1 0 1-16,6 0-2 16,3 0 0-16,-2 0 0 15,3 2 1-15,3-1-1 16,0-1 0-16,-4 2 1 0,2 1-1 16,0 1 0-16,1-1 2 15,-2 3 1-15,4-2-1 16,4-1 0-16,-3-1-1 15,3-7 0-15,3-2 1 16,2 0 0-16,3-5-1 0,3-9 2 16,-2 0 0-16,3-1-1 15,1 1-1-15,-2 1-1 16,-1 2 1-16,-1 1-1 16,1 3 0-16,1-1-1 15,2 1 3-15,0 4 0 0,4 0 0 16,1 1 1-16,2 2-2 15,0 0 0-15,3 0 2 16,-3 0-3-16,7 0 1 16,-4 3 0-16,8 1 0 0,0-1 0 15,4-1 0-15,5 0 0 16,-3-2-1-16,4 0 0 16,1 0 1-16,-5 0 1 15,2-6-4-15,-4 0 2 16,0 0 2-16,1-3 18 15,-2 2-9-15,5 0-1 16,-3-4 1-16,2 4 4 0,2-2-7 16,0 1-3-16,0-2-2 15,-5 0-2-15,1-1 1 16,3 0-1-16,-5-3 0 16,1 2-1-16,-7-1 0 0,-4-1 1 15,-7-1-1-15,-8-3 1 16,-9-2-1-16,-12-4-1 15,-9-3 1-15,-7-6 1 16,-7-4 1-16,-6-4-1 16,-8-7 1-16,-5-2 0 15,-5-4 0-15,-9 0 0 0,-7-1 1 16,-5 1 1-16,-9 3 2 16,-5 1 4-16,-6 0-2 15,-7 1 0-15,-3-2 0 16,-2-1-7-16,-10 2 0 15,-5-5-6-15,-5 0-2 16,-4-2 0-16,-2 1-7 0,-5-2 3 16,-4 3-1-16,-1 2 6 15,-5 0 2-15,-2 1 3 16,-1 1 2-16,-1 4-1 16,-1-1 1-16,-2 2 0 0,2 3-2 15,-4 1 2-15,0 1 0 16,-2 0-2-16,-3 3 0 15,-1-2 1-15,-6 3-1 16,-1-3 1-16,-8 5-2 16,-4 1-2-16,-3 1-2 15,-5 4-7-15,-4 4 3 0,1 1-6 16,-7 5 8-16,-2 1-1 16,-3 2-2-16,-6 4 7 15,-1 0 4-15,-2 2 0 16,4 0 0-16,0 0 1 15,-2 2-1-15,4-2 2 0,-2 1-2 16,-1-2 1-16,-4 1-1 16,0 0 0-16,-3 2 1 15,-3-1-1-15,-5 0 1 16,-6 3-1-16,-4 1-1 0,-8 2 2 16,-4 3-3-16,-5 0 2 15,-4 0-3-15,0 7-2 16,-4 2 3-16,2 4-1 15,0-2 7-15,-1 3-4 16,3 3 2-16,-2-4-2 16,4 3 0-16,0-4-1 0,1 1 2 15,1-6-1-15,1-2-1 16,1-1 2-16,-2-1 1 16,2-2-2-16,0 0 0 15,-2 0 1-15,1 0 0 16,0 3-1-16,-3 1 2 0,2 3-2 15,-2 3 0-15,-1 4 0 16,0 2 0-16,-1 1 0 16,1 2 0-16,2-1-2 15,1 0 2-15,-2 1 2 16,2 3-4-16,-1 0 4 0,2 2-2 16,-1 1 0-16,-4 1 0 15,0 0 0-15,-2 1 0 16,-2 1 0-16,1-4 0 15,-1 2-2-15,-2 3 2 0,0 1 0 16,-5 6 2-16,-2 6-5 16,-6 9-10-16,0 6-22 15,-5 4-30-15,0-1-49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29:58.0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6008 4168 37 0,'0'0'9'0,"0"0"9"0,0 0-1 15,0 0-7-15,43-4-2 16,-28 1-4-16,1-3 1 0,0-1 1 16,4 2 7-16,-1-1 1 15,2 0 13-15,1 3-19 16,-2 2-6-16,3-2-2 16,1 3 1-16,1 0-1 15,0 0 1-15,4 0-1 0,-3-3 0 16,5-1 2-16,0-1-2 15,-1 0 1-15,3 1 0 16,1-1 2-16,0 1 3 16,2 0 3-16,1 1-2 15,1 0-4-15,0 0 3 0,1 0-1 16,0 2-1-16,1 1-2 16,1 0 0-16,1 0 1 15,2 0 0-15,4 0 2 16,0 0-2-16,0 0 1 15,4 0-3-15,-2 0 0 0,4 1 0 16,0 1 0-16,0-1 0 16,-3 2-1-16,-2-3 1 15,1 3 0-15,-5-3 0 16,4 4 0-16,-3-1 2 16,6-1 0-16,-1 0-1 0,5 0-1 15,4-2 1-15,1 2-1 16,3-2 0-16,1 1 0 15,1-1-1-15,-1 1 0 16,1-1 3-16,-1 2-4 16,2-1 2-16,0 0-1 0,-2 2 1 15,4-1 0-15,-1-1-1 16,1 3 1-16,0-1-1 16,1-3 1-16,-1 2 0 15,4-2 0-15,1 0 1 16,0 0 0-16,1 0 1 15,0 0-2-15,0 0 1 0,-1 0-1 16,-4 0 0-16,-1 0 0 16,0 0-1-16,-2 0 0 15,0 0 1-15,0 1 1 16,0-1-2-16,4 0 0 16,-1 0 1-16,3 0 0 0,2 0 1 15,-2 1-2-15,-3 2 0 16,4-1 0-16,-1-1 1 15,0 2-1-15,0 0 1 16,0-3 1-16,0 0 1 16,0 0 0-16,2 0 2 0,-2 0-1 15,0 0-1-15,2 0-1 16,1 0-1-16,2-2-1 16,3-2 0-16,2 3 1 15,-1-2-1-15,3-1 3 16,1-1-3-16,-2 1 0 0,1 1 1 15,-2 0 1-15,0 1 0 16,2-1 2-16,-3 2 1 16,3-2-3-16,1 2 0 15,-2-1 0-15,-1 0-2 16,2 1 0-16,-5-1 1 0,0 1-1 16,1-2 0-16,-1 2 0 15,1-1 0-15,0 0 1 16,-4 0-2-16,0 2 2 15,-5-2-2-15,-3 1 2 16,-3 1-1-16,-5 0 0 0,-1 0 0 16,-6 0 1-16,-2 0-1 15,-2-1 0-15,-5-1 2 16,-4 2 0-16,-4 0 4 16,0 0-4-16,-6 0-1 15,-2 3-1-15,-14 4-3 0,-10-7-42 16,-5-7-252-16</inkml:trace>
  <inkml:trace contextRef="#ctx0" brushRef="#br0" timeOffset="4252.33">15026 4179 42 0,'0'0'18'0,"0"0"1"0,0 0-3 0,0 0-11 15,0 0-3-15,0 0-1 16,0 0-1-16,0 0 0 16,0 0 1-16,0 0 1 15,0 0-2-15,0 0 2 16,0 0-1-16,0 0 0 0,-25-17-1 15,25 17-1-15,0 0 1 16,0 0 5-16,0 0 8 16,5 0 5-16,3-1-12 15,4-2 6-15,1 0-5 16,6 1-2-16,3-1-1 0,3 1-1 16,4-1-3-16,0 1 4 15,2 0-4-15,5 2 0 16,-4 0 0-16,3 0 2 15,-3 0-2-15,0 0 1 16,4 0-1-16,-2 4 0 16,3 0 0-16,3 1 0 0,2-2 1 15,2 1-1-15,3-1 0 16,-3-1-1-16,4 0 3 16,2-1-2-16,0 1 1 15,2-2-1-15,0 1-1 0,0-1 6 16,2 0-3-16,0 0 0 15,0 0-2-15,-1 0 2 16,3 0 1-16,0-1-2 16,0 1 1-16,-3 0-2 15,5 0 2-15,-4 0-3 0,3 0 2 16,2 0 0-16,2 1-1 16,0 1 0-16,1-1 0 15,1 2-1-15,1-2 3 16,-3-1-2-16,3 0 0 15,-1 0 0-15,0-5 3 16,1-1-3-16,1-3 4 0,0 2 2 16,3 1-3-16,-1 1 0 15,2 1 2-15,0 1-3 16,1 3 0-16,-3 0-3 16,1 0 0-16,-1 0 3 15,2 0-2-15,-1 0-1 0,-1 0 3 16,4 0-2-16,-1 0-1 15,2 0 1-15,1 0 1 16,0-2 0-16,-1-1-1 16,-2-1 0-16,0 0-1 15,1 1 3-15,0-1-3 0,2 1 2 16,0 2 0-16,-2-2 2 16,4 3-1-16,-2-1-1 15,-3 1 1-15,0 0-1 16,1-1 0-16,0 0 0 15,1 0 0-15,0 0 0 0,1-2 1 16,3 2 0-16,-2 1-1 16,-1-2-1-16,0 2 2 15,-2 0-2-15,-1 0 0 16,2 0 0-16,3 0 0 16,-3 0 0-16,2 0 0 0,1 0 0 15,-2 0 1-15,2 0-1 16,-2 0-1-16,-3 0 2 15,1 0-1-15,0-1 1 16,1 0 0-16,0 0-1 16,-1 1 1-16,1-2-2 0,2 1 2 15,-3-2-1-15,0 3 2 16,1-3-1-16,-2 0 0 16,1 2 1-16,1-2 0 15,2 0 0-15,1 3 0 16,1-1-1-16,1 1-1 0,-2-3 1 15,-1 3 0-15,-1-1-1 16,-1-1 0-16,-5 1 0 16,0-1 1-16,-1 1 3 15,-1 1 1-15,1 0-1 16,-3 0-3-16,0 0 0 16,1 0-1-16,-3 3 0 0,0 0 0 15,0-2 2-15,0 3-2 16,-1-4 1-16,0 0-2 15,0 0 1-15,2 0 1 16,0 0-1-16,-1 0 0 16,-1 3 0-16,-1 0 1 0,-3-1-1 15,-4 0 0-15,-4 1 0 16,-7 1 0-16,-3-1 0 16,-8 2 0-16,-4 0-1 15,-9 3 1-15,-5 1-19 16,-11-2-45-16,-1-4-52 0</inkml:trace>
  <inkml:trace contextRef="#ctx0" brushRef="#br0" timeOffset="7035.12">2126 5240 29 0,'0'0'4'0,"38"0"-4"0,-16 0 0 0,1 0 1 16,-1 0-1-16,0 0 0 15,0-1 0-15,3-2 0 16,2-1 0-16,2 1 1 16,0-1 0-16,5-1 2 15,-1 1 4-15,1 0 0 0,-1 1 1 16,1 0 0-16,-1 2-4 16,3 0-1-16,-1-1-1 15,4-1 2-15,1 3-2 16,2-2-1-16,3 0 0 0,2-1-1 15,2 0 1-15,-2 1 0 16,0-1-1-16,-1 0 3 16,4 0 2-16,-4-1-2 15,2 1 0-15,2 0-1 16,0-1 1-16,0 1-1 0,0 1 2 16,2 1 2-16,-2-2-2 15,4 2-1-15,-1-1 1 16,-1 2 1-16,2-3-2 15,1 2 0-15,-4 1 0 16,3-3-1-16,-2 3-1 16,1-3 1-16,-2 2 1 0,-1-2-1 15,-4 2 1-15,2-1 0 16,-4 2 0-16,1 0-1 16,2 0-1-16,-2 0 1 15,1 0-2-15,2 0 2 16,-4 0-1-16,3 3-1 0,-6 0 0 15,3-2 0-15,1-1 0 16,-1 0 0-16,1 0 0 16,0 0 0-16,0 0 2 15,1 0 1-15,2-1 1 16,-2-2-1-16,4 0-2 0,1 2 0 16,0-3 0-16,1-1-1 15,0 1 0-15,-1 1 1 16,2-1 0-16,-1 1-1 15,-3 1 1-15,2 1 0 16,1 1 0-16,-5 0 0 16,4 0 0-16,-2 0 1 0,1 0-1 15,3 0-1-15,-2-1 2 16,1-2-2-16,-1 1 0 16,0 0 1-16,1-1-1 15,-4 1 1-15,2 0 0 0,0 0-2 16,0 2 2-16,0-1-1 15,-2-1 0-15,0 2 0 16,-1 0 0-16,0-1 0 16,0 1 0-16,2 0 1 15,1-1-1-15,1-1-1 16,-4-1 3-16,4 2 5 0,-2-1-1 16,1-2 0-16,3 1-4 15,1 0 0-15,-1 1 0 16,1-1-1-16,0 0 1 15,-3 0-2-15,2 2 0 16,-1-1 1-16,2 2-1 0,-3 0 2 16,-1 0-2-16,0 0 1 15,2 0-1-15,2 0 0 16,-1 0 0-16,-1 3 0 16,2-1 0-16,-1-1 0 15,-2-1 0-15,-1 1 0 0,1-1 1 16,-2 0 1-16,1 0 1 15,1 0 3-15,-4 0-5 16,2 0 0-16,-2 2 0 16,2-1-2-16,0 2 3 15,3 1-2-15,1-1 0 0,1 0 0 16,-1-2 0-16,1 1 1 16,0-2-1-16,-4 0 0 15,3 0 0-15,0 0 1 16,-1-3-1-16,-1-3 4 15,-1-1 3-15,0 2-3 16,4-1-2-16,-2 0 2 0,4 0-4 16,-3-1 0-16,3 2 1 15,2-1 0-15,-2 0-1 16,0 2 0-16,0 0 1 16,-1-2-1-16,-1 3 0 0,-2 0 0 15,-4-2 1-15,2 1 0 16,-3-2 0-16,-2 3 0 15,2 0-2-15,-2 0 1 16,4 3 1-16,-3-2-1 16,4 1 0-16,-4 1 0 15,2 0 0-15,0 0 0 0,-2 0 1 16,0 0-1-16,-1-2 0 16,0 0 0-16,-2 2 0 15,0-3 0-15,0 2 0 16,0-2 1-16,-1-1-1 15,-2 2 2-15,1-2 3 0,-4 2-1 16,1 0 0-16,-4-1 1 16,-1 0-3-16,-2 0 1 15,1 1-1-15,-3 0-2 16,0-1 1-16,-2 0 0 16,-2 2 0-16,-2 1-1 0,-2-1 0 15,-2 1 0-15,-2 0 0 16,-3 0-4-16,-2 0-8 15,0 0-7-15,-5 0-28 16,-1 0-17-16,-1 0-15 16</inkml:trace>
  <inkml:trace contextRef="#ctx0" brushRef="#br0" timeOffset="7540.54">11546 4556 119 0,'7'0'60'0,"1"0"-44"0,2-9 13 0,3-2-6 15,4 0-12-15,5-4-3 16,2-2-5-16,9-3-1 15,4-1-1-15,7-6-2 0,5 0-8 16,4-10-45-16,4-7-55 16</inkml:trace>
  <inkml:trace contextRef="#ctx0" brushRef="#br0" timeOffset="10235.4">7121 7886 23 0,'0'0'23'0,"0"0"-17"0,0 0-5 0,0 0 0 15,0 0 4-15,0 3 0 16,2 3 1-16,-2-2-4 16,0 0 0-16,2 2 1 0,1 0 1 15,-3-1-1-15,2 2 0 16,1-1-1-16,1 3 1 15,0 0-1-15,-2-1 1 16,3 0-1-16,1-1-2 16,-1 0 2-16,2-2 0 0,-3-3 2 15,-1 0 0-15,3-2 0 16,-2 0 4-16,-1 0 2 16,4-4 8-16,-1-8 3 15,3-2-8-15,3-6-5 16,1-1 1-16,2-6 0 0,3-3-2 15,3-1 1-15,0 1 1 16,2 0-2-16,2 2-2 16,-3 2-3-16,0 4-1 15,-1 2 0-15,-3 4-2 16,-3 3 1-16,1 3 1 16,-5 6-2-16,-4 3-12 0,-5-1-56 15,-2 2-91-15</inkml:trace>
  <inkml:trace contextRef="#ctx0" brushRef="#br0" timeOffset="14283.87">7664 6300 16 0,'0'0'22'0,"0"0"-2"0,0 0-9 0,0 0-5 16,0 0-2-16,0 0-1 0,0 0-2 16,0 0-1-16,-39 20 0 15,36-17 0-15,1-1 0 16,-1 0-1-16,-1-1 1 15,1 2 0-15,-1-3 1 16,-1 0 0-16,1 1 9 0,0 1-3 16,-4-2-4-16,4 1 1 15,0-1-4-15,0 0 1 16,2 3 0-16,1-3 0 16,-1 0 2-16,2 0 17 15,0 0 0-15,0 0-1 0,0 0-15 16,0 0-5-16,0 3 2 15,0-1 0-15,0 2-2 16,0-1 2-16,0 1-1 16,2 2 0-16,3-1 0 15,1 1 0-15,0-2 0 0,5 2 0 16,1-2 1-16,2 0 0 16,1-1 4-16,4 0-1 15,0-2-1-15,2 0 0 16,1 0 1-16,1 0-1 15,1-1 1-15,-1 0 0 16,3 0 1-16,-1 0-5 0,0 0 2 16,-3 0 2-16,4 0-2 15,1 0-1-15,-2 0 0 16,2 0 2-16,0 0-3 16,-1 0 1-16,-1 0 1 0,4 0-2 15,-2-1 0-15,0 0 0 16,0 0 1-16,-2-1-1 15,-1-1 0-15,2 1 0 16,-1 2 0-16,-2 0 2 16,-1 0-2-16,4 0 0 15,-1 0 0-15,0 0 1 0,-1 0-1 16,2 2 0-16,0-1 0 16,1-1 0-16,2 0 1 15,0 0-2-15,0 0 2 16,2 0-1-16,-2 0 0 15,-2-3 1-15,0 3-1 0,-2-1-1 16,-1-2 2-16,2 3-1 16,-1 0 0-16,0 0 0 15,2 0 0-15,-2 0 0 16,-1 0 0-16,3 0 1 16,-2 0-1-16,1 0-1 0,-3 0 1 15,1 0 1-15,0 0-2 16,1 0 1-16,-2 0 1 15,-2 0-2-15,2 0 1 16,-4 0 1-16,-2 0-1 16,3 0 0-16,-5-3 0 0,1-1 0 15,-2-2 0-15,2 2 0 16,-3-2 1-16,1-2-2 16,-2 1 3-16,0 1 0 15,-1-4 0-15,0 2-1 16,-2 0 1-16,2-3 0 0,-2 1-1 15,3-1 0-15,-4-1 0 16,1 1-1-16,-3 0 0 16,2-2 1-16,-4 3-1 15,-2-3 1-15,-2-1 0 16,0 1-1-16,0-2 2 0,0-2-2 16,0-2 1-16,0 1-1 15,0-2 0-15,-2-2 1 16,0 0-2-16,0 0 1 15,-2 1 0-15,-2 0-1 16,2 0 2-16,-4 2 0 16,1 2-1-16,-3 0 2 0,0 1-2 15,-2 2 0-15,1 0 3 16,-2 1-3-16,-1 0 1 16,1 4 0-16,0-2 0 15,-1 3 1-15,1 1-4 0,-1 0 1 16,3 1 2-16,-3 0-3 15,1 1 3-15,-2 1-2 16,-3 3 2-16,2-1-1 16,-1 0-2-16,0 2 2 15,0-1-2-15,-3-2 1 0,4 3 1 16,-2-3-2-16,-3 0 2 16,4 0-1-16,-3-1-1 15,-3-2-3-15,0 1 1 16,-4-1 2-16,0-1 1 15,-1 0 2-15,-2 1-1 0,2-1 0 16,1 1 2 0,0 1-2-16,3-1 1 0,0 2-1 15,-1-2 1-15,0-1-1 16,1 3 0-16,0-1 1 16,-3-2-1-16,2 0 1 15,-2 2 0-15,-2-1-1 0,2 0 1 16,-2 3-1-16,0-1 0 15,-1 4-2-15,2 0 3 16,-3 0-1-16,4 0 0 16,-4 0 0-16,2 0-1 15,-3 4 0-15,1-1 3 0,0 3-1 16,0 0-3-16,-2-1 3 16,0 2-1-16,5 2 1 15,-1-2-2-15,0 3 1 16,2-3-1-16,0-1 2 15,0 1 0-15,0-2 0 0,-2 1-1 16,0 0 1-16,0 1-1 16,2 0 0-16,-1-1 0 15,3-1-1-15,0 1 2 16,2-2-2-16,1-1 2 16,2 0-1-16,-2 0 1 15,5-3-1-15,0 1 1 0,-1 1-1 16,3-1 0-16,-1-1 0 15,-1 2 1-15,2-1-1 16,-4 1-1-16,0 0 1 16,-1 2 0-16,3-1 1 0,-1 0-1 15,2 0 0-15,1 0 0 16,1 1 0-16,1 2 0 16,4-1 0-16,-2 0 0 15,-1-1 0-15,2 3 1 16,3 0-1-16,-2 0 0 0,-2 2 0 15,2 1 0-15,2 0 2 16,-4 4-2-16,4 0 0 16,-2 4 0-16,1 1 1 15,0 2-1-15,0 3 0 16,3 2 2-16,-1 2-2 16,4-1 0-16,2 0 0 0,0 2 0 15,8-1 1-15,8-1 0 16,12-3-1-16,8-1-1 15,12-6-3-15,8-7-6 16,10-10-41-16,3-4-142 16</inkml:trace>
  <inkml:trace contextRef="#ctx0" brushRef="#br0" timeOffset="15670.55">9533 5203 107 0,'-14'0'0'0,"3"0"6"0,-2 0 8 0,2 0-1 15,-2 0-8-15,-1 0-4 16,-1 0-1-16,-2 2 0 0,0-2 0 16,-3 4 0-16,1-3 1 15,-2 2-1-15,0 4 1 16,-3-2-1-16,-1 2 0 16,0 6-1-16,-1-1 2 15,-4 4-1-15,2-2 0 0,1 3 0 16,0 3 0-16,2 0 2 15,0 1-1-15,3 1-1 16,2 0 1-16,0 1-1 16,4 0 0-16,3 1 0 15,2-1 1-15,4 0-1 0,1 1 0 16,1 1 1-16,2-1-1 16,3 0 1-16,0 3-1 15,0-3 2-15,6 1-2 16,4-3 0-16,1-2 0 15,1 0 0-15,1-3-2 0,3-3 5 16,-1-1-3-16,2 0 0 16,2-2 1-16,-1-1 1 15,-1 1-2-15,6-1 1 16,-1 1 0-16,3-2 1 16,3 1 1-16,0 0 0 0,2-2-1 15,1 0 0-15,-3-1 1 16,1 0 1-16,2-1-1 15,-3 0-1-15,5-1 0 16,0-2 2-16,2 1-4 16,2 2 3-16,-1-2-3 0,-3 1 2 15,1 0-2-15,-3 1 0 16,1-2 0-16,-2-1 0 16,2 1 0-16,1 1 0 15,1-1 0-15,2 0 1 16,0-2-1-16,-3 0 0 0,1-2 0 15,-1 0 0-15,-3 0-3 16,-1 0 8-16,2-5 0 16,0 0-1-16,-2 0-3 15,3 1 1-15,5-1 1 16,-1 1-2-16,0 1-1 0,4 0 0 16,-4 2 1-16,-2 1-2 15,-1 0 1-15,0 0 1 16,-3 0 0-16,3 0-2 15,-2 0 1-15,1 0 0 16,3 0 1-16,-1 0-1 16,2-6 0-16,-2-1-1 0,1-3 2 15,0-1-1-15,1-1 2 16,-3-1-2-16,3 0 1 16,1 1-1-16,-4-4 1 15,1 1-2-15,-1 0 2 0,0-3-1 16,-1 1 0-16,-3-2 0 15,-2-2 1-15,-2 1 0 16,-3-4 1-16,0 3-2 16,-3-2 1-16,-4 1 0 15,-1-1 1-15,-4 0-2 16,-1-2 0-16,-3-1 0 0,-5-2 1 16,-1-1-1-16,0-1 2 15,0-4-1-15,-7-3 0 16,-4 2 4-16,-3-3 4 15,-4 2-4-15,-2 3-6 16,-6 3 2-16,-3 6-7 0,-5 7-22 16,-6 3-45-16</inkml:trace>
  <inkml:trace contextRef="#ctx0" brushRef="#br0" timeOffset="16532.83">12182 5345 135 0,'-25'-4'3'0,"-6"-3"6"0,1 4-2 0,-7 0-2 15,3 0 1-15,-5-1 1 16,-2 3-2-16,0-3 2 15,-4 2 0-15,-1 2-2 16,-4 0-3-16,-1 0-2 16,2 7 0-16,-3 6 1 0,-2 1-2 15,2 5 1-15,0-1 1 16,2 5-2-16,2 0 2 16,4 4 1-16,3 1-2 15,5 6 2-15,2 0-2 16,3 7 0-16,2 3 1 15,0 2-2-15,6-2 1 0,1 0 0 16,7-3 0-16,3-5 0 16,7-4 0-16,3-2 0 15,2 0 0-15,9-4 0 16,9 1-2-16,5-2 0 16,4 2-1-16,8-3 5 0,3 0 5 15,7-2-6-15,3-3-2 16,9-2 2-16,5-2-2 15,5-4 2-15,4-1 3 16,4-1-5-16,3-4 1 0,2 1 2 16,1-2-1-16,1-1-1 15,1-3 1-15,-2 0-2 16,-1 0 1-16,-2-7 1 16,0-3-2-16,1-4 2 15,-5-3 0-15,-1-2-1 0,-1-5 0 16,-3-1 1-16,-6-1-1 15,-1-3 0-15,-6-2 1 16,-2 0-1-16,-8-4 1 16,-5-2 0-16,-7-2 3 15,-5-2 8-15,-8-2-2 16,-6-2 2-16,-7-2-1 0,-6 0-4 16,-2 0-1-16,-4 3 2 15,-11 3-3-15,-5 3-3 16,-4 2 0-16,-2 8-2 15,-5 5 0-15,-5 6-15 16,-2 9-29-16,-2 2-41 0</inkml:trace>
  <inkml:trace contextRef="#ctx0" brushRef="#br0" timeOffset="17247.34">14128 5442 247 0,'0'0'-28'0,"0"0"40"0,-43 0-2 0,19 0-3 0,-5 0-7 15,-8 0 0-15,-2 8 1 16,-2 5-1-16,-2 0-1 16,-3 3 1-16,-1 5 0 15,0 0 0-15,-5 6-11 0,1 0-9 16,0 3 6-16,-1 2 4 15,1 0 12-15,0 2-2 16,2-1 3-16,4-1 2 16,5 0 4-16,9 0-2 0,6 1-4 15,9 1-2-15,7 0-1 16,9 3 2-16,0 1-2 16,1 1 1-16,11 0 0 15,4 1-1-15,9 0-1 16,2-2-3-16,6-2 0 15,8 0-2-15,4-4-1 0,6-1 1 16,5-2 3-16,6-4 0 16,1-2 0-16,5-3 0 15,5-3 0-15,0-6 1 16,6-2-1-16,-4-6 2 16,6-3 2-16,-3 0 0 0,2-13 3 15,1-4-1-15,-2-6-1 16,-2-2 1-16,-1-5 0 15,-2-3 0-15,-6-1 0 16,-6-6-2-16,-8 0 0 16,-7-5 1-16,-11-3 1 0,-8-2 2 15,-12-1-2-15,-7 1 4 16,-9 2 1-16,0 4 3 16,-18 4-3-16,-5 6-2 15,-6 7-6-15,-6 3-11 16,-1 6-58-16</inkml:trace>
  <inkml:trace contextRef="#ctx0" brushRef="#br0" timeOffset="18218.72">16113 5514 166 0,'0'0'-16'0,"-70"-12"34"0,33 7-4 0,-1 0 2 15,-5 2-5-15,2 0-2 16,-3 3-3-16,2 0-2 0,-1 0-1 16,-4 11 1-16,-2 1-4 15,-2 4 1-15,1 3-3 16,-3 5 0-16,-1 3-2 15,1 3-2-15,3 4 1 16,3 0 3-16,-2 2 2 16,6-1 0-16,3 1 1 0,5-1 0 15,-1 1-1-15,10-2 1 16,5 3 0-16,1-2 1 16,9 1 0-16,3 0-1 15,7-1 1-15,1-3-1 0,3 1-1 16,11-1 4-16,4-3 4 15,3 2-8-15,6-1 2 16,4-3-2-16,4 3 0 16,3-4 0-16,2 1 0 15,5-2 1-15,1-2-4 0,5-2 4 16,-2-1 0-16,6-4-2 16,2-2-1-16,-1-3 2 15,3-1 1-15,-1-3 0 16,2-1 0-16,3-2 1 15,-1-2 0-15,3 1 0 0,1-3-1 16,-1 0-1-16,0 0 0 16,1 0-3-16,-3-8 3 15,-2-3-1-15,-1 1 0 16,-4-5 1-16,2 0 0 16,-5-2 1-16,1 0-1 15,2 0 0-15,-5 0 1 0,-3-1-1 16,-3-1-1-16,-4 1 1 15,-5-1 5-15,-5 0 2 16,-2-1 1-16,-3 0-2 16,-2-3 2-16,-6 3-3 15,0-3 1-15,-3-1 0 0,-3-3 0 16,-2-3-2-16,-1-1-1 16,-3-4 0-16,0-1-2 15,-4-1 0-15,-2-1 1 16,0 1-2-16,0 0 1 15,-12-1 0-15,-1-2 3 0,-5 0 5 16,-3-2-2-16,-6-1-3 16,-5 5-1-16,-8-1-6 15,-11 7 6-15,-12 5-15 16,-16 5-32-16,-12 1-66 0</inkml:trace>
  <inkml:trace contextRef="#ctx0" brushRef="#br0" timeOffset="27432.9">19403 9015 106 0,'-5'0'-12'0,"-5"0"17"0,1 0-4 0,1 0-1 0,-2 0 0 15,2 0 0-15,0 0 0 16,1 0 0-16,3 0 0 16,1 0 0-16,1 2-3 15,-1-2-56-15</inkml:trace>
  <inkml:trace contextRef="#ctx0" brushRef="#br0" timeOffset="29057.81">19347 9042 47 0,'0'0'50'0,"0"0"-52"16,0 0 6-16,0 0-4 16,0 0-2-16,0 0-10 15,0 0 0-15,0 0 10 0,12 19 2 16,-12-18 3-16,0 1 2 15,0-1 0-15,2-1-2 16,-1 0 0-16,0 0-2 16,1 0 3-16,-1 2-3 0,0-2 0 15,1 0 1-15,-2 0 2 16,2 0 6-16,0 0 5 16,2 0 3-16,4 0-4 15,-2 0-7-15,3 0-4 16,2 0-2-16,-1 0-1 15,3 0 0-15,-1 0 1 0,1 0-2 16,0 0 2-16,1 0-1 16,-1 0 0-16,3-2 0 15,-1 2-1-15,5 0 1 16,-1 0 1-16,2-1-1 16,3-1 2-16,2 1 2 15,4-2 0-15,2 2 2 0,0-1 2 16,3-2-2-16,1 1 1 15,0-1-4-15,4 0-2 16,-2 1 0-16,4-2 1 16,1 1-2-16,-1 0 1 0,-2 1-1 15,3-1 1-15,-1 0 4 16,-1-1 3-16,2 2-1 16,2-1-2-16,3 0-5 15,2 1 7-15,3-1-5 16,-1-1-2-16,2 1 1 15,-2 0 0-15,-1 1-1 0,-2 0 0 16,-1-1 0-16,0 0 0 16,-3-2 0-16,3 2 3 15,-3-2-1-15,6-1 3 16,-2 3-5-16,3-2 1 16,2-2 0-16,0 3 0 0,-2 0-1 15,0-1 0-15,-2 0 0 16,0-1 0-16,-3 1 0 15,2-2 1-15,-3 0 0 16,-2 0-1-16,-1-1 0 0,-5 0 0 16,-3-1 0-16,-2-3 1 15,-2-1 0-15,1-2 9 16,-3-2 0-16,-2-3-3 16,2-3-4-16,-6-1-1 15,-2-2 0-15,-2 1-1 16,-6-3 1-16,-1 4-1 0,-6-3 0 15,-3 2 0-15,-1 1 0 16,-2-1 2-16,0 3-1 16,0-2-2-16,0 3 0 15,0-4 0-15,-2 2-6 16,-4-1-1-16,-1-1-4 0,-5-1 9 16,0 0 4-16,-3-1-3 15,-3 0 2-15,-3 3 0 16,-1 1-2-16,-3 1 1 15,-1 2 5-15,-2 2 1 16,0 2-4-16,0 0-1 16,0 3-1-16,-1 3 1 0,0-2-1 15,-6 3 0-15,1-3 0 16,-4 4 0-16,-2 0 0 16,0-3 0-16,-2 2 1 15,-1-1-1-15,0 1-1 0,-4 0 2 16,2 1 0-16,-2 2 0 15,1-1 1-15,-1 2-2 16,1 1 2-16,0 0-1 16,-1 4-1-16,-3-2 0 15,-2 2 0-15,-2 1 1 16,-4 0-2-16,-1 0 2 0,1 0-2 16,-4 0 1-16,1 0 0 15,-1 0 0-15,1 1 0 16,-1 3 1-16,2-1-1 15,1 4 0-15,-1-2 0 0,0 2 0 16,4-2 1-16,-5 3-2 16,2 0 1-16,1-1 1 15,1 2-1-15,-1-1 0 16,0 1 0-16,4 1 0 16,1 0 0-16,4 1 0 15,0 0 0-15,4 2 0 0,1-2 0 16,2 2 1-16,1 0-2 15,0 1 1-15,2 1 0 16,4 1 0-16,0 0 0 16,5 1 0-16,1 3 0 15,0 3 0-15,5-1-1 0,1 4 1 16,1 0 0-16,-1 3 0 16,4 0 0-16,-2 1 0 15,1 0-1-15,1 2 1 16,1 1 0-16,4-1 0 15,0 1 0-15,-1 1 0 0,4-1 0 16,2 0-1-16,3-2 1 16,3 0 0-16,0-2 0 15,3-2-2-15,0 1 1 16,0-4 0-16,5-1 1 16,0-1-1-16,5-2-1 0,2 1 0 15,3-2 0-15,2 2 4 16,4-1-3-16,6 2 0 15,4-1-1-15,8-1 3 16,7-2 1-16,8-4 2 16,11-4-11-16,2-10-53 15,8-1-96-15</inkml:trace>
  <inkml:trace contextRef="#ctx0" brushRef="#br0" timeOffset="29881.46">22042 7783 126 0,'0'0'12'0,"0"-2"27"0,0-1-16 0,0 3-8 16,0 0-12-16,0-1 1 16,0 1 0-16,0 0-1 15,0 0-3-15,0 0-4 0,0 3 5 16,0 5-1-16,0 1 1 16,2 1-2-16,-1-2 1 15,1 2-3-15,0 0 2 16,2-3 0-16,0-1-1 15,-1-2 1-15,1 1-2 0,1-3 0 16,2-2 2-16,2 0 8 16,5 0 11-16,2-2-1 15,7-7-6-15,5-4-5 16,5-1 1-16,5-3-3 16,4-3 3-16,3-1-1 15,5-2 1-15,5-2-4 0,10-4-2 16,1-1-16-16,8-11-88 15</inkml:trace>
  <inkml:trace contextRef="#ctx0" brushRef="#br0" timeOffset="34943.73">20065 9051 34 0,'-5'0'40'0,"0"0"-33"0,0 0 9 0,2-4-4 0,0-1 4 15,-1 1 6-15,2 0-1 16,0-2-2-16,1 3-3 0,0-1-2 15,1 1-5-15,0 0-4 16,0 2-4-16,0 1-2 16,0 0-1-16,4 0 2 15,4 0 0-15,0 0 0 16,3 0 2-16,0 0-2 0,2 0 0 16,1 3 0-16,-1 1 0 15,1 3 0-15,0 2 0 16,0 1 0-16,-1 1 0 15,1 2 0-15,-1 4 0 16,-2 0 0-16,0 0 0 0,-1 4 0 16,0 3 1-1,0 2-1-15,-3 2 0 0,-1 2 0 16,-1 3 0-16,0 2 0 16,1 2 2-16,-3 2-2 15,-1 2 0-15,-2-1 0 16,1 1 1-16,-1 2-1 0,0-1 0 15,0 1 1-15,1-1-1 16,-1 4 1-16,1-1-1 16,0-4 0-16,-1-3 0 15,0-2 1-15,0-1 0 16,0-5 1-16,0 0 2 0,-3 0 0 16,-1 1-2-16,-5-2-1 15,2-4 0-15,1 1 0 16,0-3 0-16,3-4-1 15,-3-3 1-15,4-3-1 16,1-2 0-16,0-1 1 16,0-3-2-16,1-1 1 0,-1-3-8 15,1-2-50-15,0-1-24 16</inkml:trace>
  <inkml:trace contextRef="#ctx0" brushRef="#br0" timeOffset="35698.78">20034 10221 31 0,'0'0'39'0,"0"0"-13"0,0 0 7 16,0 0-8-16,0 0-4 15,0 0 6-15,0 0-11 0,0 0-9 16,0 0-5-16,0 0-1 16,0 0-1-16,-7-37-1 15,7 37 1-15,0 0 0 16,0 0-1-16,1 0 1 15,4 0-1-15,-3 3 2 16,2 4-2-16,3 0 0 0,-3 3-1 16,3 0-4-16,-1 0-1 15,0 2-1-15,-1 0 6 16,-1 1 1-16,0 0 1 16,0 0 0-16,-1-1 0 15,1 1 0-15,-1 1 0 0,3-1 0 16,-3-3 0-16,1 0 0 15,2-3 0-15,0-1 0 16,2-3 0-16,-1-2-5 16,0-1 3-16,4 0 2 0,-2 0 7 15,2-7-3-15,4-2 4 16,1-3-4-16,4-1-1 16,-3-3-1-16,6-2 2 15,0-2 4-15,3-3 3 16,1-4 0-16,3 0 0 0,-3 3-9 15,0-1-1-15,-2 5-1 16,-2 4 0-16,-9 3-1 16,-3 6-7-16,-3 4-14 15,-3 3-16-15,-5 0-30 16,0 0 4-16</inkml:trace>
  <inkml:trace contextRef="#ctx0" brushRef="#br0" timeOffset="36951.23">20002 9201 74 0,'0'-4'2'0,"0"-1"1"0,4 0 2 0,-1-1-3 16,2 1 2-16,1-1 1 16,-1 1-1-16,3 0 1 15,-5 2 2-15,1-1 3 16,2 1-5-16,1 2-2 0,2-1-2 16,2 1-2-16,0 1 2 15,2 0-1-15,3 0 0 16,1 0 0-16,0 4 0 15,5 3 0-15,-3 2 2 16,2 2-2-16,-2 2 0 0,3 4 0 16,-5 2 0-16,0 3 1 15,-2 4-2-15,-2 1 1 16,-1 3 0-16,-2 2 1 16,-2 2-1-16,0 2 0 15,-4 2 0-15,1 2 1 16,-3 5-1-16,0 0 1 0,-2 4-1 15,0 4 1-15,0 1 0 16,-2 1 1-16,-1 0 3 16,1-2 0-16,1-2 1 15,1-1 2-15,0-3 0 16,-2-2-1-16,-1-1-1 0,1-1-1 16,-3-5 4-16,-1-1-4 15,1-6 0-15,0-2-2 16,0-4-1-16,2-2 0 15,-3-3-1-15,2-3-1 16,0-3 0-16,0-4 1 16,1-1-1-16,1-4 0 0,1 0 0 15,0-3-4-15,-1-2-33 16,0 0-23-16</inkml:trace>
  <inkml:trace contextRef="#ctx0" brushRef="#br0" timeOffset="42245.15">19917 9143 86 0,'0'0'3'0,"0"0"7"0,0 0 17 0,0 0-4 0,0 0-1 15,0 0-3-15,0 0-9 16,0 0-1-16,0 0-3 16,0 0-3-16,7-21-2 15,-6 18-1-15,2 1 2 0,-1 0-2 16,4 0 0-16,-1 1 0 15,2-1 0-15,0 0 0 16,3 0 0-16,3-1 0 16,1 1 0-16,1 0 0 15,3 2 1-15,3 0-2 16,-2 0 1-16,4 2 0 0,-2 7-2 16,0 3 2-16,-3 5-1 15,1 1-1-15,-1 7-9 16,-4 3-4-16,-1 2 7 15,1 5 3-15,-2 4 4 16,-2 0 2-16,-2 4-1 0,-1 0 0 16,-2-1 0-16,-1 2 1 15,-3-1-1-15,-1 0 1 16,0-1 0-16,0 2 1 16,0 2-2-16,-3-2 0 15,0 0 1-15,-3-2 0 0,0-2 0 16,3 0 2-16,-3-5 7 15,0 1 0-15,2-4-4 16,-2 4-3-16,1-5-2 16,-3 0-1-16,2-2 1 15,-2-4-1-15,4-3 3 0,-2-6-3 16,3-4 1-16,-1-2 0 16,3-3 0-16,1-3 0 15,-3-1-9-15,1 0-35 16,-3-3-37-16</inkml:trace>
  <inkml:trace contextRef="#ctx0" brushRef="#br0" timeOffset="43399.17">19955 10154 117 0,'0'-1'9'0,"0"-2"9"0,0 0 3 15,0 2-15-15,0-2-4 16,0 0-3-16,0 3 3 0,1-1-1 16,0-1-1-16,-1 2 1 15,0 0 0-15,0-1-2 16,0 1 1-16,0 0-2 16,0 0-1-16,2 0-1 15,0 0 4-15,0 0 1 0,1 3-2 16,2 0 2-16,-1-1-2 15,1 1 0-15,0 0 1 16,0 1 0-16,-1-1 0 16,2 0-1-16,-2 1 1 15,-1 3 0-15,0 0 0 0,0-1-3 16,-1 3 1-16,0-1 2 16,0 2-2-16,-2 0 3 15,1 0 1-15,1 3-2 16,-2-2 1-16,3-1-2 15,-2 3-3-15,4-4-4 0,-3 0-5 16,-2 1 1-16,2-1 5 16,0-1 6-16,0 0 1 15,0-1-3-15,1-2 4 16,0 1-2-16,-1-2-2 16,2 0 2-16,0-1-2 0,-2-1-2 15,1-2 3-15,0 0-1 16,3 0-1-16,-2 0 7 15,3 0-1-15,3-4 0 16,1-3-2-16,2-1 0 16,3-3 0-16,0-2 0 15,5-1 0-15,-1-4 0 0,2-1 4 16,3-3 5-16,0-4 7 16,2-1 8-16,1 0 2 15,2 0-3-15,-3 1-12 16,2 2-8-16,-5 4-3 15,-2 2-13-15,-4 4-39 0,-6 2-70 16</inkml:trace>
  <inkml:trace contextRef="#ctx0" brushRef="#br0" timeOffset="45129.77">18710 11423 72 0,'0'0'13'0,"0"0"18"0,0 0-1 0,0 0-6 0,0 0-11 15,0 0-7-15,0 0 3 16,0 0-5-16,6 37 0 16,-5-36 0-16,-1-1 2 0,0 0 13 15,0 0 2-15,1-10-7 16,0-3-9-16,1-4-10 15,0-5 9-15,1-5-4 16,-1-5 0-16,3-3-4 0,2-1 2 16,1-2 0-16,1 1 1 15,3 3 1-15,1 3 0 16,2 1 0-16,3 6-3 16,2 1 5-16,0 3 0 15,2 7 0-15,-3 2 7 16,-2 8-6-16,-1 3-2 0,-3 2-1 15,-2 13-2-15,-1 6 2 16,0 2 2-16,-3 7 0 16,3 0-2-16,-2 1-2 15,-3 0 5-15,3-1-4 16,-2-2 3-16,-2-2-2 0,2-2 0 16,-1-1 0-16,-2-3-2 15,0-2-16-15,-1-3-26 16,-2-4-18-16,0-3-64 15</inkml:trace>
  <inkml:trace contextRef="#ctx0" brushRef="#br0" timeOffset="45343.55">18796 11299 155 0,'0'0'16'0,"0"0"-5"0,0 0-7 0,0 0-6 15,54-24 8-15,-29 17-6 16,2-3 2-16,4 6-2 0,-1-4-25 16,-1-1-69-16</inkml:trace>
  <inkml:trace contextRef="#ctx0" brushRef="#br0" timeOffset="45749.11">19235 11024 89 0,'0'0'13'0,"0"0"18"16,0 0-14-16,0 0-6 15,0 0-5-15,0 0 7 0,0 0 5 16,0 0-7-16,3 22 1 16,-1-8-4-16,0 4-3 15,-1 3-3-15,-1 3-1 16,0 2 0-16,0 3-1 15,0 0 1-15,0 1 1 0,0-2 4 16,0-1-2-16,0-3 0 16,3-3-1-16,1-3 0 15,5-3 0-15,-1-2-5 16,3-5 2-16,1-2 2 16,2-2-7-16,-1-2 5 15,4-2-2-15,2 0-10 0,1-12-30 16,-3-3-31-16</inkml:trace>
  <inkml:trace contextRef="#ctx0" brushRef="#br0" timeOffset="46035.46">19446 10964 216 0,'0'0'-8'16,"0"0"24"-16,0 0 5 16,0 0-24-16,0 0-2 15,0 0 7-15,-3 47 8 16,3-19-4-16,0 1-2 0,0 2-2 16,5 2-2-16,-1-1 0 15,-1-2 0-15,1 1 0 16,-2-2 0-16,2-1-5 15,-4-4-25-15,0-1-8 16,0-5-16-16,0-5-36 16</inkml:trace>
  <inkml:trace contextRef="#ctx0" brushRef="#br0" timeOffset="46283.51">19288 11181 139 0,'0'0'-6'0,"0"0"12"16,0 0 15-16,38-5 12 15,-19 0-4-15,5-2-7 16,-1 0-11-16,5 0-9 15,4 1-1-15,-3 1-10 16,0-1-57-16,-1-1-53 0</inkml:trace>
  <inkml:trace contextRef="#ctx0" brushRef="#br0" timeOffset="46642.88">19744 11217 170 0,'0'0'-2'0,"0"0"5"16,0 0 1-16,0 0-3 15,0 0 6-15,0 0-3 0,0 0-4 16,0 0 5-16,17 9 8 16,-13-17-6-16,2-2-5 15,-3 0-2-15,-1 0-4 16,-1 0-1-16,-1-1 2 15,0 4 1-15,-3 0 2 16,-5 3-2-16,0 2 6 0,-3 2 2 16,0 0-2-16,2 3-2 15,-3 8-2-15,4 1 0 16,3 2 0-16,0 0-1 16,4 3 1-16,1-4-1 15,0 0-1-15,8-3-3 0,4-2 1 16,3-2-5-16,-1-5-29 15,4-1-41-15</inkml:trace>
  <inkml:trace contextRef="#ctx0" brushRef="#br0" timeOffset="47066.83">19905 11183 285 0,'0'0'6'0,"0"0"4"15,0 0-14-15,0 0 4 16,0 0-2-16,0 0-2 16,0 0 1-16,0 0-1 15,8 39 3-15,-5-26 0 16,0 0-1-16,-1 0-2 16,0-3 2-16,-1-3 4 0,1-3-1 15,-1 0 0-15,0-3-3 16,1-1-7-16,0 0-5 15,2-2 6-15,0-7 15 16,1-2-12-16,1-6-11 16,1 0 12-16,1 0 2 0,3-1 1 15,-3 1 3-15,3 2-2 16,2 1 2-16,0 4 1 16,3 2 1-16,0 2-1 15,1 3-1-15,0 3-2 16,-1 0 0-16,-2 0-2 0,-2 10 0 15,-2 4 1-15,-3 1 1 16,0 2-16-16,-5 1-7 16,-1-1-5-16,0-1 11 15,-1-4-24-15,0-2-22 16</inkml:trace>
  <inkml:trace contextRef="#ctx0" brushRef="#br0" timeOffset="47358.79">20273 10907 257 0,'0'0'-12'0,"0"0"6"0,0 0-1 0,0 0 0 0,1 44 8 15,-1-20 4-15,0 3-1 16,0 0-4-16,0-2 1 16,0 0-2-16,0-4 1 15,1 0-1-15,5-2 1 16,-1-3-2-16,1-1 1 0,-3-3-6 16,1-4-32-16,0-5-27 15,-2 0-49-15</inkml:trace>
  <inkml:trace contextRef="#ctx0" brushRef="#br0" timeOffset="47609.16">20256 11108 215 0,'0'0'8'16,"0"0"14"-16,0 0-10 15,0 0-8-15,0 0-4 0,49-39 3 16,-29 32-3-16,5 5 1 15,-3-2 0-15,0 4-2 16,1 0 1-16,-4 0 0 16,-2 6-1-16,-3 5 1 15,-3 1-3-15,-2 1 3 0,-2 1-2 16,-1 0-6-16,-4-3-12 16,1 1-8-16,-1-4-4 15,0-4-29-15</inkml:trace>
  <inkml:trace contextRef="#ctx0" brushRef="#br0" timeOffset="47758.5">20503 10983 262 0,'0'0'-6'0,"0"0"7"0,0 0-11 16,0 0-45-16,0 0-14 15</inkml:trace>
  <inkml:trace contextRef="#ctx0" brushRef="#br0" timeOffset="48127.61">20705 11108 192 0,'0'0'37'0,"0"0"-27"0,0 0-21 16,0 0 1-16,0 0 17 16,0 0-4-16,-26 45-7 15,18-34 11-15,3-1-7 16,4 0 0-16,1-2-3 16,0-1-1-16,3-1-3 0,9-3 5 15,0 0 0-15,4-3 5 16,-2 0-1-16,3-6 1 15,-2-3-1-15,-3-3 1 16,0-1 7-16,-4-2 8 16,-3 0 2-16,-5-1-5 15,0 1-2-15,0 1-8 0,-7 1-4 16,-2 3-2-16,-5 3-12 16,-1 6 2-16,-4 1-13 15,1 0-36-15,1 7 6 16,2 0-13-16</inkml:trace>
  <inkml:trace contextRef="#ctx0" brushRef="#br0" timeOffset="48534.88">20911 11089 248 0,'0'0'0'15,"0"0"4"-15,0 0 2 16,0 0-3-16,0 0-5 16,0 0-3-16,0 0 5 0,0 0-3 15,0 0 2-15,23 21 7 16,-23-12-3-16,0 1-4 16,2-2 0-16,0-2-2 15,-2-2-6-15,2-2-2 16,-2 0 1-16,1-2 0 0,-1 0 10 15,2 0 3-15,1-7-5 16,-1-1 9-16,3-5-5 16,1 0 3-16,0 0 4 15,1-2-2-15,3 0 0 16,2 2-4-16,3 2-1 0,0 2-1 16,2 1-1-16,1 5 3 15,-1 3 0-15,0 0-1 16,-1 0-1-16,-2 8-2 15,-2 3 0-15,1 2-15 16,-6 0-27-16,0-2-34 16</inkml:trace>
  <inkml:trace contextRef="#ctx0" brushRef="#br0" timeOffset="49145">21616 11060 179 0,'0'0'99'0,"0"0"-107"0,0 0 13 0,0 0-4 16,0 0 2-16,0 0-4 15,0 0 3-15,0 0-1 16,0 0-1-16,0-42 1 15,0 28-1-15,0-2 1 16,0-4 0-16,0 1 0 0,0-4-1 16,0 1 1-16,0-2-1 15,0-1 2-15,2-2 1 16,2 2 0-16,0 1-3 16,-2 3 3-16,-1 7-3 15,2 1 0-15,-2 6 1 0,-1 4-1 16,0 3 0-16,0 0-5 15,0 3-19-15,0 8 22 16,0 2 4-16,0 1 1 16,3-1-3-16,4 1-3 15,5-2 1-15,2-5-4 0,2 0 2 16,2-6 0-16,4-1 3 16,-2 0-3-16,1-2 3 15,0-7 4-15,-1 0-2 16,-4-5 1-16,-1 3-1 15,-2-2 0-15,-1 4 0 16,-7 2 0-16,1 0-1 0,-4 3 0 16,0 3 4-16,-2 1 4 15,0 1-13-15,0 14 3 16,-2 2 2-16,-3 7 6 16,2 4-3-16,1 3-2 15,2-1-1-15,0 5 0 0,0-3 0 16,2-4-5-16,6 0-35 15,0-5-35-15,2-6-36 16</inkml:trace>
  <inkml:trace contextRef="#ctx0" brushRef="#br0" timeOffset="49525.9">22072 10958 138 0,'0'0'-2'0,"0"0"-6"0,0 0 1 16,0 0 2-16,0 0 18 16,0 0 2-16,0 0-10 0,38-17-4 15,-26 6 0-15,-2-1 1 16,-1 1 11-16,-5-2-2 15,2 2-4-15,-6 2-1 16,0 1 5-16,0 2 0 0,0 1-4 16,-8 3 3-16,-2 2 0 15,-1 0-7-15,-2 7-1 16,0 5-2-16,1 2 1 16,2 0 1-16,5 3-1 15,1 0-1-15,4-3-3 16,0-1 0-16,5 0 0 0,8-2 0 15,5-5-28-15,3-5-54 16</inkml:trace>
  <inkml:trace contextRef="#ctx0" brushRef="#br0" timeOffset="50185.55">22406 10849 170 0,'0'0'6'16,"0"0"4"-16,-43-3 6 0,27 6-13 16,-1 8-2-16,2 2 2 15,-1 3 6-15,6 2-2 16,4-1-3-16,5 3-5 16,1 0 0-16,0-4-3 15,11-2 0-15,4-3 6 16,5-4-2-16,1-4 2 0,4-3 1 15,1 0 2-15,2-7 0 16,0-3-1-16,1-7 0 16,-1-3-3-16,-2-4 3 15,-2-3-5-15,-7-3-20 0,-2 0-14 16,-4-1 10-16,-5 1 13 16,-2 3 12-16,-4 2 4 15,0 6 7-15,0 4 11 16,-4 5 2-16,-2 2-11 15,-1 6-5-15,0 2-5 0,-3 0-2 16,1 8 0-16,0 8-2 16,-1 2 0-16,1 6 0 15,3 3 0-15,3 3 0 16,1 0-1-16,0 1 2 16,2-1 0-16,0-3-4 0,2-3 4 15,2-4-2-15,1-1 0 16,1-7 3-16,-1-3 0 15,2-3 2-15,-1-5 2 16,-1-1-4-16,1 0 2 16,0-4 6-16,2-8-5 15,-1-2-2-15,0-4-1 0,3-1 1 16,-2 2 7-16,1 0 4 16,1 3-1-16,2 1-3 15,-1 2-6-15,0 5-2 16,3 3-1-16,-3 1-1 15,2 2 1-15,0 0-1 0,2 4-1 16,-1 3-2-16,1 6-17 16,0-2-16-16,1 0-21 15,1-2-16-15</inkml:trace>
  <inkml:trace contextRef="#ctx0" brushRef="#br0" timeOffset="50442.89">23011 10876 142 0,'0'0'35'0,"0"0"-6"0,0 0-18 0,-40-23-9 15,23 20-2-15,2 3 12 16,-3 0 0-16,5 0-1 16,0 6-7-16,2 2 0 15,5 2-2-15,1 2-2 16,4-1 1-16,1-1-2 0,0 1-2 15,9-1 4-15,3-2 1 16,4-1-2-16,2-4 1 16,2-1-4-16,-1-2-17 15,0 0-30-15,2-2-26 16</inkml:trace>
  <inkml:trace contextRef="#ctx0" brushRef="#br0" timeOffset="50833.5">23116 10829 106 0,'0'0'76'0,"0"0"-24"0,0 0-25 16,0 0-24-16,0 0-6 15,0 0 3-15,0 0 0 16,0 0 3-16,18 43-3 16,-16-26 0-16,1-2 2 15,0-1 0-15,-1-1-1 0,-1-1 0 16,1-4-1-16,-1-1 0 15,0-1-2-15,0-5-5 16,0-1-6-16,1 0 20 16,-2-1 2-16,2-9-9 15,3-1-5-15,-1-6 10 0,4 1-1 16,-1-3-4-16,2 1 3 16,1 2 1-16,3 2 0 15,-2 1-2-15,3 5 0 16,-1 2-2-16,3 2 1 15,-3 4 0-15,0 0-1 16,-1 0 0-16,-2 9-1 0,-1 1-1 16,-2 2 1-16,-2 2-1 15,-4-1-8-15,0 0-15 16,-1-2-21-16,0-5-37 16</inkml:trace>
  <inkml:trace contextRef="#ctx0" brushRef="#br0" timeOffset="51031.47">23466 10829 306 0,'0'0'6'0,"0"0"-2"0,0 0-7 0,0 0 0 15,0 0-1-15,0 0 2 16,4 36 4-16,-4-22-1 15,0 1-23-15,0-3-20 16,0-4-41-16,0-3-65 0</inkml:trace>
  <inkml:trace contextRef="#ctx0" brushRef="#br0" timeOffset="51175.04">23515 10718 245 0,'0'0'-3'15,"0"0"13"-15,-4-45-4 16,-1 39-9-16,0 2-15 16,1 4-56-16,-3 0-63 0</inkml:trace>
  <inkml:trace contextRef="#ctx0" brushRef="#br0" timeOffset="51537.03">23735 10775 227 0,'0'0'0'0,"0"0"2"15,0 0 1-15,0 0-8 16,0 0 2-16,0 0-6 16,0 0 7-16,-43-27 1 0,27 27 4 15,-1 0 7-15,5 4 0 16,3 5-3-16,0-1 0 15,7 2-7-15,2 3-1 16,0-1 1-16,2 2 1 0,7-3 1 16,2 3 2-16,2-1 5 15,-1-2-1-15,0-2 0 16,0 2-3-16,-3-2-1 16,-4-2-1-16,1 0-2 15,-6-1 0-15,0-1 0 16,-7 0-2-16,-4-1 6 15,-4 1 0-15,-1-3-18 0,-1-2-26 16,6 0-41-16,2-3-91 16</inkml:trace>
  <inkml:trace contextRef="#ctx0" brushRef="#br0" timeOffset="52084.59">23809 10804 27 0,'0'0'210'0,"0"0"-197"16,0 0 1-16,0 0-13 0,0 0-2 16,0 0-8-16,0 0 8 15,0 0-1-15,0 0 1 16,21 39 2-16,-21-26 0 16,0 1 0-16,0-1-2 15,0-2-7-15,0-1 2 16,0-3 2-16,0-1-3 0,2-2 0 15,1-4-3-15,-1 0-3 16,2 0 20-16,-2-5-1 16,-1-5-4-16,5-2 0 15,-1-2 5-15,0 0 7 16,1 0-1-16,1 1 0 0,4 0-7 16,-3 5-3-16,3 1-3 15,1 2 1-15,0 4-1 16,1 1-1-16,1 0 1 15,-2 0-1-15,0 6 0 0,-2 2-2 16,-1 2 2-16,1 3 1 16,-7-2-1-16,-2 0 1 15,0-2-5-15,-1-2-3 16,0-1-1-16,0-3 6 16,-2-3 7-16,1 0 12 0,-1 0 2 15,2-10-6-15,0-2-2 16,0 1 0-16,4-2 1 15,2 1-1-15,1 4 2 16,0 1-7-16,1 3-7 16,-1 4 4-16,1 0-3 0,0 4-3 15,-1 9 0-15,0 1-11 16,-4 0-19-16,-1-2-73 16</inkml:trace>
  <inkml:trace contextRef="#ctx0" brushRef="#br0" timeOffset="52306.24">24237 10483 279 0,'0'0'-11'0,"0"0"8"0,0 0 4 0,4 48-27 16,-4-36-54-16,0-1-7 15</inkml:trace>
  <inkml:trace contextRef="#ctx0" brushRef="#br0" timeOffset="52433.72">24378 10542 279 0,'0'0'15'16,"0"0"-10"-16,0 0 0 16,0 0-16-16,0 0-8 15,0 0-52-15</inkml:trace>
  <inkml:trace contextRef="#ctx0" brushRef="#br0" timeOffset="52917.33">18285 10673 252 0,'0'0'36'0,"0"0"-31"0,0 0 9 0,0 0-8 0,0 0-2 16,0 0-9-16,0 0 3 15,0 0 2-15,0 0-4 16,0 0-22-16,25 44-36 16,-20-37-52-16</inkml:trace>
  <inkml:trace contextRef="#ctx0" brushRef="#br0" timeOffset="53041.88">18293 10818 180 0,'0'0'-26'0,"0"0"-20"16</inkml:trace>
  <inkml:trace contextRef="#ctx0" brushRef="#br0" timeOffset="53479.89">18194 10856 231 0,'0'0'-14'0,"38"-3"13"0,-8-4 3 15,9-3 5-15,8-1 2 16,11-2 0-16,7 0-1 16,10-4-6-16,8 0-1 15,8 1 1-15,10-2-3 16,5-2-11-16,9 2-14 0,4-4 10 15,10-2 1-15,8 0 12 16,5-3 5-16,8 0 3 16,5-1 17-16,12-1 2 15,6-2-2-15,7 3-3 16,4 1-10-16,2-2-1 0,7 5-5 16,-2-3-1-16,-3 4 0 15,0-3-1-15,0 1 0 16,3-1-1-16,-7 1 0 15,-2 1 0-15,0 3 0 16,-8 2 0-16,-8 5 1 0,-10 4-1 16,-8 6 0-16,-16 1 1 15,-18 3-2-15,-19 0 2 16,-18 10-8-16,-28 0-11 16,-24 2-30-16,-25 3-39 15,-25-4-34-15</inkml:trace>
  <inkml:trace contextRef="#ctx0" brushRef="#br0" timeOffset="54448.85">17943 10919 158 0,'-12'42'1'0,"8"2"2"0,2 6 14 15,2 7-5-15,7 7-5 0,7 2-6 16,5 6 0-16,0 1-1 16,2 5 0-16,0 0-1 15,1 0-8-15,-2-2-1 16,-1-4 0-16,2-4 8 15,0-7 1-15,2-7-1 0,3-5 2 16,2-6 6-16,2-5 5 16,6-6-2-16,4-3 0 15,0-7-1-15,6-2-3 16,6-7-1-16,4-2-4 16,3-6 0-16,6-5 0 15,6 0 0-15,9-7 1 16,3-9 2-16,11-4-6 0,7-4 12 15,9-1-1-15,9-5-3 16,6-2 4-16,12 1-1 16,6-1-4-16,4 0-4 0,10 2 3 15,9-1-3-15,3 3 0 16,4 1-2-16,1 1 6 16,-1 2-1-16,1 0 2 15,-4 1-2-15,-4 0 0 16,-4 1-1-16,-2-1 2 0,-3 3 2 15,-5-3 0-15,-6 5 0 16,-3 0 1-16,-5 2 2 16,-8 2-3-16,-6 1 0 15,-7 0-2-15,-5 3-1 16,-7 0-2-16,-6 0 0 16,-3 2 0-16,-4-4 1 0,-7 4-2 15,0-5-4-15,-2 2-1 16,-4-5 0-16,-4 1-1 15,-3-3 3-15,-3-4 3 16,-1-3 0-16,-3-3 0 16,-1 1 0-16,-5-3-10 0,-6-1-3 15,-6 2-1-15,-14 0 6 16,-9-1 7-16,-9-3 3 16,-9-1 3-16,-6-2 10 15,0-4 4-15,-7-4-1 16,-8-3-1-16,-8-6-4 0,-4-2-7 15,-8-2-5-15,-8-7 2 16,-12-3-3-16,-8-4 0 16,-17-3-3-16,-14-2 3 15,-18-4-2-15,-18 2-41 16,-24-2-46-16</inkml:trace>
  <inkml:trace contextRef="#ctx0" brushRef="#br0" timeOffset="55925.16">7414 6379 58 0,'0'0'-1'0,"0"0"4"0,0 0 4 0,0 0-1 0,0 0-2 15,0 0-3-15,0 0 0 16,0 0 2-16,0 0-4 0,0 0 1 16,0 0 1-16,0 0-1 15,25-27 1-15,-15 34 1 16,3-1 1-16,6 1 0 16,2-1 0-16,6 1-1 15,6-3 1-15,3-1-3 0,6 0 0 16,7-3 0-16,2 0 0 15,5 0 0-15,6-4 3 16,1-1-1-16,5 1 0 16,-2 0-2-16,1 0-24 15</inkml:trace>
  <inkml:trace contextRef="#ctx0" brushRef="#br0" timeOffset="56451.8">9519 5961 81 0,'0'0'6'0,"0"0"17"0,0 0 3 0,0 0-5 16,0 0-13-16,38-9-6 0,-28 6 2 16,3 2-1-16,5-1 1 15,3-1 0-15,6-1-4 16,0-4-30-16</inkml:trace>
  <inkml:trace contextRef="#ctx0" brushRef="#br0" timeOffset="60991.72">7400 6236 21 0,'0'0'24'0,"0"3"-7"16,0 1-4-16,0 2-6 0,0 1-5 16,2 3-2-16,1 1 1 15,2 0-1-15,1-2-1 16,0 4 0-16,3-2 1 15,3-1 0-15,-1-1-1 0,5-1 1 16,1-2-1-16,1 1 3 16,2-3 0-16,0-1-1 15,3 0 1-15,2-2-1 16,-3 2 0-16,3 0 0 16,4-2-1-16,-1 2 1 15,2-2 1-15,1 0-1 0,-2 0-2 16,0 0 2-16,0 1 0 15,-2 1 0-15,-2 0-1 16,-1 1 2-16,-1 0-2 16,1 3 0-16,-3-3 0 15,0-1 0-15,2 1 0 0,-2-2 0 16,0-1 0-16,2 1 1 16,0-2-2-16,1 0 2 15,-2 0-1-15,1 0-1 16,-1 0 2-16,1 0-1 15,0 0 0-15,0-3 0 0,-2-1 0 16,2 4 0-16,2 0 1 16,0 0-1-16,-1 0 0 15,0 0 0-15,1 0 0 16,0 3 0-16,0 2 0 0,0 1-1 16,0-2 2-16,-2 0-1 15,2-2-10 1,-4-2-43-16</inkml:trace>
  <inkml:trace contextRef="#ctx0" brushRef="#br0" timeOffset="62386.13">7360 6097 6 0,'-4'-5'6'0,"0"1"10"0,2-2-2 16,-1 1 1-16,-1-2-1 15,-2 0 0-15,4 0 0 0,-2 0 0 16,0-1-5-16,1 1-2 16,1 0-2-16,-2 0 0 15,2-3 1-15,2 0-3 16,-2 2 3-16,2-1-2 16,0-2-2-16,0 0-2 0,0 0 1 15,6 0-3-15,3 0 4 16,0-1-2-16,5-1-1 15,-1 1 0-15,5-1 3 16,-1 0-3-16,1 2 2 16,1-1-2-16,0 1 0 0,-1 0 1 15,2-1-2-15,1 1-1 16,1-2 3-16,0 1 0 16,2-1 3-16,3 0-5 15,0-1 2-15,3 2 5 16,3 1-3-16,2-2-2 15,4 2 1-15,-3-1 1 0,0 1-2 16,-1 1 1-16,-1 3-1 16,-1-3 0-16,-4 6 0 15,2 0 0-15,-6 2 1 16,0 1-1-16,2 1 1 0,-5 0-1 16,4 0-1-16,-1 0 1 15,0 3 1-15,0 1-2 16,0 3 1-16,3-3 0 15,-1 2 0-15,1-2 0 16,4-1 1-16,-3 1-2 0,2-2 1 16,-2-1 0-16,1 0 0 15,-3-1 0-15,0 2 0 16,-3-2 0-16,-2 1 0 16,-2-1 1-16,-1 2-1 15,-2 1-1-15,-1 0 1 16,-1 1 0-16,1 0 0 15,-2 3 1-15,2 3-2 0,1 1 2 16,1 1-1-16,-1 4-1 16,4 0 1-16,-1 3 0 15,-1-1 0-15,4 2 1 16,0 0-1-16,-3-1 0 0,0 2 0 16,-4 0 0-16,-5 3-2 15,-7 2 1-15,-4 2-5 16,-2 2-11-16,-17 3-1 15,-2-5-39-15</inkml:trace>
  <inkml:trace contextRef="#ctx0" brushRef="#br0" timeOffset="63120.19">9248 5178 38 0,'-12'0'3'0,"3"0"6"0,-3 0 4 0,1 0-4 15,0 0-4-15,-3 0 0 16,2 0-3-16,-3 0-1 16,0 4 0-16,-3 2-2 15,-2 1 2-15,0 1-1 16,-2 2 1-16,-1 2-1 15,3-1 0-15,-3 3 0 0,3 3 0 16,3-2 0-16,-3 3 0 16,4 3 1-16,0 0-1 15,3 2 0-15,0 0 0 16,3 2 0-16,2 1 0 16,1 0 0-16,2 1 0 0,1 1 0 15,0-2 0-15,4 1-1 16,0 0 1-16,0 0 0 15,0 0 0-15,1 1 0 16,6 0-1-16,3 0 2 16,-1-2-2-16,6-1 0 0,5-3-2 15,3-5-1-15,6 0 5 16,2-4-1-16,7-1-2 16,4-4 7-16,6 2-4 15,7-6-2-15,3 0-9 16,5-3-12-16</inkml:trace>
  <inkml:trace contextRef="#ctx0" brushRef="#br0" timeOffset="63631.95">10429 5026 40 0,'61'-4'5'0,"1"2"0"0,-2 2 2 0,3 0-3 0,-3 0-4 15</inkml:trace>
  <inkml:trace contextRef="#ctx0" brushRef="#br0" timeOffset="66332.09">15026 12861 69 0,'0'0'6'0,"0"0"11"0,0 0-2 0,0 0-5 16,0 0 0-16,0 0 2 15,0 0 2-15,0 0-4 16,0 0 1-16,0 0 3 16,0 0-1-16,0 0-3 15,-20-22 0-15,17 22-3 0,2 0-4 16,1 0-3-16,0 0-4 15,0 1 4-15,0 6-2 16,2 0 0-16,5 0 1 16,-4-1-2-16,1 1 2 15,0-1 0-15,0-2-1 0,-1-1 1 16,-1 0 0-16,2-3 1 16,0 0 1-16,0 0 1 15,4-3 4-15,1-7-1 16,4-5 2-16,3-5-4 15,5-7 0-15,5-4 0 16,1-3 2-16,7-4-3 0,2-3 0 16,3 0-1-16,1-3 0 15,3-1 0-15,1 0 1 16,-3-3-30-16,0 4-85 16</inkml:trace>
  <inkml:trace contextRef="#ctx0" brushRef="#br0" timeOffset="71150.53">16363 13755 58 0,'1'-2'3'0,"1"1"-2"0,0-1-1 0,0 0 2 15,0 0 1-15,-2-1 2 16,2 0 10-16,-2 2-3 16,0-2 1-16,1 2 3 0,0 0-4 15,0 0-11-15,2 1 0 16,2 0-2-16,-2 0 0 16,0 0-2-16,3 0-4 15,-4 5 2-15,1 2 2 16,0-2 1-16,2 2 3 0,-3 1-5 15,0 0 1-15,0-1 8 16,0-1-5-16,1 1-2 16,-1-4 2-16,3-1 2 15,-2-2-4-15,5 0 5 16,0-8 2-16,7-9 2 0,6-6 7 16,9-11 6-16,13-10-4 15,9-12 3-15,16-8 4 16,10-9-6-16,15-9-3 15,11-6-8-15,3-2-8 16,3 1-82-16</inkml:trace>
  <inkml:trace contextRef="#ctx0" brushRef="#br0" timeOffset="75033.74">6607 6084 23 0,'0'0'2'0,"0"0"-1"0,0 0 0 0,0 0 0 16,0 0 2-16,0 0 4 16,0 0 9-16,0 0 5 15,0 0-4-15,0 0-10 16,0 0-6-16,0 0 0 0,14-13 5 15,-17 19-10-15,-1 1 7 16,2 0-2-16,-2 1-2 16,4 1-1-16,0-2 1 15,0 1 0-15,0-2 0 16,0 0 2-16,1-3-1 16,4-2-1-16,2-1 8 0,6 0 4 15,2-11 11-15,10-8 0 16,7-9-7-16,19-12-7 15,18-10-3-15,14-13-1 16,20-15-8-16,13-12-104 16</inkml:trace>
  <inkml:trace contextRef="#ctx0" brushRef="#br0" timeOffset="81926.99">4559 15075 104 0,'0'0'-5'0,"0"0"1"0,0 0 4 0,0 0 1 16,0 0-2-16,0 0-2 15,0 0 3-15,0 0 2 16,0 0-2-16,0 0 1 16,0 0 1-16,38 2-2 0,-30-2 2 15,0 0-2-15,3 0 0 16,1 3 0-16,-1-2 0 16,2 1 0-16,1-1 0 15,1 2 0-15,1-2 0 16,1-1 0-16,4 1-7 0,-1-1 10 15,3 0-1-15,1 0-2 16,-1 0 2-16,3 0-2 16,-1 0 0-16,0 0 0 15,-1-2 0-15,0-1 0 16,1 2 0-16,0-3 3 0,0-1 1 16,-2 1 1-16,2 0-1 15,2 1 1-15,-2 1-3 16,0 0-1-16,-3 0 0 15,2 2 0-15,1 0-1 16,-2 0 1-16,-2 0-1 16,2 0 0-16,-2 0 0 0,0 0 0 15,2 0 1-15,0 0-1 16,3 0 1-16,1-3 1 16,2 1-2-16,1-2 2 15,5 2-2-15,-3-1 1 16,3 0-1-16,-1 0 0 0,1 2 0 15,-1-1 0-15,3 1 0 16,0-1 0-16,1 0 0 16,0-1 0-16,3 0 1 15,-2-1 1-15,1 0 1 0,0 1-1 16,-1-1 1-16,1 1-2 16,-2 0 0-16,4 1-1 15,3 0 1-15,-1-1 0 16,1 0 0-16,2-1 0 15,0 2-1-15,-2-2 1 16,4 2-1-16,-3-2 0 0,2 4 0 16,-4 0 0-16,1 0 0 15,-3 0 0-15,2 0 0 16,-3 0 1-16,2 0-2 16,0 0 1-16,1 4 1 15,1-2-2-15,0-1 2 0,2 2-1 16,-1-3 1-16,0 0 0 15,2 0-1-15,-2 0 0 16,2 2 0-16,1-2 0 16,0 0 0-16,-2 0 1 15,0 0-1-15,0 0 0 0,-3 1 0 16,2-1 0-16,0 3 0 16,0-2 0-16,2 3 0 15,-3-1 0-15,5-1 0 16,-4 1 0-16,1-1 0 15,2 0 2-15,1-1-2 0,-2 1 0 16,0-1 0-16,-2-1 0 16,-1 0 0-16,0 2 0 15,0-1 0-15,-1-1 2 16,0 0 4-16,4 0-5 16,-1 0 0-16,-2 0 0 0,4 0 1 15,-4 0-2-15,2 0 0 16,-3 0 0-16,3 0 1 15,-4 0-1-15,2 3 0 16,-1-2 0-16,0-1 1 16,1 0 0-16,2 0 0 0,1 0 0 15,3 0-1-15,2 0 1 16,-3 0-1-16,2 0 0 16,-2-1 0-16,-2-2 1 15,0 3-1-15,0-1 0 16,1-1 0-16,-2-2 3 0,4 1 7 15,-4-1-2-15,4-1-2 16,-1-1-1-16,0 1-3 16,2 1 0-16,0-2-1 15,-5 2 0-15,4 1 0 16,-6 0 0-16,2 0 3 0,-1-1-1 16,-1 3 0-16,2-1 1 15,-2 1-3-15,0 1 1 16,-1 0-2-16,1 0 1 15,-5 0-1-15,3 0 0 16,-6 3 0-16,4 2 0 0,-1-2 0 16,1 2 0-16,0-1 0 15,1 0 1-15,-1-3-1 16,0 1 0-16,2-2 2 16,-2 0 2-16,1 0 2 15,2 0 1-15,0-2-1 16,1-3-3-16,-2-1-1 0,6 2-1 15,-4-2 0-15,4-1-1 16,-2 3 0-16,4-2 0 16,-2 1 1-16,2 0-2 15,-3 0 2-15,0 0-1 0,2 3 0 16,-4 0 0 0,4-1 0-16,-1 1 0 0,0 0 0 15,-1 2 0-15,-2-2 0 16,1 1 1-16,-4-2-2 15,4 3 2-15,-1-1 0 16,1-1 2-16,0 1-1 0,1 1 0 16,0 0-1-16,-1 0 0 15,-1 0-1-15,2 0 0 16,-4 0 0-16,2 0 1 16,-2 0-1-16,1 0 0 15,-3 0 1-15,0 1-2 0,-1 1 2 16,1-1-2-16,0 2 1 15,1 0 0-15,0-1 1 16,2 0-1-16,-1 1 0 16,-1 0 0-16,-1-2 0 15,-2 1 0-15,3-1 0 0,-1-1 1 16,0 0-1-16,1 0 0 16,0 0 1-16,0 0-1 15,1 0 2-15,-4 0-2 16,3 0 2-16,-3 0-1 15,2-3-1-15,1 1 0 0,-1 0 1 16,1-1-1-16,0 0 1 16,-1 0-1-16,3 1 0 15,-3-1 0-15,2 0 0 16,-3 0 0-16,1 0 1 16,-2 2-1-16,1-1 0 0,-7 1 0 15,3 0 0-15,-5-1 0 16,1 2 2-16,0-1 1 15,0 1 1-15,1-1-3 16,1 1 0-16,-2-2 0 16,0 2-1-16,-1-1 1 0,-1 0-1 15,-4 0 1-15,-5 0-1 16,0-1 2-16,-2 1 2 16,-4-1 2-16,0 2-2 15,-3-2-3-15,-2 0 0 16,-1 2-1-16,0 0 0 0,-4 0 1 15,2 0-2-15,-3 0 1 16,-2 0-3-16,-2 0-8 16,-1 0-28-16,-4 0-82 15</inkml:trace>
  <inkml:trace contextRef="#ctx0" brushRef="#br0" timeOffset="82611.11">14982 14495 82 0,'0'0'29'0,"0"0"-16"0,0-2 7 0,0 2-6 16,0 0-9-16,0 0-3 15,0 0-4-15,0 0 1 0,-2 0-3 16,2 0 3-16,-4 3 1 16,3 2 1-16,1 2-1 15,0-1 0-15,0-1 0 16,0-1 0-16,0 0 0 15,2-1-1-15,6-3 1 0,4 0 13 16,5-3 25-16,8-10-9 16,9-5-11-16,13-6-2 15,9-6-1-15,11-4-3 16,12-6-3-16,13-5-6 16,10-5-2-16,14-4-1 15,9-10-14-15,9-8-131 0</inkml:trace>
  <inkml:trace contextRef="#ctx0" brushRef="#br0" timeOffset="86867.53">3655 15934 11 0,'4'0'8'0,"0"0"-5"0,1 0 3 0,1-1 6 15,0-1 0-15,2 0 0 16,1 0-1-16,-1 2-5 0,4 0-4 16,-1 0-2-16,3 0 1 15,1 0-1-15,1 2 0 16,-1 2-1-16,4 1 1 15,0 0 0-15,0 1 0 16,3-1 0-16,0 0 0 0,1-1 0 16,3 2 1-16,1-2 0 15,0 3 2-15,2-3 3 16,0 2 0-16,3 1 0 16,-3-2-3-16,2 0-1 15,0-1 0-15,1-1-1 16,1 0 0-16,0 0 0 0,5-3 0 15,0 3-1-15,3-2 0 16,-1 2 2-16,0-3-2 16,-2 3 0-16,2-3 1 15,-1 1-1-15,2 1 0 16,-2-2 0-16,3 1 0 0,-2-1 1 16,1 2 1-16,-1-2 0 15,-2 1 0-15,2-1 4 16,3 0-4-16,-1 0-1 15,3 0 0-15,1 0 0 0,4 0-1 16,-1-3 0-16,3 0 1 16,1 2-1-16,1-2 0 15,-1 0 0-15,1 1 0 16,4-1 0-16,-2-2 1 16,-1 0-1-16,2-2 0 15,1-1 0-15,0 1 0 0,0-1 0 16,0 1 1-16,-2 2 0 15,1 1 2-15,0 1-2 16,1 3-1-16,-2 0 1 16,2 0-1-16,1 0 0 15,1 0 0-15,0-2 0 0,1-2 1 16,-1-4-1-16,1 1 3 16,-1-1 6-16,0 0-1 15,-2 1-4-15,2 3-2 16,0-1-1-16,-2 2-1 15,-1 0 1-15,3-1-1 0,-2 1 0 16,-2-3 0-16,2 2 0 16,0-2 0-16,0 1 1 15,-2 0-1-15,0 2 0 16,2-1 0-16,-2 0 0 16,0-2 0-16,2 3 0 15,2-1 1-15,-2 0 0 0,1 1-1 16,-1 0 0-16,2 3 1 15,-6 0-1-15,2 0 2 16,-3 0-2-16,-1 0 0 16,1 4 2-16,-4-1 1 0,2 1 0 15,0 0 0-15,3 1 2 16,0-2-3-16,0-2 7 16,0 2 1-16,-1-2 2 15,3 0-2-15,0-1-2 16,0 0-3-16,0 1 0 0,-1 0-2 15,2 1-3 1,0 0 0-16,4 1 2 0,-1-2-2 16,1 1 0-16,3-2 0 15,1 0 0-15,0 0 0 16,0 0 0-16,0 0 0 16,0-1 0-16,2-3 0 0,-3 2 0 15,2-2 0-15,2 1 0 16,2-1 0-16,-1 2 1 15,0-2-1-15,1 1 0 16,2-1 0-16,-1 0 0 16,2 0 0-16,-1-1 1 0,0 1 1 15,1 1 0-15,-3 1-1 16,-1-1 0-16,-2 0-1 16,-2 2 0-16,-1-1 2 15,-1-1-4-15,0-1 4 16,1 2 0-16,-1-2 1 0,-1-2 0 15,0 3-2-15,2 1 0 16,-3 0 1-16,-2 1-2 16,0 1 2-16,1 0-2 15,-2 0 0-15,0 0 1 16,0 0-1-16,1 3 1 16,5-1 0-16,-1 1 0 0,2 0 1 15,1-2-2-15,4 2 1 16,-1-2 1-16,-1 1-2 15,1-2 2-15,-3 0 2 16,2 0 1-16,-5 0-1 0,1 0 1 16,1 0-1-16,-2 0 0 15,3-2 1-15,2 1-4 16,1 0 0-16,5-1-1 16,-1 1 0-16,4 0 0 15,-1-1 0-15,4 1 0 0,-4 1 0 16,3 0 1-16,-2 0-2 15,0 0 1-15,0 0 0 16,2 0 1-16,-5 1-1 16,4 2 0-16,-5-2 1 15,1 2-1-15,2 0 0 0,-4-3 2 16,1 0 1-16,-1 2 0 16,-1-1 2-16,-1 1-3 15,-1 0 0-15,-4 0-1 16,-2 0-1-16,-1 1 0 15,-6 2 0-15,0-2 0 16,-8 1 1-16,0 2-1 0,-3-2-1 16,-2 1 2-16,-2-1-1 15,-2-1 0-15,-1 1 0 16,-6 1 0-16,-1-1-1 16,-5 1-5-16,1 2-9 15,-3-3-23-15,-4-4-20 0,0 0-73 16</inkml:trace>
  <inkml:trace contextRef="#ctx0" brushRef="#br0" timeOffset="87617.21">16114 15455 70 0,'1'1'4'0,"0"1"0"0,0-1 4 16,4 2-5-16,-3 0-2 15,0 1-1-15,0 0 0 16,1 1 1-16,1-1 4 16,-2 0 2-16,1-2 3 15,-1 0-2-15,4 1 12 0,-1 0-2 16,-2 0-6-16,2-2-4 15,1 1 2-15,1-2-3 16,2 0 0-16,1 0 21 16,3 0-3-16,6-7-10 15,5-6 2-15,6-4-3 0,9-7-5 16,6-5-3-16,13-8-4 16,12-4-2-16,8-9-1 15,7-9-43-15,4-15-188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31:38.9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14258 9721 16 0,'2'-1'26'0,"-2"0"4"0,0 0-6 0,1 0-4 0,-1 1 1 15,0 0-6-15,1 0-9 16,-1 0-4-16,0 0-5 16,0 0-1-16,2 0-2 15,-2 0 4-15,0 3 3 0,0 3-1 16,0 1 3-16,4 2-1 15,-3-1-1-15,4 0 1 16,1-1-1-16,-2 0-1 16,3-1 2-16,-3-5 0 15,4-1 5-15,1 0 15 0,4-9 13 16,7-13 1-16,11-7-6 16,9-9-13-16,11-8-7 15,13-10-4-15,13-6-3 16,13-6-1-16,8-5 1 15,5-8-13-15,0-9-112 0</inkml:trace>
  <inkml:trace contextRef="#ctx0" brushRef="#br0" timeOffset="7623.29">8802 4888 31 0,'0'0'20'0,"0"0"-5"0,0 0 1 0,0 0-6 15,0 0-6-15,0 3-9 16,2-1 8-16,0 3 0 15,-2-1-1-15,2 5-2 16,1-2 0-16,3 4 0 16,-1-2 0-16,0-1 0 15,3-2 0-15,1-6 0 0,5 0 2 16,3-13 16-16,8-10 11 16,7-8-7-16,11-11-7 15,12-8-2-15,14-7-7 16,12-7-2-16,14-8 1 15,11-11 0-15,5-16-100 0</inkml:trace>
  <inkml:trace contextRef="#ctx0" brushRef="#br0" timeOffset="8913.45">22757 4858 77 0,'0'0'6'0,"0"0"-5"0,0 0 1 0,0 0 0 0,0 0-2 16,0 0-1-16,0 0 1 15,0 0 0-15,0 0 1 16,-37 40 1-16,35-36 4 16,1-1 1-16,1-1 0 0,0-2 4 15,0 0 19 1,7-2 33-16,6-8-28 0,8-4-16 15,7-6-6-15,11-4-4 16,9-6-6-16,13-2-1 16,8-5 0-16,9-6-20 15,5-10-76-15</inkml:trace>
  <inkml:trace contextRef="#ctx0" brushRef="#br0" timeOffset="10174.29">23395 11454 23 0,'0'0'11'0,"0"0"5"0,0 0 0 0,0 0-5 16,0 0 1-16,0 0 2 0,0 0-4 15,0 0-6-15,0 0 0 16,0 0-2-16,0 0 1 16,-34 24-3-16,32-21 1 15,1 0-1-15,1-3 0 16,0 0 3-16,13-9 6 15,11-11 14-15,12-12-1 0,11-11-8 16,20-8-1-16,13-9 4 16,13-6-6-16,12-7-6 15,5-4-5-15,-2-8-94 16</inkml:trace>
  <inkml:trace contextRef="#ctx0" brushRef="#br0" timeOffset="12334.27">9260 10985 94 0,'-4'0'8'0,"0"0"-4"0,0 0 10 0,0 0 1 15,4-4-6-15,0 1-1 16,0-1-2-16,0-2-3 16,0 3-2-16,2-1 0 15,4 1-2-15,0 3 0 0,-1 0-2 16,3 0-1-16,-2 0 1 16,2 0 0-16,-1 6 2 15,1 2 0-15,-1 5 1 16,0 1-1-16,-2 2 1 15,1 4 1-15,-4 0-1 0,0 5 0 16,-2 3 1-16,0 4 0 16,0 2-1-16,0 4 0 15,0 4 1-15,-4 2-1 16,2 1 0-16,-2 3-1 16,2 1 1-16,1 0 1 0,-1 1-1 15,2 0 0-15,0-2 0 16,0-1 0-16,0-6 1 15,9-5-1-15,-1-5 0 16,3-7 0-16,3-4 0 16,-1-4 0-16,1-4 0 0,-1-6 0 15,-1-3 1-15,-3-3 1 16,-1 0-2-16,-2 0 1 16,0-6 6-16,-2 1 5 15,-3 0-7-15,-1 1 0 16,0 0 0-16,0 4 0 0,-3 0 0 15,-4 0 2-15,2 5-6 16,-1 8-2-16,-1 6 0 16,3 3 1-16,0 8-3 15,4 4 2-15,0 6 0 16,0 4 1-16,2 4 0 0,6 5 0 16,3 4 1-16,1 1-1 15,1 6 0-15,-2-2 0 16,1 4 1-16,-3-1-1 15,-1 0-2-15,-4 0-1 16,2-2 3-16,-6-3-1 0,0-2 1 16,0-1 1-16,-7-6-2 15,-6 1 2-15,-1-2-1 16,-6 1 2-16,-7-2-2 16,-2-3-5-16,-4-3-20 15,-5-7-30-15</inkml:trace>
  <inkml:trace contextRef="#ctx0" brushRef="#br0" timeOffset="13411.28">9198 11071 38 0,'-4'0'3'0,"1"-2"13"0,0-1-3 0,1-1-7 0,-2 2-4 15,1-2 3-15,1 1 0 16,-2-1-3-16,-1 1-1 15,3 0-1-15,-2 1 3 16,-2-3-2-16,3 1 1 16,3 0 0-16,0-2 1 0,0-1-2 15,0 0 0-15,7 3 1 16,0-1-1-16,3 2 0 16,1 3-1-16,3 0 0 15,-3 2-1-15,5 11-2 16,-3 5 2-16,3 8 4 0,-5 8 0 15,0 6-2-15,-2 9 0 16,-5 4 0-16,-1 8-1 16,-3 0 0-16,0 4 1 15,-6-1-1-15,-1 3 0 16,-7 1 0-16,3-2 0 16,-3-1 0-16,1-3 1 0,1-6 0 15,3-8-1-15,6-11 1 16,3-8-1-16,0-8 0 15,2-10 0-15,8-5-2 16,2-6 3-16,1 0 7 16,1-9-3-16,1-4-1 0,-1-1-1 15,-1-1-1-15,-4 2-1 16,1 0 0-16,-2 6-1 16,-2 1 0-16,1 4 0 15,0 2-3-15,2 6-4 0,-2 10 0 16,2 10 6-16,2 5 3 15,2 8-1-15,-1 6-1 16,-1 3 1-16,0 5-1 16,1 4 0-16,-2 3 1 15,-1 3 0-15,-5-1-1 16,0 2 1-16,-4-3 0 0,0-1-1 16,-1-2 0-16,-10 1 1 15,-2-2-1-15,-4-1 4 16,0 1-2-16,-6 0 1 15,-1-2-1-15,-5-1 1 16,1-1-1-16,-2-6 0 0,0-6-1 16,-1-6-12-16,-5-9-45 15</inkml:trace>
  <inkml:trace contextRef="#ctx0" brushRef="#br0" timeOffset="14328.25">9014 11208 63 0,'-6'0'16'0,"-1"0"-7"0,4-4 16 0,-1-3-9 0,4-2 1 16,0 0-9-16,0-3-2 15,0-1-3-15,4 2-1 16,6 1 0-16,-3 0-2 0,5 3 0 16,2 3-1-16,-1 2 0 15,4 2-4-15,2 2 2 16,2 9-1-16,1 7-1 15,-2 5 3-15,2 7 4 16,-4 11 0-16,-4 5-2 16,-2 6 0-16,-4 9 0 15,-6 4 0-15,0 4 1 0,-2 1-2 16,0-1 1-16,0-4 0 16,-4-1 1-16,2-4 0 15,1-5-1-15,1-5 1 16,0-5-1-16,3-5 1 15,6-6-1-15,1-10-1 0,4-7 1 16,-3-8-3-16,1-5 4 16,-3-4 1-16,-1 0 6 15,-2 0 1-15,-1-4-5 16,1 1-2-16,0 3-1 0,-2 0-2 16,0 1-8-16,-1 14-6 15,3 8 15-15,0 9 3 16,0 12-3-16,1 10 4 15,1 7-2-15,-2 6 0 16,4 5-2-16,-4 5 2 0,1 3-2 16,-4 1 2-16,-1 1-1 15,-2 3 3-15,-2 3-1 16,-9 2-1-16,-6-1-7 16,-9 2-26-16,-10 3-11 15</inkml:trace>
  <inkml:trace contextRef="#ctx0" brushRef="#br0" timeOffset="17461.29">14155 8062 8 0,'-3'0'51'0,"0"0"-50"0,-1-1 1 16,2 0 2-16,-4-1-1 0,1 2 2 15,-3-1 0-15,0-2 5 16,-2 3 2-16,-1 0-5 15,1 0-2-15,1-2 2 16,-3 2-5-16,0 0-1 0,-1 0-1 16,-3 0 1-16,0 0-1 15,-4 0 0-15,0 0 0 16,-2 2 0-16,-1-2 0 16,-2 0 1-16,2 0 0 15,0 0 3-15,-2 0 1 16,0 0-2-16,-1 0 0 0,0 0 4 15,-1 0 2-15,-2 0-3 16,-1 0-1-16,-1 4 0 16,-2-1 4-16,-1 1-2 15,-2 5 2-15,2-1-5 16,-4 2 2-16,-2 1-1 0,2 2-1 16,0 3-2-16,-2 0 1 15,2 1-2-15,1 1-1 16,2 2 0-16,0 1 1 15,1 2 0-15,-1 5-2 16,1 1 1-16,-2-1 0 0,0 3 0 16,4-2 0-16,2-1 0 15,1-2 0-15,4 0-1 16,1 0 0-16,3 2 0 16,2 0 1-16,1 0 1 15,4 4-2-15,-2 0 1 0,3 1 0 16,-1 1 0-16,3 0-2 15,0 0 2-15,2-1-2 16,2-2 1-16,3 3 1 16,2 0 0-16,2 3-1 15,0 1 2-15,0 4 0 0,0-1-1 16,5 0 1-16,5-3-1 16,2 0-1-16,1-5 1 15,3-3-2-15,1-2 0 16,3-5 1-16,3-1 0 15,-1-6-1-15,1 0 3 16,4-3 0-16,0-2 0 0,6 1 1 16,-2-2-2-16,3 0 3 15,2-2-3-15,4 0 5 16,0-2-3-16,0 0-1 16,0 1 2-16,1 0-2 15,-2 0 1-15,1 0-1 0,1-1 1 16,-3 1-1-16,0 0-1 15,0-1 1-15,1 0-2 16,0-1 3-16,2 0-2 16,6-2 1-16,2 1 0 15,2 0 0-15,-1-1-1 0,-1-2 2 16,2 2-1-16,-5 0-1 16,2-2 1-16,-3 2-1 15,2 0 3-15,-1-1-3 16,-3 2 0-16,1-3 1 0,1 2-2 15,2 0 2-15,-2-3-1 16,6 1-5-16,1-1 6 16,1 0-1-16,2 0 3 15,1 0-2-15,1 0 0 16,-1 0 0-16,4 0 0 16,-4-1 0-16,3 1-1 0,-1-3 0 15,2 0 0-15,1 0 0 16,-2 0 1-16,3-4-1 15,2 3 1-15,-1-3-1 16,2-2 1-16,-1 2 0 16,1-4 0-16,0 0 0 0,3-2 0 15,0-1 1-15,1-2-2 16,-1-2 1-16,0-2 1 16,-1-2-2-16,-2 0 1 15,-5-3 0-15,0 0 0 16,-3 2-1-16,-3-4 0 0,-2 2 1 15,-4-3 0-15,-3-1 0 16,-7-4-1-16,-2-2 1 16,-5-2 0-16,-4-3 2 15,-4-3-2-15,-2-1-1 16,-5 2 2-16,-3-2 0 16,-1 1 3-16,-7 2-1 0,-2 0-4 15,-3 1 2-15,0 3 1 16,-10 0-2-16,-8 2-1 15,-1 2 0-15,-6 0-2 16,0 2 3-16,-4 0-1 16,0-1 3-16,-1 1 6 0,-1-1-8 15,-1 0 0-15,-1-2 0 16,0 3-2-16,-1 1 1 16,0 0 1-16,-1 1 1 15,1 0 0-15,0 2-3 0,-1 0 2 16,-3 0 1-16,-3 4-1 15,-1-4 0-15,-4 4-1 16,-2 1 1-16,-4 2-1 16,2 3 0-16,-6 1 0 15,-2 5 0-15,-3 0 0 16,-4 2 1-16,-3 2-1 0,-3 0-1 16,-2 5 2-16,-3 1 0 15,-2 1-3-15,2 0 3 16,-7 0 0-16,-5 3-1 15,1 7 1-15,0 1-1 0,-6 2 1 16,-3 3-1-16,4 2 0 16,2 1 0-16,1 3 0 15,-1 1 0-15,2 4 1 16,1 3 0-16,-1 1-5 16,-4-1-23-16,5-2-37 0,4-8-52 15</inkml:trace>
  <inkml:trace contextRef="#ctx0" brushRef="#br0" timeOffset="18136.4">14453 8052 40 0,'4'0'11'0,"-4"0"-2"0,0 0 2 0,0 0-1 16,0 5-10-16,0-1 10 15,0 3 3-15,0 0-9 16,0 0-1-16,0 0-1 16,0-1-1-16,0-2 1 0,0 0-2 15,4-1 1-15,2-3 4 16,3 0 1-16,5 0 14 16,2-11 14-16,8-9-4 15,7-10-7-15,11-12-8 16,17-12-1-16,16-13-4 15,18-11-4-15,23-13-3 0,19-13 0 16,17-15-30-16</inkml:trace>
  <inkml:trace contextRef="#ctx0" brushRef="#br0" timeOffset="25518.25">5999 15570 82 0,'0'0'5'0,"0"0"2"0,0 0-2 0,0 0 0 16,0 0-2-16,0 0-2 15,45-4 0-15,-30 4-1 0,1 0 0 16,0 0 0-16,1 0 1 16,1 0 2-16,5 0 0 15,2 0 1-15,1 0 0 16,5 0-1-16,3 0 2 15,4 0-1-15,4 0 0 16,3 0 1-16,4 0 0 0,3 0 5 16,4 0 8-16,2 0-5 15,3-3-2-15,3 0 2 16,3 0-11-16,4 3-1 16,1 0 0-16,6 0 1 0,3 0-1 15,3 0 0-15,1 6-1 16,5 1 2-16,0 1-1 15,4 1 0-15,3-1 0 16,-1 1-1-16,4-6 1 16,2 0-1-16,-2-3 2 0,-2 0-2 15,2 0 0-15,-2-6 0 16,-2-3 0-16,-6 3 1 16,-3 1-1-16,-6-1 0 15,-4 3 0-15,-10 2 2 16,-6 1-2-16,-7 0 0 15,-9 0 0-15,-6 3 1 0,-8 3-2 16,-8-1-27-16,-9-3-53 16</inkml:trace>
  <inkml:trace contextRef="#ctx0" brushRef="#br0" timeOffset="25883.16">8590 14375 71 0,'0'0'-15'0</inkml:trace>
  <inkml:trace contextRef="#ctx0" brushRef="#br0" timeOffset="26337.95">5733 14257 304 0,'0'0'-7'16,"0"0"8"-16,0 0-10 16,-2 46 4-16,12-16-53 15,0 0-40-15</inkml:trace>
  <inkml:trace contextRef="#ctx0" brushRef="#br0" timeOffset="-159881.58">14296 10505 85 0,'0'0'3'0,"0"0"8"0,0 0-2 16,0 0 0-16,0 0-1 0,0 0 3 15,0 0 1-15,0 0-6 16,0 0 0-16,0 0 2 16,0 0 4-16,0 0 6 15,0 0-8-15,0 0-8 16,0 0-4-16,0 3 2 0,0 4 1 15,0 2 0-15,0 2 0 16,2-3 1-16,0 2-1 16,3-1-1-16,-3-2 1 15,0 0-1-15,1-1 1 16,1 1 0-16,0-3-1 16,1 3 1-16,1-2 0 0,1-2 1 15,-1-1-1-15,2 0 2 16,2-2 3-16,-1 0 5 15,4-7 3-15,4-6 0 16,3-6-4-16,6-6-5 16,1-4 2-16,2-5-5 0,1-1 1 15,1-2 1-15,0 0-3 16,-4 3 1-16,0 0 0 16,-4 7-2-16,-2 1-1 15,-5 8-7-15,-5 5-9 0,-4 7-14 16,-6 6-31-16,-1 0-25 15</inkml:trace>
  <inkml:trace contextRef="#ctx0" brushRef="#br0" timeOffset="-159433.08">14286 10599 44 0,'0'0'1'0,"0"0"5"0,0 0 9 0,0 0 3 0,0 0-3 15,-4-39 9-15,4 37 2 16,-2 0 5-16,2 2-2 16,0 0-15-16,0 0-11 15,-2 8-6-15,2 1 2 16,0 4 1-16,0 2 4 0,0-3-2 16,0 3-2-16,4-6-2 15,1 0 1-15,3-5 0 16,2-4-4-16,3 0 1 15,7-7 16-15,4-13 10 16,9-13-4-16,8-8-7 0,8-9-5 16,5-9-1-16,6-5-3 15,3-4-2-15,2-2 2 16,-1-1-20-16,-8 0-80 16</inkml:trace>
  <inkml:trace contextRef="#ctx0" brushRef="#br0" timeOffset="-152283.92">13502 9542 63 0,'0'0'24'0,"0"0"-24"0,0 0 1 0,0 0 0 0,39 7-1 16,-27-4 2-16,0 1-1 16,1 0 2-16,3-2-1 15,-1 4 1-15,4-3-1 0,3 1-1 16,4 0 0-16,1-1 5 16,2 1-4-16,1-1-1 15,1 0-1-15,4 0 1 16,-1 1 5-16,2-2-1 15,5 0-1-15,1 1 0 0,4-1-2 16,1 0-1-16,1-2 0 16,2 0 0-16,2 1-1 15,-2 0 1-15,0-1 1 16,5 1 3-16,2 2 0 16,0 0-1-16,5 0 0 0,0 1-2 15,3 2-1-15,2-1-1 16,-2-2 0-16,0 2 0 15,3-3 1-15,2 0-1 16,2-2 2-16,-1 0-2 16,2 0 0-16,4-3 0 0,-1-4 0 15,2 0 1-15,-5-3-1 16,-2-2 1-16,0-3-1 16,-4-1 0-16,1-1 0 15,-4-3 1-15,-1-4 1 16,0-1-2-16,-1-4 2 0,-2-2 0 15,-3-2-1-15,-2-1 2 16,-4 0 3 0,-3 0-2-16,-6 0 1 0,-3-1 0 15,-5-1 0-15,-5-1 8 16,-2-4-1-16,-4 1 4 16,-1-3-10-16,-6 1-1 0,-2 1-2 15,-6 2 0-15,-6 1 0 16,-2 2 2-16,-4-1 0 15,-10-1-1-15,-5 1 1 16,-2-4 1-16,-4 3-1 16,-2-1-1-16,-4 4-1 0,-4-1-1 15,-1 1-1-15,-2 2-1 16,-3-1 0-16,-3 0 1 16,2 0-1-16,-3-2 17 15,0-1-16-15,-4 2-1 16,0 2 0-16,-5 2 0 0,-2 1-2 15,-2 2 1-15,-2 2 0 16,-1 2 1-16,-6 3-1 16,-2 1 0-16,-3 1 1 15,-3 2 2-15,-1 3-1 16,-2 3 0-16,2 2 0 16,2-1-1-16,2 3 0 0,0 3 0 15,3-2 0-15,-4 2 1 16,0 1-1-16,-2 2-1 15,-4-2 2-15,-3 3-1 16,0 0 0-16,0 0 1 0,0 3-1 16,-5 3 0-16,2 2 0 15,3 2 0-15,-3 1-1 16,0 1 2-16,3 3-1 16,5 1 0-16,1 1 1 15,4 3-2-15,3 1 2 16,2 3-2-16,1 2 1 0,2-1 0 15,2 4 0-15,6-1 0 16,1 1 0-16,5 3 0 16,4-2 1-16,5 4-1 15,3-1-1-15,4 1 1 16,3 0 1-16,4 3-2 0,2 0 1 16,2 1 0-16,4 3 0 15,1 2 0-15,3 0 0 16,4-1 0-16,1-2-1 15,4-2 0-15,3-2 1 16,2-2-1-16,1-3 1 0,0 1 1 16,0 0-1-16,5-1 0 15,2-1 0-15,3 1 1 16,-1-2 0-16,3-1-1 16,3 3-1-16,0-2 1 15,5 2 1-15,1-1-1 16,0 1-1-16,4 0 1 0,4-1-2 15,1 0 2-15,3-3-1 16,3 0-1-16,6-2 1 16,2-3 0-16,8-1 1 15,1-4 2-15,13-1-4 0,1-6 3 16,8-4-1-16,8-4 1 16,5-2-1-16,3-4-1 15,-7-16-61-15</inkml:trace>
  <inkml:trace contextRef="#ctx0" brushRef="#br0" timeOffset="-151683.67">14558 8004 91 0,'0'3'3'0,"0"-3"0"0,0 0 9 0,0 0 6 15,0 0 17-15,6-4 9 16,0-5-25-16,6-3-9 0,1-5-4 15,5-2 0-15,0-5-2 16,9-2-2-16,6-4 0 16,7-4-2-16,10-1 2 15,8-6-1-15,8-8-1 16,9-9-11-16,2-10-125 0</inkml:trace>
  <inkml:trace contextRef="#ctx0" brushRef="#br0" timeOffset="-148067.83">10440 16733 6 0,'0'0'133'0,"0"0"-105"15,0 0-20-15,0 0-1 0,0 0 3 16,0 0-4-16,0 0-5 16,0 0 3-16,0 0 6 0,0 0 9 15,0 0-6-15,0 0-4 16,-6-20-14-16,6 30 4 16,0 7-11-16,1 3 20 15,4 5-7-15,-1 3 2 16,0 3-3-16,2 0 0 15,-2 2 1-15,-2-1-1 0,1-2 1 16,-1-1-1-16,-2-2 0 16,2-5 0-16,-2-2-6 15,0-4-19-15,0-6-24 16,0-6-12-16</inkml:trace>
  <inkml:trace contextRef="#ctx0" brushRef="#br0" timeOffset="-147199.64">10461 16777 41 0,'0'0'10'0,"0"0"15"16,0 0-4-16,0 0-6 15,11-43 1-15,-7 34-4 16,0 1-2-16,-2 1-7 0,1 2-1 16,-3 2 2-16,0 0 15 15,0 3 14-15,2-1-21 16,-2 1-10-16,1 0-2 15,1 0-1-15,2 0 2 0,2 0-1 16,1 0-1-16,0 4-1 16,4 4 2-16,0 1 0 15,1 1 6-15,-1 1-5 16,2 0-1-16,2 2 2 16,-2 0-2-16,1 3 0 15,-2-2-3-15,-2 2 3 0,0-1-1 16,-4 1 0-16,1-2 2 15,-3-3-1-15,-2 1 0 16,-2-4 2-16,1-2-3 16,-1 0 2-16,0-2-1 15,0-3 3-15,0 0 1 0,0-1-2 16,-1 0 4-16,-1 0-1 16,0-5-6-16,0-2 3 15,2-3-2-15,0-1 1 16,0-4-2-16,0 1 0 15,0-3 1-15,0 1 0 0,4-1-1 16,2 0 2-16,0-1-1 16,0 4 0-16,1 0 0 15,0 1 1-15,2 0-1 16,-2 2 1-16,1 1-1 16,-1 1 1-16,1 2-2 0,0 0 2 15,-1 3-1-15,1-1 0 16,1 1 0-16,0 4 0 15,-2-1 0-15,0 1 0 16,4 0 0-16,-5 1 0 16,3 3 0-16,-1 2-1 0,0 3 2 15,-1-1-3-15,0 2 2 16,2 0 3-16,-3 1-3 16,1 2 1-16,-2 2-1 15,1 1 0-15,1 0 3 16,-3 1-2-16,1 2 0 15,0-1 1-15,-1 5-4 0,0-2 4 16,-2 3-4-16,0 0-2 16,-1 3 4-16,-1-1-44 15,0-3-15-15,0-6-70 16</inkml:trace>
  <inkml:trace contextRef="#ctx0" brushRef="#br0" timeOffset="-146345.12">11071 16631 78 0,'0'0'25'0,"0"0"1"0,0 0-4 15,0 0-8-15,0 0-9 16,0 0-2-16,0 0-1 0,0 0-2 16,0 0 0-16,0 0-1 15,0 0 1-15,0 0 1 16,0 0 3-16,10 23-4 16,-3-14 1-16,-3 3 1 0,4 3-1 15,-4 0 0-15,1-1 0 16,-1 1-1-16,2 2 1 15,-2-1 0-15,1 0 0 16,0 2-1-16,-1-1 0 16,1 3 0-16,-1 0 0 15,-2 0 2-15,3 0-1 0,-1-2 0 16,1-1 0-16,0-2 2 16,-1-1-1-16,-1-3-2 15,1 2 1-15,0-3 0 16,0-2 1-16,-1-1-1 15,1-1 0-15,-1-3 0 0,1 0 2 16,-2 1-2-16,0-2 0 16,-1-1 0-16,3 2-1 15,-2-2 0-15,0 0 1 16,0 1-1-16,-2-1 0 16,3 1 1-16,-2-2-1 0,3 1 2 15,-2-1 1-15,2 0 3 16,-1 0 1-16,5 0-9 15,-1 0 4-15,3 0 1 16,0-3-2-16,1-1 2 16,-1-1-3-16,1-1 2 15,1 1 2-15,2-2 3 0,-3 0-1 16,3 0-1-16,-1 2-2 16,1-1-1-16,-1 0-1 15,0 2 0-15,-3 1 0 16,-1 3-1-16,-1 0 1 0,-3 0-1 15,0 0-1-15,-3 6-11 16,-2 2-25-16,0 1-23 16,-3-1-41-16</inkml:trace>
  <inkml:trace contextRef="#ctx0" brushRef="#br0" timeOffset="-144827.89">11219 16209 48 0,'0'0'4'0,"0"0"16"0,-56-16-1 0,37 13 1 0,-5-3 3 15,4 1-2-15,-2-1-4 16,3 1-7-16,-4-1-5 16,4 2-3-16,-3 1-1 15,1 0 0-15,1 2-1 0,-4 1 0 16,3 0-1-16,-2 0 0 16,-2 0 0-16,-1 1 1 15,0 4-1-15,-5 3 2 16,1 2 0-16,-1 1 0 15,-4 2 0-15,3 1 0 0,-1 3-2 16,0 0 1-16,3 3 0 16,-1-1 0-16,2 1 0 15,2 1 0-15,-2 0 0 16,-1 3 0-16,1-2-1 16,-1 3 2-16,2 3-1 15,-3 1-1-15,0 2 0 0,2 3 1 16,0 2 1-16,0 1-1 15,3 0 1-15,3-2 1 16,0 2 6-16,3 1 4 16,3-1 1-16,3 3-8 0,3 1-2 15,2 2-1-15,0-2 0 16,6 0 2-16,1 2 2 16,2-5-1-16,0 1-3 15,5-2 1-15,6 1-2 16,2 3 2-16,3-1-1 0,-2 0-2 15,2 2 1-15,3 1 0 16,3-2 0-16,1 0 0 16,0-4 0-16,3 0 0 15,0-4 0-15,2-3-1 16,1-1 1-16,4-3 1 0,1-1 1 16,5 0 0-16,1 0 0 15,4-2-2-15,5 1 0 16,0-1-1-16,5-2 1 15,0-5-3-15,1-1 2 16,-3 0 4-16,1-3 0 16,-1-3 1-16,-5-1-3 0,4-1 2 15,-3 1-2-15,2-3-1 16,0-2-1-16,-2-3-2 16,4 0-1-16,-4 0 0 15,3-6 8-15,0-5 1 16,-1-5 1-16,0-2-1 0,-4-2-8 15,-2-7 9-15,-1-1-4 16,-5-4-2-16,-2-2-1 16,1-4 1-16,-5 1 0 15,-1-3 0-15,0-1 0 16,-2-3 0-16,-5-3 0 0,2-4 2 16,-2-4-1-16,-4-2 1 15,0-3-3-15,-3 1 1 16,-2-1 0-16,-2 2-2 15,-4 0 2-15,-3 2-1 0,-3-1 1 16,-3-1-1-16,0 3 0 16,-2 3 1-16,-5 1-1 15,-5 2 1-15,-1 0 0 16,-3 2-1-16,-1 2 1 16,-3 1-1-16,1 2 1 15,-3 2-1-15,-2 2 2 0,-1 2-1 16,-2 0 0-16,0 2 2 15,-2 0 0-15,-4 4-2 16,2-1 0-16,-1 3-3 16,-1 5 3-16,-3 3-1 15,1 4-1-15,-2 2 4 16,0 5-2-16,-2 5-2 0,0 3-1 16,5 1 1-16,-2 1 1 15,5 8-2-15,-1 6 2 16,4 1 0-16,5 1 0 15,0 3-1-15,4 0-3 16,2 0-8-16,5 1-10 0,0-5-14 16,3 0-18-16,3-8-43 15</inkml:trace>
  <inkml:trace contextRef="#ctx0" brushRef="#br0" timeOffset="-144400.7">11164 16136 83 0,'1'8'2'0,"1"0"12"0,0 4 1 0,0 0-2 16,0 0-6-16,1-1-2 0,-1-4 0 15,2 0-3-15,1-3 4 16,0-3 12-16,1-1 8 15,2-1 4-15,4-14 1 16,6-3-12-16,3-11-13 16,10-8-2-16,9-13-1 0,13-9-2 15,12-11 0-15,9-11 0 16,15-4 0-16,7-7-1 16,5-5 0-16,8-4-4 15,1 2-50-15,-1 1-147 16</inkml:trace>
  <inkml:trace contextRef="#ctx0" brushRef="#br0" timeOffset="-139096.77">12299 16574 110 0,'3'13'-6'0,"-2"2"8"0,3 2-1 0,2 4-1 16,-3-2 0-16,2-2 1 0,0-1-1 15,-2-2 1-15,0-3-1 16,-1-3 0-16,-2-3 0 16,0-2-22-16</inkml:trace>
  <inkml:trace contextRef="#ctx0" brushRef="#br0" timeOffset="-138711.7">12307 16574 240 0,'0'0'-17'0,"0"0"26"15,0 0 1-15,0 0-8 16,0 0 1-16,0 0-2 16,0 0-1-16,48-20 0 15,-31 20 0-15,-1 6-1 0,5 2-1 16,-2 4 4-16,2-1-1 15,-2 0 0-15,3-1 0 16,-5-4-1-16,0-2 0 16,-4-2 1-16,0-2 0 15,-6 0-1-15,-1 0 3 0,-3-9 6 16,-1-2 9-16,-2-5-6 16,0 1-5-16,0-3-4 15,-3-1-2-15,-1 0-1 16,-4-1 1-16,0 3-1 15,2 0 0-15,1 3-1 0,3 5 0 16,2 3-12-16,0 2-14 16,0 3-60-16,4 0 7 15</inkml:trace>
  <inkml:trace contextRef="#ctx0" brushRef="#br0" timeOffset="-137951.65">12682 16466 99 0,'0'0'3'0,"0"0"14"0,0 0 11 16,0 0 2-16,0 0-3 15,0 0-7-15,0 0-4 16,0 0-7-16,0 0-5 0,-38-14-3 15,36 22-1-15,0 4 0 16,2-1 0-16,0 2 0 16,0 1 0-16,0-1 0 15,0-3 1-15,0 0-2 16,4-2 0-16,0 0-1 16,1-3-2-16,2-2-6 0,-2-2-1 15,3-1-5-15,-4 0 16 16,3-3 5-16,-2-6-3 15,-1-3-1-15,0 1 3 16,1-2-2-16,-5 0 3 16,0 0 1-16,0 2-1 0,0 1 3 15,0 3-4-15,0 0-2 16,0 0-1-16,0 6 0 16,-3-1-1-16,3 2-2 15,0 0-7-15,0 3 7 16,0 5 2-16,6 1 1 0,0 1 0 15,1 1-1-15,1-4 2 16,-1 2-2-16,2-3 1 16,0-1-1-16,0-2-3 15,1-3 3-15,0 0 0 16,1 0 4-16,0 0-3 0,0-7 0 16,1-4 0-16,1-1 0 15,-2-1-1-15,-1-1 1 16,-1-2 0-16,-1 0-1 15,-3 1 1-15,-2 1-1 16,-1 2 1-16,-2 1-1 0,0 4 2 16,0 0 7-16,-2 2 9 15,-1 2-15-15,2 3-7 16,-1 0 10-16,0 0-9 16,2 5 0-16,-2 5 4 15,2 0-1-15,0 2 0 0,0 1 2 16,0-1-2-16,4-2 0 15,0-1 1-15,4-1-1 16,-1-2 1-16,3-2-8 16,0-4-20-16,-1 0-3 15,0 0-28-15,1-7-1 0</inkml:trace>
  <inkml:trace contextRef="#ctx0" brushRef="#br0" timeOffset="-137774.09">12878 16252 11 0,'0'0'240'0,"0"0"-233"0,0 0 9 0,0 0-12 0,0 0-5 16,0 0-11-16,0 0-15 0,0 0-56 15,0 0 45-15,0 0-12 16</inkml:trace>
  <inkml:trace contextRef="#ctx0" brushRef="#br0" timeOffset="-137196.1">12978 16307 239 0,'0'0'2'16,"0"0"-3"-16,0 0 2 0,0 0 0 15,0 0-1-15,39 31 0 16,-30-22 1-16,-3-2-1 16,2 1 1-16,-2-1-2 15,1-1 2-15,-3-1-1 16,-1-1 1-16,1-4-1 16,0 0-1-16,-1 0-2 0,-1 0 6 15,-1-5 2-15,0-2-3 16,1-4 0-16,1-1-2 15,-3-3 1-15,4 3 1 16,-2-1 1-16,1 1-1 16,3 2-1-16,0 0-1 0,2 5 0 15,-1 0 2-15,3 2-4 16,2 1 2-16,-1 2-1 16,0 0 1-16,1 0-2 15,-1 0 1-15,0 0 1 16,-2 0 0-16,-1 0 0 0,-1 0 0 15,-1 0 0-15,-3-1 0 16,-1-3 1-16,-2-1-1 16,0 3 2-16,0-3-1 15,-3 2-4-15,-3 1 2 16,-1 2 1-16,1 0-3 0,-2 0 3 16,0 5-1-16,2 5 2 15,3 2-1-15,1 1 0 16,0 1 0-16,2 1 1 15,0 0-1-15,5-2 1 16,6-1 0-16,2 0 0 0,2-3-1 16,3-1-1-16,5-4-16 15,-4-4-37-15,4 0-48 16</inkml:trace>
  <inkml:trace contextRef="#ctx0" brushRef="#br0" timeOffset="-136969.24">13540 16012 265 0,'0'0'-22'0,"0"0"29"0,0 0-5 0,0 0-2 0,0 0-16 15,0 0-1-15,0 0 16 16,0 0 1-16,-2 48 1 15,4-27 1-15,3 2-2 0,3-2 1 16,-1-1 0-16,1-3-19 16,-3-3-68-16</inkml:trace>
  <inkml:trace contextRef="#ctx0" brushRef="#br0" timeOffset="-136464.14">13556 16014 179 0,'0'0'-1'0,"0"0"18"15,-1-45-7-15,3 31-6 0,8 2 0 16,-1 0 4-16,1 3 0 16,4-1-3-16,-1 7-4 15,1 2 1-15,-1 1-2 16,-2 3-1-16,1 9-6 15,-6 4-12-15,1 1 9 16,-7 6-1-16,0-5 1 0,0 2 7 16,-4-3 2-16,-3-3 1 15,1-5 1-15,-3 1 1 16,6-5 3-16,-1-3-1 16,3-2 5-16,1 0 7 0,0 0-5 15,0 0 1-15,5-2-9 16,2 0 0-16,3 0 0 15,2 2 0-15,2 0-3 16,-1 0 0-16,1 7 0 16,-5 2-3-16,1 1 1 0,-1 1 4 15,-5 1-2-15,-3 0 0 16,-1 0 0-16,-1 2 0 16,-11 0 3-16,-5 1-2 15,-2 1 0-15,-3-3 0 16,2 3-1-16,-3-5 1 15,5-4-1-15,3-2 1 0,1-5-1 16,7 0 0-16,5 0-2 16,2-12-43-16,2-5-44 15</inkml:trace>
  <inkml:trace contextRef="#ctx0" brushRef="#br0" timeOffset="-136016.08">13893 15988 216 0,'0'0'3'0,"0"0"18"0,0 0-7 0,0 0-6 0,0 0-5 16,0 0-11-16,0 0 15 16,0 0-6-16,0 0 2 15,-44-26 0-15,35 31 0 0,-2 4-2 16,3 4-1-16,2 2 0 15,-1 1 0-15,3 3 0 16,3-2 1-16,1-3-1 16,0 0 1-16,0-4-2 15,3-3 2-15,4-3 0 0,-2-2-1 16,3-2-4-16,0 0 7 16,3-2-1-16,-1-8 0 15,-1-2-1-15,-1-3 0 16,0 1 0-16,-3 1 0 15,-3 2-1-15,0 0 1 16,-2 4 1-16,0 2 3 0,0 2 8 16,0 3-3-16,0 0-7 15,0 0 2-15,0 0-9 16,1 0 3-16,2 6 1 16,-1 3 0-16,2-1-1 0,4 2-14 15,-4 0-13-15,1-3-20 16,1-5-43-16</inkml:trace>
  <inkml:trace contextRef="#ctx0" brushRef="#br0" timeOffset="-135245.68">13978 15919 240 0,'0'0'3'0,"0"0"7"0,0 0-5 0,0 0-9 15,0 0-16-15,0 0 14 0,0 0 5 16,0 0 1-16,0 0 0 16,16 40 1-16,-5-34-1 15,0-2 0-15,0-1-4 16,2-3-10-16,-1 0-4 16,2 0 14-16,-3-9 1 0,2 0 6 15,-2-4 2-15,-4 1 12 16,-1-1 1-16,0 2-7 15,-4 1-1-15,0 1-5 16,0 3 3-16,-2 1 0 16,0 4 0-16,0 0-2 0,0 1-4 15,0 0 2-15,0 6-8 16,0 6 4-16,4 2 2 16,-2 6-2-16,1 1 2 15,3 5-2-15,-2 2 0 16,2 3 0-16,0-1 0 15,-3 2-6-15,-1 0-3 0,0-3 0 16,-2-2-5-16,0-6 7 16,0 0 4-16,0-7 0 15,-2-6 3-15,-1-3 0 16,-1-3 1-16,-2-2 0 0,0-2 1 16,2-10-2-16,-2-4-3 15,3-7 3-15,1-4 0 16,2-3-2-16,0-1 3 15,0 0 0-15,7-1 1 16,6 3 0-16,0 0 3 16,1 4-4-16,3-1 1 0,-1 3-2 15,0 2 0-15,-3 1 0 16,3 0 0-16,-5 3 1 16,1 1-2-16,-4 0 1 15,-1 4 0-15,-5 0 1 16,-2 3-1-16,0 2 1 0,0 2 0 15,-2 1 1-15,-6 4 7 16,1 0-10-16,-3 6 1 16,1 8 1-16,1 3-1 15,1 2 1-15,2-1 0 16,2 3-1-16,3-1 0 0,0-4 1 16,1 0-1-16,7-4 1 15,2 0 0-15,-2-4-1 16,5-1-6-16,-2-5-16 15,1-2-12-15,0-2-37 16</inkml:trace>
  <inkml:trace contextRef="#ctx0" brushRef="#br0" timeOffset="-135040.91">14278 15586 210 0,'0'0'54'0,"0"0"-41"0,-36-29 7 0,27 22-7 16,5 1-10-16,3 6-1 15,1 0-2-15,0 0-18 16,0 3-28-16,5 7 17 0,4 5-13 16,0 0-4-16,-2 2-24 15</inkml:trace>
  <inkml:trace contextRef="#ctx0" brushRef="#br0" timeOffset="-134712.05">14436 15743 249 0,'0'0'-2'16,"0"0"11"-16,0 0-7 0,0 0-2 15,4-37-5 1,-4 32 1-16,-4 0-2 0,-4 4 10 15,0 1 0-15,4 0 1 16,-4 1-2-16,3 8-3 16,0 5 0-16,2 3 0 15,-1 3-1-15,2 0 1 0,2 1 0 16,0-3-1-16,0 0 1 16,0-2 0-16,6-4 1 15,0-1-1-15,1 1 1 16,1-5-1-16,-4 1 2 15,2 0-2-15,-6 1 0 0,0 2 0 16,-5 1 0-16,-9 5-5 16,-8 3-29-16,-8 1-42 15</inkml:trace>
  <inkml:trace contextRef="#ctx0" brushRef="#br0" timeOffset="-133494.98">12671 16844 72 0,'0'0'9'0,"0"0"-4"0,0 0 3 16,0 0-3-16,44-4-3 16,-30-3 0-16,8-2 3 0,-1 0 4 15,6-4 10-15,6 1 0 16,5-5 2-16,9-2-8 16,2 1-6-16,7-2-5 15,6 0-1-15,3-3-2 16,4 2-1-16,3-3-6 0,-1 0 6 15,2-3 2-15,4-3 1 16,1 0 0-16,-1-4 3 16,3-2 2-16,3 0-2 15,2-1-2-15,-2 0-1 16,-4-2 0-16,-4 0 1 0,-2 0-2 16,-6-2 1-16,-3-1 5 15,-3 0 2-15,-5-2 0 16,-2 4-3-16,-6-2-1 15,-3 1-2-15,-7-1-1 16,-2-1-1-16,-7 0 1 0,-6-1 0 16,-8 3 3-16,-4 0 0 15,-6 1 0-15,-5 7 1 16,-2 2-3-16,-12 0 1 16,-5 4-2-16,-2-1-2 15,-8 3 2-15,-4 2 6 0,-1 3-3 16,-4 3-2-16,-5 2-1 15,-4 6-2-15,-1 4 1 16,-2 3 0-16,-1 2-1 16,-3 2 1-16,-4 9-1 15,-2 3 1-15,-1 3 0 0,-3 4-1 16,-4 2 2-16,-1 0-1 16,0 0 0-16,-1 1-1 15,1-1 1-15,2 0 1 16,1-1-1-16,3-1 0 15,-2 1 0-15,1 0 0 16,1 1 1-16,-2 1-1 0,0 1 0 16,0 1-3-16,0 1 5 15,1 2-1-15,5 2-1 16,-1-1 0-16,2 1 0 16,3 2 0-16,5 1 0 0,-1 0-1 15,4 1-2-15,0 0-5 16,4 0-2-16,1-1 2 15,5 0 1-15,2-3 5 16,2 1 1-16,2-2 1 16,2-2-1-16,4 0 0 0,5-2-2 15,0 1-5-15,4-2 2 16,5 1 3-16,6 1 3 16,1-2 0-16,4 2 0 15,0 0 0-15,0 3 0 16,2-3 0-16,3 2 0 15,3 1 0-15,-1-1 0 0,2 0 0 16,0-1 0-16,-2 0 1 16,4-2-1-16,0-3 0 15,2-2 0-15,1-2 2 16,3-4 0-16,2 0 0 16,6-4 1-16,3-3-2 0,6-2 4 15,2-5-4-15,5-1-1 16,5 0 1-16,0-8-12 15,0-11-39-15,0-6-52 16</inkml:trace>
  <inkml:trace contextRef="#ctx0" brushRef="#br0" timeOffset="-132851.7">12938 15908 38 0,'0'4'2'0,"7"0"4"0,-1-2 5 15,4-2 7-15,-1 0 4 16,1-2-2-16,1-6 5 0,2-3 1 16,3-5-3-16,0-2-8 15,3-5-5-15,2-6-1 16,2-6 1-16,4-5-1 16,3-3 2-16,5-8 2 15,6-3-3-15,5-7-4 0,8-3-2 16,3-5-3-16,9 0 0 15,1 0-3-15,5 1-18 16,-3 1-59-16,-2 3-110 16</inkml:trace>
  <inkml:trace contextRef="#ctx0" brushRef="#br0" timeOffset="-124751.64">14008 16547 59 0,'0'0'4'0,"0"0"-4"0,0 0 1 0,0 0-1 15,0 0 2-15,0 0 1 16,0 0 9-16,0 0 8 15,0 0 14-15,0 0-6 16,0 0-11-16,0 0-14 0,0 0-3 16,0 0 0-16,0 20 1 15,2-15-2-15,2 1 0 16,0 0 1-16,3 2 0 16,2-2 0-16,0 1 0 15,1-1 0-15,4-2 1 16,1 3-1-16,4-4 0 0,-1 3 0 15,2-1 0-15,-2 1 1 16,0 0-1-16,4-2 0 16,-2-1-1-16,0 0 2 15,3-2 3-15,4-1 7 0,0 0-6 16,4 0 4-16,2 0-5 16,2 0 0-16,2 0-2 15,1-4 3-15,0 0-1 16,-2-1 1-16,4 1 0 15,1-2-3-15,-1 1-2 0,2-1 4 16,1 0-4-16,-1-1 0 16,-3 2 0-16,-3-1 0 15,-3-1 1-15,-4 1-1 16,-4 1 1-16,-2 0-1 16,-4 0 1-16,-2 2-1 15,-3 1 0-15,-1-1-1 0,-3 1-2 16,0-2-20-16,-7 0-35 15,-1-3-9-15</inkml:trace>
  <inkml:trace contextRef="#ctx0" brushRef="#br0" timeOffset="-124436.54">15070 16434 135 0,'0'0'1'0,"0"0"0"0,0 0 0 0,0 0 0 0,39 0-1 16,-30 4 1-16,0 3 1 15,1 0 7-15,0 9 0 16,-4 0-3-16,1 4-4 16,-2 2 0-16,-2 3-1 0,-1 1-1 15,-2 1-6-15,0-2-19 16,-7 2-30-16</inkml:trace>
  <inkml:trace contextRef="#ctx0" brushRef="#br0" timeOffset="-123363.7">15617 16357 91 0,'0'0'13'0,"0"0"-2"0,0 0 10 0,0 0-5 0,0 0-7 15,0 0 3-15,6-35 10 16,-6 33 5-16,0 0-1 16,0 2-4-16,0 0-14 15,5 0-10-15,-2 9 1 16,2 2 2-16,4 6-2 0,-2 5 1 16,1 2 0-16,-2 1 0 15,0 1 0-15,-3-1-1 16,-2-1-9-16,-1-3-12 15,0-3-22-15,0-4-16 16,-1-5-40-16</inkml:trace>
  <inkml:trace contextRef="#ctx0" brushRef="#br0" timeOffset="-122879.3">15662 16328 99 0,'0'0'0'0,"0"0"16"16,0 0-3-16,0 0-6 15,46-6 4-15,-32 6 0 16,1 5-3-16,1 5 3 0,1 1 0 16,1 2-3-16,2 0-3 15,-1 0-2-15,1-1 2 16,-3 1-2-16,0-3 0 16,-3-2-1-16,-2-2-2 15,-3-2 1-15,-3-2 0 0,1-2 0 16,-3 0 2-16,-2 0 1 15,0-2 8-15,-2-6 6 16,0-2 1-16,0-3-1 16,0-3-4-16,-2-2-1 15,-4-2-3-15,0 2-3 16,-1-4 0-16,1 0-3 0,3-2-3 16,-2 1-1-16,5 0-2 15,0 5-6-15,0 1-14 16,5 5-19-16,4 1-18 15,-2 3-52-15</inkml:trace>
  <inkml:trace contextRef="#ctx0" brushRef="#br0" timeOffset="-122535.24">16100 16244 130 0,'0'0'6'0,"0"0"0"0,0 0-4 0,0 0 0 16,0 0-1-16,0 0 4 0,0 0 6 15,0 0 5 1,0 0-6-16,-1 39-3 0,1-24-3 16,0 2-2-16,0-2 0 15,0 0 0-15,1 1 0 16,0-5-1-16,0 3 1 16,-1-5-11-16,0 1-34 15,0-3-16-15</inkml:trace>
  <inkml:trace contextRef="#ctx0" brushRef="#br0" timeOffset="-122061.08">16086 16260 114 0,'0'0'-1'16,"0"0"2"-16,0 0 1 16,0 0 3-16,0 0 1 15,38-11 9-15,-29 11-2 16,1 1-6-16,2 6-3 0,0 3 0 16,3 0-2-16,-2 3 0 15,0-2 0-15,2 3-1 16,-2-1 0-16,1-1 0 15,-2-1 0-15,-3-1 2 16,1-3-2-16,-2-1 0 16,-4-2 1-16,3-1 1 0,-5-2 5 15,1-1 2-15,-2 0 0 16,-1 0 10-16,1 0 14 16,-1-7-13-16,1-1-15 15,-1-4-3-15,0-3-1 0,0-1 0 16,0-4-2-16,0-1 3 15,0-5 1-15,0-1 2 16,0-4-2-16,0-3-4 16,6-1-2-16,2 2-4 15,2 4-19-15,1 5-21 16,-4 4-21-16,-1 7-34 0</inkml:trace>
  <inkml:trace contextRef="#ctx0" brushRef="#br0" timeOffset="-120851.93">15993 15823 117 0,'0'0'5'0,"-45"-10"9"0,22 8-11 0,3 2-2 16,-4 0-1-16,1 0 0 15,0 8 0-15,-2 1 0 16,1 3 1-16,-1-1 0 16,1 3-1-16,-3 5 4 0,-2 1-1 15,-4 2-2-15,1 4-1 16,-2 2 0-16,1 2 1 16,0 3 7-16,2 2 4 15,3 4-5-15,1 1-1 16,3 4-3-16,0 0 1 0,2 1-2 15,4-1 0-15,5 0 1 16,3 0-1-16,5 0 0 16,3 1-2-16,2 1 1 15,0 1 0-15,8 0 1 16,4 0-2-16,4 2 2 0,6-2-1 16,-1 1 3-16,5 0-4 15,4-5-2-15,1-6 7 16,2-1-4-16,5-6 3 15,-2-5 3-15,1-5-3 16,1-3-1-16,1-3 0 0,-1-1-1 16,-1-2 1-16,3-5 1 15,1-2 1-15,2-4 0 16,2 0 0-16,-1-5 1 16,2-8 1-16,-1-6-1 15,1-2-2-15,0-6 1 0,2-4-1 16,-2-5-1-16,2-3-2 15,-2-4 0-15,-3-1 1 16,-3-4-2-16,-4 1 1 16,-3-1-1-16,-6-1 1 15,-5-2 1-15,-4 0 5 0,-6 1 3 16,-5-1 0-16,-7 1-4 16,0 2 7-16,-7 0-9 15,-11 4-3-15,-5 1 2 16,-3 1-5-16,-6 3 2 15,-4 7-1-15,-4 4-1 0,-2 7-16 16,-7 10-27-16,-3 5-43 16</inkml:trace>
  <inkml:trace contextRef="#ctx0" brushRef="#br0" timeOffset="-119406.89">15608 16776 124 0,'-5'1'10'0,"1"2"15"0,4-2-4 0,0 2-12 16,0-2-2-16,13-1 7 16,3 0 4-16,4-2 3 15,7-8-5-15,8-4-7 16,2-2-6-16,7-5-1 0,2-2-1 15,6-2-1-15,2 0 1 16,0 0-1-16,1-1 0 16,-2 2 0-16,1 2 2 15,-3 3-1-15,1 2-1 16,-6 2 0-16,-6 4 0 0,-7 7-2 16,-8 2-19-16,-12 2-27 15,-7 0-45-15</inkml:trace>
  <inkml:trace contextRef="#ctx0" brushRef="#br0" timeOffset="-119121.17">15668 16977 150 0,'0'0'4'0,"56"-32"31"0,-16 9-1 16,6-3-8-16,9-1-6 16,9-4-7-16,6 0-1 15,2 1-5-15,5 0-5 16,-2 3-2-16,-5 3-5 15,-7 1-48-15,-12 1-93 16</inkml:trace>
  <inkml:trace contextRef="#ctx0" brushRef="#br0" timeOffset="-118375.67">15389 16679 160 0,'0'0'5'0,"0"0"-5"0,0 0 0 0,0 0 1 16,0 0 0-16,0 0-1 16,0 0 0-16,0 0 1 0,0 0 1 15,0 0 1-15,22 36 14 16,-22-36 10-16,0 0-1 16,0 0-16-16,0-6-10 15,-3-1 0-15,1-4 0 16,-1-1 1-16,2-4 0 0,0-3-2 15,1-3 1-15,0 0 1 16,0-4-4-16,0-1 2 16,0 0 2-16,5 3 0 15,-3 1 0-15,1 2-1 16,0 5 1-16,0 3-1 0,2 4 1 16,-3 1-1-16,2 3 0 15,3 2 0-15,-2 0 0 16,6 3-1-16,-2 0 1 15,2 0-1-15,3 10 0 16,-1 3 2-16,5 1-1 16,-3 3 0-16,3 4 1 0,-1-1-1 15,-2 1 1-15,1-1-1 16,-1-1 1-16,1-2-1 16,-5-3 0-16,-1-1 1 15,0 0-1-15,-4-2 0 16,-1 0-4-16,-5-2-16 0,0-1-25 15,-8-2-24-15</inkml:trace>
  <inkml:trace contextRef="#ctx0" brushRef="#br0" timeOffset="-118197.86">15440 16629 213 0,'0'0'6'0,"0"0"27"0,0 0-14 0,0 0-18 0,0 0 4 16,0 0-5-16,31-41 1 16,-6 30-1-16,5-1 1 15,4-3-36-15,0-4-70 16</inkml:trace>
  <inkml:trace contextRef="#ctx0" brushRef="#br0" timeOffset="-117499.95">15693 15894 109 0,'0'0'2'0,"0"0"1"0,0 0 6 0,0 0 0 0,44-36 0 15,-30 28-1-15,1-1 3 0,2-1 9 16,4-1-1-16,4-2-3 16,3 3-8-16,4-1-5 15,-1-1-2-15,1 3-1 16,3 0 0-16,-3 3 1 16,-1 0-1-16,0 4 0 0,1 2 0 15,-1 0 0-15,-1 0 0 16,2 1 0-16,-1 8 1 15,0 0-1-15,-1 2 0 16,-1 3 2-16,0 1-2 0,-6 2 1 16,0 1 2-16,-6 0-1 15,-1 0 0-15,-6-2-1 16,-1 1 0-16,-3 0 0 16,0-1-1-16,-6 0 0 15,0-3 1-15,0 2-2 16,0-3 2-16,-5-1-8 0,-4-4-44 15,0-5-67-15</inkml:trace>
  <inkml:trace contextRef="#ctx0" brushRef="#br0" timeOffset="-115718.72">16616 16345 39 0,'2'0'13'0,"-2"0"9"0,0 0 0 0,0 0-8 16,0 0 8-16,0 0 3 15,0 2 2-15,0-2-11 16,0 0-10-16,0 0-4 0,0 1-4 16,0 0 0-16,2 1-10 15,0 1-5-15,1 1 10 16,3 2 9-16,1-1 0 16,4 1-1-16,-2 1-1 0,4 1 1 15,0-3-1-15,3 2 0 16,2 2 1-16,0-2-1 15,2-2 0-15,-1 0 0 16,3-2 0-16,0-1 1 16,3-2 1-16,0 0 2 0,4 0 2 15,0-3 4-15,2-2-5 16,4-1 0-16,-3-2-3 16,3-1 0-16,-3 1-2 15,-1 0 1-15,0-3 0 16,-4 5-1-16,-4-2 0 15,-2 1 0-15,-2 1-2 0,-1-1-9 16,-5 4-13-16,-4-1-9 16,-2 0-22-16</inkml:trace>
  <inkml:trace contextRef="#ctx0" brushRef="#br0" timeOffset="-115243.08">17453 16232 144 0,'0'0'5'0,"0"0"11"0,0 0-7 0,0 0-3 16,0 0-1-16,-39 0 0 15,29 4 5-15,-1 3-2 16,2 0-1-16,0 5-3 0,1 2-4 16,3 3 2-16,3 0-2 15,0 3 2-15,2-1-1 16,0 0 0-16,6-3 1 16,3-1-1-16,2 0 0 15,1-4 1-15,2-2-2 16,1 0 1-16,2-3 1 0,2-4-5 15,0-2-33-15,-1 0-43 16</inkml:trace>
  <inkml:trace contextRef="#ctx0" brushRef="#br0" timeOffset="-114724.09">17583 16330 199 0,'0'0'3'15,"0"0"-2"-15,0 0-2 0,0 0-1 16,0 0-5-16,0 0 7 16,-13 42 0-16,13-26 2 15,0-2-4-15,0 3 4 16,0-2-1-16,0 0-1 16,0-1 0-16,0-4-16 0,0-3 1 15,-2-1 0-15,-2-4 7 16,2-2 10-16,0 0 0 15,0-5 4-15,1-5 5 16,0-3 1-16,1-4-1 16,0 0 2-16,0-2-2 0,0 2-3 15,0-1-3-15,3 4-2 16,6 5 2-16,-3 1-1 16,3 5-2-16,0 2-1 15,3 1-2-15,1 0 2 16,1 1-1-16,1 6 1 15,1-1 0-15,-1 0-1 0,1 0 0 16,-5-1-1-16,-2-4 1 16,0 0 0-16,-4-1 1 15,-1 0-1-15,-2 0 9 16,-2-5 26-16,0-5-7 16,0 0-8-16,-4-1-7 0,-2-3-8 15,-2-2-4-15,1 2 0 16,-2-2-1-16,3 1-1 15,-3 3-4-15,6 2-11 16,1 3-13-16,2 0-30 16,0 3-68-16</inkml:trace>
  <inkml:trace contextRef="#ctx0" brushRef="#br0" timeOffset="-114218.83">17800 16240 173 0,'0'0'10'0,"0"0"-5"0,0 0 5 0,0 0-4 0,0 0-2 16,0 0-1-16,0 0-2 15,29 35 2-15,-25-23-1 16,1 2-1-16,2 2 0 0,-2-2 1 16,1 2-1-16,-2-2-1 15,-1-3 0-15,0-1-4 16,0-2-5-16,-3-3-14 15,0-3-5-15,0-2-3 16,0 0 17-16,0-2-3 0,-4-5 11 16,-1-6 12-16,3 2 15 15,-2-2 11-15,2-1-1 16,2 2-5-16,0 1-13 16,2 1-7-16,5 6-5 15,3 2 0-15,2 2-1 0,-1 0 0 16,4 3 2-1,1 3 0-15,0 4 1 0,0-4-2 16,-2 1 0-16,-1-3 1 16,-1-4-2-16,-2 3 1 15,-6-3 2-15,-1 0 6 16,-3 0 17-16,0-9 20 0,0-1-23 16,-3-2-6-16,-5-4 2 15,-2-2-9-15,-1-4-8 16,0 1 0-16,0-3-5 15,4 3-5-15,-1 2-14 16,3 3 0-16,-1 5-9 0,3 2-23 16,0 2-66-16</inkml:trace>
  <inkml:trace contextRef="#ctx0" brushRef="#br0" timeOffset="-113719.11">17902 16067 51 0,'0'0'99'0,"0"0"-99"0,-52-33 8 16,31 21-7-16,-4 1-1 0,-4 2 1 15,0 0 4-15,-5 3 6 16,3 2 13-16,-4 4-6 16,2 0-5-16,1 3-9 15,-4 8-4-15,3 8 0 16,-3 4-3-16,2 6 5 15,0 8-4-15,3 6 4 0,5 4-2 16,1 5 1-16,7 5 0 16,5 3-1-16,9-1 1 15,4 2-1-15,6-4-3 16,14-3-4-16,9-8-3 16,5-7 2-16,7-7 1 0,3-11 5 15,5-5 2-15,5-9 1 16,1-6 3-16,3-1 1 15,0-7-2-15,0-9 0 16,-1-2-2-16,-5-5 4 16,-2-4-2-16,-4-1 3 0,-6-3 6 15,-3-2 2-15,-6-3-3 16,-5 0-4-16,-6 0-4 16,-8-1 1-16,-5 3 0 15,-6 7 0-15,-1 2-3 16,-1 7-1-16,-10 4-2 15,0 5-9-15,-2 7-15 0,4 0-12 16,-3 2-15-16,3 0-1 16,3 3-53-16</inkml:trace>
  <inkml:trace contextRef="#ctx0" brushRef="#br0" timeOffset="-113550.89">18123 16331 102 0,'0'0'17'0,"0"0"15"0,48-5 3 16,-27-1-8-16,3 3-9 0,-3-3-8 16,3 2-7-16,0-1-2 15,-5 3-1-15,2-2-5 16,-2-1-16-16,-4-2-21 16,-1 0-27-16</inkml:trace>
  <inkml:trace contextRef="#ctx0" brushRef="#br0" timeOffset="-113394.04">18412 16186 232 0,'0'0'24'15,"0"0"-3"-15,0 0-20 0,0 0-1 16,0 0 0-16,0 0 1 16,0 0-2-16,41 51 0 15,-37-32-11-15,1 0-21 16,-5-3-41-16</inkml:trace>
  <inkml:trace contextRef="#ctx0" brushRef="#br0" timeOffset="-112859.95">18598 16210 153 0,'0'0'-5'15,"0"0"9"-15,0 0 5 16,7 47-5-16,-7-27-3 16,0-3 0-16,0 2 0 15,-1-4-1-15,-3-3 0 0,-2-3-1 16,2-4 0-16,-6-2 0 16,3-3-3-16,-2 0 3 15,0-5-10-15,0-6 0 16,0-4 8-16,3-4 5 15,1-4 6-15,4-2 6 0,1-4 5 16,0 1 1-16,4 2-1 16,5 2-5-16,2 4-2 15,3 5-5-15,1 3-4 16,1 6 1-16,1 1 1 16,-1 5-3-16,-1 0 1 0,-1 3 0 15,-1 7-2-15,-1 7-1 16,-5 1 1-16,-1 6-1 15,-2 1-8-15,-4 1-8 16,0-3-4-16,0-2 7 16,-7-2 7-16,1-3 3 0,0-5 3 15,0 0 3-15,4-1-1 16,2-4 1-16,0 1 2 16,0-1-1-16,6-3-1 15,3-1 3-15,3-2 1 16,2 0-4-16,0 0-1 15,2 0-2-15,-1-5-8 0,0-4-44 16,-1-1-46-16</inkml:trace>
  <inkml:trace contextRef="#ctx0" brushRef="#br0" timeOffset="-112397.9">18893 16206 229 0,'0'0'8'0,"0"0"-8"0,0 0 3 0,0 41-2 16,0-26 0-16,0 0 0 16,0 1 0-16,0-3-1 0,0 1 1 15,-1-3-1-15,-3-1-5 16,-2-2-12-16,-1-2-29 16,0-4 5-16,-1-2 28 15,-1 0 4-15,0-3 11 16,2-10 18-16,-1 0 9 0,4-4-1 15,2-1 1-15,2-1-15 16,0 1-7-16,0 2 0 16,4 6-1-16,6 3-4 15,-2 6 2-15,2 1-2 16,3 0-1-16,-1 7 0 0,4 4 0 16,-1-1 1-16,1 2-2 15,1-1 0-15,-1-4-5 16,-5-1-5-16,-1-2 6 15,-2-3 4-15,-3-1 1 0,-3 0 1 16,-2 0 23-16,0-1 14 16,0-9-21-16,0-2-11 15,-6-4-4-15,0-2-2 16,0-3-1-16,3-2 0 16,1-2-9-16,2 2-12 15,0 1-16-15,2 4-15 0,6 5-47 16</inkml:trace>
  <inkml:trace contextRef="#ctx0" brushRef="#br0" timeOffset="-111948.89">19081 16105 127 0,'0'0'20'0,"0"0"25"0,17 59-22 0,-13-33-13 16,2 1-3-16,-4-1-2 15,-2-2-2-15,0-4-1 16,0-3 0-16,0-3-1 15,-2-2 2-15,-5-8-1 16,3 0 2-16,1-4 1 0,-3 0 2 16,2-4-3-16,1-6 0 15,-1-7-4-15,1-3-4 16,3-3 2-16,0-4 1 16,0-1 0-16,0 2-1 0,4 2 2 15,2 7 0-15,0 6 6 16,2 7-2-16,2 4-3 15,-1 1 0-15,4 11 2 16,1 0-1-16,1 4 0 16,3 0-1-16,-3 0 3 0,-1-3-3 15,-3 0 0-15,-2-3-1 16,-2-4 1-16,-3-3-1 16,-3-1 1-16,1-2 4 15,-2 0 29-15,0-3 9 16,0-8-25-16,-4-5-7 0,-2-6-7 15,-2-1-3-15,0-7-3 16,0 0-10-16,2-1-19 16,0 2 2-16,0 4-14 15,1 0-21-15,1 5-56 16</inkml:trace>
  <inkml:trace contextRef="#ctx0" brushRef="#br0" timeOffset="-111685.09">19103 15834 237 0,'0'0'-9'0,"-41"-51"43"0,17 25-8 0,-3 2-19 0,-5 3-5 0,-1 2-1 15,-4 5-2-15,1 7 1 16,0 3-2-16,-2 4 0 16,2 6 2-16,-1 13-2 15,0 8 3-15,-2 10-1 16,-2 10 1-16,3 10-1 15,0 10 1-15,1 11-1 0,7 6 1 16,8 5-1-16,9 6-1 16,6 3-9-16,7 2-15 15,9-4-6-15,11-2-29 16,11-7 3-16,10-12-37 16</inkml:trace>
  <inkml:trace contextRef="#ctx0" brushRef="#br0" timeOffset="-111480.52">18621 16940 19 0,'58'37'56'15,"2"-10"-10"-15,5-13-1 16,2-9 0-16,4-5-17 15,3-7-6-15,-2-14-4 16,-1-8-4-16,-2-8-5 0,-7-4-6 16,-10-5-1-16,-7-2 1 15,-15-3 5-15,-9-2 4 16,-13 1-2-16,-8-2-1 16,0 4-4-16,-16 0-2 15,-3 6 0-15,-4 3-4 0,-4 7-3 16,0 6-1-16,0 8-19 15,2 4-19-15,2 6-56 16,1 3-85-16</inkml:trace>
  <inkml:trace contextRef="#ctx0" brushRef="#br0" timeOffset="-111124.11">19366 16395 122 0,'0'0'-9'16,"0"0"9"-16,0 0 1 15,0 0 0-15,0 0-1 0,40 29 0 16,-31-28 1-16,1-1-1 15,1 0 6-15,5-3 16 16,1-10 7-16,4-1-2 16,10-6-10-16,3 0-9 15,7-2-2-15,7-4-3 0,1 0 1 16,2-1 0-16,1 0 2 16,0 0 0-16,-1 2 4 15,0-1-7-15,-8 6-2 16,2 2-2-16,-8 2-10 15,-7 4-28-15,-5 1-45 0</inkml:trace>
  <inkml:trace contextRef="#ctx0" brushRef="#br0" timeOffset="-110759.91">20154 15945 108 0,'0'0'24'0,"0"0"1"0,0 0 0 0,0 0-5 16,0 0-6-16,0 0-1 16,0 0-1-16,28 38-3 15,-21-17-1-15,3 5-2 16,-3 5-3-16,1 5-1 16,3 1-1-16,-4 1-1 0,-1-4-12 15,-1-3-8-15,-1-4-8 16,-1-7-28-16,-3-4-40 15</inkml:trace>
  <inkml:trace contextRef="#ctx0" brushRef="#br0" timeOffset="-109962.91">20113 15967 125 0,'0'0'32'0,"0"0"-29"0,0 0 0 0,16-48-3 15,-7 34 0-15,1 1 0 16,1 1 0-16,1 1 2 16,2 0 6-16,1 3 17 15,2 1-6-15,2 2-7 0,0 4 0 16,-1 1-3-16,1 4-4 16,-2 13-2-16,-2 7 0 15,-2 8 0-15,0 4-2 16,-2 4-2-16,-1 3 3 15,0-1-1-15,-1-2 0 0,-5-3-5 16,-1-1-13-16,0-5-17 16,-3-7-37-16,0-6-71 15</inkml:trace>
  <inkml:trace contextRef="#ctx0" brushRef="#br0" timeOffset="-107976.27">20171 16136 189 0,'11'0'1'15,"3"-6"2"-15,1-2 9 0,4-2-5 0,3 0-4 16,-1 1 0-16,5-3 2 15,1 1 0-15,3-2-2 16,4 2-2-16,-3-2-2 0,-1-3-75 16</inkml:trace>
  <inkml:trace contextRef="#ctx0" brushRef="#br0" timeOffset="-107719.93">20554 15861 198 0,'0'0'-13'0,"0"0"31"16,0 0 14-16,-47-30-11 15,40 29-5-15,1 1-3 0,0 0-6 16,4 13-5-16,0 5-1 16,2 5 1-16,0 5 0 15,3 3 0-15,8 2-1 16,-2 0-1-16,4 1 1 15,0-3-1-15,-3-3-1 16,3-1-15-16,-6-5-12 0,0-5-19 16,-3-6-57-16</inkml:trace>
  <inkml:trace contextRef="#ctx0" brushRef="#br0" timeOffset="-107492.71">20627 15807 218 0,'0'0'6'0,"0"0"35"0,0 0-32 16,0 0-8-16,0 0 4 16,-2 47 6-16,2-20-3 15,0 4-4-15,0 2-2 16,0 2-1-16,2-1 0 15,1 2-7-15,-3-5-39 0,0-5-74 16</inkml:trace>
  <inkml:trace contextRef="#ctx0" brushRef="#br0" timeOffset="-106765.16">20476 16094 211 0,'0'0'-35'0,"0"0"30"0,37-31 8 16,-21 22-1-1,4-1-1-15,2 2 0 0,1-1 0 16,2-1 3-16,-1-1 2 16,2 0 0-16,0-1-2 15,0-2 1-15,-1 0 1 16,-4 0 1-16,0 1 2 0,-7 1 1 15,-5 2-1-15,-3 3 0 16,-6 3 4-16,0 1 6 16,-6 3-4-16,-3 0-15 15,-5 0 0-15,-1 7 0 16,1 6 1-16,3 1 0 0,-1 5 0 16,4-1-1-16,5 1 0 15,3-1 1-15,0-1-1 16,0-1 1-16,9-5-1 15,1-1 0-15,1-1-5 16,2-4-11-16,1-5-3 16,1 0 5-16,1 0 1 15,-1-4 8-15,-1-6 3 0,-1-3 2 16,-3-2 3-16,-1-1 10 16,-1-1 3-16,-2 1-2 15,0 2-3-15,0 3-2 16,-2 3-2-16,1 3-4 0,-1 4 0 15,1 1-2-15,2 0-2 16,-2 3 1-16,0 6 2 16,1 0 0-16,-2 2-2 15,2 0 1-15,-4-2-1 16,2-2 1-16,0 0-3 16,0-4-4-16,-2-3 2 0,2 0 3 15,0 0-2-15,1-5 7 16,2-4 7-16,0-4 3 15,1 0-5-15,1 1-3 16,1 2-4-16,-1 1-1 16,0 5 0-16,0 3 1 0,-2 1-2 15,1 3-3-15,-2 9 4 16,1 4-1-16,1 2 1 16,0 2 0-16,-3 0-2 15,3 1-13-15,-2-3-12 0,2-3-17 16,-4-8-38-16</inkml:trace>
  <inkml:trace contextRef="#ctx0" brushRef="#br0" timeOffset="-106236.86">21130 15815 69 0,'-18'-41'196'0,"-2"-1"-180"16,-4-1 4-16,-4 3-14 0,-3-1-2 15,-5 5-3-15,-5-2 2 0,-7 4-2 16,-5 6 0-16,-5 4 0 16,-5 5-1-16,-4 9-2 15,0 10 1-15,-2 0 7 16,2 14-3-16,0 11-2 16,2 6 1-16,0 11 1 0,7 8-3 15,0 11 0-15,5 9 1 16,7 7-1-16,8 8 0 15,9 6 0-15,10 0 0 16,11-2 0-16,8 0-1 16,9-5 1-16,12-7-3 0,11-3 2 15,7-9 0-15,4-7 1 16,6-6 1-16,4-8-1 16,5-9 0-16,1-11 0 15,3-8 0-15,4-11 1 16,3-5 4-16,4-9 2 15,0-13 4-15,3-9-1 0,0-6-3 16,-1-7-4-16,-1-5-1 16,-6-7 1-16,-7-1-2 15,-8-5 3-15,-9-2 6 16,-9 0 9-16,-9-3-11 16,-12 3 0-16,-7 2-2 0,-7 2-2 15,0 8-2-15,-15 6-1 16,-6 8-3-16,-8 5-26 15,-6 10-12-15,-7 6-1 16,0 6-76-16</inkml:trace>
  <inkml:trace contextRef="#ctx0" brushRef="#br0" timeOffset="-105858.36">21373 15728 102 0,'0'0'76'0,"0"0"-76"0,0 0 0 0,0 0 23 0,0 0 20 15,0 0 3-15,0 0-17 16,0 0-21-16,46-53-3 0,-21 20 2 16,11-5-5-16,4-12 2 15,6-5-4-15,4-10 2 16,4-4 0-16,4-3-1 16,6-6 1-16,1-1 0 15,3 0-1-15,1 5 0 16,-4 6-3-16,-5 11-1 15,-7 15-16-15,-11 12-15 0,-11 16-33 16,-12 14-43-16</inkml:trace>
  <inkml:trace contextRef="#ctx0" brushRef="#br0" timeOffset="-105587.33">21392 15705 268 0,'0'0'4'0,"0"0"-7"15,0 0 3-15,61 4-4 16,-9-7 9-16,14-3 0 16,8-1 1-16,13-2-1 0,5 4 3 15,6 4 0-15,6 0-2 16,0 1-4-16,0 0-1 15,-6 7-1-15,-3 4-2 16,-8 0-18-16,-9 3-14 16,-15 2-43-16,-17 0-39 15</inkml:trace>
  <inkml:trace contextRef="#ctx0" brushRef="#br0" timeOffset="-105285.34">21314 16223 302 0,'0'0'-14'0,"-48"20"17"16,48-11 1-16,12 0-4 16,21 0 2-16,13 2-2 0,14-1 13 15,9 1 7-15,9 4-1 16,11-1-2-16,7 4-4 15,7 2-6-15,5 2-3 16,6 3-3-16,-2 0 0 16,-3 0-4-16,-5-3-9 15,-6-1-2-15,-10-3 3 0,-8-2 5 16,-10-3-1-16,-10 1-12 16,-12-3-10-16,-17 0-34 15,-14-1-66-15</inkml:trace>
  <inkml:trace contextRef="#ctx0" brushRef="#br0" timeOffset="-105013.91">21583 16959 189 0,'0'0'-32'0,"-32"49"32"15,32-27 0-15,13-1 3 16,13-2 20-16,10 2 21 0,7 0-1 16,6 3-12-16,7-1-7 15,5 5-8-15,5-2-3 16,-1 3-11-16,-2-2-1 16,-2-2-4-16,-5-4-17 15,-9-4-5-15,-6-5-16 16,-13-7-49-16,-8-5-49 0</inkml:trace>
  <inkml:trace contextRef="#ctx0" brushRef="#br0" timeOffset="-104737.89">21071 16438 311 0,'48'44'5'16,"12"8"-2"-16,16 15-1 15,7 5-2-15,2 6 0 16,-2-1 1-16,-2 0-1 0,-1-6 1 15,-8-3-2-15,-4-8-17 16,-7-13-86-16</inkml:trace>
  <inkml:trace contextRef="#ctx0" brushRef="#br0" timeOffset="-104481.23">22313 14854 276 0,'44'-61'4'15,"12"-6"0"-15,18-1-4 16,15-9-42-16,7-9-148 16</inkml:trace>
  <inkml:trace contextRef="#ctx0" brushRef="#br0" timeOffset="-102881.48">8529 5179 66 0,'0'0'62'0,"0"0"-65"0,0 0 6 0,54-24 5 0,-27-3 2 16,6-13 3-16,14-12 5 16,13-18 4-16,15-18-5 15,21-20-2-15,24-20-8 0,19-17-7 16,13-15-7-16,6-9-115 15</inkml:trace>
  <inkml:trace contextRef="#ctx0" brushRef="#br0" timeOffset="-100446.05">9613 12622 29 0,'0'0'-4'0,"0"0"-2"0,0 0 14 0,0 0 1 16,0 0 11-16,33-43 7 15,-18 21-4-15,7-6-1 16,4-8 2-16,15-7-6 16,11-10-10-16,21-11-6 0,17-8 0 15,18-14-6-15,11-12-63 16</inkml:trace>
  <inkml:trace contextRef="#ctx0" brushRef="#br0" timeOffset="-98966.03">14975 7959 28 0,'0'0'3'0,"0"0"-1"0,-49-6 1 0,29 2 3 15,-1-2 6-15,-2-1 5 0,-4 3-3 16,0-3-3-16,-3 2 1 16,-3 0-7-16,-2-1-1 15,-1 4 0-15,-3 1-2 16,-6 1-2-16,-2 0 1 16,-5 0 0-16,-2 0-1 0,-4 1 2 15,1 5-1 1,-5 1 4-16,-1 5-2 0,-2 1 1 15,-6 5-2-15,-1 2-2 16,-6 4 2-16,0 0-1 16,2-1 0-16,1 2 0 0,3-2-1 15,0 0 1-15,0 1-2 16,5 2 1-16,-2 1-1 16,4 4 0-16,1 0 1 15,3 3 0-15,5 3 0 16,0-1 0-16,6 2-1 0,4 0 1 15,2 3 0-15,5-1 0 16,1 3 0-16,7 1 0 16,2 1-2-16,4 1 1 15,4-2 1-15,3-2-1 16,5 2 1-16,2-2 0 0,5 0 0 16,2 2-1-16,0 0 1 15,4 3 0-15,0-3 0 16,0 0-1-16,4-1 1 15,5-3 0-15,5 1 0 16,5-1 0-16,3-1 1 16,8 2 1-16,7 0 1 0,8-5 1 15,7 0 2-15,8-4 1 16,5-2-2-16,6-6 0 16,3 0-1-16,1-4-2 15,0 0-1-15,-2-4 1 0,2-1-2 16,3-3 0-16,4-2 2 15,2-6-2-15,7-1 1 16,3-3 1-16,4 0-1 16,2-3-1-16,6-7 1 15,3-3 1-15,3-1 1 16,1-3 0-16,4 1 0 0,-1-2-2 16,-3-1 1-16,-2-2-1 15,0-2 0-15,-3-5 0 16,-3-2 0-16,0-4 0 15,-5-2-1-15,-3-5 2 16,-3-3-2-16,0-1 0 0,-2-3 1 16,-5-3-2-16,-3-5 2 15,-6-1-2-15,-10-4 1 16,-12-3 1-16,-13-4-1 16,-11-3-1-16,-14-3 5 15,-14-4 16-15,-4-4 3 0,-20-5-2 16,-18-1-9-16,-17 3-5 15,-23 4-4-15,-24 8-3 16,-33 10 0-16,-38 17 0 16,-38 16-34-16,-45 15-75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37:20.4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7841 4810 0 0,'0'0'3'0,"0"0"0"0,0 0-1 0,0 0 1 15,0 0 0-15,0 0-1 16,0 0-1-16,0 0 2 16,0 0 0-16,0 0 2 0,0 0 5 15,0 0 3-15,0 0-2 16,31 33 0-16,-30-33-2 16,-1 0 1-16,2 0 6 15,4 0 5-15,-1-7 7 0,8-9-7 16,4-7-8-16,10-14-4 15,11-13 3-15,14-15-8 16,13-16 2-16,18-17-4 16,13-14 0-16,10-12-12 15,6-10-89-15</inkml:trace>
  <inkml:trace contextRef="#ctx0" brushRef="#br0" timeOffset="3514.89">8876 7866 38 0,'0'0'14'0,"0"0"-6"0,0 0 9 0,0 0-8 16,0 0-4-16,0 0 0 15,-18-41 2-15,13 34 2 0,0-1 3 16,-3 2 0-16,1-1-2 15,-2 2-3-15,0 1 0 16,-2-1-1-16,0 3-5 16,-1-1 4-16,0 0-2 15,-1 2 1-15,3-2 1 0,-3 3-2 16,1-1-1-16,-1-1-1 16,-1 1 1-16,1-2 1 15,-5 3 0-15,1-3-1 16,-2 2-1-16,-5 0 1 15,-3 1-1-15,-1 0 1 0,-4 0 0 16,-2 0 0-16,0 0-1 16,-3 0 0-16,3 1-2 15,-1 0 2-15,1 1-1 16,-1-2 0-16,1 0 1 0,-3 0-1 16,-2 0 0-16,-1 0 0 15,-1 0 1-15,-2 0 2 16,-1 0 2-16,1 0-3 15,-1 0 0-15,2 0-1 16,-3 0 0-16,2 0-2 16,1 0 2-16,0 0-1 0,2 0 1 15,0 0-1-15,3 0 0 16,1-2 0-16,-3 1 0 16,-2-2 0-16,1 3 2 15,-3-1-4-15,0-1 4 16,-1 2-2-16,-1 0 0 0,1 0 0 15,2 0 0-15,-2 0 0 16,2 0 0-16,-1 0 0 16,1 7 0-16,-2 3 0 15,3 0-2-15,1 4 2 16,2 1 0-16,-2 0 0 0,6 5 0 16,-4-2 0-16,1 2-1 15,-1 1 1-15,2 2 0 16,-3 1 0-16,-1-1-1 15,5 0 1-15,-1 0 1 16,1 0-1-16,0-1 0 0,-2 2 0 16,3-1-1-16,-4 1 1 15,3 3-2-15,1 0 0 16,1 3 4-16,2-3-2 16,4 4 1-16,4-1-2 15,0 0 2-15,4-2-1 16,1-1 0-16,2 2 0 0,3-5 0 15,4 1 0-15,1-1-1 16,2 1 1-16,1 0-1 16,3 1 1-16,0 2-1 15,2-1 1-15,0 5 0 16,0-1 0-16,0 1-1 0,2-2 1 16,1 3 0-16,3-2 0 15,-2 3 0-15,4-1 0 16,-2 2 0-16,-1 2 0 15,3 1 0-15,0 0 1 0,0-3-2 16,1 1 2-16,0-4-2 16,3-3 0-16,1-4 1 15,1 1-2-15,3-2 1 16,3-3 1-16,1 2-3 16,2-2 4-16,2 2-3 15,2-3 3-15,2 3-1 0,-2-2-1 16,0 2 2-16,0-2-1 15,-3-1-1-15,-1-2 2 16,1-1-3-16,-1 0 1 16,-2-1-2-16,4-5 3 15,-2 2 0-15,4 0-3 0,0-2 2 16,2 1 1-16,0 0-2 16,3 1 2-16,1-1 2 15,0 0-3-15,-1 3 0 16,1-3 0-16,-2 1 1 15,1-1-3-15,1-1-1 0,0-3 1 16,3-2 6-16,-1 0-3 16,2-2 3-16,-3 0-3 15,1-1 1-15,-1-2 0 16,-1 2-1-16,1-3 1 16,3 3 0-16,1-1 0 15,1-1-1-15,3 1 2 0,-2 2-2 16,3-1 1-16,-1 1-1 15,1-2 0-15,-3 0 2 16,2-2-2-16,-1 0 0 16,-1 0 0-16,2 0 1 0,1-7 2 15,-1 0 1-15,0-2-1 16,2 0 1-16,-1 0-3 16,1 0 0-16,0 1 1 15,3-2-2-15,0 1 0 16,-2 1 1-16,1-1-1 0,2-2-1 15,-2-2 1-15,1-1 1 16,2-3 2-16,1-3-3 16,-2-1 3-16,2-5 2 15,-3-2-3-15,0-4 0 16,0-3-1-16,-3 2 3 16,-1-5-1-16,4 2-1 0,-3-2 1 15,1 0-1-15,-5-1-1 16,-2 0 2-16,-2-3-3 15,-2-1 2-15,-3-2-2 16,-5-1 6-16,-1-1-2 16,-6-1-2-16,-6 0 0 0,-4-1 2 15,-5-2 3-15,-4 1 1 16,0-3-3-16,-6 0-1 16,-4 0-2-16,-1-1 0 15,-2-1-1-15,0 0 0 16,-4 0 0-16,-2 0-1 0,-4 2 3 15,-4 3-2-15,-6 2 0 16,-5 6-2-16,-7 5 1 16,-6 8-1-16,-9 12-16 15,-10 6-15-15,-8 11-37 16,-12 0-34-16</inkml:trace>
  <inkml:trace contextRef="#ctx0" brushRef="#br0" timeOffset="8479.77">13679 7849 72 0</inkml:trace>
  <inkml:trace contextRef="#ctx0" brushRef="#br0" timeOffset="10647.06">13597 7949 41 0,'0'0'50'16,"0"0"-39"-16,0 0 4 0,0 0-2 15,6-43-8-15,-4 32-3 16,0 1-1-16,0 0 0 15,-2 1 2-15,0 2 1 16,1 0-1-16,-1 3-2 16,0-2-1-16,0 3 0 0,0-4 0 15,-1 3-1-15,-5-2-3 16,-3-2 8-16,-5-2-2 16,1 1 1-16,-1-3 3 15,-3 0 2-15,-1-1 3 16,0 2-1-16,2 0-6 0,-2 1 1 15,0 1-4-15,-2 1 1 16,-3 2-1-16,-1 0-1 16,-2 1-3-16,-7-1 7 15,1 3-4-15,1 0 3 16,-6 0-3-16,2 1 2 0,1 1 2 16,-2 1-4-16,1 0 0 15,-3 0 1-15,-3 0 0 16,0 4-1-16,0 3 1 15,-2 1-1-15,3 2 0 16,0 0 0-16,-1 1 0 16,4-2 1-16,1 1-1 0,-1 0 0 15,3 0 1-15,0 1-1 16,0-2 0-16,1 3 1 16,1 1-1-16,1 1 0 15,-1 3 0-15,1 0 0 16,0 2 0-16,0 1-1 0,2 2 2 15,-2 1-1-15,3 4-1 16,1 0 1-16,2 0 0 16,2 3 0-16,0 0 0 15,4-2 0-15,-2 2 0 16,3 1-1-16,-1 2 1 0,1 0 1 16,2 2-1-16,0 1 0 15,1-1-2-15,3 2 2 16,0 0-1-16,3 0 1 15,1 0 0-15,2 3-1 16,1 1 1-16,1 1-1 0,2 1 1 16,-2 1-1-16,2-1 2 15,2-1 0-15,0-1-2 16,0-1 0-16,0-3 1 16,2-3-3-16,8-4 1 15,-1 0-3-15,5-3 2 0,1-2 3 16,3-3-3-16,-1-1 4 15,4 0-1-15,1 1 2 16,3-1 0-16,0 0-1 16,3 2 0-16,2 3 0 15,1-1-1-15,0 3 1 0,0 0-1 16,1 0 1-16,3-1-2 16,-4-2-2-16,4-2 5 15,-1 0 1-15,3-2 3 16,1-3 0-16,-2 0 0 15,3-3-3-15,2-2-1 16,-1-3 0-16,0-3 2 0,3 0 2 16,-1-5-2-16,8-1 2 15,-2-1-4-15,7 0 1 16,0 0-1-16,2-1-1 16,-1-4 1-16,-2 0-1 0,0-1 1 15,-1-2-2-15,0-4 0 16,-2 1 0-16,-1-3-3 15,1-3 3-15,0-2 1 16,-1-2-5-16,4-1 8 16,-1 0-2-16,0-4-2 0,-1-1 8 15,-6-1 1-15,2-2 0 16,-8-4-2-16,2-3-1 16,-3-3-1-16,1-4-3 15,0-3 0-15,-1-4-1 16,-2-1 1-16,-5-2-1 15,-1-2-2-15,-4-2 2 0,-3 0-1 16,-2-3 0-16,-2 2 0 16,-5 0 0-16,0 5 0 15,-5 0 0-15,-7 2 1 16,-3 2-1-16,0 1 2 16,-11 1-1-16,-5 1 3 0,-2 3 2 15,-6 2-1-15,0-2-1 16,-4 2-2-16,-2 1-2 15,-5-1 0-15,-5 2 1 16,-9 0 2-16,-2 8-3 16,-9 3 0-16,-10 8-6 15,-4 8-13-15,-9 10-13 0,-6 3-27 16,-6 7-31-16</inkml:trace>
  <inkml:trace contextRef="#ctx0" brushRef="#br0" timeOffset="12964.86">12943 9828 16 0,'0'0'4'0,"0"-2"-4"0,0 2 6 0,0 0 25 16,0-1 1-16,0 1-19 15,0-1-1-15,0 1 3 16,0 0-6-16,0 0-10 16,0 0-1-16,0 2 8 0,0 3-3 15,0 0-3-15,0 3 0 16,0 0-2-16,0 0 2 15,2 0 0-15,3 0 0 16,2 2-1-16,1-1-2 16,3-1 2-16,1-3 0 0,1-2 3 15,4-3-7-15,5 0 8 16,4-14 6-16,11-10 6 16,13-13 3-16,17-11 3 15,16-14-5-15,23-15-3 16,25-14-5-16,26-12-3 15,21-13-3-15,21-10-3 0,15-12-99 16</inkml:trace>
  <inkml:trace contextRef="#ctx0" brushRef="#br0" timeOffset="17782.57">19251 7940 109 0,'8'0'-21'0,"-2"0"22"0,2 0-1 15,-4 2 1-15,1-1-1 0,3 1 0 16,-3 0 0-16,0 0 0 16,-1-1 1-16,0 0 0 15,-1 0 2-15,-1 0-2 16,0-1 0-16,0 0-1 16,-2 0 2-16,1 0-1 15,-1 0 5-15,0 0 12 0,0 0-1 16,0 0-10-16,0 0-5 15,0-2 2-15,0-2-1 16,0 0-2-16,0-3 2 16,0 3-1-16,-1-3 1 15,-5 1-2-15,0-4 0 0,1 4-1 16,-3-1 5-16,-1 0-7 16,1 0 5-16,-2 0 0 15,-1 1-3-15,3-1 2 16,-3 1-1-16,-3-1-2 0,1 3-5 15,-1-2 13-15,-3-1-8 16,-3 0 4-16,-1 3-1 16,0-2 0-16,0-1 1 15,-6 3-1-15,0-2 0 16,1 0 3-16,-1 2-1 16,-2-3 5-16,2 3 1 15,0 1-4-15,1-1-2 0,3 1 0 16,1 2-3-16,-1-1 0 15,2 2-1-15,2 0 1 16,-1 0-1-16,0-3 0 16,3 3 1-16,2-2-1 0,0 0 1 15,-4 1 1-15,3-1 0 16,-3 1 1-16,-3 1-1 16,2 0-1-16,-5 0 0 15,1 0-1-15,1 0 1 16,-1 0-1-16,0 3 1 0,-1 1-1 15,2 0 0-15,-4 2 0 16,3-2 1-16,-2 0-1 16,-2 3 0-16,1-2 0 15,-1 0 0-15,0 2 0 16,-1-1 0-16,2 1 1 0,-2 3-2 16,0 0 2-16,-2 0-1 15,-1 3 0-15,2 0-1 16,0 2 1-16,-4 1 0 15,1 1 0-15,-4 0 0 16,1 3 0-16,-2 0 1 16,-3 0-2-16,1 1 1 0,1-2 1 15,-1 2-1-15,1-3-1 16,3 1 1-16,-1-2 0 16,1 1 1-16,1 3-2 15,-1-1 1-15,3 3 0 16,-1 4 0-16,2 0 0 0,2 3 1 15,3 4-1-15,0 0-1 16,4 2 0-16,-2 3 2 16,4 5-2-16,-1 3 1 15,0 6-1-15,0 3 1 16,1 3 0-16,2 2 0 0,2-2-1 16,2-2 0-16,2-3 0 15,6-4 0-15,5-3 2 16,2-3-3-16,0-3-1 15,9-4 0-15,6-1 4 16,3-1-1-16,5 0 1 0,1 1-1 16,3 0 0-16,2 0 1 15,1 3 2-15,1-1-1 16,0-1 1-16,3-2-1 16,0 1-2-16,3-4 1 15,1-4-2-15,4-1 1 0,-2-3-2 16,2-1 3-16,3-4 0 15,0 0 0-15,2-5 0 16,-1 0 0-16,4 0-1 16,-5-3 2-16,4-1 0 15,-5-1-1-15,1 0 1 0,0-2-4 16,4 0 4-16,3-3-2 16,1-1 0-16,5 0 1 15,0-3 0-15,1 0 1 16,3 0-2-16,-2-6 0 15,1-1 2-15,-2-3-2 0,0 0 1 16,-1-1-1-16,1-2 1 16,-4-1-1-16,3-1 2 15,1 0-2-15,0-3 1 16,3-1 0-16,-1-2-1 16,2-6-6-16,0-5-7 0,-4-8 1 15,-3-7 9-15,-3-6 4 16,-6-7 1-16,-7-3 3 15,-2-4 14-15,-8-1-3 16,-4 1-4-16,-4 0-8 16,-6 6-2-16,-9 4-2 15,-7 6 0-15,-3 4-2 0,-17 7-2 16,-5 2-19-16,-10 1-24 16,-7-4-46-16</inkml:trace>
  <inkml:trace contextRef="#ctx0" brushRef="#br0" timeOffset="19563.93">17505 4982 81 0,'-15'-3'4'0,"0"-1"3"0,0 2-2 0,0 0 0 15,-3 2 4-15,0 0 2 0,0 0-3 16,-6 2 1-16,3 5-4 16,-2 5-2-16,-3 2-3 15,0 4 0-15,0 1 1 16,-1 2-1-16,0 3 0 15,-1 2 0-15,-1 2-1 16,1 4 1-16,-1 3 0 0,0 3 0 16,2 2 0-16,2 4 0 15,2 0 0-15,3 2 0 16,2 3 1-16,-1-2-1 16,3 6 0-16,0 1 0 0,3 4 0 15,-1-1 1-15,3 1-2 16,4-1 1-16,-2 0-2 15,4 0 2-15,-1-1 1 16,4 1-1-16,1 0 0 16,1-2 0-16,0-2 3 0,7-2-2 15,7-1-1-15,3-2 0 16,8-1-1-16,6-1 4 16,2-4 2-16,6-1-3 15,2 0-1-15,1-1 1 16,1 1 0-16,-3-1-2 0,0 0 1 15,1 1 1-15,-1-3 0 16,0-1-1-16,5-3 0 16,3 0 4-16,3-2 3 15,4-1-3-15,5 0 3 16,0 2-3-16,5 0-2 16,-2 1 0-16,2 0-1 0,1-1-2 15,-1 0 1-15,1-4-1 16,2-2 0-16,0-2 0 15,1-1 2-15,0-5 2 16,0-1 4-16,1 0-2 16,-4-4 2-16,0-3-5 0,1 2 2 15,-1-5-2-15,1-3 2 16,1-3 0-16,3-2 1 16,0 0-2-16,3-2 1 15,2-9-2-15,-2-4-1 16,-1-1-1-16,-3-5 0 0,-3-3 1 15,-1-4-2-15,-3-4 1 16,-5-6 1-16,1-5-1 16,-2-5 1-16,-2-4-1 15,-3-4 0-15,-2-2 0 0,-7-3-1 16,-3-3 1-16,-6-3 1 16,-3-1-2-16,-2-4 1 15,-2-2 0-15,-5-2-1 16,-2 1 2-16,-3-3-2 15,-4 0 0-15,0 0 1 16,-8-2 1-16,-1 1-2 0,-2 2 2 16,-2-3 0-16,0-1 1 15,-11 3 2-15,-5 2-3 16,-8 2 0-16,-4 1 0 16,-9 3 0-16,-5 3 0 15,-4 4 2-15,-6 2-3 0,-5 3 1 16,-6 3 0-16,-1 3-1 15,-6 4-1-15,-1 1 1 16,-4 7-4-16,-2 1 3 16,-4 3-1-16,-5 9 6 15,-6 4-4-15,-4 5-1 16,2 8 0-16,0 3 1 0,-3 7-2 16,1 0-2-16,2 11-15 15,0 11-22-15,0 2-32 16,-1 1-17-16</inkml:trace>
  <inkml:trace contextRef="#ctx0" brushRef="#br0" timeOffset="20230.62">18106 4831 53 0,'0'0'1'0,"0"1"2"0,0 1 0 0,0 0 1 16,0-1 2-16,0 3 1 0,0-2 0 15,0 2-2-15,2-1 0 16,1 2 0-16,1-2-2 16,0 0 6-16,3 0 2 15,2-3 0-15,0 0 1 16,7 0 4-16,0-9 11 0,8-5-9 16,5-7-8-16,6-6-3 15,5-3-2-15,10-10-1 16,4-4 2-16,5-8-2 15,7-5-2-15,4-3 1 16,8-4-1-16,0-1-22 0,2-3-63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38:46.5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4048 9238 110 0,'-5'5'-28'0,"5"-4"31"0,0 2-5 0,0 0 3 16,5 0-2-16,4 1 0 15,0 0-2-15,0 2 2 16,4-5 0-16,2 2 0 16,1-2-1-16,2-1 3 15,2 0-1-15,3 0 1 0,2 0-3 16,-1-4 9-16,2 0-4 16,2-2-1-16,3 3 3 15,-2-1 1-15,4 1 0 16,1-1 1-16,-1 0-2 15,4 2-3-15,-2-1 2 16,3-1-3-16,-2 0 0 0,3 1 0 16,3 0-1-16,0 1 1 15,1 0-1-15,-1-1 0 16,0 2 1-16,1-1-1 16,-1-2 0-16,2 3 0 0,0-2 0 15,4 0 0-15,-3-1 1 16,2 0 0-16,0-1 1 15,-1 1 2-15,2 0 1 16,-1 0-2-16,2-1 0 16,1 2-2-16,3 0-1 15,2 1 0-15,-1 0 0 0,2 2 0 16,-2 0 1-16,1 0-1 16,1 0 0-16,0 0 0 15,1 0 0-15,1 0 0 16,4 0 0-16,1 0 0 0,0 0 1 15,3 0-1-15,1 0 0 16,-2-2 0-16,0-1 1 16,-1-2-1-16,0 2 0 15,-5 1 0-15,0-1 0 16,1 1 1-16,0 1 0 16,3 0 0-16,1 0 0 0,2 1 0 15,3-1-1-15,2 1 0 16,-1 0 0-16,4 0 1 15,-3 0-1-15,0 0 0 16,-1 0 0-16,1 0 0 16,1 0 0-16,0-3 0 0,1 0 2 15,-2-1-1-15,2 0 2 16,-2 0 4-16,-2 1-1 16,-3 0-2-16,3 1 0 15,0 0-2-15,2 2-1 16,-2 0 0-16,1 0 0 0,3 0-1 15,-2 0 1-15,4 0-2 16,-4 0 2-16,-2 0-1 16,1 0 0-16,-1 0 0 15,-4 2 0-15,0-2-6 16,1 1 12-16,-1 0-6 0,2 0 1 16,3-1-1-16,-1 0 0 15,0 0 1-15,0 2 0 16,1-1 0-16,-1 1 0 15,0 2-1-15,3 0 2 16,-4 3-2-16,3 2 0 0,2-2 1 16,1 1-1-16,-1 2 0 15,2-1 0-15,-1-2 0 16,6-3 0-16,0-1 0 16,3-3 0-16,4 0 0 15,5 0 2-15,-1-4-2 0,3-5 2 16,2 2 0-16,0 1 2 15,2 2-2-15,1 4 0 16,2 0-2-16,-1 0 0 16,3 0 1-16,0 7-1 15,-3-2 0-15,5-2 0 16,1-2 1-16,-2-1 0 0,4 0 5 16,1-6 6-16,-1-4-4 15,-4-4 0-15,1 1 0 16,-1 1-5-16,-6-1 0 15,-2 1-3-15,-5 5 0 0,-9-1-16 16,-12-4-70-16</inkml:trace>
  <inkml:trace contextRef="#ctx0" brushRef="#br0" timeOffset="1831.12">3829 10028 84 0,'-7'0'8'0,"3"0"4"0,1 0 1 0,1 0-2 15,0 1-6-15,2 1-4 16,0 2-1-16,0 0 0 15,2 1 0-15,3 0 0 16,3 2-1-16,4-1 2 0,-1 1-1 16,5-1 0-16,1 0 0 15,4-1 0-15,2 1 0 16,3-2 0-16,8-1 1 16,-1-1-1-16,5 0 0 15,0-2 0-15,4 0 1 16,1 0 0-16,3 3 0 0,-1-3-1 15,4 1 0-15,1 0 2 16,0-1 0-16,2 2 2 16,2-2-1-16,4 0 0 15,3 0-1-15,1-2 2 16,3 0-3-16,6-3 0 0,1 0 0 16,4 1-1-16,0-2 0 15,2-1 1-15,1 0-1 16,5-1 1-16,3 0-1 15,-1-2 0-15,5 1 0 0,3 0-1 16,2-1 0-16,-2 0 3 16,2 3-2-16,1-2 2 15,3 2-2-15,-4 2 0 16,2 0 0-16,0 1 0 16,-1 2 1-16,0 1-1 0,1 0 0 15,2 1 0 1,-2 0 1-16,2 0 0 0,4 0-1 15,-2 0 3-15,1 0-3 16,-2 0 1-16,-1 0-1 16,-1 0 0-16,-2 0 0 15,-2 0 1-15,2 0 0 0,-4-3 3 16,-5 0 2-16,2-3 0 16,-2-2 2-16,3 1-1 15,-2-1 1-15,3 0-3 16,0 1 1-16,2 1-3 15,-2 2 1-15,-1 1-1 0,1 2 0 16,-2 1-1-16,1 0-1 16,-6 4 0-16,-1 4-1 15,0 1 0-15,-2 1 1 16,-2-1-1-16,1-1 0 16,0-3 0-16,3-1 0 15,1-3 0-15,3-1 0 0,3 0 0 16,-1 0 0-16,1 0 0 15,-5 0 1-15,2 0-1 16,-3 0 1-16,-2 0-1 16,0 0 3-16,0 0-1 0,2 0 2 15,2 0 0-15,-2 2-3 16,3-1 3-16,5 3-2 16,1-1-2-16,2 2 0 15,2 0 0-15,2 1 0 16,1 1 0-16,2 0 1 0,2 2-1 15,1-1 0-15,3 3 0 16,1 0 0-16,1 0 0 16,1-4 1-16,2 1-2 15,-1-2 1-15,4-2-1 16,3-2 2-16,3-2 1 0,2 0 5 16,2 0-4-16,1 0 0 15,0 1 0-15,0 1-2 16,1 0 3-16,-4 1-2 15,0 0-1-15,0 0 0 16,-2-3 1-16,0 0 1 16,0 0 2-16,0 0-2 0,2-3 0 15,-4-3-1-15,-2 1-1 16,-6-2-1-16,-8 2-1 16,-5 1-10-16,-10 0-7 15,-14-5-40-15,-15-5-65 16</inkml:trace>
  <inkml:trace contextRef="#ctx0" brushRef="#br0" timeOffset="3865.7">4209 10943 97 0,'0'0'7'0,"0"0"3"0,0 0-9 16,2 0-2-16,0 1 2 16,1 2-1-16,1-2 2 0,2 2 2 15,2 0 0-15,3 1-1 16,0 2-1-16,3-2 0 15,3 3-1-15,3-1-1 16,3 1 0-16,4-1 0 16,2 0-3-16,4-1 2 0,1 1 4 15,4-2-3-15,3 2 0 16,5-2 1-16,0 0-1 16,8 2-3-16,2-3 1 15,2 1 2-15,1-3 1 16,3 2-1-16,-1-1 3 0,1-1-3 15,-1 2 2-15,1-1-1 16,1 0 0-16,-1 0-2 16,5 0 3-16,-2 0-1 15,2 0-1-15,4 0 0 16,1 1 2-16,1 1-2 16,4-1 1-16,-3 2-1 0,4 0 1 15,0 1-1-15,3-2 2 16,-1-1-1-16,2 1 0 15,-1-4-1-15,3 0 1 16,0 0 2-16,-1 0 1 0,1 0 1 16,1 0-3-1,2-4 2-15,0 3-2 0,1 0 1 16,1 0-1-16,1 1 1 16,1 0-1-16,-4 0-1 15,4 0 0-15,1 0-1 16,0 0 0-16,-1 0 1 0,3 0-1 15,0 0 2-15,-2 0-1 16,0 0 2-16,-1 0 0 16,3 0 3-16,0 0 0 15,-1 0 2-15,2 0-2 0,1 0 0 16,-4 0-4-16,2 0 2 16,-4-6-3-16,3 1 2 15,1-4-3-15,-3 0 0 16,3-2 0-16,0 1 0 15,0-5 0-15,-4 1 1 0,-1-1 2 16,-1 0 4-16,0 2 0 16,-1 0-1-16,-2 3 0 15,1 3-1-15,1 0-3 16,-3 1-1-16,1 1 0 16,0 3 1-16,3-1-2 15,-2 2 2-15,-1 1-2 0,-1 0 0 16,-1 0 0-16,-1 0 0 15,-2 1 0-15,-5 6 1 16,0 2-1-16,-4 1-1 16,-1 1 1-16,-1 2 1 15,1 3-2-15,-2-3 2 0,0-1-2 16,1 1 1-16,2-2 0 16,-1-1 0-16,-1-3 0 15,5-2 1-15,0 2-2 16,2-3 2-16,-3 3-1 15,3-4-1-15,1 1-1 0,0-2 2 16,1-1 0-16,0-1-1 16,1 0 1-16,2 0 0 15,3-3-1-15,3-1 1 16,3 0 0-16,0-2 0 16,3 3 0-16,-1-1 0 0,-2 2 0 15,3-2-1-15,1 2 1 16,-2 0 0-16,2 1 1 15,1 1 1-15,4 0-2 16,-1 0 2-16,-1 0-1 16,1 0-1-16,2 1 0 0,-2 2 0 15,-2 0-1-15,5 0 2 16,-3 1-1-16,1-1 2 16,1 2-3-16,-1-2 3 15,1 2-3-15,1 0 2 16,-1 1-1-16,3 0 0 15,0 0 1-15,-2 2 0 0,2-1 0 16,-2 0 0-16,0 1 0 16,3 0 1-16,-3-3 1 15,-1 1-2-15,-2-5 0 16,-2 2-1-16,-1-3 1 0,-5 0 1 16,0 0 0-16,-5 0 1 15,-2 0 1-15,-7-4 1 16,-2 0-1-16,-7-1 1 15,-3 0-2-15,-5-1-1 16,-3 2 1-16,-7-2 0 16,0 0 1-16,-7-1 0 0,-4 2 0 15,-4-1 1-15,-5 3-2 16,-5-3 1-16,-4 2-1 16,-6 1-1-16,-1 1-1 15,-5 0-1-15,-4 2 0 0,-2-1 2 16,-2-1-6-16,0-2-15 15,-9-7-31-15,-10-12-135 16</inkml:trace>
  <inkml:trace contextRef="#ctx0" brushRef="#br0" timeOffset="5175.97">17780 8379 124 0,'-3'-10'4'0,"1"0"12"0,0-1 1 0,-1 1-1 0,1 0-5 0,0 1-3 15,-1-2-2-15,0 4-2 16,-3 0-1-16,0 1-2 16,-2-1 0-16,1 3-3 15,0 1-3-15,0 0 3 0,2 0 2 16,3-1 1-16,1 1-1 16,1-1-1-16,0 1-1 15,2-1-5-15,7 1 7 16,0 0 3-16,2 1-3 15,2 2 0-15,0 0 0 0,2 0 2 16,-1 1-2-16,3 7 1 16,0 5-1-16,0 1 0 15,-2 5 0-15,1 1 1 16,-2 2-1-16,-1 4 0 16,-2 1 0-16,-1 3 0 15,-3 2 1-15,1 2-1 0,-4 2 1 16,0 4 0-16,-2-1-1 15,-2 3 1-15,0-3 0 16,0 3 2-16,0-3 0 16,-4 0-1-16,1 2-1 0,0 3 0 15,3 0 0-15,0 2 0 16,0 0 0-16,0 1-2 16,7-3 2-16,5 0 0 15,3-8-1-15,5-5 2 0,-1-3-2 16,5-4 2-1,-3-5-1-15,0-5 1 0,-2-4-2 16,-2-3 2-16,-3-3-2 16,-7-1 1-16,1-1 1 15,-6-2 2-15,0 0-1 16,0 1-2-16,-2 0 0 16,0 3-2-16,-4 1-1 0,-5 6 3 15,-2 1 3-15,-2 6-3 16,-2 5 0-16,1 4-1 15,-1 4 0-15,1 5 1 16,3 1-1-16,2 4 0 16,-1 2 0-16,4 1 0 15,2 3 0-15,2-1 0 0,2 0 0 16,0-1 0-16,0-1-1 16,6-1 1-16,2-1 1 15,2 1 1-15,-1 2-2 16,-1 2 0-16,3 2 1 0,-1 0 0 15,-3-2-1-15,2 2 1 16,-3-6-1-16,2 0 0 16,0-4 0-16,1-3 0 15,0-3 0-15,-2-2 1 16,1-1 1-16,-2-3-1 16,0 0 2-16,-4-3-1 0,-2 2 3 15,0-1-1-15,0 1 0 16,-4-1 0-16,-6 1-1 15,-3-2-1-15,-5 2 0 16,-4-5 1-16,-4 0 0 0,0-4-2 16,-3-2 0-16,-1-4-1 15,0-4-1-15,-5-3-4 16,1-4-39-16,0-13-88 16</inkml:trace>
  <inkml:trace contextRef="#ctx0" brushRef="#br0" timeOffset="5816.29">18419 9342 71 0,'-2'1'3'0,"0"1"-2"0,-1 4 1 0,1 1 0 16,0 0 1-16,0 0-1 16,-2 3 1-16,1-2-1 0,0-1 1 15,-1-1 4-15,2 1 2 16,1-5 4-16,1-1 0 15,0-1 0-15,0 0 11 16,0 0 18-16,7 0-12 16,5-6-11-16,9-6-9 0,8-4 0 15,15-8-3-15,9-6-3 16,17-6-2-16,17-9 0 16,14-12-6-16,15-19-102 15</inkml:trace>
  <inkml:trace contextRef="#ctx0" brushRef="#br0" timeOffset="13940.34">2536 15888 40 0,'0'-2'17'0,"0"0"-14"0,0-2 7 0,0 1 2 15,0 0-3-15,-1-1 0 16,0 1 1-16,-1-1 6 16,0 1 3-16,0-1-1 15,0 3-7-15,2 0-5 0,-2-2-3 16,2 3-3-16,0 0 0 16,0 0-4-16,0 0 1 15,0 0 1-15,2 0 0 16,0 0 0-16,2 5-2 15,4 0 3-15,-2-1-1 0,-1 3 2 16,3 1-1-16,-1 0 1 16,2 2 1-16,0-1-2 15,-3 2 2-15,4-2-1 16,-5 2-1-16,3-1 2 16,-1-2-1-16,1 1 0 0,2-1-1 15,-3-1 0 1,1-1-1-16,2-3 2 0,0-2 0 15,-1-1 0-15,1 0 0 16,1-4 1-16,4-10 2 16,1-3-1-16,4-7 0 15,4-5 2-15,5-4-3 0,5-5 2 16,4-4-2-16,2-4 0 16,5-2 1-16,2-2 1 15,0-1-2-15,6 0 0 16,-1-3 1-16,2 1 0 15,-1 1 1-15,1 1 4 0,-2 2-4 16,-4 4 1-16,-3 6 0 16,-5 4-2-16,-4 8 0 15,-7 7 0-15,-2 6 0 16,-7 4 0-16,-5 7-3 16,-8 3-32-16,-7 6-35 0</inkml:trace>
  <inkml:trace contextRef="#ctx0" brushRef="#br0" timeOffset="14729.01">2678 15725 35 0,'0'0'6'0,"0"0"-3"0,0 0 3 0,0 0 1 15,0 0 3-15,0 0-5 16,0 0-2-16,0 0 0 0,0 0 2 16,2 38-2-16,0-27-2 15,2 1 1-15,2 2-2 16,0-3 1-16,1 2-1 15,2-1 0-15,4-3 0 16,-2-3 1-16,0-3-1 0,5-3 1 16,-1 0 1-16,4-13 5 15,3-8 2-15,5-3 3 16,4-7 0-16,3-5-5 16,2-5-2-16,4-3-2 15,3 0-1-15,1-5 1 16,0-3 6-16,4-3 5 0,3-1 0 15,0 1 0-15,-1-2-3 16,5 2-3-16,-4 2-1 16,1 1-1-16,-2 2-4 15,-2 3 1-15,0 4-1 0,-6 5-1 16,-4 5 1-16,-5 5-1 16,-8 9-1-16,-3 4 1 15,-5 5 1-15,0 4 0 16,-4 3-1-16,-2 0-12 15,-4-4-85-15</inkml:trace>
  <inkml:trace contextRef="#ctx0" brushRef="#br0" timeOffset="17614.53">9068 15368 70 0,'0'0'4'0,"0"0"12"0,0 0 0 16,0 0-6-16,0 0 3 16,0 0 6-16,0 0 0 15,-16-37 0-15,12 33-2 0,0 0-1 16,1 1-6-16,-1 1-12 16,-3 0 2-16,4-1 5 15,-1 1-1-15,-4-1-3 16,3-1 0-16,-2 1 1 15,0-1-1-15,-2 1 0 0,1-2-1 16,-6 3 0-16,1-1-2 16,-5 2 3-16,0 1 0 15,-3 0 0-15,1 0-1 16,-1 0 0-16,0 3 1 16,-1 0 0-16,4 2 1 0,0 1-1 15,-2 0-1-15,4 1 0 16,-2 0 1-16,1 1-2 15,-2 2 1-15,2 2 0 16,-3 0-1-16,1 1-1 16,0 2 0-16,-1-1 1 0,1 1 1 15,2-1 0-15,-2-1 0 16,2 2 0-16,1-3 0 16,-1 1 0-16,-1 0-1 15,2 1 1-15,-2-1 0 16,0 2 0-16,-1 1-2 15,0 4 1-15,2 0-1 0,-3 1 2 16,3 2-1-16,0 1 1 16,1 0-1-16,3 0 3 15,-1 1-2-15,1-1 0 16,2 0 0-16,-1-3 1 0,1 3-1 16,0-1 1-16,2 0-1 15,0 1 0-15,3 0 0 16,-1 1 0-16,0-2 0 15,3 4-1-15,2-3 1 16,2 3-1-16,0-2 0 0,0-1 0 16,0 1-2-16,6-1 3 15,3 0-2-15,-2-1 1 16,1 0 0-16,1 0 0 16,1-2 0-16,0 0 0 15,0 1 0-15,3 0 0 16,-2 1 0-16,3 3 1 0,-1 2 0 15,0 0 0-15,3 2 1 16,-1 1-1-16,6 0 1 16,-1 0 0-16,3-3-1 15,-1 0 2-15,5-4-2 16,0-1 1-16,3-2-1 0,2-1 1 16,-3-3-1-16,2-1 1 15,0-2-1-15,1-2 0 16,-1-3 3-16,1-1 1 15,1-1-1-15,0-4-1 16,-3-1 0-16,3 0-1 0,0-2 0 16,-4 0-1-16,2-3 3 15,-1-4-2-15,-1-3 0 16,0 1 1-16,-2-5-1 16,0 0 1-16,0-4-1 15,0-2 1-15,-1-2-1 0,0-2 4 16,1-3-5-16,-2 0 1 15,0-1 0-15,-2-5 0 16,-4 0 1-16,0-1-2 16,-2-4 2-16,1 0 2 15,-2-4-2-15,0-3-1 0,2 0 0 16,-3-4-1-16,1 0 0 16,-1-1-1-16,-4 0 2 15,-1 2-2-15,-4 2 1 16,-4 1 0-16,-2 2 2 15,0 1 1-15,-4-1 4 16,-5 4-4-16,-4-1 1 0,2 1-4 16,-4 1 2-16,1 4 0 15,-2 0 0-15,0 1-1 16,-2 2 1-16,-2 1 1 16,-2 3-2-16,-1 2-1 15,-2 3-1-15,-1 7 2 0,2 5 2 16,1 6-5-16,0 4-15 15,-1 0-37-15,2 2-80 16</inkml:trace>
  <inkml:trace contextRef="#ctx0" brushRef="#br0" timeOffset="20583.34">13943 15589 88 0,'0'0'1'0,"0"0"2"0,0 0-3 0,0 1-2 0,0 0 6 16,0-1 2-16,-1 0 6 16,1 2 2-16,0-1-11 15,0-1-9-15,1 0-16 16</inkml:trace>
  <inkml:trace contextRef="#ctx0" brushRef="#br0" timeOffset="21251.96">14872 15486 42 0,'0'0'49'0,"0"0"-38"0,0 0 6 0,0 0-3 15,0 0 8-15,0 0 0 16,0 0 0-16,0 0-12 16,0 0-10-16,0 0-4 0,0 0 4 15,-2 7 0-15,4-4-7 16,0 0-6-16,-1-2-2 15,2 3 5-15,-2-1-3 16,0-1-4-16,-1-2-14 16</inkml:trace>
  <inkml:trace contextRef="#ctx0" brushRef="#br0" timeOffset="24028.46">18233 12048 67 0,'-1'0'10'0,"0"0"12"0,1 0-12 0,0-2 1 0,0-1-4 16,0-1 1-16,0 0-3 15,0-2 1-15,0 0 0 16,0 1 5-16,0-2 0 0,0 0-5 16,0-1-2-16,1 1-1 15,1-2-3-15,0 0 2 16,0-1-2-16,0 0 1 15,0 0-1-15,-2 1 1 16,0-3 0-16,0 2 0 16,-7 0 8-16,1 1-1 0,-2 2-4 15,1 3-3-15,-5 0-1 16,2 4-1-16,-3 0 0 16,0 0 0-16,-1 0 0 15,0 10 0-15,2 1 1 0,-2 2-2 16,2 3 0-16,0 2 0 15,3 5 0-15,-3 2 1 16,3-1 0-16,3-1 0 16,2 0 1-16,1-3 0 15,3-5-1-15,0-2 1 16,0-2 0-16,3-3 0 16,3-1 0-16,4-3 2 0,-3-1 0 15,4-3 1-15,0 0 2 16,-3 0 1-16,1-2 2 15,0-5-1-15,0-1-1 16,-1-4 2-16,0 1-2 16,-3-2-1-16,2 0 0 0,-1-2-1 15,-2-1 1-15,1 2-1 16,0-1-1-16,-1 2-1 16,3 1-1-16,-2 2-1 15,3 0 1-15,-3 2-1 0,1 3 0 16,2 0 0-16,-2 2 0 15,0 0-1-15,-3 3 1 16,3 0-2-16,-1 0 1 16,-2 0 0-16,1 0 0 15,0 4-2-15,-1 3 0 0,-1-1-2 16,-1 4 2-16,0 1 1 16,-1 1 1-16,0 1 0 15,0 2-1-15,0-1 2 16,0 2-2-16,0 1 1 15,0 0 0-15,0 2 1 0,0 0 0 16,1 0 1-16,-1 0-1 16,0 3 0-16,0 1-1 15,0 1 0-15,0 0 1 16,0 5-1-16,-1-1 1 16,0 2 0-16,-1 1 1 0,1-1-1 15,0 0 0-15,1-2 0 16,0-4 0-16,0-2 1 15,0-4-1-15,0-4 1 16,0 0-1-16,5-5 0 16,1-2 0-16,2-1 1 0,1-3 2 15,1-2 2-15,0-1 0 16,1 0 3-16,1 0-1 16,3-6 1-16,-2-2-2 15,0-1-2-15,-2-3 1 16,0 0 1-16,-2-1 0 0,0-1 0 15,-3-1-2-15,-1 0 0 16,-2 1-4-16,-1 4 0 16,1-1-15-16,-3-1-47 15,0-3-91-15</inkml:trace>
  <inkml:trace contextRef="#ctx0" brushRef="#br0" timeOffset="24548.06">18771 12124 99 0,'-3'-3'29'0,"0"-4"28"0,1 3-25 16,2-1-10-16,0 0-9 0,10-2-8 16,5-3-4-16,8-1-1 15,7-2 1-15,6-4-1 16,4-3 2-16,6 1-1 16,7-2 1-16,1-1-2 0,8-2 1 15,2-1 1 1,2 0 1-16,-2-1-2 0,-2 2 2 15,-3-1-1-15,-6 3 1 16,-3-1-1-16,-8 4 0 16,-3 1-2-16,-7 4 2 15,-5 2-15-15,-4 2-22 16,-5-1-37-16,-5 0-31 0</inkml:trace>
  <inkml:trace contextRef="#ctx0" brushRef="#br0" timeOffset="24930.84">19988 11248 86 0,'0'0'3'0,"0"0"2"0,0 0 5 0,0 0-4 0,0 0-2 16,0 0-3-16,0 0 3 15,0 0 2-15,0 0 6 16,38 27-1-16,-31-9-6 15,-4 4 0-15,3-2-2 0,1 0-1 16,-1-1 0-16,-1 0-1 16,2-4 1-16,-1-2 3 15,-1-1-1-15,1-4-2 16,-2-2-16-16,1-5-24 0,0-1-61 16</inkml:trace>
  <inkml:trace contextRef="#ctx0" brushRef="#br0" timeOffset="25316.06">20211 11205 168 0,'0'0'-3'0,"0"0"10"15,0 0-7-15,0 0-4 16,0 0 4-16,0 0-1 0,0 0 4 15,-26 37-5-15,14-22 4 16,-1 2-4-16,-2-2 1 16,1 1 1-16,-1-2-1 15,1-3 2-15,0-1 3 16,2-1-3-16,3-3 2 16,4 1-1-16,0-2-1 0,5-2 0 15,0 0-2-15,0 0 3 16,0 1 0-16,7 0 4 15,3-1 6-15,4 1 3 16,1 1-7-16,2-2-4 16,1 1 0-16,0 0 1 0,0 3-3 15,1-3-1-15,-1 1 1 16,1-2-2-16,1 1-7 16,-3-3-48-16,0-1-38 15</inkml:trace>
  <inkml:trace contextRef="#ctx0" brushRef="#br0" timeOffset="25480.11">20372 11397 247 0,'0'0'6'0,"0"0"-5"0,0 0-4 16,0 0 3-16,23 52 2 15,-12-26 0-15,1 8 1 16,1 3 3-16,-5 4-27 15,-5 1-98-15</inkml:trace>
  <inkml:trace contextRef="#ctx0" brushRef="#br0" timeOffset="25978.34">19060 12366 128 0,'0'0'1'16,"0"0"2"-16,52 0 2 16,-31 1-2-16,5 2-1 0,3 0 1 15,4 1 0-15,3-1 12 16,7 1 2-16,-1 2-9 15,3 1-3-15,2 0 0 16,2 3 0-16,2-1-3 16,1 0 1-16,3 0-1 15,1 1 1-15,-3 0 2 0,2 0 1 16,-1 1-2-16,-3-2-1 16,-2 1-2-16,-2 1 1 15,-3-1-1-15,-5 0-5 16,-1-1-29-16,-9-2-31 15,-3-2-68-15</inkml:trace>
  <inkml:trace contextRef="#ctx0" brushRef="#br0" timeOffset="26214.08">20452 12439 237 0,'0'0'-3'0,"0"0"11"15,0 0 5-15,0 0-9 16,0 0 1-16,0 0-10 16,0 0-5-16,0 0 4 0,0 0 4 15,7 28 4-15,-6-10-1 16,2 3 2-16,-1-2-2 16,1-1 1-16,2-2-5 15,-4-3-22-15,2-3-32 16,0-3-9-16</inkml:trace>
  <inkml:trace contextRef="#ctx0" brushRef="#br0" timeOffset="26536.6">20628 12414 163 0,'0'0'-11'0,"0"0"17"16,0 0 9-16,0 0-16 15,0 0-6-15,0 0 7 16,0 0-7-16,0 0 4 16,-48 26 3-16,31-8 2 0,1-1-2 15,1-1 4-15,1-1 9 16,3-2 0-16,4 1-4 16,5-4-5-16,2 2-3 15,0-1 0-15,5-1 6 0,7-2 0 16,5 2 5-16,5-1-5 15,0-1-2-15,3-2-2 16,3 3 2-16,0-2-2 16,0 0-22-16,-1 1-26 15,-4-2-12-15,-2-2-2 16</inkml:trace>
  <inkml:trace contextRef="#ctx0" brushRef="#br0" timeOffset="26832.23">20819 12675 120 0,'0'0'20'16,"0"0"38"-16,0 0-17 0,0 0-21 16,0 0-12-16,0 0-4 15,36-27-1-15,-22 26-3 16,-1 1-2-16,-1 0 4 16,-3 1-5-16,-3 9-1 15,-4 5-2-15,-2 3 1 0,-4 3 2 16,-12 1 2-16,-1-2 0 15,-6-2-1-15,3-2 2 16,-2-4 15-16,4-4-3 16,6-2-3-16,6-3-1 15,1 0-4-15,5-1-2 0,7-1 0 16,9-1 0-16,8 0 3 16,5-1-1-16,2-7-15 15,-1-3-59-15,-4-6-65 16</inkml:trace>
  <inkml:trace contextRef="#ctx0" brushRef="#br0" timeOffset="27395.7">19141 12390 90 0,'0'0'16'0,"0"0"-18"0,1 37 4 0,9-20-1 0,3 6 0 16,4 2-1-16,5 2 0 16,4 4 0-16,6 1 0 0,6 2 1 15,1 4 0-15,7 2 3 16,3 1 3-16,4 1 4 15,3 1 2-15,3-1 7 16,1 1-3-16,1-1-1 16,2 0 2-16,-2 2-3 0,2 2-4 15,-4 0 0-15,-1 1 0 16,-1-1-1-16,-6-2-6 16,-1-3 0-16,-7-1-1 15,-3-3 0-15,-3-2 0 16,-5-2-1-16,0 2 0 0,-6-3 1 15,-1-2 1-15,-1-2 0 16,-3-1-2-16,0-7-16 16,-4-4-36-16,-2-7-45 15</inkml:trace>
  <inkml:trace contextRef="#ctx0" brushRef="#br0" timeOffset="27657.82">20757 13489 115 0,'0'0'6'16,"0"0"36"-16,0 0-10 16,0 0-38-16,0 0 3 15,0 0 15-15,0 0 2 16,2 44-1-16,-2-25-2 0,0 0-5 15,2 0-3-15,1 0 0 16,1-2-1-16,3-2 1 16,-4-1-3-16,1-4-11 15,2-2-26-15,-3-6-47 0</inkml:trace>
  <inkml:trace contextRef="#ctx0" brushRef="#br0" timeOffset="27977.83">20919 13479 149 0,'0'0'2'0,"0"0"13"15,0 0-6-15,0 0-6 16,0 0-4-16,0 0 6 16,0 0-2-16,0 0-5 15,-33 6 5-15,20 9 3 0,-1 1 0 16,2 0-6-16,2-1 2 15,1 2-2-15,4-4 0 16,4-1-1-16,1-1 0 16,0-2-1-16,9 0 5 15,2-4 6-15,4 0 0 0,2 1 2 16,0-2-4-16,1-1-3 16,0 0-3-16,-2 0 1 15,1 0 0-15,-2-2-2 16,0 2-13-16,-3-3-32 15,-2 0-32-15</inkml:trace>
  <inkml:trace contextRef="#ctx0" brushRef="#br0" timeOffset="28370.71">21032 13571 209 0,'0'0'-3'16,"0"0"18"-16,0 0-4 15,47-36-8-15,-30 30-1 16,2 0-1-16,0 5-1 16,0 1 1-16,-2 0 2 0,-1 3-3 15,-3 5 0-15,-2 5 0 16,-3 1 0-16,-5-1-4 16,-3 1-8-16,0-1-4 15,-1-3 6-15,-6-2 9 16,-3-3 4-16,2-2 3 0,3-1-2 15,3 0-3-15,2-2-1 16,0 3-3-16,1-2 4 16,9-1 2-16,1 2 2 15,3 0 7-15,2 1-4 16,-1 4-3-16,2 3-1 0,-4 0-1 16,0 4-3-16,-6 2 0 15,-3 1-1-15,-4 3 1 16,-20 2 0-16,-11 1-1 15,-14 3 1-15,-17-2-33 16,-9-4-69-16</inkml:trace>
  <inkml:trace contextRef="#ctx0" brushRef="#br0" timeOffset="29772.45">21066 11179 115 0,'-1'0'6'0,"-1"-1"12"0,2-1 4 0,0 1-16 16,0 1-3-16,0 0-11 16,0 0-25-16,-5 0-32 15</inkml:trace>
  <inkml:trace contextRef="#ctx0" brushRef="#br0" timeOffset="35982.91">18789 12137 90 0,'0'0'1'0,"0"0"-3"0,0 0-3 16,1 0 5-16,1 0 1 0,-2 0 2 16,0 0 12-16,0 0 3 15,0 0-2-15,0 0-3 16,0 0-14-16,0 0-8 15,2 0 7-15,-1 4 2 16,4 1 0-16,3 0-2 0,1 0 1 16,2 0-1-16,7 2 1 15,0 2-1-15,-1 1 2 16,6 1-1-16,-2 2 1 16,2 1 0-16,0 2 0 15,0-2 0-15,4 0 0 0,-2 2 1 16,2-3-1-16,0-4-2 15,0-4-34-15</inkml:trace>
  <inkml:trace contextRef="#ctx0" brushRef="#br0" timeOffset="37363.01">18203 12310 9 0,'3'0'1'0,"2"0"1"0,0 0-1 16</inkml:trace>
  <inkml:trace contextRef="#ctx0" brushRef="#br0" timeOffset="38310.68">20270 11329 66 0,'0'0'3'0,"0"0"-3"0,0 0-2 0,0 0 2 16,0 0 0-16,0 0 3 0,0 0 12 15,0 0 7-15,0 0-3 16,0 0-10-16,0 0-8 15,0 0-4-15,-5 0 0 16,5 1-6-16,0 0-4 16,2 1-1-16,-2 1 6 15,1-2 4-15,-1 1 3 0,0-1-1 16,0 1 2-16,0-1 0 16,0-1-28-16</inkml:trace>
  <inkml:trace contextRef="#ctx0" brushRef="#br0" timeOffset="43693.97">20402 7754 40 0,'0'0'2'0,"0"0"0"0,0 0-11 0,0 0-4 16,0 0 8-16,0 0 7 15,0 0 4-15,0 0 19 16,0 0 10-16,0 0-12 16,0 0-11-16,0 0-6 0,0 0-5 15,0-1 1-15,0-1 2 16,2 0 5-16,-2 0 4 15,1-2 3-15,2 1-3 16,0-1-5-16,-1 0-2 16,0 1-5-16,0 0 0 0,-1 1 0 15,-1-1-1-15,0 2 0 16,0 1 0-16,0 0-3 16,-3 0 3-16,-5 0 0 15,-3 0 4-15,-3 7-3 16,-1 0-1-16,-2 5 1 15,-1 0-1-15,0 1-1 0,1 1 0 16,3-1 1-16,2-3-2 16,6 1 0-16,4-5 2 15,2 0-6-15,0-2 0 16,2 0 9-16,6-1 9 16,6-3 5-16,1 0-8 0,4 0-5 15,1 0 1-15,0 0-3 16,3 0 2-16,0-3-3 15,1 2 3-15,-4-1-1 16,0 2 0-16,-4 0-2 16,-2 0 0-16,-2 6-1 0,-6 3 0 15,0-1-1-15,-4 3 0 16,0 1-2-16,-2-2 1 16,0 0 2-16,-4-3 0 15,-7 3 0-15,-2-4 3 16,-4 2 1-16,-4-2-4 15,0 0 6-15,-3 0-3 0,3-3 3 16,1 0-4-16,0-3 1 16,5 0-1-16,1 0 0 15,3 0-1-15,2 0 0 16,0-3 0-16,2 2 0 0,0-1-3 16,1-2-36-16,-3 0-78 15</inkml:trace>
  <inkml:trace contextRef="#ctx0" brushRef="#br0" timeOffset="44035.73">20673 7759 174 0,'0'0'-14'0,"0"0"11"0,0 0-2 0,0 0 7 0,-6 38 2 16,2-27-1-16,2 1 2 15,1-1-1-15,0 0-2 0,1 0-1 16,0-1-1-16,0-1-2 16,0 1 4-16,4 0-7 15,-2-3-33-15,-1-3-22 16</inkml:trace>
  <inkml:trace contextRef="#ctx0" brushRef="#br0" timeOffset="44236.09">20652 7676 202 0,'0'0'26'0,"0"0"2"15,0 0-22-15,0 0-6 16,0 0-9-16,0 0-36 15,0 0-21-15,0 0-68 0</inkml:trace>
  <inkml:trace contextRef="#ctx0" brushRef="#br0" timeOffset="45075.23">20826 7822 162 0,'0'0'0'0,"0"0"4"16,0 0 1-16,0 0 0 15,0 0-2-15,0 0-2 16,19 39 1-16,-19-28-1 0,0-1 1 15,0 1-3-15,0-1 3 16,-1-2 3-16,-1 0-4 16,-1-3 0-16,0-1 2 15,1 0 1-15,0-1-2 16,1-2 0-16,1-1-2 0,0 0-2 16,0 0 5-16,0-3-7 15,0-5 3-15,0-2 0 16,7-3 3-16,2 0-5 15,2-2 7-15,2 0-5 16,0 4 1-16,1-2 1 16,-4 3 0-16,2 2-1 0,0 2 0 15,-1-1 0-15,2 5 1 16,0-2 4-16,-2 4-2 16,3 0-1-16,-4 0 0 15,2 0-2-15,-2 6 0 16,0 0-2-16,-2 1 4 0,1 0-3 15,-3 0 1-15,0 1 1 16,-3-2-1-16,1 1-2 16,0-1 3-16,-4-1-2 15,0 1-1-15,0-3 1 0,0 1-1 16,-2-1 7-16,-4 0 2 16,1 0-13-16,-3-2 15 15,3-1-7-15,-2 0-1 16,3 0 1-16,1 0 0 15,1-4-2-15,2-3-2 16,0-2 1-16,0 0 4 0,0-2-3 16,7 0 9-16,3 0-10 15,-1-2 3-15,2 4 1 16,2 1-4-16,0 0 3 16,2 2-2-16,0 1 2 15,2 4-2-15,-2-2-2 0,1 3 2 16,-2 0-1-16,-1 0 1 15,0 3-1-15,-7 1-1 16,1 3 0-16,-5 1 2 16,-2 0-1-16,0-1 2 15,0 3-1-15,-2-1-1 0,-5 2 4 16,2-3-3-16,-1 2-12 16,3-4-21-16,3 1-23 15,0-5 0-15</inkml:trace>
  <inkml:trace contextRef="#ctx0" brushRef="#br0" timeOffset="45388.97">21380 7774 106 0,'0'0'7'0,"0"0"13"0,0 0-9 0,0 0 5 16,0 0-13-16,0 0 10 16,0 0-12-16,0 0 0 0,0 0-2 15,0 0 2-15,0 0 0 16,-37 30 0-16,32-20 1 16,2 0 0-16,2 1-1 15,1-2 2-15,0-1 2 16,4-1 3-16,3-1-1 0,4-2-4 15,1 1-2-15,3-3 3 16,2-2-8-16,0 0-59 16,0 0-86-16</inkml:trace>
  <inkml:trace contextRef="#ctx0" brushRef="#br0" timeOffset="45565.9">21436 7680 196 0,'0'0'-5'0,"0"0"32"0,0 0-1 15,0 0-17-15,-31-39-7 16,27 37-2-16,0 2-7 16,2 0-42-16,1 0-43 15</inkml:trace>
  <inkml:trace contextRef="#ctx0" brushRef="#br0" timeOffset="45865.02">21554 7457 129 0,'0'0'7'0,"0"0"6"16,0 0-9-16,0 0 1 0,0 0-3 16,0 0 1-16,19 54 1 15,-19-27 2-15,0 3 4 16,0 1-6-16,0-4-3 16,0 1 1-16,0-3 0 15,5-1-2-15,3-3 1 0,-1 1 1 16,2-2 1-16,2-3-5 15,-3-2-33-15,5-5-24 16</inkml:trace>
  <inkml:trace contextRef="#ctx0" brushRef="#br0" timeOffset="46298.23">21861 7717 3 0,'0'0'112'0,"0"0"-92"15,0 0 2-15,0 0-18 0,0 0-7 16,0 0 12-16,0 0-3 16,-53-31 3-16,34 38-5 15,0 4 0-15,0 2-2 16,4 0 4-16,1 1-6 16,1-1 2-16,5 1-1 15,3-2-1-15,5 0-3 0,0-3 1 16,0-2 2-16,3-1 2 15,7-2-5-15,3-4 6 16,1 0 1-16,1 0-7 16,2 0 10-16,-1-6-4 15,0-2-2-15,-2-1-1 0,-1 1-1 16,-4-1 4-16,-3-1-2 16,0 3 1-16,-3 2 2 15,-1 0 13-15,-2 2-4 16,0 1-1-16,0 0-3 0,1 2-7 15,0 0-3-15,1 0 0 16,2 2 1-16,-1 3-2 16,3 2 3-16,0 0-1 15,0 0-1-15,2 1-24 16,-3-1-23-16,1-2-25 16</inkml:trace>
  <inkml:trace contextRef="#ctx0" brushRef="#br0" timeOffset="46909.71">21991 7727 109 0,'0'0'28'0,"0"0"7"0,0 0-19 0,47-34-6 16,-32 27-6-16,2 4 5 15,-2 3-2-15,1 0-2 0,-3 0-3 16,1 2-2-16,-4 6 0 15,1 2-1-15,-3 0 3 16,0 1-1-16,-2 1 0 16,1-1 0-16,-3 0-2 15,0 1 0-15,-2-4 1 16,-2-1 0-16,0 1-1 0,0-3-2 16,-5-1 1-16,-2-3 8 15,-1 0 2-15,3-1-4 16,-4 0-1-16,4-1 0 15,1-5 1-15,1-1-2 16,3-2 0-16,0-1 1 16,0-1-4-16,4 1 1 0,7-2 1 15,0 1 1-15,2 1-1 16,3 2-2-16,-1 1-2 16,5 1 3-16,-4 0-1 15,0 2-3-15,1 3-2 0,-1-1 6 16,2 2-9-16,-3 0 0 15,0 0-1-15,-3 0-2 16,-5 0 10-16,1 0 1 16,-4 0 0-16,-4 2 0 15,0-1 0-15,0 3-1 0,0 1 1 16,-2-1 6-16,-4 1 0 16,-2 3 3-16,3-3-3 15,-1 4-1-15,3-2 0 16,1 0-2-16,2 0-3 15,0-1 2-15,0-2 2 16,2 0-2-16,7 1 3 0,-1-3-2 16,3 0 1-16,0-1-4 15,1-1-36-15,-3 0-52 16</inkml:trace>
  <inkml:trace contextRef="#ctx0" brushRef="#br0" timeOffset="47081.65">22378 7599 139 0,'0'0'16'0,"0"0"30"0,0 0-16 16,0 0-26-16,0 0-3 16,0 0-15-16,0 0-42 15,0 0 26-15,0 0-25 16</inkml:trace>
  <inkml:trace contextRef="#ctx0" brushRef="#br0" timeOffset="47451.97">22497 7332 159 0,'0'0'11'15,"0"0"14"-15,0 0-19 16,0 0-3-16,0 0 5 16,0 0-3-16,0 0 3 15,10 50-2-15,-10-29 7 0,0 3-3 16,0 2-3-16,2 2 0 15,0 0 0-15,-1 1-3 16,1-2-2-16,1-1 0 16,0 2-1-16,-1-4-1 15,-1-1 0-15,2-3 1 0,0 1 0 16,2-4-1-16,-2-1-10 16,2-2-29-16,2-7-37 15,3-2-50-15</inkml:trace>
  <inkml:trace contextRef="#ctx0" brushRef="#br0" timeOffset="47938">22653 7717 191 0,'0'0'-1'16,"0"0"24"-16,0 0-27 16,0 0 3-16,0 0 2 15,0 0 0-15,0 0 0 0,0 0 0 16,30 25 0-16,-24-21 1 15,2-1 2-15,0-1 1 16,2-2-1-16,-3 0-1 16,0 0 1-16,0 0-2 15,0-5 1-15,-2-3-1 0,2 1 0 16,-4 0 1-16,-1 0-1 16,2 0-1-16,-2 3 0 15,0 0 0-15,-2 2 0 16,0 2 4-16,0 0-1 15,0 0-10-15,0 6 3 16,0 2 2-16,0 2 2 0,0 4 1 16,0 2-3-16,0 0 1 15,0-1 0-15,0 3 0 16,0-2 0-16,0 0 1 16,4-2 0-16,-1 0-1 15,-1-1 0-15,-1 0 1 0,0-3-1 16,-1-3 4-16,0 2-6 15,-3-4 1-15,-9 1 9 16,-1-2-2-16,-3-1 4 16,-2-3-11-16,0 0 9 0,1 0-7 15,1 0 1-15,4-8-4 16,3-2-18-16,1-6-52 16,4-4-41-16</inkml:trace>
  <inkml:trace contextRef="#ctx0" brushRef="#br0" timeOffset="48113.78">22645 7544 268 0,'0'0'-23'0,"46"-19"36"0,-18 14-5 0,2 2-6 15,-1 0-13-15,-3-1-106 16</inkml:trace>
  <inkml:trace contextRef="#ctx0" brushRef="#br0" timeOffset="48790.23">23393 7507 95 0,'0'0'21'0,"0"0"-4"0,0 0-1 16,0 0-8-16,32-37 0 15,-31 32 9-15,0-1 0 16,-1 3 1-16,0-1-9 16,-4 3-9-16,-5 1 5 15,-4 0-5-15,-5 2-3 0,3 5 3 16,-2 3 0-16,3 1 1 16,1 2-2-16,5 0-1 15,4 4 0-15,3-3-4 16,1 0 3-16,1-1 2 15,8 0 4-15,5 0 3 16,-1-2-2-16,2-1 1 0,0 0 0 16,0-3-3-16,-2 3-1 15,0-1 0-15,-4-3-1 16,-2 1 0-16,-3-2 1 16,-2 1-1-16,-2-3-1 0,0 1 0 15,-7 0 5-15,-5-1 7 16,-4 0-4-16,0 0-1 15,-6 0-3-15,1-1 0 16,-3 0-1-16,6 0-2 16,-2 0 1-16,7 1-3 0,6-2-25 15,2-1-38-15,5 0-48 16</inkml:trace>
  <inkml:trace contextRef="#ctx0" brushRef="#br0" timeOffset="49108.71">23649 7489 170 0,'0'0'-13'0,"0"0"42"0,0 0-17 0,0 0-11 0,-44-3 1 15,32 14-3-15,-1 3 2 16,-1-1 2-16,3 1 4 16,1 4 4-16,1-4 1 0,4 0-3 15,2-1 1-15,3-2-2 16,0 0-5-16,0-2-2 16,11-4 3-16,3 1 1 15,1-2-3-15,5-1 2 16,3 0 0-16,2-3-4 0,1 0-39 15,-1 0-59-15</inkml:trace>
  <inkml:trace contextRef="#ctx0" brushRef="#br0" timeOffset="49451.02">23810 7531 146 0,'0'0'7'16,"0"0"51"-16,0 0-40 15,0 0-12-15,0 0-6 16,0 0 0-16,-38 29-1 0,34-15-2 16,2-2 0-16,2 1-3 15,0-3 6-15,4 0-1 16,5-4 3-16,4-2 1 16,0-4 6-16,2 0-1 15,0 0 0-15,1 0-4 0,-3-5-2 16,-2-4 0-16,-1 0 3 15,-2-5-1-15,-3 0 6 16,-3 0-2-16,-2 0 0 16,0-2-4-16,0 3-1 15,-3 3-6-15,-5 3 4 16,0 4 1-16,-2 3-10 0,1 0-13 16,2 5-15-16,-1 2-35 15,4 0-22-15</inkml:trace>
  <inkml:trace contextRef="#ctx0" brushRef="#br0" timeOffset="49828.86">23988 7497 124 0,'0'0'12'0,"0"0"17"0,40-14-11 16,-29 14-14-16,-1 0-4 15,-4 3-1-15,1 7 3 16,-1 1 0-16,-1 3 1 16,-1 1 0-16,-1 3-1 15,-2-3-2-15,0 0 0 0,-1-2 1 16,0-2-1-16,0-4-3 16,-1 0 2-16,-3-4 1 15,0-2 8-15,-1-1 18 16,2 0 2-16,-2-5-7 15,1-5-7-15,2-3-4 0,2-4-5 16,0-2-2-16,0-2 2 16,5 0-4-16,7-2 0 15,2 3-1-15,4 1 0 16,1 3 1-16,1 3-10 16,-2 6-17-16,0 3-23 0,-1 2-25 15,-2 2-27-15</inkml:trace>
  <inkml:trace contextRef="#ctx0" brushRef="#br0" timeOffset="50191.01">24316 7501 214 0,'0'0'-6'0,"0"0"13"15,0 0-3-15,0 0-1 16,0 0-3-16,38-13 1 0,-32 8-1 15,0 1 0-15,-2-3 1 16,1 1-1-16,-2-1 0 16,-1-1 1-16,-2 0-1 15,0 1 0-15,0 1 0 16,-10 2-2-16,2 0 4 16,-3 2 1-16,-2 2-3 0,0 0 3 15,2 0-3-15,-1 5 1 16,2 3 2-16,5 5-2 15,0 0 0-15,5 0-4 16,0 1 1-16,0-1 4 16,7 1-1-16,2-3-1 0,3-2 1 15,2-2-5-15,0-2-1 16,6 1-10-16,0-5-22 16,0-1-21-16,2 0-10 15</inkml:trace>
  <inkml:trace contextRef="#ctx0" brushRef="#br0" timeOffset="50521.18">24577 7382 100 0,'0'0'12'0,"0"0"24"16,0 0-2-16,0 0-18 16,0 0-15-16,0 0 4 15,0 0 0-15,0 0-6 16,0 0 1-16,-34-1-2 15,30 12 5-15,4 3-1 16,0-2 3-16,2 0 1 0,6 1-2 16,3 1 1-16,1-4 0 15,-2 2-3-15,3-5 2 16,-2 3-2-16,-2-3-1 16,-2-3 1-16,-3 0-1 15,-1-1 0-15,-3 0-1 0,0-2 1 16,0 2-3-16,-9-3 8 15,-5 3 4-15,-2-3-10 16,1 0 0-16,0 0-32 16,2 0-26-16,5 0-22 15</inkml:trace>
  <inkml:trace contextRef="#ctx0" brushRef="#br0" timeOffset="50638.59">24567 7443 101 0,'0'0'43'0,"0"0"15"15,0 0-29-15,0 0-18 0,0 0-17 16,0 0-5-16,0 0-9 16,-44 34-50-16</inkml:trace>
  <inkml:trace contextRef="#ctx0" brushRef="#br0" timeOffset="51920.9">20554 8143 88 0,'0'0'52'0,"0"0"-37"0,0 0 14 16,0 0-20-16,0 0-9 15,0 0-3-15,0 0 0 0,0 0 5 16,0 0-2-16,0 0-1 16,0 0 3-16,0 0-4 15,44-4 1-15,-23 4 1 16,1-1-1-16,5-1 2 15,3 1-3-15,4-1 2 16,-1 1-1-16,4 1-1 0,-4-3 2 16,1 3-2-16,0 0-2 15,3-2 4-15,-1 1 2 16,6-1 0-16,5-1 3 16,5-2 0-16,6 1-2 15,2-2 0-15,4-1 0 0,4 0-1 16,1 0 0-16,1-1 3 15,1 0-3-15,0 0 2 16,1 1-2-16,2-2-1 16,-2 2 0-16,4-1 0 15,2-2-1-15,4 1 2 0,2 1-1 16,2-2-1-16,2 1 0 16,5-1 1-16,3 3 0 15,0-1-2-15,3 0 3 16,1 0-3-16,-1 1 2 15,-2-1-1-15,2 0 1 16,-2 1 2-16,1 0 2 0,-2-1-1 16,0-1 0-16,0 1-1 15,-6-1 0-15,-1 2-2 16,-4-2 0-16,-4 1 0 16,1-1 0-16,-8 1 0 0,2-1 0 15,-7 1 3-15,-3 1 2 16,-2-1-4-16,-7 2 1 15,-5 1-2-15,-7 1 0 16,-6 1 0-16,-8 3 1 16,-7 0-2-16,-2 0 0 0,-7 0-5 15,-6 0-20-15,-5 2-32 16,-4-2-44-16</inkml:trace>
  <inkml:trace contextRef="#ctx0" brushRef="#br0" timeOffset="53977.77">21436 8508 141 0,'0'-4'11'0,"-2"-3"33"0,2 2-11 0,0-2-8 0,0 3-12 15,0-3-1-15,0 4-5 16,0 1-1-16,0 2-3 16,0 0-3-16,0 1-3 15,0 10 0-15,0 3 0 0,0 4 2 16,0 2 5-16,0 3-3 16,2 0-1-16,0 0 0 15,1-3 0-15,-1 3-8 16,3-5-21-16,-3-2-35 15,-1-5-13-15</inkml:trace>
  <inkml:trace contextRef="#ctx0" brushRef="#br0" timeOffset="54362.91">21417 8500 103 0,'0'0'20'16,"0"0"-13"-16,0 0 9 0,53-31-8 15,-33 23 3-15,-1 3 7 16,-1-1-3-16,1 3-2 16,-3 3-5-16,0 0 0 15,-1 0-7-15,-1 7 0 16,-3 2-2-16,-3 2 2 0,0 2-1 15,-2 0 0-15,-4 1 0 16,-2 0-1-16,0 0-1 16,0-2-1-16,-2-1 4 15,-10-1 3-15,-1 0 0 16,-3 0 4-16,-4-2 3 0,0-1-6 16,-6-1 0-16,6 0-2 15,0-2-3-15,5-1 1 16,3 0-2-16,3-2-36 15,5-1-39-15,4 0-35 16</inkml:trace>
  <inkml:trace contextRef="#ctx0" brushRef="#br0" timeOffset="54675.93">21802 8527 199 0,'0'0'-8'0,"0"0"49"0,0 0-7 0,0 0-11 0,0 0-7 15,0 0-10-15,0 0-4 16,0 0 3-16,0 0-5 15,-12 27 0-15,8-14-1 16,1 2 0-16,2-1 0 0,1 0 1 16,0 1 0-16,0-1-3 15,0 3-6-15,4-3-18 16,-2-1-43-16,-2-1-90 16</inkml:trace>
  <inkml:trace contextRef="#ctx0" brushRef="#br0" timeOffset="54975.47">21656 8949 139 0,'0'0'3'0,"0"0"10"0,0 0-8 16,0 0 8-16,0 0-1 15,-6 48-5-15,4-31-3 16,-1 2-2-16,0-1 0 16,-2 0 0-16,1-1-3 15,-1-4-7-15,1-4-10 0,0-2-11 16,1-5-17-16,1-2-31 15</inkml:trace>
  <inkml:trace contextRef="#ctx0" brushRef="#br0" timeOffset="55231.77">21615 9005 79 0,'0'0'6'16,"4"-41"19"-16,0 22 16 16,2 4-16-16,5 2-15 15,0 2-7-15,2 1-1 16,1 4 7-16,-1 3-1 15,1 2 0-15,-5 1-3 0,2 1-5 16,-7 8 4-16,-1 5 2 16,1 1-1-16,-4 3-2 15,0-1-1-15,0 0-1 16,0 0-2-16,-4 0 0 16,-3-1 0-16,-6-1-7 0,1-3 4 15,-1-1 6-15,2-1-12 16,2-4-8-16,0-5-43 15,6-1-71-15</inkml:trace>
  <inkml:trace contextRef="#ctx0" brushRef="#br0" timeOffset="55501.85">21807 8971 49 0,'0'0'155'16,"0"0"-145"-16,0 0-5 0,0 0-1 15,38-10-3-15,-34 12-3 16,-2 7-5-16,-2 6 7 16,0-1 2-16,0 3 4 15,-6 2-7-15,0-5 3 16,2-3-7-16,1-2 17 0,0-4 10 16,2-2-3-16,1-3-7 15,0 0-5-15,6 0 0 16,5-4 13-16,10-6-12 15,8-1-4-15,6-3-4 16,0-2-13-16,0-1-92 16</inkml:trace>
  <inkml:trace contextRef="#ctx0" brushRef="#br0" timeOffset="55879.3">21658 9447 185 0,'0'0'0'0,"0"0"43"0,0 0-2 0,0 0-18 0,0 0-16 16,0 0-9-16,0 0 2 16,0 0-2-16,-18 43 1 15,18-22 0-15,0 0 0 0,0 1 0 16,0-4 0-16,0-1-6 15,0 0-9-15,0-4-15 16,0-3-39-16,0-6-48 16</inkml:trace>
  <inkml:trace contextRef="#ctx0" brushRef="#br0" timeOffset="56176.76">21622 9443 117 0,'0'0'-6'0,"0"0"3"16,34-37 6-16,-18 27-3 16,-2 4 0-16,2 1 0 15,-2 3 0-15,-2 2 1 16,-2 0 3-16,-3 0 5 16,0 10 2-16,-2 3 4 0,-3 1 1 15,0 5-7-15,-2 0-5 16,0 1 1-16,0-1 1 15,-5-1-11-15,-5-2 17 16,-2-5 4-16,-3 2 5 16,0-6-7-16,-1 2-8 0,2-1-3 15,3-1-2-15,3-1-5 16,1-3-65-16,6-3-42 16</inkml:trace>
  <inkml:trace contextRef="#ctx0" brushRef="#br0" timeOffset="56605.12">21845 9542 183 0,'0'0'-1'0,"0"0"8"0,0 0 13 15,0 0-3-15,16-37 0 16,-12 27-1-16,5 3-5 15,-1 0-3-15,3 1-6 16,0 3 0-16,2 2-1 16,-2 1-2-16,-1 0 2 0,0 7-2 15,-1 0-3-15,-5 3 0 16,-2 3-3-16,-1-1-3 16,-1 0 3-16,0 0 0 15,-4-1 9-15,-3-4-6 16,1 2 11-16,1-2-3 0,0-3-2 15,2 0-1-15,2-1-2 16,1 1-1-16,0 2 0 16,0-2 1-16,2 1 4 15,3 2 0-15,0-3 1 16,-1 3-1-16,-2-1-1 0,-2-1-1 16,0 1 1-16,0 1-2 15,-7-1 0-15,-6-2 0 16,-1-1-25-16,-6-3-62 15,3 0-54-15</inkml:trace>
  <inkml:trace contextRef="#ctx0" brushRef="#br0" timeOffset="57203.12">22044 8547 146 0,'0'0'-2'0,"0"0"28"0,0 0 5 16,0 0-14-16,0 0-3 16,0 0-4-16,0 0-5 15,45-46-3-15,-23 33 0 16,5-4 0-16,1 0-2 16,1 0-5-16,2 0-25 0,-1-2-34 15,-6 3-42-15</inkml:trace>
  <inkml:trace contextRef="#ctx0" brushRef="#br0" timeOffset="57559.98">22181 8885 122 0,'0'0'-8'16,"0"0"19"-16,0 0 1 15,0 0 3-15,0 0 9 16,0 0 2-16,38-36-2 16,-25 29-5-16,4-6-9 0,2 3-8 15,8-3-1-15,1 1 0 16,1-4-15-16,-1 1-55 16,-1-1-93-16</inkml:trace>
  <inkml:trace contextRef="#ctx0" brushRef="#br0" timeOffset="58087.3">22181 9501 1 0,'0'0'25'0,"0"0"3"0,38-38-9 0,-22 19-6 16,4-1 0-16,0-4-3 15,6-4-5-15,-3 1-4 0,1-3-14 16</inkml:trace>
  <inkml:trace contextRef="#ctx0" brushRef="#br0" timeOffset="59901.72">22677 8369 45 0,'0'0'9'0,"-1"0"15"16,0 0-5-16,0-4-2 0,-1 1-5 15,0 0-2-15,0 0-4 0,1 0-1 16,0 1-2-16,1 0-1 16,0-1-2-16,0 2 1 15,0 0-2-15,0-1 1 16,0-1 14-16,0 3-4 16,0-1-6-16,4-1 9 0,1 1-5 15,2 1-5-15,0-1-1 16,3 1 0-16,-1 0-1 15,3 0 0-15,-1 0-1 16,1 0 1-16,0 0-2 16,-2 0 1-16,1 2 0 15,-2 4 0-15,1-2-1 0,-2 2 1 16,0 1 0-16,-4 3 0 16,1 0 0-16,-1 3 0 15,-4-1 1-15,0 4-2 16,0-3 2-16,0 4-2 15,-4-1 3-15,-4 1-8 0,-1 0 10 16,-2 2-2-16,1 0-1 16,-2 1-1-16,3 1 0 15,3-1 1-15,0-3-2 16,2 0 1-16,2-1 0 16,2-3-1-16,0-1 1 0,0-2 0 15,1 0 0-15,5-1 0 16,1-2 1-16,1-3 0 15,1 0-1-15,1-1 2 16,-3-2 0-16,1-1-1 0,-1 0 3 16,-2 0-3-16,-2 0-1 15,-1 0 1-15,-2 0 1 16,0 0 3-16,0 0 0 16,-2 0-6-16,-5 2 6 15,-2 4-5-15,0 1-1 16,2 3 2-16,-3 3 0 15,2 1-3-15,2 4 1 0,1-2 1 16,1 3-1-16,1 0 0 16,2 4 1-16,1 0-1 15,0-1 0-15,0 4 2 16,0-2 0-16,0 4-2 0,0-2 2 16,0 1-1-16,1 0-1 15,2-1 0-15,1-2-2 16,1 0 3-16,-1-1-3 15,2-3 3-15,0 1 1 16,0 0-1-16,-2-2 2 16,-1 2-2-16,-1-2 0 0,-1-1 0 15,0 2 1-15,-1-5-1 16,0-2 2-16,0 0-2 16,0-6 1-16,0 0 1 15,0-1 3-15,-4-2 1 0,-1-2 0 16,-4-1 4-16,-2 0-7 15,-1-1 0-15,-3 0-1 16,0 0 1-16,1-1-8 16,1-5-24-16,1-2-32 15,3-5-34-15</inkml:trace>
  <inkml:trace contextRef="#ctx0" brushRef="#br0" timeOffset="60685.16">23068 8917 71 0,'0'0'4'0,"0"0"10"0,-2-4-2 0,0 1 2 0,1 0 1 15,-1 0 1-15,1 1-10 16,0 0-4-16,1 1-1 16,0 1-1-16,0 0 0 0,0 0 2 15,0 0-5-15,0 0-1 16,0 0 3-16,0 0 1 16,0 0 0-16,1 0-3 15,3 0 5-15,2 0-8 16,1-2 11-16,2 1-5 0,0 0 1 15,3-1 0-15,1 1-1 16,2-2-7-16,1 0 17 16,2-1 6-16,1 1 1 15,2-1-4-15,-1 1-3 16,3 0-6-16,-1-1 0 16,-1 0-2-16,-1 1 1 0,1 1-2 15,-5 0 0-15,0 1-1 16,-4-1 1-16,1 2-2 15,-3-2 2-15,1 2-1 16,-1-1 0-16,1-1 0 16,-2 1 0-16,0 1 1 0,0 0-1 15,-1-2 0-15,-3 1-6 16,1 1-21-16,-3-3-30 16,-3-1-56-16</inkml:trace>
  <inkml:trace contextRef="#ctx0" brushRef="#br0" timeOffset="61181.8">23404 8666 86 0,'0'0'1'0,"0"0"0"0,0 0-2 15,0 0 1-15,0 0 0 0,0 0 0 16,0 0 0-16,0 0 2 15,0 0 4-15,7 38 2 16,1-29 1-16,-1-1 0 16,1 2 5-16,1 2-1 15,2-2-1-15,-1 0-2 0,0-2 3 16,2 2-5-16,-3-3-1 16,-2-1-4-16,2-1 1 15,-4 0-1-15,-1-1-1 16,-1-1 0-16,0 1 3 15,-3 0 1-15,0 2-1 16,0 1-2-16,0 4 2 0,-7 2-3 16,-5 3 1-16,0 4-3 15,-5 1 2-15,1 5 2 16,-2-1-9-16,0 1-26 16,0-5-55-16</inkml:trace>
  <inkml:trace contextRef="#ctx0" brushRef="#br0" timeOffset="64180.04">22728 8389 73 0,'-3'0'2'0,"0"0"6"0,1 0-5 16,-1 0-3-16,1 0-2 16,0 0-5-16,-1 0-4 15,1 0-8-15,0 0 14 16,1 0 5-16,0 0 2 0,1 0-6 16</inkml:trace>
  <inkml:trace contextRef="#ctx0" brushRef="#br0" timeOffset="65104.6">22728 8389 64 0,'-23'0'11'0,"24"-4"1"0,1 0-8 16,3-1 0-16,-3 1-2 15,-1 0 2-15,-1-1 4 16,0-2 3-16,1 3-1 16,0 0 9-16,0 0-10 15,2-1-6-15,0 4-3 0,1-1 0 16,1 2-3-16,0 0-9 15,0 0 0-15,0 0 6 16,1 0 5-16,1 3 1 16,1 2-1-16,-2-2 1 15,2 1 0-15,-3 1-1 16,1 0 1-16,-3 0 0 0,-1 3-1 16,1 0 0-16,-2 2 0 15,-1 0-2-15,1 1-5 16,-1 1 0-16,0 0-1 15,0 0 4-15,0 0 4 16,-1 1-1-16,-3-2 1 16,-1 2 1-16,-1 3-1 0,-1-2 3 15,-3 3-1-15,-1-1 1 16,1 0-1-16,2-1 0 16,1-1-1-16,2-2 0 15,2-2 4-15,3-1 1 0,0-1-3 16,0-2-1-16,0 0 3 15,6-1-3-15,3-1 1 16,-3 0-2-16,3-2 1 16,3-2 0-16,0 0 3 15,1 0 5-15,3 0-2 0,0 0-3 16,0 0 0-16,-3-2-3 16,-1 1 2-16,-2 1-2 15,-7 0-1-15,-1 0 1 16,-2 0-1-16,0 0 6 15,-2 0 4-15,-5 1-10 0,-2 5-2 16,-1 1 3-16,0 2-2 16,3 0 1-16,-2 4-1 15,0 0 0-15,2 5 0 16,1-2-1-16,1 4 2 16,0 0-1-16,1 1-1 15,2-1 2-15,1 0 0 0,1 0 0 16,0-2 0-16,0 2 0 15,0-1-1-15,0-1 0 16,0 4 1-16,0 0 0 16,0 1 0-16,0 2 0 0,0 1-1 15,0 0 1-15,-3-1 0 16,0 2 1-16,-4-3-1 16,2 0 0-16,1-1 0 15,-1-1 0-15,2-3 0 16,2-1-1-16,1-2 1 0,0 0 0 15,0-3 0-15,0-1-1 16,0 1 2-16,0-1 0 16,0-2-2-16,0-2 2 15,0-2-2-15,0-2 1 16,-1 0 0-16,1-4 0 0,-1 2 2 16,-1-2 2-16,-4 0-5 15,2 0 2-15,-3 0-1 16,0 0-13-16,0 0-13 15,1-6-62-15</inkml:trace>
  <inkml:trace contextRef="#ctx0" brushRef="#br0" timeOffset="66826.05">22528 8389 34 0,'0'0'30'0,"0"0"-28"0,0-2-1 0,0-2 1 15,2 0 3-15,2 0 3 16,1 0-2-16,0-1 2 16,1 2-4-16,1-2 0 15,-1 1 0-15,0 2-3 0,1-1 0 16,-1 3-1-16,2-2 0 15,0 1 0-15,1 1 0 16,3 0 0-16,1 0 0 16,1 0 0-16,4 0 1 15,0 0 1-15,-1 0 0 0,0 1-1 16,-2 4 0 0,-1-1-1-16,-2 3 2 0,-4-1-4 15,2 1 4-15,-3 2 0 16,0-2 0-16,-1 1 0 15,-2 1 0-15,0 2 0 16,-2 0 1-16,-2 1 0 0,0 1 0 16,0-2-1-16,-1 3 2 15,-5 0-2-15,3-1 0 16,-3 3-1-16,3-2 0 16,-1 0-1-16,1 1 0 15,1-1 0-15,1 0 0 0,-1-1 0 16,2-1 0-16,0-3 0 15,0 1 0-15,0-2 0 16,0-2 1-16,0 1-1 16,3-3 1-16,2 1-1 15,0-2 1-15,3-1 3 0,0-2-2 16,0 0 1-16,1 0-2 16,-1 0 1-16,-1 0-1 15,-2 0 0-15,-2 0 0 16,-2 0 3-16,-1 0 11 15,0-2 1-15,0 2-7 16,0 0-7-16,-4 0-1 0,-2 0 0 16,-1 7-1-16,-1 3 0 15,0 4-1-15,-3 3 1 16,2 1-1-16,2 2 1 16,-1 0-1-16,0 3 1 0,2-2 0 15,2 1-1-15,3-1 1 16,-1 1-1-16,2-1-1 15,0 1-1-15,0-1 0 16,0 0-4-16,0 1 3 16,0-2 2-16,0 1 1 0,2-1 0 15,0 0 0-15,0 0 1 16,0 1-1-16,-1 2 1 16,0-2 1-16,-1 5-1 15,0-2 1-15,0 1 0 16,0 1-1-16,-1-2 0 0,-3-3 0 15,1-1 0-15,-5-2 0 16,2-1 0-16,-3-2-1 16,-1-2 2-16,-1 1-1 15,-3-1 1-15,1 0 1 16,-5-2-2-16,1 0-12 16,-1-1-20-16,-1-5-27 0</inkml:trace>
  <inkml:trace contextRef="#ctx0" brushRef="#br0" timeOffset="68837.64">21260 8883 40 0,'1'0'5'0,"1"-1"0"0,0-2-3 0,2 2 0 0,-2-1 1 16,-1 1-2-16,3-2-1 16,0 3 0-16,1 0 0 0,1 0 0 15,4-3 0-15,0 3 0 16,1-3 0-16,3 0-1 16,3 0 2-16,2-3 3 15,6 0 7-15,3 0 1 16,8-5-1-16,2 1-4 0,5-3 1 15,4 0-5-15,6-1 2 16,1-3 0-16,2 0-1 16,6-1 2-16,4 0 4 15,3 0-2-15,4 0-1 16,2 0-3-16,-2 1-2 0,-2 3 0 16,-1 1-2-16,-5 1-2 15,-1 0-30-15,-8 2-2 16</inkml:trace>
  <inkml:trace contextRef="#ctx0" brushRef="#br0" timeOffset="69524.52">21663 9255 13 0,'48'-15'40'0,"8"0"-31"0,9-3 15 15,6-1-6-15,12-2-3 16,5 0-5-16,6 0-5 16,0-1-4-16,-1-2-6 0,-3 0-123 15</inkml:trace>
  <inkml:trace contextRef="#ctx0" brushRef="#br0" timeOffset="70235.89">22007 10068 35 0,'0'0'7'0,"0"0"-1"0,0 0-5 0,0 0 0 0,0 0-1 15,0 0 8-15,0 0 16 16,0 0-20-16,0 0 1 15,0 0-6-15,0 0-35 0</inkml:trace>
  <inkml:trace contextRef="#ctx0" brushRef="#br0" timeOffset="70790.34">21966 10039 3 0,'0'0'6'0,"0"0"-3"0,0 0-2 0,0 0-1 16,0 0-3-16,0 0-5 15,0 0 6-15,0 0 2 16,0 0 0-16</inkml:trace>
  <inkml:trace contextRef="#ctx0" brushRef="#br0" timeOffset="71196.02">21966 10039 9 0,'33'-17'54'16,"-33"13"-18"-16,0-2-5 15,0 2 2-15,0 0-7 0,-2 0-10 16,0 1-5-16,0 0-8 15,2 1-1-15,-2 0-1 16,0 2 0-16,0 0-5 16,-1 0-2-16,-3 0 2 15,-1 0 5-15,-4 2 1 16,0 4 1-16,-2 3-9 16,-1 1 11-16,1 2-2 0,1 1-1 15,3 3 0-15,3 1-2 16,2 1-4-16,4 1-2 15,0 1-1-15,0-2 1 16,7-1 4-16,3-1-4 0,2-2 4 16,2-4 4-16,2-2 1 15,2-3 2-15,2-4-4 16,0-1 2-16,2 0-6 16,1-10-19-16,-2-4-27 15,0 0-8-15</inkml:trace>
  <inkml:trace contextRef="#ctx0" brushRef="#br0" timeOffset="71538.5">22163 10051 89 0,'0'0'19'15,"0"0"-5"-15,0 0 1 0,0 0-8 16,0 0-2-16,-38 11-4 16,32 3 1-16,3-1-1 15,2 4-2-15,1-3 0 16,0-1-1-16,2 0-2 15,7-3 1-15,1-4 5 16,3-4 0-16,1-2 0 0,-1 0-1 16,4-2 3-16,-1-10 1 15,2-1 4-15,0-5 1 16,-4 0 1-16,-1-1 0 16,-3-2-4-16,-4 2-1 15,-5-1-2-15,-1 3 4 0,0 2-1 16,-7 6 4-16,-5 1-5 15,-3 6-5-15,-3 2-2 16,0 3-3-16,-5 10-5 16,3 1-9-16,2 3-9 15,3 1-5-15,6-2-5 0,6-3-5 16</inkml:trace>
  <inkml:trace contextRef="#ctx0" brushRef="#br0" timeOffset="71966.71">22406 9981 95 0,'0'0'5'15,"0"0"23"-15,0 0 4 16,25-45-13-16,-22 37-3 16,-3 3 3-16,0-1-6 0,0 2-4 15,0 4-5-15,-3-1-1 16,-2 1-6-16,0 0 3 15,-1 5 3-15,-1 2-1 16,1 5 0-16,1-1 1 16,-1 2-3-16,5-2-1 15,1 1-4-15,0-1-3 0,4-4 0 16,5 3 7-16,1-4 0 16,1 1 6-16,-1-2-4 15,1-2 1-15,0 3-2 16,0-2 0-16,-5 0 0 15,1-2 0-15,-4 1 0 0,-1-1-2 16,-2 1 1-16,0-1-2 16,0 2 0-16,-7 2 13 15,-3-1-6-15,-2 1-3 16,-1 0 1-16,1 1-1 0,1 0-1 16,4-3 0-16,1 1-7 15,3-3-28-15,2-2-38 16,1 0-22-16</inkml:trace>
  <inkml:trace contextRef="#ctx0" brushRef="#br0" timeOffset="72179.89">22572 9936 236 0,'0'0'-9'0,"0"0"13"0,0 0-12 0,0 0 1 15,0 0 2-15,0 0-3 16,0 0 11-16,0 0 1 16,31 49-3-16,-26-37-1 15,-1 1 1-15,0-2 1 0,0-1-12 16,-1-4-46-16,0-4-19 16</inkml:trace>
  <inkml:trace contextRef="#ctx0" brushRef="#br0" timeOffset="72322.73">22630 9856 182 0,'0'0'-43'0,"0"0"71"16,0 0-13-16,0 0-15 16,0 0-12-16,0 0-38 15,0 0-14-15</inkml:trace>
  <inkml:trace contextRef="#ctx0" brushRef="#br0" timeOffset="72742">22726 9890 183 0,'0'0'4'15,"0"0"-5"-15,0 0-3 16,0 0 5-16,0 0-5 15,0 0 4-15,0 0 4 0,32 46-4 16,-28-36 1-16,2 0-2 16,-4-2 2-16,1-1 0 15,-1 0 0-15,-1-4 0 16,0 0 1-16,-1-2-1 16,0-1 4-16,0 0 10 0,0-2-2 15,0-6-9-15,0 0 0 16,0-4-3-16,0 0 1 15,0-2 0-15,3 2-2 16,1 2 0-16,1 0 1 16,3 3-2-16,0 0 2 15,1 3-1-15,2 1 0 0,2 3 0 16,-3 0 0-16,0 0-2 16,1 4-2-16,-2 6 1 15,-4 0 0-15,3 0 2 16,-4 1 2-16,0 0-4 15,-2-3-28-15,1-1-27 0,0-3-62 16</inkml:trace>
  <inkml:trace contextRef="#ctx0" brushRef="#br0" timeOffset="73036.61">22931 9926 177 0,'0'0'12'0,"0"0"16"16,0 0-23-16,0 0-4 15,0 0-1-15,0 0 0 16,0 0 0-16,37-29 0 16,-31 25 1-16,-3 0-2 0,2-2 2 15,-2 1 0-15,2 0-1 16,-5-1 1-16,0 1-1 16,0 3 1-16,0-1 0 15,-7 3-8-15,0 0 5 0,-2 3 8 16,-1 5-6-16,0 4-1 15,2 3-2-15,3 0 1 16,1 3-2-16,3-2 0 16,1 1-2-16,3-4 0 15,7-3-44-15,5-6-15 16</inkml:trace>
  <inkml:trace contextRef="#ctx0" brushRef="#br0" timeOffset="73439.92">23376 9576 195 0,'0'0'-19'0,"0"0"36"0,0 0-8 16,0 0-8-16,-41 0-2 15,32 10 0-15,-1 3 0 16,2 3-1-16,2 2 0 16,3 2-1-16,3 1 1 15,0-1-1-15,6 0 0 0,3-1 7 16,6-3-2-16,-2-3 3 16,3-1 1-16,2-4 0 15,-3 2-1-15,0-5-2 16,0 1-1-16,-2 1 1 15,-4-5-3-15,-5 4 1 16,-1-1-1-16,-3 0 1 0,0-1 8 16,-11 3 0-16,-2 3-2 15,-3-1-4-15,-1 0-2 16,0-1-14-16,3-1-24 16,3-6-8-16,5-1-33 15</inkml:trace>
  <inkml:trace contextRef="#ctx0" brushRef="#br0" timeOffset="73638.98">23514 9757 209 0,'0'0'1'16,"0"0"-7"-16,0 0 4 15,0 0 3-15,0 0-2 16,0 0 7-16,0 0-5 15,23 42 0-15,-20-30 1 0,2 0-1 16,-3-2-5-16,-1 0-30 16,-1-7-37-16</inkml:trace>
  <inkml:trace contextRef="#ctx0" brushRef="#br0" timeOffset="73804.31">23529 9628 228 0,'0'0'10'15,"0"0"-9"-15,0 0-2 0,0 0-24 16,0 0-44-16,0 0-35 16</inkml:trace>
  <inkml:trace contextRef="#ctx0" brushRef="#br0" timeOffset="74428.69">23641 9744 150 0,'0'0'-12'16,"0"0"19"-16,0 0-5 0,0 0 6 15,0 0-1-15,0 0-7 16,0 0-2-16,35 13 1 15,-32-5 3-15,1 1 0 16,1-1 0-16,-1 2-1 0,1-1 0 16,-3-3-1-16,1-1 1 15,0-2 1-15,-3-3 0 16,0 0-1-16,0 0 4 16,0 0 6-16,0-5-8 15,0-6 1-15,2-3-2 16,1 1 1-16,3-4-3 0,1 2 2 15,4-1-1-15,0 2 0 16,3 3 0-16,-2 2 2 16,1 3 0-16,1 4 2 15,-1 2-1-15,1 0-3 16,-1 0-2-16,0 4-1 0,-2 4 2 16,-2 2-1-16,-3-3 0 15,1 3 1-15,-4-3-1 16,-2 1 2-16,0-2-4 15,-1-4 2-15,0 2-4 16,0-3 14-16,0-1-1 0,-5 0-4 16,-2 0-2-16,2-1-1 15,3-5 3-15,-3-2-6 16,4-1 4-16,1 0-4 16,0-2 9-16,3 0-7 15,4 0 1-15,3 2-1 16,-3 2 1-16,3 0-1 0,2 4-1 15,-1 2 1-15,-1 1 0 16,1 0-1-16,-3 0-1 16,-1 7 0-16,-1 4-1 15,-3-1-2-15,2 3-9 0,-2 0-8 16,0-5-20-16,0-4-10 16</inkml:trace>
  <inkml:trace contextRef="#ctx0" brushRef="#br0" timeOffset="74605.91">24028 9660 147 0,'0'0'18'0,"0"0"10"0,0 0-20 16,0 0-11-16,0 0-3 15,0 0-1-15,0 0 1 0,0 0 10 16,0 0-3-16,0 0-27 15,44 24-31-15</inkml:trace>
  <inkml:trace contextRef="#ctx0" brushRef="#br0" timeOffset="74778.64">23985 9488 232 0,'0'0'6'16,"0"0"6"-16,0 0-9 16,0 0-21-16,0 0-32 15,0 0-12-15</inkml:trace>
  <inkml:trace contextRef="#ctx0" brushRef="#br0" timeOffset="75045.47">24081 9310 121 0,'0'0'-7'16,"0"0"9"-16,0 39 5 15,0-16 9-15,0 5-11 16,0 5-4-16,0-2 0 0,2-1-1 15,4 0 1-15,2-3 1 16,0-3 0-16,0-1 0 16,2-3-1-16,2-1-4 15,0-3-15-15,3-4-16 16,2-5-29-16</inkml:trace>
  <inkml:trace contextRef="#ctx0" brushRef="#br0" timeOffset="75247.56">24250 9669 4 0,'0'0'37'0,"0"0"-11"16,39-39-5-16,-31 25-8 15,-5 1-6-15,-1 0-2 16,-2 5 6-16,0 0 10 16,-7 2-4-16,-3 3-4 0,-1 3 2 15,1 0-6-15,2 0-6 16,0 4-4-16,4 5 0 16,1-1-1-16,3 1-3 15,0 2-1-15,1-2-2 0,8-2 8 16,2 0 3-16,2-3 0 15,3 0-21-15,-1-4-30 16,0 0-15-16</inkml:trace>
  <inkml:trace contextRef="#ctx0" brushRef="#br0" timeOffset="75688.82">24416 9551 99 0,'0'0'14'0,"0"0"3"15,0 0-7-15,0 0-6 16,0 0-3-16,40-9-2 0,-33 16-2 16,-1 2 3-16,-3 1 1 15,1 1 7-15,-3-1-6 16,1 0-1-16,0-1 4 16,-1-2-3-16,0-3 0 15,-1-1-1-15,0 0 1 0,0-3 4 16,0 0 32-16,0-3-28 15,0-3 2-15,-1-4 2 16,1-1-5-16,0-2-2 16,0 0-4-16,4-1-2 15,7-2 0-15,3 2-1 0,0 2-2 16,2 4-8-16,-3 0 1 16,-1 4 3-16,-3 4 3 15,-1 0 2-15,-1 0-2 16,-3 4-1-16,1 6 2 15,-4 0-5-15,1 1 3 0,-2 0 3 16,0-1 0-16,2 1 1 16,0-3-1-16,1-2-1 15,0-1 0-15,2 1 2 16,2-3 0-16,2-2-5 16,-1-1-28-16,2 0-25 0</inkml:trace>
  <inkml:trace contextRef="#ctx0" brushRef="#br0" timeOffset="75853.05">24656 9413 148 0,'0'0'4'0,"0"0"19"0,0 0-12 0,0 0-19 0,0 0-26 16,0 0 7-16,0 0-67 15</inkml:trace>
  <inkml:trace contextRef="#ctx0" brushRef="#br0" timeOffset="76144.6">24758 9116 208 0,'0'0'-4'0,"0"0"29"16,0 0-4-16,0 0-18 0,0 0-6 15,0 0 0-15,0 0-1 16,0 0 3-16,13 34 0 16,-10-10 2-16,1 3 1 15,-1 5-1-15,-1 2-1 16,1 0 0-16,2 1 2 0,-3 1-1 15,0-4-1-15,1 1 0 16,0-2-10-16,3-5-19 16,-3-3-15-16,1-6-13 15</inkml:trace>
  <inkml:trace contextRef="#ctx0" brushRef="#br0" timeOffset="76579.89">24933 9449 171 0,'0'0'19'0,"0"0"-20"16,0 0-2-16,0 0 9 0,0 0 2 15,0 0-3-15,0 0-2 16,41 41-2-16,-30-30 1 16,-1-4 0-16,-1-3 1 15,2-3 0-15,1-1 1 0,-4 0 0 16,1-8 0-16,2-3 2 15,-2-2-3-15,0-4-1 16,0 2-1-16,-1 0 1 16,-2 3-2-16,-1 3-3 15,-1 3 1-15,-1 3 2 0,-3 3-3 16,0 4-7-16,0 8-6 16,0 6 20-16,-3 5 4 15,-1 1-7-15,0 2 0 16,2-2 0-16,-4-1-1 15,3-2 1-15,-1-1-1 16,-1-2 0-16,1 0 0 0,-1-1 0 16,1-2 1-16,-2-1-1 15,1-5 1-15,-3 2 1 16,2-5-4-16,0-2 2 16,-1-2-23-16,-5-2-11 15,3 0-8-15,-2-7-55 0</inkml:trace>
  <inkml:trace contextRef="#ctx0" brushRef="#br0" timeOffset="76721.98">24889 9301 175 0,'0'0'9'0,"59"-57"-5"0,-10 30-3 0,8-4-12 0,1-3-68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41:33.2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17594 12461 36 0,'0'-4'1'0,"0"2"1"0,-3-1 4 0,1 2 2 0,-1 0 6 0,2-1-3 0,-1-2 3 15,0 4 2-15,0-3-3 16,0 0-2-16,2 2-3 16,-1 1-6-16,1 0 0 15,-1 0-8-15,1 2-4 0,0 6 8 16,0 3 1-16,0 0 1 16,0 0 0-16,0 0 0 15,0-2 1-15,0-1 1 16,1-4 2-16,2-1 1 15,1-3 4-15,0 0 6 16,3-3 19-16,3-9-2 0,2-8-14 16,7-5-5-16,2-7-3 15,7-5-3-15,5-3-3 16,6-3-2-16,3-1-1 16,2 0 0-16,-3 2-28 15,-5-3-95-15</inkml:trace>
  <inkml:trace contextRef="#ctx0" brushRef="#br0" timeOffset="2412.96">18386 11582 48 0,'0'0'11'0,"0"0"16"0,0 0-9 0,0 0-6 0,-41-4-3 15,33 2-2-15,-2-1-4 16,0 2 0-16,-1-2 4 16,-1 2 7-16,1-2 2 15,-3 2-2-15,1-2-2 0,-1 2-3 16,1 1-2-16,2 0-3 16,-4 0-3-16,1 0 0 15,0 2-1-15,-1 4 0 16,-1 1 0-16,0 0 0 15,-1 1 0-15,0 2 1 16,0 2-1-16,-3-1 0 0,3 2 1 16,0 2-2-16,0-2 1 15,-1 3 1-15,3 1-2 16,-1 0 2-16,0-1-2 16,0 2 1-16,-3-2 1 15,1-1-1-15,-1 2 0 0,-2 1 0 16,2-3 1-16,-3 4-1 15,6 0 0-15,-2 1-1 16,1 3 2-16,1-1-2 16,3 1 1-16,0 1 0 15,3-1 0-15,-1 1 0 0,0 1 0 16,2 1 0-16,2 0 0 16,-5 1 0-16,3 0 0 15,1 1 0-15,-1 1 1 16,2 1-1-16,-1-1 0 15,3 1 0-15,1 0 1 0,1 1-1 16,2-2-1-16,0 3 1 16,1-2 0-16,0 0 0 15,0 0 0-15,0 1 1 16,0-1-1-16,2-2 0 16,1 2 0-16,3-2 0 15,0-1 0-15,3-1 0 0,1-2-1 16,-1-4 1-16,3-3-1 15,1-3 1-15,-1-1 0 16,2-4 1-16,-1 1-1 16,1-3 0-16,0 1 0 0,4-2-1 15,-2-2 1-15,3 2 2 16,-1-3-2-16,4 0 1 16,-1-1-2-16,2 1 0 15,-4-3 1-15,3 0 0 16,-2 0 0-16,0 0-1 0,-1 0 1 15,2-2-1-15,-2-4 1 16,3 0 2-16,0-4-1 16,3-1 6-16,2-1-4 15,1 0-3-15,2-1 5 16,1-2-4-16,2 0-2 16,-1 1 3-16,-1-2-1 0,0 1 1 15,-2 2-1-15,0-1-1 16,-2 2 0-16,1-1 1 15,-1-1-1-15,2 1 0 16,0 2 0-16,0-4 0 16,4 3 1-16,-2-5-1 0,-1 2 0 15,1 0 0-15,4-3 0 16,-4 0 0-16,3 1 1 16,-2-1-2-16,2-2 1 15,0 2 1-15,-2-1-2 16,3 2 1-16,-2-2 0 0,1 1 0 15,1 0 1-15,0 0-1 16,1-1-1-16,-1-1 1 16,5 3 1-16,-4-3-1 15,5 3 0-15,-5 0 0 16,1-1 0-16,-1 1 1 0,-1 1 0 16,1-1 0-16,-1 0-1 15,2 0 1-15,-2-2 0 16,3 0-1-16,2-1 0 15,-1-1-1-15,1-1 2 16,-1 2 0-16,2 0-2 0,-2-3 3 16,1 2 1-16,1 0-2 15,-1 0 1-15,1-1-2 16,1 1 1-16,-2-2 0 16,0 0 0-16,0-2-2 15,-2-2 2-15,-2-3-1 16,1-1 1-16,1 1 0 0,-2 0-1 15,0 1 0-15,-4 0 1 16,1 1 0-16,-4 2 2 16,-2 0 2-16,-4 1 0 15,2-2 0-15,-2 4-3 0,-2-4 2 16,-1 0-2-16,0-1-1 16,-2 1 0-16,-3-3 1 15,1 2 0-15,-5 2-1 16,-4-1 0-16,1 5 1 15,-4 0 1-15,-1 2-2 0,-3 3 3 16,0 0-2-16,0 0 1 16,0 2 2-16,-4 0 0 15,-1 1-2-15,-4 0 0 16,1-3 1-16,2 3-2 16,-2-2 0-16,1 2-1 15,1-2-1-15,1 2 0 0,1 1 1 16,-3 1-1-16,2 0 0 15,-1 3 0-15,0-2 0 16,1 4-4-16,-7-1 3 16,1 3-1-16,-1 0 3 15,-4 0-2-15,2 1 0 0,-7 1 0 16,1 0 0-16,0 1 3 16,-1 0-1-16,-1-1-2 15,1 2 2-15,-1 0-3 16,3 1 2-16,-4-1-1 15,4 1 1-15,-3 0 1 0,1 0 0 16,0 0-1-16,0 0 0 16,-1 3 0-16,0 3-1 15,1-2 0-15,-3 3 1 16,-1-1-1-16,3 0 2 16,-5 1-1-16,-2 0 0 0,-2 1 0 15,-2 1-2-15,-2-1 2 16,-1 2 0-16,-2 0 0 15,-1 0 1-15,-2 0-1 16,-4 0 0-16,-1 4 1 16,-5-1 0-16,-1 3-1 0,-3-2 1 15,-4 6 0-15,-5 0 0 16,-9 5-1-16,-6 5 0 16,-11 10 0-16,-15 8 0 15,-7 9-1-15,-15 14 0 16,-15 14-2-16,-16 15-25 15,-16 6-39-15,-14 7-62 0</inkml:trace>
  <inkml:trace contextRef="#ctx0" brushRef="#br0" timeOffset="4619.22">20157 12097 78 0,'-20'-7'4'0,"-1"0"8"0,1 0-7 0,-3 0-2 15,0 2-2-15,-1 0-1 0,2-1 1 16,-4 1-1-16,1 0 3 16,-3-2 6-16,0 0 4 15,-2 1-7-15,-4 2-3 16,-1 4-2-16,-4 0-1 15,-2 0-1-15,-2 10-3 0,-4 4-1 16,0 2 0-16,0 1 5 16,0 0 0-16,0 4 3 15,-3 2 3-15,4 1 0 16,-1 5 0-16,1-1-1 0,5 5-1 16,4 1 1-16,6 0-1 15,4 1 0-15,6 0 0 16,4 0-2-16,7-2-1 15,5-2-1-15,5-2-1 16,0 0 1-16,12-3-1 0,8 2-1 16,5 0-1-16,4 3 2 15,7 4 2-15,2 3-2 16,7 2 1-16,1-2-7 16,5 2 2-16,2-7 2 15,4-5 1-15,7-4 0 16,2-7 1-16,3-4 3 15,3-2 15-15,6-5-2 0,-3-3-4 16,4-1-1-16,-1-2-2 16,3 0-4-16,2-7 5 15,-1-4-7-15,3-4 0 16,0-2-1-16,0-4 0 0,-2-2-1 16,-3-4 0-16,-7 0-9 15,-6-5-10-15,-8-2-5 16,-8 0 13-16,-16-3 11 15,-9-1 1-15,-12 0 9 16,-10-3 27-16,-4-1-1 0,-20 2-8 16,-7 1-10-16,-5-1-14 15,-7 5-5-15,-4 6-3 16,-2 8-6-16,-7 9-23 16,-3 12-29-16,-1 6-28 15</inkml:trace>
  <inkml:trace contextRef="#ctx0" brushRef="#br0" timeOffset="5387.59">20630 13133 104 0,'0'0'-1'0,"-40"-26"21"0,21 16 3 0,2 0-12 15,-1 3-8-15,-1 3 0 0,2 1-1 16,-4 3-2-16,-1 0 0 16,-2 2 0-16,0 8-7 15,-3 5 0-15,-2-1 4 16,0 8 2-16,0 0 1 15,1 7 1-15,-1-1 0 0,2 3 2 16,2 3 7-16,3 0 4 16,2 2 6-16,5 2-5 15,1 3-4-15,1 1-5 16,6-1-2-16,2 4 1 16,5 1-2-16,0-1-2 0,6 1-1 15,6-1 0-15,3 1-1 16,4-1 0-16,1 0 0 15,4-2 2-15,1-3-4 16,3-3 1-16,4-5 0 16,2-2 1-16,4 0 5 0,2-4-1 15,1-1-2-15,6-1 3 16,-3 0 2-16,4-2-3 16,1-2-2-16,4-5 0 15,3-1-4-15,1-5 2 16,3-6 1-16,3-3 1 0,3-4 3 15,1-10-4-15,2-4 0 16,3-6 1-16,-3-1-1 16,-1-4 0-16,-4-1 1 15,-3-4-2-15,-5-4 4 16,-5-2-3-16,-8-7 8 16,-2-5-6-16,-9-9-1 0,-4-6-12 15,-9-6-34-15,-11-7-121 16</inkml:trace>
  <inkml:trace contextRef="#ctx0" brushRef="#br0" timeOffset="6255.34">12070 14915 67 0,'-5'0'2'0,"-3"0"-1"0,0 0-13 0</inkml:trace>
  <inkml:trace contextRef="#ctx0" brushRef="#br0" timeOffset="10454.18">11945 14932 87 0,'0'0'14'16,"0"0"-2"-16,0 0-4 0,0 0-5 15,0 0-3-15,0 0 0 16,0 0 1-16,-41 47-1 16,34-31 1-16,-2 2 0 15,0 3 1-15,3 1 3 16,-3-1 0-16,4 2 2 0,-1-2-1 16,1 2-1-16,3-2-3 15,-2 0 0-15,-1 1 2 16,2 2-3-16,1-2 4 15,-2 4-2-15,1 0 1 16,0 2 3-16,0 1-1 0,1 0-5 16,0 3 0-16,2-4-1 15,0 3 0-15,0-2 2 16,0-4-2-16,0 1 0 16,4-2 1-16,0-3-2 15,3 0 1-15,3-3 0 0,-1-3-2 16,1 0 5-16,2-3-1 15,-2 3-1-15,0-4 1 16,3-1 0-16,-4-2-1 16,-2 3 0-16,4-1-1 15,0-1 0-15,-2-2-1 0,3 0-3 16,1 2 4-16,5-4-1 16,-1-2 0-16,0 0 2 15,2 1-1-15,2-3 3 16,3 1-3-16,-4 0 2 15,4-1-1-15,-1 3 0 16,-1-1-1-16,0 1 2 0,0 0-2 16,2 0 0-16,-2 0 1 15,-2-1 0-15,2 1 2 16,-1-1 0-16,0 0 0 16,2 1-1-16,1 0-1 15,2-1-1-15,-1 1 1 0,2 0-1 16,1-1 1-16,1 0-1 15,0 1 0-15,1-3 0 16,0 1 0-16,1-2 0 16,-1 2 1-16,0-2 0 15,0 0-2-15,1 1 0 0,2-1 2 16,0 1-1-16,3 0 0 16,1 0 0-16,1 2 0 15,0-3 0-15,2 2 0 16,1-1 1-16,-1 0-1 15,1 1 0-15,0-1 1 0,-1 0-1 16,2 2 0-16,0-3 0 16,-1 2 0-16,-1-1-1 15,3-1 0-15,-3 0 2 16,0 0-1-16,1 0 1 16,1-3-1-16,0 0 0 15,2-1 4-15,-1 0-4 0,-2-1 3 16,2 1 0-16,-3 1 0 15,0-1-1-15,3 1 0 16,-2 0-1-16,5 1 1 16,-2-1-1-16,0 1 0 0,-2-1-1 15,2 2 1-15,-1-1 0 16,1-2-1-16,-1 0 1 16,2 1-1-16,0-1 1 15,3-2-2-15,-4 0 2 16,-2-1-2-16,-1-1 2 15,-3 2 2-15,-1-1 5 0,-1 0-7 16,-1 0 2-16,-2 1-2 16,0 2 0-16,1-3 0 15,-3 4-1-15,-2-1 1 16,-1 0-1-16,-1-1 0 16,-3 1 0-16,-4 1 0 0,0-1 2 15,-1 0-2-15,0 1 0 16,-3-3 0-16,0 1 1 15,0-1 0-15,-1 0-1 16,0 0 0-16,-3-1 0 0,-1-2 1 16,0 2 0-16,-5-1-1 15,1 0 1-15,-3-2 1 16,-3-1 9-16,3-2-1 16,1-1-4-16,-3-1-2 15,2-2-1-15,-1-1-2 16,1-1 0-16,-4 1 1 0,0-3-2 15,2-1 1-15,-2 1 1 16,0-3 1-16,0 1-1 16,0-4 1-16,0 1-2 15,-2-2 1-15,2-2-1 16,0 2 0-16,-2-2-1 0,1 0 0 16,-2 1 0-16,1 0 0 15,-1-1 1-15,-1 2-1 16,-1-2 0-16,2 0 0 15,-1 2 0-15,2-2 0 16,-4 0 0-16,3 3 0 0,-1 0 0 16,-2 3 0-16,0 0 0 15,-2 1 1-15,3 3 0 16,-3-3 0-16,3 4-1 16,-3-1 0-16,2 0 0 15,-2 0 0-15,1 1-4 16,-5 1 2-16,0 2 0 0,-2 0 2 15,0 1 1-15,0 4-2 16,-3 1 3-16,1-2-2 16,0 5 0-16,-1-1 0 15,1 1-1-15,-2 2 0 0,-3 1 0 16,2 0 1-16,-4 2 4 16,-1 1-3-16,4 1 0 15,-2 0-1-15,-1 0 0 16,1 0-3-16,-4 0 6 15,0 1-3-15,-2 1 0 16,-2 2 0-16,-1-2 0 0,-4 0 1 16,1 0-1-16,-5-1 0 15,0-1 1-15,1 2-1 16,2 0 0-16,0 0 0 16,0 1 0-16,1 1 0 15,3 0 0-15,-1 1 1 0,-1 0-2 16,-2-2-1-16,1 3-4 15,-1-2 0-15,-3-4 4 16,4 0 2-16,-3 1 1 16,1-1 0-16,0 0-2 15,1 0 1-15,-4 0 1 0,1 2-1 16,-4-1 0-16,2 2 0 16,-1 0 1-16,-3 1-1 15,5-1-1-15,-4 3 2 16,-1-1-1-16,2 0 0 15,-2-1 0-15,-1 3 0 0,-4 0 0 16,4 3 0-16,-4-3 0 16,4 3 0-16,-1-3-1 15,4 2 1-15,-2 1 0 16,3 0 0-16,1-2 0 16,3-1-1-16,1-1 0 15,5 2 1-15,1-3 0 0,0-2 0 16,3 1 0-16,2-3 1 15,1 2 0-15,1-1-2 16,0-1 2-16,3 2 0 16,-2-1-1-16,4 0 0 0,-4 1 0 15,3-2 0-15,1 3 0 16,0-2 0-16,0 1 0 16,2 0 0-16,1-2 0 15,-1 3 0-15,1-1 0 16,1-2 0-16,-1 2 0 0,3 0 0 15,2-3 0-15,-1 2 0 16,1-1 0-16,1 1 0 16,2 0 0-16,-1 0 0 15,-1-1 0-15,2-1 1 16,0 2-1-16,3-2-1 0,-4 0 2 16,2 2-1-16,-2-2-1 15,1 1 1-15,1 0 0 16,-5 0 0-16,2 1 0 15,3-1 0-15,-5 1 0 16,3-1 0-16,1 1 0 0,-1 0 1 16,0 0-2-16,4-1 2 15,-2 2-2-15,2-2 1 16,-1 2 0-16,2-3 0 16,0 3 0-16,1-3 0 15,1 2 0-15,-2-1 0 0,2 0 0 16,-1 1 0-16,1-1 0 15,-2 3 0-15,-1-1 0 16,2 0-1-16,1 2 2 16,-2 0-2-16,0 1 1 15,2 3 0-15,-1-1 0 0,1 0 0 16,-3 4 0-16,1 0 0 16,1 5 0-16,-1-1-1 15,-1 5 1-15,1-1 0 16,-3 2-1-16,1 0 1 15,-1 0 0-15,0 0 0 0,1 0 0 16,0-1 0-16,1-1 0 16,-3 1 0-16,4 0 0 15,0 1 0-15,-2-1 0 16,3 0 0-16,-1-1 0 16,0 2 0-16,1-1 0 0,2 0 0 15,0 0 0-15,0 1 0 16,1-1-1-16,0 1 1 15,-2-3 0-15,2 1 0 16,0-3 0-16,-2 0 0 16,-1-1 0-16,1 1 0 15,-1-1 0-15,0 1 0 0,-2-1 0 16,1 2 0-16,1-2 0 16,1 0 0-16,0 1 0 15,0-1 0-15,2 0 0 16,0-2 0-16,0 0 0 15,0-1 0-15,0-2-1 0,0 1 0 16,0-3-1-16,0 0 0 16,4-2-2-16,1 0 4 15,2 2-1-15,-3-4 2 16,-1 1 0-16,1 1-1 16,2 0 1-16,-3 1-1 0,4 0 0 15,-1 2 0-15,-1 0 2 16,1-1-4-16,3 0 4 15,-1-1-4-15,2-2-4 16,-1 1 6-16,3-3-1 16,1 0-1-16,1-3 0 0,1 2 2 15,1-2 0-15,1 1 0 16,1-1-1-16,2-1-1 16,0 2 1-16,3-1 2 15,-1-1 1-15,2 1-2 16,3 1 1-16,-2-1-1 0,4 1 1 15,0-1-2-15,1-1 2 16,3 2-2-16,0-2 1 16,3 0-3-16,0 0 1 15,3 0 2-15,0 0-2 16,1 0 4-16,-2-2-2 16,5-1 0-16,-3-2-2 0,2 0 1 15,4-2 2-15,0-1-1 16,1-1 0-16,0 2 0 15,2 0 2-15,-2-2-4 16,0 2 4-16,2 0-2 0,-2 0 0 16,3 3 0-16,-2 0 0 15,0 0 0-15,1 1 0 16,-5 2 0-16,4 0 0 16,-2 1 0-16,4-1 0 15,1 1 0-15,2 0 0 0,-1 0 0 16,-2-2 0-16,3 2 0 15,-2 0 0-15,0 0 0 16,3 0 0-16,-1 0 0 16,0 0 1-16,0 0-1 15,0 0 0-15,-1 0 0 16,-5 0-1-16,4 0 2 0,-3-1-1 16,2-2 0-16,0 0 1 15,-4-1-1-15,1-2 0 16,-2 2 0-16,0-2 0 15,-5-1 0-15,0 0 0 16,-3 0 2-16,-1 1-2 0,-5-1 0 16,0 0 0-16,-2-2 1 15,-5 1-2-15,1 1 1 16,0 0 1-16,-1-1-1 16,-5-1 0-16,2 0 0 15,-5-1 0-15,-3 2 1 0,-2-2 2 16,-3 0 4-16,-2-4 1 15,-1 3-3-15,-1-4 0 16,0-2-2-16,-4 1-1 16,2-5 0-16,-2-2 0 15,0-4-1-15,0-4-1 0,0-1 1 16,0-5-1-16,0-3 0 16,2-1 0-16,1 1-1 15,3-1 1-15,-1 0 0 16,-3 1 0-16,-1-3 0 15,-1 2 0-15,0 0 1 0,-1-2-1 16,-8 1 0-16,0 2 0 16,-1 2 2-16,-1 4-2 15,-2 2 0-15,0 1 0 16,-2 1-2-16,0 0 1 16,-2 3-1-16,0 2 2 0,-2 0 1 15,1 2 0-15,-1 5-3 16,1 1 3-16,1 4 0 15,0 2-1-15,-2 1-1 16,0 3-1-16,-3 0-2 16,-1 3 4-16,-1 1-3 0,-4 0 3 15,1 2 1-15,-1 1 1 16,1 0-1-16,-2 0-1 16,0 0 1-16,-2 4 0 15,-3 0-1-15,1 0 0 16,-7 1 0-16,-1-1 0 15,-1 0 1-15,-6 0-2 0,2 2 2 16,-2-2-1-16,2 1 0 16,-5 2 0-16,4 1 0 15,-6-2 0-15,0 1 0 16,3 0-2-16,-4 2 3 16,3-3-1-16,4 1 0 0,-3 1 1 15,-1-2-2-15,4-1 2 16,-2 3-1-16,2-1 0 15,0 0 0-15,5-2 0 16,0 1 1-16,1-2-1 0,3 1 0 16,0-2 0-16,3 1 0 15,1-1 0-15,-1-1 1 16,5 0-1-16,3 2 0 16,1 2 0-16,3-2 0 15,0 0 0-15,0 2 0 16,4 0-1-16,-2-1 2 15,2 1-2-15,1 0 1 0,-2-1 0 16,4 2-1-16,-2 1-5 16,0 0-21-16,-2 0-35 15,-3-2-36-15</inkml:trace>
  <inkml:trace contextRef="#ctx0" brushRef="#br0" timeOffset="11843.21">11176 15677 84 0,'0'0'25'0,"0"0"-20"0,0 0 0 0,0 0-3 0,0 0 0 16,0 0-2-16,0 0 0 15,2 0 1-15,2 0-2 16,0 0 2-16,4 0-2 0,0 0 1 16,1 0 0-16,3-1 2 15,1-3 0-15,0 0 3 16,3-2 0-16,1-2 6 16,1-2 6-16,5 0 0 15,-4 0-6-15,5-2-1 0,2 1-2 16,-3-1-5-16,0 3-1 15,-2-1-1-15,-1 3 0 16,-4 1-5-16,-4 3 7 16,-2 3-3-16,-5 0-9 15,-1 0-23-15,-4 0-16 0,0 3 1 16</inkml:trace>
  <inkml:trace contextRef="#ctx0" brushRef="#br0" timeOffset="12412.96">11251 15700 42 0,'0'0'6'0,"0"0"6"0,0 0-6 0,0 0-2 15,0 0-3-15,0 0-1 0,0 0 0 16,0 0 1-16,0 0 5 16,0 0 1-16,18-14-2 15,-7 9-1-15,3-2-3 16,1-2 0-16,3-1 2 16,3 0 7-16,-1-1 9 0,4-1 6 15,1-3 1-15,0 2-2 16,0 0-10-16,2 0-5 15,-2 2 0-15,0-2-2 16,-5 3-2-16,-2 2-3 16,-4 2-1-16,-1 1 1 15,-3 2-1-15,-2 0-1 0,-2 1 1 16,-1 2 0-16,0 0-1 16,-1 0-2-16,0 0-7 15,1 0-1-15,0 0-6 16,1 0-16-16,-1 0-30 15,3 0-62-15</inkml:trace>
  <inkml:trace contextRef="#ctx0" brushRef="#br0" timeOffset="16872.4">16032 14721 48 0,'-2'0'9'0,"0"0"18"0,-1 0-8 0,0 0-5 0,1 0 2 16,1 0-4-16,0 0-6 16,0-2-3-16,1 2 0 15,0 0-2-15,0 0-1 16,0 0-4-16,0-1-4 16,2 1 7-16,7-3 2 0,-4 1-2 15,5 1 5-15,1-2-1 16,-1 2 2-16,-1-1-3 15,3 1 2-15,-2 1 0 16,-1 0 0-16,2 0 0 0,1 0-2 16,0 0 0-16,-3 0 1 15,1 4-3-15,-1 0 1 16,-2 2 1-16,1 0-1 16,-3 1 0-16,1 0 0 15,-3-1 1-15,1 3-1 16,0-3 0-16,-2 3 0 0,1-1 1 15,0 1-1-15,-2 0-1 16,-1 0 2-16,0 3-8 16,0-1 5-16,-1 3 9 15,-5 2-1-15,-4 0-1 16,2 2-2-16,-1 2 2 0,-1 1-2 16,2 2-1-16,0 1-1 15,0 1 1-15,2 0-1 16,2 0 0-16,4-2 0 15,0 1-1-15,0-1-1 16,0-2 1-16,6-2-1 0,6-1 0 16,-1-4 0-16,0-1 1 15,3 0-2-15,1-5 0 16,-1-1 3-16,-1-2-2 16,3-2 4-16,-3-2-1 15,-4-1 1-15,1 0-1 0,-5 0-1 16,0 0 0-16,-3 0-1 15,-2 0 6-15,0 0 7 16,0 0-8-16,0 0-5 16,-4 0 0-16,-2 1-3 15,1 4 4-15,-4 2-3 16,4 3-4-16,-1 2 5 0,0 3-1 16,3 2 1-16,-1 3-1 15,1 1 1-15,1 0-1 16,2 3 1-16,0 1-1 15,0-3 1-15,0 4-1 0,0-2 1 16,2 0 1-16,3 3-1 16,-1 1 0-16,-1 2 0 15,1 3 0-15,2 4 0 16,-1 1 0-16,2 3 0 16,-2-1 0-16,1 3 0 15,0-1 0-15,-2 1 0 0,3 0 0 16,-4 1-1-16,-1-2 1 15,-1 2-3-15,-1-2 3 16,0-3 2-16,0-3-3 16,0-3 1-16,0-1 1 15,-2-5-1-15,1 0 1 0,-2 0-1 16,1-1 0-16,-2-1 1 16,2 0-1-16,0-1 0 15,1-2 0-15,-1 2 1 16,0-4 0-16,-2 0 0 15,2-1-1-15,-1-2 1 0,1 0 2 16,-5-2-1-16,2 0 0 16,-1-1 0-16,-2 0-1 15,-1-1-2-15,1 0 4 16,-7 4-3-16,-3 1 0 16,-3-2-17-16,-5-3-65 15,-10-7-31-15</inkml:trace>
  <inkml:trace contextRef="#ctx0" brushRef="#br0" timeOffset="19317">8569 16347 67 0,'0'0'10'0,"-2"0"19"0,-1 0-7 0,2 0-6 0,-1 0-2 16,1 0 3-16,1 0-2 16,-2 0-1-16,2 0 1 15,0 0-6-15,0 0-6 16,0 0-5-16,0 0-1 0,2 0 2 16,2 0 0-16,6 0-5 15,-1 0 2-15,4 0-1 16,1 0 7-16,3-3-5 15,1-3 4-15,5 1 0 16,1-2 0-16,3-1 1 0,2 1 0 16,3-3-3-16,-1 3 2 15,2-3-1-15,-2 1-1 16,-2-2 6-16,-2-1 0 16,0 2-1-16,-6-2-1 15,-2 4 1-15,-2-4-2 16,-2 4-1-16,-2 5 1 0,-2-3-2 15,-4 5-2-15,0 0-22 16,-4 1-23-16,-3 0-10 16,0 0-31-16</inkml:trace>
  <inkml:trace contextRef="#ctx0" brushRef="#br0" timeOffset="19885.59">8594 16502 26 0,'0'0'11'0,"0"0"19"0,0 0-9 0,43-15-2 15,-28 8-1-15,1 2-1 0,0-1-2 16,4-1-6-16,1 0-1 16,2-1-3-16,4 1 0 15,-2-2-2-15,4 0 1 16,-2 1 3-16,0-2-2 16,-2 0 4-16,1 0 2 0,-2 1 0 15,-3-1-2-15,-4 0 1 16,-1 4 1-16,-3-2-5 15,-1 4-1-15,-5 0-3 16,1 1-1-16,-6 1 1 16,0 2 0-16,-1 0-1 0,0 0 0 15,-1 0-2-15,0 0-5 16,3 0-3-16,-1 0-5 16,3 0-11-16,-2 0-16 15,1 0-13-15,0 0-19 16</inkml:trace>
  <inkml:trace contextRef="#ctx0" brushRef="#br0" timeOffset="23913.2">11323 13880 9 0,'0'0'2'0,"0"0"-2"0,0 0 1 0,0 0 2 0,0 0-3 15,0 0 2-15,-2 0-3 0</inkml:trace>
  <inkml:trace contextRef="#ctx0" brushRef="#br0" timeOffset="24404.11">11323 13880 19 0,'-41'-22'1'0,"37"25"1"15,-2-1-1-15,1-1 2 16,1 0 12-16,-1 0 13 15,1 1-5-15,-1-2 1 0,3 0-5 16,0 0-10-16,1 0-8 16,1 0-2-16,0 0-4 15,0 0 2-15,0 0 1 16,0 1 3-16,0 0 3 16,3 0-1-16,4-1 3 0,-1 0-3 15,3 0 8-15,2 0-6 16,3 0 1-16,1 0 0 15,2-5 2-15,3 0 1 16,0-2-3-16,6 0-3 16,-1 0 0-16,0-3-1 0,2 3-1 15,-1-1-6-15,-1 0 10 16,-1 3-3-16,-4 0-1 16,-2 1-3-16,-6 1-2 15,-2 2-16-15,-3 1-2 16,-5 0-10-16,-2 0-1 0,0 0-23 15</inkml:trace>
  <inkml:trace contextRef="#ctx0" brushRef="#br0" timeOffset="24697.82">11365 13908 60 0,'0'0'-1'0,"0"0"3"0,0 0-1 0,0 0 3 0,0 0 4 0,0 0 14 16,0 0-6-16,0 0-18 16,0 0 1-16,-12 10-1 15,20-10 6-15,1 0 0 0,5 0 6 16,1 0 4-16,3 0-3 15,3-4-2-15,4-2-5 16,0 3-1-16,2-1-2 16,0-2-28-16,0-1-23 15</inkml:trace>
  <inkml:trace contextRef="#ctx0" brushRef="#br0" timeOffset="24952.05">11928 13748 104 0,'0'0'0'16,"0"0"-8"-16,0 0-4 0,0 0-39 15</inkml:trace>
  <inkml:trace contextRef="#ctx0" brushRef="#br0" timeOffset="25024.91">11928 13748 37 0,'-37'38'0'16,"34"-34"-4"-16,-1 2-25 15</inkml:trace>
  <inkml:trace contextRef="#ctx0" brushRef="#br0" timeOffset="25236.99">11879 13803 4 0,'0'0'55'0,"0"0"-25"15,0 0-18-15,0 0-11 16,0 0 0-16,0 0 2 16,0 0-1-16,49-5-1 0,-35 3 3 15,1-2 11-15,0 1-1 16,4-3 7-16,3 2-8 15,-1-2-4-15,3 2-4 16,0-2-3-16,3 2-2 16,-4-2 3-16,-1 3-2 0,-2 1-4 15,-4 0 0-15,-7 1-9 16,-5 1-15-16,-4 0-11 16,0 0-22-16</inkml:trace>
  <inkml:trace contextRef="#ctx0" brushRef="#br0" timeOffset="25513.65">11955 13830 45 0,'0'0'5'0,"0"0"16"15,0 0 3-15,52-20-2 16,-34 13 5-16,0 0 1 0,6 0-9 16,3-2-7-16,0 1-6 15,0 2-4-15,2-1-3 16,-5 3 3-16,-1 0-2 16,-1 1-9-16,-7 1-12 15,-3 2-8-15,-7 0-11 0,-5 0-9 16</inkml:trace>
  <inkml:trace contextRef="#ctx0" brushRef="#br0" timeOffset="25997.64">11299 13941 78 0,'0'0'5'0,"0"0"-3"0,0 0-10 0,0 0 9 16,0 0 6-16,0 0 2 15,0 0 11-15,0 0 1 16,0 0-14-16,47-14-3 16,-27 8-3-16,8-1-24 0,1-6-50 15</inkml:trace>
  <inkml:trace contextRef="#ctx0" brushRef="#br0" timeOffset="26603.15">11976 13803 62 0,'0'0'2'0,"0"0"5"0,0 0-4 0,44-18-1 16,-30 12 0-16,-1 0 5 15,3 1 5-15,-1 0 2 16,1-2 4-16,-1 3-1 0,2-2-12 16,2 3-3-16,0-1-2 15,3 0-2-15,-3 1-24 16,-2 0-5-16,1 1-26 16</inkml:trace>
  <inkml:trace contextRef="#ctx0" brushRef="#br0" timeOffset="26945.16">11990 13800 81 0,'0'0'2'0,"0"0"5"16,37-11 5-16,-23 5-4 0,3 3-1 15,3-2 4-15,1 0 0 16,3 1-3-16,4-1-4 15,2 0-1-15,2-1-3 16,1 2-1-16,-2-3-20 16,-1 1-7-16,-3 0-24 0</inkml:trace>
  <inkml:trace contextRef="#ctx0" brushRef="#br0" timeOffset="30056.37">3532 12607 78 0,'-14'2'4'0,"1"-2"10"0,-3 0 0 0,3 0 0 0,-3 0-4 16,-1 0-2-16,0 0-3 15,0 0-2-15,1 0-2 16,-4 1-1-16,0 3-2 0,-3-1-6 15,-1 4 1-15,2 1 2 16,-5-2 5-16,0 3 1 16,-2-2 3-16,-2 0 3 15,1 3 3-15,-1 1 0 16,0-1-1-16,-3 3 0 16,-1 3-4-16,-3 2-2 0,1 2-1 15,-4 4-2-15,3 1 1 16,-2 0-1-16,3 4 0 15,0 2 1-15,3 0-2 16,0 0 1-16,3 5 0 16,0 0-1-16,0-1 1 0,-1 3 0 15,5 0-1-15,0-1 1 16,3-1 0-16,4-2 0 16,4-2-1-16,3-1 1 15,1-2 0-15,4 2 0 16,1-2-1-16,5 1 0 15,0 1 1-15,2 0-2 0,0 2 1 16,0-2-1-16,4 3 2 16,5-3-1-16,5-1-1 15,1 0 1-15,5-1-2 16,0-3-2-16,7 0 4 0,0 0 1 16,4-2-1-16,2-1 2 15,1-1-2-15,1 0 0 16,6 0-1-16,-1-2 4 15,2 0-2-15,4-2 0 16,3 1 1-16,-2-3-1 0,4-2 0 16,0-1 0-16,3-1 1 15,2-2-1-15,0 0 0 16,2-1 0-16,0 0 0 16,3 0 1-16,-4-2 1 15,2 2 0-15,3-1 3 0,-2-2-2 16,1 0 3-16,1-1-1 15,3 0-4-15,3-3 7 16,-1 0-4-16,0-1 0 16,4 1-2-16,1 1-1 15,-1 0 1-15,1 1-1 0,2 1 1 16,-3-2-2-16,2 3 1 16,0 0-1-16,0-1 0 15,0 1 1-15,1 2 0 16,2-1 1-16,1 2 0 15,1 0-1-15,2 1 0 0,-2 1 0 16,3-3-1-16,2-1 1 16,-4-2-1-16,2-4 0 15,0 1-1-15,1-2 1 16,1 0 1-16,-5 0 0 16,3-2 2-16,2-1-2 0,-1-2 1 15,-1-1-1-15,-1 0 0 16,0-1 0-16,1 2-1 15,-3 0 0-15,-1 1 0 16,-2 1 0-16,0 2 0 16,0 1-1-16,-1 0 2 15,-2 0-1-15,1 0 1 0,-3 0-1 16,1 0 1-16,0 0-1 16,1 0 1-16,-4 1 0 15,2 2 1-15,-1-2-1 16,-2 1 0-16,1-2 2 15,-3 0 0-15,-4 0 3 0,-1 0 1 16,-2 0-4-16,-3-3-1 16,1-1-2-16,-2-2 1 15,2 0-1-15,-5-1 1 16,3-3 0-16,-4-1-1 0,0-2 0 16,-2-3 2-16,1-2-1 15,-2-3-1-15,2-2 1 16,-2-3-1-16,2-5 0 15,-2 0-2-15,0-5-1 16,-3-2 1-16,-3 1 1 16,-6 0 0-16,-1 1 0 0,-5 1 3 15,-4-2 7-15,-5 2 3 16,0-2-2-16,-3-1-1 16,-1-2-4-16,-3-1-2 15,-3 1-2-15,-4-3 1 16,-2 3 0-16,-3 1 0 0,-1-1 0 15,0-1-1-15,-7-1 0 16,-4 1 2-16,-4 0-2 16,-2 0-1-16,-3 1 1 15,-2 1-1-15,-3 3 0 16,-4 2-1-16,-2 1 0 0,-2-1 3 16,-1 2-2-16,-2 0 2 15,1-1-2-15,-1 1-1 16,-2 2-1-16,2 0-3 15,-2 6-4-15,0 0 12 16,-2 4-16-16,-5 2 7 0,3 3 0 16,-5 3 2-16,2 0 2 15,-7 2 5-15,1 3-4 16,0-1 7-16,-5 1-5 16,2 1 0-16,0 0 2 15,-1-1-3-15,-1 1 1 0,0-1-1 16,-2 1 1-16,0-2-1 15,-1 1 0-15,1 0 0 16,-2-1 0-16,-2 0 0 16,1 1 0-16,-1 0 0 15,1-1 0-15,-3 2 1 16,1-1-2-16,-2 0 2 0,1 1-1 16,-2 0 0-16,0 1 0 15,-3-1-1-15,-1-1 1 16,3 4 2-16,-5-1-3 15,2-2 1-15,-1 3 1 16,0 0 0-16,2-1 0 0,2 3 0 16,-3-2-1-16,1 0 1 15,0 3-1-15,0-1 0 16,-1 1 0-16,-1 0 0 16,0-1 1-16,0 0 0 15,2 0 0-15,3 0 1 0,1-3-2 16,0 0 0-16,3 1 0 15,-3-1 0-15,1 1 0 16,0 0 0-16,1 3 0 16,-2 0 0-16,3 0 0 15,0 0 0-15,3 5 1 0,2 2-2 16,-1-1 1-16,0 0 0 16,3 0 1-16,2 1-2 15,-3 2 1-15,5-2 0 16,-3 0-2-16,2 0 2 0,0 0 3 15,4-1-1-15,0 1 0 16,2 3 0-16,4-3 0 16,-3 3-2-16,3-3 0 15,-1 2 1-15,5-2-1 16,-2 1 0-16,4 1 1 16,3-2 3-16,2 0-4 0,-1 0 1 15,3 1 1-15,2 1-1 16,2 0 0-16,3 2 0 15,2 0-2-15,4 5-1 16,4-5-28-16,2-5-74 16</inkml:trace>
  <inkml:trace contextRef="#ctx0" brushRef="#br0" timeOffset="31756.24">2265 12779 122 0,'0'0'10'0,"-6"0"13"0,0 0-11 15,-1 0-3-15,-1-2-3 0,1 0-3 16,-4 0 1-16,0 1-4 16,-1 1 6-16,-1 0-5 15,0 0-2-15,-3 0 1 16,3 5-2-16,-1 4 2 15,3 5-4-15,-3-2-11 0,3 5 3 16,0 1 1-16,2-1 7 16,0-1 3-16,0 1 0 15,3-2 1-15,-2 1 0 16,4 1 1-16,-2 0-1 16,-1 3 0-16,1 1-1 15,-2 1 2-15,2 3-1 0,-1 0 0 16,3 0 0-16,-3 3 0 15,2 1 0-15,1-1 0 16,2-1 1-16,0 0-2 16,1 0 1-16,-1 0 1 15,0-1-1-15,0-1 0 0,0 1 0 16,0 1 0-16,0 0 0 16,1 0 0-16,1 2-2 15,0 0 2-15,1-3 3 16,7 2-3-16,1-4 0 15,2 0-1-15,2-3 1 0,2 1 0 16,-2-1 0-16,2 2-1 16,-1-2 2-16,-3 3-1 15,3-1 0-15,-2 4 0 16,-3-1 0-16,-3 2-1 16,0 0 2-16,-4 4 2 0,-2 0-1 15,0 1-3-15,-6 2 8 16,-6 2-3-16,-4 3-1 15,-4 2-3-15,-3 1 0 16,0 3 2-16,-4-1-2 16,0 2 1-16,-2-4-1 0,0-4-1 15,-1-2-1-15,2-4-2 16,0-3 3-16,1-4 0 16,4-2 1-16,0-4-2 15,5-5 3-15,5-2-1 16,4-2 0-16,2-5 0 0,4 0 0 15,1-2-1-15,2-2-6 16,0 0 2-16,7 0 2 16,2-1 3-16,4-1 4 15,1 2 1-15,0 0 3 16,4 0-2-16,1 2 0 0,-1 2-2 16,2 2-1-16,0 4 1 15,-1 2 0-15,-4 4-2 16,1 4 2-16,-3 1 0 15,-2 2-1-15,-2 2 0 16,0 1 0-16,-3 2 0 0,1 1-2 16,-2 6 2-16,0-1 0 15,-3 5-3-15,0 2 2 16,-2-1 0-16,0 2 1 16,0 2-2-16,0-1-1 15,0 4 1-15,-2 1-1 0,-3 3 0 16,1-2 1-16,-3-1-1 15,2 0 0-15,-3-1 1 16,3-2-2-16,-4 2 1 16,2-1 1-16,1 1-1 15,1 1 0-15,-1-3 0 16,2 1 1-16,0 2-2 0,2-2 2 16,0 5-1-16,0-2 0 15,2 0 0-15,0-2 0 16,0-3 0-16,0-3 0 15,4-3 0-15,4-5 0 16,-2 1 0-16,5-3 1 0,1-2-1 16,-1-4 0-16,4-5-1 15,1-5-1-15,4-5 2 16,2-7-3-16,3-5 4 16,6-7 0-16,1-14 3 15,1-12-27-15,-6-11-83 0</inkml:trace>
  <inkml:trace contextRef="#ctx0" brushRef="#br0" timeOffset="32549.08">609 15591 69 0,'1'-2'4'0,"0"0"-1"16,1-1 0-16,0 0 2 0,2 2-4 15,-2-1 1-15,3 1 0 0,-2 0 0 16,1 1 2-16,0 0 1 15,-1 0-2-15,1 0 1 16,0 4-1-16,1 0 1 16,-1 3 1-16,4 0-5 15,0 0 1-15,-2-2-1 16,3-3 0-16,1-1 14 0,3-1-1 16,1-6 14-16,5-14 9 15,8-13-8-15,11-14-11 16,16-21-8-16,15-13-7 15,18-22 1-15,11-16-13 16,8-20-117-16</inkml:trace>
  <inkml:trace contextRef="#ctx0" brushRef="#br0" timeOffset="36177.46">12677 14870 94 0,'-12'0'23'0,"0"0"-17"0,-1 0 3 0,-4 0-3 16,0 0-4-16,1 0-2 0,-5 1 1 15,3 3-1-15,-3-1 1 16,1 3-1-16,0-2 2 16,-2 0-2-16,1 2 2 15,1 0 1-15,0 1-2 16,-1-2 0-16,4 3-2 0,-1 0 1 16,1-2 0-16,1-1 0 15,3 0 0-15,3 1 0 16,-1-2 0-16,2 1 1 15,2 1-1-15,0 1-1 16,1 0 0-16,-1 1 1 0,1 1-1 16,-1 0 0-16,0 1 1 15,1 2-1-15,1 1 1 16,-3 0 0-16,2 3 0 16,0 1 0-16,1 1 0 15,-1 2-1-15,0 1 0 16,0 1-7-16,-1-1 4 0,3 0 1 15,0-1 2-15,-2 1 2 16,3-3-1-16,1-1 0 16,-1 1 1-16,3-2 4 15,0 0-1-15,0 2-3 0,0-1 0 16,0 0 0-16,0 1 1 16,3-1-2-16,0 1 0 15,-1 0 0-15,0-1 1 16,4-1-1-16,-3 1-3 15,5 0 2-15,0-2 0 0,2 4 1 16,1-1-5-16,3 1-6 16,-1-1 0-16,1-2 6 15,-1 1 3-15,0-3-1 16,-2-1 6-16,0-3 1 16,1 0 1-16,1-3 1 15,0-3-1-15,2 2-4 0,1-1 1 16,5-2-1-16,0 3 1 15,3-2-2-15,-2 3 1 16,2 2-1-16,1-2 0 16,0 0 0-16,-1 4 0 15,3-1 1-15,2 0-2 0,0-2 2 16,3 1-1-16,5-2 0 16,0 0-1-16,5-1 1 15,0 3-1-15,5-4-2 16,5-1-4-16,1-4 2 0,5 0 2 15,3-2 1-15,5-12-25 16,6-4-55-16</inkml:trace>
  <inkml:trace contextRef="#ctx0" brushRef="#br0" timeOffset="36624.97">12719 14818 34 0,'-3'-2'2'0,"0"0"1"0,-1 1-1 16,0-1-1-16,1 2-3 15,-2-1-35-15</inkml:trace>
  <inkml:trace contextRef="#ctx0" brushRef="#br0" timeOffset="37551.85">12640 14794 71 0,'0'0'1'0,"0"0"-2"0,0 0 3 16,0 0-2-16,0 0 0 15,0 0-2-15,38-10 3 16,-29 10 5-16,3-1 4 16,2 0 4-16,1-1-4 15,1-1-2-15,5-1-3 0,-1 0-4 16,4-1 0-16,3 1 0 15,2-1-1-15,0 0 1 16,3-2-1-16,1 0 0 16,0 1 0-16,3 1 0 15,-2-2 1-15,1 2-1 0,0 0 0 16,2-1 0-16,1 2 0 16,0 1 0-16,5-3 0 15,-1 1 0-15,2 0 0 16,-1-2-2-16,-1 0-5 15,-1 0 1-15,0 0 4 0,-2 0 1 16,3 0 1-16,-1 0 0 16,1 0 0-16,-2 0-1 15,1 1-2-15,-1 0-1 16,-2-1 3-16,1 0 1 16,-1 0 0-16,2 0 0 0,2 1-1 15,1 0 2-15,1-1 0 16,-2 3-2-16,1-1 2 15,-3 2-1-15,0 0-1 16,-3 1 2-16,0 1-1 16,1-1 3-16,-4 1 0 0,2-1-2 15,-2 1 0-15,3 0-1 16,-4 0 1-16,3-1-1 16,-4 0 0-16,-1 0 0 15,0 0 1-15,-4 2 0 16,0 0 6-16,-5 0-2 0,0 0 1 15,-2 0-2-15,-1 0-2 16,-2 4-1-16,-1 2 0 16,-3 3 0-16,1 0 1 15,-1 3-1-15,-2-1 0 16,3 2 0-16,-5 1 0 16,2 3 0-16,1-1-1 0,-2 4 0 15,-2-2 1-15,3 3-1 16,-1-1 1-16,4 0 0 15,-3 1-1-15,4-2 0 16,1 1 1-16,0-2 0 16,0 2-2-16,2 0 1 0,-6 0 0 15,-2 3 0-15,-1 1 0 16,-6 3-4-16,-3 3 6 16,0 3 0-16,-3 2-1 15,-9 3-1-15,-1 2 1 16,-5 4-1-16,-4 3-1 0,-2 7-2 15,-6 3-23-15,-5-1-8 16,-12-2-38-16</inkml:trace>
  <inkml:trace contextRef="#ctx0" brushRef="#br0" timeOffset="41676.22">13558 14398 109 0,'0'0'-3'0,"0"0"7"0,0 0-3 16,0 0 0-16,0 0 0 0,0 0 0 15,0 0-1-15,0 0 0 16,0 0 0-16,0 0 1 15,0 0-1-15,0 0-1 16,-2 17 0-16,4-13-1 16,5-2-10-16,-2-1-6 0,3 1 0 15,-1-2 13-15,4 0 4 16,-4-2 7-16,1-5 17 16,3-6 8-16,3-1 5 15,1-6 1-15,6-4-5 16,6-2-11-16,2-6-7 0,6-4-7 15,4-1-5-15,5-5-2 16,-1-2-62-16</inkml:trace>
  <inkml:trace contextRef="#ctx0" brushRef="#br0" timeOffset="120316.26">8673 16543 107 0,'0'0'4'0,"0"0"15"0,0 0-2 16,0 0-6-16,19-43-4 15,-10 30 4-15,2-1-3 0,3 0-1 16,2 0-2-16,4 0-3 16,-1 2 0-16,6 0-1 15,-2 0 0-15,4 1 0 16,0 1-1-16,-2 0 0 15,2 1 0-15,-4 1-1 16,-2 1-10-16,-4 1-15 0,-3 2-9 16,-8 0-18-16</inkml:trace>
  <inkml:trace contextRef="#ctx0" brushRef="#br0" timeOffset="120600.83">8706 16483 180 0,'0'0'10'16,"0"0"14"-16,0 0-7 16,0 0-11-16,0 0-2 15,23-40-4-15,-4 27 4 16,2-1-4-16,3-1-1 0,3 2 4 15,-3 0-2-15,3 3 0 16,-4 0-1-16,1 2 0 16,-4-1-7-16,-2 2-7 15,-5 2-10-15,-1 1-13 16,-8-1-14-16,-4 2-30 0</inkml:trace>
  <inkml:trace contextRef="#ctx0" brushRef="#br0" timeOffset="120834.36">8670 16426 178 0,'0'0'4'0,"0"0"6"16,0 0-22-16,0 0 11 15,0 0 1-15,56-39 1 0,-30 22-2 16,3-1 2-16,1 0-1 15,1 4 5-15,0-2-4 16,0 3 0-16,-4 1 0 16,1 0-1-16,-4 2-11 15,-6 0-30-15,-5 0-10 0</inkml:trace>
  <inkml:trace contextRef="#ctx0" brushRef="#br0" timeOffset="121045.69">8632 16473 176 0,'0'0'20'16,"0"0"-18"-16,0 0 5 15,52-40 3-15,-15 16-8 0,9-4 0 16,7-3 1-16,3-1-3 15,6-5-60-15,-2-4-60 16</inkml:trace>
  <inkml:trace contextRef="#ctx0" brushRef="#br0" timeOffset="122180.34">8817 16375 96 0,'-7'0'15'0,"3"0"11"0,-2 0 3 0,2 0-7 16,3 0-12-16,-1-1-6 15,0-1-2-15,2 2-2 16,0 0 1-16,0 0-4 16,0-2-4-16,5 0 4 0,7-4-1 15,6-4 4-15,7-2 0 16,7-4-2-16,3-7 7 15,8-1-3-15,4-6-8 16,-1-2-43-16,0 0-18 16</inkml:trace>
  <inkml:trace contextRef="#ctx0" brushRef="#br0" timeOffset="122365.06">8916 16372 168 0,'0'0'-28'0,"0"0"20"0,65-42 5 16,-23 8-100-16</inkml:trace>
  <inkml:trace contextRef="#ctx0" brushRef="#br0" timeOffset="-190569.27">22849 14077 147 0,'0'0'-18'0,"-2"-1"23"0,0 1 6 0,2-2 4 16,-1 2 3-16,0 0-9 15,1 0-10-15,-1 10 0 16,0 4 1-16,1 9 0 15,0 6 1-15,0 10 0 0,0 8 1 16,4 7 0-16,4 13 3 16,-2 12-2-16,3 6-1 15,-3 5-1-15,0 1-1 16,1 1 1-16,1-6-1 16,0-11 0-16,-1-10 1 15,1-8 0-15,0-9 0 0,0-8-1 16,-4-5 2-16,-1-6-2 15,-1-8-5-15,-1-5-41 16,-1-12-12-16</inkml:trace>
  <inkml:trace contextRef="#ctx0" brushRef="#br0" timeOffset="-189871.02">22907 14161 66 0,'0'0'6'0,"0"0"22"0,0 0-1 0,0 0-2 15,0 0-5-15,0 0-4 16,0 0-8-16,0 0-8 16,0 0 2-16,0 0-2 15,27-20 0-15,-9 20 0 16,8-3-2-16,6 1 4 0,3-4-2 15,6 1 0-15,-1-2 0 16,3-1 1-16,3-1-2 16,4-2 2-16,-1 0 0 15,3-2-1-15,2 0 0 0,-2 0 1 16,-1 3 0 0,-2-2-1-16,-4 1 1 0,-4 2 0 15,-2 1-1-15,-4 2 1 16,-6 1-1-16,-7 2 0 15,-2 3 0-15,-4 0 0 16,-4 0 0-16,-2 4 0 0,-1 6-2 16,-2 3 1-16,-6 5-5 15,-1 5 8-15,0 7 0 16,0 5-2-16,-8 9 2 16,-1 9-1-16,0 5 0 15,3 5 0-15,0 1 0 0,3 4 1 16,3 2 0-16,0-5-1 15,3 3 1-15,5-4-1 16,1 2 0-16,0-1 0 16,-2-1 2-16,-2 3 1 15,-5 2-2-15,0 1-1 16,0-1 0-16,-10 1-5 0,-3-9-40 16,-5-4-3-16,-2-12-16 15</inkml:trace>
  <inkml:trace contextRef="#ctx0" brushRef="#br0" timeOffset="-189509.73">23153 15441 104 0,'0'0'4'0,"63"2"7"0,-21-2 2 0,10-7-1 16,6-5 1-16,6-4 8 16,4-1 1-16,4 0-9 15,0 1-9-15,-3 3-4 16,-5 4-4-16,-7 0-46 16,-10 2-51-16</inkml:trace>
  <inkml:trace contextRef="#ctx0" brushRef="#br0" timeOffset="-188128.24">21028 14715 74 0,'0'0'37'0,"0"-2"-9"0,0 0 8 0,0 0-9 15,0 1-13-15,0 1-4 16,0 0-10-16,0 0-3 16,-1 8-1-16,0 5 4 0,-1 6 0 15,1 5 2-15,-1 6-1 16,2 4-1-16,0 1 0 15,0 5 1-15,3-5-2 16,7-2-6-16,-1-6 4 16,4-4 0-16,-1-9 2 0,2-5 1 15,-1-4-2-15,3-5 1 16,0 0 0-16,1-3 9 16,-2-8-3-16,1-6 1 15,-2-3-1-15,-1-3-1 16,-2-4-1-16,-6-1 0 0,-2 0 0 15,-3-2-1-15,0 1 2 16,-1 2-2-16,-6 2-1 16,-4 0-1-16,-3 4 0 15,1 4-2-15,-3 6 1 16,-2 4-5-16,-3 7-21 0,-1 0-29 16,0 5-3-16</inkml:trace>
  <inkml:trace contextRef="#ctx0" brushRef="#br0" timeOffset="-187686.22">20980 14857 33 0,'0'0'29'0,"0"0"-14"0,0 0 10 0,0 0-11 16,0 0-10-16,0 0-3 15,0 0 4-15,0 0-1 0,0 0 0 16,0 0-2-16,43 13 0 16,-36-5 0-16,6 1 0 15,1-2 2-15,1 1 0 16,5 1 4-16,-2-1-1 15,4 1-6-15,-2 0 1 0,3 0 0 16,-5 0-1-16,2-1 0 16,-4 2 0-16,-1-1-1 15,-4-2 0-15,-3 2 1 16,0-1 1-16,-4-2 2 16,-1-2-1-16,-2 0-1 15,0-1 0-15,-1 0 0 0,0-2 5 16,0-1 3-16,0 2 1 15,0-2-10-15,-4 0 0 16,1 0-30-16,-1-6-59 16</inkml:trace>
  <inkml:trace contextRef="#ctx0" brushRef="#br0" timeOffset="-185574.64">21609 14878 102 0,'0'0'1'0,"0"-1"3"0,1-6-3 16,9 0 1-16,4-2-2 0,5-4 1 15,4-2-1-15,6-1 0 16,7-1 0-16,4-4 0 15,8-1 0-15,3 1 0 16,2-2 1-16,1 1-1 16,2 2 0-16,0-2 0 0,2 4 1 15,-2-1 0-15,-1 1 6 16,-2 5 1-16,-8 0-1 16,-4 3-1-16,-8 2 1 15,-11 2-2-15,-1 2 0 16,-5 3-3-16,-6 0-2 15,-5 0-1-15,-3-2-20 0,-2-1-40 16</inkml:trace>
  <inkml:trace contextRef="#ctx0" brushRef="#br0" timeOffset="-185133.22">22554 14348 148 0,'0'0'0'0,"0"0"-4"0,0 0 1 0,0 0 3 15,0 0 0-15,0 0 1 16,0 46-1-16,0-32 2 0,0 2 0 16,0 1 0-16,0 1-1 15,0-1 0-15,0 2-1 16,0 0-4-16,5-3-18 16,0-3-15-16</inkml:trace>
  <inkml:trace contextRef="#ctx0" brushRef="#br0" timeOffset="-184691.17">22699 14365 53 0,'0'0'4'0,"0"0"10"16,0 0 6-16,0 0-7 16,0 0-2-16,0 0-5 0,0 0-4 15,0 0-2-15,0 0 1 16,-33 19-1-16,28-12 0 15,-5 3-1-15,0 1-1 16,1-1 2-16,-2 2 0 16,0-1 0-16,1 2 1 15,2-2-1-15,-1-1 0 0,4 1 0 16,0-3 0-16,4 1 1 16,1-3-1-16,0-1 0 15,4-3 1-15,4 1 1 16,4-3 6-16,2 0-2 15,2 0-1-15,3 0-4 0,0 0-5 16,-2 0-39-16</inkml:trace>
  <inkml:trace contextRef="#ctx0" brushRef="#br0" timeOffset="-184420.88">22729 14525 132 0,'0'0'30'0,"0"0"-7"0,0 0-22 0,0 0-1 15,0 0 3-15,0 45-2 16,0-27 0-16,0 5-2 16,0 0-23-16,-1-2-26 15</inkml:trace>
  <inkml:trace contextRef="#ctx0" brushRef="#br0" timeOffset="-184087.17">22536 14844 137 0,'0'0'-1'0,"0"0"1"0,0 0-1 16,0 0 4-16,0 0 0 16,0 42 1-16,0-27-3 15,0 2-1-15,0 1 1 16,-2-2-2-16,-2-2-21 15,2-1-29-15</inkml:trace>
  <inkml:trace contextRef="#ctx0" brushRef="#br0" timeOffset="-183802.36">22621 14864 148 0,'0'0'-3'0,"0"0"5"16,0 0-3-16,0 0-9 16,0 0 7-16,0 0 5 15,0 0 0-15,-36 48 0 0,25-31-1 16,1 0 3-16,0-1 1 16,5-2-2-16,-1-1 0 15,4-2-1-15,2-2-1 16,0-2 0-16,3-3 0 0,9-1 0 15,3 1 0-15,6-4 2 16,-2 0-6-16,4 0-21 16,0 0-28-16</inkml:trace>
  <inkml:trace contextRef="#ctx0" brushRef="#br0" timeOffset="-183588.91">22699 15068 188 0,'0'0'8'0,"0"0"10"0,0 0 3 16,0 0-14-16,0 0-6 15,0 0 3-15,0 0 1 16,0 0-5-16,-3-2 0 16,13 2-1-16,2 0-2 15,0 2-14-15,3 0-8 16,2-2-6-16,1 0-15 0,2-7-57 15</inkml:trace>
  <inkml:trace contextRef="#ctx0" brushRef="#br0" timeOffset="-182842.28">24168 14246 16 0,'0'0'40'0,"0"0"-14"0,0 0-4 15,0 0-1-15,0 0-2 16,0 0-13-16,0 0-2 16,0 0 0-16,0 0-4 15,0 0-1-15,0 0 6 0,38 48-2 16,-37-31-2-16,1 1 0 16,1 0 0-16,1-1-1 15,2-3 2-15,0-1-2 16,-2-2 0-16,1-2-2 15,-1-2-1-15,-1-6 1 0,-1-1 4 16,-2 0-2-16,2 0 19 16,0-8-1-16,0-5-11 15,2-2 0-15,2-3 1 16,2-3 0-16,-1 1-5 16,5-2-2-16,0 0 0 0,1 2-3 15,0 5-2-15,2 3-14 16,-3 4-25-16,0 2-24 15</inkml:trace>
  <inkml:trace contextRef="#ctx0" brushRef="#br0" timeOffset="-176245.27">22699 14245 52 0,'-4'0'15'0,"3"0"-10"0,-1-2 2 15,1-1-2-15,-1-1 5 16,-1 1-1-16,3-1 4 0,-4 3-1 16,-1-2-3-16,2 1-7 15,1 0-1-15,-2 0-1 16,0 1 0-16,1-1-1 15,1 1 1-15,-3-1 0 16,2 2 0-16,-3-2 0 0,0 0 0 16,1 2 1-16,-1-1-1 15,0 1 0-15,-2 0 0 16,1 0 0-16,1 0 1 16,-2 0-1-16,0 0 0 15,1 0 0-15,-1 0 0 0,1 0 0 16,0 0 0-16,1 0 0 15,0 0 0-15,1 1 0 16,2 2 0-16,-1-2 0 16,1 1 0-16,0 1 0 15,0-2 0-15,2 1 0 16,-1 0 0-16,-1 1 0 0,1 0 0 16,1 0 0-16,-1 1-1 15,0 0 2-15,1 1-1 16,-5 1-1-16,2 0 1 15,-1 3 0-15,-4-2 0 16,1 3 0-16,0-1 0 0,-1-1 0 16,2 2 0-16,-1-2 0 15,3 0 1-15,-1 0-1 16,1 1 0-16,2-2 0 16,-2 1-1-16,2 2 2 0,-1-2-1 15,1 0 0-15,1 2 0 16,0-2-1-16,0 1 2 15,1-1-1-15,0 0 0 16,1 1-1-16,0 0 2 16,0 1-2-16,0 0 2 15,-1 0-1-15,-1 1 0 0,1-1 0 16,-1 3 0-16,-2 0 0 16,0 2 1-16,-1 1-1 15,-1 3 0-15,1-1 0 16,0 0 0-16,1-1 0 15,2-1 0-15,1 0 0 0,1-1 0 16,0 2 0-16,0 0 0 16,0 0 2-16,0-1-4 15,1 0 4-15,1-1-2 16,-1-1 1-16,0 0 0 16,-1 1 1-16,2-4 0 0,-2 2 1 15,0 0 2-15,3 0-3 16,-2-1 0-16,1 1-2 15,2 0 3-15,0-2-5 16,0 3 4-16,0-1-2 16,-1 0 0-16,1 1 0 15,-1 2 0-15,0-1 0 0,1 1 0 16,0 2 0-16,0-2 0 16,1-1 0-16,-1 0 0 15,-1-2 0-15,1-2 0 16,-1 0 0-16,1 0 0 15,-2-2 1-15,-1 0-1 0,3 0 0 16,-1 0 0-16,2 0 0 16,0-1 0-16,1 0 0 15,0-1 0-15,0 1 0 16,1-2 0-16,-1 1 1 16,1 0-1-16,-3 2 0 0,-1-1-1 15,1-1 0-15,-4 0 2 16,2 0-1-16,-2-2 0 15,1-1 0-15,1 0 1 16,2-1 0-16,0 1 2 0,2-2-2 16,-1 0-1-16,2-1 1 15,0-1-1-15,0 0 0 16,2 0-1-16,-1 0 1 16,1 0 1-16,-2 0-1 15,3 0 1-15,0-1-1 16,-2-1 1-16,3-1-1 0,1-3 0 15,2 2-1-15,-2 0-6 16,1-1 2-16,1-2 4 16,-2 2 1-16,2-3-1 15,-5 1 6-15,1-3 5 16,1 2 2-16,-1-2-1 0,-3 0-7 16,1 0 0-16,-1-1-2 15,0-1-2-15,-3 0 0 16,-1 1 0-16,1-2-2 15,-2-2-3-15,-2 3 2 16,0-3 0-16,0 0 3 0,0-1 0 16,1-1 1-16,1-3 1 15,3 2-2-15,-1-4 1 16,1 1-1-16,1 3 1 16,-1-2-1-16,-1 1 0 15,-2 2 0-15,1 2 0 0,-2-1 0 16,-1 0 0-16,0-1 1 15,0 1-1-15,0 0 0 16,0 0 1-16,0 0-2 16,0-2 1-16,0 1 1 15,-2-2-1-15,-4 1 3 16,1-1 6-16,-1 1-2 0,1 0 7 16,-1 0-6-16,-1 0-2 15,0 1-2-15,1 0-2 16,0 0-2-16,-1 1-1 15,-1-1 2-15,2 3-1 0,0 0 1 16,0 0 0-16,2 1-1 16,-3 1 1-16,2 1-1 15,-1 0 0-15,2-1 0 16,-1 1-2-16,1 2 3 16,0-2 0-16,1 1-1 15,0 2 0-15,1-1 0 0,0 2 1 16,0 1-1-16,0 1 2 15,0-2-1-15,0 2 1 16,1-2-1-16,-1 0 1 16,-2 1 2-16,1 1 1 15,-1-2-2-15,1 1 1 0,-1-1-1 16,0-2 1-16,1 4 0 16,-2-2-1-16,0 2-2 15,0-2 2-15,2 4-3 16,-1-1 1-16,1 1-1 15,2 0 1-15,-1 1-1 0,2 2 0 16,-1-2-1-16,1 2 1 16,0 0-3-16,0 0-2 15,0 0 0-15,0 0-2 16,0 0-7-16,-2 0-5 16,0 3 1-16,-1 1-17 0,-2-1-22 15</inkml:trace>
  <inkml:trace contextRef="#ctx0" brushRef="#br0" timeOffset="-174908.17">20759 14891 9 0,'-3'-3'37'0,"2"3"-9"0,1-2-13 15,-2 0-5-15,1 0-5 0,0 1 2 16,1-2 1-16,0 2-3 16,-1-1 1-16,1 2 1 15,0-1 1-15,0 1 2 16,0 0-6-16,0 0-4 15,0 0-1-15,0 0-9 0,0 0-1 16,0 0 2-16,0 1 3 16,0 2 4-16,0 2 1 15,0-1 1-15,0 1 0 16,0 1 0-16,0 0 1 16,0 1 0-16,0 0-1 0,0 0 0 15,1 0 0-15,-1-1 1 16,2-1-1-16,-1-2 0 15,0-1 0-15,3 2 0 16,-4-4 1-16,2 0 1 16,1 0 2-16,1 0 7 0,3 0 6 15,-1-4-7-15,4-3-5 16,1-2-3-16,2-2 0 16,0-2-1-16,3-1 1 15,-1-2-1-15,2-1 2 16,-2 0 0-16,1-3 1 0,2 2 1 15,-3-2-2-15,0-2-2 16,1 1 1-16,1-1-1 16,-1-1-1-16,1 4 1 15,-2-1-2-15,0 3 2 16,-3 5-1-16,-4 2 1 0,0 1 0 16,-4 6-2-16,-2 0 2 15,-1 2-1-15,0 1 1 16,-1 0 1-16,0 0 0 15,0 0-1-15,0 0-3 16,0 0 4-16,0 0-2 0,0 0 1 16,0 0 0-16,0 0-1 15,0 0 0-15,0 0 0 16,0 0 0-16,0 0 1 16,0 0-1-16,0 0 0 15,0 0 0-15,0 1 0 0,0 1 0 16,0-1 0-16,0 0-1 15,0 1 1-15,0-2 0 16,0 3 1-16,0-1-2 16,0 2-11-16,-1-1-13 15,1 0-5-15,0-2-13 0</inkml:trace>
  <inkml:trace contextRef="#ctx0" brushRef="#br0" timeOffset="-173976.38">22593 14180 0 0,'3'0'1'0,"0"2"0"0,3-2-3 0</inkml:trace>
  <inkml:trace contextRef="#ctx0" brushRef="#br0" timeOffset="-172616.28">22646 14192 0 0,'11'3'17'0,"-2"0"-3"15,0 1-8-15,2 2-4 16,2 0-2-16,-4 2 1 16,3 2-1-16,-2 0 0 15,2 1 0-15,-5 2 1 0,1 3 2 16,-4-1 4-16,3 4 1 15,-1-1 0-15,-1 2 1 16,1 1-2-16,-1-1-4 16,2 3 1-16,-1-3 2 15,-1 3-1-15,0-1-3 16,1 2 1-16,0 1-2 0,-2 0 1 16,2 1-1-16,-1 0 1 15,0 1 0-15,1 1-2 16,-4-3 1-16,3 1-1 15,-3-2 0-15,3 0 0 0,-5-3 1 16,0-1-1-16,2 0 0 16,-2-1 3-16,0-1 1 15,0-1 0-15,0 0 2 16,0 3-3-16,0 1-1 16,0-2-1-16,-2 2-1 0,-3 1 1 15,0 0-1-15,3 2 0 16,-4-4 0-16,0 3 0 15,3-3 0-15,-4-2 0 16,3 1 0-16,1-4 1 16,-1 2-2-16,2-2 1 15,-1-1 0-15,0 1 0 16,-1 2-1-16,-1 0-1 0,-3 1-1 16,0 0-1-16,0 0 2 15,-1-1 2-15,0-2 0 16,1-1 0-16,0-3 0 15,-1-1 2-15,1-3 0 0,-2-1-1 16,2 0-1-16,-1-1 0 16,-3-2-5-16,0 2-9 15,-1-3-4-15,-1 1 3 16,-2-3-2-16,1 3 9 16,-1-3 5-16,-2 0 4 0,3 0 1 15,1 0-1-15,0 0 2 16,2-1 0-16,2-5 0 15,-1-3 1-15,1 0-1 16,0-3 3-16,1-3-2 16,-1-3-1-16,0 0 0 0,1-2-2 15,0-3 1-15,0-1-2 16,2 1 0-16,-1-3 0 16,3-1 0-16,1-2-1 15,1-1-6-15,1-4-1 16,1-3 7-16,0-1 3 0,-1-2 3 15,2 0-3-15,-1-2 0 16,1-1 0-16,0 1 1 16,-2-1 5-16,2 2 1 15,-2 0 4-15,2-1 1 16,0 4-2-16,0 0 2 0,0 4 0 16,0 0-1-16,0 5-3 15,0 4-3-15,0 1-1 16,0 2-3-16,0 4-2 15,0-1 1-15,4 2-1 16,1 0 0-16,2 3 1 0,2-2-2 16,1 2 0-16,3 2 1 15,-1 0-1-15,1 3-1 16,1 2 2-16,-2 0-1 16,1 1-1-16,-3 2 2 15,2 1-1-15,-2-1-1 16,1 3 1-16,0-2 0 0,-2 1-2 15,-1 0 0-15,-2 0-1 16,2 2 2-16,-5 0 1 16,-1-1 0-16,1 1 0 15,0 0-1-15,0 0 1 0,1 0 0 16,2 0 0-16,-1 0 0 16,0 0-1-16,2 0 0 15,-2 0-4-15,-1 0 1 16,0 0 1-16,0 0 3 15,-3 1 0-15,0-1-2 16,-1 0 2-16,0 0 0 0,1 0-1 16,-1 0-4-16,0 2-6 15,0-2 7-15,0 0 2 16,0 1-4-16,0 0-1 16,0-1-1-16,0 0 3 0,0 1 0 15,0-1 2-15,0 1 1 16,0-1 0-16,0 0 1 15,0 0 1-15,0 0 0 16,0 0-2-16,1 0-6 16,-1 0-4-16,1 0 7 15,-1 0 5-15,0 1 1 0,0 1-2 16,0-1 0-16,0-1-1 16,1 2-2-16,2 0-19 15,0-2-1-15</inkml:trace>
  <inkml:trace contextRef="#ctx0" brushRef="#br0" timeOffset="-153881.85">13603 14394 62 0,'0'0'27'0,"0"0"3"0,0 0 0 0,0 0-1 0,0 0-6 15,0-1-11-15,0-1-6 16,0 2-3-16,-2 0-2 16,1 0-5-16,0 0-2 0,1 0-11 15,-2 7 4-15,1 0 7 16,1 3 5-16,0 0 1 16,0 2 0-16,0-1 0 15,0-1 1-15,0-2-1 16,0-3 0-16,3 0 1 15,3-5 1-15,-2 0 1 0,5-5 10 16,2-11 16-16,7-12-5 16,7-9-12-16,8-12-4 15,7-9-3-15,8-10-3 16,14-11-2-16,5-13-6 16,7-10-89-16</inkml:trace>
  <inkml:trace contextRef="#ctx0" brushRef="#br0" timeOffset="-101034.21">21065 16547 11 0,'-2'-3'3'0,"0"2"12"0,0-1 9 16,0 1-7-16,1-2 3 0,0 2-7 16,-1-1-5-16,2 1-3 15,-1-1-2-15,-1 1-2 16,2 0-2-16,-2 1 2 16,2-2-2-16,-3 2 2 15,3 0 0-15,-1 0 6 0,1 0 11 16,0 0-3-16,0 0-1 15,0-1-6-15,-1 1-5 16,1 0-2-16,0-1-2 16,0 1 1-16,0 0-1 15,0 0 1-15,0 0-1 0,0 0 2 16,0 0 0-16,0 0 2 16,0 0-1-16,0 0 3 15,0 0-5-15,0 0 2 16,-1 0-1-16,0 0 0 15,1 0 0-15,-2 1 0 16,1 0 2-16,-1-1 1 0,2 3-2 16,0-3 0-16,0 1 1 15,-2-1 3-15,2 0 0 16,0 0 0-16,0 2-1 16,0-2-4-16,-2 0 0 0,1 1-1 15,0-1 0-15,1 2 0 16,0-1 1-16,-1 0-1 15,0-1 0-15,1 2-1 16,-1-2 1-16,1 1-3 16,0 1-3-16,0-1-12 0,0-1-25 15,2 0-17-15</inkml:trace>
  <inkml:trace contextRef="#ctx0" brushRef="#br0" timeOffset="-88469.25">20946 16486 159 0,'0'1'-2'0,"0"-1"4"0,0 1-3 0,0 1-2 15,0-2 1-15,0 3 7 16,0-1 3-16,0 2 1 0,0 2 2 16,0 0 1-16,0 3 2 15,0 1-1-15,0 4-3 16,0 3-4-16,0 3-5 16,0 4 0-16,0 6 0 15,0 7 3-15,0 8-3 0,1 11 1 16,3 9 0-16,2 6-1 15,-2 4-2-15,2 2 6 16,0 0 3-16,3-5 1 16,1-1 2-16,-1-4-3 15,2 0-3-15,0-5 1 0,-2-4-3 16,-1-6-2-16,0-3 0 16,-2-5 0-16,-3-4 1 15,-1-4-2-15,-2-5-10 16,0-4-27-16,0-10-68 15</inkml:trace>
  <inkml:trace contextRef="#ctx0" brushRef="#br0" timeOffset="-87928.23">21082 16473 94 0,'0'0'12'0,"0"0"26"0,0 0-4 0,0 0 0 0,0 0-9 15,0 0-8-15,0 0-7 16,0 0-7-16,0 0 2 15,0 0-6-15,0 0 1 16,21-17 0-16,2 13-2 0,7 1 3 16,5 1 0-16,7-2-1 15,3 1-1-15,7-1 0 16,4-2 0-16,2 0-1 16,4-2 3-16,3 0-4 15,0-1 6-15,1 2-3 16,1-1 2-16,-1 3-1 0,2 1-6 15,-5-2 11-15,0 2-13 16,-3 0-16-16,-4-2-14 16,-5 2-35-16</inkml:trace>
  <inkml:trace contextRef="#ctx0" brushRef="#br0" timeOffset="-87479.07">22374 16337 190 0,'0'0'19'0,"0"0"19"0,0 0-23 0,0 0-11 16,0 0-3-16,0 0-3 16,0 0-1-16,0 0 8 15,2 43-7-15,-2-21 8 16,-2 9-3-16,-1 5-3 0,0 7 0 16,-2 8 1-16,0 8 2 15,2 4-1-15,-4 8-1 16,3 4-1-16,-4 2 0 15,3-1 1-15,2-2 0 0,-1-3 0 16,3-7 0-16,1-1 7 16,0-4 1-16,1-2-2 15,5-1-3-15,0-4-1 16,2-1-2-16,-3-1 0 16,1-2-1-16,-4-1-1 15,-2-6-15-15,0-5-27 0,-6-9-98 16</inkml:trace>
  <inkml:trace contextRef="#ctx0" brushRef="#br0" timeOffset="-86362.33">21081 17886 35 0,'0'0'21'0,"0"0"-14"0,0 0-6 0,0 0 10 15,0 0 4-15,0 0 1 0,0 0-2 16,0 0 0-16,0 0 2 16,0 0 0-16,38 0-3 15,-31 0 0-15,2 0-5 16,0 0-3-16,0-3 0 15,2 1-2-15,1 0 0 0,1-1-2 16,4 1 0-16,3 1-1 16,-1-2 0-16,3 2 0 15,1 0 0-15,4-1 0 16,0-2 1-16,1 1-1 16,3-1 0-16,0 0 0 15,-2-2 0-15,1 2 0 0,1-1 2 16,0-1 4-16,0 0 6 15,1 1-3-15,3 0-2 16,-1 1-4-16,4-2 0 16,-5 0-2-16,1 3-1 15,-1 1 0-15,-2 0 0 0,1-2 0 16,-3 2 2-16,0-2-2 16,0 3 1-16,-1-3 0 15,-2-2 0-15,1 3-1 16,-1-1 1-16,-1-1-1 15,-2 1 1-15,-1 0 0 0,-4 1-1 16,-1 0 0-16,-4 2 0 16,-1 0 5-16,-2 0 2 15,0 0-1-15,-4-1 1 16,1 1-1-16,-2 1-4 0,-1-1-1 16,1-1-1-16,-3-2-24 15,-2-6-54-15</inkml:trace>
  <inkml:trace contextRef="#ctx0" brushRef="#br0" timeOffset="-85175.16">20956 16405 119 0,'0'0'-4'0,"0"0"17"0,0 0 8 0,0 0-11 16,0 0-3-16,0 0 5 15,0 0 3-15,0 0-7 16,0 0-11-16,0 0 0 15,0 0 10-15,0 0-7 0,0 0 0 16,24 0 1-16,-7 0 0 16,5 0-2-16,0 1 1 15,5 0-2-15,1-1-1 16,6 0 3-16,0 0 0 16,4 0 0-16,2-3 3 15,2-2 1-15,2 0-1 0,2-1-2 16,4-1 4-16,0-2 4 15,0 2-4-15,0-1-1 16,-3 2 0-16,1-1-2 16,-5 1 2-16,-2 1 1 15,0 0-1-15,-1 2-1 0,-2 0 0 16,1 1 4-16,-3 0-6 16,1-1 1-16,-4 1 0 15,-1 0-1-15,1-2 0 16,-4 1 0-16,-1 0-1 0,-1 2 2 15,-3-2 0-15,-2 0-1 16,2 0 2-16,-1-1 0 16,-5 3-1-16,0-1-1 15,-1 1 1-15,-5-1-1 16,-2 1 0-16,0 1 0 16,-6 0 1-16,-1 0 0 0,1 0 0 15,-2 0-1-15,-2 0 0 16,0 0-1-16,0 0 0 15,0 0 2-15,0 0 0 16,0 0-2-16,0 0 0 16,1 0 0-16,-1 0 1 0,0 0 0 15,0 3-2-15,0 0 2 16,0 2 0-16,0 1 0 16,0 1 0-16,0 3-1 15,0 0 1-15,0 0-1 16,0 3-1-16,0 2-2 0,0 1 4 15,1 3 1-15,0 3-1 16,-1 4 0-16,1 4-1 16,-1 4-1-16,0 4 0 15,0 5 1-15,0 3-1 16,-1 1 1-16,-2 7-1 16,-3 3 1-16,1 4 3 0,1 1 0 15,-3 4-3-15,2 0 3 16,0 1-2-16,1-1-1 15,1-5 1-15,0 2-1 16,1-1 1-16,1-4-1 16,0-7-15-16,1-11-72 0</inkml:trace>
  <inkml:trace contextRef="#ctx0" brushRef="#br0" timeOffset="-83766.55">20930 16402 0 0,'0'0'124'0,"-2"0"-103"0,2 0 7 0,0 0-17 0,0 0-9 16,0 0 0-16,0 3 11 15,0 4-4-15,3 4-5 16,-1 4 0-16,0 7 0 16,1 4 0-16,-3 6-3 0,0 7 1 15,2 5-2-15,-2 7 2 16,1 2-2-16,2 5 0 15,0 2 0-15,1 2 0 16,2-4 0-16,-2 0 0 16,2-3 11-16,-3 0 3 0,2-4-5 15,0 0-2-15,0 2-3 16,0-4-2-16,1 1-1 16,-3-3 1-16,5-4-1 15,-3-1 0-15,4-2 0 16,-1-4-1-16,1 0 0 0,1-4 0 15,-3 0 1-15,3-5-1 16,-5 0-1-16,4 0 2 16,-4-3-1-16,1-1 1 15,-1-2-1-15,-1 2 0 16,0-4 2-16,0 0-4 0,0-3 4 16,-2 1-2-16,2-6 0 15,-2-1 0-15,-1-4-2 16,1 0-1-16,0-2 1 15,0-3 0-15,-1 0 0 16,2-1 1-16,-3 1 0 0,0-1 0 16,0 0-1-16,0 0 5 15,0 0 1-15,0 0 1 16,0 0-7-16,0 0 4 16,2 0-9-16,-1 0 8 15,1-3-2-15,4-1-6 16,1 1 1-16,0-1-6 0,1-1-9 15,4 1 11-15,-3 0 10 16,1-2 1-16,2 5-1 16,0-3 2-16,-1 1 3 15,2-1 3-15,0 2 5 16,3-1-1-16,-2 0-9 0,5-1-2 16,2 1 0-16,-3-1-1 15,4 2 1-15,1 0-1 16,-1 0 1-16,4 1 0 15,-1 1 1-15,4-3 1 16,1 0-2-16,1 1 0 0,4-2 0 16,-1-1 1-16,3-1 1 15,2 0-2-15,-2 1 1 16,1-1 1-16,0-1-1 16,2 1 1-16,-1 1 2 15,-3 0 1-15,-1 1-3 0,-2 1 2 16,-2 2 1-16,-1-2 0 15,-3 3 2-15,-2 0-2 16,-1 0-3-16,0 0 1 16,-1 0-3-16,0 0-1 15,-1 0 1-15,-2 0-1 0,0 0 1 16,-6 0 0-16,0 0-1 16,-2-3 1-16,-1 3-1 15,-3 0 1-15,0-2-1 16,-3 1 0-16,0 1 1 15,1-1-1-15,-4-1 1 0,0 2-1 16,-1 0 1-16,0 0 0 16,0 0-1-16,-1 0 0 15,0 0-8-15,0 0-15 16,0-5-21-16,0-5-110 16</inkml:trace>
  <inkml:trace contextRef="#ctx0" brushRef="#br0" timeOffset="-81697.05">19419 16564 109 0,'0'-3'11'0,"0"2"18"0,0-2-6 0,0 1 10 15,0-2 0-15,0 1 4 0,0-1-22 16,0 3 3-16,-2-2-14 16,2 3-3-16,-1 0 1 15,0 0-5-15,-1 0-4 16,2 1-4-16,-2 8 12 16,0 2-3-16,0 5 2 0,1 1 0 15,0 4 0-15,0 5-1 16,1 1 1-16,-1 1 0 15,1-1 0-15,0 1-1 16,0-4 2-16,0-2-1 16,4-4 0-16,2-3 1 15,0-4-1-15,2-2-1 0,-1-4 1 16,2-1-1-16,2-1 1 16,0-3-2-16,-3 0 10 15,3 0-8-15,-1-7 0 16,-1 0 9-16,0-3-8 15,0-3 0-15,-5 1 8 0,1-1-3 16,-1-2 2-16,-2-2 0 16,0 0-5-16,-2-2-1 15,0 0 0-15,0 1-1 16,0 2-2-16,-7 0-1 0,0 4 2 16,-3 1-4-16,-1 3 2 15,2 3 2-15,-1 0-5 16,-1 5-4-16,1 0-5 15,1 0-16-15,-2 0-36 16,0 0-29-16</inkml:trace>
  <inkml:trace contextRef="#ctx0" brushRef="#br0" timeOffset="-81438.35">19350 16658 130 0,'0'0'6'0,"0"0"20"0,0 0-21 0,0 0-5 16,0 0 8-16,0 0 0 16,0 0-1-16,0 0 1 15,0 0-5-15,48 35-2 16,-35-26 0-16,4 1 0 0,1 0-1 16,1 1 1-16,-1 0-1 15,1-1 0-15,2 0 1 16,-2 0-1-16,0-1 2 15,0-1-2-15,-2-2-3 16,0-2-27-16,-4-4-29 0</inkml:trace>
  <inkml:trace contextRef="#ctx0" brushRef="#br0" timeOffset="-81014.07">19758 16768 122 0,'0'0'13'15,"0"0"-2"-15,0 0-8 0,0 0-2 16,0 0-1-16,0 0 5 16,0 0 6-16,0 0 2 15,40 9-3-15,-23-9-3 16,0 2-7-16,3-1 5 16,0-1-1-16,2 0-3 0,3 0 3 15,-2 1-3-15,1 1 1 16,2-2 3-16,1 2 2 15,0-2-1-15,-2 0-2 16,-3 0-1-16,0 1-1 16,-6-1-1-16,-2 0 0 15,-2 0 0-15,-4 0-1 0,-2 0-19 16,-1 0-33-16,-1 0-30 16</inkml:trace>
  <inkml:trace contextRef="#ctx0" brushRef="#br0" timeOffset="-80749.41">20232 16673 237 0,'0'0'8'16,"0"0"-14"-16,0 0 8 15,0 0-3-15,0 0 3 16,7 49-1-16,-7-28 0 16,0 0 0-16,0 1 3 0,0 0-3 15,0 0 1-15,0-4-2 16,0-1 0-16,0-3-14 16,4-3-42-16,1-8-23 15</inkml:trace>
  <inkml:trace contextRef="#ctx0" brushRef="#br0" timeOffset="-80385.33">20346 16697 235 0,'0'0'6'0,"0"0"12"15,0 0-9-15,0 0-7 16,0 0-2-16,0 0-1 15,0 0-1-15,-38 2 2 0,29 7-1 16,2 3 2-16,-1 1-1 16,1 1 0-16,0 0-1 15,2-1 2-15,3 1-2 16,-1-2 2-16,3-2-1 16,0-2 1-16,0 2 0 15,7-3 1-15,0-1 1 0,5 0 1 16,0-1-2-16,2 0 1 15,0 0 5-15,0-2-6 16,0 2 2-16,-1-1-3 16,0-3-1-16,-1 3 1 15,1-1-1-15,-1 0-6 0,2-3-21 16,-3 0-41-16,0 0-42 16</inkml:trace>
  <inkml:trace contextRef="#ctx0" brushRef="#br0" timeOffset="-79938.41">20561 16886 227 0,'0'0'2'0,"0"0"9"0,0 0-8 0,48-2 1 0,-25-3-2 16,6 4-1-16,3 0-1 15,4 1 0-15,3-2-9 16,2-3-50-16,-1-1-90 16</inkml:trace>
  <inkml:trace contextRef="#ctx0" brushRef="#br0" timeOffset="-79472.47">22298 16854 257 0,'0'0'20'0,"0"0"1"0,0 0-9 16,0 0-4-16,0 0 1 15,0 0-3-15,0 0-3 16,44-7-2-16,-29 4-1 16,4-3 0-16,4 3 0 15,2-2 0-15,2-1 0 0,2 2 0 16,0 1-1-16,1-3-5 16,1 3-6-16,-1 0-9 15,0-1-11-15,-3-3-48 16,-3 0-70-16</inkml:trace>
  <inkml:trace contextRef="#ctx0" brushRef="#br0" timeOffset="-79077.39">22814 16688 262 0,'0'0'6'0,"0"0"8"16,0 0-2-16,0 0-15 15,0 0 6-15,0 0-3 0,0 0 0 16,0 0 0-16,21 34 0 16,-14-22 1-16,2 4-2 15,-4-2 4-15,4 2-5 16,-2-2 2-16,1-3 0 15,-1 1 2-15,-1-4-4 0,2-2 2 16,-2 1 0-16,-1-3-1 16,-1-2 2-16,0-2-2 15,-2 0-2-15,2-2 10 16,-2-6 8-16,0-6 2 16,0-2-3-16,2-5-1 15,0-5-2-15,5-2-3 0,3-6-8 16,3-5-6-16,6-4-22 15,2-3-28-15,3-4-145 16</inkml:trace>
  <inkml:trace contextRef="#ctx0" brushRef="#br0" timeOffset="-48115.7">19703 16814 97 0,'0'-1'2'0,"0"-1"1"0,0 1-4 0,0-2-13 0,2 0-3 16,1-2 16-16,-2 2 1 15,3-2 1-15,-2 2 8 0,-1 1 0 16,2 0-7-16,1 1-1 16,0 1-6-16,0 0-28 15,-1 0-20-15</inkml:trace>
  <inkml:trace contextRef="#ctx0" brushRef="#br0" timeOffset="-47937.64">19703 16814 9 0,'39'-31'27'16,"-39"31"12"-16,0 0-25 16,0 0-8-16,2 0-4 15,-1 0 2-15,1-3 2 16,2 0 2-16,3 2 4 16,-1-1 0-16,5-2-4 0,3 4-5 15,2-2 0-15,4-2-1 16,3 3-2-16,4-2 0 15,3-1-2-15,1 0-21 16,4-2-11-16,0-3-62 16</inkml:trace>
  <inkml:trace contextRef="#ctx0" brushRef="#br0" timeOffset="-47071.65">20285 16598 6 0,'0'0'27'0,"0"0"1"0,0 0-7 0,0 0-2 0,0 0 3 16,0 0 2-16,0 37-3 15,0-29-4-15,0 3-9 16,0 0-3-16,0 3-3 16,0 0-3-16,0 1 5 0,0 0-2 15,0 2-1-15,0 0 1 16,0-1-8-16,0-1-29 15,0-2-13-15,-1-6-14 16</inkml:trace>
  <inkml:trace contextRef="#ctx0" brushRef="#br0" timeOffset="-46541.37">20463 16584 62 0,'0'0'57'16,"0"0"-35"-16,0 0 0 16,0 0-8-16,0 0-12 0,0 0 8 15,0 0-12-15,0 0 3 16,0 0 0-16,-35 10-1 16,27-3 0-16,0 0 1 15,1 2-1-15,-3-1-1 16,0 4-1-16,2 0-5 0,-5 1-14 15,2-1-3-15,0 0 1 16,1-1 17-16,2-3-1 16,0-1 14-16,3-3-5 15,2-1 1-15,0-2 1 0,1-1 1 16,2 0-5-16,0 0 1 16,0 0 1-16,0 0-1 15,0 2-2-15,2-1 12 16,4 3 4-16,2 2-3 15,1 4 5-15,3 3-4 16,3 1-6-16,3 7-4 0,1-1-2 16,4 0-14-1,-1-3-36-15</inkml:trace>
  <inkml:trace contextRef="#ctx0" brushRef="#br0" timeOffset="-45383.4">20980 16386 104 0,'0'0'15'0,"0"0"5"0,0 0 3 0,0 0-3 0,0-2-7 16,0 2-2-16,0 0-1 15,0 0-5-15,0 0-8 16,0 0 2-16,0 0 0 16,2 0-4-16,-1 7-3 15,2 3 10-15,-2 4 2 0,1 3-5 16,1 3 5-16,1 7-3 15,-1-1 0-15,1 3-1 16,2 4 0-16,-1 1 1 16,2 1-3-16,-2 4 0 15,1 3 4-15,2 3-2 0,0 4 0 16,-1 5 0-16,1 4 3 16,-2 2-3-16,-1 3 6 15,0 2-1-15,-2 3-1 16,-1-1-4-16,2 2 1 15,0 2 1-15,-1-1 0 16,3-3-1-16,-1-5 1 0,3-9-1 16,1-3 0-16,3-6-1 15,1-9 1-15,1-7-1 16,4-10-24-16,1-8-37 16,-2-10-5-16</inkml:trace>
  <inkml:trace contextRef="#ctx0" brushRef="#br0" timeOffset="-44337.79">21188 16345 126 0,'0'0'2'0,"0"0"6"0,0 0-3 0,0 0-1 15,0 0 1-15,0 0 7 16,0 0 11-16,0 0-2 16,0 0-6-16,0 0-13 15,0 0-3-15,19-17 1 0,-5 15-1 16,3-1-1-16,2 0-2 16,4 0 0-16,2-1 2 15,4-2 1-15,4 0 1 16,5-1-2-16,1 0 1 0,8 0 1 15,0-3-1-15,3 1 2 16,2 0-2-16,-6 0 1 16,1-1 1-16,-6 4 3 15,-1-1 5-15,-5 2 5 16,-5 2-2-16,-3 0-5 16,-3 0 3-16,-1 2-2 0,-1-2-5 15,-2 3 0-15,-1 0-2 16,0-1 1-16,-1 1-2 15,1-1 1-15,-2 1-1 16,1 0-1-16,-1 0-1 0,-1 0-4 16,-1 0 3-16,0 0 2 15,-3 0-1-15,1 0 2 16,-1 2-3-16,-2 1 1 16,1 0 2-16,-2 1-1 15,1 1 1-15,-4 1-1 16,-1 0-1-16,-2 1-1 0,-1 0-2 15,-1 2 3-15,-1-1 4 16,0 2-2-16,0 0 3 16,0 1 2-16,-1 0-2 15,-1 4-3-15,2-4 3 16,0 4-3-16,0-1 0 0,0 1 0 16,3 1 0-16,2 1 0 15,2 3-2-15,-1 0 5 16,2 4 0-16,-2-3-1 15,1 5-1-15,0-2 0 16,2 3 2-16,-4 0-1 0,1 1 0 16,-1 2 0-16,-1 4-1 15,3 2 0-15,-4 2-1 16,1 3 1-16,-2 3-2 16,0 4 2-16,-2 0 1 15,0-2-1-15,0 1 4 0,0-4-2 16,0-1 0-16,0-3 1 15,0-2 2-15,0 1-1 16,0-1-2-16,2-1 0 16,0 0 0-16,0 0-1 15,1-1 2-15,1-1-3 0,0-1-1 16,-2 1 1-16,1-3-1 16,-1 2 0-16,-2-2 3 15,0-2-8-15,0 1-18 16,-3-5-15-16,-9-2-36 15,-1-5-26-15</inkml:trace>
  <inkml:trace contextRef="#ctx0" brushRef="#br0" timeOffset="-43221.7">21180 17927 14 0,'0'0'20'0,"0"0"13"0,0 0-19 0,0 0-8 16,0 0 10-16,3 0 0 0,2 0-5 16,0 0-5-16,4 0-4 15,-1 2-2-15,1-2 1 16,1 0-2-16,1 0 0 16,0 0-2-16,2 0 2 15,-1 0 1-15,2 0-3 0,5 0 3 16,-3-3 3-16,1 0-1 15,2-1 3-15,3 1 1 16,2 0 1-16,1 1 1 16,4 0-1-16,0-1 2 15,1 0 0-15,2-1-4 0,-1 3-1 16,1-4-1-16,0 2-3 16,1-1 1-16,0-1 0 15,3 0 1-15,-2 1 8 16,4-1 1-16,-4 0 0 15,2 1-6-15,-1 0-2 0,-1-1-1 16,-2 0-2-16,-2-1 1 16,1 3-1-16,-6-1 2 15,-1 0-2-15,-1 1 0 16,-5 2 0-16,2 0 0 16,-4-1 1-16,0 0 1 0,-2 1-1 15,-1-1 0-15,-1 1 0 16,-5-2-1-16,1 3 1 15,-4-1 0-15,-2-1-1 16,-2 2 3-16,1 0 0 16,-1 0 3-16,0 0 3 15,0 0-5-15,0 0-3 0,0 0-1 16,0 0 3-16,0 0-4 16,0 0 2-16,0 0-6 15,1 0-19-15,1 0-31 16,0-2-1-16,-2-3-75 0</inkml:trace>
  <inkml:trace contextRef="#ctx0" brushRef="#br0" timeOffset="-41527.39">21012 16393 50 0,'-5'0'28'0,"2"0"-24"0,0 0 1 0,3 0 2 0,-1 0-2 15,1 0-3-15,0 0-2 16,0 0-2-16,0 0 2 0,0 2 1 15,0 2-1-15,0 1 0 16,0 3 1-16,0-1-2 16,0 4 1-16,0 2 1 15,0 3 4-15,0 2-1 16,0 2-3-16,0 3 0 16,1 1 0-16,0 4-1 15,-1 2 0-15,0 3 0 0,0 1 0 16,0 3 1-16,0 1 0 15,-2 3 1-15,0 2 3 16,0 3 2-16,0 2 3 16,-3 0-2-16,2 0-5 0,-1 1 0 15,0 0 4-15,2 0-2 16,0-1-3-16,2 2 2 16,0 1-2-16,0-3 0 15,1-1-1-15,4-2 0 16,-3-3 8-16,-1-3 1 15,2-4-7-15,-1-2 0 0,-1-5 0 16,0 0-2-16,-1-4 1 16,2-2-2-16,0-3 0 15,-2 0 1-15,0-2-1 16,2-4 0-16,-2 0 1 0,0-1-1 16,1-2 0-16,0-1 0 15,0 0 1-15,-1 0-1 16,0-2 0-16,0-1 1 15,0-1 12-15,0 1 2 16,0-3-4-16,0 1-1 0,0-1-5 16,0 0-4-16,0-1-1 15,2 0-1-15,0 0 1 16,0-1-2-16,0-1 6 16,0 2-7-16,-2-2 2 15,0 0 1-15,1 0-2 0,-1 1 4 16,1 0-2-16,0-1 0 15,-1 0 0-15,2 2 0 16,0-1 0-16,-1-1 0 16,3 2 0-16,-4-2 0 15,0 2 0-15,2-2 0 0,-1 0 0 16,-1 2 0-16,2-1 1 16,0 1-2-16,0-1 1 15,-1 2 0-15,2-3 0 16,-1 2-2-16,-2 0 4 15,1-2-2-15,0 0 0 16,1 0 0-16,-1 3 0 0,-1-3 0 16,0 2 0-16,0 0 0 15,0 0 2-15,0 1 0 16,0-2 1-16,0 2-3 16,2-3-1-16,3 3 1 15,-2-2-1-15,1 2 0 0,2-3-9 16,3 1 16-16,4-1-13 15,3 0 8-15,7 0-2 16,8-1 3-16,4-7 1 16,6-1-1-16,4-1-4 15,6-1-18-15,2-5-23 0,3-1-40 16</inkml:trace>
  <inkml:trace contextRef="#ctx0" brushRef="#br0" timeOffset="-39740.14">21032 16382 76 0,'-2'0'28'0,"2"0"-20"0,0 0 4 0,0 0-9 15,0 0 2-15,0 0-2 0,4 0 4 16,3 0 4-16,5 0-2 16,0 0-3-16,4 0-4 15,2 0-1-15,2 0-1 16,3 0 1-16,-1 0-1 15,4 0-1-15,2-1 1 16,1 0-1-16,2-2-1 0,3 1 6 16,1-1-3-16,4-2 1 15,-1 0-1-15,-1 0 0 16,0 0-1-16,-1 1 1 16,-2-1-1-16,-3 0 0 15,-1 1 1-15,-1 0-1 0,-1-1 3 16,-1 0 0-16,1 2 0 15,0-3-1-15,-1 2-1 16,1-1-1-16,-1 1 1 16,-2 0-1-16,2 1 0 15,-5-1 0-15,0 1 0 0,-2-1 1 16,2 1 1-16,0 1 1 16,-1 0-3-16,2 1 0 15,2-1 1-15,-2 2 0 16,2-1-1-16,-1 0 0 15,-2 1 1-15,-1 0-1 0,-2 0 3 16,-1 0 4-16,-2 0-4 16,-5 0-1-16,-2 0 0 15,-1 0-1-15,-2 0 1 16,0 0 0-16,-4 0-1 16,1 1-1-16,-1 0-1 0,0 2 1 15,2 0 0-15,-2 1 4 16,0 0-4-16,3 2 2 15,0 1 0-15,-1 0-2 16,1 0 0-16,1 2 0 16,-3-1-2-16,2 2 5 0,1 1-3 15,-3 2 3-15,1 0 0 16,0 0-1-16,-2 1 1 16,1 3 2-16,0-2-4 15,-1 0-2-15,1 3 5 16,0 1 5-16,-2-3-2 0,0 4-4 15,0-1 0-15,1 3-2 16,0-2 0-16,0 1-1 16,-1 0 1-16,2 3-1 15,-2 0 1-15,1 3 0 16,0 2 0-16,0 2-1 0,0 2 1 16,0-1-1-16,0 4 1 15,-2-2 0-15,2 0-2 16,-2-1 3-16,1-1 2 15,2-2-2-15,0 1-1 16,2-1 0-16,-3-1 0 16,1-1-1-16,0 3 1 0,0-4-1 15,1 2 0-15,-3-2 1 16,0 2-1-16,2-2 3 16,1-1 1-16,1 1-1 15,-2-2-2-15,2-2 0 16,0 0 0-16,0-1-1 0,2-3 0 15,-1 1 0-15,-1 0 1 16,3 0-1-16,-2-1 0 16,1-1 1-16,-1 0-1 15,0 2 1-15,-3-3-2 0,1 2 2 16,0-4-1-16,-2 2 0 16,1-1 1-16,-1-1 0 15,0-2-1-15,-1-1 0 16,1-1 2-16,0-2-2 15,-2-4 0-15,0 1 0 0,0-3 1 16,0 1-1-16,0-4 1 16,0 3-1-16,0 0 1 15,0-2-1-15,0 1 0 16,0 1 1-16,0 1 0 16,0-3-1-16,0 1 0 15,-2 0 0-15,1 1 0 0,0-3 0 16,-1 2 1-16,1-1 0 15,0 2 1-15,-3-2 1 16,2 2 0-16,-4-3-3 16,1 3 0-16,-4 0 1 15,-2 0 1-15,-4-1-2 0,-3 2 0 16,-2 0-11-16,-8 0 5 16,-9-1-1-16,-9-2-48 15,-12-1-61-15</inkml:trace>
  <inkml:trace contextRef="#ctx0" brushRef="#br0" timeOffset="-38617.68">21005 16524 64 0,'-4'28'5'0,"-1"11"5"0,-1 11 3 0,2 15-8 16,-2 15-5-16,-1 8-8 15,1 5-81-15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42:27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12345 4766 114 0,'2'0'7'0,"2"0"-8"0,-4 0 3 0,2 0 5 0,0 1-3 15,-2-1-2-15,0 0 0 16,2 1 1-16,-2 1-1 16,1-2 1-16,1 3 0 0,3-2 0 15,-3 2 0-15,0 2 1 16,-2 2-2-16,0 1 3 15,0 1-3-15,0 2 1 16,0 3 0-16,0 3 1 16,0 2 1-16,0 5-2 0,0 1-1 15,0 4 0-15,0 2-2 16,-2 3 2-16,2 3-2 16,-2 3 0-16,-3 4 1 15,2 3 0-15,-1 4 1 16,0 4-1-16,0 2 1 0,1 4-1 15,3 3 0-15,-2 0 0 16,2 3 1-16,0-1-2 16,0 3 2-16,0-1-1 15,0 2 2-15,0 1-1 0,2 1 2 16,-1 3 4-16,1 2-2 16,0 7-3-16,0 5 0 15,0 2-2-15,0 7-1 16,0 3 1-16,-2 1-2 15,0 3 1-15,2-2-1 16,-2 2 2-16,0-3-2 0,0-3 2 16,1 1-1-16,1-1 1 15,1-1 10-15,1 6 5 16,-2 4-1-16,3 2-3 16,1 4-4-16,-2 4-1 15,1 1-3-15,2 2-3 0,-2 1 0 16,3 2 0-16,-2 1 3 15,4 0-1-15,-5 1 0 16,3 3 0-16,1 2 2 16,-1 1 1-16,2 3 3 15,-3 3 1-15,2 3-1 0,0 4-6 16,-4 0-2-16,1 2 0 16,0-1 3-16,-4 0 0 15,1 1 3-15,2-4-2 16,0 6 1-16,-1-1-1 15,4 4-2-15,-3 4 1 0,4 3-2 16,0 2-2-16,-3-2 0 16,-1 3-1-16,1-5 2 15,2-2 1-15,-2 1 19 16,-2-1-7-16,3-3-5 16,-2 0-2-16,0 0-1 0,1-4 1 15,-4-5 14-15,0-2-3 16,-1-5-7-16,1-6-5 15,0-6-1-15,0-7-5 16,0-11-2-16,2-6-9 16,-1-9-28-16,2-9-12 0,-3-6-6 15,-2-7 3-15,0-9-28 16,-9-13-143-16</inkml:trace>
  <inkml:trace contextRef="#ctx0" brushRef="#br0" timeOffset="1356.57">9429 8264 66 0,'0'0'-6'0,"0"0"7"0,0 0 0 0,0 0-4 15,0 0-18-15,0 0 7 0,0 0 12 16,0 0 5-16,-39 33 8 16,35-30-5-16,1-2-4 15,1 2-22-15</inkml:trace>
  <inkml:trace contextRef="#ctx0" brushRef="#br0" timeOffset="1726.82">9338 8376 26 0,'0'0'31'0,"0"0"-11"0,0 0-3 15,0 0-8-15,0 0 1 16,0 0-3-16,0 0-3 16,0 0 1-16,-13 7 7 15,17-8 13-15,3-6 5 16,4-4-9-16,3-4-7 16,4 1-6-16,-1-2-5 0,1-2-1 15,0 2-2-15,2 2 1 16,-1 0-1-16,-2 3 0 15,-1 1 0-15,-1 5-2 16,-3 1-19-16,-5 4-18 16,1 0-14-16,-8 0 13 0,0 6-36 15</inkml:trace>
  <inkml:trace contextRef="#ctx0" brushRef="#br0" timeOffset="2003.22">9360 8437 116 0,'0'0'-2'0,"0"0"7"16,0 0-8-16,0 0 2 0,0 0 3 16,0 0 2-16,0 0 3 15,0 0 3-15,50-34 4 16,-33 21-3-16,4-1-4 15,-1 1-5-15,2-1 0 16,-2 0-2-16,3 3 1 0,-6-1-1 16,4 1 0-16,-4 2 0 15,1 2 0-15,-2-1-5 16,-4 0-30-16,-2 0-33 16</inkml:trace>
  <inkml:trace contextRef="#ctx0" brushRef="#br0" timeOffset="2182.05">9479 8431 138 0,'0'0'-12'16,"0"0"16"-16,0 0-4 15,0 0 0-15,0 0 5 16,0 0-4-16,0 0 0 15,52-23-30-15</inkml:trace>
  <inkml:trace contextRef="#ctx0" brushRef="#br0" timeOffset="3605.09">9427 7331 28 0,'0'0'-8'0,"0"0"7"0,0 0-6 16,0 0 12-16,0 0 6 16,0 0 12-16,-44-16-1 0,33 16-5 15,0 0-4-15,2 0-4 16,-3 0-4-16,1 3-2 16,-1 3-2-16,-2 1-1 15,2 2 0-15,-3 2 0 0,1 0 0 16,-2 2 0-16,-1 0 0 15,1 1 1-15,-1 0-1 16,0 3 1-16,4 0 0 16,-3 3 1-16,4 3 1 15,-2 2 0-15,4 2-2 16,2 3-1-16,-4 3 1 0,1 1-1 16,1 3 0-16,0 1 1 15,2 2 0-15,3 1 1 16,-1 3 0-16,3 0-1 15,3-3-1-15,0-1 0 16,0-4 0-16,3-3 0 0,5-1 0 16,1-2 0-16,1-1 1 15,2 0-1-15,-1 1 2 16,3 1-1-16,1-3-1 16,1 2 1-16,1-3 0 0,2 2 0 15,2-6 0-15,0 1-1 16,-1-4 0-16,3-2 0 15,-4-3 0-15,4-2 0 16,-2 0 1-16,-2-3-2 16,1-3 1-16,1-4 0 15,2 0 0-15,-2-3 0 0,4 0 10 16,0-8-6-16,2-4-4 16,0-2 2-16,-1-3-2 15,1-2 1-15,-3-1 0 16,1-1 7-16,-2-2 1 15,-3-1 3-15,2-1-3 0,-4-2-2 16,-3-1-4-16,0-1 0 16,-4 1-2-16,-1-3 3 15,-2 2-1-15,0-4 5 16,-5-5-1-16,0-2-1 16,2 0-3-16,-3-1-2 15,0-3 0-15,-1 6 0 0,-1 1 0 16,0 3 3-16,0 3 2 15,-5 2-5-15,-4 1 1 16,0-1-1-16,-2 1 1 16,0-1 2-16,-3 0-3 15,1-1 0-15,0 3-1 0,-3-3 3 16,-2 6-2-16,-1-1 2 16,0 4-1-16,-1 0-1 15,-2 5 2-15,0 4-2 16,1 2 0-16,2 3 0 15,0 4-2-15,0 3 0 0,1 0-1 16,4 1-7-16,-2 9-21 16,1 3-19-16,1-2-14 15,1-1-3-15</inkml:trace>
  <inkml:trace contextRef="#ctx0" brushRef="#br0" timeOffset="4266.06">9414 7200 67 0,'0'-1'5'0,"0"-3"8"0,0 1-3 0,0 0 1 16,0 0 9-16,0 3 3 15,0 0-12-15,0 0-5 16,0 0-5-16,0 0-6 16,0 0 5-16,0 7-1 15,0 0 2-15,2 0-2 0,3 2 1 16,-1-1 0-16,0-3 0 16,4 0 0-16,-3 0 0 15,3-4 0-15,-2-1-1 16,6 0-4-16,1-7 4 15,2-10 17-15,8-6-2 0,2-7-2 16,6-4-4-16,1-7-2 16,7 0 0-16,2-5 4 15,1-2-5-15,4-1-1 16,4-1-2-16,2 0-1 16,-4 3-10-16,2 2-65 15</inkml:trace>
  <inkml:trace contextRef="#ctx0" brushRef="#br0" timeOffset="7802.3">4482 8579 117 0,'0'0'13'0,"0"0"-4"0,0 0-15 16,0 0 3-16,0 0 10 0,0 0 4 15,0 0 0-15,0 0-5 16,0 0 1-16,46-5-4 16,-27 3-3-16,5-1 0 15,4-2 0-15,9-1-1 16,5-4-1-16,8-3 0 15,1-1 0-15,7-6-1 0,4-1 1 16,3-2 6-16,0-4-1 16,3 0 3-16,1 0-2 15,2-2 0-15,-2-1-4 16,1-2 1-16,-3 1 0 16,-3 1 0-16,-5-1 0 0,-5 4 0 15,-6 4 0-15,-8 5 0 16,-9 1-5-16,-8 5-50 15</inkml:trace>
  <inkml:trace contextRef="#ctx0" brushRef="#br0" timeOffset="8219.23">4597 8815 28 0,'0'0'108'0,"0"0"-87"15,0 0-11-15,0 0-20 0,0 0 24 16,0 0-10-16,0 0 1 0,43-18 0 16,-16 6-2-16,4-2 1 15,7-3 0-15,4 0-2 16,8-4-4-16,2-2 4 16,1 0 1-16,3-4-2 15,4 0 1-15,-1 0-2 16,3-2 1-16,-2 0 2 0,-2-2-2 15,-1 2 1-15,-5 1-1 16,-2 2-1-16,-10-1-28 16,-13 2-61-16</inkml:trace>
  <inkml:trace contextRef="#ctx0" brushRef="#br0" timeOffset="8870.62">2982 8422 95 0,'0'0'5'0,"0"0"-1"0,0 0 0 16,0 0 2-16,0 0-5 16,0 0 0-16,0 0 0 15,0 0 1-15,0 0-1 0,0 0 0 16,0 0-1-16,42 10 0 16,-35-2 0-16,4-1 0 15,-2-1 0-15,5-3 1 16,-1-3 1-16,7-6 13 15,7-15 12-15,11-15 2 0,11-18-6 16,18-15-3-16,20-25-8 16,21-20-5-16,21-12-2 15,19-12 1-15,12-7-6 16,11-11-72-16</inkml:trace>
  <inkml:trace contextRef="#ctx0" brushRef="#br0" timeOffset="10600.6">7706 11498 121 0,'0'0'-12'0,"0"0"12"0,0 0-2 0,0 0 2 16,0 0 0-16,0 0 1 0,0 48-1 15,0-35 1-15,1-3 1 16,1 4-1-16,3-3 1 16,-1 2-1-16,-2-3 1 15,3-1 1-15,1-2 1 0,-2-3 0 16,4 0 3-16,-1-2 2 16,3-2 7-16,-1 0-2 15,5-13 3-15,3-7-3 16,3-11 3-16,7-12-3 15,7-14-1-15,8-12-4 16,12-15-1-16,9-9-5 0,6-11 0 16,3-11-14-16,-3-7-166 15</inkml:trace>
  <inkml:trace contextRef="#ctx0" brushRef="#br0" timeOffset="14830.75">18553 5894 40 0,'0'0'10'0,"0"0"-9"0,0 0-10 0,0 0 8 16,0 0 5-16,0 0 8 15,0 0 6-15,0 0-8 16,0 0-6-16,0 0 1 16,0 0 0-16,0 0-5 0,0 0 1 15,0 0-1-15,-6 0 0 16,6 0 1-16,0 0 9 15,0 0 0-15,0 0 2 16,0 0 0-16,0 0 2 16,0 0 2-16,0 0-6 0,0 0-9 15,0 0-1-15,0 0-2 16,0 0 3-16,0 0 0 16,0 0-1-16,0 0 0 15,0 0 1-15,0 0 0 16,0 0-2-16,0 0 0 0,0 0-7 15,0 0 5-15,0 0 0 16,1 0 1-16,5 1-1 16,2 0 2-16,1 1 2 15,0-1-1-15,4-1-2 16,0 0 9-16,2 0-6 0,0 0 2 16,3 0 4-16,-1 0 0 15,4 0-4-15,1 0 0 16,3 0-1-16,1 0-2 15,1 0 2-15,3 0-2 16,3 0 1-16,3-2-1 0,4 0-2 16,-2-1 5-16,4 0 0 15,-1-1 2-15,3-2 1 16,0 2 2-16,2 0-4 16,3 0 0-16,-1 1-2 15,3 0-1-15,0 0 0 0,-1 2-1 16,1 1 0-16,1 0 1 15,0 0-1-15,4 0 0 16,0 0 0-16,2 1 0 16,5 2 0-16,0 1 0 15,3-3 1-15,1 1-1 0,4 0 0 16,4-1 0-16,3 0-1 16,3-1 2-16,2 1-1 15,4 1 1-15,1 0-1 16,-2-1 0-16,-2 3 0 15,-2-4 1-15,0 3-2 16,2-3 0-16,1 0 2 0,3 0-1 16,-1 0 0-16,8 3 0 15,-2-3 0-15,-4 0 0 16,2 0 0-16,-4 0 1 16,0 0-2-16,-5 0 2 15,-1 0-1-15,-1-3 0 0,0-3 0 16,-5 1 0-16,-1-1 0 15,-4-1 1-15,0 0-2 16,-1-2 2-16,-1-2-1 16,0-3 1-16,-4-2-1 15,-2 0 0-15,-5-5 1 0,-5 1-1 16,-3-2 1-16,-5 0 2 16,-6 0-1-16,3-1-1 15,-5-1-1-15,1-1 1 16,-4 0 0-16,1-2-1 0,-3-1 1 15,-2 1-1-15,-1-2 0 16,-4-1 1-16,-5 2-1 16,-6-5 1-16,-3 1 0 15,-2-1 1-15,-4 2 2 16,-4-2-2-16,0 2 4 16,0 1 0-16,0 0-1 0,-6 2-2 15,0-2 1-15,-2 0-4 16,-1-2 0-16,-3 0 1 15,-3-1 3-15,-5 1-5 16,0-1 2-16,-7 5 4 16,-5 1-2-16,-3 1-1 0,-6 2-2 15,-3 1-1-15,-6 2 1 16,-5 1-1-16,-2 0 3 16,-4 0-4-16,-3-1 0 15,-3 1 5-15,1 0-2 16,0-2-1-16,-1 0 1 0,1 1-2 15,-4 1 2-15,-1 2 0 16,0 2-1-16,-6 2-1 16,-1 0 2-16,-4 1-1 15,-3 4-1-15,2 2 2 16,-8 0 0-16,1 3-2 16,-4 1 0-16,-2 0 1 0,-3 3 0 15,-4 0 0-15,3 0 0 16,-4 0 0-16,2 3 0 15,0 0 0-15,-1 1 0 16,2 0 0-16,-5 2 1 0,0 1-2 16,-1 2 2-16,-1-1-1 15,-1 4 0-15,-1-1 0 16,-1 0 0-16,1 1 0 16,3-1 0-16,1 2 0 15,4-2 0-15,1 0 0 16,3 2 0-16,6-4 0 0,-1 1 0 15,4-2 0-15,6 1 1 16,4 1-1-16,3-2 0 16,4 1 0-16,4 1 0 15,4 0 0-15,3 1-1 16,4-1 2-16,1 2-1 16,3 0 0-16,2 2 0 0,4 2-1 15,2-2 1-15,3 5 0 16,6-2 0-16,0 1 0 15,5 2 0-15,3 0 0 16,4 1 0-16,2 1 0 16,1 2-1-16,4-3 1 0,1 2 0 15,3 2 0-15,-1-1 0 16,5 0-2-16,1-1 2 16,3 1 0-16,0-1-3 15,2 1 2-15,2 2 1 16,0 2-1-16,0 1 1 0,-1 1 0 15,1 2 0-15,1 1 0 16,0-3 0-16,0 1 0 16,0-1-4-16,6-5 2 15,5 1 0-15,2-4-2 16,3 0 1-16,3-1-2 0,2-4 3 16,6 0 5-16,8-1-1 15,7-3 1-15,14-3 3 16,17 0-1-16,20-2 0 15,19-1-2-15,19-1 0 0,15-6-16 16,10-9-150-16</inkml:trace>
  <inkml:trace contextRef="#ctx0" brushRef="#br0" timeOffset="16906.47">23146 8220 8 0,'0'0'32'16,"0"0"-5"-16,0-1-10 0,0-1-2 0,-1 1-1 15,0-1 6-15,0 1-1 16,0-1 5-16,1 0-8 16,0 2-5-16,0-2-2 15,0 2-6-15,0 0 4 16,0 0-7-16,0 0-4 0,0 0 3 16,0 0 1-16,0 0-5 15,1 0-1-15,5 0 6 16,4 0 8-16,3 0 4 15,1-4-6-15,4 1 1 16,2-3-6-16,0 2 1 0,3-1-3 16,-1 0 3-16,1 0 0 15,0 2-2-15,-3 0 0 16,1 1-1-16,-4 1-1 16,-1 1-13-16,-2 0-23 15,-6 0-23-15,-3 0-13 0</inkml:trace>
  <inkml:trace contextRef="#ctx0" brushRef="#br0" timeOffset="17298.83">23178 8264 81 0,'0'0'11'0,"0"0"10"0,0 0-8 0,0 0-6 15,0 0-8-15,0 0-3 16,0 0 3-16,0 0 1 15,0 0 8-15,0 0 3 16,20 0-2-16,-7 0 1 16,0-3-7-16,4 1 0 15,1 0-2-15,3-1 0 0,-2 0-1 16,2-1 0-16,2 1 0 16,-1 1-1-16,1-1-3 15,-5 0-7-15,0 0-23 16,-4-3-23-16</inkml:trace>
  <inkml:trace contextRef="#ctx0" brushRef="#br0" timeOffset="17747.55">23205 8254 77 0,'0'0'10'0,"0"0"15"0,0 0-7 0,0 0 2 16,0 0-5-16,0 0-2 15,47-18-5-15,-27 13 5 16,3 1-6-16,2-1-4 0,2 2-1 16,2 0-1-16,0 3-8 15,-1 0-27-15,-2 0-12 16,-8 0 9-16</inkml:trace>
  <inkml:trace contextRef="#ctx0" brushRef="#br0" timeOffset="18822.13">22563 8227 28 0,'0'0'9'0,"0"0"-7"0,0 0 0 16,0 0-2-16,0 0 3 15,0 0 11-15,0 0 14 16,0 0-5-16,0 0-5 0,0 0-3 15,0 0-3-15,0 0-1 16,0 0-5-16,44-10-3 16,-27 6-3-16,2 0 2 15,2 1-2-15,3-3 0 16,-4 2 1-16,2-2-1 0,0 1 0 16,-2-1 0-16,0 2 1 15,0-1-1-15,-2 2 1 16,-1 1 0-16,1 0-4 15,-5 2-26-15,-4 0-16 16,-1 0-42-16</inkml:trace>
  <inkml:trace contextRef="#ctx0" brushRef="#br0" timeOffset="19292.32">22607 8280 36 0,'0'0'1'0,"0"0"4"0,0 0 1 0,0 0 0 0,44-4 0 16,-33 2-3-16,3-1 3 15,1 1 3-15,0 0 2 16,3-4 2-16,2 2 0 16,-1 0-2-16,2-1-3 15,0 1-3-15,1 0 2 0,2 0-4 16,-4-1-1-16,0 1-1 16,-1 1-1-16,-3 0 1 15,-4 2-2-15,-3-2-14 16,-4 2-23-16</inkml:trace>
  <inkml:trace contextRef="#ctx0" brushRef="#br0" timeOffset="19768.66">22682 8264 56 0,'0'0'1'0,"0"0"6"0,0 0 3 0,0 0-1 0,0 0-1 16,46-14 4-16,-31 8 7 15,2 0 4-15,2-2-2 16,1 0-5-16,2 0-7 15,0 1 3-15,2 3-7 16,-5 0-3-16,2 1-2 0,-7 0 1 16,1 2 0-16,-7-1-1 15,-1 2 0-15,1 0 1 16,-3 0-2-16,-2 0-9 16,0 0-30-16,-3 0-35 15</inkml:trace>
  <inkml:trace contextRef="#ctx0" brushRef="#br0" timeOffset="21349.26">19199 15642 110 0,'0'0'-32'0,"0"0"33"0,-19 46 2 0,12-30-3 16,3-1 1-16,0-1-1 15,0 2-1-15,1-5 1 16,0-1 1-16,0 0-1 0,1-3-1 16,2 0 0-16,-3-7-20 15</inkml:trace>
  <inkml:trace contextRef="#ctx0" brushRef="#br0" timeOffset="22218.69">19004 15704 89 0,'0'0'5'0,"0"0"1"0,0 0-3 0,0 0 0 15,0 0-2-15,0 0 8 16,0 0 20-16,0 0-1 16,0 0-5-16,0 0-3 15,0 0-4-15,16-28-9 16,-16 27-3-16,0 1-3 0,0 0-2 15,0 2-4-15,0 7-2 16,0 4 10-16,0 4 0 16,0 3-1-16,1 5-2 15,1 4 2-15,0 3-3 16,0 0 1-16,0 2-1 16,-1-3 2-16,-1 1 2 0,1-3-6 15,-1-3 3-15,0-2 3 16,0-3-1-16,0 0 0 15,0-5-1-15,-2 0-1 16,-2-3-6-16,-2-1-9 0,1-5-36 16,-4-3-26-16</inkml:trace>
  <inkml:trace contextRef="#ctx0" brushRef="#br0" timeOffset="22596.11">18994 15743 48 0,'0'0'34'0,"0"0"-5"0,0 0 10 16,0 0-18-16,0 0-9 15,-44 7-7-15,36 2-2 16,-3 1 5-16,-2 1-3 0,4 2-3 15,-1-2 0-15,2 3-4 16,-3-1-2-16,2 0-27 16,0-2-26-16,-2-4-17 15</inkml:trace>
  <inkml:trace contextRef="#ctx0" brushRef="#br0" timeOffset="22774.07">18956 15745 126 0,'0'0'4'0,"0"0"16"15,0 0-12-15,0 0 2 16,0 0 0-16,40 5-8 16,-29 5 0-16,1-1-13 15,-2-2-52-15</inkml:trace>
  <inkml:trace contextRef="#ctx0" brushRef="#br0" timeOffset="23381.57">18450 15699 86 0,'0'0'33'0,"0"0"-4"0,0 0-11 0,0 0-8 0,0 0 2 16,0 0-4-16,0 0-4 15,0 0 5-15,0 0-4 16,0 0 0-16,46-15-2 15,-25 10-2-15,-3-2 0 16,5 0-1-16,-3 1 0 16,2-1-2-16,-2 0-8 0,-2 2-9 15,0-1-8-15,-5 3 3 16,-1-1-9-16,-5 1-13 16</inkml:trace>
  <inkml:trace contextRef="#ctx0" brushRef="#br0" timeOffset="23721.25">18485 15715 22 0,'0'0'9'0,"0"0"11"16,0 0-1-16,0 0-2 15,0 0 4-15,0 0 6 16,0 0-4-16,0 0-2 16,48-9 4-16,-31 3-4 15,4-5-1-15,2 5-8 0,0-3-5 16,0 1-6-16,0 1 0 15,0 0-1-15,-1 2 0 16,-3 0-5-16,-1 1-17 16,-2 0-29-16,-4 1-46 15</inkml:trace>
  <inkml:trace contextRef="#ctx0" brushRef="#br0" timeOffset="26563.47">20263 14633 33 0,'0'0'49'0,"0"0"-25"0,0 0 10 0,0 0-2 0,0 0-8 16,0 0 2-16,0 0-6 15,0 0-7-15,0 0-4 16,0 0-4-16,0 0-2 16,0 0 1-16,0 0-2 0,16-12 0 15,-5 7-1-15,4 2-1 16,1-2 1-16,-1 1 0 16,2-2-2-16,-1 2 1 15,-1 1-2-15,-2 2-6 16,-1-2-11-16,-2 3-18 15,-1 0-20-15,-6 0-3 0</inkml:trace>
  <inkml:trace contextRef="#ctx0" brushRef="#br0" timeOffset="26790.08">20263 14679 100 0,'0'0'17'16,"0"0"18"-16,0 0-13 0,0 0-7 16,0 0-6-16,0 0-5 15,0 0 13-15,0 0 0 16,33-10-9-16,-10 3-5 16,4-3-1-16,4 2 0 15,1-2-8-15,3 1-34 16,-3-2-38-16</inkml:trace>
  <inkml:trace contextRef="#ctx0" brushRef="#br0" timeOffset="27537.41">19769 14797 106 0,'0'0'3'0,"0"0"4"0,0 0-3 0,0 0-11 0,0 0-5 15,0 0 7-15,0 0 6 0,0 0 9 16,0 0 18-16,-38-15 9 16,36 14-9-16,2-1-11 15,0 0-10-15,0 0-9 16,2-1-2-16,4 0 2 0,3-2 3 15,4 0-3-15,1 0-1 16,3-3 7-16,2 0-3 16,-1-1 4-16,2 1 1 15,1 0-5-15,-1 0 1 16,0 1-2-16,-2 0 1 16,0 2-1-16,-4 1-8 0,-1 1-29 15,-6 0-21-15,-3 3-5 16</inkml:trace>
  <inkml:trace contextRef="#ctx0" brushRef="#br0" timeOffset="27744.29">19771 14781 165 0,'0'0'22'0,"0"0"20"0,0 0-31 15,0 0-13-15,0 0 8 16,0 0-1-16,54-11-2 16,-23 5-1-16,7 0-1 15,4-4-2-15,7-2-53 16,2-5-100-16</inkml:trace>
  <inkml:trace contextRef="#ctx0" brushRef="#br0" timeOffset="28789.24">21464 15186 125 0,'0'0'5'0,"0"0"2"0,0 0 2 0,0 0 8 15,0 0 8-15,0 0 3 16,0 0-9-16,0 0-4 0,0 0-7 16,0 0-4-16,47-22-4 15,-28 17 0-15,0 0 2 16,3 0-7-16,-2 0 0 16,2 1-6-16,-3 0-6 15,-3 0-16-15,-1 3-20 0,-5-2-16 16</inkml:trace>
  <inkml:trace contextRef="#ctx0" brushRef="#br0" timeOffset="29003.46">21513 15195 198 0,'0'0'0'16,"0"0"8"-16,47-9-3 16,-26 2-3-16,1 3-3 15,-2 0-2-15,2-2-24 16,-4 3-26-16,-4 0-13 16</inkml:trace>
  <inkml:trace contextRef="#ctx0" brushRef="#br0" timeOffset="29307.22">21037 15419 82 0,'0'0'-30'0</inkml:trace>
  <inkml:trace contextRef="#ctx0" brushRef="#br0" timeOffset="29750.21">22516 15537 99 0,'0'0'22'0,"0"0"25"0,0 0 8 15,0 0-19-15,0 0-21 16,0 0-15-16,0 0 0 16,0 0-4-16,0 0 10 15,18 2-5-15,-6-2-13 0,6-3-58 16,-1-2-64-16</inkml:trace>
  <inkml:trace contextRef="#ctx0" brushRef="#br0" timeOffset="29872.09">22606 15544 237 0,'0'0'2'0,"0"0"-1"15,0 0-43-15,0 0-9 16,0 0-42-16</inkml:trace>
  <inkml:trace contextRef="#ctx0" brushRef="#br0" timeOffset="33423.31">20580 11471 27 0,'-4'0'-2'0,"2"0"4"0,0 0 5 0,0 0 5 16,1 0 8-16,-1 0-2 15,0-3 4-15,0 3 1 16,1-1-1-16,0-1-12 15,1 2-3-15,0 0-10 0,0 0-7 16,0 0 8-16,0 0-1 16,0 0-3-16,0 0 1 15,0 0 5-15,0 0 2 16,1 0 2-16,0 0-3 16,-1 0-2-16,1 0 2 15,2 0 0-15,-1 0-1 0,-2 0 0 16,1 3 0-16,-1 1 1 15,0-1 0-15,0 1 1 16,0 2-1-16,0-2-1 16,0 1 1-16,2 3 0 15,0-1-1-15,1-1-1 0,2 0 1 16,0-2-1-16,2-1 0 16,-2-2 0-16,3 2-1 15,-3-3 0-15,6 0 0 16,-3 0 3-16,2 0 4 15,2-6 3-15,0-1 1 0,3-1 1 16,2-2-3-16,5-2 0 16,-1-1-2-16,4-2-1 15,5-2 1-15,-1-1 2 16,4-1 0-16,-2-2-1 16,1-1-3-16,1-2 0 0,-1 0-3 15,0 0 0-15,1-3 3 16,-4 4-3-16,1 1 1 15,-3 0 0-15,-2 5-1 16,-5 2 2-16,-2 2 3 16,-2 3 2-16,-3 0-4 0,-4 3 0 15,-2 4-2-15,-2-1 0 16,-1 2-1-16,0 2 1 16,-4 0-3-16,0 0-3 15,0 8-20-15,0 0-1 16,-9 5-21-16,-5-2-23 15</inkml:trace>
  <inkml:trace contextRef="#ctx0" brushRef="#br0" timeOffset="34114.89">20598 11455 49 0,'0'0'3'0,"0"0"5"0,0 0-6 15,0 0-1-15,0 0 0 16,0 0-1-16,0 0 0 0,-7 41 0 16,7-33 0-16,0-3 0 15,3 1 0-15,-1 0 2 16,-1-2-2-16,1-1 4 16,3-2 2-16,1 2-1 15,5-3-4-15,-3 0 8 0,6 0 4 16,3-6-7-16,3-5-3 15,5 1 4-15,-1-6 1 16,4 0 5-16,3-2 11 16,1-3 2-16,0-1 1 15,3-3-3-15,3 0-9 16,-2-2-7-16,3 0-5 0,1 0-2 16,3 1 0-16,-2 5 0 15,-3 1 0-15,-5 4-1 16,-6 5 2-16,-4 2-2 15,-9 5-2-15,-2 1 2 16,-7 3-1-16,-3 0-12 0,-1 0-16 16,-1 7-17-16,-1-1-1 15,-10 0-16-15</inkml:trace>
  <inkml:trace contextRef="#ctx0" brushRef="#br0" timeOffset="36739.99">7545 4625 81 0,'0'0'3'0,"0"0"4"0,0 0 3 0,0 0-9 16,0 0-1-16,0 0 0 0,0 0 0 16,0 0 0-16,0 0 1 15,-24 39-1-15,24-34 3 16,0-2 1-16,0-3 5 15,0 0-2-15,0 0 12 16,7-8 28-16,7-11 2 16,14-15-35-16,22-13-8 0,17-14-6 15,20-23 4-15,9-18-106 16</inkml:trace>
  <inkml:trace contextRef="#ctx0" brushRef="#br0" timeOffset="37762.49">20944 4095 100 0,'0'0'4'0,"0"0"-9"0,0 0 5 16,0 0 0-16,0 0 0 15,0 0 0-15,0 0-2 16,0 0 2-16,0 0 3 15,0 0 1-15,0 0 1 16,23 28 0-16,-19-28 1 0,5 0 1 16,7-11 20-16,5-6-6 15,14-9-8-15,10-8-8 16,14-12 2-16,11-14-4 16,2-12-24-16</inkml:trace>
  <inkml:trace contextRef="#ctx0" brushRef="#br0" timeOffset="43218.33">6614 4196 95 0,'0'0'4'0,"0"0"-4"0,0 0 1 15,0 0-1-15,-45-9-1 0,36 7-3 16,-2 2-1-16,-1-3 4 16,-1 2 0-16,0-1 2 15,-1 1-2-15,2-2-10 16,2 2-4-16,1-1 4 15,-1-2 10-15,5 0 4 16,-3-1 10-16,4 1 3 0,-2-3-1 16,1 2-4-16,-1-1 1 15,0 0 3-15,2 2-3 16,2 0-6-16,0 1-1 16,0 0-3-16,-1 0-1 15,2 3 1-15,1-1-2 0,-1 1 2 16,-1 0-5-16,0 0 1 15,0 1 2-15,-4 3 1 16,2 1-1-16,0-1 1 16,2-1-1-16,-2-1 0 15,2 1 1-15,1 0-2 0,1 0 1 16,0 1-1-16,0-1-3 16,0 1-2-16,0-1 1 15,3-1 3-15,3 0 2 16,-2 1-3-16,1-3 2 15,2 2 1-15,-2-2-2 0,1 4-1 16,2-4 4-16,4 1 0 16,-1 1 2-16,3-1 1 15,1-1-2-15,2 2 0 16,2-1-1-16,1 3 0 16,3-1-1-16,-2 0 1 0,2 3-1 15,2-2 0-15,0 0 0 16,2 0 0-16,2-1-1 15,0 0 0-15,2-1 0 16,3-2 1-16,1 0 2 16,3 0-1-16,4 0 1 0,-1 0-1 15,3 0-1-15,1 0 1 16,0 0-2-16,2-2 2 16,-4-1 1-16,6-1-1 15,-1 0 0-15,2-2 0 16,1 1 0-16,2-1 0 15,1-1-1-15,1-3 3 0,-1 1-3 16,2 2 1-16,3-3-1 16,-1 3 1-16,-2-3-1 15,-2 3 0-15,1-1 0 16,-3 2 0-16,-1-1 1 0,-2 1-2 16,-1 3 2-16,-2-1-2 15,1 1 1-15,-4 0 0 16,4-1 0-16,-1 1 0 15,0 2 1-15,4-1-1 16,0 1 0-16,-1-1 2 16,-2 2-2-16,0 0 1 0,-2-1-1 15,-1 1 0-15,1 0 0 16,0 0 0-16,-2 0 0 16,-1-1 0-16,1-1 0 15,-1 2 0-15,0-1 0 16,1-2 1-16,1 0-2 0,-1 2 1 15,1-2 1-15,-1 3-2 16,0-3 1-16,-3 3 0 16,0 0 0-16,0 0 0 15,-2 0 0-15,0-1 0 16,0 0 1-16,2 0-1 0,-2 0 1 16,0 1-1-16,-2-2 1 15,0 2 0-15,-5 0 0 16,-1-1 0-16,-3 1 0 15,-3 0 1-15,0 0 0 16,-5 0-2-16,-5 0-15 0,-3 0-27 16,-7 0-47-16</inkml:trace>
  <inkml:trace contextRef="#ctx0" brushRef="#br0" timeOffset="45330.67">6098 4186 142 0,'-7'0'15'0,"-2"-8"-7"0,0-4 9 0,2 1-3 0,0 1-4 16,-1 0-4-16,-4-1 0 16,2 0-1-16,-1 0-3 15,-1-1 2-15,-3-1-2 16,-1-1-2-16,0 0 1 16,-4-3-1-16,0-2 0 0,2-2 0 15,-3-3-1-15,3-3-2 16,-1-3 2-16,1-4 1 15,3-2 0-15,0-2 0 16,3-2 0-16,3 0 0 16,1 2-2-16,2-1 1 0,3 1-1 15,3 0-3-15,0 0 4 16,0 1 0-16,3 0 1 16,3 3 1-16,2 1 0 15,0 6 0-15,3 4-1 16,5 2 1-16,-2 3-2 15,6 3 0-15,3 1 2 0,3 1-2 16,1 2 1-16,3 3-1 16,4-1 0-16,-1 2-1 15,4 1 1-15,1 0 0 16,2 1-1-16,5-1 1 16,2 2 1-16,2 0 0 0,2-1 0 15,-1 1 0-15,3 3-2 16,-2-2 2-16,-1 3-1 15,3-1 0-15,-4 1 0 16,3 0-1-16,-1 0 1 0,2 0-1 16,1 0 2-16,3 0 0 15,5 0 0-15,1 0 0 16,3 0 0-16,-1 0 0 16,5-2 0-16,-1-1 0 15,0 2 0-15,-2-1 0 0,3 1 0 16,-3-2 0-16,2-1 0 15,-2 2 0-15,2-2 0 16,3-1 0-16,-3-2 1 16,3 2-1-16,0-3 0 15,1 2 0-15,-2-4 1 16,1 4-1-16,-2-2 0 0,1 1 0 16,1-2 0-16,-1 2 0 15,0 0 0-15,1-3-1 16,-2 3 1-16,-2 1 0 15,1-1-1-15,-2 0 1 16,1 1 0-16,-3 1 0 0,0-1-2 16,2 0 2-16,1-1 0 15,0 3 0-15,2-2 2 16,-1-1-2-16,-2 3 0 16,1-3 0-16,0 2 0 15,-3 0 0-15,2-1 0 0,-1 1 1 16,3-1-1-16,4 0 0 15,-4-1 1-15,2 0-1 16,0 1 0-16,-1 0 1 16,0 1-1-16,-1 1 0 15,-1 1 1-15,2 1-1 0,-1-2 1 16,1 3-1-16,2-1 0 16,-1 0 1-16,0 0-1 15,0 1 0-15,0-2 0 16,0 0 0-16,5 0 1 15,-2 0-1-15,1-1-1 16,1 0 2-16,2 1-1 0,-1-3 1 16,-1 2-1-16,0-2 2 15,-3 2-2-15,0-2 2 16,0 1 1-16,0-2 1 16,-1 2 0-16,-2 1-2 0,2-2-1 15,1 2 0-15,-2-2 1 16,0 2-1-16,-2 0 2 15,1 0-2-15,-1 2 1 16,4-2-1-16,4 2 0 16,1-2 0-16,1 3 0 0,4-1-1 15,-2-2 1-15,1 3 0 16,-2-2-1-16,-4 0 1 16,-3 0-1-16,1 1 0 15,0 0 0-15,-5-1 0 16,3 3 0-16,-2 0 1 15,-2 0-1-15,2-1 0 0,-5 1 0 16,-1 0 0-16,-1 0 0 16,-2 0 1-16,1 0-1 15,-6 1-1-15,-1 4 2 16,-1 1-1-16,0 2 0 0,-5 1 0 16,2 0 0-16,1 1 0 15,2 3-1-15,-1-1 2 16,1 3-2-16,0-1 1 15,0 3 1-15,-1 4-2 16,0-2 1-16,-1 2 0 0,-3 3 0 16,0 2-2-16,-4 2 2 15,-3 2-2-15,-5 2 1 16,0 1-1-16,-6 2 2 16,-4 1-1-16,0 1-1 15,-4 2 1-15,-3-1 1 0,-1 7 0 16,-3-1 0-16,-2 3 1 15,-6 1-2-15,-1 2 1 16,-7-2 4-16,0 4-3 16,-6-1 1-16,-7 2 1 15,-6 0-1-15,-5-2 0 16,-3-1-2-16,-5-4-1 0,-7-2-1 16,-4-6 3-16,-6-1-4 15,-6-3 3-15,-5 0 0 16,-5-3 0-16,-6-1 1 15,-7-3 0-15,-5 0-2 0,-6-4 3 16,-9-2-1-16,-10-2 0 16,-6-2-1-16,-5-3 3 15,-8-3-3-15,-9 1-1 16,-5-2-1-16,-6-2-2 16,-5 0 0-16,-4-2 3 15,-6 2 1-15,-1 1-1 0,1-1 1 16,-1 4 1-16,3 1-1 15,3 7-1-15,8 0-5 16,13-3-47-16,7-3-52 16</inkml:trace>
  <inkml:trace contextRef="#ctx0" brushRef="#br0" timeOffset="47536.99">18002 2930 234 0,'-4'-13'-54'0,"0"-3"63"0,-2 6 3 16,2 0-3-1,-1 3-8-15,-4 0 0 0,-4 0 5 16,1 3-6-16,-3-2 1 16,-1 4-3-16,-6-2 2 15,1 1 1-15,-4 1-2 16,-3 0-5-16,-3 2 7 0,-3 0-2 15,-6 0-1-15,-2 0 3 16,-6 0 0-16,-5 0-1 16,-3 0-1-16,-6 2 0 15,1 3 1-15,-3 1 1 16,1 4 0-16,-4 1-1 0,-3 2 0 16,-2 1 0-16,-4 2 0 15,-5 2-2-15,-5 1 1 16,-3 2-1-16,-3 3 1 15,-6 2 1-15,-1 2 0 16,-3 2 0-16,3 1-1 0,-3 2 1 16,3 0 0-16,6-1 0 15,5 2-1-15,3 1 1 16,5 3 0-16,6-1-1 16,3 4 0-16,1 0 1 0,5 2 0 15,3 0 0-15,6-1-1 16,4-1 1-16,7-1-2 15,4-2 2-15,6 2 0 16,5 0-2-16,5-2-1 16,4 0 3-16,6-2-1 15,3 1 0-15,4-3-3 0,5 0 0 16,3-3 4-16,0 2 1 16,7 0-1-16,7-2 1 15,3 3-2-15,6-4-1 16,8-2 4-16,3-2-2 15,7-2 0-15,5-4 1 0,4-2 1 16,1-2-2-16,5-2 0 16,1-1 2-16,6-4-1 15,0 0 0-15,4-2 1 16,7-1 0-16,1-3-1 16,6 1 1-16,3-1-2 15,4-3 2-15,2 0-2 0,3 0 1 16,-3 0 0-16,2-3 2 15,1-1 1-15,-1-3 1 16,1 2 2-16,0-3-2 16,3 1 0-16,2 0-1 15,-2-2 1-15,1 1-2 0,2-2 1 16,2 0-1-16,2 1-1 16,0 0-1-16,2 0 0 15,-2-1 0-15,-3 0-1 16,0 3 2-16,4-1-2 15,-2 0 2-15,3 1 0 0,5 2 1 16,3-1-3-16,1 0 0 16,5 2 1-16,4 0-1 15,-2-2 1-15,4 2-1 16,-2-2 1-16,0 2 0 16,0-1-1-16,-2 1 0 0,2-1 0 15,-1 1 0-15,1 1 1 16,1-1-1-16,1 3 0 15,4-1 0-15,-2 1 0 16,-3 0 0-16,1 1 0 16,-2 0 0-16,-5 0 0 0,0 0 0 15,-2 0 0-15,0 0 0 16,-3 0 1-16,-1 0-1 16,1 0-1-16,-1 0 2 15,-3 0-1-15,-1 0 0 16,2-4 1-16,-5 1-1 0,-3-3 0 15,-4 2 1-15,1-3-1 16,-3 1 0-16,0-1 2 16,0 1-1-16,1-1 1 15,-5 0-1-15,-2-3 0 16,-2 0 1-16,-4-1-2 0,-1-2 1 16,-4 0 0-16,-3-4 1 15,-4 0 4-15,-5 0 1 16,-5 0 0-16,-5-3-1 15,-5-1-4-15,-8 1 1 16,-4-4-1-16,-6 0 0 0,-6-3 0 16,-4 0 2-16,-7-2 1 15,-3 1-2-15,-2 0-1 16,-9-1-2-16,-1 2-2 16,-2-3 7-16,-3 1 4 15,-9-4-6-15,-3 2 0 0,-6-3-2 16,-2 0 3-16,-6-2-4 15,-5 4 0-15,-4 0-2 16,-4 2 2-16,-6 2-2 16,-5 2 1-16,-8-1-1 15,-2 4-2-15,-6 1 3 0,-2-1-6 16,-5 2 5-16,-3 2-1 16,-3-2-9-16,-4 0 8 15,-2 1 2-15,-4 0 1 16,-2 0 3-16,1 3-3 15,-4 0 2-15,3 1 0 16,-1 1 0-16,1 4-1 0,-1-1 0 16,-1 5 1-16,-3-3-4 15,1 3 3-15,-2 0 2 16,0 2-2-16,0 0 0 16,-1 3 1-16,-5 0-1 15,-1 2 0-15,-3 0-1 0,-1 0 1 16,-2 0 0-16,2 0 0 15,-4 2 0-15,1 0 0 16,0 2 0-16,-1-2 0 16,2 0 1-16,-3 1-2 0,1-1 1 15,-5 1 0-15,2-2 0 16,-1 3 1-16,-4-1-1 16,0 0 0-16,-2 1 1 15,-5-1-2-15,2 1 1 16,-3 3 1-16,1-2-1 0,-5 0 0 15,0 2 1-15,3 1-2 16,-1-1 2-16,4 0-1 16,-1 1 0-16,4-1 0 15,1 1 0-15,3 1 1 16,4 0-2-16,2 1 2 16,5 1-1-16,-1 6-1 0,1 2 0 15,0-1-22-15,-1-5-127 16</inkml:trace>
  <inkml:trace contextRef="#ctx0" brushRef="#br0" timeOffset="52967.58">23149 5152 9 0,'0'2'5'0,"0"2"10"0,1 0-2 0,2 0-6 16,-1 2-6-16,0-2 1 16,1 2-1-16,-1-1-1 0,2 0 1 15,-1 1 1-15,2-2-2 16,-2-1 0-16,2 1-2 15,-2 0 4-15,1-1 0 16,0 1 2-16,0-2-3 16,2-1 3-16,0-1 2 15,-2 0-1-15,2 0 1 0,1 0-1 16,3-6 5-16,0-7-1 16,3-5 0-16,4-5 2 15,3-5-1-15,5-9 1 16,6-8 1-16,7-8 11 15,6-5-1-15,9-5-3 0,13-5-10 16,6-4-4-16,6-5-3 16,-4-4-60-16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43:52.8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2378 6641 2 0,'0'0'9'0,"0"0"6"0,0 0-3 0,0 0 4 0,0 0-3 15,0 0-3-15,0 0-2 16,0 0-2-16,0 0 3 16,0 0-3-16,0 0 0 15,18 8-1-15,-13-8 3 16,1 0 4-16,4-8 9 0,7-8 11 16,10-12-7-16,11-13-12 15,11-15-3-15,16-9-6 16,10-9-1-16,11-9-3 15,-3-6-94-15</inkml:trace>
  <inkml:trace contextRef="#ctx0" brushRef="#br0" timeOffset="569.91">4993 6593 96 0,'0'0'11'0,"0"0"-1"0,0 0-21 0,0 0 14 16,0 0-2-16,0 0 0 0,0 0 2 15,0 0 3-15,0 0 2 16,43 19 2-16,-27-22 11 16,10-18 9-16,10-17-5 15,14-19-5-15,18-14-14 16,16-13 1-16,10-18-3 16,1-3-72-16</inkml:trace>
  <inkml:trace contextRef="#ctx0" brushRef="#br0" timeOffset="986.02">7750 6629 50 0</inkml:trace>
  <inkml:trace contextRef="#ctx0" brushRef="#br0" timeOffset="1118.77">7750 6629 3 0,'-53'36'20'0,"49"-35"6"16,0-1 4-16,2 2 0 15,2-2-3-15,0 0-17 16,0 0-15-16,0 0 2 0,0 0 11 16,9-10 17-16,13-12 21 15,10-12-22-15,14-14-18 16,12-16 0-16,9-10-4 15,3-10-106-15</inkml:trace>
  <inkml:trace contextRef="#ctx0" brushRef="#br0" timeOffset="1561.78">9944 6639 139 0,'0'0'19'0,"0"0"18"0,0 0-11 16,0 0-16-16,0 0 4 16,36-61-2-16,-1 21-10 15,11-10 3-15,11-10-2 0,4-7-32 16,1-8-149-16</inkml:trace>
  <inkml:trace contextRef="#ctx0" brushRef="#br0" timeOffset="2078.52">12568 6664 170 0,'0'0'19'0,"0"0"23"0,0 0-5 0,0 0-27 15,0 0-8-15,0 0-1 16,49-62 0-16,-7 25 3 16,10-14-2-16,4-10-86 15</inkml:trace>
  <inkml:trace contextRef="#ctx0" brushRef="#br0" timeOffset="2654.7">14966 6622 121 0,'0'0'19'0,"0"0"15"0,0 0-18 0,0 0-13 0,0 0-3 16,0 0-1-16,0 0 0 15,0 0 3-15,0 0 8 16,0 0 11-16,-3 6 2 15,22-20-11-15,10-9-6 16,13-7-2-16,12-14 2 16,11-13-39-16,1-8-106 0</inkml:trace>
  <inkml:trace contextRef="#ctx0" brushRef="#br0" timeOffset="3211.02">16879 6402 20 0,'0'0'7'0,"0"0"18"0,0 0 4 0,0 0-4 0,0 0-2 16,0 0 3-16,0 0-2 15,0 0 6-15,0 0-10 16,0 0-2-16,14-10-6 0,-9 2-3 16,5-5-3-16,6-6-3 15,8-5-2-15,13-7 0 16,11-9 1-16,8-14-19 16,5-15-119-16</inkml:trace>
  <inkml:trace contextRef="#ctx0" brushRef="#br0" timeOffset="5464.18">1663 9792 9 0,'0'0'69'0,"0"0"-63"0,0 0 7 16,0 0-3-16,0 0-5 15,0 0-3-15,0 0 3 16,0 0-1-16,0 0 2 16,0 0 0-16,0 0-1 15,0 0-1-15,0 0-6 0,-23 3 2 16,23 1 0-16,0 3 2 15,0 1-4-15,6 1 2 16,0-1 0-16,1 0 0 16,-1-2-1-16,3-2 0 15,3-4-1-15,1 0 0 0,7-17 6 16,9-8 16-16,9-14-10 16,9-8-4-16,6-12-3 15,4-14-49-15</inkml:trace>
  <inkml:trace contextRef="#ctx0" brushRef="#br0" timeOffset="6367.53">4251 9669 108 0,'0'0'13'0,"0"0"10"0,0 0 21 15,0 0-13-15,0 0-14 0,0 0-5 16,0 0-6-16,0 0-6 16,0 0 3-16,0 0 2 15,65-50-2-15,-18 13-4 16,7-10 3-16,9-10-18 15,3-8-89-15</inkml:trace>
  <inkml:trace contextRef="#ctx0" brushRef="#br0" timeOffset="6979.18">6951 9598 91 0,'0'0'9'0,"0"0"16"0,0 0-2 0,0 0-4 16,0 0-3-16,0 0-13 16,0 0-2-16,0 0 0 15,0 0 1-15,0 0-3 16,0 0-1-16,61 15 3 16,-25-36 0-16,13-13 6 0,11-16-5 15,14-11 2-15,3-10-30 16,8-10-79-16</inkml:trace>
  <inkml:trace contextRef="#ctx0" brushRef="#br0" timeOffset="7699.76">9421 9657 147 0,'0'0'-30'0,"0"0"39"0,0 0 0 16,-7 46 2-16,5-32-2 15,2-3 4-15,0-1 2 16,3-4-7-16,9-6 0 16,7-4 5-16,12-19 3 15,9-12-3-15,16-14-5 0,9-9-3 16,13-10-3-16,5-8-45 16,2-4-89-16</inkml:trace>
  <inkml:trace contextRef="#ctx0" brushRef="#br0" timeOffset="8351.58">11709 9707 76 0,'0'0'9'0,"0"0"19"0,0 0-8 16,0 0-12-16,0 0 2 16,-11 43-4-16,12-38-2 15,9-5 1-15,4 0 15 0,11-13 9 16,9-15-3-16,10-10-9 16,14-10-8-16,11-11-5 15,12-7-1-15,4-5-35 16,2-5-90-16</inkml:trace>
  <inkml:trace contextRef="#ctx0" brushRef="#br0" timeOffset="9022.53">14278 9611 146 0,'0'0'-29'0,"0"0"36"0,-27 49 3 0,21-33 4 16,3 1-3-16,0-5-2 15,3-4-1-15,0-4-1 16,12-4-5-16,10-12 9 15,14-13 18-15,11-12-12 16,13-11-12-16,12-12-23 0,2-6-109 16</inkml:trace>
  <inkml:trace contextRef="#ctx0" brushRef="#br0" timeOffset="9683.75">16471 9674 92 0,'0'0'7'0,"0"0"5"0,0 0-2 0,0 0-5 16,0 0-2-16,0 0-3 16,0 0 1-16,0 0 2 15,0 0-2-15,0 0 4 16,-11-7 5-16,10 7 0 16,1 0-6-16,-1 0 1 15,1 2 0-15,0 3 0 0,0 1 1 16,0-2-1-16,0 1 4 15,2-4-3-15,9-1 2 16,7-9 5-16,10-15 10 16,19-17-9-16,11-14-5 15,16-16-4-15,15-12-1 0,2-14-25 16,2-13-207-16</inkml:trace>
  <inkml:trace contextRef="#ctx0" brushRef="#br0" timeOffset="19144.78">2242 6607 145 0,'0'0'-1'0,"0"0"2"0,0 0-1 0,0 0 0 0,45-46-3 16,-27 29-10-16,0-3-32 16</inkml:trace>
  <inkml:trace contextRef="#ctx0" brushRef="#br0" timeOffset="19706.52">5011 6628 114 0,'0'0'6'0,"0"0"32"0,0 0-10 16,0 0-19-16,0 0-11 16,0 0-5-16,44-40-50 15</inkml:trace>
  <inkml:trace contextRef="#ctx0" brushRef="#br0" timeOffset="20170.54">7571 6725 114 0,'0'0'5'0,"0"0"-7"0,0 0 2 0,0 0 0 16,0 0 0-16,0 0-1 15,0 0-19-15,0 0-14 0</inkml:trace>
  <inkml:trace contextRef="#ctx0" brushRef="#br0" timeOffset="20696.28">10825 6876 201 0,'0'0'-49'0,"0"0"47"0,0 0-36 0</inkml:trace>
  <inkml:trace contextRef="#ctx0" brushRef="#br0" timeOffset="21159.51">13091 6911 216 0,'0'0'-24'0,"0"0"33"0,0 0-4 0,0 0-22 0,0 0-18 16,0 0-6-16,0 0-70 15</inkml:trace>
  <inkml:trace contextRef="#ctx0" brushRef="#br0" timeOffset="21450.75">15147 6731 243 0,'0'0'-29'0,"0"0"8"16,0 0-43-16</inkml:trace>
  <inkml:trace contextRef="#ctx0" brushRef="#br0" timeOffset="24680.77">22328 10775 22 0,'0'0'-7'0,"-2"1"-8"0</inkml:trace>
  <inkml:trace contextRef="#ctx0" brushRef="#br0" timeOffset="24760.26">22328 10775 50 0,'-8'10'3'16,"8"-10"-27"-16</inkml:trace>
  <inkml:trace contextRef="#ctx0" brushRef="#br0" timeOffset="25244.94">22328 10785 17 0,'0'0'94'15,"0"0"-65"-15,0 0 1 16,0 0-20-16,0 0-7 15,0 0-2-15,0 0 0 0,0-17 1 16,0 14 3-16,0 3 11 16,0-1 0-16,0 0-3 15,0 1-7-15,0 0-6 16,0 0-1-16,0 0-1 16,0 0 2-16,2 2 1 15,1 4-2-15,-1-2 2 0,1-1-2 16,1 1 2-16,-1 1-1 15,1-3 0-15,0 1 0 16,1 1 0-16,0-1-1 16,3-1 1-16,-2-1 0 15,1 0 0-15,-2-1 0 0,3 0 0 16,-2 0 0-16,2 0 0 16,1-2 0-16,4-6 1 15,1-1-1-15,6-2 0 16,0-4 2-16,4-1-2 15,2-2 0-15,5-2 1 16,0-3 0-16,3-1 2 0,1-3 0 16,1 2 2-16,2-4 0 15,-3 4-2-15,0-1-1 16,-1 5-2-16,-2 2 1 16,-2 5-1-16,-6 6 1 15,-4 2-2-15,-4 3-2 0,-4 3-10 16,-2 0-15-16,-9 3-24 15,-1 3-13-15</inkml:trace>
  <inkml:trace contextRef="#ctx0" brushRef="#br0" timeOffset="25917">22328 10779 15 0,'0'0'12'0,"0"0"2"0,0 0 9 0,0 0-16 15,0 0-7-15,0 0 2 16,0 0 1-16,0 0 3 15,0 0-3-15,0 0-1 0,0 0 1 16,0 0-1-16,0 0 1 16,16 39 1-16,-12-38-1 15,5-1 6-15,-1 0 12 16,5 0-4-16,4-5-1 16,4-8 1-16,4-3-7 15,6-4-3-15,6-3-2 0,4-4 2 16,4 0 0-16,-1 1 4 15,5-2-2-15,-6 4-6 16,0-1-2-16,-2 2-4 16,-5 3-47-16,-5 1-47 0</inkml:trace>
  <inkml:trace contextRef="#ctx0" brushRef="#br0" timeOffset="34454.69">557 7565 39 0,'0'0'5'0,"0"0"3"0,0 0 4 0,0 0-3 15,0 0 0-15,0 0-1 16,0 0-6-16,0 0 1 0,0 0 1 15,0 0 4-15,0 0-1 16,0 0-6-16,0 0-1 16,0 0 0-16,-2 7 0 15,2 3 1-15,0 2-1 16,0 0-1-16,0-3 1 16,6 4 0-16,-2-5 1 0,2 2-1 15,-2-4 0-15,0-2 0 16,3-1 0-16,-3 0 1 15,1-3-1-15,4 0 2 16,-2-3 4-16,3-8 10 16,7-9 8-16,5-9-9 15,6-12-3-15,9-7-3 0,11-12-1 16,17-11-1-16,10-11-6 16,10-12-8-16,5-12-134 15</inkml:trace>
  <inkml:trace contextRef="#ctx0" brushRef="#br0" timeOffset="44512.48">2396 6751 22 0,'0'0'-18'0</inkml:trace>
  <inkml:trace contextRef="#ctx0" brushRef="#br0" timeOffset="54316.73">1684 9876 16 0,'0'0'0'15,"0"0"12"-15,0 0 0 16,0 0-4-16,0 0-5 16,0 0-3-16,0 0-9 15,0 0-12-15,0 0 7 0,0 0 13 16,-25-33 2-16,25 29 0 16</inkml:trace>
  <inkml:trace contextRef="#ctx0" brushRef="#br0" timeOffset="54678.45">1659 9821 71 0,'0'0'6'0,"0"0"5"0,0 0-4 0,0 0-1 16,0 0-4-16,0 0-1 0,0 0-1 15,0 0 3-15,-4-19-7 16,4 16 4-16,2-1 0 15,2 3 0-15,-2-1 0 16,2 2-2-16,1 0 2 16,0 2-2-16,1 6 2 0,1 1 1 15,-1-1-1-15,-1 1 0 16,4-1 0-16,-4-2 1 16,1-3-1-16,-1-3 2 15,3 0 4-15,0-1 4 16,1-11 16-16,5-6-5 0,5-6-7 15,3-5-5-15,5-8-5 16,2-3-1-16,5-4 0 16,8-3-1-16,0-7 1 15,4-5-12-15,-4-5-111 16</inkml:trace>
  <inkml:trace contextRef="#ctx0" brushRef="#br0" timeOffset="55419.51">3932 9633 60 0,'0'0'6'0,"0"0"-5"0,0 0 3 15,0 0 1-15,0 0 0 0,0 0-2 16,0 0-2-16,0 0 2 16,0 0 1-16,0 0 0 15,0 0-1-15,0 0-1 16,38 12-2-16,-29-5 1 16,4 1-2-16,0-1 1 0,1-2 1 15,1-1-1-15,0-4 1 16,4 0 0-16,3-9 8 15,5-9 11-15,5-9 5 16,5-7-8-16,11-9-10 16,7-7-3-16,5-5-1 15,5-7-1-15,3-5-36 0</inkml:trace>
  <inkml:trace contextRef="#ctx0" brushRef="#br0" timeOffset="55990.79">6795 9528 8 0,'0'0'5'0,"0"0"-1"0,0 0 14 0,0 0-11 0,0 0 2 15,0 0-4-15,0 0-1 16,0 0 10-16,0 0-7 15,0 0 0-15,-2 7 4 16,2-2-2-16,-2-1-5 0,2 1-2 16,0 1 0-16,0-1-1 15,4-3-2-15,3-2 6 16,6 0-1-16,7-4 11 16,9-14 8-16,11-8-8 15,9-8-8-15,12-9-4 0,12-5-1 16,8-8-7-16,7-5-58 15</inkml:trace>
  <inkml:trace contextRef="#ctx0" brushRef="#br0" timeOffset="56515.3">9375 9687 1 0,'0'0'13'0,"0"0"1"0,0 0 10 0,-37-4-3 16,30 4 1-16,1-2 0 16,-1 1 8-16,3 0-1 15,1 0-5-15,1 1-3 16,2 0-13-16,0 0-12 16,0 0-4-16,5-2 3 0,8-3 5 15,6-4 4-15,12-4 8 16,8-10-8-16,15-4 1 15,11-10-2-15,7-5-2 16,11-7-49-16,6-7-70 16</inkml:trace>
  <inkml:trace contextRef="#ctx0" brushRef="#br0" timeOffset="57070.53">11842 9845 61 0,'0'0'22'0,"0"0"-6"0,0 0 13 0,0 0 18 16,0 0-29-16,0 0-8 0,0 0 10 16,0 0-3-16,38-46-4 15,-5 19-9-15,11-5-2 16,10-3 3-16,7-7-5 16,3-2-96-16</inkml:trace>
  <inkml:trace contextRef="#ctx0" brushRef="#br0" timeOffset="57791.58">14443 9749 74 0,'0'0'5'0,"0"0"8"0,0 0-6 0,0 0-4 0,0 0 1 16,0 0-1-16,0 0 0 16,0 0-2-16,0 0-1 15,0 0 0-15,0 0 0 16,2 6-3-16,14-10 7 0,4-9 8 15,9-4 3-15,10-7-3 16,9-3-6-16,8-4-2 16,9-2 0-16,0-4-5 15,0-4-61-15</inkml:trace>
  <inkml:trace contextRef="#ctx0" brushRef="#br0" timeOffset="58964.87">16508 9738 61 0,'3'0'16'0,"3"-7"6"0,4-3-5 0,2-1 4 16,2-3 5-16,-1-2-9 15,4-1-10-15,2-1-4 16,3-1-1-16,4-1-1 0,3-4 2 16,4-1-3-16,1-4-26 15,3-9-49-15</inkml:trace>
  <inkml:trace contextRef="#ctx0" brushRef="#br0" timeOffset="122389.6">11120 9547 99 0,'0'0'5'15,"0"0"4"-15,0 0-1 0,0 0-4 0,1 0-1 16,1 0-2-16,3 0 3 16,0-2-2-16,2 2-1 15,0 0-1-15,3-1-1 0,0 1 2 16,-1 0-1-16,2 0-1 15,4 0 2-15,-1 0-1 16,6 0 0-16,2 0 0 16,5 0 0-16,0 0-1 15,9 0 1-15,-1 0 1 0,4 1-2 16,2 1 1-16,3 0 0 16,2-2-2-16,2 0 2 15,2 0 4-15,0 0-2 16,5 0 1-16,4-4 0 15,-1 3-3-15,3-1 0 0,3 0 0 16,1 1 1-16,2 0-2 16,2-2 1-16,0 0 1 15,3-1-1-15,-1 1 0 16,-2-1 1-16,1 0-2 16,-5-1 1-16,-2 1 0 0,-1 1 0 15,-4-2 0-15,-1 2 1 16,-4-1-1-16,1 1 0 15,-3 1 1-15,-4 1 0 16,2-1 2-16,-3 2 0 16,-1 0 1-16,0 0-1 15,0 0-3-15,-1 7 1 0,-4 1-1 16,-3 0 0-16,-3 1 0 16,-2-4 0-16,-2 1 0 15,-5-3 2-15,-1-2-2 16,1-1 0-16,-1 0 0 15,-2 0 0-15,0 0 10 0,-2 0 13 16,4-4 2-16,0-2-6 16,0 1-9-16,3-1-6 15,-2 2-2-15,6 0-2 16,-2 1 1-16,-2 1-1 16,4 1-1-16,-1 1 4 15,-1 0-5-15,2 0 4 0,2 0-2 16,1 0 0-16,1 0 0 15,1 0 1-15,0 0-1 16,4 0 2-16,-2 0-1 16,2 0 1-16,3-2-1 0,-1 1 1 15,3-1 0-15,2 0-2 16,-1 2 2-16,0 0-2 16,0 0 0-16,-1 0 1 15,-2 2-1-15,0 0 0 16,1-1 0-16,1 1 0 0,-1-1 0 15,-2 1 0-15,2-1 1 16,-3 3-2-16,0-2 1 16,-1 2 0-16,-2 0 0 15,2-1 0-15,-4 0-1 16,4 0 2-16,-1-2-1 0,0 2 0 16,2 0 0-16,1 0 0 15,-2 1 0-15,1 0-4 16,1-1 0-16,0 1 2 15,1-2 2-15,-1-2 0 16,4 0 0-16,2 0 0 16,4 0 1-16,-3 0-2 0,7 0 1 15,0 0 0-15,0 0-1 16,2 0 1-16,0 0 0 16,0 0 0-16,0 0 0 15,2 0 0-15,0 1 0 16,1 3 0-16,2 1 0 0,4-1 0 15,0 2 0-15,4-2 0 16,0-3 0-16,6-1 1 16,-3 0 0-16,4 0 0 15,-4 0 1-15,4-4 0 16,-2 0 1-16,3 1-2 0,0 0-1 16,-4 2 0-16,2 0 0 15,-1 1-3-15,-2 0 1 16,-5 0-6-16,-1 0-6 15,-7 0-3-15,-6 1-14 16,-6 0-30-16,-12-1-37 0</inkml:trace>
  <inkml:trace contextRef="#ctx0" brushRef="#br0" timeOffset="124389.07">17092 8727 38 0,'6'-3'4'0,"-2"-1"-2"0,3-2 0 0,-2 3-1 16,-1 2-1-16,-2-3 1 16,-1 2 13-16,-1-1 12 0,0 2 12 15,0-2-31-15,0 2-1 16,0-1 1-16,0 1-4 16,0 1 0-16,0-1 0 15,0 1 3-15,0 0-5 16,0 0-1-16,0 0 0 0,0 0-1 15,0 0 2-15,2 3 0 16,5-1 1-16,1 1 1 16,0-2 2-16,2-1-2 15,2 0 1-15,1-4 5 16,5-10 3-16,2-2-4 0,11-8-1 16,3-3-5-16,8-4 6 15,5-3-5-15,1-3-1 16,4-1-2-16,2-1 1 15,0-2-1-15,-3 1-9 16,-2 3-57-16,-5-1-42 0</inkml:trace>
  <inkml:trace contextRef="#ctx0" brushRef="#br0" timeOffset="125104.99">17613 9505 59 0,'0'0'62'0,"0"0"-51"0,0 0 22 15,0 0-7-15,0 0-18 16,0 0-11-16,0 0 6 16,0 0-3-16,0 0 2 0,0 0-1 15,47-10 0-15,-26 9 0 16,2-3-1-16,2 2-1 16,6-1 1-16,0-2-12 15,3-1-19-15,-1-4-14 16,-4-3-70-16</inkml:trace>
  <inkml:trace contextRef="#ctx0" brushRef="#br0" timeOffset="125961.46">14731 8737 66 0,'0'0'0'0,"0"0"3"0,0 0-2 0,0 0 0 15,0 0-1-15,0 0 1 16,0 0 0-16,0 0 5 15,0 0 6-15,0 0 5 16,0 0-3-16,0 0-2 16,39 17 3-16,-8-37-2 15,4-7-1-15,10-6-4 0,7-6-2 16,10-7-3-16,5-1-2 16,5-5-1-16,-1-1-5 15,-4-3-47-15</inkml:trace>
  <inkml:trace contextRef="#ctx0" brushRef="#br0" timeOffset="126995.44">12703 8754 33 0,'0'0'5'15,"0"0"8"-15,0 0-1 0,0 0 1 0,0 0-1 16,0 0-3-16,0 0 2 15,0 0-2-15,0 0-1 0,40 4 0 16,-34-8-1-16,0-2 2 16,4-2 0-16,-3-5 8 15,4-1 6-15,7-7-7 16,6-7-2-16,6-7-6 16,9-5-4-16,12-5-2 0,7-6-1 15,7-7-1-15,8-3-4 16,4-5-35-16,-1 0-44 15</inkml:trace>
  <inkml:trace contextRef="#ctx0" brushRef="#br0" timeOffset="145603.32">4937 14662 124 0,'3'0'4'0,"-3"0"0"0,0 0-2 0,0 0 5 0,2 0-1 16,-2 0 0-16,0 0 0 15,0 0-5-15,0 0 0 16,0 0 0-16,0 0 5 0,0 0 5 16,0 0 0-16,0 0 0 15,0 0-4-15,0 0-3 16,1 0-1-16,-1 0-3 15,4 0-1-15,-2 0 0 16,4 0 1-16,1 0 0 0,2 0 0 16,2 0-1-16,2 0 2 15,4-4 1-15,5 0 1 16,2-2 2-16,3 3-3 16,2 0-1-16,4 2-1 0,-2 1 1 15,5 0-1-15,1 4 1 16,1 2-1-16,2-2 0 15,5 3 0-15,1 0 0 16,6 0 0-16,-2 3 1 16,6-1 1-16,5 1-2 15,-1 1 0-15,5-1 0 0,0 0 0 16,3-1 0-16,-2-2 1 16,2-2-1-16,2-3 2 15,1-1-1-15,0-1 3 16,0 0 1-16,0 0 0 15,6 0-2-15,-4 0-2 16,1 0 0-16,2 0 2 0,3 0 4 16,-1-4-2-16,2-2 1 15,1 1-3-15,3-1-2 16,-1-3 0-16,0 0-1 16,-5-3 0-16,-2-3 1 0,-2-4 0 15,-5-1 2-15,-5-1 9 16,-1 2 1-16,-7 0-2 15,0 4-2-15,-4 2-5 16,-7 4 0-16,1 3-3 16,-7 3-1-16,0 3 1 15,-7 0 0-15,-1 1-1 0,-4 7 0 16,-6 1 0-16,-2 0 0 16,-3 1-1-16,-5 4-2 15,-7 0-13-15,-4-2-35 16,-13-11-83-16</inkml:trace>
  <inkml:trace contextRef="#ctx0" brushRef="#br0" timeOffset="146462.37">9179 14755 102 0,'0'0'12'0,"-2"0"-5"0,2 0-5 0,0 0 0 0,0 0-2 16,0 0-4-16,0 0-10 16,0 0 3-16,0-3 0 15,0-3-64-15</inkml:trace>
  <inkml:trace contextRef="#ctx0" brushRef="#br0" timeOffset="147119.59">9179 14755 119 0,'15'-39'16'15,"-11"39"-22"-15,2 0 6 16,3 2 4-16,5 3-1 0,1 0 2 16,3 0 3-16,5-2-5 15,-1 2 3-15,5-3 3 16,2-2 7-16,2 0-3 15,2 0-6-15,0 0-4 16,3 0 0-16,1 0 0 16,-1 0 0-16,3 0 1 0,1 0 6 15,3 3 2-15,-1-2-6 16,6 0-4-16,-2-1 0 16,6 0-1-16,0 0 0 15,-1 0 1-15,2 0 1 16,1-1 0-16,-1-1 0 0,1 2 1 15,2 0-1-15,2 0-2 16,-1 0 1-16,3 2-1 16,2 1 0-16,1 1-1 15,2-4 0-15,2 0 0 16,1 0-2-16,4-2 4 0,2-3 1 16,-1 1-2-16,4 0 1 15,-2 1-2-15,6 3 1 16,-1-2-2-16,3 0-1 15,0-1 1-15,0-1 1 16,0-2 0-16,1-2 1 0,0-1-1 16,-2 1 3-16,1-2 5 15,0 2 3-15,-3 0-3 16,0 2 0-16,-5-1-5 16,2 4-1-16,-7-1 0 15,-2 0 0-15,-3-1 1 16,-4 0-3-16,-4 1 5 0,-4-2 1 15,-4 0 0-15,-7-1 0 16,-2 0 0-16,-7 1-4 16,-2-1 1-16,-5 2 2 15,-4 0-4-15,-7 1 1 0,-3 3-2 16,-6-1 2-16,1 1-2 16,-5 1-2-16,-2-1-7 15,2 1-7-15,-2 0-6 16,0-2-6-16,0-2-32 15,0-5-69-15</inkml:trace>
  <inkml:trace contextRef="#ctx0" brushRef="#br0" timeOffset="149125.25">13681 14818 185 0,'0'0'-8'0,"0"0"13"0,0 0 5 0,0 0-4 15,0 0-2-15,0 0 7 16,0 0 4-16,0 0-8 16,0 0-5-16,0 0 6 0,0 0-4 15,22-31-4-15,-6 28 1 16,-2 1 1-16,5 0 0 16,3 1 0-16,5 1 1 15,3 0 0-15,10 0-1 16,1 0-2-16,9-2 0 15,6 1 0-15,2 0 1 0,7-1-1 16,2 2 0-16,7 0 0 16,0 0 1-16,5 0 0 15,8 0 7-15,6 0 3 16,6 0 1-16,7 0-7 16,7 0 1-16,7 0-5 0,3 0-1 15,3 4 0-15,2 1 1 16,2 0 0-16,-1 1-1 15,-2-2 0-15,0-1 3 16,-2-2 12-16,-6-1 1 0,-1 0 5 16,-7-1 8-16,-1-6-7 15,-8-3-11-15,-5 2-1 16,-7-1-7-16,-5 3-2 16,-8 1-2-16,-14 0-6 15,-5 3-25-15,-13 2-21 0,-15-1-7 16,-14-3-79-16</inkml:trace>
  <inkml:trace contextRef="#ctx0" brushRef="#br0" timeOffset="149657.92">15516 13766 103 0,'0'0'25'0,"0"0"-9"0,0 0 5 0,0 0 17 16,0 0-10-16,0 0-8 0,0 0-7 15,0 0-5-15,0 0 4 16,39 3-4-16,-16-21-2 15,6-7-3-15,9-9-7 16,6-10 5-16,11-7-14 16,10-11-25-16,9-7-52 0</inkml:trace>
  <inkml:trace contextRef="#ctx0" brushRef="#br0" timeOffset="150475.79">18062 14814 83 0,'0'0'4'0,"63"0"10"0,-25 0 12 0,6 0 2 15,7 0 7-15,3-4-12 0,5 1-14 16,5 0-7-16,5 0-1 16,2 3 0-16,4 0-1 15,3 0 0-15,5 0 0 16,1 3 1-16,3 4-1 15,5-2 2-15,5-1 16 16,5 0-7-16,2-1-5 0,7 1-4 16,3-2-1-16,2-1-1 15,1 1 1-15,-1-2 0 16,-3 0 0-16,-6 0 8 16,-10 0 6-16,-6 0-8 15,-12 0-9-15,-12 0-20 0,-13 1-76 16</inkml:trace>
  <inkml:trace contextRef="#ctx0" brushRef="#br0" timeOffset="166074">22307 14071 120 0,'0'0'-1'0,"0"0"1"0,0 0-5 0,-35-41-31 0</inkml:trace>
  <inkml:trace contextRef="#ctx0" brushRef="#br0" timeOffset="166908.13">22305 13887 101 0,'0'0'2'16,"0"0"8"-16,0 0 3 16,0-37 0-16,0 31 3 0,0-1 11 15,0 2-8-15,10 0-11 16,-1 1-7-16,4 2 2 16,5 1-4-16,-1 1 1 15,1 0 1-15,3 0-1 16,-5 9-1-16,2 3 1 15,-3 5-1-15,-1 2 0 0,-3 5 0 16,-2 4 0-16,-6 2-2 16,-3 4 2-16,0 2 1 15,-3 3 1-15,-8 1-1 16,-1 4 0-16,-1 5 0 16,0 1 0-16,2 2 1 0,-3 4 1 15,3 0 0-15,1 4-1 16,0-3 2-16,6 1-1 15,3 0 0-15,1-4-1 16,0-2 2-16,7-5 0 16,6-4 1-16,0-4-1 0,3-4 1 15,2-5-1-15,2-2-1 16,3-6 0-16,-5-4-2 16,0-2 1-16,-3-5-1 15,-3-6 1-15,-3-1-1 16,-5-2 3-16,-4-2-1 0,0 0 16 15,0 0 2-15,-2 0-19 16,-3 0 0-16,-2 0 0 16,0 0-1-16,0 5 0 15,1 6 0-15,-2 3 1 16,2 3-2-16,-2 7 0 0,3 2 2 16,-2 4-1-16,1 4 1 15,-2 3-1-15,2 5 0 16,-2 2 0-16,2 2 0 15,-1 3 0-15,2 0 0 16,3-2 0-16,-1 1 1 16,-1-1-1-16,2 1 0 0,-2-2 0 15,-1 2 0-15,-4-3 0 16,0 1 0-16,-4-2 0 16,-7-6-1-16,-3-1 1 15,-6-6 0-15,-6-4 1 16,-4-7-5-16,-10-2 10 0,-2-6 8 15,-6-1-6-15,-3-2-4 16,-3-2-3-16,-1-3-2 16,-1-1-14-16,1-3-55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46:50.9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3851 5005 27 0,'0'0'6'0,"61"-5"-1"0,-28 4 4 0,2-1 2 16,2 1-5-16,1-2 0 15,-1 2 1-15,2-1 1 0,1 1 1 16,0 0-1-16,0-1-1 16,5 2-2-16,0-1 0 15,2-2-3-15,0 1-1 16,6 1 0-16,1-3-1 16,-1 2 0-16,3 0 1 15,2 1-1-15,-1-1 0 16,3 0 0-16,-2-1 0 0,1-1 1 15,1 1-2-15,2 1 2 16,1 0-1-16,-1-2 0 16,5 1 0-16,0 0 0 15,2 0 0-15,0 3 0 16,3-1 0-16,-1 1 0 0,4 0 0 16,-2 0 0-16,-3 0 0 15,4 1 1-15,-1-1-1 16,1 3 0-16,4-3-1 15,0 0 2-15,2 0-1 16,4 0 0-16,3 0 0 0,-1-3 0 16,0-1 0-16,3 1 0 15,-1-1 1-15,1 1-1 16,-2 0 1-16,-2 1 1 16,4 0 3-16,0 0 2 0,-1 0 0 15,1 2-2-15,-1-2 0 16,3 1 1-16,-1-1-3 15,1 1 0-15,1-2 1 16,0 2-2-16,-1-1 3 16,1-2-1-16,-3 0-1 15,4 1 0-15,-1-1 0 0,-2 1-2 16,3-1-1-16,-1 2 0 16,-4-1 2-16,1 2-2 15,-4-2 0-15,2 2 1 16,0-1 1-16,-2 1 2 15,4-2 1-15,-1 0-2 0,3 0-1 16,-1 0-1-16,-1 0 0 16,1-2 0-16,0-1-1 15,3 2 0-15,-4-2 0 16,3 2 1-16,2 0-2 16,-5-2 2-16,0 2-1 0,1-2 0 15,1 2 0-15,-3 1 0 16,3 0 0-16,1-1 0 15,0 1 0-15,-1 0 0 16,1 0 2-16,0 1-2 16,1-1 0-16,1 1 0 0,-2-2 0 15,-2 4 1-15,3-1 1 16,-5-1 1-16,-1 2 1 16,-3 0 1-16,1 0-1 15,1 0-1-15,0 0 1 16,2 0-2-16,-2 0-1 0,4 0 1 15,-3 0-1-15,-1 0-1 16,1 0 0-16,2 0 1 16,-4 3-1-16,2-1 0 15,2 0 1-15,1 1-1 16,1 1 1-16,-1-2 0 0,-1-1-1 16,3 1 0-16,0-1 0 15,0 0 1-15,3 0-1 16,-1-1 0-16,4 0 1 15,-1 0 2-15,2 0 1 16,5 0 1-16,0 0 1 0,4-3-2 16,3-2 0-16,4 1-1 15,-1-2 0-15,0 2-1 16,4-2-1-16,-1 1 0 16,1 1 1-16,-3-1-2 15,2 2 1-15,-3-2-1 16,1 1 0-16,-4-2 0 0,-1 4 0 15,-1-3 1-15,-3 1-1 16,-6-1 0-16,-3 2 2 16,-4-1-1-16,-2 0 0 15,-5-2 1-15,-4 2-1 0,-7-2 1 16,-2 2 1-16,-8 0-1 16,-3 0-2-16,-8 1 2 15,-7 2-2-15,-3 1 1 16,-7 0-4-16,-9 1-13 15,-13-1-80-15</inkml:trace>
  <inkml:trace contextRef="#ctx0" brushRef="#br0" timeOffset="3452.66">4605 5302 151 0,'0'0'4'0,"0"0"7"0,0 0 0 0,0 0-3 15,-34-45-6-15,25 37-2 16,-2-1 1-16,-3 1-2 16,-5 3 1-16,-2 1-1 15,-4-1 1-15,-2 3 1 16,-4-1-2-16,-4 3 1 15,-1 0-1-15,-2 0-1 0,-2 7-6 16,-3 2-10-16,-4 5 1 16,-2 3 3-16,-3 4 2 15,-3 2 6-15,-1 2 1 16,0 0 5-16,4 3 3 0,-2-1-2 16,4 0 1-16,2 2 2 15,2-1 4-15,3 5-4 16,3 1-1-16,4 4-2 15,3 2 0-15,4 1-1 16,2 3 2-16,6 0-2 0,2 0 1 16,3-1-1-16,7-1 1 15,0-2-1-15,7 1 0 16,2-2 0-16,0-2 0 16,5-2 1-16,6-1-1 15,7-4 1-15,1 1-1 0,4-4 1 16,4 2-2-16,2-3 4 15,5-1 0-15,5 0 0 16,4-2-2-16,-1-2-1 16,6-1 2-16,0-2-2 15,2 1 0-15,4-2 0 16,-1-1 1-16,7 0-1 0,3-2 1 16,1 0-1-16,6 0 1 15,4-4-1-15,-1 0 0 16,4-3 0-16,-2-1 1 15,6-2-2-15,2-1 0 16,-1 0 0-16,3-3 1 0,1 0-1 16,7 0 1-16,-3 0 0 15,1 0 0-15,1 0 1 16,2 0-1-16,0 0 0 16,-3 0-1-16,1 0 2 0,0 0-2 15,-3 0 1-15,-3 0 0 16,2 0 0-16,1 0 1 15,-1 0-1-15,1 0 2 16,3 0 0-16,2 0 2 16,0 0 0-16,0 0 0 15,1 0-1-15,1 0 0 0,-2 0-1 16,0 0 0-16,0 0-1 16,3 3 0-16,-4-2 1 15,1-1-1-15,-2 0 1 16,2 0-1-16,-4 0 0 15,-1 0 0-15,-3 0 0 0,-1 0 0 16,-4 0-1-16,-3 0 1 16,-2 0 0-16,2 0 0 15,3 0 1-15,2 0 1 16,1 0 1-16,1 0-1 16,3-4 0-16,-1-2 0 0,-2 1-1 15,-3 0 1-15,3 0 0 16,-2 0 0-16,0 1 1 15,4-1-1-15,0 0-1 16,1-1 1-16,1-1 0 16,-2 3-1-16,2-1-1 0,-2 0 1 15,1-1-2-15,1-1 1 16,1 3 0-16,1-3-1 16,-1 0 0-16,1 0 2 15,-1 0-2-15,1-2 0 16,1 2 0-16,-1 1 1 0,1-1-2 15,2 0 2-15,0 0 0 16,0 1 1-16,-2 1-2 16,1 0 1-16,-1 1-1 15,0 1 0-15,0 2 0 16,1-2 0-16,-1 1 0 0,0 1 0 16,1-2 1-16,1 2-1 15,4-1 0-15,-2 0 1 16,2 2 0-16,4 0-1 15,0 0 0-15,1 0 1 16,3 2-1-16,2 0 1 16,2 2-2-16,-1-1 2 0,3 1-1 15,-1-1 0-15,-1 4 0 16,0-3 0-16,-1 1 2 16,1 1-2-16,1-1 1 15,2 1 1-15,0-1 1 16,1 0 0-16,0 2-2 0,2 1 1 15,2-2-1-15,2 4 0 16,3 1-1-16,0-1 0 16,2 0 0-16,2 0 1 15,-1 3-2-15,1-2 2 16,0 1-1-16,0 0 0 0,-1-3 0 16,4 4 0-16,-1-2 0 15,0-1 0-15,3 2 0 16,1-1 0-16,3 0 1 15,1-1-2-15,0-2 1 16,-1-2 0-16,1-3 0 0,0 1 0 16,-4-4 0-16,-1 0 0 15,0 0 1-15,-7-1-1 16,-1-9 0-16,-4 2 1 16,-5-4-2-16,-2-3 1 15,-5-4 0-15,-2-4 1 0,-4-4-2 16,-5-2 1-16,-5-6 0 15,-6-3-1-15,-6-2-1 16,-6 0 2-16,-8 1-2 16,-8 0 0-16,-10 1 0 15,-12-2 2-15,-9 2 2 0,-7 0-2 16,-8-1 0-16,-8 0 0 16,-3-1 0-16,-1 0 5 15,0 1-3-15,-3 1 2 16,-9 1-3-16,-1-4-1 15,-4 1-1-15,-4-1 1 0,0-1 0 16,-6 0 0-16,-2 1 0 16,-4 3-3-16,-1 2 2 15,-7 1-1-15,-1 2 0 16,-5 1 5-16,-1 0-6 16,-1 5 2-16,-3-2 5 15,-5 4-4-15,-2 0 0 0,-5 3 1 16,-2 1-1-16,-6 4 1 15,-1 0 1-15,-2 0-4 16,0 3 4-16,1-2-2 16,-6 3 0-16,3 1 1 0,-1-1 0 15,-3 0-1-15,-1 4-1 16,-3 0 2-16,0 0-1 16,0 2-1-16,2-2 1 15,-3 2 0-15,1 0 1 16,-1 0-1-16,-3 1 0 15,0 1 0-15,-5-1 1 0,-2 3-1 16,2-1 0-16,-2 1 0 16,1 0 1-16,0 2-2 15,-1-1 1-15,-1 1 1 16,-1-2-1-16,0 3 0 16,-1-1 0-16,-1 1 0 0,-4-2 0 15,-1 1 1-15,-1 1-2 16,-4-3 1-16,-1 2 1 15,-3-2-1-15,-1 0 0 16,1-3 0-16,-3 2 0 16,0-3 0-16,-1 1 1 0,1-1-1 15,-2 0 0-15,1 0 0 16,2 1 0-16,-4-1 1 16,1 0-1-16,1 0 0 15,-2 2 1-15,2-1-1 16,1-1 0-16,-2 2 0 0,0-2 0 15,-3 1 0-15,3 1 0 16,0-2-1-16,-2 1 2 16,1-1-1-16,2 1 0 15,-3 1-1-15,0 0 1 16,0-2 0-16,3 3 0 0,-3-2-1 16,1 2 2-16,1 1-1 15,1 0-1-15,2 2 1 16,-1-2 1-16,1 2-2 15,0-1 1-15,0 2-1 16,0 0-3-16,1-1 0 0,-1 1 1 16,0 0 0-16,2 0 3 15,0 0 0-15,0 0-1 16,2 0 1-16,1 0-2 16,-1 0 4-16,0 0-2 15,0 0 0-15,-1 0 0 0,-2 1 0 16,-1 2 0-16,0 1 0 15,0-1 0-15,-1 0 0 16,1 0 0-16,-4-1 0 16,3 3 1-16,-2-1-1 15,-1-1 1-15,0 1 0 16,-6 0 0-16,-1 1 1 16,-3-1-2-16,-2 2 1 0,-3 1 0 15,-4 0-1-15,0 1 2 16,-2 1-2-16,-6-2 0 15,1 2 1-15,-5 1-1 16,-1 0 0-16,-6-2 1 0,-2 2-1 16,-1 1 1-16,-4 3-1 15,-3 2 0-15,-4 8 0 16,-4 5-3-16,-4 3-19 16,-5 1-69-16</inkml:trace>
  <inkml:trace contextRef="#ctx0" brushRef="#br0" timeOffset="8189.27">3395 10691 1 0,'0'0'11'0,"2"0"-11"0,-2-4-1 0,3 3-1 16,-3-1 0-16,0-1 2 0,0 2 0 15,0-1 2-15,0 0-1 16,0-1 6-16,0 0 9 16,0 0 0-16,0-1-2 15,0 2 1-15,0-1 2 16,0 1-9-16,0 0 0 0,0 1-5 15,0-1 4-15,0 1-1 16,0 1 0-16,0 0 0 16,0 0-1-16,0 0-5 15,0 0 0-15,0 0 1 16,0 0-1-16,0 0-3 16,0 0 2-16,0 0 2 0,0 0 1 15,0 0-1-15,0 3 0 16,2 0-1-16,-1-2 1 15,3 3 0-15,-2-2-1 16,2 1 1-16,-1-1-1 16,3 1 1-16,-2 0-1 0,2-1 1 15,0 2-1-15,-2-1 0 16,3-1 1-16,-3 0-1 16,0-1 1-16,-1 2 0 15,2-3 0-15,-1 0-1 0,0 0 3 16,3 0 4-16,-1-5 1 15,4-3-2-15,1-3-2 16,0-1-2-16,3-3 0 16,-3-2-1-16,2-3 0 15,0 0 1-15,1-1 2 16,2-2 2-16,-1-1 1 0,1-1-3 16,2-1 1-16,2-2-1 15,2 0-2-15,-1 0 1 16,0 1-2-16,-2 3 0 15,-2 1 0-15,-1 3-1 16,-1 3 0-16,-3 3 0 0,-1 3 0 16,1 2 0-16,-3 5-1 15,-3 4-26-15,-4 0-36 16,-2 3-69-16</inkml:trace>
  <inkml:trace contextRef="#ctx0" brushRef="#br0" timeOffset="9019.56">3344 10660 37 0,'-2'0'0'0,"0"0"9"0,2 0 4 0,0-3 1 0,0 3 2 16,-3-1-2-16,3 0-4 15,0 1 0-15,0 0-4 16,0 0-6-16,0 0-1 15,0 0 0-15,0 2-1 16,0 4 1-16,3 1 0 16,1 1 1-16,-2-1 0 0,1 2 0 15,1 0 2-15,-2-1-1 16,2-1 0-16,3 1-1 16,-2-3 1-16,2 1-1 15,-1-1 1-15,1-5 0 16,2 0-1-16,-2 0 3 0,1-4-1 15,3-6 3-15,1-3 2 16,1-4-4-16,5-5 0 16,0-1-2-16,4-6-1 15,1-2 1-15,2-4 1 16,-1 2 0-16,2 0 0 0,-1 1 4 16,0 2 2-16,-4 4-4 15,2 2-1-15,-4 6-2 16,1-1 0-16,-5 5-1 15,1 4 0-15,-3 3-1 16,-2 1-20-16,-5 5-26 0</inkml:trace>
  <inkml:trace contextRef="#ctx0" brushRef="#br0" timeOffset="9832.62">3395 10643 22 0,'0'0'63'0,"0"0"-49"0,0 0-1 0,0 0-8 15,0 0-2-15,0 0-3 16,0 0-3-16,0 0 2 16,0 0 1-16,0 0-1 15,0 0 1-15,0 0-1 16,10 6 1-16,-4-1 0 16,-1 2 0-16,3-1 0 0,-1 1 1 15,2-1-2-15,-2-2 2 16,1-2-1-16,2-1 0 15,-3-1 0-15,3 0-2 16,-1-4 2-16,3-6 1 16,1-3 2-16,1-4 1 0,-1-2-2 15,3-4 2-15,1-3-1 16,1-3 1-16,2-2-1 16,2-1-1-16,-1-1-1 15,2 0 3-15,0-4-1 16,2 3 1-16,0-4-2 0,0 1 0 15,-2-3 2-15,2 5-3 16,-2-1-1-16,2 2 1 16,-3 7-1-16,0 3 1 15,-1 4-1-15,-1 5 0 16,-5 6-1-16,3 3 0 16,-7 3-18-16,-7 0-34 0</inkml:trace>
  <inkml:trace contextRef="#ctx0" brushRef="#br0" timeOffset="12537.46">5507 10478 79 0,'-4'0'5'0,"2"0"10"0,2 0-8 16,0 2-6-16,0 2-2 15,0 0 1-15,0 2 1 0,2 1-1 16,3 3 0-16,1-2 1 16,1 1-1-16,2 0 0 15,-2 0 1-15,3-2 0 16,0-4 2-16,-1-1 3 16,2-2 5-16,3-3 12 0,3-13-3 15,3-6-3-15,5-10 3 16,4-6-4-16,7-2-4 15,2-5-7-15,6-1-4 16,3 1 0-16,1-2-3 16,-4 1-62-16,-7 1-98 0</inkml:trace>
  <inkml:trace contextRef="#ctx0" brushRef="#br0" timeOffset="13489.96">8287 10404 64 0,'0'0'2'0,"0"0"3"0,0 0 0 0,0 0 2 0,0 0-6 15,0 0 0-15,0 0-1 16,0 0 2-16,0 0-1 0,0 0 1 16,0 0 0-16,12 40 1 15,-9-27-3-15,1-2 2 16,2 1 0-16,1-3 2 16,-1-1 3-16,2-1-1 15,-1-3 3-15,3-2 1 0,0-2-4 16,-1 0 2-16,3-5 0 15,2-6 1-15,0-7 9 16,6-5 4-16,-1-6-3 16,4-3-5-16,0-5-2 0,4-3-4 15,-1-2-2-15,1 0-3 16,-3-2-1-16,1 4-2 16,-1 1 1-16,1 7-1 15,0 4-1-15,-3 5-5 16,-4 6-52-16,-5 4-59 15</inkml:trace>
  <inkml:trace contextRef="#ctx0" brushRef="#br0" timeOffset="14318.01">10663 10206 126 0,'0'0'1'0,"0"0"13"0,0 0-7 0,0 0-2 15,0 0-4-15,0 0-2 16,0 0-1-16,0 0 2 15,0 0 0-15,0 0 1 16,12 36 0-16,-5-21-1 0,3-3 0 16,0 0 1-16,1-4-1 15,0-1 1-15,1-2 1 16,0-4-2-16,2-1 1 16,-1 0 3-16,0-6 12 15,6-12 4-15,1-8 4 0,1-6-5 16,5-10-4-16,3-6-3 15,2-4-1-15,3-2 0 16,3-1-4-16,-2 3-6 16,3 4-1-16,-3 7-1 15,-2 7-5-15,-5 7-24 16,-4 8-45-16,-9 7-94 0</inkml:trace>
  <inkml:trace contextRef="#ctx0" brushRef="#br0" timeOffset="15122.36">13097 10305 82 0,'0'0'-8'0,"0"0"13"0,0 0-2 0,0 0-2 16,0 0 1-16,0 0 7 16,0 0 0-16,0 0-3 0,0 0-3 15,39 38-1-15,-32-28-1 16,3-1 0-16,0-2 0 15,-3-2-1-15,3-1 2 16,-1-4 2-16,3 0 11 16,1-6 12-16,3-11 13 15,3-5-10-15,4-10-8 0,3-6-3 16,6-7-2-16,0-4-5 16,3-2-6-16,-1-1-5 15,1 4-1-15,-3 5-4 16,-3 5-29-16,-5 7-63 0,-4 3-83 15</inkml:trace>
  <inkml:trace contextRef="#ctx0" brushRef="#br0" timeOffset="15822.76">15165 9953 122 0,'0'0'1'0,"0"0"10"0,0 0 2 0,0 0-3 16,0 0-9-16,0 0-1 16,0 0 0-16,0 0 1 15,0 0-1-15,0 0 1 0,0 0 2 16,5 34-1-16,1-22 0 16,-1 1 1-16,3-1-2 15,4-4 0-15,-5-1 2 16,3-4 1-16,2-3 13 15,3-2 11-15,2-13 4 16,6-9-13-16,6-8-8 0,3-9-3 16,9-7-1-16,3-6-5 15,6-2 0-15,3-3-3 16,-2 0-25-16,-5-1-91 16</inkml:trace>
  <inkml:trace contextRef="#ctx0" brushRef="#br0" timeOffset="16588.79">17469 9957 99 0,'0'0'7'0,"0"0"12"0,0 0-9 0,0 0-4 0,0 0 0 16,0 0-3-16,0 0-2 15,0 0-1-15,0 0 2 16,0 0 0-16,0 0 2 16,-8 41 0-16,11-32-2 15,2-1 1-15,1 2 1 0,0-3 0 16,1-4-1-16,1 1 4 15,3-4 6-15,0 0 6 16,3-3-5-16,6-11 4 16,5-6-7-16,6-4-5 15,3-8 1-15,8-7-4 16,5-1-1-16,2-5-1 0,3-3-3 16,-1-5-50-16,-2 2-84 15</inkml:trace>
  <inkml:trace contextRef="#ctx0" brushRef="#br0" timeOffset="17365.16">20094 9413 62 0,'0'0'-1'0,"0"0"2"0,0 0 0 0,0 0 0 15,0 0 1-15,0 0 8 16,0 0 8-16,0 0-2 16,21 36-1-16,-20-30-2 0,3 0-2 15,3 0-6-15,-2-1 0 16,1 1-2-16,1-3 2 15,2 1 4-15,-3-2 5 16,3-2 4-16,-2 0 1 16,4-4 1-16,1-7-3 0,3-4-3 15,7-5-6-15,1-4 0 16,10-9-4-16,4-3 0 16,11-6-1-16,6-3-2 15,11-6 0-15,8-8-2 16,8-7-21-16,-3-8-101 0</inkml:trace>
  <inkml:trace contextRef="#ctx0" brushRef="#br0" timeOffset="23569.9">12903 12425 73 0,'-2'-1'4'0,"-1"-2"21"0,0-1-18 15,0 2 4-15,-1 1 1 0,-3-1 2 16,4 2 1-16,1 0-2 16,0 0 2-16,0 0-1 15,2 0-8-15,0 0-5 16,0 0 0-16,2 0 0 15,5 0-1-15,4 0 0 0,2 2 0 16,4-2 1-16,1 0 0 16,6 0 0-16,3-4 0 15,4-2 0-15,4-1 0 16,3-1 0-16,3 1 1 16,3-1-1-16,2 1-1 0,2 2 1 15,0-1 0-15,0 0-1 16,-3 0 0-16,-3 1 0 15,-2-1 1-15,-1 2-1 16,-7-2 1-16,3 2-1 16,-4 1 0-16,-2-1 0 15,-4 4-2-15,-8 0-24 0,-3 0-32 16,-7 0-29-16</inkml:trace>
  <inkml:trace contextRef="#ctx0" brushRef="#br0" timeOffset="24035.48">13021 12467 90 0,'0'0'20'0,"0"0"-14"0,0 0-3 0,0 0-2 16,0 0 0-16,0 0 2 16,0 0-1-16,39 2 0 15,-19-2-1-15,1 0 0 16,2 0 1-16,4 2-1 0,4-2 1 15,5 0 1-15,2 0 5 16,5 0 0-16,3-6 1 16,2 0 1-16,3-5 0 15,-2 1-3-15,1 0-1 0,3-2-3 16,-4 0 1-16,3 1 1 16,-3 0-1-16,-2 0-3 15,-3 2-1-15,-5 1 1 16,-6 4-1-16,-6-2 0 15,-7 5 0-15,-3 1-1 16,-6 0 0-16,-6 0-16 0,-3 0-36 16,-2 3-15-16</inkml:trace>
  <inkml:trace contextRef="#ctx0" brushRef="#br0" timeOffset="24395.48">13493 12729 35 0</inkml:trace>
  <inkml:trace contextRef="#ctx0" brushRef="#br0" timeOffset="28671.65">12697 8815 70 0,'0'0'14'15,"0"0"-4"-15,0 0-7 0,0 0-3 16,0 0-1-16,0 0 0 16,0 0 2-16,0 0 2 15,0 0 1-15,0 0 16 16,0 0 1-16,7-27-11 15,-7 24-4-15,-5 3-4 16,-1 0 1-16,0 0-3 0,1 0 0 16,-3 0 0-16,2 0 0 15,0 0 1-15,1 0 0 16,1 0-1-16,-2 0 1 16,1 0 1-16,-5 0-2 15,0 0 1-15,1 0 0 0,-5 0 0 16,-1 0 1-16,-1 0 6 15,2 0 0-15,0 0-3 16,1 0-3-16,-2 3-2 16,1-1-2-16,-3 2 1 15,1-1-2-15,-4 0 2 16,0-1 1-16,-4 0 0 0,1-2 0 16,-2 4 1-16,0-2-1 15,-4 0 1-15,3 1-1 16,-1 1-1-16,0-1 2 15,0 0-1-15,3 0 2 0,4 0-4 16,-2-2 4-16,5-1-5 16,0 0 6-16,3 0-2 15,-1 0 1-15,1 2-2 16,1 0 0-16,0 0 0 16,1-1 0-16,1 2 0 0,2-3 0 15,2 1 0-15,-1 0 0 16,3 0 0-16,3-1 0 15,-2 0 1-15,1 0-1 16,1 3 0-16,0 0 0 0,1 0-1 16,-1 3 1-1,2 0 0-15,-2 3 0 0,0 1 0 16,2 0 0-16,-2 2 1 16,0 0-2-16,1 2 2 15,0-1-1-15,0 2 1 16,-1 1-1-16,0 1 0 15,0 2 0-15,-1 2 1 0,0 0-1 16,2 1 0-16,-2 0 0 16,-1-2 1-16,1 1-1 15,1-1 0-15,0-1 0 16,0-1 1-16,2 3-1 0,-2-2 0 16,0-1 0-16,2 2 1 15,-2 0-1-15,1 0 0 16,0-3-1-16,1 0 2 15,0 2-1-15,0-1 1 16,0-1-1-16,0 1 0 0,0 1 1 16,4-2-1-16,0 0 0 15,-1-3 0-15,1-2 0 16,0-1 0-16,1-4 2 16,-4 0-2-16,2 0 1 15,2-1-1-15,-3 0 1 16,1 1-1-16,0 2 0 0,2-1 1 15,-3 0-1-15,1 1 0 16,2 0 0-16,-1 0 0 16,0 1 0-16,-1-3 0 15,3 2 0-15,-2-2 0 16,0-1 0-16,2-1 0 0,-2 1 0 16,0 1 1-16,1-2-1 15,-1 1 0-15,-1 2 1 16,-1-1-1-16,2 0 0 15,-1-3 0-15,1 3 0 16,-1-3 0-16,3 1 0 0,-1 1-1 16,3-1 2-16,2 2-1 15,1 0 1-15,1 0-2 16,2-1 2-16,-3 1 0 16,3 0-2-16,-3-2-1 15,2 0 3-15,1-2 0 0,-1 0 0 16,1-2 2-16,3-1 0 15,0 0 2-15,3 0 0 16,1 0 0-16,2-3 0 16,0-2-1-16,4-4-2 15,-1 2 1-15,5-1-1 0,-2 0-2 16,2 1 2-16,0 2-2 16,1 1 0-16,-1 2 1 15,0-1-1-15,-1 3 0 16,-1-2 0-16,-1 1 1 15,0-3-2-15,1 1 2 0,0 0 0 16,0 0-1-16,2 1 0 16,-1-1 0-16,-1 0 0 15,0 2 0-15,-3-1 1 16,-4 2-1-16,-4-1-1 16,-2 1 2-16,-4 0-1 0,-2 0 1 15,-2 0-1-15,0 0 0 16,-5 0 0-16,3 0 0 15,-4 0 0-15,0-3 0 16,-1 3 2-16,-1-3-2 16,2-1 13-16,-2 0-7 15,0-4-4-15,2 0 0 0,0-2-2 16,3-1 0-16,-3-2 1 16,4-1 0-16,1-2-2 15,0-4 1-15,3-1 0 16,0-5 0-16,-1-3 0 0,-1-3 1 15,2-5-1-15,-3 0 0 16,-1 0 0-16,-1-1 0 16,2 5 0-16,-5 1 0 15,-2 2 2-15,0 4-4 16,0 4 2-16,0 0 0 16,-6 2-1-16,0-2 2 0,-1 2-1 15,1 2-1-15,-2-1 2 16,0 0-1-16,0 1 0 15,3 2 0-15,-5-1-1 16,0 3 1-16,1 0-2 16,-2 1 1-16,-2 3-1 0,0 0 3 15,-2 2 0-15,-2-1-1 16,-2 3 0-16,2 1 1 16,-1-1-1-16,0 3 0 15,-1 1 1-15,0 1-1 16,-1 0-2-16,0 1 1 0,-4 0 3 15,1 0-3-15,1 0 1 16,-5 4 0-16,2 1-4 16,-3 2-26-16,0 1-12 15,-3-4-36-15</inkml:trace>
  <inkml:trace contextRef="#ctx0" brushRef="#br0" timeOffset="29190.84">12169 10353 100 0,'0'4'2'0,"0"2"-1"0,0 0-1 16,0-1 0-16,3 0-1 15,2-1 0-15,1-4-8 0,3 0-10 16,2-4-50-16</inkml:trace>
  <inkml:trace contextRef="#ctx0" brushRef="#br0" timeOffset="30581.67">12181 6994 26 0,'1'0'26'0,"0"0"-19"0,0 0-3 0,1 0 4 0,-2 0 2 16,0 0 10-16,0 0-8 16,0-1 0-16,0 1 2 0,0-1-3 15,0 1 1-15,0 0-9 16,2 0-5-16,0 0 1 16,0 5 0-16,1 2 0 15,3 2 0-15,-1-1 1 16,2 0 0-16,0-3 0 0,1 1 0 15,-2-3 0-15,4-2 1 16,-5-1-1-16,3 0 0 16,-1 0 2-16,2-3 3 15,0-5 3-15,0-4 0 16,2-2 0-16,2-3-1 16,0-3-3-16,2-1 7 0,0-5-2 15,2-1-2-15,4-5 1 16,-3-2-1-16,4-2 0 15,1-1-3-15,0 2-2 16,2 2-1-16,0 6-1 16,-5 4 1-16,-4 6-2 0,0 7 1 15,-7 7-3-15,-3 3-15 16,-6 1-53-16,-4 11 18 16,-10 5-50-16</inkml:trace>
  <inkml:trace contextRef="#ctx0" brushRef="#br0" timeOffset="31227.1">12183 7029 87 0,'0'0'8'0,"0"0"14"0,0 0-5 0,0 0-10 15,0 0 4-15,0 0 5 0,0 0-11 16,0 0-5-16,0 0 0 16,0 0-1-16,0 0 1 15,3 1 0-15,3 7-1 16,1 4 2-16,-1-2-1 15,2-2 1-15,-2 2-1 16,0-4 0-16,1-2 1 0,3-3 0 16,-5-1 0-16,5 0-1 15,-2-1 10-15,4-7-1 16,2-7-2-16,2-2 0 16,3-3-2-16,0-5 0 15,5-6-2-15,1-3 0 16,-2-5 3-16,5-4 0 0,1-5-1 15,4 0 2-15,-3 1-3 16,2-1-1-16,2 5 0 16,-4 2-1-16,-1 6-1 15,-3 6-1-15,-3 5 0 16,-6 10 0-16,-2 5-1 0,-3 9-3 16,-7 0-25-16,-2 13-34 15,-3 7 15-15,-4 1-24 16</inkml:trace>
  <inkml:trace contextRef="#ctx0" brushRef="#br0" timeOffset="38770.92">19322 8518 50 0,'0'0'17'0,"0"0"3"0,0 0-13 0,0 0-5 16,0 0-1-16,0 0 1 16,0 0-2-16,0 0 0 15,0 0 0-15,0 0 2 16,0 0 5-16,0 0-1 0,3 36 0 15,-1-30-4-15,0-2 0 16,1 0 1-16,0-1 0 16,1-3 4-16,2 0 9 15,3 0 10-15,2-2 4 16,2-9-7-16,7-2-10 0,1-6-4 16,4-4-4-16,7-4 3 15,3-5 0-15,7-3 0 16,11-3-1-16,3-2-5 15,3 1-2-15,5-3-2 16,-8 2-88-16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47:56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5704 8929 44 0,'-4'-2'7'0,"3"2"-1"0,-1 0 0 16,0 0-5-16,0 0-5 0,0 0-2 16,2 0 13-16,-2 0-10 15,1 0 3-15,1 2 0 16,-1-2 0-16,1 0 1 16,0 0 1-16,0 0 3 15,0 0-2-15,0 0-2 0,0 0 2 16,0 0 1-16,0 0-4 15,0 0 5-15,0 0-3 16,0 0-2-16,0 0 1 16,2 2 1-16,0 1 0 15,0 2 0-15,0 0-1 0,0 1 1 16,0 1 3-16,-1 0-5 16,3 0 1-16,0-1-1 15,1 0 0-15,2-2 1 16,-1-3 1-16,5-1 2 15,3-11 6-15,9-12 17 16,10-14 9-16,9-15-14 0,14-18-14 16,14-14-4-16,13-13-1 15,10-16-6-15,1-9-117 16</inkml:trace>
  <inkml:trace contextRef="#ctx0" brushRef="#br0" timeOffset="1568.44">8987 8572 13 0,'0'0'61'0,"0"0"-61"0,0 0 0 0,0 0-5 16,-4 48-23-16,2-35 4 15,-2-1 13-15,1-1 5 16,3-2 7-16,-3-2 5 15,-1-2-3-15</inkml:trace>
  <inkml:trace contextRef="#ctx0" brushRef="#br0" timeOffset="1960.64">8925 8706 78 0,'0'0'0'0,"0"0"1"15,0 0-1-15,0 0 0 0,0 0-6 16,0 0 2-16,0 0 8 16,0 0 7-16,0 0 0 15,23 23-7-15,-15-17-1 16,-2-1 1-16,1-5 2 16,5 0 2-16,1-10 18 15,7-16 10-15,14-14-10 0,10-14-17 16,19-21-4-16,15-13-2 15,16-10-3-15,6-9-39 16,8-10-63-16</inkml:trace>
  <inkml:trace contextRef="#ctx0" brushRef="#br0" timeOffset="2692.24">11223 8450 111 0,'0'0'12'0,"0"0"6"0,0 0 7 16,0 0-20-16,0 0-4 0,0 0 23 16,57-61 3-16,-16 16-13 15,8-11-7-15,15-6-2 16,7-8-1-16,4-4-28 15,-1-1-128-15</inkml:trace>
  <inkml:trace contextRef="#ctx0" brushRef="#br0" timeOffset="3148.38">13345 8436 87 0,'0'0'105'0,"0"0"-86"0,0 0 7 0,0 0-16 0,0 0-7 15,49-64 6-15,-10 23-4 16,10-10-2-16,9-9 0 16,0-7-70-16</inkml:trace>
  <inkml:trace contextRef="#ctx0" brushRef="#br0" timeOffset="4679.91">14937 7686 113 0,'0'0'-2'0,"0"0"3"0,0 0 0 0,0 0-1 16,0 0 0-16,0 0 1 15,-42 0 1-15,32 0 3 0,0 4 2 16,0-1-1-16,-2 0-4 16,2-2-2-16,0 3 1 15,-1-2-1-15,1 1 1 16,-1 0-1-16,-3-2 0 15,-2 2 0-15,-1 0 0 16,-1 0 0-16,-3-1 0 0,1 1 0 16,-3 2 1-16,2-2-1 15,-3 1 0-15,0 2 0 16,3-1 0-16,-4-1 0 16,2 1 0-16,-1-3 1 15,2 1-1-15,-3-3 0 0,1 0 0 16,1 0 0-16,-2 0 1 15,4 0 0-15,0 0 7 16,1 0-5-16,3 0 1 16,0 0-4-16,0 0 1 0,-2 0-1 15,3 0 0-15,1 0 0 16,0 2 0-16,-1-1 1 16,3 2 0-16,-3 0 4 15,5 1 2-15,-3-3-1 16,5 2-5-16,1 0 0 15,1 1-1-15,0-1-1 0,2 1 2 16,1 1-2-16,0 2 0 16,0 1-2-16,0 4 2 15,3 2-1-15,-4 0 1 16,3 3-2-16,1 0 2 16,0 3 0-16,1 1 1 0,0 3 0 15,0-1 0-15,0 0 0 16,0 1-1-16,0 0 1 15,0-1-2-15,0-1 1 16,0 0 0-16,0-1 0 16,4 2 1-16,-1 0-1 0,0 0 1 15,1 2 0-15,0 1 0 16,-4 2 0-16,2-2 0 16,-2-1 0-16,0-1 1 15,0-1-1-15,0-3 3 16,0-2-1-16,0-2 0 0,0-2 1 15,-2 3-3-15,-1-4 2 16,3 2-1-16,0-3 0 16,0 1-1-16,0-2 1 15,0 0-1-15,0 1 1 16,0 4-1-16,0 1 0 0,0 3 0 16,0-2 0-16,0 3-1 15,0-1 0-15,0-7 1 16,0 0 0-16,0-5 0 15,3-2 0-15,-3-2-1 16,4-1-1-16,-1-2 2 0,5 1 0 16,0-2-1-16,2 0 3 15,3 0 0-15,1 0-1 16,-1-2 0-16,1 1 0 16,-1-2 0-16,3 2-1 15,-2-1 0-15,2 2 0 16,3 0-1-16,0 0 0 0,0 0 0 15,1 0 0-15,0 2 0 16,4 2-1-16,-1-3 3 16,0 1 0-16,8-1 1 15,-2-1-1-15,0 3 3 0,3-3-2 16,3 3-1-16,-3-1 1 16,5 2-1-16,-1-1 1 15,1 1-4-15,0-4-51 16,-4 0-46-16</inkml:trace>
  <inkml:trace contextRef="#ctx0" brushRef="#br0" timeOffset="6074.49">14695 7724 85 0,'-2'0'3'0,"0"0"11"0,-2 0-4 16,2 0 1-16,1 0-7 16,0 0 1-16,1 0-2 0,0 0-4 15,0 0-1-15,0 0 2 16,2 0-2-16,8 0 1 16,0 3 0-16,3 1 0 15,5 1-1-15,1 2 2 16,7 0 0-16,0-3 0 0,2 1 0 15,1-3 0-15,-2 1 0 16,-2-3 0-16,0 0-1 16,0 0 2-16,-4 0 7 15,3-3-3-15,-2-1-2 16,1 1-2-16,-1 0 1 0,-2 1-1 16,2 0-1-16,-5 2 1 15,-2 0-2-15,-1 0 2 16,-3 0-2-16,1 0 2 15,-3 0-1-15,-1 0 0 16,-2 0 0-16,1 0 0 0,-2 2 1 16,3-1-1-16,-5 0 0 15,1-1 1-15,0 2-2 16,-2-1 2-16,-1-1-3 16,0 2 0-16,0-1 5 15,-1 3 3-15,0-1 3 0,2 1-5 16,0 2-2-16,0 1 0 15,3 0-2-15,-4 3 0 16,3 0 1-16,2 3-1 16,-3 1 0-16,1 2 1 15,0-1-1-15,3 4 0 0,-4-1 0 16,-1 1 1-16,2 1-1 16,0-2 0-16,-2 3 0 15,1-2 0-15,1-2 1 16,0 1-2-16,-1-2 1 15,2 0 0-15,-1 1 0 0,-2 0-1 16,1 2 3-16,1 0 3 16,0 1-1-16,-2 3-2 15,0-1-2-15,1 0 2 16,-1-1-1-16,1 0 0 16,-3-2 0-16,0-2-1 0,0 0 1 15,0-2-1-15,0 1 2 16,0 0-2-16,0-2 2 15,0 2-2-15,0-2 1 16,-3-4 1-16,1 3-2 16,2-5 0-16,-1 1 0 0,0-2 0 15,1 1 0-15,-2-1 0 16,1 0 0-16,-1 2 0 16,-4 1 1-16,-3 3 1 15,-3-1 1-15,-7 2-1 16,-6 1 0-16,-6 3-7 0,-12-2-24 15,-4-2-46-15</inkml:trace>
  <inkml:trace contextRef="#ctx0" brushRef="#br0" timeOffset="6985.99">14959 9008 75 0,'-1'3'6'0,"1"0"-2"16,0 1-2-16,0 2 6 0,0 1-1 15,0-1 0-15,0 1 1 0,1-1 4 16,2 1 1-16,3-1-4 16,-2-1-3-16,1-1 0 15,2-1 2-15,2-3 0 16,1 0 8-16,9-17 6 15,10-14-1-15,13-17-9 16,19-23-5-16,23-22-3 0,22-22-3 16,19-23-5-16,15-20-128 15</inkml:trace>
  <inkml:trace contextRef="#ctx0" brushRef="#br0" timeOffset="8963.03">14496 6133 61 0,'0'0'13'0,"0"0"-3"0,0 0-3 0,0 0-6 0,0 0 1 16,0 0 4-16,0 0 4 16,0 0-5-16,0 0-4 0,0 0-1 15,0 0 1-15,5 6-1 16,-2 0 0-16,-1-2-1 15,2 2 0-15,0 2-5 16,-2 0 5-16,0-3 5 16,-2-2 0-16,2 1 4 0,-1-2 2 15,0-2 3-15,3 0 13 16,0-2 19-16,7-11-9 16,5-9-23-16,7-10-6 15,8-7-4-15,7-8 1 16,6-6 1-16,6-2-2 15,2-1-2-15,-2 1 0 0,-4 3-16 16,-7 2-85-16</inkml:trace>
  <inkml:trace contextRef="#ctx0" brushRef="#br0" timeOffset="9947.01">14459 6183 29 0,'0'0'9'0,"0"0"6"0,0 0 2 16,0 0-4-16,0 0-5 15,0 0 4-15,0 0-6 16,0 0 2-16,0 0 2 16,0 0-3-16,0 0-1 15,0 0-2-15,0 0-3 0,-9-30-2 16,9 30-3-16,0 0 0 15,2 0 1-15,0 2-1 16,1 4 2-16,1-1 1 16,-2 1 0-16,2 1 2 15,3-1 0-15,-2-2 1 0,4 2-1 16,-2-2 2-16,1 0-2 16,1 0 1-16,-3-1-1 15,2 0 0-15,-3-3 0 16,1 0 0-16,1 0 3 15,2 0-3-15,-1-8 9 0,3-4 5 16,4-3-3-16,1-8-3 16,7-4-2-16,0-4-3 15,0-6 0-15,3-3 6 16,1-2 0-16,1-1-1 16,0 0-1-16,0 0-2 0,-1 1-4 15,0 5 0-15,-2 6-2 16,-8 5-36-16,-3 9-34 15,-7 7-6-15</inkml:trace>
  <inkml:trace contextRef="#ctx0" brushRef="#br0" timeOffset="10522.11">14461 6189 33 0,'0'0'91'0,"0"0"-89"0,0 0 1 0,0 0-3 16,0 0-2-16,0 0-10 15,0 0 9-15,0 0 2 16,0 0 1-16,0 0-1 16,0 0 1-16,-9 24 0 15,9-19 1-15,7 0 0 16,-2-1 0-16,1-1 0 16,-1 0 0-16,3-2 0 0,-1-1-1 15,-4 0 5-15,3 0 3 16,1-4 9-16,-1-3 0 15,4-6-7-15,0-1-3 16,2-4 0-16,2-7-1 0,1-4 0 16,7-7 1-16,7-8-1 15,1-7-1-15,11-4 1 16,2-8-5-16,2-1-9 16,-4 0-86-16</inkml:trace>
  <inkml:trace contextRef="#ctx0" brushRef="#br0" timeOffset="11076.6">14507 6161 47 0,'0'0'24'0,"0"0"-8"0,0 0 0 0,0 0-4 15,0 0-12-15,0 0-1 0,0 0 2 16,0 0 1-16,0 0 2 16,-6 41-1-16,8-36 0 15,1 0 0-15,1-1 1 16,0-4 3-16,0 0 17 15,6-3 11-15,1-10-6 0,5-6-13 16,6-12-5-16,9-8-3 16,6-9-3-16,5-8 0 15,8-5-1-15,2-6-1 16,2 1 0-16,-4 2-1 16,-2 4 2-16,-4 9-3 0,-7 7-9 15,-8 14-8-15,-7 10-12 16,-6 10-13-16,-7 8-17 15,-2 2 10-15,-7 2-30 16</inkml:trace>
  <inkml:trace contextRef="#ctx0" brushRef="#br0" timeOffset="16267.84">14495 7729 85 0,'-16'5'5'0,"1"1"-4"0,-1 1 0 0,2-3 2 15,0 1-2-15,2-3 2 16,0 0 7-16,0-2 5 0,2 0-4 15,1 0 0-15,-4 1-6 16,0 1-4-16,1 1-1 16,-2 1 0-16,-1 0 0 15,0 0-1-15,0-1 2 16,0-1-1-16,-1-2 0 0,3 1 2 16,-3-1 1-16,3 1-1 15,0 2-1-15,-1-1-1 16,1 0 0-16,1 1 0 15,1-1 0-15,5 0 0 16,-2 1 0-16,2 2 0 0,2-1-2 16,2 6 2-16,0 1-3 15,1 6 2-15,1 2 1 16,0 2 1-16,0 3-1 16,0-1 0-16,4 4-1 15,3-2-2-15,-2 0 2 0,2 0 1 16,-1 1 0-16,1 2-1 15,-1-1 1-15,2 3 0 16,-2 1 0-16,0-1 0 16,1 4 1-16,-3-1-1 15,4 1 0-15,-6-1 0 16,1-1 0-16,-1 0 1 0,0-3-1 16,0-2 0-16,0-4 0 15,0-4 0-15,-1-4 0 16,1-1-1-16,0-4 1 15,0-1 0-15,0 1 1 0,1-2 0 16,1-1-1-16,-2 2 0 16,3-2 0-16,1 2 1 15,-2 0-1-15,3 0 0 16,-1 1 1-16,2 0 0 16,-4 1-1-16,3-1 0 15,-3-1 0-15,2-2 0 0,0-3 0 16,0 0-6-16,3-1 8 15,1-1 1-15,3-2 3 16,3 0 2-16,5-2-3 16,6-8 0-16,9-1 0 0,5-5-3 15,3-2 0-15,6 1-6 16,-3 0-39-16,4 0-73 16</inkml:trace>
  <inkml:trace contextRef="#ctx0" brushRef="#br0" timeOffset="17006.87">14572 7851 24 0,'12'0'4'0,"1"0"-1"0,4 0 2 0,2-2-2 15,3-2 5-15,3-2-4 16,2-1 4-16,2 0 0 16,1 3 1-16,3-2-4 15,1 1-3-15,-1-1-1 0,0 6-1 16,-4 0 1-16,0 0-1 15,-4 0 0-15,-6 0 0 16,2 3-1-16,-3 1 1 16,0 4 0-16,0-2 3 15,-3 4 2-15,-1 3 0 0,-4 1-3 16,0 2-2-16,-1 5 0 16,-2 2 3-16,-1 5 3 15,-1-1 1-15,3 4 2 16,-2 3-1-16,2-1-3 15,3 4 0-15,-3 1-2 16,4 5-2-16,-1 2 1 0,-5 2-1 16,2 0 0-16,-8 0-2 15,0 1-4-15,-8-1-10 16,-8-3-30-16</inkml:trace>
  <inkml:trace contextRef="#ctx0" brushRef="#br0" timeOffset="18807.9">14472 6195 57 0,'2'0'4'0,"1"0"-2"16,0 0-1-16,2 0 1 0,1 0-2 15,-2 0 0-15,0 0 0 16,0 1-2-16,-3 2 1 0,1 0-1 16,-1-2 3-16,0 2 7 15,1-2-2-15,0 2 2 16,0-3-3-16,0 3-3 15,1-3-1-15,1 0 2 16,1 0 1-16,0 0 4 0,3-4 0 16,0-6 9-16,3-3-9 15,1-5 7-15,5-5 8 16,2-5-8-16,5-5-3 16,8-8-1-16,4-3-5 15,11-6-4-15,3-4-1 0,0-6-24 16,2-5-66-16</inkml:trace>
  <inkml:trace contextRef="#ctx0" brushRef="#br0" timeOffset="22892.19">14997 8967 13 0,'0'0'39'0,"0"0"-18"0,0 0-4 0,0 0-3 16,0 0-1-16,0 0 2 15,0 0 10-15,0 0 1 16,0 0-8-16,0 0-9 0,0 0-9 16,0 0 0-16,0 1-2 15,0 5-5-15,0 1 4 16,0 2 1-16,0 1 1 16,0 3-1-16,0 1 2 0,0-1-3 15,0-1 2-15,0 0 2 16,0-2-1-16,0-5 0 15,2 1 0-15,2-6-1 16,4 0 1-16,1-6 2 16,3-11 8-16,9-10-2 15,7-10-5-15,11-11-1 0,11-12-2 16,10-15-31-16,9-9-35 16</inkml:trace>
  <inkml:trace contextRef="#ctx0" brushRef="#br0" timeOffset="23697.24">14479 6270 40 0,'0'0'-11'0,"0"0"16"0,0 0-5 16,0 0 5-16,0 0 5 15,0 38 0-15,0-31 2 16,0-1-2-16,6-3-3 0,0 0 1 16,0-3 2-16,1 0 5 15,3-9 11-15,4-5 9 16,1-6-15-16,5-8-4 16,5-6-2-16,5-6-2 15,8-8-2-15,11-5-5 16,6-2-2-16,8-6-1 0,8-6-5 15,1-10-85-15</inkml:trace>
  <inkml:trace contextRef="#ctx0" brushRef="#br0" timeOffset="29798.13">14843 8913 4 0,'0'0'-4'0</inkml:trace>
  <inkml:trace contextRef="#ctx0" brushRef="#br0" timeOffset="29895.7">14843 8913 44 0,'-31'30'-5'0,"31"-30"-18"16,0 1 13-16</inkml:trace>
  <inkml:trace contextRef="#ctx0" brushRef="#br0" timeOffset="30324.05">14818 8946 25 0,'0'0'22'0,"0"0"-16"16,0 0-2-16,0 0-2 16,0 0 8-16,0 0 3 15,0 0-9-15,2 0-5 0,-1 0 2 16,2 0-1-16,1 0 0 16,-2 0 0-16,0 0-1 15,-1 1 0-15,1 2 1 16,0 1 0-16,2 2 1 15,0 0-1-15,-1-1 1 0,-1 4-1 16,5-2 0-16,-3 0 0 16,-1 0 1-16,1 0-1 15,0 0-1-15,1-1 1 16,-2 0 0-16,2-1-1 16,-1 0 2-16,0-4 0 0,2 1 6 15,-2-2 1-15,3 0 5 16,1-2-2-16,2-5-1 15,-2-4-6-15,5-1 1 16,-1-2-3-16,2 0-1 16,6-6 2-16,2-1 3 0,6-5 4 15,5-2 1-15,4-5 3 16,6-4-4-16,5-3-4 16,3-1-3-16,0 0 0 15,1-2 1-15,-4 5 0 16,-3 4-14-16,-5 7-23 15,-11 4-13-15,-6 6-10 0</inkml:trace>
  <inkml:trace contextRef="#ctx0" brushRef="#br0" timeOffset="33071.9">21317 9076 0 0,'0'0'9'0,"0"0"22"0,0 0-1 0,0 0-10 15,0 0-14-15,0 0 2 16,0 0 7-16,0 0 0 0,0 0-4 16,0 0-5-16,0 0 3 15,0 0-1-15,0 0 7 16,23 18 7-16,-5-33 16 16,11-10-16-16,12-8-13 15,14-7-5-15,10-8-1 0,9-2-1 16,9-6 3-16,0-6-21 15,-3-6-202-15</inkml:trace>
  <inkml:trace contextRef="#ctx0" brushRef="#br0" timeOffset="56927.81">6229 6213 22 0,'0'0'26'0,"0"0"-17"0,0 0 7 0,0 0-3 0,0 0 3 15,0 0-4-15,0 0 0 16,0 0 6-16,0 0-8 0,0 0-3 15,-13-17-7-15,13 20 4 16,0 1-3-16,0 2 1 16,2-5 0-16,9-1 1 15,5-5 9-15,7-17 19 16,10-16 1-16,13-12-16 0,13-14-10 16,10-12-5-16,8-8-1 15,2-10-17-15,0-2-140 16</inkml:trace>
  <inkml:trace contextRef="#ctx0" brushRef="#br0" timeOffset="58565.85">14615 11758 269 0,'0'0'20'0,"0"0"7"0,0 0-12 0,0 0-11 0,0 0-9 16,0 0-5-16,0 0 3 15,0 0-5-15,0 0-17 16,63 4-18-16,-32 2-24 0,5-2 4 15</inkml:trace>
  <inkml:trace contextRef="#ctx0" brushRef="#br0" timeOffset="58743.97">15643 11853 84 0,'43'7'90'0,"-3"-3"-65"15,-6-1-2-15,3 3-10 16,4 1-10-16,5 4-2 0,3-3 0 16,5 0-2-16,0-4-33 15,0-4-72-15</inkml:trace>
  <inkml:trace contextRef="#ctx0" brushRef="#br0" timeOffset="58906.89">17365 11837 152 0,'40'7'10'16,"0"1"-10"-16,0 0 1 16,2-1-9-16,2-2-80 15</inkml:trace>
  <inkml:trace contextRef="#ctx0" brushRef="#br0" timeOffset="59348.15">22266 11836 90 0,'52'4'5'0,"-8"-1"2"15,-4 1 5-15,-8 1-5 16,-6 0-4-16,-3-1-2 15,-5 2-1-15,-5 0 0 16,-1-3-2-16,-6 1-12 16,-4-1-57-16</inkml:trace>
  <inkml:trace contextRef="#ctx0" brushRef="#br0" timeOffset="63104.32">6106 7761 71 0,'0'0'0'0,"0"0"1"0,0 0 0 0,0 0-1 16,0 0 1-16,0 0 1 15,0 0 3-15,0 0 5 16,-40-8-2-16,31 8 5 16,1 0-6-16,-2 0-5 15,0 0 0-15,1 1-1 16,-1 2-1-16,1 0 0 0,-3 0-1 15,-2-2 2-15,0-1-1 16,-4 2 1-16,1-2-1 16,-6 0 0-16,-2 0 1 15,-1 1-1-15,3-1 0 16,-1 0 1-16,-1 0-1 0,3 1 1 16,3-1 0-16,2 2 2 15,-1-1-2-15,3 2-2 16,-2-2 2-16,2 2-1 15,1 2 0-15,-1 0 0 16,3-1 0-16,0 1 0 0,5 2-1 16,-1-1 1-16,2 1 0 15,0 1 0-15,3-1 0 16,1 3 0-16,-2 0 0 16,-1 3 0-16,1 1 0 0,-3 6 0 15,-2 1 1-15,1 2-1 16,-1 1 0-16,-1 2 0 15,2-2 0-15,1 1 0 16,-3-2 0-16,4 1 0 16,0-2-1-16,1 2 1 15,1-2 0-15,1 3 1 0,2 0-1 16,1 2-1-16,0 0 1 16,0 2 0-16,0 0 0 15,0-2 0-15,4 1 0 16,0-4 0-16,-2-2 0 15,1-2-2-15,1-1 2 0,0-2 0 16,-2 0 0-16,0-2 0 16,-2 1 2-16,1-2-2 15,-1 2 0-15,0-1 0 16,0 1 0-16,0 1 0 16,0 0 0-16,0 1 0 15,0 1 0-15,0-3 0 0,0 1-2 16,0-2 2-16,0-2 0 15,0-1 0-15,3-1-1 16,3-3 1-16,0 1 0 16,1-2-4-16,1 0-2 0,2-2 1 15,1 1 3-15,0 0 1 16,1-2 1-16,0 1-2 16,2-1 2-16,0-1-2 15,0 3 2-15,1-2 1 16,1 1-1-16,-1 0 1 0,1-2-1 15,2 2 0-15,4-1-1 16,-1-1 1-16,0 0-1 16,2 0 2-16,1 1-1 15,1 1 0-15,1-1 1 16,1 1-1-16,2-2 1 16,0 0-1-16,0-1 0 0,1-1-1 15,1-1 0-15,-2 0 3 16,0 0 0-16,0 0-1 15,1 0 1-15,1 0 0 16,2-6 0-16,0 1-1 16,3 0 0-16,-3-2 0 0,1 0-1 15,-2 1 0-15,4-2 1 16,-3 2-1-16,-3-1 0 16,3 2 1-16,-2-1-1 15,0 1 0-15,-4 0 0 16,0 1 1-16,-3-1-1 0,-1 4 1 15,-3-1-1-15,-4 0 0 16,1-1 0-16,-5 0-3 16,1-4-71-16</inkml:trace>
  <inkml:trace contextRef="#ctx0" brushRef="#br0" timeOffset="63955.31">6100 7749 85 0,'0'0'5'0,"0"0"2"0,0 0-1 0,0 0 3 15,0-2 5-15,0 0-2 16,0 1 5-16,0 0-7 16,0 0-4-16,8-1-6 0,6 0 1 15,3 0-2-15,4 0 1 16,3 1 1-16,6-1-1 15,1-2 0-15,1 1 0 16,3 0 0-16,-1-1-4 16,1 1 1-16,-2-2 8 15,-1 2-5-15,-1-2 1 0,-2 3-2 16,-4-1-4-16,-1 0 10 16,-1 3-5-16,-5 0 1 15,0 0-1-15,-3 0-1 16,-3 3-1-16,1 3 1 15,-5 2 0-15,2 2 0 0,-5 2-4 16,1 2 4-16,0 1 1 16,-4 2-1-16,4 4 1 15,-4 1-1-15,2 2 1 16,-3 1-3-16,1 3 7 16,2-1-4-16,-2 1 0 0,0 2 0 15,0-2 0-15,0 3 1 16,1-4-2-16,-1 5 1 15,3-1 1-15,-2 0-1 16,0 5 0-16,2-2 0 16,-3 1-1-16,0-2 1 0,-1 1 1 15,2-3-1-15,0-2 0 16,-3-2 0-16,0 1 0 16,0-4 0-16,0-1-2 15,0 0 6-15,-2-5-3 16,-3 1 0-16,-1-1-1 0,-3-1-1 15,-3-3-3-15,-3-2-75 16</inkml:trace>
  <inkml:trace contextRef="#ctx0" brushRef="#br0" timeOffset="67158.13">5575 9467 23 0,'-5'5'21'0,"-2"3"-8"0,1-1-4 0,-3 3 1 0,2 0-2 15,-2 0-4-15,3 1-3 0,-2 1 0 16,2 3-1-16,2-4 0 15,3 4 1-15,-1 2-1 16,2 0 0-16,0 3 1 16,0 5-1-16,0 1 0 15,0 5 0-15,0 3 0 0,0 3 0 16,0 0 0-16,0 0 2 16,0-2-2-16,0 0 0 15,0-3 0-15,2 2 0 16,5 0 1-16,5 0 1 15,1 3 0-15,5 3 0 0,0 0 0 16,6 1 4-16,1 0-1 16,2 2 1-16,-1 2-1 15,5-1 0-15,2 3 2 16,4-2 0-16,1 1 0 16,4-5 7-16,3 0-7 0,1-4-2 15,4-4-2-15,2-2-3 16,3 2 5-16,1-3-4 15,4 3 1-15,3-1-2 16,6 1 1-16,5 2 0 16,4-1 0-16,3 3 0 15,4-3-1-15,7 2 1 0,0 2-1 16,6-2-1-16,4-1 1 16,6 1-1-16,3-1 1 15,5-4 0-15,7-1 0 16,2-1 0-16,5-2 0 15,3 0 0-15,3-2 0 0,7 2-2 16,-1 2 1-16,6-2-4 16,2 1 8-16,4 3-4 15,2-1 1-15,3 4 0 16,4-1 1-16,3 0 1 0,1-1-2 16,6-5 2-16,5-3-2 15,4-4 1-15,3-3-1 16,-1-4 1-16,7-3 0 15,-3 1-1-15,2-1-2 16,2-1 4-16,-1-1 1 16,0 1 2-16,1-2 2 0,0 0 1 15,2 0-1-15,-2-1-2 16,2-2-1-16,5 3-2 16,-2-3-1-16,-1 2 0 15,3-1-1-15,-4 0 2 16,-1-1-2-16,1 0 1 0,3-1 3 15,1-1 2-15,2 2-3 16,3-1-2-16,4 1 2 16,-1 3-2-16,-1 2 0 15,2 2-1-15,0 4 0 16,-3 1 0-16,1 6 0 16,-1-2 1-16,-1 4-1 0,-3 2 2 15,-4 3-2-15,-1-2 0 16,-1 7 1-16,-9 0 1 15,-3 5-2-15,-5 3 1 16,-6 5-1-16,-8 3 3 16,-5 2-2-16,-5 4 1 0,-9 1-2 15,-4 2 1-15,-7 4 1 16,-3 2-1-16,-8 2-1 16,-10 2 1-16,-6 4-1 15,-8 1 0-15,-12-2 1 16,-7 0-2-16,-11-1 2 0,-4 0-1 15,-12-4 0-15,-7-2 1 16,-7-2 0-16,-7-6 0 16,-6 0 1-16,-3-5-1 15,-8-4 0-15,-3-2 0 16,-5 0-1-16,-1-2-1 0,-6-2-1 16,0-6-32-16,0-11-69 15</inkml:trace>
  <inkml:trace contextRef="#ctx0" brushRef="#br0" timeOffset="67648.57">19666 13918 127 0,'0'0'0'0,"1"0"1"0,5 0-1 0,1 0 4 0,3 0-1 16,4 1-1-16,2 3 2 15,2 1 3-15,3 3-4 16,2 3-1-16,0 3-2 16,1 1 0-16,1 2 0 0,0-1-1 15,-3 1 1-15,3-3 0 16,1-4 1-16,2-1 9 15,1-4 29-15,2-3-7 16,0-2-4-16,0 0-4 16,-1 0-1-16,-1-9-2 0,-1 0-11 15,0-3-8-15,-2-5 0 16,1-6-6-16,-3-9-39 16,-8-10-112-16</inkml:trace>
  <inkml:trace contextRef="#ctx0" brushRef="#br0" timeOffset="159214.98">14826 9039 61 0,'0'0'17'0,"0"0"6"0,0 0-1 16,0 0-1-16,0 0-4 15,0 0-4-15,0 0 1 16,0 0-13-16,0 0-2 0,0 0 0 16,0 0 2-16,0 0 0 15,2-14 0-15,11 17-1 16,3-1 1-16,1-2-4 16,2-9 6-16,7-12 7 15,8-10 8-15,11-11-6 0,14-13-5 16,13-9-4-16,13-7-2 15,13-6-1-15,5-8-10 16,2-6-78-16</inkml:trace>
  <inkml:trace contextRef="#ctx0" brushRef="#br0" timeOffset="160115.54">21948 8382 77 0,'0'0'7'0,"0"0"-6"0,0 0-1 0,0 0-10 16,0 0-9-16,0 0 15 15,0 0 6-15,0 0 2 16,0 0 4-16,0 0-4 16,0 0-7-16,0 0 2 15,0 0-13-15</inkml:trace>
  <inkml:trace contextRef="#ctx0" brushRef="#br0" timeOffset="160299.39">22804 8321 103 0,'0'0'-15'16,"38"10"17"-16,-15-2 0 15,-1 5-2-15,2 3 0 0,-3-1-34 16</inkml:trace>
  <inkml:trace contextRef="#ctx0" brushRef="#br0" timeOffset="193862.7">20480 11654 182 0,'1'-8'9'0,"-1"-2"-2"0,0-2 14 0,0 3-9 16,0 1-7-16,0 0-4 15,0 2 0-15,0-1 0 16,0 4 3-16,-2 0 3 16,-3 1 0-16,-2 2 0 15,-1 0-5-15,-3 2-2 0,-1 11 1 16,-2 6-2-16,1 3 0 15,0 5 1-15,5 3 0 16,-1-1 1-16,5-2-1 16,1-2 1-16,3-1 0 15,0-2-1-15,0-3 0 0,7-2 1 16,2-2-1-16,3-4 0 16,1 0 0-16,5-5 2 15,-1-2 1-15,6-4-1 16,-1 0 1-16,3-2 2 15,1-6-1-15,0-7-2 0,-2 3-1 16,-4-6 2-16,-1-2 2 16,-5-1 1-16,-5-2 0 15,-5-4 3-15,-3-2-3 16,-1 0-1-16,0-4-2 16,-9 3 0-16,-4 2-1 0,0 2-1 15,-2 6-1-15,0 2 0 16,-1 5-1-16,3 5-1 15,-4 5-2-15,3 3-6 16,-3 0-16-16,3 10-13 16,-2 4-7-16,0 3-20 0,0 2-1 15</inkml:trace>
  <inkml:trace contextRef="#ctx0" brushRef="#br0" timeOffset="194247.89">20319 11788 96 0,'0'0'4'0,"0"0"2"0,0 0 13 0,0 0 1 15,0 0 0-15,0 0 0 16,40 0-1-16,-24 1-1 16,-1-1-3-16,1 3-4 0,1-1-6 15,4 2-2-15,-2 1-1 16,2 1 4-16,-1 0-1 16,1-1 2-16,-1 3-3 15,-1 0-2-15,-1-1 0 16,-3 0-1-16,0 2-1 0,0-1 1 15,-2 1 1-15,-1-1-1 16,-1 2-1-16,0-1 1 16,1-1-9-16,-1-2-23 15,5-6-33-15,-1 0-46 16</inkml:trace>
  <inkml:trace contextRef="#ctx0" brushRef="#br0" timeOffset="194945.67">21535 11139 130 0,'0'0'22'0,"0"0"-1"0,0 0-19 0,0 0-2 0,0 0 4 15,3 41 2-15,0-20-2 16,0 3-1-16,-1 2-2 16,-1-1 2-16,1-2-1 0,1 1-2 15,0-5 1-15,1-2 0 16,0-3 0-16,0-5-9 15,2-7-51-15</inkml:trace>
  <inkml:trace contextRef="#ctx0" brushRef="#br0" timeOffset="195323.05">21712 11146 152 0,'0'0'0'0,"0"0"6"0,0 0 1 16,0 0-5-16,0 0-4 16,0 0-10-16,0 0 10 15,0 0 3-15,-7 10-1 16,0 2 2-16,-2 3-2 16,-1-1 0-16,1 0 1 0,0 0 1 15,1-1-2-15,0-3 0 16,-1 0 2-16,1-3 1 15,-1 2 0-15,3-2-1 16,-2 1 2-16,5-1-2 16,-2 0 0-16,3 2-1 0,2-2 0 15,0 2 0-15,1-4 0 16,8 2 2-16,2-1 13 16,3-4 5-16,5 2-3 15,3 0-7-15,3 2-8 16,1-1-2-16,3 4-1 0,-2 1-21 15,0 0-56-15</inkml:trace>
  <inkml:trace contextRef="#ctx0" brushRef="#br0" timeOffset="195885.82">21567 11880 71 0,'0'0'11'0,"0"0"19"0,0 0 13 16,0 0-2-16,0 0-16 16,0 0-5-16,0 0-7 0,0 0-10 15,0 0-5-15,0 0 2 16,0 0-1-16,-8 17 1 15,8 3 0-15,0 4 0 16,0-1 1-16,0 2-1 16,0-2 0-16,3-2-1 15,0-1-10-15,0-1-11 0,0-4-23 16,-3-6-23-16</inkml:trace>
  <inkml:trace contextRef="#ctx0" brushRef="#br0" timeOffset="196240.87">21722 11866 74 0,'0'0'13'15,"0"0"2"-15,0 0-5 16,0 0-9-16,0 0 0 15,-37 18 1-15,25-8 1 16,-1 3-1-16,2 0 0 16,2-1 1-16,-3 0 3 0,4-1-1 15,3-1 5-15,-1 0-3 16,4 3-1-16,2-2-3 16,0 2 0-16,0-2-1 15,8 2 2-15,-1-1-1 16,5-1 2-16,0-1 5 0,1-2 4 15,2 1-4-15,0-2-6 16,5 0-3-16,-1 2-1 16,-3-2-7-16,-1 0-57 15,-4-1-84-15</inkml:trace>
  <inkml:trace contextRef="#ctx0" brushRef="#br0" timeOffset="196639.65">21622 12562 206 0,'0'0'21'0,"0"0"0"0,0 0-21 15,0 0-1-15,0 0 2 16,2 38-1-16,-2-21 0 15,0 6 0-15,0-1 1 16,0 1-1-16,0 1 0 0,-1 2 0 16,-2-2 0-16,1 1-1 15,0-2-15-15,1-4-20 16,1-6-25-16,0-8-14 16</inkml:trace>
  <inkml:trace contextRef="#ctx0" brushRef="#br0" timeOffset="197016.72">21749 12614 202 0,'0'0'-22'16,"0"0"25"-16,0 0-6 15,0 0-6-15,0 0-12 16,0 0 23-16,0 0-1 15,0 0 1-15,-18 37 2 16,9-22-1-16,-1 1 1 0,1-1 0 16,2 0-3-16,-4 1 0 15,4-2 0-15,0 0-1 16,3-2 1-16,-2-1-1 16,4 2 0-16,1-2 1 15,1 0 0-15,0-2 0 0,2 4 1 16,7-3 2-16,-2-2 3 15,6-1 7-15,1 1 1 16,5-1-3-16,-1-1-1 16,2-1 0-16,2 3-8 15,1 0-3-15,-1 0 0 0,-1-1-3 16,-3 0-32-16,-2-4-42 16</inkml:trace>
  <inkml:trace contextRef="#ctx0" brushRef="#br0" timeOffset="204912.59">5727 9115 106 0,'0'0'14'0,"0"0"1"0,0 0-10 0,0 0-1 0,0 0-1 16,0 0 0-16,-7-38 4 15,5 36 7-15,2 1-6 16,0-1-4-16,0 2-3 16,0 0-3-16,0 0 2 15,2 4-5-15,2 5 1 16,-1 1 5-16,3 1 0 0,0 2 0 16,2-3 0-16,-4 0-1 15,1-3 1-15,1-3 0 16,-2-1 0-16,-1-3 2 15,4 0 1-15,0 0 10 16,3-10 4-16,4-7-8 0,2-4-4 16,6-9-3-16,3-7-1 15,6-7 1-15,1-3-1 16,7-8 1-16,7-9-2 16,6-6 0-16,2-11-4 15,3-7-122-15</inkml:trace>
  <inkml:trace contextRef="#ctx0" brushRef="#br0" timeOffset="212247.37">22310 6364 160 0,'0'0'-9'0,"0"0"20"0,0 0 4 15,0 0-6-15,23-39-4 16,-12 31 2-16,0-1 3 0,-1 1 3 16,2 1-2-16,-1 0-1 15,1 1-4-15,3 2-4 16,1 1-2-16,2 2 0 16,1 1 0-16,1 0-1 15,1 7 0-15,-3 5-2 0,-2 5 1 16,-2 6-5-16,-4 3 0 15,-4 6 9-15,-3 7-2 16,-3 3 0-16,0 5 0 16,-9 3 0-16,-4 5 1 15,0 2-1-15,-1 0 2 0,-1 2-1 16,4-2-1-16,0-3 1 16,5-3-1-16,4-5 1 15,2-3 0-15,0-4 0 16,8-2 0-16,5-3 1 15,1-2-1-15,3-7 0 0,-2-4 0 16,-3-4 1-16,-3-1-2 16,-3-6 1-16,-4-2-2 15,-2 1 2-15,-2 1-2 16,-11 3-1-16,-7 2 2 16,-3 5 0-16,-1 6-1 0,-5 4 2 15,2 7-1-15,3 7 0 16,3 5 0-16,5 4 0 15,5 4 0-15,7 1-1 16,4 3 0-16,0 0 1 16,7 3 0-16,6-2 0 0,0 4 0 15,1-1 0-15,-1 0 0 16,-2 2 1-16,-3-4 0 16,-2-1 1-16,-6 0 2 15,-1 0-1-15,-14-4 4 16,-9-3 3-16,-10-1 3 0,-8-3-5 15,-3-2-2-15,-8-5-3 16,0-4-2-16,2-4 0 16,3-2 0-16,5-6-2 15,2-6-25-15,13-12-80 16</inkml:trace>
  <inkml:trace contextRef="#ctx0" brushRef="#br0" timeOffset="213357.63">22623 9913 162 0,'-4'-7'11'0,"-2"0"11"0,3 2 0 0,1 3-8 16,-1 0-7-16,-2 2-4 15,-3 2-3-15,-3 9-1 16,-3 6 1-16,-3 3 1 16,3 8-1-16,0 4 0 0,4 3 0 15,7-1 1-15,3 0-1 16,0-1 0-16,11-6 0 15,5 0 0-15,2-9 0 16,7-2 0-16,1-9 1 16,-1-1 0-16,0-6 3 0,-1 0-3 15,-4-9 5-15,-3-6 3 16,-4-5-1-16,-4-6 0 16,-3-2-4-16,-6-4-3 15,0 3 3-15,-7-3-3 0,-6 4-3 16,-4 2-5-16,-1 5-6 15,-5 4-5-15,-1 3-3 16,1 8-13-16,-4 3-13 16,-1 3 7-16,2 0-16 15</inkml:trace>
  <inkml:trace contextRef="#ctx0" brushRef="#br0" timeOffset="213542.57">22449 9982 42 0,'0'0'10'15,"0"0"17"-15,0 0 2 16,21 37-1-16,0-24 3 15,6-3-3-15,4 3-9 16,1-3-5-16,3 1-5 0,2-1-2 16,-2 0-2-16,-2 0-2 15,1-1-2-15,-5-1-1 16,0 1-1-16,-2-2-9 16,-2-3-39-16,-7-4-34 15</inkml:trace>
  <inkml:trace contextRef="#ctx0" brushRef="#br0" timeOffset="213807.25">23096 9944 8 0,'0'0'61'0,"0"0"-59"16,0 0-2-16,0 0 4 15,0 0-2-15,0 0 7 0,0 0 11 16,0 0 0-16,24 31 0 16,-24-8-4-16,-2 1-7 15,1 1-4-15,1 0-3 16,0-1 0-16,0-2 0 16,0-1-1-16,0-3-1 15,1-2 0-15,3-5-12 0,0-5-26 16,1-6-24-16</inkml:trace>
  <inkml:trace contextRef="#ctx0" brushRef="#br0" timeOffset="214170.45">23291 9910 140 0,'0'0'7'0,"0"0"0"0,0 0-3 16,0 0-5-16,0 0 2 16,0 0 0-16,-22 36 0 15,4-17 0-15,-6 4 0 16,2-3 2-16,1 1 0 16,3-2 4-16,1-3-3 0,3-2 1 15,3-3-2-15,4-2 2 16,3-4 2-16,-2-1 0 15,6-1 0-15,0 0-3 16,1-1 3-16,9 0 7 16,2 3 4-16,5-1-8 15,2 3-6-15,3 2-3 0,1 3-1 16,-3 3 0-16,1 3 0 16,-5 2-4-16,-6 4-21 15,-10 0-12-15,-4 2-30 16</inkml:trace>
  <inkml:trace contextRef="#ctx0" brushRef="#br0" timeOffset="214382.4">22873 10397 221 0,'0'0'0'16,"0"0"16"-16,0 0-5 15,47-7-6-15,-33 11-3 16,-5 12-2-16,-2 4-5 16,-5 7 6-16,-2 3-1 0,0 2-14 15,-3 0-30-15,-7-7-4 16,1-5-36-16</inkml:trace>
  <inkml:trace contextRef="#ctx0" brushRef="#br0" timeOffset="214618.09">23475 10228 165 0,'0'0'-11'16,"0"0"12"-16,22 47-1 15,-22-24 10-15,0 2-7 0,-6 1-1 16,-5 0-1-16,-3-1 0 16,1-1-2-16,-4-8-32 15,1-2-15-15</inkml:trace>
  <inkml:trace contextRef="#ctx0" brushRef="#br0" timeOffset="-214558.13">23662 10001 213 0,'0'0'-31'0,"0"0"38"15,44-9 2-15,-32 9-4 16,0 6-5-16,-1 9 1 15,-2 6-1-15,3 1 5 0,-2 4-2 16,0-2 0-16,1-2-1 16,-2-4 2-16,-1-7 1 15,-1-5 6-15,0-6 1 16,0 0 16-16,-1-16 13 16,0-8-25-16,-1-6-14 0,4-5 0 15,-5 1-3-15,0-3-12 16,-2-3-42-16,-2 0-68 15</inkml:trace>
  <inkml:trace contextRef="#ctx0" brushRef="#br0" timeOffset="-213849.54">22762 9699 95 0,'0'0'4'0,"0"0"0"0,-51-30 1 0,29 24-5 0,-3 3 0 15,-2 3 0-15,0 0 0 16,-1 0 0-16,-1 0 0 0,-1 3 2 15,1 8 3-15,-7 8 4 16,-1 6-3-16,-5 8 0 16,-1 6-1-16,0 7 0 15,3 4-2-15,6 1-1 16,7 2-1-16,7-1-1 0,7-2 1 16,6-2 0-16,7-2-1 15,0-4 1-15,5-3 1 16,11-5 3-16,8-3 5 15,6-3-3-15,5-2 3 16,4-4-1-16,4-4-5 0,-3-5-2 16,2-8 2-16,-1-5 5 15,-3 0 6-15,0-14 5 16,1-6-6-16,0-7-3 16,-1-6-3-16,-4-9 2 0,1-2-4 15,-5-9-3 1,-3-2-2-16,-5-2-1 0,-7-2 0 15,-7 6-2-15,-7 5-3 16,-1 6-1-16,-13 8-10 16,-10 10 9-16,-7 10-11 15,-6 7-35-15,-4 5-42 0</inkml:trace>
  <inkml:trace contextRef="#ctx0" brushRef="#br0" timeOffset="-213562.11">22101 10605 108 0,'0'0'14'0,"40"-20"-2"0,-13 8 20 0,7-3-5 16,5 3-5-16,4 0-6 15,3 0-6-15,2 2-3 0,1 2-1 16,2 1-3-16,-1 2-2 16,0 1 0-16,-3 4-1 15,-3 0-1-15,-7 0-10 16,-7 0-33-16,-11 4-38 15</inkml:trace>
  <inkml:trace contextRef="#ctx0" brushRef="#br0" timeOffset="-213448.03">22556 10613 205 0,'0'0'14'0,"82"-10"-2"0,-3-5-12 15,22-5-39-15,20-9-145 16</inkml:trace>
  <inkml:trace contextRef="#ctx0" brushRef="#br0" timeOffset="-194351.26">6289 7650 20 0,'0'0'13'0,"0"0"16"0,0 0-9 0,0 0-5 0,0 0-6 16,0 0-5-16,0 0 7 16,0 0-7-16,0 0-1 15,0 0-2-15,-19-21-2 16,14 20 1-16,0-1 6 15,-1 1-4-15,-1 1-1 0,-1-3-1 16,0 3-3-16,-3-1 4 16,-1-1 0-16,-1-1 0 15,0 2 0-15,-2-2-1 16,1-1 0-16,-2 2 0 16,1-2 3-16,-1 1 4 0,1 0-3 15,1-1 1-15,-1 1-3 16,2 0 4-16,-1-1 3 15,1 1 3-15,-3-1 0 16,5 1-4-16,-5 2-1 16,0-1-4-16,0 2-1 0,-1 0-1 15,-3 0 1-15,-1 2-5 16,-2 5 6-16,2 0-2 16,-2 2 4-16,-2-1-1 15,6 2 0-15,-3-1-2 16,3-1 1-16,4 2-3 0,-1 0 2 15,1 0-2-15,-2 5 0 16,2 0 0-16,-1 3 0 16,-3 2 1-16,0 6-2 15,2-1 1-15,-1 4 0 16,0-1-1-16,5-1 1 0,2 0-1 16,1-4 0-16,4-2 0 15,2 0-2-15,3 1 0 16,-1-2 3-16,2 1-1 15,0 2 1-15,0-1-2 16,0 4 2-16,0-1 2 0,0 4-2 16,-2 3 0-16,0-2 0 15,0 4-2-15,-5-1 4 16,6 0-2-16,-1-2 0 16,2-1 0-16,0-2-2 15,0 1 2-15,0-4 0 16,0 4 0-16,0-1 0 0,0-1 0 15,0 0 0-15,0-3-1 16,0 2 1-16,0-4-1 16,5 1 0-16,13-4-6 15,9-4 0-15,11-5 1 16,20-7 1-16,13-3-5 0,16-17-87 16</inkml:trace>
  <inkml:trace contextRef="#ctx0" brushRef="#br0" timeOffset="46991.64">4801 5609 74 0,'-2'0'0'0,"0"0"14"0,-2 0 5 0,3-2-3 0,-3-3 0 0,2 1-2 16,-5-3-1-16,5 4 1 15,-1-4-2-15,1 4-4 16,0 0-3-16,2 2-4 16,-2-2 2-16,2 3-3 15,0 0 0-15,0 0 1 16,0 0-5-16,0 3 3 0,0 4 0 15,4 0-1-15,5-2-4 16,7 0-2-16,-1-3 3 16,3 0 5-16,0-2-3 15,2 0 5-15,1 0-1 16,-1-2-1-16,1 0 3 0,4-1-2 16,-2 1 0-16,4 2-1 15,4 0 1-15,1 0-1 16,5 0 0-16,1 0 1 15,2 0-2-15,1 2 1 16,1 1 1-16,-2-3-2 0,1 2 2 16,3 1-2-16,-1-2 2 15,2 0-1-15,4 2 0 16,-2 0-1-16,4-2 1 16,0 2 1-16,3-1-2 15,-2-1 1-15,5-1 0 0,0 2-1 16,-2-2 1-16,3 0-2 15,0 0 4-15,1 0-2 16,3 0 1-16,-1 1-3 16,3 2 3-16,-3 1 0 15,3 0 0-15,-1 2-1 0,-1-2 0 16,1 3 1-16,1-1-1 16,4 0-1-16,-1-1 1 15,3 0 1-15,1-1 0 16,5 0 0-16,-1-1-1 15,4 1 0-15,-1-1 2 0,-1 0-2 16,2-2 1-16,2 1-1 16,2 0 2-16,-3 0-2 15,3 1 0-15,2-2 0 16,0 1 1-16,-2-1-1 16,1-1 1-16,2 0 0 0,1 0-1 15,-1 0 0-15,4 0 0 16,-1-3 1-16,1 2-1 15,0-2 0-15,1 0 1 16,-2 2 0-16,3-1 0 16,0 1 0-16,1-2-1 15,0 3 0-15,5-3 2 0,0 3-2 16,0-4 1-16,1 3-1 16,1-2 1-16,0-2 0 15,4 0 5-15,-2 0 3 16,3-1 0-16,1 1 0 15,0-2 0-15,2 0-4 0,1 0-2 16,-1 0 0-16,1 1-3 16,-1-1 2-16,-3 0-1 15,2 1 1-15,-4-1 0 16,0 0 4-16,-2 0 1 16,1 0-2-16,-2 0 0 0,-3-2-2 15,-1 3 1-15,0-1-3 16,-2 0 1-16,-2 0-3 15,-4 0 1-15,0 0 1 16,-3 0-1-16,-7-2 0 16,-4-2 1-16,-9 2-1 0,-5-2 0 15,-6 0 0-15,-5-2 1 16,-2 0-1-16,-8 0 0 16,-2-1 1-16,1-3 0 15,-8 0 0-15,1-1-1 16,-5-3 0-16,0-2 1 0,-3 1-1 15,-3-3 0-15,-2 2-1 16,-4-2 0-16,-3 2 1 16,-3-1 0-16,-1 2 0 15,-2-2 1-15,-1 1 0 16,-1-2-1-16,3-1 0 16,-4 2 1-16,1-3-1 0,-1 0 1 15,-2 3 0-15,0 0 1 16,0 3 0-16,0-1 0 15,-7 2 1-15,-4 1-2 16,-2 0-1-16,-3 4 0 16,-2 0 1-16,-4 1 5 0,-2 3-9 15,-3 1 2-15,-3 1-1 16,-3 2 3-16,-2 1-2 16,-4 1 1-16,-1 1-1 15,-2-1 2-15,-3 2-1 16,0-1-1-16,-5 1 2 0,-2 0-1 15,-3 2-1-15,-2-2 1 16,-2 2 0-16,-3-2-2 16,-1 0 2-16,-2 0 0 15,-1 1 0-15,-2 0 0 16,-1 2 0-16,0-1 0 0,0-1 0 16,-3 2 0-16,2 0-1 15,-1 0 1-15,-5 0 0 16,4 0 0-16,-1-1-1 15,-2-1 2-15,2 2-1 16,2-4 0-16,-3 1 0 0,2-1 1 16,0 0-2-16,1-1 2 15,-2 1 0-15,-1 1-1 16,0-1 0-16,0 1 0 16,0 0 0-16,-3 2 0 15,2-2 0-15,-4 2 0 0,2-1-1 16,-3 1 1-16,-1-2 0 15,-2 3 0-15,1 0 0 16,-1 0 0-16,-2 0 0 16,0 0 0-16,-1 0 0 15,-2 0-1-15,-3 4 1 0,-4 2 0 16,2-2 0-16,-3 3-1 16,-1-3 0-16,1 2 0 15,0 0 0-15,2 1-2 16,-2-1 1-16,0-2-4 15,0 3 0-15,2-3 1 0,-1-1 3 16,0 0 0-16,2 1 1 16,-2-2 2-16,1-1-1 15,-4 1 0-15,2-2 1 16,0 2-1-16,0-1 1 16,0 1-1-16,0-2 0 0,2 2 0 15,0 0 1-15,-3-2-1 16,5 0 0-16,1 0 1 15,-1 0-1-15,1 0 1 16,2 0-1-16,-2-2 2 16,1 0-2-16,-1-1 1 0,5-1 0 15,-1 1 2-15,4 0-2 16,3 2 0-16,1-3-1 16,4 1 0-16,0 0 0 15,2 0 1-15,2 1-1 16,1 0 0-16,3 2-8 0,2-1 14 15,1-1-6-15,5 1 1 16,1-1 0-16,5 2-1 16,0-1 0-16,3 0 0 15,3-1 0-15,2 2 0 16,3 0 0-16,4 0 0 0,0 0 0 16,4 0 1-16,1 0-1 15,2 0 0-15,3 4 0 16,1-1-1-16,1 4 2 15,4 2-1-15,-3 1-1 16,3 2 1-16,0 0-1 16,2 3 1-16,1 1 0 0,0 3 0 15,2 2-1-15,0 0 1 16,3 3 1-16,1 2-1 16,-1 2 0-16,3 2 0 15,3 1 0-15,-2 1 0 0,6 0 0 16,0 0-1-16,3 0 1 15,1-3-1-15,0-1 0 16,0-1 1-16,7 0-2 16,0 0 2-16,0-1-1 15,2-1 1-15,-1 1 0 16,4-1 0-16,-3-2 0 0,0 2 0 16,2-2-1-16,0-1 2 15,2-1-2-15,-1 0 1 16,1-1 0-16,1 0 1 15,-1 1-1-15,3-2 0 16,-1 0 0-16,3 0 0 0,-2 1-1 16,4-3 1-16,0 1 0 15,0-2 0-15,0 0 0 16,1-1 0-16,0-2-2 16,2 0 2-16,0-2 0 15,0-2-1-15,4 2 2 0,0-1-1 16,5 0 2-16,5-2-2 15,9 1 0-15,8-1 1 16,10 1-2-16,9-3 1 16,15-3 0-16,8-3-54 15,7-18-189-15</inkml:trace>
  <inkml:trace contextRef="#ctx0" brushRef="#br0" timeOffset="48153.1">13245 5259 10 0,'-7'0'26'0,"5"0"9"0,-2 0-12 16,1 0-5-16,2-2 0 15,0-2-7-15,0 0-2 0,-1 1 1 16,0-1-2-16,0 1 3 16,2 0-4-16,-2-1-2 15,0 4-1-15,1 0-1 16,0 0-3-16,1 0 1 16,-1 0-2-16,0 3 1 15,0 7 0-15,0 2 0 0,0 2 0 16,1 1 1-16,0-1 0 15,0-4 0-15,1-3-2 16,9-7-1-16,8-1-8 16,10-18 27-16,13-11 6 15,13-9-12-15,16-10-2 16,19-12-7-16,13-7 0 0,14-12-2 16,10-11-72-16</inkml:trace>
  <inkml:trace contextRef="#ctx0" brushRef="#br0" timeOffset="66348.74">4781 3481 138 0,'0'0'-4'0,"-40"15"8"0,22-5 3 15,2-3-6-15,3 1 4 16,-1-2-1-16,1 1 0 0,-1-2-2 15,1-1-1-15,-1 3 7 16,1-1 5-16,-2 1-3 16,1-1-5-16,1 3-3 15,-1 0-1-15,1 4 0 16,-1-2-1-16,1 5 0 0,0-1 0 16,0 5 0-16,0 0 0 15,-1 4 0-15,3 2 0 16,-3 1-1-16,3 1 0 15,2-2 1-15,0 2-1 16,2 0 1-16,1-2 0 0,2 1 0 16,3 0 0-16,-1-2 0 15,2 0 0-15,0 0 0 16,0 1 0-16,0 0 1 16,5 1-1-16,1 0 0 15,-1 0 0-15,3 0 0 16,0-2 0-16,0 0 0 0,1-6-1 15,1 2 1-15,2-3 1 16,-1-3-1-16,3 2 1 16,-3-1-1-16,5-1 1 15,-3-2-1-15,3-1 0 0,0-1 1 16,2-2-1-16,1 0-2 16,1-4 6-16,1 3-1 15,-1-2 0-15,2-2 1 16,1 3-1-16,-1-1 2 15,2 1-2-15,1-3-2 16,0 3 0-16,0-2-1 0,-1-2 0 16,3 1 0-16,1-3 0 15,-3 2 0-15,4-2 0 16,-2 1 0-16,2 0 1 16,-1 0-1-16,2 1 2 0,2 0-1 15,-1 0-1-15,0 1 0 16,1 0 0-16,1-1 0 15,-1 0 2-15,1 0-2 16,0 1 0-16,-2-3 0 16,3 1 1-16,1-2-1 15,4 1 1-15,-1-1-1 0,0 0 1 16,4 0-1-16,-3 0 0 16,3 2 1-16,-2-1-1 15,-1 2 0-15,0 0 0 16,3 0 0-16,1 1 0 0,2-3 0 15,0 1 0-15,-1-2 0 16,0 0 1-16,4 0-2 16,-4 0 2-16,2 0-1 15,0 0 0-15,1 0 0 16,0 0 0-16,-2 0 0 16,2 0 0-16,2 0 0 0,0-2 0 15,2 1 0-15,1-1 0 16,2-3 0-16,-1 1 0 15,1-2 0-15,-1 3 0 16,0 0 1-16,1 0-1 16,0 3 1-16,-2 0 0 0,-1 0 0 15,0 0-1-15,3 0 0 16,-2 0 0-16,1 0 1 16,1 0-1-16,2 0 0 15,0 0 0-15,-1 0 0 16,1 0 1-16,0 0-2 0,1-4 1 15,1 4 0-15,-2-3 1 16,-1 2-1-16,1-2 0 16,-4 3 0-16,3-1 0 15,-2 1 0-15,1 0 0 16,2 0 0-16,-2 0 2 16,2 0-2-16,-1 0 0 0,0 0 0 15,3 0-2-15,0 2 4 16,-2 1-2-16,0 1 0 15,-1-1 0-15,1 0 0 16,0 0 0-16,2-2 0 0,-4 0 1 16,4 0 0-16,-4-1 0 15,2 0 0-15,0 0 0 16,4 1 1-16,-4 1 1 16,2-1-1-16,-3-1 1 15,3 3-1-15,-2-2-2 16,2 2 1-16,1-1-1 0,-1 1 1 15,1-2-1-15,0 2 0 16,2-1 0-16,0 0 1 16,3 1-1-16,-1-1 0 15,0 0 0-15,3 1 0 16,-1 0 0-16,-1-2 1 0,2 1-2 16,2-1 2-16,2-1-1 15,-3 3-1-15,2-3 2 16,0 0-1-16,1 0 0 15,0 0 0-15,1 1 0 16,0-1 1-16,-1 0-1 0,-1 0 0 16,0 3 0-16,3-3 1 15,-3 0 0-15,2 2 3 16,-1-2-3-16,3 0 1 16,1 0-1-16,-2 0 0 15,4 0 0-15,-5 0 0 0,3 0 0 16,-3 0 0-16,3 0-1 15,-2 0 1-15,0 0-1 16,0 0 0-16,1 0 1 16,0 0-1-16,-3 0 0 0,0 0 2 15,1 0-2-15,2 0 0 16,-1 0 1-16,0 0-2 16,-1 0 2-16,3 0-1 15,-1 0 1-15,-1 0 0 16,2 0-1-16,-1 0 0 15,0 1 1-15,2-1-1 0,-2 1 0 16,2-1 1-16,0 0-2 16,1 0 1-16,2 0 1 15,-1 0-1-15,-1 0 0 16,2 0 0-16,-5 0 1 16,4 0-1-16,-2 0 0 15,4 0 1-15,-1 0-2 0,2 0 2 16,1 0-1-16,2 0 0 15,0 0 0-15,-4 0 0 16,0 0 0-16,2 0 2 16,-3 2-4-16,2-1 4 15,0 2-2-15,3 0 0 0,0-2 0 16,-1 2 0-16,1-2 0 16,-4 1 0-16,1 2 0 15,-3-1 0-15,0 1 0 16,-2 1 0-16,2-1 0 0,2 0 0 15,-1-1 0-15,1 1 0 16,0-1 0-16,-1 1 0 16,1-1 0-16,2 0 0 15,-1 0 0-15,-3-2 0 16,2 2 0-16,1 0 0 0,1 0 0 16,-5-2 1-16,3 2-1 15,1-3 0-15,-2 2 0 16,1 0 1-16,0 0-1 15,3 0 3-15,2 1-3 16,-1-1 2-16,1 1-2 0,0-3 1 16,0 3 0-16,1-2-1 15,1-1 0-15,-1 0 1 16,3 0-1-16,1 0 0 16,-1 0 0-16,1 0 2 15,-1 0 0-15,3 0 2 16,0 0-1-16,2-1-1 0,1-2 0 15,2 0 0-15,0-1-1 16,-3 2 4-16,-1-1-3 16,0 0 2-16,1 2-1 15,-5-2-1-15,3 2 1 16,0-1-2-16,1-1 0 0,0 1-1 16,-5 0 0-16,3-2 1 15,-4 0-2-15,-3-2 1 16,-1-1 0-16,0 1 1 15,-6 0-1-15,0-5 0 16,-5 1 0-16,-4 0 0 0,-2-2 1 16,-6-3-1-16,-3 1 0 15,-4-3-1-15,-4-3 2 16,-1 0-1-16,-5-1 0 16,-4-6 1-16,-1 2-1 15,-2-2 1-15,-6-3-1 0,-1-2 0 16,-2-2 0-16,-2 0 1 15,-3-1-1-15,-4 1 1 16,-1 0-2-16,-4 1 2 16,-1 3-2-16,-3 2 1 15,-4 1-1-15,-1 1-1 0,-1-1-2 16,-2 3-3-16,0 0 0 16,0 1-4-16,-7 0 5 15,-4 2-1-15,-3 1-2 16,-2-1 9-16,-3 3 0 15,-1 0-3-15,2 3 4 0,-6-1 1 16,1 2 0-16,3 3 0 16,-5-1 0-16,-1-1 0 15,1 1 2-15,0-1 2 16,-2 3-1-16,-1-3 0 16,-1 2 0-16,-2 1-4 0,1 0 1 15,-1 0 0-15,-3 3-2 16,0-2 0-16,0 4 0 15,-1-1-1-15,-2 2 2 16,-2 1-1-16,-3-1 0 16,-2 1 0-16,1 0 0 15,-6 1-1-15,2 0 1 0,2-1 1 16,-6 0-1-16,2 3 0 16,-3-3-1-16,0 3 1 15,-2 0 1-15,-2 0-2 16,2-1 2-16,-3 1-1 0,-1-3 0 15,-2 3-1-15,-1 0 2 16,-5 0-1-16,-2 0 0 16,-2 0 1-16,-1 0-1 15,0 0-1-15,-3 0 1 16,0 0 1-16,-1 0-2 16,-1-3 1-16,0 2 2 0,-3-2-2 15,0 0-1-15,-4-1 1 16,2 2 1-16,2-1-1 15,-4 1 1-15,-1 0 0 16,-1-2-2-16,0 4 1 16,-4-2 0-16,-1 1 0 0,-2 1-1 15,5-3 1-15,-4-1-2 16,1 1 3-16,-2 0 2 16,1 0-3-16,-4-1 0 15,-2 3 2-15,1-1-2 16,0-2-1-16,-1 3 3 0,-2-1 0 15,-1 1-2-15,2 0 0 16,-6-1 0-16,-3 0 1 16,4 0 0-16,-1-1-2 15,-3 0 2-15,0-1-1 16,-1-2 1-16,-1 1-1 16,-2-2 1-16,3 1 1 0,-1 0 1 15,-2 0 0-15,1 2 0 16,-1-3-2-16,0 3-1 15,-5-1 1-15,3 0-1 16,1-2 0-16,-3 1 0 16,1-1 2-16,-1-2-2 0,2 2 1 15,-1 0 0-15,2-2 1 16,-3 2 0-16,2 0 1 16,1 0 1-16,-5 0-3 15,0 0-2-15,-2 0 4 0,3-1-3 16,-5-1 0-16,1 2 4 15,1 2 0-15,-1-2 0 16,-2 2 1-16,1 0-5 16,0 1 3-16,0 0-3 15,-2 0 2-15,0 0-3 0,0 1 2 16,-2 0 0-16,2 1-1 16,-2-2-3-16,2 0 5 15,2 1-1-15,-2-1-2 16,2 1 3-16,1 1-2 15,-1 0 1-15,1-1-1 16,-2 1 0-16,0-1 0 0,1 2 4 16,-2 1-3-16,-2 0-2 15,2 0 3-15,0 0-2 16,0 0 3-16,2 0-8 16,0 0 18-16,2 0-22 0,0 0 26 15,0 4-19-15,-2-1 1 16,-1 0-1-16,1 0 2 15,-2 0-11-15,2 0 8 16,-1 0 14-16,1-2-17 16,4 2 10-16,-3-2 1 15,6 1 1-15,-2-1-4 0,1 0-1 16,0 1 1-16,3-1 0 16,-5 2-1-16,3-1 3 15,-1 2-4-15,2-1 1 16,1 1-1-16,-1 0 0 0,3-1 1 15,1 0-1-15,-1 0 0 16,3 0 0-16,0 1 1 16,2 1-1-16,-1 1 2 15,4-3-2-15,-1 4 1 16,2 1 0-16,3-2 0 16,2 3 0-16,0-1-2 0,0-1 2 15,4 0-1-15,3 0 0 16,1 1 0-16,1-2 1 15,2-1-2-15,5 1 1 16,-1-2 1-16,6 0-1 16,0-1 1-16,4-2 0 0,2 2 0 15,4-2 0-15,1 1 1 16,3-2 3-16,5 2 1 16,0-1 0-16,2 1 0 15,4 0-2-15,2 1-2 16,4 1-1-16,3 2 1 0,5 4-2 15,3 4-2-15,0 2-12 16,1-8-86-16,3-8-142 16</inkml:trace>
  <inkml:trace contextRef="#ctx0" brushRef="#br0" timeOffset="68165.53">21589 3969 78 0,'1'0'16'0,"-1"0"-11"0,0 0 0 0,0 0 6 15,0 0 3-15,0 0-5 0,0 0-1 16,0 0-4-16,0 0-3 15,1 0 0-15,0 0 0 16,2 0-1-16,1 0 0 16,0 0 0-16,1 0 0 15,2 0 0-15,-3 4-1 0,3-1 1 16,-4 0 0-16,4 0 0 16,-3 0 0-16,-1-2 1 15,1-1-1-15,0 0 1 16,0 0-1-16,1-1 12 15,4-10 13-15,0-4-8 16,3-2-6-16,5-7 4 0,2-6-2 16,4-4-1-16,3-4 3 15,6-5 1-15,4-6-7 16,9-1-1-16,3-4-5 16,11 0-3-16,2-6-1 15,-1-2-43-15</inkml:trace>
  <inkml:trace contextRef="#ctx0" brushRef="#br0" timeOffset="70358.83">21425 3935 90 0,'0'0'14'0,"0"0"10"0,0 0 14 15,0 0 0-15,0 0-14 16,0 0-4-16,0 0 0 0,0 0-4 16,0 0-12-16,0 0-4 15,3 0-3-15,1 0 4 16,1 0-1-16,0 0 0 15,4 0-1-15,3-10 1 16,9-6-1-16,7-9 1 16,7-18-1-16,2-16-45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50:15.4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752 4698 108 0,'0'0'7'0,"0"0"-3"0,0 0-6 0,0 0 2 16,0 0 2-16,0 0-1 16,0 0 1-16,42 27 1 15,-19-27 0-15,8-16 13 0,9-11 3 16,13-11 8-16,14-13-16 16,13-8-6-16,15-11 0 15,10-6-3-15,9-3 0 16,4 2 1-16,0 0-3 0,-4 9-33 15,-13 5-44-15</inkml:trace>
  <inkml:trace contextRef="#ctx0" brushRef="#br0" timeOffset="654.92">825 8443 75 0,'0'0'6'0,"15"38"1"0,-1-25 1 0,2-6-3 0,8-7-4 0,-1-3 8 16,8-18 2-16,7-17 22 15,7-15 5-15,4-18-15 16,13-13-11-16,10-15-4 15,6-9-5-15,7-3-2 16,7 1 1-16,2 4-2 0,-5 11-32 16,-9 17-58-16</inkml:trace>
  <inkml:trace contextRef="#ctx0" brushRef="#br0" timeOffset="1511.12">669 12673 97 0,'0'0'-3'0,"0"0"9"0,0 0 2 15,0 0-8-15,0 0 0 16,0 0 0-16,0 0 0 15,0 0 1-15,0 0 1 0,0 0 1 16,38 29 2-16,-24-26 0 16,-2-1-2-16,1-2 2 15,2 0-1-15,2-3 2 16,1-17 6-16,7-14 8 16,8-23 9-16,11-25-4 0,12-32-5 15,19-30-12-15,17-29-5 16,17-27-1-16,7-16-5 15,-2-13-90-15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5:57:27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12305 7263 29 0,'-2'0'4'0,"1"0"0"0,-2 0-4 0,3 0 1 16,0 0-1-16,-2 0 0 16,2 0 1-16,-2 0 5 15,2-2 8-15,-3 0 1 16,2 0 0-16,0-1-2 0,0 2-4 16,0-1-3-16,1 1-2 15,0 1-2-15,0-1-2 16,0 1 1-16,0 0-2 15,0 0 1-15,0 0-1 16,0 0 1-16,0 0-1 0,0 0 1 16,0 0 0-16,0 0 0 15,0 0 0-15,7 0 0 16,-3 2 0-16,4-2 0 16,0 2 2-16,1-2-4 0,0 0 4 15,1 0 1-15,2 0 0 16,0 0-2-16,1 0 2 15,1 1-2-15,3-1 0 16,-1 0-1-16,0 0-1 16,4 0 0-16,-5 0 2 0,2 0 0 15,-1 0 2 1,0 0 1-16,0 0-1 0,2 0-1 16,1-1 2-16,0-1-3 15,1 2 1-15,1 0 1 16,-2 0-3-16,1 0 2 15,0 0-2-15,-2 0 0 16,3 3 1-16,-2 0-1 0,4 3 0 16,-2-2 0-16,3 0 0 15,0 0-1-15,1-1 1 16,2 0 0-16,0-1-1 16,2-1 2-16,2-1-3 0,-1 0 3 15,1 0-1-15,4 0-1 16,-3 0 3-16,3 0-1 15,-1 0 0-15,1 0-2 16,4 0 1-16,-3 2 1 16,4 0 0-16,0 0 0 0,2-1-1 15,-1-1-2-15,1 0 1 16,3 0 0-16,-1 0 0 16,3-1 4-16,3-5-2 15,-2-1 4-15,4 0-1 16,-1-2-2-16,-1 1 0 15,2-1-1-15,0 1 0 0,2 1-2 16,0-2 3-16,-2 2 0 16,1 1 2-16,3 2-1 15,4 0-1-15,-1 1 0 16,7 0-1-16,1 2-1 16,7-2 1-16,-2-1 1 0,4-2-2 15,-4 1 1-15,-2-6 1 16,0 4-2-16,-2-3 5 15,-2 0 5-15,-3 0-6 16,1 2-2-16,-1 1 1 16,-3 2-3-16,-2 0 1 0,-6 2 0 15,-3 2-1-15,-13 1-10 16,-6-2-42-16,-11-1-37 16</inkml:trace>
  <inkml:trace contextRef="#ctx0" brushRef="#br0" timeOffset="1331.32">12387 7322 28 0,'-3'0'10'0,"1"0"12"0,0 0-8 16,2 0-5-16,0 0-3 0,0 0 0 16,0 0-2-16,0-1-4 15,0-2 0-15,4 2 1 16,-1 1 0-16,4-2 0 15,-2 2 0-15,3 0-1 16,0 0 0-16,3 0 0 16,3 0 0-16,1 0 0 0,2 0 0 15,5 0 0-15,1 2-1 16,3-1 1-16,5 2-2 16,-1-3 1-16,6 0-6 15,-1 0 7-15,1 0-2 16,0 0 14-16,1 0-2 0,1 0 0 15,3-3-4-15,-1 0 6 16,2-1-8-16,1 0-3 16,0 1 0-16,0 3 0 15,2-2-1-15,3 2 0 16,-2 0 1-16,4 0-1 0,1 0 0 16,1 0-1-16,0 0 3 15,1 0-2-15,-2 0 0 16,0 0 1-16,3-4-1 15,5-1 2-15,-4 0 4 16,5-2-4-16,0 1-1 0,1 2 0 16,-2 0-1-16,3 1 1 15,-2 2 1-15,-3-1-4 16,1 2 4-16,4 0-4 16,-4 0 2-16,3 0 0 15,2 0 0-15,5 0 0 0,-1 0 2 16,2 0-2-16,1 0 0 15,-1 0 2-15,-2 0-1 16,-3-2 2-16,0-1-1 16,-2-2 0-16,-2 1 1 15,-3-1 1-15,-1-1-1 16,-1 0-1-16,-4-2 2 0,-1-1 3 16,-4-1 3-16,-2 0-6 15,-4 1-2-15,-1 0-1 16,-5-3 0-16,0 2 0 15,-6-2 0-15,-1-1-6 16,0-3-21-16,-2-1-26 0,0-6-27 16</inkml:trace>
  <inkml:trace contextRef="#ctx0" brushRef="#br0" timeOffset="2952.01">15447 6053 75 0,'0'-4'6'0,"-2"-4"16"0,0 0-1 0,1-2-4 0,-2 1-8 16,1-1-6-16,2 1-1 15,-2-1 0-15,0-2-2 16,-2 2 0-16,1-1 0 15,-1-2 1-15,-2 2 0 16,-2-1 1-16,-2-1 0 0,-2 1 0 16,-2-1 3-16,-1 2 2 15,-1 1-2-15,-1 0 1 16,-3 1 1-16,-1-1-3 16,0 3-1-16,0 3-1 15,-2-2-1-15,-3 5 0 0,2-2-1 16,-2 3 2-16,-1 0-2 15,-3 0 0-15,-1 0 1 16,-1 0 0-16,-1 0-1 16,-1 6 1-16,-6-1-1 15,2 1 0-15,-2 1 0 0,0 2 1 16,-3-1 0-16,1 1 0 16,-2 2 0-16,0 2 1 15,-4 1-1-15,0 2 0 16,-3 1 1-16,4 4-2 15,-4 2 1-15,2 2-1 16,4 4 1-16,2-1-1 0,0 2 0 16,3-2 0-16,1 2 0 15,1-1 0-15,5-1 1 16,0 0-1-16,3 2 0 16,4 3 0-16,2 1 0 0,-1 3 0 15,2-1 0-15,6 3 0 16,1 2 0-16,1-1 0 15,3-1 0-15,2 0 0 16,5 1 0-16,-2 0 0 16,7-1 0-16,0 0 0 0,0-4 0 15,5-1-1-15,2-2 2 16,1-5-2-16,-1 0 2 16,3-3-1-16,0 0-1 15,1-3 1-15,-1 3-1 16,2-1 0-16,1 1 2 0,2 3-1 15,1-1 0-15,3 2-1 16,0 1 1-16,4 2 0 16,4-2-3-16,2 0 2 15,3-2 0-15,5-1-1 16,-3-5 0-16,2-3 0 16,0-3 3-16,-3-2-2 0,3-2 1 15,-1-1 3-15,5-2 0 16,1 0 3-16,1 1-1 15,2-2-1-15,2 1-3 16,-1 0 4-16,0 1-4 16,4 0 0-16,-1 0 0 0,5-2-1 15,0-1 1-15,-2-3 0 16,-1-1-1-16,-1-2 0 16,-5 0 0-16,-2-4-1 15,1-7 2-15,-1-3 1 16,-1-2 9-16,2-2-1 0,-2-1-3 15,1-2 0-15,-2-1-4 16,-2-3-1-16,-1-3 0 16,-2-1 1-16,0-5-2 15,-5-3 0-15,1-1 1 16,-3-2 0-16,1 0 1 16,-2-2 1-16,-1 0-2 0,0 1-1 15,0-3-1-15,-7 0 0 16,2-1 2-16,-5-1-1 15,-3-1 2-15,-4 1 4 16,-3 0 0-16,-6 2-2 0,0 0-2 16,-3-3-1-16,-8 2 0 15,-3-1 1-15,-2-2-2 16,-6 5 3-16,0-1-2 16,-9 3-1-16,-6 0-1 15,-5 1 1-15,-10-1 0 0,-8 4 0 16,-12-1 0-16,-10 5-2 15,-7 5 0-15,-14 6-15 16,-8 5-26-16,-8-1-68 16</inkml:trace>
  <inkml:trace contextRef="#ctx0" brushRef="#br0" timeOffset="4113.93">14405 7203 9 0,'-8'0'3'0,"-2"0"0"0,2 0-1 0,0 0 0 0,2 0 2 15,-3 0 4-15,4 0-1 16,-2 0-1-16,2 0-2 16,2 0 5-16,-3 0 5 15,3 0 3-15,1 0-5 0,2 0-3 16,0 3-7-16,0-3-2 16,0 3 0-16,0-2 0 15,0 2 0-15,2-1-1 16,5-1 1-16,1-1 1 15,4 0 7-15,3 0-4 16,3 0 5-16,5 0-8 16,6 0 4-16,4-3-8 0,1 3 9 15,7-1-7-15,1-1 0 16,4 2 6-16,1 0-4 16,2 0 0-16,-1-1-1 15,1-2 1-15,-3-2 0 0,-4 0-2 16,-1-1 3-16,-3 1-2 15,-5-1 0-15,-3 1 1 16,-3 1 0-16,-2-1-1 16,-4 2 1-16,-5 0-2 15,-5 0-3-15,-3 0-20 16,-4-1-17-16</inkml:trace>
  <inkml:trace contextRef="#ctx0" brushRef="#br0" timeOffset="8176.73">15576 7004 120 0,'-4'0'2'0,"0"-3"6"0,3-1 8 16,0 1-7-16,0 1-1 0,1 0-1 16,-2 1 0-16,2 1-1 15,0 0-4-15,0 0-5 16,0 0-3-16,2 1-21 15,1 3-23-15</inkml:trace>
  <inkml:trace contextRef="#ctx0" brushRef="#br0" timeOffset="8533.61">15824 7104 128 0,'0'0'-58'0,"0"0"21"0</inkml:trace>
  <inkml:trace contextRef="#ctx0" brushRef="#br0" timeOffset="11651.28">14666 5993 51 0,'0'-3'3'0,"0"2"0"0,0-2 0 0,0 2-1 16,-4-1 0-16,0 1 4 15,0-2 3-15,1 0 0 16,-5 0 2-16,2 0-3 0,-4-1 0 16,2 0 1-16,0-1-3 15,-4 1-1-15,2 0-1 16,1 1 1-16,-3 0-4 16,1-1 0-16,-3 1 0 15,2 3 1-15,-1-1-1 16,-2 1 1-16,0 0 0 0,-1 0-1 15,-3 0-1-15,1 4 0 16,-1 2 2-16,2-1-2 16,0 1-2-16,2 1 4 15,-1-2-4-15,1 2 4 0,1 1-2 16,-1-1 0-16,-1 2 0 16,0 1 0-16,-2 1 0 15,3 2 0-15,-1-2 0 16,-2 2 1-16,1-2-2 15,-2 2 2-15,2 0-1 0,-2 0 0 16,2-2 0-16,1 3 1 16,1-1-1-16,1-2 0 15,3 3 0-15,0-1 0 16,2-1-1-16,0 0 2 16,1 1-2-16,0 0 1 15,-2 0 0-15,2 1 1 0,2-1-1 16,-3 4-1-16,4-3 2 15,-2 5-1-15,2-1 0 16,2 2 0-16,-2 0 0 16,-1-2 0-16,3 5 0 15,-1-2 0-15,0 2 1 0,-1-1-1 16,1 0 0-16,-5 1 0 16,4-2 1-16,-4 0-1 15,2-1 1-15,0-1 0 16,3-2-1-16,0 1 0 15,2-1 0-15,0-1-1 0,2-1 2 16,0 1-1-16,0 0 2 16,0 1-2-16,0 0 0 15,0 1 1-15,-3 2 0 16,1 1 2-16,-4 2-2 16,3-3 0-16,-2 3 0 0,3-3-1 15,-2-2 0-15,2-1 0 16,2 0 0-16,0-2 0 15,0 0 0-15,0 1 0 16,0-1 0-16,1 4 0 16,4-1 1-16,-3 2 0 15,3 1-1-15,-1 1 0 0,1-2 1 16,2 1-1-16,1 0-2 16,1-1 3-16,0 1-1 15,2-2 0-15,1-1 0 16,-4-1 1-16,2-1-1 0,3-2 0 15,-4 0 1-15,0-1-1 16,3 0-1-16,0 0 2 16,1-2-2-16,2 3 1 15,1-4 0-15,5 3-1 16,-2-2 2-16,4-1 1 0,0 1 2 16,0-1-4-16,2 1 2 15,-1-2-2-15,-3 0 1 16,2-1-2-16,2 1 2 15,0-2-1-15,-3 0 1 16,7 0-2-16,-2-1 1 16,3 1 0-16,4-2 0 0,-2 0 1 15,3-1-2-15,2 3 0 16,1-2 2-16,1-1-1 16,2 2 1-16,3-3-1 15,0 1 0-15,5-1 0 16,-3-1 2-16,1-2-2 0,-3 0 1 15,-1 0-1-15,-3 0 0 16,0-4 1-16,1-3-2 16,1-3 5-16,-2-3 5 15,3 1-1-15,-2 0-2 16,1-2-3-16,0-3 1 0,-2 3-2 16,-2-3-1-16,0 0 1 15,-3-1-1-15,0 0 1 16,-4-2 1-16,-1-1 0 15,-3 1 0-15,-2 0 1 16,0-4-1-16,-4 0-2 0,3-4 0 16,-6-1 0-16,4-2 0 15,-5 0 0-15,1-2 0 16,-2 3 1-16,-3-1 0 16,-3 1 0-16,1-1 3 15,-8 2-1-15,-1 0 2 0,-1-1-1 16,-1-1 1-16,0-2 2 15,0-1-2-15,-4-2 0 16,2 2-2-16,-2 0 0 16,-1 0-1-16,0 4-2 15,-1-1 0-15,0 2-1 0,1 1 1 16,-3-2-2-16,0 2 2 16,-1-3-1-16,-1-1 1 15,0 1-1-15,1 3 0 16,-2-1 0-16,-2 1 0 15,0 1-1-15,-1 3 0 16,-4 0 0-16,-4-2 0 0,-1 3 0 16,-4-1 1-16,-5 0-3 15,-3 0 2-15,-2 1-1 16,-4 3-5-16,-4 0-6 16,-4 5-8-16,-6 3-22 0,-4-2-22 15,-3 1-45-15</inkml:trace>
  <inkml:trace contextRef="#ctx0" brushRef="#br0" timeOffset="18110.97">14470 7177 4 0,'0'0'8'0,"0"0"-13"0</inkml:trace>
  <inkml:trace contextRef="#ctx0" brushRef="#br0" timeOffset="18594.49">14457 7199 84 0,'0'0'10'15,"0"0"-5"-15,0 0-2 16,-41-4-3-16,30 4 0 0,-3 0 0 16,4 0 1-16,3 0 0 15,0 0 6-15,5 0 3 16,2 0-5-16,0 0-8 16,1 0-6-16,11 1 4 15,6 3 3-15,7-2-3 0,11-2 5 16,6 0 7-16,8 0-1 15,6-9 12-15,7-2 6 16,7-3-6-16,0 0-3 16,5-1-5-16,-1 1-2 15,-1 1-3-15,0 3-1 0,-8-1 1 16,-1 2-4-16,-7 2 0 16,-5 0 1-16,-8 0-1 15,-7 4 0-15,-5-1-1 16,-6 1 1-16,-7 2 1 15,-2-1-2-15,-6 2 0 0,-1 0 0 16,-2 0-14-16,-4 4-29 16,-4 1-5-16,0-1-1 15</inkml:trace>
  <inkml:trace contextRef="#ctx0" brushRef="#br0" timeOffset="20757.37">10820 6209 42 0,'-3'0'5'0,"1"0"-2"0,0 0 5 0,0 0 5 0,-2-3-5 15,0 0 1-15,1 2 2 16,-3-3-4-16,0 1 0 16,2 0-3-16,-1 0 0 15,1 0-2-15,0 0-2 0,-2 1 1 16,3 0-1-16,-4-1 0 16,0-1 0-16,1 0 0 15,-2 1 1-15,2-1 1 16,-3-1 3-16,3 3 4 0,-3 0-4 15,0-1-4-15,2 3 0 16,-2-1-1-16,-2 0 0 16,-1 1 1-16,0 0-1 15,-2 0 1-15,-1 0-1 16,-1 0 0-16,0 0 0 16,0 2 1-16,-1 1 0 0,-2 1-1 15,2 1 2-15,1 0-1 16,0 1 1-16,1-2-1 15,-1 3 0-15,3-1-1 16,-2 0 0-16,1-1 1 16,3 1-1-16,-1 0 0 0,1 0 0 15,-1-1 1-15,0 4-1 16,0-2 0-16,1 3 1 16,-2-2-2-16,0 5 2 15,-3-2-1-15,3-1 0 16,-1 3 0-16,3 1 0 15,-3 2 0-15,3-2 0 0,-1 3 0 16,1-1 0-16,3-1 0 16,-1 1-1-16,3-1 1 15,-2 1 0-15,2 1 0 0,0 0 0 16,1 0 0-16,0 2 0 16,0-2 0-16,1 0 0 15,2 0 0-15,-2-3-1 16,1 1 1-16,1 0 0 15,2-1 0-15,-2-1 0 16,2 4 0-16,0-1 0 0,0 1-1 16,0 0 1-16,0 1 0 15,0 0 0-15,0 1 0 16,0 0 0-16,0 1 0 16,0-1 0-16,0 1 0 15,0 1 0-15,0-2 0 16,0 2 0-16,2-1 0 0,0 0-2 15,1 1 2-15,3 2 0 16,-1 0 0-16,2 0-2 16,-3-1 4-16,0-2-2 15,3 3 0-15,-3-3 0 16,0 1-2-16,4-2 2 0,-2 1-1 16,3-1 0-16,1 0 2 15,1 1-3-15,1-2 2 16,5 2 0-16,-2-3 1 15,1 0-1-15,2-1-1 16,4-2 1-16,-1 0-3 0,3-3 3 16,0 1-2-16,1-1 3 15,2-2-2-15,2-2 1 16,0 0 3-16,0-3 2 16,4-4-1-16,3 0-3 15,0 0 6-15,0 0-3 0,2-4-3 16,0-3 4-16,-5-2-2 15,1-2 2-15,-3 1 1 16,0-3-1-16,-1-1-1 16,1-3-1-16,2-2-1 15,-1-2-1-15,1-1 2 0,-2-1 1 16,-4-3 4-16,-2 2-7 16,-5 0-1-16,-4 0 2 15,-4-2 0-15,-2 2 3 16,-5-3 2-16,1 2-2 15,-2-2-1-15,-3-1-2 0,1-1 0 16,-2-1 0-16,0-3-1 16,0 0 1-16,0-2 0 15,0-3 2-15,0-2 0 16,0 0 0-16,0 0 1 16,-1-2-2-16,-1-1-2 0,0 0 1 15,0-2-2-15,-5 1 1 16,-1 1 0-16,-4 4-1 15,-3 0 1-15,-6 5 0 16,-3 3 0-16,2 6 1 16,-5 3 4-16,0 5-6 0,-2 6 0 15,-3 4-2-15,1 7-13 16,-6 0-26-16,-6 7-33 16,-1 3-17-16</inkml:trace>
  <inkml:trace contextRef="#ctx0" brushRef="#br0" timeOffset="22760.05">9294 7041 70 0,'0'0'3'0,"0"0"-1"0,0 0-3 0,0 0 1 0,0 0 0 16,0 0 1-16,0 0-1 16,0 0 0-16,0 0 0 15,0 0 0-15,0 0-1 0,0 0 3 16,17 27-1-1,-9-27 5-15,2 0 3 0,-1 0 1 16,7 0 8-16,2-7-4 16,6-4 2-16,3-3-1 15,11-4-8-15,7-3-3 16,13-2-2-16,13-8-1 0,15-4-2 16,12-11-53-16</inkml:trace>
  <inkml:trace contextRef="#ctx0" brushRef="#br0" timeOffset="28039.85">12545 7413 90 0,'0'0'-2'0,"0"0"2"0,0 0 0 0,0 0-1 15,0 0 1-15,0 0 0 16,45-27 0-16,-40 23 1 0,1 3 6 16,2-1 4-16,2 1-4 15,1-2-5-15,6 2-1 16,7-1-1-16,2 2 1 15,6 0-1-15,9 0 0 16,7 0-1-16,8 0-1 16,7 3-13-16,10 0 13 0,8-2 0 15,10-1 1-15,5 0-1 16,6 0 5-16,8 0 1 16,9-1 5-16,4-1 0 15,5 1 3-15,6 1-1 16,4 0-3-16,-1 0-1 0,3 0 0 15,-2 0-4-15,-3 0 0 16,-7-3 1-16,-7-2 4 16,-7-1 5-16,-12-1 3 15,-12-1-2-15,-10 1-2 16,-8 1-5-16,-10 0-1 0,-13 0-4 16,-8 2-1-16,-12 1 0 15,-10-3-8-15,-14 2-40 16,-5 0-35-16</inkml:trace>
  <inkml:trace contextRef="#ctx0" brushRef="#br0" timeOffset="37016.21">15245 9426 13 0,'-4'0'60'0,"-2"-2"-57"0,1-2 5 0,-2 1 2 15,3-1-1-15,1 1-1 16,-1 0 1-16,2-1-2 16,1 1 2-16,0 2 7 0,1-1-8 15,0 2-6-15,0 0-4 16,8 0 3-16,-3 0 0 15,6 0-1-15,0 0 0 16,0 0 0-16,3 3-2 16,-1 0 3-16,-1 2-2 0,1 0 0 15,-2-1 1-15,0 3 1 16,-2-2-1-16,-1 0 1 16,0 1-1-16,-4 4 0 15,-1-3 0-15,1 3 0 16,-4 1 0-16,0-1 0 0,0 2 0 15,0 1-1-15,-2-1 3 16,-5 3 1-16,-2 1-2 16,2 0 0-16,-4 1 0 15,-3 0-1-15,1 3 2 16,0 1-1-16,-2 1-1 0,2 2 1 16,-1 0-1-16,2 3 0 15,1 3 1-15,2-1-1 16,0 0 2-16,3 2-2 15,1-1 0-15,5-4-2 16,0-1 2-16,11-1-1 16,2-4 2-16,2-3-2 0,2-4-1 15,3-2 4-15,0-5-2 16,-3-3 3-16,2-2 4 16,-4-1-1-16,0 0 1 15,-3 0-7-15,-3-1 4 16,-1-2-3-16,-5 3 0 0,-1 0-1 15,-2 0-1-15,0 0-4 16,0 0-3-16,-1 4 3 16,-4 6 0-16,-5 3 11 15,0 4-6-15,-3 3 1 16,1 4-1-16,1 3 1 0,-2 2-1 16,5 0-1-16,3 3 0 15,2 0-2-15,-1 1 3 16,3 0 2-16,1 2-1 15,0 0-1-15,0 3-1 16,1 1 1-16,5 1-2 0,-2 1 2 16,3 1 2-16,-2 0-1 15,4-1-1-15,-4-1 0 16,1 2 0-16,0 0 1 16,2 1-1-16,-4 2 2 15,0-1 1-15,-1 1 1 0,-1-1 1 16,-2-1-4-16,0 1 3 15,0-3-1-15,-6-2 2 16,-1-1-2-16,-3-4 1 16,-3-4 2-16,-5-5-3 15,-2-2 1-15,-6-4 0 0,-6-4-2 16,-4 1 0-16,-2-7-3 16,-2-7-55-16,0-2-69 15</inkml:trace>
  <inkml:trace contextRef="#ctx0" brushRef="#br0" timeOffset="37961.16">15120 9555 92 0,'-4'-10'9'0,"0"0"-2"0,1 0 5 0,1 0 7 16,0 0-4-16,0-2 1 15,2 0-2-15,-3 2-5 16,3 0 0-16,0 0 1 16,0 3-8-16,0 1-2 0,5 2 0 15,3 1-3-15,2 3 3 16,5 0 0-16,1 0-1 16,4 2-3-16,-2 5 3 15,4 6 0-15,-4 2-2 16,-1 2 1-16,-3 5 1 0,-4-1-1 15,-2 5 1-15,-6-1-1 16,-2 2 0-16,0 3 3 16,-4 3-4-16,-3 2 6 15,-5 3-3-15,1 1 0 0,0 3 0 16,1 1 1 0,-4 1-1-16,3 1 0 0,-1 1 0 15,0 2 2-15,5-1-2 16,0-3 0-16,4-1 0 15,3-8 0-15,0-7-2 16,5-7-1-16,5-7 1 0,4-7-3 16,0-5 4-16,-1-2 3 15,-1 0 6-15,-1 0 0 16,-5 0-5-16,-1 0-1 16,0-1 1-16,-5 1-1 15,0 0-3-15,0 0-22 0,-7 7 9 16,2 2 8-16,-5 5 1 15,3 6 1-15,-3 4 2 16,0 6 1-16,3 6 0 16,-3 6 2-16,4 6-1 15,0 2 1-15,3 4 3 0,1-3-2 16,0 1 2-16,2-3 3 16,0-1 0-16,0-2-1 15,0-1 1-15,0-1-1 16,-7-1-3-16,-6 2 0 15,-5-2-1-15,-11 5 2 0,-10 3-3 16,-11 3 1-16,-9-2-41 16,-9-6-47-16</inkml:trace>
  <inkml:trace contextRef="#ctx0" brushRef="#br0" timeOffset="41178.64">19208 13094 94 0,'0'-4'21'0,"0"1"19"0,-2 1-22 0,-2 1-9 16,-1 0-8-16,2 1-2 15,-3 0 9-15,0 0-3 16,-2 0-2-16,0 0 2 16,-1 1 2-16,2 5-2 0,-4 0-1 15,0 2-2-15,0 2-1 16,-2 3 0-16,3 1-1 16,-3 0 2-16,1 2 0 15,0-2 5-15,3 2-1 16,3-3 4-16,0 1-4 0,3-3 0 15,2 3-3-15,1-2 2 16,0 0 2-16,1-2-4 16,4 3-1-16,3-4-1 15,0 1 2-15,1 0-3 16,0-3-1-16,3 0 1 0,1-3 0 16,2 2 4-16,-2-3-1 15,2-2 0-15,0-1-6 16,2 0-35-16,-3 0-43 15,1-7-30-15</inkml:trace>
  <inkml:trace contextRef="#ctx0" brushRef="#br0" timeOffset="41591.44">19280 13248 199 0,'0'0'17'0,"0"0"-1"16,0 0 8-16,0 0-16 15,0 0-4-15,0 0-2 16,0 0-3-16,0 0-4 16,0 0 8-16,-18 5-2 15,11 7 0-15,4 1-1 16,2-1 0-16,1 0-1 0,0-2 0 16,8-1-2-16,2-1 1 15,2-3 1-15,1-2 4 16,0-1-2-16,2-2 0 15,-2 0 5-15,-1 0 0 0,0-6 0 16,-2-3 0-16,-5 1-2 16,1-5 0-16,-1 1 2 15,-5-2-1-15,0-4-1 16,0 4 2-16,0-3-2 16,-7 1-1-16,0 4-2 15,1 1 2-15,-1 4-3 0,-3 3-4 16,2 4 1-16,0 0 1 15,2 2-8-15,0 8-17 16,4 1-26-16,2-1-30 16,0 0-18-16</inkml:trace>
  <inkml:trace contextRef="#ctx0" brushRef="#br0" timeOffset="42075.61">19596 13179 82 0,'0'0'7'0,"0"0"34"0,0 0 0 0,0 0-16 0,18-38-8 16,-18 34-2-16,0 1 0 0,0 3-3 15,0-1-8-15,0 1-4 16,-5 0 3-16,-2 0 1 15,-3 4-5-15,-2 2 1 16,-1 2-1-16,1-1 2 16,2 3-1-16,1 0 0 15,3-1 0-15,2-1-1 0,4 2 1 16,0-3-5-16,0 2 2 16,8-2 0-16,-1-2-3 15,2 1 6-15,2 0 4 16,-1-3 1-16,1 2 3 0,0 0-4 15,2-1-1-15,-4 3-2 16,-1-1 1-16,0 1-1 16,-3-2-1-16,-3 3 0 15,-2-1-3-15,0-1 5 16,-2 0-4-16,-9-1 5 16,-2-1-1-16,-5 0 0 0,1-1-1 15,-5 0 2-15,3-1-3 16,0 0 1-16,2 1-1 15,7-3-2-15,4 0-16 16,6 0-48-16,0-6-32 16</inkml:trace>
  <inkml:trace contextRef="#ctx0" brushRef="#br0" timeOffset="42301.94">19735 13171 171 0,'0'0'63'0,"0"0"-68"0,0 0 8 16,0 0-3-16,0 0-4 15,0 0 10-15,0 0 1 0,7 44-1 16,-7-27-2-16,-2-3-2 16,2 1-1-16,0-3-1 15,0-2 1-15,0 0-1 16,2-6-8-16,0-3-54 15,-1-1-50-15</inkml:trace>
  <inkml:trace contextRef="#ctx0" brushRef="#br0" timeOffset="42452.06">19707 13073 271 0,'0'0'-2'16,"0"0"8"-16,0 0-3 15,0 0-3-15,0 0-22 16,0 0-73-16,0 0-8 16</inkml:trace>
  <inkml:trace contextRef="#ctx0" brushRef="#br0" timeOffset="42924.62">19815 13172 161 0,'0'0'5'0,"0"0"-1"16,0 0 0-16,0 0 0 16,0 0 3-16,0 0 4 15,0 0-1-15,10 43-3 0,-10-30-2 16,0-2-1-16,2 0-1 15,-2-2-1-15,0-2-2 16,0 0 1-16,0-3 0 16,0-2-1-16,0-1 2 0,0-1-1 15,0 0 5-15,0 0 12 16,0-2-9-16,0-7-9 16,4-1-8-16,3-3-7 15,1-1 5-15,1 0 4 16,3 0 2-16,-4 2 7 0,5 4 4 15,-2-1 9-15,1 5-3 16,1 1-2-16,-1 3 1 16,2 0-6-16,-3 0-3 15,0 3-1-15,-2 5 0 16,-2 2-2-16,-3 2 0 0,-3 1 1 16,-1 1-1-16,0-1-1 15,0-1-11-15,-1 0-25 16,-3-5-38-16,-1-2-32 15</inkml:trace>
  <inkml:trace contextRef="#ctx0" brushRef="#br0" timeOffset="43276.67">20057 13248 177 0,'0'0'1'0,"0"0"3"0,0 0-2 0,0 0 2 0,0 0 4 16,0 0 2-16,41-16 1 16,-34 10 1-16,1 1 1 15,-1-4 0-15,0 1 0 16,-1-1-10-16,-1-1 1 0,-1 3-1 16,-3-1-1-16,-1 0 0 15,0 4-4-15,0 3-1 16,-7 1-3-16,-2 0 7 15,-5 4-3-15,-2 10 1 16,-1 1-1-16,2 2 3 0,1 1 2 16,4 0 2-16,4-3 2 15,4 0 1-15,2-3 0 16,7 0-3-16,10-2-3 16,10-1-3-16,6-3 7 15,7-6-18-15,4 0-114 0</inkml:trace>
  <inkml:trace contextRef="#ctx0" brushRef="#br0" timeOffset="44295.26">21853 11973 99 0,'-4'-8'5'0,"0"0"33"0,-2-1-2 0,2 4 5 0,-1-1-17 15,-1 1-10-15,-3 1-2 16,1 1-6-16,-4 3-6 16,0 0-1-16,-2 0 2 15,0 5-1-15,-2 5 0 0,-1 1 0 16,0 3 0-16,2 3-1 15,2-1 1-15,3 1-2 16,2 0 2-16,5-3 0 16,3-1 2-16,0-6-5 15,5 0 1-15,8-3 8 16,2-2 9-16,7-2-2 0,0 0-7 16,4-6-3-16,1-2-6 15,1-2 0-15,-1-4-34 16,-2-2-45-16,-6-4-32 15</inkml:trace>
  <inkml:trace contextRef="#ctx0" brushRef="#br0" timeOffset="44639.94">21854 11692 167 0,'0'0'13'0,"0"0"41"0,0 0-43 16,0 0-11-16,0 0 4 16,0 0 4-16,10 37 0 15,-8-18-5-15,0 2-1 16,-2 3 0-16,0-2 1 15,0 2-1-15,0-3 1 0,0-1-1 16,0 3 0-16,0-3 0 16,0 0 0-16,-1-1-2 15,0 1 1-15,1-1-1 16,0-1 0-16,0-1-20 16,0-4-49-16,0-2-32 0</inkml:trace>
  <inkml:trace contextRef="#ctx0" brushRef="#br0" timeOffset="44871.26">21999 11994 33 0,'0'0'184'0,"0"0"-164"16,0 0-13-16,0 0-7 15,0 0 9-15,0 0-4 16,0 0 4-16,0 0-4 0,10 46-1 15,-8-29-1-15,-2 1-1 16,0-3 0-16,0 1-1 16,0-3 0-16,2 1 0 15,-1-3-1-15,2-1 0 16,0-3-27-16,-1-3-82 16</inkml:trace>
  <inkml:trace contextRef="#ctx0" brushRef="#br0" timeOffset="45034.7">22138 12114 268 0,'0'0'47'15,"0"0"-49"-15,0 0-2 16,0 0 4-16,5 37 0 16,-5-22 0-16,1 4 0 15,-1 1-16-15,0 2-38 16,-6-3-68-16</inkml:trace>
  <inkml:trace contextRef="#ctx0" brushRef="#br0" timeOffset="45661.95">22504 11964 190 0,'0'0'2'0,"0"0"23"16,0 0-4-16,0 0-6 15,18-39-4-15,-18 35-6 16,0 0-5-16,-7 4 6 16,-5 0-14-16,-3 0 16 15,-1 0-9-15,-3 6 4 0,2 3-2 16,1 3 0-16,3 3 0 16,3 0-1-16,2 2 0 15,5-3-4-15,3 2 2 16,0-4 0-16,2-2-1 15,9-4-2-15,1-3 6 0,1-3 4 16,3 0-3-16,0-6-3 16,0-5 9-16,-2-5-8 15,-1-2 1-15,-3-1-1 16,-4-6-1-16,-1 1-2 16,-5-2-8-16,0-2-2 0,0 2-3 15,0-1 11-15,-5 4 3 16,0 3 2-16,0 6-2 15,1 4 19-15,0 6 7 16,1 4-10-16,-2 0-18 16,1 10 9-16,-1 7-4 15,-1 4-1-15,1 5 0 0,3 4 1 16,-1 2-1-16,3 1 0 16,0 3 0-16,1 0 0 15,6-3-11-15,-1-2-68 16,1-8-116-16</inkml:trace>
  <inkml:trace contextRef="#ctx0" brushRef="#br0" timeOffset="45980.02">22554 12073 291 0,'0'0'-1'0,"0"0"14"0,0 0-3 0,0 0-8 16,0 0 3-16,0 0-6 15,45-34 4-15,-34 34-4 16,1 9-2-16,-4 3-2 16,-3 3 0-16,-3 0-6 0,-2 4-3 15,-1-1-4-15,-9-1-12 16,-6 0 0-16,-1 0 10 16,0-5 18-16,-2-2 5 15,5-3 14-15,5-3 8 16,1-1 0-16,5-2-11 0,3-1 4 15,5 0-9-15,11 0-1 16,8-1-5-16,4-5-3 16,8-1 1-16,4-1-16 15,-2-1-44-15,1-2-47 16</inkml:trace>
  <inkml:trace contextRef="#ctx0" brushRef="#br0" timeOffset="46130.8">22936 12123 275 0,'0'0'1'0,"0"0"-1"16,-13 38 2-16,13-21-2 15,0-1 0-15,0 2 0 16,0-2-38-16,0-5-41 16,8-6-34-16</inkml:trace>
  <inkml:trace contextRef="#ctx0" brushRef="#br0" timeOffset="46622.39">23287 11889 290 0,'0'0'-16'15,"0"0"24"-15,0 0-1 16,0 0-10-16,0 0 0 15,0 0-8-15,0 0 15 0,-53-34-5 16,31 43 1-16,-2 1 0 16,4 5 1-16,-1 0 0 15,5 0 0-15,5 2-2 16,6-3 1-16,3-2-3 16,2-3 0-16,0-4-1 0,9-1 1 15,4-4 10-15,5 0-4 16,1-1 11-16,4-10-17 15,-1-2 12-15,1-4-9 16,-1-2-4-16,-3-3-4 16,-3-2 0-16,-5-2 2 0,-4-1 2 15,-2 1 2-15,-4 1 1 16,-1 4 4-16,0 5 2 16,0 2 4-16,-3 8 2 15,-5 6-5-15,-1 0-4 16,1 12 5-16,0 6-7 0,3 2 1 15,-3 6-1-15,6-2 0 16,1 3-1-16,1-2 1 16,0 1 0-16,4-2-1 15,3 0-5-15,1-2-25 16,3-4-47-16,-2-5-50 16</inkml:trace>
  <inkml:trace contextRef="#ctx0" brushRef="#br0" timeOffset="46984.85">23405 11936 290 0,'0'0'1'0,"0"0"15"0,0 0-7 0,0 0-4 0,45-39-2 0,-31 39-2 16,2 0-2-16,3 0 1 15,-4 0 0-15,-2 6 0 16,-1 2-3-16,-7 4-5 0,-5 1-7 15,0-1-2-15,-11 2 10 16,-4-1 9-16,-3-1 0 16,2-2-1-16,0-3 1 15,7-2 0-15,-1-2 4 16,6 1-3-16,4-1 2 0,0 0-7 16,2 3 4-16,8-1-1 15,-1 2 6-15,2 2-2 16,0 1-4-16,-2 0 0 15,-5 3-1-15,-4-2 0 16,-1 0-1-16,-12-1 1 16,-9 2 1-16,-4-4-7 0,-4 1-20 15,0-8-35-15,5-1-70 16</inkml:trace>
  <inkml:trace contextRef="#ctx0" brushRef="#br0" timeOffset="47226.63">23851 11911 182 0,'0'0'26'0,"0"0"25"0,0 0-26 16,0 0-10-16,0 0-5 15,0 0-7-15,0 0-2 16,-41 33-1-16,35-12 0 0,1 3-3 16,1-1-29-16,2-2-67 15,1-6-66-15</inkml:trace>
  <inkml:trace contextRef="#ctx0" brushRef="#br0" timeOffset="47758.39">24079 11840 236 0,'0'0'11'16,"0"0"14"-16,0 0-18 15,0 0-14-15,0 0 14 16,0 0-8-16,-43-17 0 0,27 23 0 15,-3 2 2-15,5 3-1 16,1 1 0-16,3-2-1 16,4 0 1-16,2 1-1 15,4-5-3-15,0 0 0 16,7-3-5-16,6-2 9 16,2-1 3-16,6 0-3 0,-2-7 3 15,2-6-2-15,0-1 0 16,-1-3 0-16,-3-3 2 15,-4-4-2-15,-1-3 0 16,-2-3-3-16,-4 1-3 16,-3 1-1-16,-3 5 4 0,0 2 2 15,0 8 15-15,-2 4-1 16,-3 6-6-16,-5 3-3 16,3 4 2-16,-2 10-7 15,4 6 0-15,0 4-1 16,2 2 1-16,3 1 0 0,0-2 0 15,0 0 0-15,6-3 0 16,1 1-1-16,4-5 2 16,-1-1-2-16,0 0-19 15,3-4-11-15,1-3-17 16,0-4-13-16,1-5 18 16,0-1-35-16</inkml:trace>
  <inkml:trace contextRef="#ctx0" brushRef="#br0" timeOffset="48015.67">24291 11849 198 0,'0'0'30'0,"0"0"-16"0,0 0-13 0,0 0 1 15,0 0 5-15,0 0 0 16,-15 44 1-16,15-34-5 16,6-2-1-16,1-2 1 15,2 0-1-15,3-5 2 0,3-1 6 16,3 0 1-16,-1-8-1 15,3-4 4-15,-5 1 6 16,-1 1-1-16,-3 0-5 16,-4 4-7-16,-1 5-4 15,-6 1-3-15,0 7-10 0,-3 11 5 16,-7 5-8-16,-3 7-23 16,-8 8-18-16,-3-2-83 15</inkml:trace>
  <inkml:trace contextRef="#ctx0" brushRef="#br0" timeOffset="48713.72">21935 12396 139 0,'0'0'12'0,"0"0"25"0,0 0-7 16,0 0-17-16,0 0-4 16,0 0-10-16,0 0-4 0,0 0 5 15,0 0 2-15,0 0-4 16,0 0 4-16,29-12-3 16,-3 12 4-16,6-1 1 15,9 0-1-15,9-3 2 16,13-1-4-16,9-1 1 15,8-4-1-15,10-1-1 0,8-2 1 16,7-1 6-16,3-2 3 16,8 1 7-16,2-1-3 15,2 0-2-15,0 2-3 16,-2 1-8-16,0 1 4 0,-2-1-4 16,-6 3 3-16,-7-1-2 15,-4 2 0-15,-6-1 0 16,-4 3-1-16,-8 1-1 15,-7 1 2-15,-8 2-1 16,-10 1-1-16,-8 2-9 0,-12 0-19 16,-13-1-45-16</inkml:trace>
  <inkml:trace contextRef="#ctx0" brushRef="#br0" timeOffset="49112.28">22013 12435 25 0</inkml:trace>
  <inkml:trace contextRef="#ctx0" brushRef="#br0" timeOffset="49359.15">21897 12447 85 0,'0'0'23'16,"0"0"7"-16,0 0 12 15,0 0-7-15,0 0-40 0,0 0 4 16,0 0 5-16,48-4-4 16,-9-2 1-16,9-3-1 15,10-2 0-15,13 1 3 16,8-4-2-16,11-2 0 16,10-1 1-16,9-3-2 0,11 2 0 15,5-2 2-15,5 1 4 16,7 2 5-16,2 0 4 15,5 3-3-15,-5 1-3 16,-3 3-5-16,-5 3-2 16,-7 3-1-16,-13 0-4 0,-15 1-36 15,-17-3-87-15</inkml:trace>
  <inkml:trace contextRef="#ctx0" brushRef="#br0" timeOffset="52873.83">20487 12982 81 0,'4'-3'3'0,"0"-1"5"0,-1 1 7 16,-1 0-7-16,-2 1 3 15,0 0-1-15,0 2 0 0,0-1-2 16,0-1 10-16,-2 2 10 15,-2 0-7-15,0 0-10 16,1 0-6-16,0 0-5 16,-3 3 0-16,1 4 1 15,-2 5-1-15,-2 2-1 0,-1 4 2 16,-2 6-1-16,-1 2 0 16,0 5 0-16,-2 2 0 15,2 5 0-15,-1-2 1 16,1 1-1-16,1-3 2 15,2-2 1-15,1-2 3 16,5-3-2-16,2-1-2 0,2-2-1 16,5-4 0-16,9-2-1 15,7-2-1-15,5-5-3 16,6-6-38-16,2-5-48 16</inkml:trace>
  <inkml:trace contextRef="#ctx0" brushRef="#br0" timeOffset="53541.84">20938 13245 129 0,'0'0'4'16,"0"0"2"-16,0 0-3 16,0 0 1-16,-13-43 5 15,2 36 15-15,0 2 9 16,-3 0-10-16,-1 4-9 0,-4 1-7 15,1 0-6-15,-1 0-1 16,0 7 1-16,1 3-1 16,1 3 0-16,4 1 0 15,4 0-1-15,1 0 1 16,4-1-1-16,4 0-1 16,0-5 1-16,2 0 0 0,8-3-1 15,1-1-5-15,1-2 2 16,2-2 10-16,2 0-4 15,-2 0 0-15,0-6 2 16,-1-4-1-16,0 0-1 16,-2-4 1-16,1-1 1 0,-2-4 0 15,-1-4 0-15,1-2-1 16,-4-4-1-16,1 1-1 16,-3-1 0-16,0 0 2 15,1 3-4-15,-3 3 5 16,-1 3-3-16,-1 5-1 0,0 3 3 15,0 5 5-15,0 2-3 16,0 2 2-16,0 1-3 16,0 2-2-16,0 0-3 15,0 5 3-15,0 3-1 16,-2 5 1-16,1 2-1 16,-4 0 0-16,3 3 1 15,1 2-2-15,0 3 2 0,1-2 0 16,-1 3 0-16,1-1 1 15,0-2 0-15,0 1 0 16,0-4 0-16,0 2-1 0,0-4 0 16,0-2-1-16,0-3 1 15,0 0-1-15,0-3 0 16,0 0 0-16,1-1 0 16,3-4 0-16,1 3-1 15,-2-3-7-15,1-3-16 0,2 0-42 16,-1 0-53-16</inkml:trace>
  <inkml:trace contextRef="#ctx0" brushRef="#br0" timeOffset="53775.81">21063 13270 180 0,'0'0'2'0,"0"0"2"0,0 0 8 15,0 0 8-15,0 0 0 0,0 0-6 16,0 0-5-16,0 0-2 16,0 0-3-16,0 0-1 15,27 44-1-15,-25-34-2 16,0 2 1-16,-1-1-1 16,-1-1-6-16,0 1-41 0,0-4-31 15,0-5-57-15</inkml:trace>
  <inkml:trace contextRef="#ctx0" brushRef="#br0" timeOffset="53925.91">21206 13318 231 0,'0'0'19'16,"0"0"9"-16,0 0-28 16,0 0-3-16,0 0 4 15,4 39 2-15,-9-21-2 16,2-2-12-16,-6-4-49 0,5-4-45 15</inkml:trace>
  <inkml:trace contextRef="#ctx0" brushRef="#br0" timeOffset="54422.14">21567 13123 196 0,'0'0'39'16,"0"0"-33"-16,0 0 7 16,-37-19-11-16,18 19-2 0,-2 0 1 15,-2 0-1-15,-1 10 0 16,5 1 0-16,2 1 0 16,4 2 1-16,2 0-1 15,8-1 0-15,3 0-1 16,0-3 0-16,1-2 0 0,10-1-1 15,2-4 0-15,-1-3 0 16,2 0 2-16,3 0 0 16,-1-10 0-16,0-2 1 15,1-3 1-15,0-5-1 16,1-1 1-16,-3-4-1 0,-1-1 1 16,-1-2-1-16,-3-1 1 15,-3 2-2-15,-2 3 1 16,1 4 1-16,-6 3-1 15,0 4 3-15,0 3 5 16,-3 6 1-16,-3 4-1 0,-1 0-7 16,-3 7 0-16,0 7-4 15,3 4 4-15,-2 4-1 16,5 3-1-16,0 3 0 16,3 0 0-16,1 2-1 15,0 1-1-15,0-2-18 0,5-5-44 16,0-6-40-16</inkml:trace>
  <inkml:trace contextRef="#ctx0" brushRef="#br0" timeOffset="54749.79">21650 13214 270 0,'0'0'-2'0,"0"0"14"0,0 0-1 16,0 0-7-16,30-42-1 15,-21 36-2-15,3 2 1 16,-2 3 0-16,1 1-2 0,-3 0 1 16,0 3-1-16,-6 6 0 15,-1 2-1-15,-1 3-12 16,-1 0 1-16,-9 3 6 16,-2-4 5-16,0-1 1 15,2-4 1-15,-1-1 2 16,4-1 3-16,4-4 1 0,1-1-2 15,2 0-1-15,0-1 0 16,1 0 3-16,9 0 7 16,5 0-3-16,2-3-9 15,6-4 2-15,3-1-3 16,-3-3-34-16,0-4-39 0,0-4-121 16</inkml:trace>
  <inkml:trace contextRef="#ctx0" brushRef="#br0" timeOffset="55008.26">21894 12938 153 0,'0'0'19'0,"0"0"27"0,0 0-14 16,0 0-7-16,0 0-3 15,47-26-12-15,-31 26-2 16,3 13-3-16,-1 7-4 16,1 6-1-16,-6 8 1 0,-3 7-2 15,-4 9-5-15,-6 5-12 16,-9 3-22-16,-17 3-44 16,-8 1-65-16</inkml:trace>
  <inkml:trace contextRef="#ctx0" brushRef="#br0" timeOffset="60213.93">21999 11586 54 0,'0'-3'3'0,"0"3"-1"0,0 0-3 0,0 0-1 0,-2 0-4 16,2 0 1-16,0 0 7 15,0 0 3-15,-2-1 10 16,2-1 8-16,0 2-9 0,0-1-3 16,0-2-6-16,-1 3-2 15,1-1-1-15,-1-1-1 16,1-1 1-16,0 2 2 16,0-2 1-16,0 1 7 15,-1-2 5-15,1 2-3 0,-1-1-2 16,1 1-5-16,-2 1-5 15,2 0-2-15,-2-1 0 16,1 2-2-16,-3-1 1 16,1 1-1-16,-1 0 2 15,0-2 2-15,-3 2-2 0,4-2 3 16,-1 1 0-16,-1 1-1 16,0-1 0-16,2 1-2 15,-5 0 0-15,2 0 0 16,-1 0 1-16,1 0-2 15,-2 0 2-15,0 0 0 16,-1 0-1-16,-1 0 1 0,4 0 0 16,-4 0-2-16,2 1 2 15,2 0-2-15,-1 1 2 16,1 0-1-16,1-1 0 16,-3 3 0-16,3-2 0 15,-2 1 0-15,1-2 0 0,1 1 0 16,0 1 0-16,2-2 1 15,0 0-2-15,-1 1 1 16,2-1 1-16,-3 2-1 16,2 0 0-16,-2-2 1 0,0 3-1 15,2-1 1-15,-4 3 0 16,0-1-1-16,1 1 0 16,-1 1 1-16,0 1-1 15,1 0 0-15,-1-1 0 16,1 0 0-16,3 0 1 15,-1 0-1-15,1 0 1 0,0-1-1 16,2 0 2-16,-3 0-2 16,0 1 1-16,1 1-1 15,0 1 0-15,-1 0 0 16,0-1 0-16,0 0 1 16,1 2-1-16,1-1 0 0,-5-2 0 15,4 0 0-15,1-1 0 16,-3-1 1-16,2 2-1 15,1-1 0-15,0 1 0 16,1 0 1-16,1 0-1 16,0 0 1-16,-2-1 0 15,0 3-1-15,0-1 0 0,1 1 1 16,-1-1-1-16,-2-1 0 16,3 2 0-16,-3-2 0 15,1 0 0-15,1 2 0 16,-1-2 1-16,0 1-2 0,0 2 2 15,0-3-1-15,1 4 0 16,0-2 2-16,1-2-2 16,1 3 0-16,-3-3 0 15,3 2-2-15,0-1 4 16,0 0-2-16,0 0 0 0,0-1 0 16,0 2 0-16,0-1 0 15,0-1 0-15,0 0 0 16,0 1 0-16,0 0 0 15,0-1 0-15,3 0 0 16,-2 0 0-16,3 2 1 0,0-2-1 16,0 0 2-16,0 0-2 15,-1 0 1-15,1 0-2 16,-2 0 2-16,-1-1-1 16,3 1 0-16,-3-1 0 15,1-2 1-15,0 0 0 16,0-1-1-16,1 1 1 0,-1-1 0 15,2 1 0-15,0 1 0 16,0-1 1-16,2 0-2 16,0 0 1-16,-3-1-1 15,2 0 1-15,0 0-1 16,-1 3 2-16,-1-2-2 0,4 0 0 16,-5 1 0-16,1-1 1 15,0 0-1-15,2 0 0 16,-3-1 0-16,-1 1 0 15,3-1 0-15,-1 1 0 16,0-1 0-16,1 0 0 0,-2 1 0 16,2-1 1-16,0 2-1 15,-2 0 0-15,0 0 0 16,0 0-1-16,0 1 1 16,0-2 0-16,1 2 1 15,-1-2-1-15,-2 0 0 0,4-1 0 16,-2 1 0-16,0-2 1 15,0 1-1-15,2 1 0 16,-3-1 0-16,2-1 0 16,0 2 1-16,-1-2-1 15,2 1 0-15,-2 0 0 0,1 0 0 16,1-2 0-16,1 2-1 16,-2 1 1-16,0-1 2 15,1 0-2-15,1 0 1 16,0-2-2-16,2 2 1 15,-2 0 2-15,0 0-2 0,0-2 1 16,-1 3-1-16,-1-3 0 16,1 1 0-16,-1-2 0 15,0 2 1-15,1-2-5 16,0 0 11-16,1 0-2 16,2 0-2-16,1 0-2 15,1 0 0-15,-1-2 0 0,1-1-1 16,1-1 1-16,-2 3-1 15,1-2 0-15,-1 0 1 16,0 0-1-16,-1-1 0 16,0 1 2-16,2-1 0 0,-2-2 0 15,-1 3 1-15,1-1 0 16,-1-1-2-16,0-1 0 16,-2 3-2-16,2-1 4 15,-3-1-3-15,1 1 1 16,2-2 0-16,-3 2 0 15,2 0 0-15,1-2 1 0,-2 1 2 16,-1 0 0-16,3 0-1 16,-2-1-2-16,-1 0 1 15,4 1 0-15,-5 0 3 16,2-2-3-16,-1 3-1 16,1-2 2-16,-2-1-2 0,-1 1 1 15,1 1-1-15,0-2 0 16,1 1 0-16,3-1-1 15,-3 0 0-15,3-3 0 16,-1 3 0-16,2-3 0 16,1 1 0-16,-3-2 0 0,1 2 0 15,-1-2 3-15,-1 1-3 16,0 2 0-16,-1-1 0 16,2-1 0-16,-2 2 0 15,0 0 0-15,-1 0 0 16,-1 1 0-16,1 0 0 0,-2-2 0 15,1 1 0-15,0-1 0 16,1-1 0-16,0 1 0 16,0-1 1-16,1-2-1 15,0 2 0-15,2 0 0 16,-2 0 0-16,0 0 0 0,-1-1 0 16,0 4 0-16,0-3 0 15,0 1 1-15,-2 1-2 16,2-2 2-16,0 1-1 15,-2 0 0-15,1 0 0 16,-1 0 0-16,2-2 0 16,-2 4 0-16,0 0-1 0,0-2 2 15,0 2-3-15,0 1 2 16,0-1 0-16,0 0 1 16,0 0-1-16,0 0-1 15,-3-1 1-15,0 0 3 16,0 0-2-16,1 0 0 0,0 1 0 15,0 1 0-15,1 0-1 16,-1-1 1-16,0 1-1 16,0 2 1-16,0-2-2 15,0 1 1-15,0 0-1 16,0 1 1-16,0-1 0 0,-3 0 0 16,1 2 0-16,0-1 1 15,-3 0-1-15,0-2 1 16,0 0-1-16,-1 2 0 15,0-1 0-15,-1-1-1 16,2 2 3-16,0-1-1 16,1 0-1-16,-2-1 1 0,4 2-1 15,-1-1 2-15,-2-1-2 16,3 2-2-16,-5 0 2 16,4 1 0-16,-4-1 0 15,3 3-1-15,-5-2 1 0,3 0 0 16,0 1 0-16,-2 0 0 15,0 1 0-15,1-2 0 16,-2 1 0-16,-2 1-1 16,2-1 1-16,-1 1 0 15,3-1 0-15,1 2 0 0,3-1 1 16,-3 0-1-16,4-1 0 16,2 2 0-16,-2 0 1 15,2-1-1-15,0 1 0 16,2 0 0-16,-1 0 0 15,0 0-1-15,1 0-1 16,0 0-7-16,0 7-13 0,-1-3-33 16,1-4-45-16</inkml:trace>
  <inkml:trace contextRef="#ctx0" brushRef="#br0" timeOffset="61321.83">22008 11391 25 0,'-1'-1'2'0,"1"-2"2"0,-2 3-2 15,1-1 2-15,0-1 5 16,-2 2 5-16,2-1 2 0,-1-2 2 16,0 2 3-16,0-2 1 15,2 3-9-15,0 0-5 16,0 0-4-16,0-2-1 15,0 2-2-15,0 0 0 16,0 0-1-16,0 0 0 16,0 2 0-16,0 2-1 0,0 0 1 15,0 1 0-15,2 0 0 16,0-2 0-16,-2 3 1 16,0-2-1-16,2 1 0 15,-2 0 1-15,1-1-1 16,1-1 3-16,-1 1-2 0,1 1 0 15,0-2-1-15,0-1 1 16,2 2-1-16,-1-2 1 16,0-2 0-16,0 3 0 15,2-3-1-15,-2 0-2 16,0 0 7-16,0 0 0 0,1 0 3 16,-1 0 1-16,1-3-2 15,0 0-3-15,3-1-3 16,2 0-1-16,-2-3 1 15,2 1 0-15,2 0 0 16,0-4-1-16,0 3 0 0,3-3 1 16,2 2 4-16,3-2-5 15,-2-3 0-15,6 0 0 16,-1 0 1-16,3 1-1 16,0-1 0-16,-1 0-1 15,1 0 3-15,-4 0-2 0,-2 2 0 16,-1 0 1-16,-3-2 5 15,-1 4 2-15,-3-2 0 16,3 1-1-16,-1 2-3 16,-3 0 1-16,2 1-2 15,-2 2-1-15,1 0 0 16,-4 1-1-16,1 4 1 0,-4-2-2 16,1 2 0-16,-1 0-3 15,0 0 1-15,-3 2-2 16,0 4-9-16,-1 0-8 15,0 3-15-15,0-3-20 16,-6-3-36-16</inkml:trace>
  <inkml:trace contextRef="#ctx0" brushRef="#br0" timeOffset="66391.46">23043 13689 138 0,'0'0'-12'0,"0"0"9"0,0 0 3 0,0 0 0 0,0-4-1 15,0-2 2-15,0-2 1 0,0-2 3 16,0-3 5-16,4 1 13 16,2-3 4-16,-2-2 1 15,1-3-8-15,3-1-9 16,-2-3-2-16,2-3-1 16,-1-3-4-16,-1-1 1 0,0 1-2 15,-3-4-1-15,1 3-1 16,-1-2 6-16,-3 3 6 15,0-4-1-15,0 4-1 16,2-2-1-16,-1-1-4 16,1 2-2-16,2-1-3 15,2 1 0-15,-1 1-1 0,1-1 0 16,2 1 0-16,2-1 1 16,-2 0-1-16,1 1 0 15,-1 0 1-15,-4 2 0 16,-1 1 1-16,-3 2 2 15,0 1 0-15,0 3 0 0,0 4-4 16,-1 3 1-16,-2 0 0 16,1 4 0-16,1 1 0 15,-2 3 0-15,2 2-1 16,0 0 1-16,0 1-1 16,1 2 0-16,-1 1-2 0,1-2 0 15,-1 2 0-15,1-1 2 16,-1 1 0-16,0 0-3 15,-1 0-1-15,0 0-1 16,-3 0-2-16,0 4-6 16,0 3-2-16,-4 1-6 0,0 1-3 15,2 1-6-15,-3-1-5 16,0 1-4-16,2-3 2 16,0-3-1-16,2 0-53 15</inkml:trace>
  <inkml:trace contextRef="#ctx0" brushRef="#br0" timeOffset="66624.86">23053 12685 123 0,'0'0'3'0,"0"0"22"0,0 0 6 0,0 0-8 0,0 0-7 16,0 0-10-16,0 0-4 15,0 0 0-15,0 0 2 16,0 0-2-16,0 0 0 15,46-34 7-15,-32 34 2 16,2 0 0-16,4 0-6 16,0 3-2-16,1 2-2 0,2 1 0 15,0 0 0-15,-3 1-2 16,-1-1-25-16,-1-3-96 16</inkml:trace>
  <inkml:trace contextRef="#ctx0" brushRef="#br0" timeOffset="67528.75">23676 13071 166 0,'0'0'5'0,"0"0"10"0,0 0 7 0,0 0-8 15,-10-39-5-15,4 34-4 16,0 1-2-16,1 3 0 16,-3 1-1-16,-2 0 1 15,-1 6-3-15,0 5 0 0,-5 3 1 16,0 3-1-16,1 2 0 16,6-1 0-16,0-1 0 15,4-1 1-15,5-3-1 16,0-1 1-16,0-2 3 15,6-2-5-15,4-2 1 16,1-3-1-16,1-3 3 0,3 0 0 16,-3 0-1-16,1-4-1 15,0-6 2-15,-1 0 1 16,-1-4-1-16,1-3-1 16,-2-2 0-16,-1-2-1 15,-2 0 0-15,0-5 0 16,-1-1-1-16,-1 2 1 0,-3-2 0 15,0 0 0-15,-1 0-1 16,-1 3 1-16,0 0 0 16,0 5 0-16,0-1 0 15,0 5 0-15,0 2 0 0,-1 1 0 16,-2 2-2-16,0 3 1 16,0 1 4-16,0 1-1 15,2 4-1-15,0-1 0 16,0 2-1-16,1 0 0 15,0 0-3-15,0 3 2 0,0 4 1 16,0 2 0-16,0 3 0 16,0 1 0-16,0 0 0 15,0 3 0-15,0 2 0 16,0-2 1-16,0 1-2 16,2 0 2-16,2-2-1 0,0 2 1 15,1-1 0-15,0-2 0 16,2 3 0-16,-4 0 0 15,2-1 0-15,-3 1 0 16,0-1 1-16,1-1-1 16,-1 2 0-16,2-4 0 15,1 0 0-15,2-2-1 0,0-2 1 16,3-2 0-16,2 0-1 16,1-3 0-16,2 0 1 15,0-4-30-15,-1 0-99 16</inkml:trace>
  <inkml:trace contextRef="#ctx0" brushRef="#br0" timeOffset="68091">23639 13359 41 0,'0'0'3'0,"0"0"3"0,0 0 17 0,0 0 3 15,0 0-10-15,0 0-7 16,0 0 2-16,48-6-4 16,-34 4 9-16,3-2 2 0,1 0 2 15,3-2 2-15,-2 3-2 16,2-1-4-16,-1 1-6 16,-1-1-9-16,0 3 0 15,-6 0-1-15,0 0 1 0,-2 1 0 16,-3 0-2-16,-2 0 1 15,-1 0-1-15,-3 0-7 16,-2 2-26-16,0 3-6 16,-7-2-14-16,-4 3-23 15</inkml:trace>
  <inkml:trace contextRef="#ctx0" brushRef="#br0" timeOffset="68390.08">23668 13432 4 0,'0'0'21'16,"0"0"0"-16,0 0-1 15,0 0-5-15,0 0 14 0,0 0-4 16,0 0 5-16,0 0 6 15,0 0-18-15,41-2-3 16,-24-3-1-16,2-2 0 16,1 3 0-16,3-2-6 0,-2 1-3 15,0 2-3-15,-1 1-2 16,-4 2 0-16,0 0-1 16,-5 0-28-16,-3 0-41 15</inkml:trace>
  <inkml:trace contextRef="#ctx0" brushRef="#br0" timeOffset="69629.92">21954 12326 42 0,'5'0'4'0,"-2"0"-2"0,-2 0 2 15,-1 0 8-15,0 0 7 0,0 0 4 16,0 0 10-16,0 0-2 16,0 1-17-16,0-1-12 15,0 2-5-15,0-1-5 16,0 4-14-16,1-3-11 16,1-2-26-16</inkml:trace>
  <inkml:trace contextRef="#ctx0" brushRef="#br0" timeOffset="69992.89">22518 12175 108 0,'0'0'1'0,"0"0"-2"0,0 0 0 16,0 0-10-16,0 0-1 15,0 0 1-15,0 0 2 16,0 0-1-16</inkml:trace>
  <inkml:trace contextRef="#ctx0" brushRef="#br0" timeOffset="70396.1">23397 12107 85 0,'0'0'38'16,"0"0"-35"-16,0 0-2 0,0 0 0 15,0 0 0-15,0 0-1 16,0 0-1-16,0 0-6 16,0 0-10-16,-2 3 4 15,2-3-18-15</inkml:trace>
  <inkml:trace contextRef="#ctx0" brushRef="#br0" timeOffset="71131.58">24438 12060 127 0,'0'0'-12'0,"0"0"-40"0</inkml:trace>
  <inkml:trace contextRef="#ctx0" brushRef="#br0" timeOffset="73095.61">23929 12765 50 0,'0'0'27'0,"0"0"4"0,0 0-1 15,0 0-2-15,0 0-7 16,0 0-13-16,0 0-5 0,0 0-3 15,0 0 1-15,0 0 1 16,-5-37-2-16,5 33 1 16,-4-1 2-16,1 1 2 15,0 0-1-15,0-2-1 16,-3 2-1-16,2-3 0 0,0 3 0 16,0-2-1-16,0 2 1 15,-1-2 3-15,-2 0-1 16,1 0 1-16,-1 1-1 15,0-1 2-15,-3 2 0 16,4 0-1-16,-4-1-2 0,1 3-3 16,-1-1 0-16,1 2 0 15,0-1 0-15,-1 0 0 16,0 2 0-16,1 0 0 16,-1 0 0-16,2 0 0 15,-1 0 0-15,1 0 0 0,-1 1 0 16,2 3-2-16,-1 0 1 15,-1 2 1-15,0-2-2 16,-1 0 4-16,1 2-2 16,-2-2 0-16,2 0 0 15,-2 2 0-15,-2 0 0 0,3 1 0 16,-1-1 0-16,0 2 0 16,1-1 0-16,1 0 1 15,1 0-1-15,1 2 0 16,1-2 0-16,-1 1 0 15,0 2 0-15,1-1 0 16,0 2 0-16,0 1 2 0,-1 3-2 16,-1-3-2-16,2 1 4 15,-4 1-2-15,1-3 0 16,0 1 0-16,1 0 0 16,-1 0 0-16,0 0 0 0,2 1 0 15,2 0 0-15,1 0 0 16,-2 1 0-16,3 0 1 15,0 1-1-15,-1 0-1 16,2-1 2-16,-2 3-1 16,1-2 0-16,1 1 0 0,0 0 0 15,-2 0 0-15,2-1 0 16,2-1 0-16,0-2 0 16,0-1 0-16,0-1 0 15,0 3 0-15,0 0 1 16,0 0-1-16,0 1 0 15,0 1 0-15,1-1 1 0,-1-1-1 16,0 0 0-16,1-2 0 16,1-1 0-16,0 0 0 15,0 0 0-15,-1-2 0 16,1 3 0-16,0-1 0 16,1-2 0-16,0 2 0 0,-1-1 1 15,2-1-1-15,0-1-3 16,-1-1 4-16,1 0 0 15,1-1 1-15,-1 2-2 16,2-1 1-16,0 0 0 16,1-1-1-16,-3 1 0 0,3 0 0 15,-1-2-1-15,2 0-1 16,0-1 4-16,3 1 4 16,2-1-3-16,-1 0-2 15,2 0 1-15,0-1-1 16,2 0-1-16,-2 1 0 15,0-1 0-15,2-2 0 0,-2 0 0 16,3 0-2-16,1 0 3 16,-1 0-1-16,3 0 0 15,1-4 0-15,3 2 0 16,-2-3 0-16,2 1 0 0,-3 1 0 16,0-2 0-16,-1 0 0 15,-5 1 0-15,-1-1 0 16,-3-1 1-16,-1 0 0 15,0-2-1-15,1-1 4 16,-4 1 1-16,3-1-1 0,-2-1 0 16,-1-1-2-16,1 1-1 15,-3-3 1-15,0 3 0 16,0-2 0-16,-1 0 0 16,-1-1-1-16,0-1 1 15,-1-1-1-15,1 0-1 0,-2-3 1 16,1-1 0-16,0 1-1 15,4-2 1-15,-4 0-1 16,-1 0 0-16,1-1 1 16,-1 1-1-16,-1-1-1 15,0 2 2-15,0-1-1 16,0 2 1-16,-3 1 0 0,0 0 0 16,-5 1 0-16,4 2 0 15,-1 0 0-15,0 1 3 16,0-1-3-16,-2 1-1 15,0 2 1-15,1 1-3 16,1 1 4-16,-1 3-4 0,0 1-31 16,0-2-37-16,-2-5-91 15</inkml:trace>
  <inkml:trace contextRef="#ctx0" brushRef="#br0" timeOffset="75693.66">19051 13285 97 0,'-9'4'3'0,"5"-2"3"0,0 2-4 0,4-2-1 15,0 1 0-15,0 0 1 0,6 0 3 16,3-2 10-16,3-1 11 15,6 0-2-15,2 0-11 16,4 0-9-16,0 0-1 16,8 0-2-16,1 0-1 0,5 0 0 15,6-1 3-15,4-2 0 16,4 0-1-16,6-1-1 16,5 1 1-16,6-1 2 15,9-2 1-15,4 2-2 16,8-2-2-16,6-1 1 0,8-1 3 15,5-2 3-15,7 1 4 16,8-2-1-16,4-2-2 16,-1 2-2-16,1-1 1 15,1 2 1-15,-7 0 3 16,-5-1-4-16,-6 4-1 16,-5 0-2-16,-9 1-3 0,-12 3 0 15,-8 2-1-15,-11 1 0 16,-9 0-2-16,-12 0 0 15,-11 6-11-15,-12 1-48 16,-17-3-102-16</inkml:trace>
  <inkml:trace contextRef="#ctx0" brushRef="#br0" timeOffset="76482.84">19541 14287 159 0,'0'0'9'0,"0"0"38"0,0 0-23 0,0 0-16 0,0 0-3 16,0 0 0-16,0 0 2 15,0 0 0-15,0 0 2 16,0 0-3-16,0 0 0 16,0 0-4-16,0 0-2 0,-44-16-1 15,32 32 2-15,-1 3 0 16,0 2-1-16,1 3 2 16,3 0-2-16,0-1 2 15,5 0 0-15,1-3 0 16,3 0 0-16,0-2 0 15,1-2-1-15,8-2-1 16,3-3 0-16,6-2-2 0,5-5-2 16,4-4-12-16,3 0-20 15,1-7-46-15,2-6-19 16</inkml:trace>
  <inkml:trace contextRef="#ctx0" brushRef="#br0" timeOffset="76791.05">19695 14418 25 0,'0'0'95'16,"0"0"-48"-16,0 0 11 15,0 0-24-15,0 0-18 16,0 0-11-16,0 0-3 16,0 0 1-16,-40-10-3 0,36 24-4 15,2 1 8-15,2-1-1 16,0 0-2-16,0-3 1 16,8-1-1-16,0-3 0 15,2-2 0-15,1-2-1 16,-1-3 0-16,1 0 4 15,0-1 0-15,2-7 3 0,-4-2 3 16,-2-4-4-16,-2-2 0 16,1 2-2-16,-6-2 0 15,0 2-3-15,0 0 0 16,0 4 0-16,-7 2-3 0,1 3-2 16,-2 5 0-16,2 0-9 15,-2 6-28-15,1 1-35 16,4 0-56-16</inkml:trace>
  <inkml:trace contextRef="#ctx0" brushRef="#br0" timeOffset="77172.03">19930 14361 199 0,'0'0'7'15,"0"0"19"-15,23-37-5 0,-23 27-12 16,0 2-5-16,0 2-1 15,-7 1-4-15,-5 4 0 16,1 1 5-16,-1 0-3 16,-2 1-1-16,2 7 2 15,1 2-2-15,4 1 1 16,0 1-1-16,5 0 0 0,2 1 1 16,0-3-1-16,7 3-4 15,7-3 6-15,-3-2 0 16,4 2-2-16,1-2 0 15,-1 1 3-15,-1-2-2 16,-1 0-1-16,-1 1 1 0,-3 0 0 16,-3-1-2-16,-2 0 2 15,-4 0-1-15,0 1-2 16,-2-1 4-16,-8 1 0 16,-3-1 0-16,-1 2 0 0,1-3-2 15,-1-1 0-15,7-4-22 16,1-1-45-16,4-4-56 15</inkml:trace>
  <inkml:trace contextRef="#ctx0" brushRef="#br0" timeOffset="77350.59">20055 14370 288 0,'0'0'7'15,"0"0"20"-15,0 0-23 16,0 0-4-16,0 0-2 15,0 0 3-15,-16 50 0 0,13-33-1 16,2 1-7-16,1 0-21 16,0-3-20-16,0-5-47 15,0-5-53-15</inkml:trace>
  <inkml:trace contextRef="#ctx0" brushRef="#br0" timeOffset="77494.27">20095 14309 84 0,'0'0'180'16,"0"0"-169"-16,0 0 2 0,-9-38-15 15,9 36-7-15,0-2-73 16,0 1-90-16</inkml:trace>
  <inkml:trace contextRef="#ctx0" brushRef="#br0" timeOffset="77881.75">20209 14381 228 0,'0'0'-2'0,"0"0"4"0,0 0 1 16,0 0-3-16,0 0 0 15,17 44 0-15,-17-33 0 16,1-2 1-16,-1 4 1 15,0-2-1-15,0-2 0 16,0-1 0-16,0-2-1 16,0-2 1-16,-1-2 0 0,0-2-1 15,-1 0 3-15,0 0-2 16,2-5 4-16,0-4-2 16,0-4 0-16,7 0 0 15,3-4 4-15,0 2-5 16,0 3 2-16,2-1 1 0,0 3 1 15,0 6-5-15,-3 1-1 16,1 2 1-16,-1 1-1 16,-1 0 0-16,1 7 0 15,0 4-2-15,-3 2-4 0,1-2-17 16,1 1-25 0,0-4-32-16</inkml:trace>
  <inkml:trace contextRef="#ctx0" brushRef="#br0" timeOffset="78207">20473 14426 240 0,'0'0'15'16,"0"0"7"-16,0 0-21 16,0 0 0-16,0 0 2 15,0 0-2-15,0 0 0 16,0 0-1-16,0 0 0 0,32-36 4 15,-23 27 0-15,-3-2-2 16,3 0-1-16,-4 0-1 16,-2 0 2-16,0 3-2 15,-3 1 0-15,0 3 1 16,-3 2 2-16,-5 2-5 0,-3 0 4 16,2 10-1-16,0 3 0 15,-2 2 0-15,4 4 0 16,3-1-1-16,4-1 1 15,0 0-4-15,8-3-11 16,4-5-14-16,4-2-10 0,4-7-66 16</inkml:trace>
  <inkml:trace contextRef="#ctx0" brushRef="#br0" timeOffset="78504.53">20820 14077 159 0,'0'0'11'0,"-45"0"14"16,19 0-15-16,1 10-3 16,0 6-3-16,3 5 3 15,-3 5 2-15,5 8 0 16,0 4 1-16,7 5-6 15,4 2-1-15,5 1-2 0,4-2 1 16,0-2 1-16,4-4-3 16,9-2 1-16,9-8-1 15,3-4-7-15,4-8-25 16,9-7-8-16,6-9-9 16,4-2-84-16</inkml:trace>
  <inkml:trace contextRef="#ctx0" brushRef="#br0" timeOffset="79009.69">21170 14351 179 0,'0'0'34'0,"0"-37"20"15,-8 23-29-15,-5 4-19 0,-6 6-5 16,-5 0 2-16,-1 4-3 16,-3 0 0-16,-1 10 2 15,1 1-2-15,2 6 0 16,5-1 0-16,5 1 1 0,5 0-1 15,5-3-3-15,6-1-5 16,0-2-4-16,4-1-2 16,8-7 10-16,3 0 4 15,5-3 1-15,-1 0 0 16,0-5 0-16,2-4 0 0,1-6-1 16,-3 0 1-16,0-4 0 15,-2-5 1-15,-1-2 1 16,-2-2-2-16,-1-4 1 15,-4 0-5-15,-2 2-2 16,-3 2-6-16,-4 4 2 16,0 3 4-16,0 7 7 0,-2 5-4 15,-3 3 1-15,-2 5-2 16,1 1-2-16,0 0 4 16,-2 9 0-16,2 3 2 15,0 5-1-15,1 2 1 16,1 2 0-16,2 2 4 0,2 2 4 15,0 1-1-15,0 1 2 16,3-2-1-16,4 3-5 16,0-5-1-16,0 1-2 15,0-2 1-15,1-1-2 16,-1-4-2-16,0-1-22 0,-1-5-15 16,4-2-57-16</inkml:trace>
  <inkml:trace contextRef="#ctx0" brushRef="#br0" timeOffset="79179.82">21309 14394 235 0,'0'0'3'0,"0"0"-3"0,0 0 1 0,0 0 1 16,0 0 2-16,8 47 0 15,-8-29-2-15,0 3 0 0,-5 2-1 16,-1 1-1-16,-1-1-35 15,-2-7-59-15</inkml:trace>
  <inkml:trace contextRef="#ctx0" brushRef="#br0" timeOffset="79886.88">21571 14341 212 0,'0'0'-20'0,"0"0"27"16,0 0 10-16,8-36-6 15,-9 31-1-15,-6-1-4 16,-2 4 4-16,0 0-2 16,0 2-2-16,-2 0-4 15,2 0-1-15,2 6-1 0,1 0-4 16,0 1-8-16,0 0-3 15,3-1 7-15,-2-1 6 16,2 2 2-16,-1-1 0 16,1-2 0-16,1 2 0 0,1-3-1 15,1 1 2-15,0 0-6 16,1-1 5-16,4 1 0 16,2-2-2-16,-1-1-2 15,2 2-2-15,-2-2-3 16,2-1 8-16,-2 0-2 15,3 0 8-15,3 0 6 0,-1-2 3 16,-1-3-2-16,2-3-3 16,-1-1-2-16,-2-1 0 15,-1-1-4-15,-2-1 4 16,-4-4-1-16,-1 1 5 16,-1-2-5-16,0-1-5 0,0-1 0 15,-3-1 1-15,-3 2-4 16,1 0 4-16,-4 1-1 15,3 4-1-15,1 2 1 16,1 3 0-16,2 4 0 16,1 1 0-16,1 2-1 15,0 1-2-15,0 0-12 0,0 0 6 16,0 3 6-16,0 2 2 16,1 3-1-16,1 1 1 15,1 1 1-15,2 4 0 16,-2 3 0-16,2-1-1 0,0 4 3 15,2 1 5-15,0 0-2 16,-2 1-1-16,3-3-2 16,-2 0-3-16,2-3 1 15,-1-2 0-15,1 0-2 16,2-5-4-16,0 0-26 0,1-5-52 16,2-3-54-16</inkml:trace>
  <inkml:trace contextRef="#ctx0" brushRef="#br0" timeOffset="80042.36">21778 14344 195 0,'0'0'70'0,"0"0"-27"0,0 0-32 0,0 0-11 15,0 0 1-15,0 0 3 16,0 0-2-16,-3 46-1 16,3-28 2-16,0-1-3 15,0 0-3-15,0-1-14 16,5-6-29-16,-2-6-64 0</inkml:trace>
  <inkml:trace contextRef="#ctx0" brushRef="#br0" timeOffset="80272.63">21863 14097 91 0,'0'0'137'0,"0"0"-129"16,0 0 0-16,0 0 0 0,52 1-1 16,-39 14-1-16,-1 8 0 15,-4 10-2-15,-3 9 0 16,-5 10-4-16,-4 8 0 16,-21 4-21-16,-11 4-37 15</inkml:trace>
  <inkml:trace contextRef="#ctx0" brushRef="#br0" timeOffset="80747.87">20986 14908 173 0,'0'0'11'0,"0"0"17"0,0 0-17 0,0 0 4 16,0 0 2-16,0 0-2 16,0 0-7-16,0 0-2 15,-41-13 1-15,24 39-4 16,0 7 1-16,0 6-1 15,5 2-2-15,6 2 1 0,6-2 1 16,0-2 0-16,8-7 0 16,8-2-3-16,2-6-6 15,5-8-23-15,6-3-15 16,4-9-45-16,3-4-41 16</inkml:trace>
  <inkml:trace contextRef="#ctx0" brushRef="#br0" timeOffset="81152.59">21260 15179 72 0,'0'0'49'15,"27"-41"9"-15,-24 24 5 16,-3 3-21-16,0 1-19 16,-8 5-11-16,-3 1-8 0,-5 2-2 15,3 4-1-15,-7 1-3 16,1 0 8-16,2 8-6 16,1 4 1-16,5 0-1 15,0 1 1-15,7 1-1 16,2-4-1-16,2 0 0 15,2-3-3-15,5-1 0 0,6-2-1 16,1-3 1-16,1-1 2 16,2 0-1-16,-1-9 5 15,0-4-2-15,-3-3-3 16,-3-4 9-16,-1-2-4 0,-1-4-1 16,-2-1 0-16,2-4-1 15,-5 0 1-15,0 1-2 16,0 6 2-16,1 5-1 15,-4 7 0-15,0 6-3 16,0 6 3-16,0 3-5 16,-7 12 2-16,-2 9 1 0,0 5 4 15,2 5-1-15,2 2 1 16,4-1-1-16,1-1 0 16,0-4-1-16,1-3-14 15,3-3-32-15,4-6-45 16</inkml:trace>
  <inkml:trace contextRef="#ctx0" brushRef="#br0" timeOffset="81308.89">21437 15172 294 0,'0'0'11'0,"0"0"14"0,0 0-19 0,0 0-8 0,0 0-2 15,0 0 4-15,-1 40 1 16,-3-19-2-16,0 2-26 15,2 0-20-15,2-5-27 16</inkml:trace>
  <inkml:trace contextRef="#ctx0" brushRef="#br0" timeOffset="81707.48">21738 15121 297 0,'0'0'12'0,"0"0"9"16,0 0-15-16,0 0-4 16,0 0-2-16,-39-27-1 15,24 38-1-15,0 2 2 0,1 1 0 16,4 1 0-16,3-1 0 16,4-1-3-16,3-4-5 15,0-1-3-15,1-4-1 16,7-4 1-16,3 0-1 15,1-2 4-15,1-9 8 0,3-5 0 16,-1-3 4-16,-1-5 0 16,-1-5 4-16,0-1 4 15,-3 0-2-15,-2 0-6 16,-3 6 0-16,-1 5 2 16,-4 6 6-16,0 6-4 0,0 7-3 15,-7 0-7-15,1 11 1 16,-2 8 2-16,2 5-2 15,2 1-4-15,2 5-10 16,2-3-16-16,0-3-34 16,4-4-55-16</inkml:trace>
  <inkml:trace contextRef="#ctx0" brushRef="#br0" timeOffset="81985.88">21845 15172 214 0,'0'0'51'0,"0"0"-23"15,0 0 3-15,48-30-18 0,-35 26-8 16,0 4-3-16,-2 0-2 16,-6 0-3-16,-3 10-5 15,-2 3 5-15,-5 3 3 16,-8 1 0-16,-2 0 0 16,-1-2 1-16,2-2-1 0,3-3 1 15,2-4 2-15,6-2 0 16,3-3-1-16,0-1-1 15,12 0-3-15,6 0 3 16,5-8 0-16,4-2-2 16,4-4-12-16,1-5-12 0,0 1-12 15,-5-5-20-15,-2-3-38 16</inkml:trace>
  <inkml:trace contextRef="#ctx0" brushRef="#br0" timeOffset="82139.89">22139 14942 155 0,'0'0'46'15,"0"0"10"-15,0 0-44 16,0 0-11-16,0 0 0 16,21 58 3-16,-18-19 2 15,-3 8-1-15,0 7-2 16,-9 8-2-16,-12 5-3 0,-9 1-41 16,-10-3-187-16</inkml:trace>
  <inkml:trace contextRef="#ctx0" brushRef="#br0" timeOffset="82747.11">19747 15137 242 0,'0'0'-16'0,"0"0"34"0,0 0 9 0,0 0-10 0,0 0-4 16,0 0-6-16,0 0-3 15,0 0 0-15,0 0 0 16,-40 28-3-16,33 6 0 0,1 0-1 15,6-1 1-15,0-2 0 16,9-4-1-16,6-6-1 16,7-3-2-16,3-6-5 15,8-6-13-15,-1-6-15 16,3-2-45-16,-1-13-60 16</inkml:trace>
  <inkml:trace contextRef="#ctx0" brushRef="#br0" timeOffset="83474.16">20019 15222 51 0,'0'0'85'15,"0"0"-23"-15,0 0-3 16,0 0-31-16,-40-34-20 16,25 48-4-16,1 5-2 0,0 3-2 15,2 4 2-15,5-2-1 16,2-1 0-16,4-5 0 16,1-1 0-16,0-3 0 15,5-5-1-15,5-4 1 16,4-3-1-16,1-2 2 0,2-6 0 15,1-8 5-15,-1-6-3 16,-3-1-2-16,-1-5 0 16,-6 1-1-16,-4-2-1 15,-3 4 3-15,0 2-3 16,-9 5 0-16,-4 3 0 0,0 3-4 16,-1 6 9-16,4 0-12 15,3 3 13-15,4 1-6 16,0 0 0-16,3 0-9 15,3 0-3-15,6 0 10 16,4-1 1-16,7-6-7 0,3-1 14 16,2-5-4-16,-1-1-2 15,2-4 1-15,-6-1-1 16,-5 3 1-16,-3 2 0 16,-5 5 3-16,-4 1 2 15,-2 4-3-15,-1 4 1 0,0 0-5 16,0 8-7-16,-1 7 14 15,0 3-6-15,1 5 1 16,0 2 0-16,0 3-1 16,3-2 1-16,5 1 0 15,0 0 2-15,2 2-3 0,-3-4 1 16,0-1-2-16,-2-2 2 16,-3-5 0-16,0-5-2 15,-2-3 0-15,0-6 2 16,0-3 0-16,0 0 2 15,0-6 0-15,0-11-6 16,0-3 4-16,3-7 0 0,9-4-5 16,2 0 1-16,-1 1-3 15,3 5 2-15,-5 6 5 16,-4 5 0-16,2 6 0 16,-5 6 6-16,-1 2-6 15,1 4-1-15,-1 9-1 0,2 4 1 16,0 3 0-16,2 1 3 15,2 0-2-15,0-1 0 16,6-1-1-16,1 0 0 16,4-5-4-16,0-2-33 15,3-6-104-15</inkml:trace>
  <inkml:trace contextRef="#ctx0" brushRef="#br0" timeOffset="84448.47">19854 15950 217 0,'-11'-5'-1'0,"1"4"28"0,2 1-3 0,-4 6-20 0,2 11-4 16,0 5 3-16,2 5-3 0,-2 3-2 15,4 0 4-15,3-2-2 16,3-5 0-16,0-5 1 16,9-4-1-16,6-7-7 15,4-5-13-15,5-2-6 16,5-11-16-16,3-6-2 0,-2-8 7 15,1-2 7-15,-6-2 15 16,-5 3 19-16,-8 4 32 16,-5 4 14-16,-7 5 29 15,0 5-18-15,-2 5-26 16,-6 3-19-16,1 0-16 0,-3 14 1 16,3 3 1-16,0 5-1 15,4 2-1-15,-1-2 1 16,4 0-1-16,0-5 1 15,0-2 0-15,6-3 1 16,1-5-1-16,2-3-2 0,4-4-1 16,-2 0 2-16,3-7 0 15,-5-7 2-15,0-6-1 16,-1-3 2-16,-5-2 1 16,-3 0-2-16,0 3-2 15,-3 2 1-15,-7 4-2 16,-2 8-3-16,-1 2 5 0,4 6-3 15,2 0-2-15,3 0-1 16,2 6-5-16,2 1-3 16,6-2-2-16,7-1 5 15,7-3 3-15,4-1 4 0,1 0 3 16,2-6 0-16,-2-1 6 16,-3 0 3-16,-2 1-1 15,-4 4-5-15,-3 2-2 16,-4 0 0-16,0 5-8 15,0 6-19-15,0 1-16 16,-1 0-39-16,2-2-38 0</inkml:trace>
  <inkml:trace contextRef="#ctx0" brushRef="#br0" timeOffset="84711.6">20757 15725 291 0,'0'0'8'0,"0"0"28"0,0 0-7 0,0 0-13 0,0 0-19 16,0 0-9-16,-43 44 11 15,27-2 0-15,4 7 3 16,3 3 0-16,2-1-1 0,7-1-1 15,3-2-2 1,16-2-14-16,2-5-27 0,8-10-12 16,5-9-53-16</inkml:trace>
  <inkml:trace contextRef="#ctx0" brushRef="#br0" timeOffset="85126.9">21071 16097 114 0,'0'0'14'15,"51"-61"48"-15,-37 32-8 16,-6 5-12-16,-8 4-9 15,0 2-11-15,-4 2-7 16,-8 3-5-16,-1 2 1 16,-2 5-8-16,1 2 0 0,-2 4-5 15,2 0-3-15,-1 7 5 16,1 9 1-16,1 2-7 16,3 4-1-16,3 0 0 15,4-2 2-15,3-3 0 16,0-5-3-16,7-4-1 0,5-6 1 15,6-2-1-15,4-2 1 16,1-13-4-16,1-3-3 16,1-5 5-16,-2-3 8 15,-5-3 2-15,-4-2 1 16,-3 1 4-16,-6-1 7 0,-2 4-2 16,-3 4-6-16,0 5 1 15,0 6 7-15,-3 5 3 16,-2 5-7-16,0 2-7 15,-1 9-7-15,1 10 7 16,-2 5 2-16,4 6-1 16,2 5-1-16,1 0 0 0,0 0-1 15,4-2-14-15,6-1-16 16,1-5-27-16,-1-3-60 16</inkml:trace>
  <inkml:trace contextRef="#ctx0" brushRef="#br0" timeOffset="85252.02">21327 16036 316 0,'0'0'19'0,"0"0"-13"0,0 0-6 0,0 0-1 0,0 0-9 0,0 39-22 16,0-24-35-16,0 0-79 16</inkml:trace>
  <inkml:trace contextRef="#ctx0" brushRef="#br0" timeOffset="85643.44">21582 15905 305 0,'0'0'20'0,"0"0"-10"15,0 0-5-15,-41 0-6 0,28 13 0 16,2 2-1-16,-3 2-4 15,5 0-5-15,5-1 2 16,2-2 0-16,2-4-8 16,0-3 2-16,5-4-1 15,7-3 7-15,2-3 3 0,-1-11-1 16,3-6 15-16,-1-6-8 16,1-6 2-16,-4-4-2 15,-1-2 1-15,-6 1 4 16,-2 2-1-16,-3 8 16 15,0 3 6-15,0 8 2 16,-5 9-9-16,-1 7-11 0,-3 4-9 16,0 16 0-16,1 8-3 15,-3 4 4-15,2 4 2 16,5 3-5-16,4-1-7 16,0-4-10-16,0-4-34 0,8-4-48 15</inkml:trace>
  <inkml:trace contextRef="#ctx0" brushRef="#br0" timeOffset="85985.98">21667 15963 320 0,'0'0'13'16,"0"0"6"-16,0 0-8 16,0 0-9-16,0 0 0 15,39-25-1-15,-33 25-1 16,0 0-2-16,-2 1 0 15,-1 10 1-15,-3-2-8 0,0 5 3 16,-3-1 2-16,-1-2 2 16,-2-1 0-16,5-1 3 15,-1-2 0-15,2-3-1 16,0 2 0-16,2 0 3 16,4-1-3-16,3 3 2 0,-4 1-1 15,2 0-1-15,-4 2 0 16,-1-2 0-16,-2 0-1 15,0-1 1-15,-4 0 2 16,-6-1 5-16,-5-2-3 16,1 0-1-16,-2-3-5 0,1-2-19 15,-1 0-35-15,1-9-92 16</inkml:trace>
  <inkml:trace contextRef="#ctx0" brushRef="#br0" timeOffset="86157.19">21768 15791 247 0,'0'0'2'16,"40"-4"13"-16,-18 4 2 15,1 7-1-15,0 8-7 16,0 7-4-16,-5 9 1 0,-7 9-6 16,-8 10 0-16,-3 7-18 15,-14 2-50-15,-18 1-86 16</inkml:trace>
  <inkml:trace contextRef="#ctx0" brushRef="#br0" timeOffset="86883.29">20348 16713 178 0,'0'0'-1'0,"0"0"3"0,0 0 12 0,-39-28 5 16,24 23-6-16,2 0-3 16,-5 3 11-16,3 1 3 0,-2 1 0 15,0 3-10-15,1 12-9 16,0 8-5-16,-1 8 2 15,3 4-2-15,5 4 1 16,5 0-1-16,4-2 0 16,0-6 4-16,10-2-4 15,9-8 0-15,4-6-4 0,6-6-14 16,4-9-20-16,1 0-16 16,1-15-38-16</inkml:trace>
  <inkml:trace contextRef="#ctx0" brushRef="#br0" timeOffset="87438.99">20452 16835 142 0,'0'0'8'0,"0"0"60"16,0 0-7-16,0 0-32 16,0 0-22-16,0 0-7 15,0 0 4-15,-42 29-4 16,36 1 1-16,0 0 1 16,5-2-2-16,1-4 1 0,0-3 0 15,5-5 0-15,4-6-1 16,1-2-1-16,2-6-5 15,1-2-3-15,-2-2 4 16,-1-11 2-16,-3-4 0 16,-3-2 8-16,-2-5-2 0,-2-1 3 15,0 1-1-15,-3 3-3 16,-3 1 0-16,-6 4-2 16,3 6 2-16,-2 2-6 15,3 4 4-15,-1 2-2 16,5 2 2-16,4 0-1 0,0 0 3 15,0 0-3-15,13 0-3 16,2 0-1-16,4 0 1 16,2-6 3-16,-1-5 0 15,1-2 1-15,-5-2-4 16,-2 0 5-16,-6-1-1 16,-4 4 2-16,-2-2 0 0,-2 3 4 15,0 2 4-15,0 3-2 16,0 2 1-16,-1 1-1 15,0 3-3-15,1 0 1 16,0 0-7-16,1 9-2 16,5 5 2-16,4 3 3 0,0 4-2 15,-2 5 0-15,0 1 0 16,3 1 1-16,-7-1 0 16,-1-1-1-16,-2-2 0 15,-1-3-1-15,0 0 0 0,-3-5 1 16,-6 0 0-16,-1-7-21 15,-2-5-27-15,3-4-82 16</inkml:trace>
  <inkml:trace contextRef="#ctx0" brushRef="#br0" timeOffset="87672.6">20845 16568 284 0,'0'0'5'0,"0"0"4"0,0 0-9 0,0 0 4 0,0 0 2 16,-7 61 1-16,0-28 1 15,-2 4-1-15,5 0-5 16,3 0 2-16,1-2-2 16,1 1-1-16,12-5 0 0,2-2-3 15,6-7-15-15,3-5-18 16,5-6-25-16,4-10-49 15</inkml:trace>
  <inkml:trace contextRef="#ctx0" brushRef="#br0" timeOffset="88078.08">21220 16794 198 0,'0'0'14'16,"8"-37"55"-16,-8 24-30 16,-6 1-21-16,-3 2-9 15,-5 1-11-15,-3 4 3 16,1 3-2-16,0 2 2 0,-1 6-7 15,1 7 6-15,2 6 2 16,4 1 1-16,2 2-3 16,4-1-4-16,3-3-4 15,1-3-1-15,2-5 2 16,8-6-1-16,4-4 5 16,3 0-4-16,4-16 6 0,-2-4 1 15,4-8 1-15,-2-5-1 16,0-4-6-16,-5-3-6 15,-3 1 8-15,-1-1 1 16,-8 3 3-16,-1 4 4 16,-3 8 2-16,0 5 3 0,0 7 7 15,0 9 2-15,-3 4 0 16,-1 11-22-16,-6 11 5 16,2 9 1-16,2 4 0 15,1 6 0-15,3-1-1 16,2-3-1-16,0 0 1 0,9-1 0 15,4-4-13-15,2-5-23 16,1-7-51-16,4-6-124 16</inkml:trace>
  <inkml:trace contextRef="#ctx0" brushRef="#br0" timeOffset="88234.36">21484 16764 342 0,'0'0'22'0,"0"0"-14"0,0 0-6 0,0 0-1 16,-1 51-4-16,0-28 1 0,1 1-18 16,0-1-14-16,0-4-11 15,0-4-13-15,8-8-42 16</inkml:trace>
  <inkml:trace contextRef="#ctx0" brushRef="#br0" timeOffset="88441.24">21741 16702 261 0,'0'0'56'0,"0"0"-26"15,0 0-14-15,0 0-11 0,0 0-7 16,-45-7-1-16,33 17-10 16,0 2 7-16,3-2 3 15,4 3 3-15,3-4-2 16,2-2-2-16,2-4-8 15,10-3-14-15,3 0-28 16,3-14-57-16</inkml:trace>
  <inkml:trace contextRef="#ctx0" brushRef="#br0" timeOffset="88604.87">21792 16537 187 0,'0'0'41'16,"0"-57"9"-16,-9 37-17 0,1 7-3 15,0 6-16-15,-2 7-5 16,0 1-9-16,1 17-3 15,-2 6 7-15,0 7-4 16,4 6 1-16,1 0-6 16,4 4-7-16,2-2-12 15,0-5-26-15,2-6-72 0</inkml:trace>
  <inkml:trace contextRef="#ctx0" brushRef="#br0" timeOffset="88904.52">21868 16734 332 0,'0'0'20'0,"0"0"5"16,0 0-15-16,0 0-10 15,0 0-1-15,0 0 0 16,0 0 3-16,0 0-2 16,6 39-3-16,-1-35-5 0,0 2-1 15,2-5 2-15,-1-1 2 16,0 0 2-16,-3-7 3 15,2-1 3-15,-1-1 1 16,-2 1 0-16,-1 2-2 16,-1 3 3-16,0 3 8 0,0 0-10 15,0 7-4-15,0 6 2 16,0 4 3-16,0 2-7 16,4 0-16-16,4 1-10 15,-5-4-26-15,1-6-63 16</inkml:trace>
  <inkml:trace contextRef="#ctx0" brushRef="#br0" timeOffset="89081.08">22087 16565 324 0,'0'0'20'15,"0"0"-13"-15,0 0-2 16,35 42 9-16,-25-12-6 15,0 9-6-15,-3 7-2 16,-5 2-4-16,-2 2-39 0,-10-8-71 16</inkml:trace>
  <inkml:trace contextRef="#ctx0" brushRef="#br0" timeOffset="89515.57">22477 14271 226 0,'0'0'18'0,"0"0"35"0,0 0-28 0,0 0-6 16,0 0-7-16,0 0-9 15,38-32-3-15,-17 26-1 0,0 2-1 16,2 3-15-16,2 1-20 16,-4 0-22-16,-2 0-65 15</inkml:trace>
  <inkml:trace contextRef="#ctx0" brushRef="#br0" timeOffset="89671.86">22565 14459 307 0,'0'0'1'16,"0"0"2"-16,38 0-4 15,-9-3 4-15,5-5-3 0,3 3-20 16,2-1-34-16,-6-2-70 15</inkml:trace>
  <inkml:trace contextRef="#ctx0" brushRef="#br0" timeOffset="89920.83">22557 14908 100 0,'0'0'129'0,"0"0"-114"16,0 0 6-16,0 0-10 0,0 0-1 16,42-6-3-16,-19-1-7 15,5 3 1-15,-1 0-17 16,-1 1-52-16,-4 1-43 15</inkml:trace>
  <inkml:trace contextRef="#ctx0" brushRef="#br0" timeOffset="90084.82">22587 15144 291 0,'0'0'-9'0,"0"0"8"15,41 1 2-15,-12-1 3 16,3-3-13-16,2-2-56 16,1-3-52-16</inkml:trace>
  <inkml:trace contextRef="#ctx0" brushRef="#br0" timeOffset="90263.1">22730 15527 325 0,'0'0'5'0,"0"0"-9"15,0 0 3-15,0 0 0 16,42 30 3-16,-19-27-12 16,6-3-42-16,0 0-50 15</inkml:trace>
  <inkml:trace contextRef="#ctx0" brushRef="#br0" timeOffset="90440.99">22706 16050 285 0,'0'0'3'16,"0"0"-8"-16,0 0 2 15,51 20-7-15,-24-20-51 16,0 0-90-16</inkml:trace>
  <inkml:trace contextRef="#ctx0" brushRef="#br0" timeOffset="90633.16">22688 16533 218 0,'0'0'31'16,"0"0"-30"-16,9 37 3 15,9-33-4-15,4-1 0 0,4-3-1 16,4 0-17-16,4-7-35 16,-1-4-40-16</inkml:trace>
  <inkml:trace contextRef="#ctx0" brushRef="#br0" timeOffset="90754.6">22903 16587 237 0,'0'0'-34'16,"0"0"-130"-16</inkml:trace>
  <inkml:trace contextRef="#ctx0" brushRef="#br0" timeOffset="92634.71">12811 7226 114 0,'0'0'3'0,"0"0"8"0,-42-19 5 0,29 12-9 0,1 2-4 15,0 2-2-15,0 3 1 16,3 0-1-16,1 1-2 15,2 7 1-15,6 1 0 0,0 5-3 16,2-4-3-16,14 0 3 16,7-1 3-16,8-1 2 15,5 2 0-15,10 0 0 16,10 0 0-16,4 5 0 16,9 3 0-16,8-1-1 0,7 6 0 15,5-1 0-15,5 0-1 16,8-4 0-16,7-4 1 15,3-4 1-15,5-4 7 16,5-6 5-16,2 0-2 16,1-9 1-16,0-2-6 0,-1-1-2 15,-1-4-3-15,-1-1-2 16,-4-2 1-16,-6 1 0 16,-1-4 0-16,-9-4-1 15,-2-2 0-15,-13-4 1 16,-5-4 1-16,-10 0 16 0,-10-5 4 15,-8-1-2-15,-11-1 1 16,-8-1-3-16,-6-1-8 16,-6-2-3-16,-5-1-4 15,-4-2-1-15,-5 0-1 16,-5 2 0-16,-4 0 0 16,0 1-2-16,-7-1 1 0,-5-1 0 15,-3 2 0-15,-1-3 0 16,-3 1-2-16,-2 2 0 15,-6 0 0-15,-4 3-2 16,-4 2 0-16,-5-1 0 16,-4 3 6-16,-5 2-1 0,-2-1-4 15,-9 1 3-15,-1 4 0 16,-3 4 0-16,-4 3 1 16,-3 6-3-16,-3 1 3 15,-3 6-1-15,-3 4 1 16,-5 4-2-16,-4-1 0 0,-5 4-1 15,-2 3-1-15,-2 0 3 16,-4 0 0-16,0 2 0 16,-2 6 0-16,-2 3 0 15,-3 1-3-15,-1 4 0 16,3 1 0-16,-2 0 0 0,2 3 1 16,4 1 1-16,0 0 2 15,2 5-2-15,3 1-1 16,5 1 4-16,3 3-2 15,0 1-2-15,7 3 2 16,2-1 0-16,6 5 0 0,3 0-1 16,6 3 2-16,6 2-1 15,8 5 0-15,5 0-2 16,8 0-3-16,8 4 0 16,4 1 1-16,8 1 1 15,2-2 2-15,7 2 1 0,5-2-2 16,5-1 2-16,0-2-2 15,10 0 2-15,12-2-5 16,5-4 2-16,13 0 2 16,11-3 2-16,14-1-1 15,13-5 2-15,15-5 0 0,18-3-1 16,18-4-1-16,12-7-12 16,13-12-62-16</inkml:trace>
  <inkml:trace contextRef="#ctx0" brushRef="#br0" timeOffset="98283.46">23038 14273 17 0,'0'0'14'0,"0"0"6"0,0 0-12 0,1 0-5 16,3-2 1-16,-2 1 7 15,-1 0 1-15,2-2-2 16,-2 2-2-16,0-1-3 16,1-1 5-16,-1 2 4 15,2-1-8-15,-1 2-4 16,-1-2-2-16,1 2 0 0,0 0 0 16,0 0 0-16,-1 0 0 15,2 0 0-15,-1 0 0 16,0 0 0-16,-1 4 0 15,2 0 1-15,1-1 1 16,-2 1 2-16,0-1 3 0,0-3 5 16,1 0 7-16,2 0 6 15,2 0 9-15,5-14-3 16,4-5-18-16,12-8-7 16,8-7-5-16,10-7 1 0,9-6-5 15,7-7-47-15,4-6-94 16</inkml:trace>
  <inkml:trace contextRef="#ctx0" brushRef="#br0" timeOffset="98582.79">23179 14331 15 0,'0'0'6'0,"0"0"-2"0,0 0-4 16,0 0-25-16</inkml:trace>
  <inkml:trace contextRef="#ctx0" brushRef="#br0" timeOffset="102013.74">21095 14691 40 0,'-3'-2'6'0,"1"-1"14"0,0-1-10 0,0 3-1 15,2-2 5-15,0 1 0 16,-1 1 1-16,1 0-2 16,0-1 4-16,0 2-5 15,0 0-7-15,0 0-5 16,1 0-3-16,6 0 3 0,1 0 0 15,3 0 0-15,2 0 0 16,2-1 0-16,0 1 0 16,5-2 0-16,-2-1 0 15,5 1 1-15,3-1 1 16,-1-3 3-16,4 2 0 16,0 0-2-16,-1-4 1 0,5 2 5 15,-2-2 5-15,3 1 2 16,-1 0-4-16,2 0-3 15,-3 1-6-15,-1 1-2 16,-5 2 0-16,-2 0-1 16,-3 0 0-16,-5 3 0 0,-3-1 0 15,1 1 0-15,-1 0-4 16,-4 0-18-16,-1 0-25 16,-4 0-3-16,-4 0-18 15</inkml:trace>
  <inkml:trace contextRef="#ctx0" brushRef="#br0" timeOffset="102435.04">21155 14694 136 0,'0'0'-7'0,"0"0"4"0,0 0 3 0,36 1 0 16,-14-1-5-16,-1 0 3 15,0-4 2-15,2 0 2 16,3-1 3-16,0-1 11 16,3 1 4-16,2-1-3 15,3-1-6-15,1 3-8 0,2-2 0 16,0-1-1-16,1 2-2 16,-7 0 0-16,-4 0 0 15,-1 0 0-15,-6 4 0 16,-4-1-10-16,-4 0-13 15,-6 0-20-15,-4-1-73 16</inkml:trace>
  <inkml:trace contextRef="#ctx0" brushRef="#br0" timeOffset="103131.11">21190 14682 29 0,'0'0'-8'0,"0"0"1"0</inkml:trace>
  <inkml:trace contextRef="#ctx0" brushRef="#br0" timeOffset="106789.82">14274 7327 31 0,'0'0'14'0,"0"0"-7"0,0 0 7 16,0 0-8-16,0 0-1 0,0 0 0 15,0 0-2-15,0 0 0 16,0 0-2-16,0 0-1 16,0 0 0-16,0 0 1 15,0 0-1-15,44-9 0 16,-33 16 1-16,1 3-1 16,5 0 1-16,3 1-1 0,-1-2 0 15,4 2 0-15,5-1 0 16,2 0 2-16,4 0 3 15,0-3 0-15,4 0 1 16,2-2 1-16,2-1-2 0,2-3-2 16,1-1-2-16,5 0 1 15,-4 0 4-15,4-5 2 16,-2-3 3-16,-2-1 1 16,-1-3-3-16,0 1 1 15,-2-3 2-15,-3-1 2 16,-2-3 1-16,-6-2-1 0,-2-3 3 15,-5-5-2-15,-4-1-2 16,-1-3-6-16,-1-4-3 16,-2 0-2-16,-3-3-1 15,-3 2 0-15,-3-1 1 16,-3 1-2-16,-1-3 1 0,-3 0 0 16,-1-1 0-16,0 0 1 15,0-2-1-15,0 0 4 16,0 1-1-16,0 1-3 15,0 0 0-15,-2-2 0 16,-7 2 1-16,0-2-1 0,-4-1-1 16,-3 1 3-16,-5 3-3 15,-2 1 0-15,-4 5 1 16,-3 2 0-16,-1 2-2 16,-3 3 2-16,-1 0 2 0,3 0-3 15,-3 0 0-15,3 1-3 16,3-1 2-16,-2 4 2 15,3 1-3-15,1 3 0 16,-2 5 3-16,0 1-6 16,-1 3 2-16,-3 5 5 15,-2 3-3-15,2 2 1 0,0 0-4 16,1 6 2-16,1 5-8 16,2 5 21-16,-2 5-12 15,2 6 3-15,-1 0 0 16,-1 7-2-16,0 3 0 15,-3 3 1-15,1 1-1 0,-1 5 1 16,1 2-1-16,2 2 0 16,1 2 1-16,4-1-2 15,6-4 1-15,2 0 0 16,7-6 0-16,2-3 0 16,5-3 0-16,3 3 0 0,1-2 0 15,5 2 0-15,13-4-20 16,6-7-81-16</inkml:trace>
  <inkml:trace contextRef="#ctx0" brushRef="#br0" timeOffset="124553.1">15031 9483 50 0,'0'0'-21'0</inkml:trace>
  <inkml:trace contextRef="#ctx0" brushRef="#br0" timeOffset="125551.65">15031 9483 62 0,'0'-8'4'0,"-5"7"2"16,1-2 11-16,2 1-3 0,-2 0-3 15,2-1 0-15,2 2 1 16,0-5 4-16,0 3-9 15,6-4-2-15,1 0-5 16,3 0 0-16,2-2 0 16,1 2 0-16,1-2-2 15,-3 1 0-15,5 0 2 0,-3 1 1 16,2 1-2-16,1 2 5 16,-3-1-3-16,1 4 3 15,-1 1-4-15,1 0 0 16,-1 0 0-16,1 9-2 15,-1 0 1-15,-2 4 1 16,2 2-1-16,-1 1 1 0,1 0 0 16,-2 5-1-16,0-1 1 15,1 0 0-15,-5 0 1 16,1 1-1-16,-3-1 0 16,2-2-1-16,-5 1 1 0,-2 1-6 15,0 0 2-15,0 1 3 16,-2-1 1-16,-5 6 3 15,0 1-2-15,-1-2 1 16,-1 4 0-16,1 0-1 16,0-1 1-16,1 0-1 0,-1-1 0 15,0-1-1-15,2 0 0 16,-1 0 1-16,0 1-1 16,0 1 2-16,0 1-2 15,1 1 1-15,1-2-1 16,2 2 0-16,2-3 1 0,1-3 0 15,0-1 0-15,2-5 1 16,9-2-1-16,1-5 2 16,1-2 0-16,5-4 2 15,-2-4-2-15,4-1 1 16,-3 0-3-16,-2 0 4 16,0-1-3-16,-2-3 0 0,-4 1-2 15,-5 2 3-15,-2 1-3 16,-1 0 1-16,-1 0-1 15,0 0-6-15,-3 1-10 16,-7 7 11-16,-2 3-12 0,-3 3 5 16,0 0 8-16,1 0 4 15,0 3-2-15,1-1 2 16,2 1 1-16,-1 2 0 16,3 3 0-16,-3 4-1 15,0 1 0-15,2 4 1 16,0 2 0-16,0-1 0 0,-2 1-2 15,5-2-1-15,-1 1 3 16,2-1-1-16,2 1 0 16,2 1 0-16,2 0 0 15,0 5 0-15,0 0 1 16,0 2-1-16,3 0 1 0,2-3-1 16,1 1 0-16,2-2 0 15,-3-4 0-15,3 2 0 16,-1-2 0-16,2-1 0 15,-2 0 0-15,-1 0 2 16,0-1 1-16,-1 0 0 0,0-3 2 16,-5-1 1-16,0-4-2 15,0 0-1-15,0-2 3 16,-11-2 0-16,-2 0 3 16,-4 0 0-16,-9 0-1 0,-1 2-3 15,-7 1-2 1,-4 2 0-16,-4-3-5 0,-8-3-65 15</inkml:trace>
  <inkml:trace contextRef="#ctx0" brushRef="#br0" timeOffset="126337.99">12156 12022 88 0,'10'0'1'0,"5"0"6"0,5 0 4 0,5 0-6 16,6-3 0-16,2-1 2 0,6-2-3 16,4-1-2-16,1-1 3 15,5-1 0-15,3-1 8 16,5-1 0-16,2-2-3 16,7 2 0-16,7-4-4 15,6 0 0-15,5-1-2 16,7-2 5-16,7 2-1 0,0-3 0 15,1 0 0-15,0 0-1 16,3-2 1-16,-4 1-3 16,-1-1-1-16,-3-2 1 15,2 2-1-15,-6-1-2 0,-4 1 3 16,-3 0-3-16,-4 2 0 16,-6 1 0-16,-6 2-1 15,-5 3 0-15,-8 1 0 16,-9 3 0-16,-7 2 0 15,-8 4 1-15,-9 2-2 16,-11 1-17-16,-6 0-25 0,-4 0-34 16,-14 4 4-16</inkml:trace>
  <inkml:trace contextRef="#ctx0" brushRef="#br0" timeOffset="126906.98">12660 12104 22 0,'0'0'7'0,"0"0"-1"0,0 0-1 0,0 0-5 16,0 0 10-16,0 0 16 16,0 0-5-16,0 0-5 0,43-7 3 15,-22-1 6-15,0-1-10 16,6-1-4-16,2 0-6 15,6 2-2-15,5-2-1 16,5 1 0-16,6-1-1 16,3 3-1-16,4-1 0 0,4-1-3 15,6-1 3-15,1-4 0 16,7-1 0-16,5-4 0 16,5-3 3-16,8-3 3 15,3 0 1-15,6-1-2 16,6-2-2-16,0-2 1 15,-1 0 0-15,1 1 5 0,-4 1 2 16,-8 0 2-16,-4 2-2 16,-4 3-1-16,-6 1-1 15,-10 1-2-15,-5 3 1 16,-7 1-1-16,-9 3-2 16,-4 4-2-16,-6 5-2 0,-5 3 1 15,-11-2-6-15,-10-10-95 16</inkml:trace>
  <inkml:trace contextRef="#ctx0" brushRef="#br0" timeOffset="128902.74">11945 12119 201 0,'0'0'5'0,"0"0"-2"0,0 0-2 0,46 0 0 0,-23 0-1 15,6 0 1-15,6 0-1 16,4 0 1-16,7-2-1 16,4-1-1-16,3-4-3 15,9 0-2-15,6-3 2 16,6-1-2-16,8-4 5 0,10-3-1 16,7-3 1-16,10-2 0 15,6 0 2-15,7-4 1 16,3 3 8-16,4-1 0 15,0-2-1-15,-1 4 0 16,0-4-2-16,-3 4-4 0,-6-2-1 16,-3-1-1-16,-9 2 0 15,-9 1 0-15,-8 0 0 16,-10 2-1-16,-10 4 1 16,-12 3-3-16,-10 3-16 15,-18-1-22-15,-12 4-35 16</inkml:trace>
  <inkml:trace contextRef="#ctx0" brushRef="#br0" timeOffset="129478.64">12673 11975 45 0,'42'0'2'0,"2"-8"15"0,8 0 2 0,5-3-7 16,9-2 0-16,5-3-2 15,10 0-2-15,4-1-3 16,7-3 0-16,0 0-1 16,2-1 4-16,3 1-1 0,-2-2-3 15,-3 1 1-15,-1 3-1 16,-4-1 0-16,-9 3-2 15,-6 1 0-15,-9 4-1 16,-8 3 0-16,-8 1 0 16,-9 5-1-16,-7 0-1 0,-10-1-34 15,-9 0-46-15</inkml:trace>
  <inkml:trace contextRef="#ctx0" brushRef="#br0" timeOffset="131920.5">9702 9742 160 0,'-17'0'-35'0,"-1"-8"55"0,0 2-2 15,0-1-3-15,0 3-5 16,-1-2-5-16,2 2 0 0,-3-2-5 16,1-1 1-16,0 0 1 15,0-1-1-15,0 0 0 16,-5 0-1-16,1 2 0 15,-1 1 0-15,-3 0 0 0,-4 3 0 16,-3 2 0-16,-1 0 0 16,-6 0 0-16,3 5-1 15,-4 5 1-15,1 4-1 16,-1-1 1-16,2 7-1 16,-3 1 0-16,-1 4 0 15,-2 3 1-15,2 3 1 0,-5 7 0 16,2 2 0-16,2 6 0 15,-1 3-1-15,2 3 1 16,3 4-1-16,5 0 1 16,4 1-1-16,2-1 0 15,6 1 0-15,7 0 1 0,1 2-1 16,6 0 0-16,2 2 0 16,6-3 0-16,2 3 1 15,0-4-1-15,14 0 0 16,3 1 0-16,8-4 0 15,6 0-1-15,3-3 0 16,6 0 1-16,5-4 0 0,2-1 1 16,6-2-1-16,3-2 0 15,2-1-1-15,1-5 1 16,3-2 0-16,0-7 0 16,3-3 0-16,0-4 1 0,2-4 0 15,3-5 2-15,-1-4-1 16,2-3 2-16,-1-4 0 15,0 0 1-15,-2-11-2 16,-3-3 1-16,-4-6-1 16,-1-7-1-16,-2-6 1 0,-2-2 0 15,-1-6 2-15,-3-5 0 16,-5-1 2-16,-5-1 3 16,-4-6-1-16,-7 0-2 15,-3-4 1-15,-6-2-2 16,-7-1 1-16,-5-3-3 0,-6 0 2 15,-4-1-1-15,-4-2-1 16,-8 0 1-16,-6-1-3 16,0-1 2-16,-8 1-1 15,4 1 0-15,-7 3 1 16,-2 4-3-16,-1 3 1 0,-7 8-2 16,-3 10-1-16,-8 8 2 15,-2 13-3-15,-10 10-9 16,-9 6-43-16,-6 2-69 15</inkml:trace>
  <inkml:trace contextRef="#ctx0" brushRef="#br0" timeOffset="132418.91">7903 10335 16 0,'5'7'35'0,"1"-1"-27"0,1-1 9 0,2 2-3 16,3-4-1-16,1-1-2 15,3-2 7-15,4-3 7 0,6-13 5 16,9-12-1-16,11-12-6 16,12-15 0-16,18-14-8 15,23-10-8-15,26-15-3 16,15-11-1-16,17-13-46 15</inkml:trace>
  <inkml:trace contextRef="#ctx0" brushRef="#br0" timeOffset="135367.87">17666 15590 73 0,'0'0'4'0,"0"0"10"0,0 0 4 0,0 0-2 15,0 0 6-15,0 0 3 16,0 0-8-16,0 0-13 16,0 0-5-16,0 0 0 15,0 0 1-15,0 0 0 16,0 0 0-16,13 1 0 0,-1-1 0 16,3-3-1-16,1-2 4 15,4-1 4-15,3-1 3 16,3-2-3-16,-1 2-1 15,1-3-4-15,-1 3-1 0,0 1 1 16,1-1-2-16,-2-1 1 16,-1 4-1-16,-2-1 2 15,-1 2-10-15,-5-1-25 16,-4 3-31-16</inkml:trace>
  <inkml:trace contextRef="#ctx0" brushRef="#br0" timeOffset="135660.87">17733 15649 106 0,'0'0'2'0,"0"0"13"0,0 0 11 16,54-2-2-16,-32-5-5 16,5 1-3-16,1-1-2 15,2 0-2-15,3-1 1 16,-1 3-6-16,3-3-4 16,2 0-2-16,2 3-1 15,2 0-5-15,-4-1-34 0,-2-1-61 16</inkml:trace>
  <inkml:trace contextRef="#ctx0" brushRef="#br0" timeOffset="137467.13">14164 14486 63 0,'0'0'46'0,"0"0"-25"15,0 0 7-15,0 0-1 0,-34-38-11 16,22 33-11-16,0 0-2 16,-1 1-3-16,-2 1 2 15,0 1-5-15,-1 1 7 16,-1 1-2-16,-2 0 2 16,3 0-1-16,-1 0 1 0,1 3-1 15,-2 0 0-15,0 2-2 16,1 0 2-16,-1-1 0 15,1 4-1-15,-2-1 1 16,1 1 2-16,-2 0-3 16,0 3-1-16,-2 1 0 15,2 2-1-15,-3 2 0 0,-1 0 1 16,4 4-1-16,-3-1 0 16,3 2 0-16,1-1 0 15,2 0 0-15,2 0 0 16,-1 0 0-16,3 1-1 15,-1-1 1-15,1 1-1 0,1-1 2 16,-1 3-1-16,0-2 0 16,3-1 0-16,2 3 1 15,-1 0-2-15,2 1 0 16,1-1 2-16,3 2-3 16,-1-1 1-16,0 2 0 0,1-1 0 15,1 0 1-15,0 0-2 16,0 2 4-16,2-3-2 15,-3 0 0-15,3 3 0 16,0-2-2-16,0 1 1 16,0 1 1-16,5-1 0 0,0 0-1 15,3-1 2-15,-3 3-2 16,3-3 2-16,0-1-2 16,0-1 2-16,1 1-1 15,0-3 0-15,2-1 1 16,0 1 1-16,1-1-1 0,-1 1-1 15,5-1 1-15,1 3-1 16,2-4 0-16,2 0-1 16,4 0 0-16,2-3 3 15,2 0-2-15,0-4 1 16,0-1 0-16,0-1 0 0,0-3 1 16,1-1 0-16,1-2-1 15,0-3 1-15,1-1 0 16,0 0 1-16,2 0-3 15,0-7 1-15,1-1 1 16,-1-2 0-16,-1-1-1 16,-3-2 0-16,-1-1 0 0,-1-1 1 15,-2 1-1-15,0-4 0 16,-3 4 0-16,-1-5 2 16,3 1-2-16,-1-2 2 15,-3-2-2-15,0-4 0 16,0-3 1-16,-1-3 0 0,-3-3-1 15,0-2 0-15,-4-4 0 16,-1 4 3-16,0-1 1 16,-7 0 1-16,-1 1 4 15,0-2-1-15,-4 1-2 0,0-1-3 16,0-2-1-16,0 0-2 16,0-4 1-16,0 1-1 15,-2 1-1-15,-4-4 0 16,1-1 1-16,-7 3-1 15,0 0 0-15,-3 0 0 0,-4 2 0 16,-2 7 0-16,0 3-1 16,-4 4 1-16,2 7 0 15,1 1 0-15,0 5 0 16,-1 3 2-16,3 2 0 16,3 2-2-16,-3 2 1 0,4 3-2 15,0 0 2-15,-2 3 0 16,1 1-1-16,1 0-1 15,1 0 2-15,0 2 1 16,2 5-3-16,-1 0-9 16,0 3-35-16,-2 0-43 15</inkml:trace>
  <inkml:trace contextRef="#ctx0" brushRef="#br0" timeOffset="138287.76">12322 15165 78 0,'2'-4'0'0,"0"0"1"0,0 1-1 16,2 0 2-16,-1 1-2 0,0 0 0 15,-1 0 1-15,-2 2 2 16,0-1 14-16,0 1 10 16,0 0 1-16,2 0-20 15,-1 0-13-15,1 1 2 16,0 6 0-16,2 0 3 0,0 4-1 15,-1 0 3-15,4 0-2 16,-1-1 0-16,-1 1-1 16,3-2 1-16,-1-2-1 15,3 0 2-15,1-5 0 16,3-2 2-16,1 0 0 0,7-2 3 16,0-11 5-16,6-5-3 15,9-5-1-15,1-5 0 16,4-5 1-16,2-5-2 15,4-5 1-15,4 0 0 16,-1-3 2-16,2 0 2 0,3 5-1 16,-4 1-1-16,-5 3-2 15,-2 7-2-15,-7 2-3 16,-3 7-2-16,-8 6 1 16,-6 4-1-16,-6 10-2 15,-5 1-31-15,-9 1-44 0,-1 10-21 16</inkml:trace>
  <inkml:trace contextRef="#ctx0" brushRef="#br0" timeOffset="138789.24">12223 15232 124 0,'0'0'3'0,"0"0"6"0,0 0-4 16,0 0-6-16,0 0-1 16,0 0 2-16,0 0-1 0,0 0 1 15,2 38-1-15,8-27 0 16,2 1 0-16,2-1 0 16,3-3 1-16,2-2 0 15,4-4 1-15,2-2 1 16,2 0 2-16,2-9 2 15,6-5 5-15,-1-4 3 0,7-7 5 16,5-3 4-16,4-5-4 16,5-6-7-16,7-7-2 15,5-5-2-15,7-6-2 16,-1-5 2-16,8-6 1 0,4-2-1 16,5-4-4-16,-3 3-4 15,2 0 2-15,-2 2-18 16,-12-4-100-16</inkml:trace>
  <inkml:trace contextRef="#ctx0" brushRef="#br0" timeOffset="141427.79">17004 15572 34 0,'0'0'13'0,"0"0"19"0,36 0-5 0,-14 0-4 16,1 0 3-16,4 0-5 15,5 0-4-15,7 0-5 16,1 0-5-16,8 0-3 0,6-2 2 15,4-2 3-15,4 1-3 16,3-1-2-16,1-1 0 16,2 2 1-16,-1-4 0 15,0 4 2-15,-3-1-1 16,-6 0-3-16,-4 2 0 0,-7 1-3 16,-9 0 1-16,-8 1-2 15,-6 0 2-15,-11 0-2 16,-8 1-24-16,-5 2-59 15,-7 0-5-15</inkml:trace>
  <inkml:trace contextRef="#ctx0" brushRef="#br0" timeOffset="141642.35">17400 15641 280 0,'0'0'8'0,"0"0"-7"16,0 0-1-16,51-3 3 15,-4-1 0-15,12-3 3 0,21 0-5 16,14-1 1-16,9 0 0 16,11-2-55-16,7-3-167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00:45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6743 586 71 0,'-6'-1'8'0,"2"-1"2"0,1 1-2 0,-1-2-5 0,1 3-1 15,0-1 3-15,1-1 0 16,0-1-1-16,-2 1 1 0,-2 0-2 16,-1 2-2-16,-3 0 1 15,-2 0-1-15,-2 0 0 16,1 0 3-16,-3 2-2 16,0 5 2-16,-2 0-2 15,0 2-1-15,1 3-1 16,-1 1 2-16,2-1-1 0,-2 3-1 15,2-1 1-15,3 0 0 16,-5-1 0-16,5 4 1 16,-3-1 1-16,-1 3 1 15,-4 4-1-15,-3 0 0 16,1 4 0-16,-3 0 1 0,-3 1-2 16,2-1 1-16,2 2-2 15,0 0-1-15,1 1 0 16,4 0 1-16,-1 0-1 15,3 5 0-15,-1 1 0 16,1 2 0-16,2 2 0 0,-2 1 0 16,1 1 1-16,-1-3-1 15,2-1 0-15,3-2 1 16,4 1 2-16,-3-3 0 16,3 0 2-16,0 2-2 15,0-1 0-15,2 1-1 0,3-1-2 16,0 1 1-16,-1-1-1 15,4-1 0-15,1-1 0 16,0 2-1-16,0-3 1 16,0-1 0-16,6 2 0 15,0-3-2-15,3-1 1 0,-1 0-1 16,4-5 0-16,-3 3 3 16,3-3-4-16,-1-1 2 15,1-2-1-15,1 2 2 16,1-1 1-16,5 0-1 15,-1-1 0-15,-2-2 0 0,6-1-1 16,0 0-2-16,0 1 6 16,3-3-4-16,0-1 1 15,2-2 1-15,-3 1-2 16,1-4 2-16,1 0-4 16,-1-1 3-16,-2-1 2 0,1-1-1 15,0 0-1-15,1-1 3 16,0 1-2-16,0-1 1 15,-1 1-2-15,2-1 1 16,-1-2 1-16,4 0-2 16,-2 0 3-16,2-1-1 0,1-1 0 15,0-1 0-15,2 3-1 16,-3-4 0-16,0 3-1 16,0-1 2-16,0-1-2 15,2-1 0-15,3 0 1 16,0 0-1-16,3 0 1 0,1 0 1 15,3 0 0-15,1 0 1 16,0 0-2-16,3-1 3 16,-1-1-3-16,4-1 0 15,-1-1 0-15,4 1 0 16,-1 0 0-16,-2-2 0 16,2-1 0-16,0 2 1 0,0-1-2 15,2-2 1-15,-3 2 1 16,2-1-2-16,-1-1 0 15,-4-2 1-15,2 2-1 16,0 2 1-16,0-2 0 16,0 3 0-16,4 0 0 0,-4 3 0 15,2-1-1-15,2 1 0 16,-3 1 1-16,2 0-1 16,-1 0 0-16,-1 0 1 15,2 0-1-15,-3 0 0 16,0 0 0-16,-3 0 0 0,2 3 0 15,-2-3 1-15,-1 1-1 16,2-1 1-16,-2 0-1 16,0 0 1-16,1 0 1 15,-2 0 0-15,3 0-1 16,1 0 0-16,0 0 0 0,2 0-1 16,-2 5 1-16,0-1 0 15,0 3 0-15,-4-2-1 16,1 1 0-16,-1 0 2 15,2-2-1-15,-1-2 0 16,1 2 2-16,0-2-1 0,2-1 1 16,-4-1 0-16,6 0-2 15,-3 0 2-15,6 0-1 16,-1 0 0-16,1 0-1 16,4 0 1-16,0 0-1 15,2 0 0-15,-1 0-1 0,1 0 0 16,-2 0 1-16,0 0-1 15,-1 0 1-15,0 0-1 16,-2 0-1-16,1-1 2 16,0 0-1-16,-1 0 0 15,1 1 1-15,0-3-1 0,0 0 0 16,-3 0 2-16,2 2-1 16,-1-2-1-16,-5 2 1 15,2-1-1-15,-5 2 0 16,-1 0 0-16,-1 0 1 15,2 0-1-15,0 0 0 0,2 2 0 16,-2-1 0 0,0 2 1-16,1-2-1 0,-3 2 1 15,-4-3-2-15,1 2 1 16,-2-1 1-16,1 2-2 16,-2 0 1-16,2-2 0 0,4 2 1 15,-1 1-2-15,2 1 2 16,0-1-1-16,2 1 0 15,2 0-1-15,-2-2 1 16,4 0 0-16,0-1 0 16,0-2 1-16,-1 0-1 0,2 0 2 15,0 0 0 1,0 0-2-16,2 0 0 0,2 0 0 16,0 0 0-16,-3 0 0 15,-3 0 1-15,3 0-2 16,-6 0 2-16,2-1 0 15,-1-2 3-15,0-1 0 0,2 1 0 16,0-1 0-16,2 0-3 16,-2 1 0-16,4 1-1 15,-4-1 1-15,2 1 0 16,-2 1-1-16,-1 0 0 16,0 0 0-16,0-1 0 0,1 1 1 15,0 0-2-15,2 1 2 16,-1 0-1-16,0 0 0 15,-2-2 1-15,-2-1-1 16,1-1 0-16,-3-3 0 16,-1-2 0-16,-2-2 0 0,3 2 1 15,-1-3-1-15,-2 0 0 16,-1 2 1-16,-1-1 0 16,-2-1 0-16,-1 1 0 15,-2 0-2-15,1-2 2 0,1 2-1 16,0-2 0-16,-4 0 1 15,1-1-1-15,-1-2 3 16,-2 2-3-16,-3-2 0 16,-3 1 1-16,1-2-1 15,-3 0 1-15,0-2 0 16,-1-2 0-16,3 0-1 0,0-5 1 16,-2-1 0-16,2-1 0 15,0-1-1-15,-3 1 1 16,-3 1-1-16,-4-1 0 15,-2 2 1-15,-3 0-1 16,-4 1 0-16,-1-4 0 0,-1 1-1 16,-2-3 1-16,0 1 1 15,0-3 0-15,0-1 0 16,0 1 2-16,0-2-5 16,0 2 4-16,0 2-2 15,0 0-2-15,0 1 2 0,0 3 0 16,-3 3 0-16,-1 1-2 15,-4 2 2-15,1 2 0 16,-5-2 1-16,2 1 2 16,-1 2-3-16,-1 1 0 15,0-1-3-15,1 2 2 16,-2 0-5-16,0 1 2 0,-1 0-1 16,1 0 5-16,-3-1 1 15,0 0 0-15,-1-1 2 16,1 3-7-16,0 0 8 15,-2 1-7-15,-2 3 2 16,0 0 0-16,-2 5 1 0,-1 0-2 16,-3 2 1-16,-1 2-1 15,-2 1 2-15,-2 0-1 16,2 0 0-16,3 0 0 16,5 0 0-16,1 0-10 15,2 0 14-15,0 0-1 0,-4 0-2 16,-3 0-7-16,-4 0 2 15,-3 0 4-15,1 0 2 16,-2 0 0-16,1 0-1 16,1-1 2-16,-2-1-2 15,3 1 0-15,-3-1 0 0,-3 2 1 16,-1 0-2-16,-2 0 1 16,1 2 0-16,-2 3 0 15,0-2 0-15,-1 0-2 16,1 3 2-16,-2-5 0 15,-3-1 0-15,1 2 0 0,-3-2 0 16,0 0 0-16,-1 0 2 16,-1-2-2-16,-4-2-2 15,-1 1 4-15,-8-1-4 16,-1 2 4-16,-6-2-4 16,-4 4 4-16,-1-1-4 0,-1 1 2 15,0 0 0-15,3 0 0 16,-3 0 0-16,4 0 2 15,-5 4-4-15,0-1 2 16,-2 0 0-16,0-3-1 16,-2 0 1-16,2 0 0 0,3 0 0 15,6-5 0-15,2-2 1 16,1-1-2-16,1 2 2 16,-5 0-1-16,0-1 0 15,-2 2 0-15,-3-1-1 16,-3 3 2-16,2-1-1 0,1 1 0 15,3 2-1-15,0-1 2 16,1 2-2-16,-1 0 1 16,-4 0-1-16,-1 0-2 15,-2 3 0-15,1 1 2 16,-3-1 0-16,2 0 1 0,4 0 0 16,-2 0-1-16,-4 1 1 15,-3 0-2-15,-3 0 2 16,-4-1 0-16,3-1 0 15,1-1 0-15,4-1 2 16,5 0-1-16,0 0-2 0,-1 0 2 16,-1 0-1-16,-4 0 0 15,0 0 0-15,1-1 0 16,-1 1 1-16,4-2-1 16,6 2 1-16,0 0-1 15,-2 0-1-15,-3 0 2 0,2 0-1 16,-6 0 0-16,3 0 0 15,-3 2 0-15,4-1 0 16,4 2 1-16,2 0-1 16,0 1 1-16,-4 2 0 15,-2-1-1-15,-4 4 0 0,-2 2-1 16,1 4 1-16,1 3-3 16,7 5-7-16,0 2-56 15,7-6-39-15</inkml:trace>
  <inkml:trace contextRef="#ctx0" brushRef="#br0" timeOffset="1575.12">12340 2788 77 0,'0'0'7'0,"0"0"13"0,0 0-1 0,0 0 2 0,0 0 0 15,0 0-9-15,0 0-5 16,0 0-3-16,0 0-2 15,0 0-2-15,0 0 1 16,0 0-2-16,0 0 1 0,-6-33 8 16,6 33-10-16,0 0-2 15,0 1 2-15,0 5 3 16,0 2-1-16,0 0 1 16,2 1 0-16,2-2 1 0,-1-2-4 15,3-2 1-15,2-3-3 16,4-1 2-16,6-15 30 15,15-10 0-15,12-11-16 16,14-10-2-16,16-8-3 16,15-9-4-16,12-10-11 0,6-10-86 15</inkml:trace>
  <inkml:trace contextRef="#ctx0" brushRef="#br0" timeOffset="3294.74">12291 2816 74 0,'0'0'1'0,"0"0"-1"0,0 0 0 0,0 0 1 15,0 0-2-15,0 0-2 16,0 0 0-16,0 0 1 16,0 0 8-16,0 0 4 15,0 0 4-15,0 0 4 0,37 24 0 16,-20-36-5-16,5-4 2 16,7-8-9-16,7-8 3 15,10-5 0-15,8-7-1 16,5-7-2-16,9-3-4 15,3-4-2-15,4-6-33 16,-4-7-119-16</inkml:trace>
  <inkml:trace contextRef="#ctx0" brushRef="#br0" timeOffset="7388.41">8942 9724 33 0,'-2'0'1'0,"2"0"1"0,-2 0-1 16,2 0 0-16,-4 0 3 15,2 0 8-15,-1 0-2 0,1 0 3 16,0 1-1-16,-3 0 0 16,3 1-5-16,0-2-6 15,-3 3 0-15,2-1-1 16,2 0 0-16,0-1-1 15,0 0 1-15,0-1 0 16,1 0 1-16,0 0 1 0,-2 0 8 16,0 0 3-16,2 0-3 15,0 0-5-15,0 0-2 16,0 0-3-16,0 0 0 16,0 0 1-16,0 0-2 0,0 0 1 15,0 0-1-15,0 0 1 16,0 1 0-16,0 1 0 15,5-2 0-15,4 0-1 16,2 0 3-16,2 0 4 16,1-2-3-16,3-5 3 15,2-3 0-15,5-1-1 0,1-2-2 16,1 2-1-16,3-1-2 16,3-2 1-16,1 3-4 15,1-3-27-15,-6-2-43 16</inkml:trace>
  <inkml:trace contextRef="#ctx0" brushRef="#br0" timeOffset="9190.93">1055 4905 59 0,'0'0'14'0,"0"0"0"0,0 0-4 0,0 0-6 0,0 0-1 16,0 0 1-16,0 0-2 16,-11-41 0-16,11 40 1 15,-2-1 2-15,2 1 1 16,0-1 2-16,0 2-1 16,0 0 0-16,0 0-6 0,0 0-3 15,0 0 1-15,0 0 1 16,4 0 1-16,-1 3-1 15,3 3 0-15,1 1 0 16,-2 1 0-16,1 3 1 0,1 1 0 16,1-1-1-16,0 2 0 15,0 0 1-15,-1-2-1 16,1-1 0-16,2 0 0 16,-3-4 0-16,3-3-1 15,0-3 0-15,1 0-1 16,5 0 1-16,1-11 1 15,6-7 6-15,6-6 0 0,2-7-3 16,7-4 0-16,4-5-1 16,2-4 1-16,4-3 1 15,-1-4-3-15,5-3 10 16,-1-2-5-16,7-1 2 16,-2 1-1-16,4 0 1 0,-1 0 0 15,-5 6-2-15,-3 2 1 16,-2 3 1-16,-7 6-2 15,1 6-2-15,-3 6-2 16,-2 9-2-16,-3 5 0 0,-3 3-1 16,-8-3-35-16</inkml:trace>
  <inkml:trace contextRef="#ctx0" brushRef="#br0" timeOffset="10699.05">912 6165 57 0,'0'0'12'0,"0"0"-7"0,0 0 0 15,0 0 0-15,0 0-2 16,0 0 1-16,0 0 0 16,0 0-2-16,0 0 2 0,0 0 7 15,0 0 5-15,-11 0-10 16,11 0-4-16,0 0-2 16,0 3 0-16,0 1 0 15,0 3-1-15,2 3 3 16,3 0-2-16,-1 0 0 0,1-1 0 15,-1 2 1-15,1-4-2 16,1 0 2-16,1-1-1 16,0-2-1-16,0-4-2 15,5 0 6-15,4 0 6 16,5-4-3-16,6-10 2 0,4-5-1 16,7-8 2-16,4-6 1 15,6-5 2-15,2-3-1 16,4-5 2-16,2-2-4 15,3 0 1-15,3 1-3 16,3-3-5-16,6 1 0 0,3 1-4 16,-5-1-1-16,-6-2-82 15</inkml:trace>
  <inkml:trace contextRef="#ctx0" brushRef="#br0" timeOffset="18387.24">8810 9738 89 0,'0'0'7'0,"0"0"17"0,0 0-12 16,0 0 3-16,0 0-5 15,0 0 3-15,0 0 0 0,0 0 4 16,0 0 4-16,0 0-8 16,0 0-10-16,-2-4-3 15,2 4-1-15,0 0 0 16,5 0 1-16,5 0-1 15,2 0-2-15,1-1-1 0,4-4 3 16,1-4 9-16,1-2 2 16,0 0 2-16,2-2-2 15,2-1-2-15,-1 1-3 16,1 1-4-16,4 0 0 16,-3 1 0-16,1 4-2 15,2 0-16-15,-5-1-54 0,-7 1-80 16</inkml:trace>
  <inkml:trace contextRef="#ctx0" brushRef="#br0" timeOffset="18648.36">8844 9815 104 0,'0'0'20'0,"0"0"14"16,0 0-26-16,0 0 24 16,0 0 8-16,58-37-19 0,-26 19-9 15,8-4-8-15,4-2-3 16,3 0-2-16,0-6-84 15</inkml:trace>
  <inkml:trace contextRef="#ctx0" brushRef="#br0" timeOffset="24196.95">10488 9687 113 0,'0'0'-1'0,"-1"0"17"0,-1 0-3 0,2 0 6 15,0 0-1-15,0-3 2 16,0-1-13-16,0 0 4 16,4-1-3-16,1 1-1 15,1 0-1-15,3 3-5 16,0-1 1-16,1 2-2 0,4 0 1 16,2 0 0-16,3 0-1 15,1 0 0-15,4 0 0 16,3 2 1-16,2-1-1 15,3-1 0-15,3 0 0 16,-1 0 0-16,4 0 1 0,4 0 4 16,0 0-4-16,4 0 2 15,3-3-2-15,4 0 0 16,3 0-1-16,-1-1 0 16,1 3 1-16,1-3-1 15,3-1 0-15,2 2 1 0,1-1 0 16,2-1 5-16,7-1-2 15,1-1 2-15,2 0-1 16,2-2-1-16,-3 0 1 16,2 2-1-16,-3 3-1 15,-3 0 0-15,-2 3-3 16,-4 1 0-16,-3 0 1 0,-6 0 1 16,-1 4-2-16,-5 0 1 15,-5 3-1-15,-3 2-1 16,-7-2-3-16,-5 0-3 15,-7 0-5-15,-4 2-2 0,-7-1-21 16,-7-2-31-16,-4-1-2 16</inkml:trace>
  <inkml:trace contextRef="#ctx0" brushRef="#br0" timeOffset="24639.47">10923 9810 158 0,'0'0'3'0,"0"0"-12"0,0 0 14 0,0 0 0 0,48 16 10 15,-19-16-1-15,7 0 5 16,7 0-3-16,4 0 2 16,7 0-6-16,6 0-7 0,7 0-2 15,3 0-3-15,3 0 1 16,5 2 0-16,5 2-1 16,3 2 0-16,1 1-5 15,0 1-18-15,-3 2-31 16,1 1-38-16</inkml:trace>
  <inkml:trace contextRef="#ctx0" brushRef="#br0" timeOffset="25923.72">14268 9636 90 0,'0'0'0'0,"0"0"5"0,0 0-1 0,0 0 5 15,0 0 7-15,0 0 8 16,0 0-5-16,0 0 2 15,0 0-4-15,0 0-9 0,0 0-5 16,0 0-11-16,0 0-22 16,-35-3 27-16,41 3-2 15,1 0-5-15,2 4 11 16,2-4 0-16,1 3-2 16,3-1 1-16,-1-1-1 0,3-1 4 15,2 0 0-15,4 0 1 16,0 0-3-16,4 0 1 15,4-1-1-15,2-2 1 16,5 0-2-16,1-1 0 16,3 1 0-16,4 0 1 0,2-1-1 15,1 1-2-15,4 1 4 16,1-2-4-16,3 1 1 16,3-1 7-16,3 0 5 15,4-2-3-15,3 2 1 16,5-2 0-16,3-1-1 0,4 0 6 15,2 0-1-15,1 0-4 16,1-2-6-16,-1 2-1 16,-2 0-1-16,-5 3 1 15,-3 1-3-15,-4 3-3 16,-6 0-10-16,-5 0 9 0,-6 0-3 16,-5 4-2-16,-7 1 7 15,-8 0 1-15,-3-2 3 16,-9 3-1-16,-6-1-11 15,-5 0-25-15,-8-1-20 16,-3 0-55-16</inkml:trace>
  <inkml:trace contextRef="#ctx0" brushRef="#br0" timeOffset="26462.15">14611 9713 160 0,'0'0'-5'0,"0"0"13"0,0 0-10 0,0 0 0 0,0 0 1 15,53-2 1-15,-24-2 0 0,3 2 4 16,10-3 5-16,5-1-1 16,6 1 3-16,6-2 0 15,5-1 0-15,8 0 9 16,5-1-4-16,5-1-5 15,9 2-2-15,5 1-3 0,1 0-2 16,1 2-2-16,0 4 0 16,3 1-1-16,-5 0-9 15,-4 0-40-15,-5 0-20 16</inkml:trace>
  <inkml:trace contextRef="#ctx0" brushRef="#br0" timeOffset="27487.4">19544 8972 2 0,'0'0'19'0,"0"0"-5"0,0 0 1 0,0 0-2 0,0 0-1 16,11 39-2-16,-9-33-3 15,2-3 0-15,0-1-5 16,-2 1 3-16,4-1 0 15,1-1 1-15,0-1 3 0,2 0-3 16,3 0-1-16,0-1 0 16,2-6 7-16,2 0 0 15,3-3-2-15,4-1 2 16,1-5 4-16,4 0 5 16,2-4-3-16,5-3 6 15,2-4 0-15,6-3-3 0,6-6 0 16,5-3-4-16,4-2-4 15,3-3 5-15,1 4-13 16,1 1-1-16,-4 6-3 16,-4 6 0-16,-7 5-1 15,-6 8 0-15,-9 4-1 16,-8 6-1-16,-10 3-43 0,-8-5-42 16,-2-1-167-16</inkml:trace>
  <inkml:trace contextRef="#ctx0" brushRef="#br0" timeOffset="31130.84">5724 5284 104 0,'4'-11'3'0,"1"0"-2"0,-3 2 2 0,0 3 0 16,0 1 3-16,-2 2 9 15,0 3 5-15,0 0-10 16,0 0-9-16,-2 0 5 0,-2 4-7 16,-3 8 9-16,1 4-9 15,-6 6 1-15,3 3 0 16,-4 4 1-16,-1 2 2 15,0 0-2-15,0 2 0 16,-2-2 0-16,-2-1-1 0,-2-2 1 16,0-1 0-16,-2-1 0 15,-3-5 2-15,3-1 5 16,0 0 3-16,1-3 0 16,6 0-8-16,1 0-4 15,5-10 0-15,2-7-100 0</inkml:trace>
  <inkml:trace contextRef="#ctx0" brushRef="#br0" timeOffset="33365.18">19492 10278 142 0,'0'0'42'0,"0"0"-18"0,0 0-31 0,0 0 4 16,0 0 1-16,0 0 5 15,2 1-4-15,-2 2 1 16,2 0 2-16,-2 1-1 16,1 1 0-16,1 2 0 15,0-2-1-15,2 3 0 0,1-3 1 16,-2 1-2-16,1-2-10 15,0-2 8-15,0 0 4 16,0-2 10-16,1 0 17 16,3 0 7-16,0-1-11 15,5-6-15-15,3-3-5 0,0-4-1 16,6-2-3-16,-1-4 2 16,6-3 0-16,1-2 1 15,0-5 4-15,1 3-4 16,3 0 0-16,-1 0 0 15,-1 2 2-15,4 0 2 16,-1 4 1-16,-2 1 0 0,-1 5 2 16,-1 2-4-16,-3 1-5 15,-3 5 1-15,-1 2-2 16,-4 3 0-16,-2 2-17 16,-6 0-22-16,-7 0-51 15</inkml:trace>
  <inkml:trace contextRef="#ctx0" brushRef="#br0" timeOffset="35044.94">19580 11583 84 0,'1'0'28'0,"0"0"-28"0,1 0 2 0,-1-1 3 16,0 1 2-16,-1-2 2 16,0 2 0-16,0 0 2 15,0 0 10-15,1 0 13 16,0 0-18-16,1 0-13 16,0 0-3-16,1 0 0 0,-1 0-2 15,3 3 3-15,-1 4 0 16,-2-1-1-16,1 1 2 15,0-1-1-15,2 0-1 16,-3 1 3-16,2 0-2 16,2-2 0-16,-2 1-1 0,1-2 0 15,1 1 0-15,-1-3 0 16,3 0-1-16,0-2 2 16,0 0 7-16,3 0 1 15,1-4-4-15,1-5 6 16,3-2-1-16,2-3-2 0,4-2-3 15,4-3-5-15,4-1 2 16,1-4 0-16,3 0-2 16,3 0 1-16,2-2 0 15,1 1 4-15,0-1-1 16,-5 1 1-16,-1 3 1 16,-4 0-3-16,-4 3 0 0,-6 2-1 15,-6 7-2-15,-4 1 3 16,-3 4-2-16,-4 4-2 15,-3 1-18-15,0 0-23 16,-12 5-80-16</inkml:trace>
  <inkml:trace contextRef="#ctx0" brushRef="#br0" timeOffset="35729.22">19633 11576 137 0,'0'0'10'0,"0"0"4"0,0 0-9 0,0 0-5 0,0 0 1 15,0 0-2-15,0 0 11 16,0 0-6-16,0 0 2 16,5 43-3-16,1-29-1 15,-1 0-1-15,1-1-1 0,4 0 4 16,-2-3-4-16,1-1-4 16,3-3-1-16,-2-1 3 15,2-4 0-15,3-1-2 16,-1 0 5-16,3-4 5 15,3-8 1-15,0 0 1 16,3-4-1-16,2-3 0 0,2-3 6 16,1-4 4-16,1 0-4 15,6-2-3-15,2-2-1 16,-2 1-3-16,2 0-1 16,0 4-3-16,-3 2 2 0,2 0 0 15,-2 3-4-15,-1 3 5 16,-3 0-4-16,-2 3 0 15,-4 1 0-15,-3 3-1 16,-5 3 1-16,-5 3-1 16,-3 1 1-16,-5 0-1 0,-1 3 1 15,0 0-1-15,-2 0-7 16,0 0-37-16,-4-3-77 16</inkml:trace>
  <inkml:trace contextRef="#ctx0" brushRef="#br0" timeOffset="40071.91">18327 9951 103 0,'0'0'1'0,"0"0"2"0,0 0-8 0,0 0-14 15,0 0-13-15,0-41 5 16,0 35 23-16,0 1 7 16,0-1 30-16,-4 0-5 0,-1 2-12 15,1 0-4-15,-2 1-8 16,-3 3-6-16,0 0 2 16,-2 0 5-16,-2 0-9 15,-1 0 4-15,-4 0 2 16,2 0 3-16,-4 0 5 0,0 0 3 15,2 2-1-15,-3-2 6 16,3 0-7-16,1 0-2 16,-3 0-2-16,2 0-3 15,0 1-2-15,1 2-2 0,-1 1-3 16,-1 2-6-16,1 1 4 16,0 1-1-16,1 0 6 15,-4 1 0-15,1 1 1 16,-1 2-1-16,2 2 2 15,-3 1-2-15,5 4 0 16,0 2-1-16,2 6-1 0,1 0-3 16,1 7 2-16,0 3-2 15,2 1 1-15,0 2 2 16,1 0 1-16,1 1-4 16,-1-1 3-16,3 1-1 15,-1 3-1-15,4-1 1 0,2 1-12 16,-1-1 5-16,3-1-4 15,0-4 4-15,0 2-4 16,7-4-4-16,-2-2-4 16,5 0 10-16,0-4 3 15,1 4 7-15,-1-4 3 0,3-2 3 16,1 3 2-16,-1-4-1 16,3 3 5-16,1-3-4 15,2 1 6-15,0-2-9 16,4 1 0-16,3-3 2 15,1 0 3-15,1 0-5 0,3-1 6 16,6 0-7-16,-1-2-2 16,3 1-4-16,3-1-42 15</inkml:trace>
  <inkml:trace contextRef="#ctx0" brushRef="#br0" timeOffset="40276.69">19251 10923 20 0,'0'0'-17'0</inkml:trace>
  <inkml:trace contextRef="#ctx0" brushRef="#br0" timeOffset="40377.29">19250 10578 89 0,'0'0'10'16,"-44"-70"7"-16,19 33 11 16,3 2-21-16,4-1-7 0,0 2-22 15,-2-3-29-15</inkml:trace>
  <inkml:trace contextRef="#ctx0" brushRef="#br0" timeOffset="43197.99">8700 9950 26 0,'-6'-2'13'0,"-2"1"22"0,1 1-14 0,-2 0-5 16,-2 0-1-16,2 0 3 16,-4 0-4-16,1 0-10 15,-1 0-1-15,-1 0-3 16,-1 4 0-16,-1 0 0 0,-1-1 0 16,0 0 0-16,2 0 1 15,-3 0 4-15,1 0 2 16,1 1-1-16,5 0-4 15,-3-1-1-15,1 3-1 16,-1 1 0-16,3 0-1 0,0 3-1 16,-1 0 0-16,0 1-1 15,3-1 0-15,-1 3 2 16,0-2-1-16,1 4 0 16,1 0 2-16,0-3-1 15,3 4 1-15,-2 0-2 16,3 1 0-16,-3 2 1 0,2-1 1 15,1 1 0-15,0 2-2 16,0 0 2-16,-1-2-1 16,1 1 0-16,1 0-2 15,-1-1 0-15,1 0 1 0,3 1 1 16,0-2 0-16,0 3-1 16,0-2-2-16,0-1 3 15,0 2-2-15,0 0 1 16,0 0-2-16,0 1 1 15,2-1 0-15,0-1 2 16,1-2 1-16,2 0-2 0,-1-2 2 16,1-2-1-16,1 3 1 15,-2-2 0-15,3 0 0 16,1 3-1-16,0-1 1 16,-1 1 0-16,1 1 0 0,2-2 0 15,-1 2-1-15,1 2 0 16,0-2 0-16,1 0 1 15,-2 0 0-15,2 1 0 16,0-1 0-16,-2-1-1 16,1 0 1-16,0-1-1 15,1-2 1-15,3 3 0 0,-3-4-2 16,5 2 1-16,-1-3-1 16,1-1 0-16,-1-1-2 15,2-2 6-15,0 1 1 16,1-2-2-16,0 1 1 15,4 0-1-15,-2-1-1 0,3 0 2 16,1-4-2-16,-2 1-2 16,3-4 1-16,0 0-1 15,-3 0 2-15,1-2 5 16,3-5 2-16,1 1 1 16,-2-4-2-16,-1 1-4 0,3 1 0 15,-2-1 0-15,-1-1-1 16,1-1 0-16,-3-2 0 15,1-1 0-15,1-5-1 16,1 1 2-16,0-3 1 16,-3-1-1-16,4 2 0 0,-3-4-1 15,0 3 1-15,-2-2 2 16,-3 2 3-16,1-2 3 16,-4 2-1-16,-4-2 2 15,-1 2 0-15,0-2 1 16,-5-1 2-16,3-3-2 0,-5-1-3 15,-1-4-5-15,-2 0 0 16,0-2-1-16,0 0 0 16,-2 0-1-16,-3 1 0 15,-4 3-1-15,3 2 1 16,-3 4 0-16,-4 1 2 0,1 5 2 16,-1 2-2-16,-1-1 0 15,-1 2-2-15,2-1 0 16,-1 0 0-16,0 0-1 15,2 1-1-15,-2-1 1 16,2 0-1-16,2 1 0 16,-2 0 0-16,1 1 0 0,-3 0 2 15,2 1-1-15,-1-1-2 16,-1 4 1-16,1-2 3 16,-3 3-2-16,2-4 1 15,0 3 0-15,-1 1 0 0,1 0-1 16,3-1-1-16,-2-1 1 15,0 2-1-15,0 0 0 16,-1-2 0-16,0 5 0 16,-1 0 1-16,1 1-7 15,-2 1 4-15,1 2 1 0,-1 2 2 16,1 0 0 0,-2 0-3-16,3 0 4 0,-1 2-4 15,2 0 4-15,3 1 3 16,-2-3-3-16,3 0-2 15,3 2 1-15,-2-2-1 16,4 0 0-16,-2 0 0 0,3 2 1 16,-1-2-2-16,0 0 1 15,0 0 1-15,2 0-1 16,1 1 0-16,-2-1 0 16,1 0 3-16,0 0-1 15,0 0 0-15,0 0-1 0,2 0-1 16,-1 0 0-16,0 0 0 15,1 2 0-15,-1-2 0 16,1 2 0-16,0-1 0 16,-2 1-1-16,2-1-1 15,0 2-4-15,-2 1-1 0,2 0-5 16,0 1-10-16,0-1-13 16,0 0-12-16,0 2 15 15,-2-2 0-15,0 0 17 16,0-1 8-16,0 0 6 15,1 0 5-15,-1-2-2 16,2-1-1-16,0 1 1 0,0 0-1 16,0-1-17-16,0 0-47 15</inkml:trace>
  <inkml:trace contextRef="#ctx0" brushRef="#br0" timeOffset="45995.29">19606 10186 38 0,'0'0'4'0,"0"0"-5"0,0 0-4 0,0 0-4 0,0 0-1 15</inkml:trace>
  <inkml:trace contextRef="#ctx0" brushRef="#br0" timeOffset="48029.65">19619 9270 21 0,'0'0'31'0,"0"0"-22"0,0 0-11 0,0 0 3 15,0 0-1-15,0 0 0 0,0 0 1 16,0 0 8-16,0 0 4 15,0 0-2-15,0 0 5 16,0 0-6-16,0 0-4 16,0 0-3-16,-4-19 0 15,4 16-2-15,0 1-1 0,0 0 0 16,2-2-1-16,0 2 2 16,2-2 0-16,1 0 2 15,1-1 0-15,1 1 2 16,1 0-3-16,2 0-2 15,4-2 2-15,1 3-1 0,0-1-1 16,1 1 1-16,2 2-1 16,1 0 1-16,-4 1-1 15,-1 0 0-15,-1 0 0 16,-2 2 1-16,-1 6 0 16,-2 0 0-16,-1 1 4 15,0 3-4-15,0 0 0 0,-3 0 2 16,1 4-3-16,-3-3 1 15,0 1 0-15,-2 0-1 16,0 2 0-16,0-2 4 16,0 4 3-16,0 1 2 15,-2-1-3-15,-2 6 0 16,1-1-3-16,1 1-1 0,0 3 0 16,0 0 0-16,-1 3-2 15,2-3 1-15,0 3-1 16,0 0 0-16,1 0 2 15,0-1 0-15,0-2 1 0,0 0 2 16,6-4-3-16,3 0 0 16,3-5-1-16,0-1 0 15,1-3-1-15,3-2 1 16,-1-2 2-16,0-3-3 16,0 0 1-16,-2-3 2 0,0-1-2 15,-2-3 0-15,-4 1 1 16,0 0-1-16,-4 0 0 15,-1-1 1-15,-2 1 0 16,0 2-6-16,0 0 2 16,0 1 0-16,-3 4 4 15,-5 1-9-15,2 1 6 0,-2 3 7 16,2 1-4-16,-1 3-1 16,0 2-1-16,4 2 0 15,-2 5-1-15,2 2 0 16,0 2 0-16,3 0 2 15,-2 1-1-15,0 0 0 0,0 1 0 16,1-1-1-16,0 0 2 16,-1 0 2-16,2 3-1 15,-2-1-1-15,2 1 0 16,0 0-1-16,0 0 2 0,0 1-1 16,0 0 0-16,0-3 0 15,0 2 1-15,2-1-1 16,0 1 1-16,1-1 0 15,0 1 0-15,-3 1 0 16,2-2-2-16,0 1 3 16,1-3-3-16,1-1 1 0,1-2 2 15,2-1 1-15,0 1-2 16,0 0 0-16,1-2 0 16,1 2-2-16,-2-2 1 15,1 1 0-15,-3 0 0 0,6 1 0 16,-5 1-1-16,1 0 1 15,0 4-1-15,0-2 1 16,0 0-1-16,-1 1 0 16,-2 0 1-16,-2-1-1 15,-1 0 1-15,-1 1-1 0,0-1 5 16,-6 1-1-16,-8 2-1 16,-2 0 1-16,-9 1-3 15,-4 5 1-15,-9-2-14 16,-6 3-15-16,-14-2-44 15,-10-2-97-15</inkml:trace>
  <inkml:trace contextRef="#ctx0" brushRef="#br0" timeOffset="49136.66">18251 9571 57 0,'0'0'-34'0</inkml:trace>
  <inkml:trace contextRef="#ctx0" brushRef="#br0" timeOffset="49659.33">18283 9626 41 0,'0'0'22'0,"0"0"7"15,0 0 6-15,0 0-32 16,0 0-14-16,0 0 11 16,0 0 0-16,40 4 2 15,-21-4 2-15,-2 0-1 16,5 0 7-16,-1-1 3 16,3-3 6-16,4-2-4 0,6-1-2 15,2-2-5-15,3-1-2 16,1-2-3-16,0 0-1 15,0-1-1-15,-4 1 2 16,-1 0 2-16,-3 1 6 16,-1 0 0-16,-2 1-5 0,-5 0-3 15,-2 7-2-15,-5-3 0 16,-4 3 1-16,-4 3-1 16,-4 0-1-16,-2 0 0 15,-2 0-3-15,-1 0-6 16,0 3-15-16,-6 6 7 0,-4 1-15 15,-7 1-46-15</inkml:trace>
  <inkml:trace contextRef="#ctx0" brushRef="#br0" timeOffset="50257.37">18410 10815 35 0,'0'0'5'0,"0"0"22"0,0 0 5 0,0 0 7 0,0 0-18 15,0 0-4-15,0 0-13 16,0 0-1-16,0 0 1 16,0 0 0-16,0 0-2 0,32 4 3 15,-12-8-2-15,0-3 0 16,7-2 1-16,4-1-3 15,2-1 4-15,1-2 5 16,-1 2 1-16,0-1 4 16,0 1-4-16,-2 1 3 15,0 2-8-15,-2 0-2 0,0 3-1 16,0-1-1-16,-1 5-4 16,-3 1 3-16,-2 0-14 15,-7 3-39-15,-5 6-43 16</inkml:trace>
  <inkml:trace contextRef="#ctx0" brushRef="#br0" timeOffset="50798.25">18538 11921 139 0,'0'0'26'0,"0"0"-5"0,0 0-15 0,0 0-7 16,0 0-2-16,0 0 13 15,0 0 4-15,0 0 5 16,0 0-5-16,38 3-6 15,-24-3-5-15,-1 0-3 16,4 0-1-16,0-4 0 0,2-2 4 16,2-1-2-16,1-3 5 15,-1 3-8-15,1 0 4 16,1-2-1-16,-2 4 0 16,-1 0 0-16,-2 1-2 15,0 0 2-15,0 2 0 16,-3 0-1-16,1 0 0 0,-3 2-6 15,2-1-21-15,-1 0-19 16,-3-1-29-16</inkml:trace>
  <inkml:trace contextRef="#ctx0" brushRef="#br0" timeOffset="53498.22">6591 14213 132 0,'0'0'-5'0,"0"0"-16"0,0 0 19 0,0 0 0 16,0 0-3-16,0 0-3 15,0 0 8-15,38 13 8 16,-33-13 27-16,-4 0 8 16,2 0-9-16,2 0-12 0,1-3-8 15,3 1-5-15,5-1-4 16,-1-1-2-16,5-1-1 15,-2 1-2-15,6 0 1 16,-1 1-1-16,0 0 1 16,2-1 3-16,0 2 3 0,3 2-2 15,-1-1-2-15,4 1 1 16,5 0-3-16,-1 0 0 16,3-1-1-16,2 0 1 15,2 1-1-15,2-2 0 16,3-2 0-16,2 2 1 15,0-2-1-15,4-1 0 0,-2 0 0 16,2-2 0-16,-1 1 0 16,-1 0 4-16,-2 2 1 15,-2 0-3-15,2 1-1 16,0 1 0-16,2 2 0 16,-5-2-1-16,4 2 1 0,-2 0 1 15,2-2 1-15,-1 1 1 16,1 1-1-16,0 0-1 15,-2 0-1-15,-1 0 1 16,-3 0-1-16,-2 0-1 16,-6 1 0-16,-3 3 1 0,-4-2 2 15,-6 1-3-15,-1 0 2 16,-5 0 0-16,-1-1-1 16,-1 1-1-16,-7-1-20 15,-3-2-69-15</inkml:trace>
  <inkml:trace contextRef="#ctx0" brushRef="#br0" timeOffset="54333.96">10187 14162 261 0,'0'0'4'0,"0"0"-1"0,0 0-7 0,0 0 10 0,0 0 2 16,41 2-6-16,-27-1-2 15,5 2 0-15,0-1 1 0,5 2-1 16,3-1-1-16,2 0 0 16,5-1 0-16,3 2-3 15,3-4-2-15,3 0 3 16,6 0 2-16,3 0 2 15,8-4-2-15,1 0 3 0,5-2 1 16,4 2-2-16,6-2 0 16,-1 1 0-16,4-1 1 15,1 0-2-15,1-1 0 16,2-1 0-16,-1 1 7 16,3-2 3-16,-2 1 0 0,-1-1-3 15,-1 2-3-15,-5 0 2 16,0 0 6-16,-7 2-3 15,-6 2 1-15,-3 1-5 16,-6 2-5-16,-6 0 2 16,-4 0-2-16,-5 5-2 0,-7 1-34 15,-7 0-57-15</inkml:trace>
  <inkml:trace contextRef="#ctx0" brushRef="#br0" timeOffset="55248.79">13949 14152 312 0,'0'0'4'0,"0"0"-13"0,0 0 11 15,0 0 0-15,0 0-2 16,35 0 0-16,-20 0 0 0,-1 0-1 16,3 0 3-16,0 2 1 15,2-1 1-15,3 1-1 16,2-1-2-16,3-1-1 16,2 0 0-16,2 0 0 15,4 0-3-15,3 0 2 0,1 0 0 16,2-3 0-16,2 0 1 15,3 1 0-15,1-1 0 16,0 0-1-16,4-1-4 16,0-2 3-16,0 2 1 15,3-1 1-15,2 0 0 0,3 0 0 16,-1 1 2-16,3 0-1 16,3 0-2-16,1 1 2 15,0 0-1-15,0 1 0 16,2 0 0-16,1-1 1 15,-1 0 3-15,1 0 1 0,-1-1-1 16,-1 4 1-16,0-3 0 16,-1 0 1-16,1 1 4 15,-1 0-7-15,2 0-1 16,-3 0 1-16,0 0-2 16,-1 1 2-16,-1-1-1 0,-6 0 0 15,-3 0 3-15,-1 2 4 16,-1-2 1-16,-2 0-3 15,-3-1-2-15,0 0-2 16,-1-1-1-16,-3 0 0 16,-4-2 3-16,-1 2 1 15,-4-2 2-15,-7 3-4 0,-1-1-2 16,-3 1 0-16,-9 2-3 16,-4-4-17-16,-9-4-52 15,-2-7-125-15</inkml:trace>
  <inkml:trace contextRef="#ctx0" brushRef="#br0" timeOffset="62866.11">10364 13118 142 0,'-13'3'-14'0,"-1"0"15"0,1 1 5 16,1-2-2-16,2 2 2 15,-4-1 3-15,1-2 4 0,1 1 6 16,1-1 0-16,0-1-3 16,0 0-3-16,2 2-9 15,-1 0-3-15,-3 1-1 16,2 3 0-16,1 0 0 16,-6 2 0-16,1 2 1 15,1-1-2-15,-1 2 3 0,-1 0 1 16,2 2 3-16,-2 0-2 15,1 3-2-15,-1-1-1 16,1 1-1-16,3-1 0 16,-1 0 1-16,4 0-2 15,-2-1 2-15,2 1-1 0,0 0 0 16,0 1 1-16,0 0 1 16,0 1-1-16,-1 0 1 15,4 3-1-15,-2-1 2 16,5 1-1-16,-1 3-2 15,2 0 0-15,0 3 1 0,1-1-1 16,0 2-2-16,1 0 4 16,0 1-2-16,-2-1 0 15,1 1 1-15,0 1-1 16,-1 1 2-16,2-1-1 16,0-1 0-16,0-1 0 0,0-2-1 15,6 2 0-15,2-4 0 16,1 1 0-16,-1-1 0 15,4-5 1-15,-3 2-1 16,4-1-1-16,-3-2 1 16,1 1 1-16,2-2-1 0,0 1-1 15,-2-3 1-15,3 0-1 16,1-1 0-16,-1-2 0 16,-1-1-3-16,1 0 4 15,-1-4 0-15,0 4 0 16,3-3 1-16,-3 0 0 15,3 0-1-15,-2 0-1 0,3-3 1 16,4 1-1-16,-3-2 1 16,4 1 1-16,3-1-2 15,2-1 1-15,1 0-1 16,4 2 2-16,-1-1 6 16,1 1-5-16,-1 1-1 0,2 0-1 15,-2 1 1-15,3-2-1 16,0 0 1-16,3-1-3 15,5-3-8-15,0 3 11 16,1-3 3-16,3 0-5 16,-2 0 4-16,1 0-10 0,-2 0 8 15,-2 0 7-15,1 0-7 16,0 0-1-16,-2 0-1 16,1-3 1-16,0 0 2 15,-1-1-1-15,2 0-1 16,0-3 1-16,3 1-1 0,3-1 0 15,-5 0 0-15,6 1 1 16,-2 1 0-16,-2 0 0 16,2 2 1-16,-5-1-1 15,0 1 0-15,-1-1-1 16,-1 0 0-16,-4-2 0 0,-1 1 0 16,-2 0 0-16,1 0 0 15,-3-1 1-15,1 3-2 16,4 3 1-16,-4-3 1 15,7 2-1-15,-3-1 0 16,6 2 0-16,-1-1 1 0,-1-1-1 16,-2 2 1-16,1 0-2 15,-2-2-1-15,-5 0 0 16,3 0-2-16,-4 1 4 16,-1-3 0-16,0 0 0 15,2 1 0-15,-3-4-1 0,0 1 2 16,0-1-2-16,-1 2 1 15,0-1 0-15,-2-1 1 16,2 1-2-16,-1 0 2 16,-1-1-1-16,1 2 0 15,-2 0 0-15,-5 2 0 0,4 0 0 16,-3 1 1-16,1-1 2 16,-3 0-1-16,4 2-1 15,0-1 0-15,-2 1-2 16,2-2 3-16,-2 0-2 15,-2 0 1-15,-1-2-1 0,-1-1 0 16,-4-4 0-16,1 0 1 16,3-1-2-16,-5-2 1 15,5-1 0-15,-4 0 0 16,3 0-1-16,-1 0 1 16,-1-1 0-16,-1 3 0 15,-1-3 0-15,1 1 1 0,-4-3 2 16,3 0-1-16,0 0 1 15,-1 0-1-15,-1-2-1 16,1 1-1-16,1-1 1 16,-1 2 0-16,-1 1 0 15,2-1-2-15,-1 0-1 0,-2 2 1 16,2-2 0-16,-4 1 1 16,1-1-1-16,-2 0 0 15,2 2-2-15,-4-3 2 16,1-3-4-16,-1 1-3 15,1-3 2-15,-1-2 3 0,-2 2 2 16,-2 0 2-16,0 2 0 16,0 0 3-16,0 0 5 15,-6 5 4-15,-1-2 0 16,-1 0-3-16,0 1-4 16,0 1-5-16,0-5-1 0,0 1-2 15,0-2-2-15,0 1-2 16,-1-1 1-16,-3 2 1 15,2 3 2-15,-1 0 3 16,-1 3 2-16,-1 0 6 16,2 2-1-16,-2 1-5 0,0-2-2 15,1 2-1-15,3-2 0 16,-4 2-2-16,-1-1 0 16,-1 0-7-16,-3 0-2 15,3 0 10-15,-4-1 4 16,-1 0 3-16,2 3 1 0,0-3 2 15,-1 5-3-15,1-2 2 16,1 1-6-16,-2 1-1 16,0 2-5-16,0-1-2 15,-3 0 3-15,-3 1 1 16,2 0 5-16,-4-2-2 16,-2 0 0-16,-2 0 3 0,3-2-1 15,-2 0-1-15,1 1 0 16,-2 0 0-16,-1 2-2 15,1 1 1-15,-3 2-2 16,0 3-1-16,1 1 0 16,-2 0 1-16,1 0 1 0,-1 1-2 15,1 5 4-15,-2-2 0 16,-3-1 1-16,2 1-1 16,-3-1 2-16,0 0-1 15,-3-2 0-15,3 3-2 0,-3-2-1 16,3 2 1-16,0-3 1 15,2 2-1-15,0 0-1 16,2-1 0-16,1 0 0 16,1-2 1-16,-2 0 2 15,1 0 2-15,-1 0 2 16,0 0-2-16,0 0-3 0,0 0 0 16,-3 0 0-16,3 0-1 15,-5 0 2-15,3 0-1 16,-4 0 2-16,-1 1-3 15,1 3 2-15,-3 1-1 16,0-2 0-16,-2 3 1 16,-6-2 2-16,-1 3-5 0,-4 2 1 15,-5-1-1-15,-3 6-4 16,-3 3-13-16,-6 2-28 16,-4-1-50-16</inkml:trace>
  <inkml:trace contextRef="#ctx0" brushRef="#br0" timeOffset="64181.5">8545 15377 81 0,'0'-5'21'0,"0"-2"-15"0,2-3 0 0,1 2 3 0,1-2 3 16,0 3-3-16,0 0 1 15,1 2 1-15,2 0 0 16,0 0-4-16,0 1-4 16,5 1-1-16,4 2 0 15,-1 0-1-15,8 1-1 0,0 0-1 16,8 0 1-16,1 5 5 15,7-1 1-15,2-1-3 16,2-1 4-16,5-1 1 16,1-1-2-16,3 0 1 15,4-1 1-15,2-5-3 0,7 1 0 16,-3 2-2-16,3 1-1 16,0 2 1-16,-2 0 1 15,-5 4-2-15,-5 5-1 16,-8 1 0-16,-5 1-2 15,-8-1 0-15,-4 3-4 16,-7-4-12-16,-8-2-23 0,-9-7-66 16</inkml:trace>
  <inkml:trace contextRef="#ctx0" brushRef="#br0" timeOffset="66275.3">10572 15310 188 0,'0'0'-10'0,"0"0"12"0,0 0 0 0,0 0-9 15,5 0-18-15,-1 0 20 16,-1 0-8-16,3 0-3 15,0 0 11-15,-3 0 2 16,3 0-1-16,-3 0 4 16,1 0 0-16,1 2 0 0,1 0 2 15,1 0 3-15,3 3 0 16,3-1 1-16,3 2-2 16,3-3 4-16,1 2-7 15,5 0 0-15,-1-4-1 16,1 2 0-16,2 0 1 15,-2 0 1-15,2 1 3 0,4 3-3 16,-2 2 2-16,4 1 1 16,3 1-2-16,1 2 0 15,5-2 1-15,-1-1-1 16,4-3 4-16,2 0 1 0,5-4-3 16,-1 1-1-16,2-3 5 15,4-1-1-15,3 0-4 16,-3 0-1-16,5 0-2 15,-2-2 0-15,-3-3 0 16,4 2-1-16,-1-2 3 0,-2 2-1 16,3 2 8-16,-1-2-4 15,2 0 2-15,2 1-4 16,4 0 1-16,3-1 2 16,-1 3-5-16,4 0 1 15,-2 0-3-15,-1 0 1 0,-2 0-1 16,1 0 0-16,-3-1 5 15,0-5 9-15,0-2-5 16,0-1-2-16,3-2-3 16,3-1-2-16,0-2 0 15,6 1 1-15,-1-1-1 0,3 1-1 16,2 1 0-16,-3 3-1 16,1 2 1-16,-1 4-1 15,1 3 1-15,1 0-1 16,-2 0 1-16,-2 0-1 15,2 0 1-15,0 0-1 16,2 0 0-16,0-5 0 0,0-1 1 16,2 0-1-16,1 2 0 15,-2 3 0-15,0-1 0 16,-3 1 0-16,0-1 1 16,-1 1-1-16,-1-3 0 0,1-1 0 15,3 0 0-15,0-3 4 16,3 1-3-16,-1 3 0 15,0 1 0-15,-1 3 0 16,-4 0-1-16,0 0-1 16,-8 3 1-16,0 0 0 0,-2-2-1 15,-4-1 2-15,1 0-1 16,-4-7 0-16,1-3 1 16,-6-1-1-16,-1 0 0 15,-2-1 2-15,-4 2 0 16,-5 0 0-16,-3 5-1 15,-3-1-1-15,-8 2 1 0,-4 1-1 16,-3 0 0-16,-7 3 0 16,-3-1 2-16,-2 1 3 15,-5 0 2-15,-1-1 6 16,-3 1 7-16,-1 0-11 16,0-2-5-16,0 2-2 0,0-2 0 15,0 2-2-15,-2-5-35 16,0-4-14-16,-9-11-171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04:33.9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719 710 168 0,'0'0'-11'0,"0"0"46"0,-33-39-11 0,25 25-9 0,3-3-5 16,-1 0-1-16,3 0-6 15,-4 1-1-15,1-1 0 16,-1 3 2-16,0 4-1 16,-4 3-1-16,0 6-4 15,-2 1 2-15,-5 4-6 0,-1 10 2 16,0 5-2-16,-2 3 3 15,2 4 0-15,1 1 2 16,-1 1 2-16,2-1-1 16,1 0 0-16,1 0-1 15,-1 0-1-15,0 0 3 16,-2 3-2-16,1 3 2 0,-3 5 2 16,3 7-1-16,2 5 2 15,-3 7-1-15,3 7 0 16,1 0 0-16,5 7-2 15,-2-1 2-15,5 0-1 16,-2-3 0-16,6-4-1 0,0-4 1 16,2-5-1-16,0-5-1 15,2-7 1-15,8-4-1 16,3-2-1-16,5-1 2 16,2-2 0-16,7 1-1 15,1 0 0-15,4-1 3 0,3-2-2 16,3 2 1-16,3 1-3 15,1-3 3-15,4-1-1 16,2 0-1-16,4-3 0 16,-2 0 1-16,4-3 0 0,0-1 0 15,4-2 0-15,1-1 1 16,5-3-2-16,3 0 2 16,2 0-1-16,6-3 0 15,2-1-1-15,2 0 0 16,3-3 0-16,1-2 0 15,4-2-1-15,1 1 0 0,-1-1-1 16,3-2 2-16,3 3-1 16,1-3 1-16,0 1-1 15,2 0 0-15,2-1 1 16,1 1-1-16,4-1 1 16,1-1 1-16,3 1-1 0,1 0 1 15,-3-2-1-15,7 4 1 16,-6-2 0-16,0 1-1 15,1 1 0-15,-1 3 0 16,-2-2 0-16,-1 4 0 0,3-2 0 16,0-1 0-16,-2 2 0 15,2-2 0-15,2 0 0 16,1 0 3-16,-1-1-4 16,1-2 2-16,1-1-1 15,-1 2 0-15,3-3 1 16,2-1-1-16,-2 0 1 0,4-1-1 15,1-1 1-15,1 0-1 16,-1 0 0-16,2 0 1 16,0 0-1-16,0-1 0 15,1-1 0-15,1 1 0 16,0 0 0-16,0-1 1 0,1 2-1 16,-3 0 0-16,2 0 0 15,-4 0 0-15,0 0 0 16,2 0 0-16,-1 2 0 15,3-1 1-15,-2-1-1 16,1 3 2-16,0-2-2 0,1-1 0 16,-1 0 1-16,-1 0-1 15,2 1 0-15,2-1 1 16,-3 0-1-16,3 0 0 16,0 0 2-16,1 0-2 15,0 0 0-15,1 0 1 16,1-5-1-16,-1-2 1 0,0-2-1 15,0-1 1-15,2-1-1 16,0 0 0-16,-1-2 1 16,2-2-1-16,1-1 0 15,0 2 0-15,4-2 0 16,-1 0 1-16,-1 0-1 0,3 1 0 16,1-1 0-16,3 2 0 15,-1 3 0-15,-1 2 0 16,-1 1 1-16,-1 2-1 15,1 5 1-15,-5 1 2 0,0 0 5 16,-4 0-2-16,-1 5-1 16,-2 5-1-16,-1-1 1 15,-1 1-2-15,0 1 1 16,0-1-2-16,2 3 1 16,-1-1-1-16,2 0-1 15,0-1 0-15,3 1 0 0,1-1-1 16,2-1 1-16,3 0 1 15,4-2-2-15,-3 1 0 16,5-2 1-16,-1 0-1 16,-3-3 0-16,1-1 1 15,3-3-1-15,-3 0 0 0,0 0 0 16,1 0 2-16,1-4-2 16,5-2 0-16,0-1 0 15,4 0 0-15,1 0 0 16,3 0 0-16,1 0 0 15,3-2 0-15,0 1 0 0,0-2 0 16,0 1 1-16,3-2-1 16,-5 1 0-16,2-3 0 15,-2-1 1-15,-2-2-1 16,0-2 0-16,-3 2 0 16,1-2 1-16,-2 1 8 15,-1 1 3-15,2 2 1 0,1 0-3 16,-1 0-6-16,-3 2-2 15,0 2-1-15,-1 0 0 16,-6 3-1-16,-2 0 0 16,-4 1 1-16,-7 2-1 15,-2-3 0-15,-10 2 0 0,-3-3 1 16,-6-2-1-16,-8-1-1 16,-2-2 3-16,-5-2-2 15,-7-3 2-15,-5-3-1 16,-4 0 0-16,-4-5-1 0,-8-5 2 15,-5 1 0-15,-5-7-1 16,-8 0 1-16,-3-1-1 16,-8-2 0-16,-6 1 0 15,-2 0 0-15,-4-1 0 16,-5 1-1-16,-3 0-1 0,-5-1 11 16,-4 2-15-16,-3-3 5 15,0 3-2-15,-3-1 6 16,-7 4-3-16,-5 1 0 15,0 1 1-15,-8 4-6 16,-1 1 3-16,-4 1-4 0,-4 3 1 16,0-1-3-16,-7 2 2 15,-1-1-5-15,-4 0 8 16,-1 1 1-16,-3 0-4 16,-4 3 6-16,-3 0-8 15,-5 3 7-15,-3 1-1 0,-5 1-3 16,-3 4 4-16,-3-1-2 15,-3 5 3-15,0 0-2 16,-4 3-3-16,-4 0-2 16,-2 4-2-16,0-2 2 15,-6 2 3-15,-1 0 3 0,-2 0 0 16,-1 0 0-16,-2 0 0 16,-1 3-2-16,-2 1-2 15,-1 0 1-15,4 2 2 16,-4-3 1-16,1-1-1 15,1 0 1-15,-2 0-1 16,-4 1 1-16,-4 1 0 0,-6 2 0 16,-8 0 0-16,-16 5 0 15,-13 4 0-15,-18 9-3 16,-28 6-20-16,-27 1-46 16,-40 2-124-16</inkml:trace>
  <inkml:trace contextRef="#ctx0" brushRef="#br0" timeOffset="3394.17">13987 7183 138 0,'-4'0'8'0,"2"0"22"0,1 0-2 0,-1-4-14 0,0 3-5 15,2-1-7-15,0 2 0 16,0 0-8-16,2 0 0 15,5 0 3-15,5 0-21 16,3 0-14-16,5 0 6 0,0-1-5 16,4 0 3-16,3-3 20 15,0 2 11-15,0-3 5 16,2 1-1-16,0 1 0 16,1-1 1-16,3-2-1 15,1-1-1-15,5-3-1 0</inkml:trace>
  <inkml:trace contextRef="#ctx0" brushRef="#br0" timeOffset="4064.08">14186 7225 36 0,'0'0'10'0,"0"0"6"0,45-16-2 0,-23 7 0 16,3-1 0-16,2 2 2 16,4-2 3-16,1-1 1 15,5 2-4-15,5-2-5 0,1 3-6 16,1-3-4-16,2 3 0 16,-2 0 1-16,-2 0-2 15,-3 1 1-15,-7 1-1 16,-3 2 0-16,-4 1-1 15,-7 0-2-15,-4 3-10 0,-5 0-30 16,-6-3-30-16</inkml:trace>
  <inkml:trace contextRef="#ctx0" brushRef="#br0" timeOffset="9200.17">14298 6830 141 0,'0'0'3'0,"0"0"-1"0,0 0-1 16,0 0 0-16,0 0 3 0,0 0 1 15,0 0 6-15,0 0 3 16,0 0-6-16,0 0-9 15,0 0-20-15,0 0 3 16,-1 8-10-16,1-6-9 16,2-1-48-16</inkml:trace>
  <inkml:trace contextRef="#ctx0" brushRef="#br0" timeOffset="10973.07">15362 7001 24 0,'0'2'28'0,"0"-1"-24"0,0 2 4 0,2-1 3 15,-2-1 0-15,2-1 2 0,2 0 0 16,2 0 0-16,5-3 24 15,8-8 11-15,10-6-16 16,10-6-19-16,12-10-4 16,13-2-6-16,10-12-2 15,7-4-33-15,8-9-187 16</inkml:trace>
  <inkml:trace contextRef="#ctx0" brushRef="#br0" timeOffset="14701.91">14668 7270 82 0,'0'0'3'0,"0"0"2"0,0 0-1 0,0 0-3 16,0 0-1-16,0 0 1 15,0 0-1-15,0 0 0 0,0 0 5 16,0 0 3-16,0-2 2 16,0 1-3-16,0 1-3 15,0-1 1-15,0-1-2 16,-2 2 0-16,0-3 4 16,2 2 6-16,-2-2 1 15,-1 2 4-15,1-2-2 0,0 1-8 16,1 1-3-16,0-2-3 15,-1 2-1-15,2-1 0 16,-2 1-1-16,-1 0 1 16,1-1-1-16,-1 0 0 0,-1 0 0 15,0 0 0-15,0 1 1 16,1-2-1-16,-3 0 1 16,2 1-1-16,-1-1 2 15,-3 1-2-15,4 0 0 16,-3 1-2-16,2 1 2 15,0-1-2-15,-3 1 3 0,4 0-1 16,-3 0 1-16,2 0-1 16,0 0 0-16,-2 0 0 15,2 0 0-15,-1 0 2 16,1 0-2-16,-4 0 0 16,0 0 1-16,0 0-2 15,0 0 2-15,0 0-1 0,-1 0 0 16,2 0 2-16,0 0-2 15,-1 0 0-15,4 0 0 16,-4 0 0-16,3 1 0 16,-1-1 0-16,2 0 1 0,-2 0-1 15,3 0 0-15,-2 0 0 16,0 0 0-16,2 0 0 16,-2 0 0-16,1 0 1 15,1 0-1-15,-2 0 1 16,1 0-2-16,0-2 2 15,0 0-1-15,1-1 2 0,0 2-2 16,-1 1 1-16,1 0 0 16,0 0-2-16,-3 0 1 15,2 0-2-15,-3 3 1 16,1 1 1-16,-1 0-3 16,2-3 5-16,0 2-2 0,1-2 1 15,-1 0 0-15,0 0 0 16,2-1 1-16,-2 0-1 15,2 0 2-15,1 0 0 16,-2 0-2-16,2 0 0 16,0 0 1-16,-4 0-2 15,2 0 1-15,1 2-1 0,-3-1 0 16,3 2 1-16,-3-2-2 16,-1 1 1-16,3 2 0 15,-2 2-1-15,1-3 2 16,-3-1-1-16,2 1 0 0,1 0 0 15,1-1 0-15,-2 0 1 16,2 0 0-16,-1-1-1 16,1-1 1-16,1 3 1 15,-2-3 2-15,0 3-4 16,0-2 2-16,0 2-2 0,1 0 0 16,-4 0 0-16,1 0 0 15,2 0 0-15,-2-1 0 16,3 1 0-16,-1 1 0 15,-2-2 0-15,4 1 0 16,-3-1 0-16,3 0 0 0,-3 2 0 16,0-1 0-16,-1 3 0 15,1-3 0-15,-1 1 0 16,0 0 0-16,2-1 1 16,1 0-1-16,-1 1 0 15,1-1 0-15,-2 1-3 0,1 2 5 16,-1 0-2-16,-1 1 0 15,-3 1 0-15,1-1 0 16,-1 2 0-16,-1-1 0 16,1 2 0-16,-2 0 0 15,-2 1-2-15,1 1 4 16,0-1-2-16,2 2 0 0,-1-2 1 16,1-1-1-16,3 2 0 15,-1-2 1-15,-1-2-1 16,2 2 0-16,2-3 0 15,-1 0 1-15,3 2-1 0,-2 1-1 16,1 0 2-16,-1 1-1 16,1 1 0-16,-1 0 0 15,0 0 0-15,1 0 0 16,-2-2 1-16,2 3-2 16,-1 0 1-16,1-1 0 0,-1 0 0 15,2 1 0-15,-2-3 1 16,3 1-1-16,2-2 0 15,-3-2 1-15,3 1-2 16,-2-1 2-16,3 0-1 16,-1 2-1-16,0-2 2 15,0 3-1-15,-2 1 0 0,3-2 0 16,-1 2 0-16,0 2 0 16,2 1 0-16,-2-4 0 15,0 3 1-15,2 0-1 16,-3 1 0-16,1-3 0 15,1 2 0-15,1-1 0 0,-1 0 0 16,1 1-1-16,0-1 1 16,0 0 0-16,0 1 0 15,0 0 0-15,3-2 0 16,3 0 0-16,-2 0 0 16,1-2 0-16,1 0 0 0,1 1 1 15,0 0-1-15,0-2 0 16,1-1 0-16,-3 1 1 15,2-1 0-15,0 0 1 16,-1 1-2-16,-1-2 0 0,2 1 0 16,-1 0 0-16,1 0 0 15,-1 1 0-15,1 1 0 16,0-2-2-16,2-1 2 16,-4 1 0-16,3 0 3 15,-3 0-3-15,4-1 1 16,-3 0-1-16,1-1-2 15,0 2 3-15,0-2-1 0,0 0 1 16,1 2 0-16,-4-2 0 16,3 0-1-16,0 1 1 15,-2 0-1-15,1 1 0 16,1 0 0-16,2-4 0 0,-3 5 0 16,2-1 0-16,0-1 1 15,1 0-2-15,0 4 2 16,2-3-1-16,-2 0 0 15,1 0 0-15,0 0 0 16,4 0-1-16,-3-2 1 0,2 2-1 16,1-2 0-16,1-1 1 15,1 1 1-15,0-4 1 16,1 4-2-16,-1-3 1 16,2 0 0-16,-2 1-1 15,1-2 1-15,2 2 0 16,0-2-1-16,0-1 1 0,3 2-1 15,0-1 0-15,1 2 1 16,1-2-1-16,1 2 0 16,0-2 2-16,-2 3-2 15,3-3-2-15,-2 2 2 16,1-2 2-16,-3 1-2 0,3-2 0 16,1 0 0-16,1 0 1 15,-2 0-1-15,2-2 0 16,0-2-1-16,-2-2-1 15,1-1 2-15,1 0 2 0,0-1-2 16,1-1 3-16,0 0 1 16,-1-3-2-16,2 3 0 15,-2-2 0-15,2-1-1 16,-2 1 0-16,-1 0 0 16,-2-1-1-16,-1 1 0 15,-3-3 1-15,2 1 0 0,-1-1 0 16,2 0 0-16,0-2 0 15,-2-1-1-15,3 3 1 16,-5-4 0-16,2 3-1 16,-3-2 1-16,-1-2-1 15,2 1 3-15,-2-2-1 0,-1 0 0 16,-2 0 0-16,0-1-2 16,-4 3 1-16,-1-3-1 15,-2 1 2-15,-3-3-2 16,1 0 1-16,-3-1-1 15,0-2 1-15,-2 1 0 0,0-1 2 16,0-1-2-16,0 1 0 16,0 1-2-16,0 1 3 15,0 0-2-15,0 2-1 16,0 1 3-16,-2 3 0 16,-5-2 1-16,0 3-2 0,-1-1 1 15,1 0 1-15,-2 1-3 16,2 0 1-16,-2 1 0 15,-1 0 0-15,3 0 0 16,-2 0 0-16,2 0-1 16,-2 0 0-16,-2 0 1 15,1 2-1-15,0-1-1 0,-4 1 3 16,-2 0 0-16,-1 0 4 16,1-3-1-16,-4 3-3 15,0-2 0-15,0-1-2 16,-2 4-3-16,-2 3 3 0,-2 3-3 15,-6 7-5-15,-7 0-16 16,-5 6-13-16,-9 3-38 16,-4-4-138-16</inkml:trace>
  <inkml:trace contextRef="#ctx0" brushRef="#br0" timeOffset="15784.89">14416 8351 72 0,'0'0'11'0,"0"0"9"0,0 0-4 0,0 0-6 0,0 0-3 16,0 0-3-16,0 0 1 16,0 0-3-16,0 0 0 0,2 0 2 15,3-2 1-15,6-2 5 16,2-2-3-16,2 1-6 15,2-2 0-15,5-1-1 16,-1-3 1-16,4 0 0 16,4-1 4-16,3-3 3 0,3-2-2 15,2 0-3-15,1 2-1 16,0-2 0-16,-1 3-1 16,0 4-1-16,-6 0 0 15,-4 3 0-15,-7 3-18 16,-4 1-23-16,-8 3-18 15</inkml:trace>
  <inkml:trace contextRef="#ctx0" brushRef="#br0" timeOffset="16198.91">14457 8456 148 0,'0'0'-14'0,"0"0"19"16,0 0-4-16,0 0-1 15,0 0 1-15,44-6-1 16,-27 0 1-16,4 1-1 0,2-2 0 15,1-3 0-15,5 1 2 16,2-4-2-16,3 0 0 16,-1-2 1-16,3 1 1 15,0-2 1-15,0 1 2 16,2-1 5-16,-4-1 3 0,-1 0 4 16,-2 1-11-16,-2 3-1 15,-2 1-3-15,-1 2-2 16,-3 1 1-16,-2 1-1 15,-1 5 0-15,-3 0-1 16,-6 3-24-16,-3 0-18 0,-4 0-18 16</inkml:trace>
  <inkml:trace contextRef="#ctx0" brushRef="#br0" timeOffset="17667.16">13513 4897 77 0,'0'0'7'0,"0"0"8"0,0 0-12 15,0 0-2-15,0 0-2 16,0 0 1-16,0 0-1 16,1 0 1-16,3 0-2 15,2 0 3-15,2 0 3 0,3 0 5 16,3 0-7-16,7-3 2 16,4-2-2-16,4 1-1 15,4-2-1-15,7-2 1 16,1 0-3-16,6-3 7 15,4-1-3-15,2-4 2 0,1 2-2 16,4-3 0-16,1 0 2 16,-1 0 1-16,0 0-2 15,-3 0-1-15,-1 2 0 16,-6 1-1-16,0 2 0 16,-3 0 0-16,-7 2-1 0,-4 3 0 15,-5 0-2-15,-7 3-12 16,-7 1-11-16,-10-1-47 15</inkml:trace>
  <inkml:trace contextRef="#ctx0" brushRef="#br0" timeOffset="18111.72">13599 4979 99 0,'0'0'2'0,"0"0"4"0,0 0-10 0,0 0 1 16,0 0 6-16,0 0-2 15,0 0-2-15,42 0 4 16,-17-3-3-16,6-3 5 16,5-1-3-16,6-3 2 15,7-1 4-15,2-6-5 0,8 1 2 16,-2-2 0-1,2-3 3-15,3 1 3 0,-4 0-5 16,2 3-2-16,-1-2-3 16,-1 4 2-16,0-1-3 15,-1 5-1-15,-5 1-10 16,-4-1-27-16,-8 3-34 0</inkml:trace>
  <inkml:trace contextRef="#ctx0" brushRef="#br0" timeOffset="22022.32">6978 8729 161 0,'-7'1'-22'0,"3"-1"29"0,1 0 7 0,3 0 1 15,0 0-8-15,0 0-7 16,0 3-2-16,0 6 1 15,0 0 1-15,0 5 0 16,0 6 0-16,2 3 0 0,3 5 0 16,-2 5 0-16,1 8 0 15,-1 9 1-15,1 7 1 16,0 8-1-16,1 10 2 16,6 8 1-16,-2 6 7 15,4 4-6-15,1 3 0 0,-1 5-1 16,3 1 4-16,-3 3 0 15,1 8-2-15,-3 3-1 16,-2 2 0-16,2 1-3 16,0 2 1-16,-4-5-2 15,5-9 0-15,0-6-2 16,-3-12 2-16,-2-12-1 0,4-13 0 16,-4-12-2-16,-1-9-22 15,-4-12-21-15,-2-16-62 16</inkml:trace>
  <inkml:trace contextRef="#ctx0" brushRef="#br0" timeOffset="24101.1">7008 8721 133 0,'0'0'6'0,"0"0"-6"0,0 0 1 0,0 0 0 16,0 0 0-16,0 0-2 15,0 0 0-15,46 3 1 0,-32 3 1 16,3 1 0-16,2-1-1 16,2-1 2-16,4-2-1 15,6 0 0-15,1-3 0 16,6 0-1-16,2 0 1 15,4 0-1-15,1 0 1 0,2 0 0 16,0 0-1-16,2 0 0 16,0 0-1-16,1-3 3 15,3 2 1-15,-1-2 2 16,1-1-3-16,2-1 2 16,-2 0-3-16,4-1 1 0,0 0 1 15,1 1-1-15,2-1-1 16,1 2-1-16,-1-1 1 15,0 4-1-15,3 0 0 16,-2 1 0-16,1 0 0 16,0 0 1-16,1 0-1 0,-2 0 0 15,3 0 0-15,-3 0 1 16,1 0-1-16,-3 0 0 16,1 0 0-16,0 0 0 15,-3 0 0-15,2 0 0 16,3 1 0-16,-3 2 0 0,3 1 0 15,-2 2 1-15,3-2-1 16,-3 1 0-16,0 0 0 16,1-1 0-16,-3-1 0 15,-1 1 0-15,1 0 1 16,0-3 3-16,2 2 3 0,-1-1 1 16,3 1-4-16,0-1-2 15,3 2 0-15,-2-1 1 16,1 2-2-16,-1-1-1 15,0 2 0-15,1-1 0 16,1 0 0-16,2 0 1 16,-2-1-1-16,5 0 0 0,-1-1 0 15,4 0 0-15,-1-3 0 16,-3 2 1-16,0-1-1 16,1-1 0-16,1 0 1 15,-1 0-1-15,0 0 2 16,1 0 1-16,0 0 1 0,0-3-3 15,0 3 0-15,2-2 0 16,0-1-1-16,-1-1 0 16,0 1 0-16,1-4 0 15,1 0 1-15,-1 0-1 16,-2 0 1-16,2-3 1 0,-2 4 5 16,0-2 2-16,1-2-2 15,-3 1-3-15,0 2-2 16,1 0-2-16,0 0 1 15,-1 2-1-15,0 0 0 16,2 1 0-16,1-1 2 0,-1 0-2 16,1 1 0-16,0-2 0 15,-3 0 1-15,0 2-1 16,-1-3 0-16,1 0 2 16,-4 0-2-16,1-3 0 15,3 0 0-15,-2-2 2 0,3 1 1 16,1-3 2-16,-2 1-3 15,3-1 0-15,0 1-2 16,1 2 1-16,-1 1-1 16,-3 0 0-16,1 0 0 15,2 1 1-15,1 0 0 0,1 1 2 16,-1 0 2-16,3-1-2 16,-2-2-1-16,4 3-1 15,3-3 2-15,-3 0 0 16,3 1-2-16,3-1 0 15,3 0 0-15,-2 1-1 0,-1 2 0 16,3-2 0-16,1 3 0 16,1-1 0-16,1 1 0 15,0 0 0-15,2-2 0 16,1 1 1-16,-4-2-2 16,3-2 2-16,-2 1-1 0,2-2 1 15,-1-1-1-15,1 3 0 16,1-1 1-16,0-3 0 15,-2 3-1-15,-1-2 2 16,1 3 1-16,-4-2 1 16,-1 0 0-16,2 2 0 0,-2 0 3 15,3 0-2-15,0 1 0 16,-3 2-1-16,0 1-3 16,1 1 0-16,-2 1-1 15,-2 3 0-15,-3-1 1 16,-4 2-1-16,0-1 0 15,-4 1 0-15,-5 0 0 0,0-1 1 16,-4 2-1-16,-1 0 0 16,-2 0 1-16,-1 0-2 15,-1 0 1-15,-7 0 1 16,-1 0-2-16,-4 4 1 16,-4 1 0-16,-3 0 0 0,-1 0 1 15,0 0-1-15,-5 0 0 16,1 0 0-16,-1 0 0 15,-2 0 0-15,-3 1 0 16,-2 1 1-16,-1 0-1 0,-3 2-1 16,0 1 1-16,1 1-1 15,1 4 2-15,-1 0-2 16,1 3 0-16,2 2 1 16,0 3-3-16,0 1 2 15,-3 2 2-15,0 3-3 0,-1 1-1 16,-7 3 1-16,1 4 2 15,-2 4 1-15,-1 6 3 16,-2 5-3-16,-3 4 1 16,1 2 0-16,-1 7-2 15,-1 1 2-15,-1 2-2 16,0 3 1-16,-2 3-1 0,2 2 0 16,-1 3 0-16,-1 3 0 15,-2-3 0-15,0 2 0 16,-2-4-1-16,0-2 1 15,0 1 0-15,-2 0 0 16,-4-2 0-16,-3 6 0 0,-1 3 1 16,-3 5-1-16,-5-1-1 15,-5-2-41-15,-10-12-138 16</inkml:trace>
  <inkml:trace contextRef="#ctx0" brushRef="#br0" timeOffset="26066.58">7217 10846 134 0,'-4'-4'-20'0,"1"-2"27"0,-1 2 11 0,2 1 3 15,0 2 1-15,1-1-3 16,0 2-7-16,1 0-10 16,0 0-2-16,0 0 0 15,1 0 1-15,6 0 0 0,2 4-1 16,1 2 0-16,3 1 0 15,4 0 0-15,3 1 0 16,1 0 0-16,4-2 1 16,4-2-2-16,4-1 2 15,1 1-1-15,3-3 1 0,6 1-1 16,0-1 2-16,8-1-7 16,4 0 10-16,5 0-4 15,6 0-1-15,5-1 0 16,1-5 0-16,6-1 0 15,0 0 1-15,3 1-1 16,4-1 0-16,4 1 1 0,3 2-1 16,2 0 0-16,4 1 0 15,3-2 0-15,3 2 0 16,4 0 0-16,4-3 0 16,-3 3 0-16,5-3 0 15,1 1 0-15,2-1 0 0,1-1 0 16,1-1 0-16,2-1 0 15,2 2-1-15,-2-3-1 16,4 4 0-16,0 0 2 16,2-2-1-16,-1 1 4 15,3 4-3-15,-1 1 0 0,0 1 1 16,-1-2-1-16,0 2 0 16,0-2 0-16,-2 2-1 15,0-3-3-15,0 1 6 16,-2-3 1-16,0 2-2 15,-2-2 7-15,2-1-3 0,0 1 1 16,0 1 3-16,2-1 1 16,2-1-2-16,2 4-2 15,2-2-3-15,1 3-2 16,2 0 0-16,0 2-1 16,-4 0 1-16,-1 0-1 0,-4 0 0 15,-4 0 1-15,-2 0-1 16,-1 3 0-16,-4 0 1 15,0 1-1-15,2-1 0 16,-2 2 1-16,0-1 0 16,2-3 5-16,1 1 4 0,1-2-5 15,-2 0-2-15,2 0 1 16,-2 0 1-16,1-2-3 16,-2-3-2-16,-1 2 1 15,1 0-1-15,-3 1 0 16,0 2 0-16,0 0 1 0,4-1-2 15,-5-1 1-15,4-1 1 16,1-2-2-16,1-2 1 16,-1-3 1-16,1 2-1 15,-6-1 1-15,1 0 0 16,-3 2 5-16,-2-1-5 0,-5 1 0 16,3-2 2-16,-3 2 4 15,0-1 1-15,-2 0-3 16,1 1-3-16,2-1 2 15,-5 2-1-15,0 3 1 16,-3 2 2-16,-2-1 1 0,-5 2-3 16,-1 0 0-16,0 0-2 15,-5 0-2-15,3 2 0 16,-2-1 1-16,0-1-1 16,-3 0-1-16,-1 0 2 15,-3 0-1-15,-1 0 0 16,-3 0 0-16,-6 0 0 0,-3 0-1 15,-5-4-1-15,-5 1-1 16,-9-1 3-16,-6-2 0 16,-7-1 1-16,-5 1 4 15,-3-1 14-15,-8 0 15 16,-1 0-1-16,-3 0 5 0,1 0-21 16,-6 1-11-16,3-1-4 15,-4 0 1-15,2 3-2 16,-3-2-2-16,-3 1-2 15,1-1-15-15,-2-4-43 16,0-3-33-16,-9-7-71 0</inkml:trace>
  <inkml:trace contextRef="#ctx0" brushRef="#br0" timeOffset="27077.62">20394 9150 114 0,'1'-4'2'0,"0"0"6"0,0 0 9 0,-1-1-4 16,0 4 1-16,0-2 16 15,0 0-9-15,0 2-3 16,-1 1-3-16,0-3-9 15,-1 3-5-15,2 0-2 16,-1 3-3-16,-1 5 2 0,2 2-3 16,-2 4 7-16,0 0-1 15,0-2 1-15,2-2 0 16,0-3 1-16,0-4 4 16,0-2 4-16,4-1 7 15,8 0 2-15,10-16 5 0,15-10 0 16,17-14-6-16,21-15-9 15,23-16-6-15,31-22-6 16,23-20-9-16,20-24-92 16</inkml:trace>
  <inkml:trace contextRef="#ctx0" brushRef="#br0" timeOffset="29366.43">16920 9278 159 0,'-7'0'12'0,"4"0"13"0,1 0 10 0,2-3-25 15,0 0-12-15,0-1 7 16,0 3-4-16,2-2-2 16,0 0 2-16,-1 2 1 15,1-1-2-15,3 1-3 16,-1-1 9-16,1-2-3 0,4 1 2 15,4-1-2-15,2 0 0 16,4 1-3-16,0-1 0 16,3-2 0-16,1 3 1 15,2-3-2-15,-1 1 1 16,1-2 0-16,4 0-2 0,2-2 2 16,0 2 5-16,5-2-2 15,-1-2 1-15,5 1-3 16,-1 0 0-16,-1 0-2 15,-4 3 2-15,1-1 0 16,-6 2-2-16,-4 0 2 0,-3 2-1 16,-1 1 1-16,-5 0-2 15,0 2 0-15,-4 1-14 16,-3 0-47-16,-5 0-40 16</inkml:trace>
  <inkml:trace contextRef="#ctx0" brushRef="#br0" timeOffset="29778.44">17174 9278 107 0,'0'0'7'0,"0"0"28"0,0 0-7 0,0 0-20 0,0 0-7 0,0 0 2 15,0 0 0-15,0 0-2 16,0 0 2-16,0 0 2 16,25 0 3-16,-12-4-4 15,4 0-2-15,4-2 0 0,0-1-1 16,4 0 2-16,1 0-1 15,-2-1-1-15,1 0 3 16,0 2-1-16,-1-2 0 16,-2 2-2-16,-1-1 0 15,-1 2 0-15,-1 2-1 0,-5 0-2 16,-1 1-9-16,-3 2-15 16,-5 0 3-16,-1 0 2 15,0 0 5-15,-4 0-10 16,0 0-42-16</inkml:trace>
  <inkml:trace contextRef="#ctx0" brushRef="#br0" timeOffset="30688.9">17181 9042 159 0,'0'0'4'0,"0"0"12"0,-3 0 9 0,2 0-7 16,1-3-6-16,0 2-5 15,0 1-6-15,0 0-7 16,0 0-9-16,0 0-8 15,4 0-8-15,0 4-1 0,-2-2 6 16,-1-1-24-16</inkml:trace>
  <inkml:trace contextRef="#ctx0" brushRef="#br0" timeOffset="30995.52">17617 8994 44 0,'0'0'5'0,"0"0"3"16,0 0-5-16,0 0-2 16,0 0-4-16</inkml:trace>
  <inkml:trace contextRef="#ctx0" brushRef="#br0" timeOffset="32889.47">14268 9720 15 0,'-2'0'34'0,"-2"0"-7"0,1 0-3 0,0-1-3 0,0 0 2 16,3 0-2-16,-2 1-10 15,2 0-3-15,0 0-5 0,0 0-3 16,0 0-3-16,0 0-3 16,0 0 2-16,4 4-9 15,1 3 3-15,4-4 8 16,4 2 2-16,0-1 0 16,5-2 2-16,5-2 2 15,6 0 9-15,3 0-2 0,6-7-3 16,4-2 0-16,7-3-4 15,-3-1-2-15,4-1 1 16,-4 1 1-16,1-1 0 16,-2 3 0-16,0-1-1 0,-5 1-1 15,-6 4-2-15,-3 1 1 16,-6 3-1-16,-3 3-1 16,-8 0-17-16,-3 0-25 15,-7 0-9-15</inkml:trace>
  <inkml:trace contextRef="#ctx0" brushRef="#br0" timeOffset="33616">14518 9825 124 0,'0'0'12'0,"0"0"-6"0,0 0-1 0,0 0-3 15,0 0 2-15,52-6-2 16,-33 2 0-16,5-1-2 15,0 0 1-15,1-1 0 0,-1 2-1 16,1 1 0-16,0-2 0 16,1 0 1-16,-3-2-1 15,0 0 0-15,1 0 5 16,-6-1 4-16,4-1-5 16,-6 2 0-16,-3 1-2 0,-2 3 0 15,-3-1 0-15,-4 2-2 16,-2 1 1-16,0 1 2 15,-2 0 17-15,0 0 4 16,0 0-18-16,0 0 1 0,0 0-4 16,0 0-2-16,-2-1-1 15,2 1 0-15,0 0 0 16,0-1 0-16,0 1 0 16,0 0 0-16,0 0-1 15,0-1 0-15,0 1 1 16,0 0 0-16,0 0 2 0,0 0 0 15,0-1 1-15,0 1 4 16,0 0-3-16,0 0-3 16,0 0 0-16,0 0-1 15,0 0-1-15,0 0-1 16,0 0-2-16,0 0 2 0,0 0 1 16,0 0 2-16,0 0 1 15,-2 0-2-15,2 0 0 16,-2 0 0-16,0-1 1 15,2 1 0-15,0 0-1 16,0 0 0-16,0 0 0 0,0 0-1 16,0 0-3-16,0 0-7 15,0 0-3-15,0 0-21 16,0 0-11-16,0 0-13 16</inkml:trace>
  <inkml:trace contextRef="#ctx0" brushRef="#br0" timeOffset="36824.9">17473 9380 47 0,'0'2'30'16,"0"-2"-15"-16,-2 0 2 0,2 0-6 0,-2 0 2 16,2 0-6-16,-2 0-3 15,1 0-4-15,0 0 1 16,1 0-1-16,-1 0 1 15,1 0-1-15,-1-2 0 16,1 2 2-16,-1-1-1 0,0 0 1 16,0-1 7-16,-3 1 3 15,0-2 3-15,0 3-3 16,1-3-1-16,-4 3-7 16,3-3-3-16,1 2 0 15,-3-1-1-15,1 2 0 16,1-2 0-16,-3 1 0 0,2-1 1 15,-2 0-1-15,2 1 4 16,-1-1 2-16,0 2-1 16,1-1-2-16,-1 1-3 15,1 0 0-15,1 0 0 0,-4 0-1 16,-2 0 1-16,3 0-2 16,-3 0 4-16,-1 0-2 15,0 0 0-15,1 0 0 16,-1 0 1-16,1 0-1 15,0 3 1-15,0-2 0 0,-1-1 0 16,0 4 2-16,-1-4 1 16,2 2 2-16,1-1 0 15,-2 1 1-15,4 1-4 16,-2-1-1-16,-2 0-1 16,4 2-1-16,-4 0 1 0,1-1 0 15,2 1-2-15,0-1 2 16,-1 0-1-16,1 1 0 15,-2 1 0-15,1 0 0 16,-1 0 0-16,1 0 0 16,-2 0 0-16,-2 2 0 15,2 1 0-15,0-2 0 0,-3 1 2 16,-1 0-2-16,1 0 0 16,3 0 0-16,0-3 0 15,1 2 0-15,4-2 0 16,-3 1 1-16,3-1-2 15,-2 2 1-15,2-1 0 0,0-2 1 16,1 1-2-16,-3 1 1 16,2 0 1-16,0 1-1 15,-1-2 0-15,0 2-1 16,0 0 1-16,-1 1 1 0,1-1-2 16,-1-1 2-16,0 2-1 15,-1 0 0-15,2-1 0 16,1 1 0-16,-3 0 0 15,4 0 0-15,1 2 0 16,-3-2 0-16,1 3 0 16,-1 0 0-16,2 0 0 0,-3 1 0 15,3-1 0-15,-3 1 1 16,2 1-1-16,-2 0 0 16,3 0 0-16,1-1 0 15,-2-1 0-15,3 1 0 16,-2 0 1-16,1 0-1 0,0-1 0 15,1 1 1-15,1 2-1 16,-2-2 0-16,1 2 0 16,0 0 1-16,0 0-1 15,-4 0 0-15,4-1 0 16,-1 1 0-16,0 1 0 0,0-2 0 16,1 1 0-16,1-2 0 15,-4 1 0-15,3-3 0 16,2 1 0-16,-1 0 0 15,2-2 1-15,0 1-1 16,0-2 0-16,0 2 0 0,0 2 0 16,0-3 1-16,0 3-1 15,0 0 0-15,0-1 0 16,3 1 0-16,-1-1 0 16,1 1 1-16,-1-1-1 15,2 2 0-15,-1-2-1 0,3 1 1 16,-2-1 0-16,-1-1 0 15,3 2 1-15,-1-4-1 16,-1 0 1-16,0 0-2 16,1-1 1-16,0 1 1 15,1-3-2-15,0 3 1 0,2 0 0 16,-3-1 0-16,3 1 1 16,0-1-1-16,0 1 1 15,-3 0-1-15,3 0 0 16,-3 0 0-16,4-1 1 15,-4 1-1-15,1-3 0 0,0 3 0 16,0-2 0-16,2 0-1 16,1 1-1-16,-2 0 3 15,1-1 0-15,0 1 0 16,1 0 0-16,-1-2-1 16,1 3 2-16,0 0-2 15,-2 0 0-15,2 0 0 0,2 0 1 16,0-1-1-16,-1 3-1 15,3-2 2-15,-1 1-2 16,2-1 2-16,-1 1-4 16,2-3 2-16,0 1 1 0,3 0 1 15,-3-2-3-15,2 0 2 16,0 0 1-16,3-1-1 16,-3-1 1-16,1-1 1 15,3 1-1-15,-4-1-1 16,2-1 2-16,1 1-1 15,-2-1-1-15,4 0 1 0,-5 2-1 16,2-1 0-16,1-1 0 16,-1 2 0-16,2 2 0 15,-2 0 0-15,2 0 0 16,1-1 0-16,3 0 1 16,0 1-1-16,1-4 0 0,1 0-1 15,0 0-1-15,2 0 1 16,-2 0 1-16,2 0 0 15,-2 0 0-15,2-4 0 16,0 1 1-16,-1 0-1 16,3-2 0-16,2 0 0 0,-1-2 0 15,3 0 1-15,-1 0-1 16,1-1 0-16,-2 0 0 16,-1-1 1-16,1 0 1 15,-2-4 4-15,1 3-2 16,1-1-3-16,-1-2 0 0,2-1 0 15,1-2-1-15,-3 1 0 16,1-4 0-16,-4-2 0 16,0-2 0-16,-5-1 1 15,-1-4-1-15,-1-2 0 16,-1-3 0-16,-2 1 0 16,-3 2 0-16,-3 0 0 0,-1 1 0 15,-6 5 1-15,1 3 0 16,-5 1 7-16,-2 0-1 15,0 2-1-15,0-1-2 16,0-2-1-16,0 1-2 0,0-4 0 16,-2 3-2-16,0-2 2 15,-2 0-2-15,0 2 0 16,1-1 1-16,-5 4-2 16,2-2 2-16,-2 3-2 15,1 0 3-15,-4 2 0 0,2 0-1 16,2 3 1-16,-2-1-2 15,2 1 1-15,-2 1-2 16,-1 1 4-16,0 0-4 16,-1-2 1-16,0 1 1 15,-3 0 0-15,2 1 1 0,-2 0 3 16,3 0-2-16,0 3-1 16,1 0-1-16,-1 1 0 15,-2-1 0-15,2 2-1 16,-1-1 0-16,-3 0 1 15,2 1-1-15,-4 0 1 16,2 2 0-16,-1 0-1 0,1-1 1 16,-2 2-1-16,3 0 3 15,0 1-2-15,2-1 0 16,-1 2 1-16,0 0-1 16,0 0 0-16,-1 0-1 15,-3 0 1-15,-1 0 0 0,-1 0-2 16,-3 0 2-16,-3 0-1 15,-4 5 0-15,-6 3-4 16,-6 0-20-16,-9-2-26 16,-9-5-79-16</inkml:trace>
  <inkml:trace contextRef="#ctx0" brushRef="#br0" timeOffset="39003.87">17002 10243 91 0,'0'-3'8'0,"0"1"4"0,0-1-10 0,0-1-2 0,4 4-9 16,0 0 2-16,2 0 6 15,-1 0 1-15,-1 3-1 16,2 6 1-16,-2 2 1 16,1 0-1-16,2-1-19 15</inkml:trace>
  <inkml:trace contextRef="#ctx0" brushRef="#br0" timeOffset="48063.9">8127 14165 84 0,'0'0'-5'0,"0"0"10"0,0 0 3 0,0 0-1 16,-36 0-2-16,27 0 2 15,-2 3-2-15,0-1 0 16,-3-1 0-16,1 3 1 16,-3-1-1-16,3-1 13 15,-2 0-3-15,3-2-14 0,-1 0 1 16,1 0 1-16,1 0 0 15,-1-2 2-15,0-3-1 16,-1 0-2-16,-2 0 0 16,-1 2-1-16,-3 1-1 15,-3 0 0-15,-3 2-1 0,-3 0 1 16,-1 0 1-16,-3 0-1 16,1 3 3-16,0 0-1 15,2 1 2-15,2-2 0 16,2 3-1-16,-2 0-1 15,4 4 0-15,-1 0-2 16,-3 2-1-16,0 5 2 0,0-2 0 16,-1 2-1-16,2 0 2 15,3 2-1-15,0-2 0 16,3 3 0-16,2 0-2 16,-2 1 1-16,2-1 0 15,0 1 0-15,0 2 0 0,1-3 0 16,-1 4 0-16,3 1 0 15,-2 2 1-15,4 1-7 16,-1 0 14-16,1 3-7 16,2-2-1-16,4-1 0 15,1 0 0-15,4-3 0 0,1 0 1 16,1 1-2-16,0-3 2 16,0 1 0-16,7-2-1 15,0 4 0-15,6 0 0 16,0 2 1-16,1 2-2 15,1 2 2-15,3 0-2 0,0 2 2 16,0-1-1-16,0-3 0 16,2-2-1-16,-1-1 2 15,4-4-2-15,0 1 2 16,2-3-1-16,3 0 1 16,4-2 0-16,1 2-1 0,3 0 1 15,0-2-1-15,5-1 1 16,1 0 1-16,5-1-2 15,2-1 3-15,2 2-2 16,3-1-1-16,-1 0 1 16,3-1 0-16,0-2-1 0,2-1 0 15,0-1 1-15,5-3-1 16,0 0 1-16,0-3 0 16,3 1 1-16,3-2-2 15,0-4 1-15,1 0 1 16,-1 0 1-16,2 0 1 0,2-4 2 15,-2 1 0-15,-2-3-1 16,0 2-2-16,1 1 1 16,-1 0-4-16,0 2 1 15,0 1-1-15,1 0 1 16,-3 0-1-16,2 0 1 16,-2 0-1-16,0 1 0 0,-1 2 1 15,1-3-1-15,0 0 2 16,1 0 0-16,1 0 0 15,1 0 1-15,0 0-2 16,0 3 0-16,0 1 0 0,2 3-1 16,-7-1 0-16,2 1 1 15,-1 2 0-15,-1-5 2 16,-2-1 1-16,3-3 2 16,0 0 2-16,1 0-3 15,2 0-2-15,0 0 0 0,3-6 1 16,0 0-3-16,1-2 1 15,1-1 1-15,0 1 0 16,4-3-1-16,-2-1-1 16,0-1 2-16,0-1-1 15,-2 1 1-15,-1-2 1 16,-3 1 2-16,2-1-3 0,-1-2 0 16,0 1-1-16,1 0 1 15,1 0-2-15,1 0 2 16,0 2-1-16,0 0-1 15,-3 3-1-15,-1-2 0 16,-8 3 0-16,-3-3 1 0,-9 1 0 16,0-1 0-16,-8 0 1 15,-2-3 5-15,-3-1 1 16,-1-1-4-16,1-4-3 16,-6 0 2-16,1-5-2 15,-1-2-1-15,-4-1-1 0,-2-2 1 16,-4-1 0-16,-3-1 0 15,-3 0 0-15,-4-3 0 16,-3-1 1-16,-4-4 0 16,-2-3-1-16,-2 1 1 15,0-3-1-15,-1 2 0 16,-6 2-1-16,-2 4 0 0,-5 3-3 16,-1 6 1-16,-3 3-3 15,-4 4 2-15,-4 2-7 16,-2 3 3-16,-5-1 3 15,0 2 2-15,-4-1 3 0,1 0 0 16,-1 1 1-16,1 2 0 16,0-2-3-16,-4 4-1 15,4 0-1-15,0 3 2 16,-2 2 1-16,2 1 0 16,-2 1 3-16,2 2-3 0,1 1 1 15,-1-1 1-15,-3 0 0 16,3 0-1-16,-3-2 2 15,-1-2 1-15,0-1 1 16,-5-2 0-16,0-1 0 16,-4-3 2-16,-1-3-2 15,-5 1 1-15,-7-6 0 0,-10-2 0 16,-10-2-1-16,-19 2 2 16,-17 0-3-16,-30 8-2 15,-31 11-5-15,-40 8-6 16,-41 26-13-16,-39 19-1 15,-50 27-11-15,-41 23 4 0,-39 22-3 16,-43 19-87-16</inkml:trace>
  <inkml:trace contextRef="#ctx0" brushRef="#br0" timeOffset="88949.86">15254 7031 34 0,'0'0'5'0,"0"0"3"0,0 0-2 0,0 0-1 16,0 0-2-16,0 0 2 15,0 0 2-15,0 0-4 16,0 0-2-16,0 0 3 0,23-4-1 16,-23 8 2-16,2-1 2 15,0 1-3-15,0-1-2 16,0-1-2-16,1 0 1 16,-3-2 6-16,3 0 17 15,3-4 30-15,2-8-28 0,7-6-12 16,7-7-1-16,16-8 2 15,9-10-9-15,19-9-3 16,17-11-1-16,16-12-8 16,13-16-110-16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05:32.4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13997 2391 53 0,'0'0'4'0,"0"0"-13"0,0 0 9 15,0 0 1-15,0 0-3 16,0 0 1-16,0 0 2 0,0 0 0 16,0 0 2-16,0 0 4 15,0 0-2-15,21 41-2 16,-16-35 1-16,4-3-1 15,-2 1 2-15,3-1 2 16,2-3 0-16,1 0 5 0,5-7 13 16,6-10 4-16,8-9 0 15,11-12-7-15,14-10-7 16,17-12-7-16,18-10-4 16,18-8 0-16,10-6 0 15,5-3-13-15,-1-9-134 16</inkml:trace>
  <inkml:trace contextRef="#ctx0" brushRef="#br0" timeOffset="2122.36">14300 5654 94 0,'0'0'3'0,"0"0"-16"0,0 0 0 0,0 0-4 15,0 0-9-15</inkml:trace>
  <inkml:trace contextRef="#ctx0" brushRef="#br0" timeOffset="5277.28">13183 5757 47 0,'0'0'5'0,"0"0"7"0,0 0-7 0,0 0-2 16,0 0 2-16,0 0 2 16,0 0-1-16,0 0-4 15,0 0 0-15,0 0-1 16,0 0 0-16,0 0 0 15,0 0 1-15,0 0-4 0,26 13 6 16,-17-13-6-16,5 0 2 16,-1 0 0-16,3 0 2 15,1 0-1-15,3-3 5 16,1 0-4-16,3-1 0 16,-1 1-1-16,3 0 0 0,0 1-1 15,1-1 0-15,2-1 1 16,0 0-2-16,4 1 2 15,-1-1-1-15,5 0 0 16,3 2 1-16,1-1 0 0,1 0 1 16,0 1-1-16,1-2-1 15,-1 3 1-15,0-1-1 16,0 1 0-16,1-1 0 16,5-2 0-16,-2 1 3 15,4-1 1-15,-3 1 1 16,4 0-2-16,3-1-1 0,-1 1-1 15,5 2 0-15,1-2 0 16,3 3-1-16,0-3 3 16,3 0-3-16,-2 2 2 15,3-1-1-15,0 1-1 16,-1 1 1-16,2 0 0 0,1 0 0 16,3 0 0-16,-4 0 0 15,4 0 0-15,2 0 0 16,2 0-1-16,2 0-1 15,2-2 2-15,1-3 0 16,3 1 5-16,4 1-4 0,-2 0 0 16,1 3 0-16,2 0-2 15,1 0 1-15,1 0 1 16,-5 0-1-16,-1 0 0 16,-1 0-1-16,2 0 0 15,0 2 1-15,1 2-1 16,2 1 0-16,5-1 1 0,-4-2 0 15,3 0 0-15,5-2 0 16,3 0 2-16,4 0 1 16,-2 0 0-16,4-1 4 15,-5-1 0-15,2-1 4 16,-4 1-2-16,1 2-5 0,2 0-2 16,0 0-2-16,4 0 0 15,0 6 0-15,-1-2 0 16,1-1 0-16,-2 0 0 15,1-3 0-15,-5 0 0 0,5 0-1 16,-3-4 1-16,-1-1-1 16,-6 0 1-16,-3 2 0 15,-2-1 1-15,-6 1 0 16,-2-1-1-16,-6-2-1 16,0-3 1-16,-7-2-1 15,-4 0 1-15,-7-2-1 0,-4-3 0 16,-7-2 2-16,-3-2 8 15,-3 1-3-15,-5-2 0 16,-2 0-4-16,-2-2-1 16,-7 0 0-16,-3 0-1 15,-6-5 1-15,-3 1-2 0,-5-3 1 16,-4-1-2-16,-4-2-1 16,0 0 1-16,0 0 1 15,-5 0-3-15,-7-2 2 16,-2 0-2-16,-2-3 1 0,-4 1 2 15,-1-4-1-15,-2 3 4 16,-3-1-4-16,-2 5 1 16,-1 2-1-16,-1 2-3 15,-1 1-1-15,-5 2 2 16,0 1 3-16,-2 0-2 16,-2-2-1-16,-2 0 5 0,-1-1-2 15,3 0 0-15,-5-1 0 16,-1 0 0-16,1 5 1 15,-5-1-1-15,1 2-3 16,-2 3-3-16,-2 0 2 16,1 3 3-16,1 3-2 0,-1-2 3 15,-4 6 0-15,2-1-2 16,-1 2 3-16,-4 2-1 16,2-1 1-16,-1 1 1 15,0-2-2-15,1 3 0 16,1-5 0-16,1 3 1 0,1-3-2 15,-2 1 1-15,0 0-3 16,0 0 4-16,-3 0-2 16,0 4 1-16,-5-2 1 15,-3 4-1-15,1-1 2 16,-1 3-2-16,0 0 1 16,-1 1-1-16,0 0 0 0,1 1 1 15,0-1-1-15,1 1 0 16,0-2 0-16,-3-1 0 15,1 2 0-15,-3-1 0 16,0 1 0-16,1 0 0 0,0 1 0 16,-1-1 0-16,0-1 0 15,-1 2 0-15,-2-1-1 16,0 1 1-16,-4 1 0 16,0-1 1-16,-2 1-1 15,-1 0 0-15,2 0 0 16,-2 0 1-16,4 0-1 0,-1 0 0 15,0 0 0-15,2 0 0 16,-5 0 0-16,0 0 0 16,0 0 0-16,1 0 0 15,-1 0 0-15,0 0 0 16,-2 0 0-16,-1 0-1 0,-2 0 2 16,-3 0-1-16,1 0-1 15,1 0 1-15,3 0 0 16,-1 0 0-16,2 0 0 15,1 0 0-15,1 1 0 16,0 2 0-16,-3 1-1 0,3-1 1 16,-1 3 0-16,5 1 0 15,1-1 0-15,3 1 0 16,3 1 0-16,1-2-1 16,4 1-1-16,-4 2 2 15,2-2 0-15,1 1-1 0,1 1 1 16,2-1-1-16,0 2 0 15,3 3 1-15,2 0-1 16,0 0 1-16,2 2 0 16,6-1 0-16,-1 1 0 15,4-1 0-15,4 0 0 0,1 0 0 16,4 0 0-16,0 1 0 16,1-3 0-16,3 3-1 15,1-1 0-15,4 0 0 16,3 0 0-16,4 0 0 15,2 2-1-15,6 1 0 0,2 0-1 16,4 3 1-16,0 1-2 16,3 2-1-16,1 0 1 15,-2 2 1-15,5-2 0 16,1 4 1-16,0 1 1 16,0 2 1-16,0 3-1 0,0 2 0 15,1 1 1-15,7 2-1 16,-4-2 1-16,2-1 0 15,1 1-1-15,-2-4-1 16,2 0 2-16,0-3-1 16,1 3-2-16,-2-3 3 0,4 4 1 15,-1 3-1-15,-1-1 0 16,3 1 0-16,-1 1 0 16,1-3 2-16,-1 0-2 15,1-3 0-15,1 0 0 16,0-4 0-16,-1-1 0 15,-1-2 0-15,1-1 0 0,0-5 0 16,2 1 0-16,-2-5 0 16,0 0 1-16,5 0 0 15,1-4 3-15,0 1 2 16,7-2 0-16,3-2 1 16,5 3-4-16,8-4 2 0,9 0-1 15,4-1-1-15,9-2 1 16,7 1-5-16,8-4-50 15,3-4-76-15</inkml:trace>
  <inkml:trace contextRef="#ctx0" brushRef="#br0" timeOffset="6328.72">20474 4820 36 0,'2'1'4'0,"1"2"6"0,-1 0 0 0,1 1 2 16,0 2-9-16,-1 0-2 0,0 1-1 15,0 0 3-15,0 0 1 16,-1-1-2-16,1-2 2 16,0-1 2-16,2-2 1 15,3-1 5-15,7-1 26 16,3-12 3-16,10-4-26 15,11-9-6-15,8-5 1 0,12-6-3 16,7-6-5-16,8-5 0 16,8-1-1-16,7-4 0 15,0 0-2-15,0-2-80 16</inkml:trace>
  <inkml:trace contextRef="#ctx0" brushRef="#br0" timeOffset="9043.45">16045 5621 108 0,'0'0'5'0,"0"0"4"0,0 0-7 15,0 0 1-15,0 0 3 16,38-16 1-16,-26 9 2 0,3-3 3 16,1-1 1-16,3-1 0 15,3-3-1-15,2 1-2 16,3-2-2-16,2 1-2 16,-2 0-3-16,4 0-1 15,-5 3 1-15,1 1-2 16,-7 1 1-16,-1 4-5 0,-8 2-13 15,-4 4-13-15,-6 0-21 16,-1 0 5-16</inkml:trace>
  <inkml:trace contextRef="#ctx0" brushRef="#br0" timeOffset="9492.42">16140 5654 77 0,'0'0'1'16,"0"0"0"-16,0 0-1 16,0 0 0-16,0 0 2 15,0 0-2-15,0 0 8 0,0 0 12 16,0 0-3-16,-18 1-2 16,18-1-2-16,0 0-4 15,0-1-7-15,0-1-1 16,4-2-4-16,7 0 8 15,0-2-5-15,1-3-1 16,5 1 0-16,1-3 5 0,5-1 6 16,2-2 1-16,1 0-2 15,7-2-3-15,0 1-3 16,2 1-1-16,0 2 0 16,-1-1-1-16,-5-1-24 0,-2 0-102 15</inkml:trace>
  <inkml:trace contextRef="#ctx0" brushRef="#br0" timeOffset="10529.47">18277 5638 38 0,'6'0'8'0,"0"0"13"0,3 0-4 0,3-7-5 16,3 0-4-16,4-2 2 0,5-3 0 15,2-1 6-15,4-3 11 16,3 0-2-16,4 1-1 16,3-1-8-16,1-1-7 15,0 2-6-15,-1 2 0 16,-2 2-2-16,-4 2-12 15,-6 1-50-15,-5 1-27 0</inkml:trace>
  <inkml:trace contextRef="#ctx0" brushRef="#br0" timeOffset="10957.48">18296 5710 95 0,'0'0'16'0,"0"0"-8"0,0 0 2 0,0 0-9 0,0 0 4 16,0 0-4-16,0 0 0 15,0 0 1-15,0 0 10 16,45-32 2-16,-27 20-3 15,6 1-3-15,4 0-3 16,5-4-2-16,3 3 0 16,3-1-2-16,2-1 1 0,-1-1-12 15,-6 1-46-15,-1-3-76 16</inkml:trace>
  <inkml:trace contextRef="#ctx0" brushRef="#br0" timeOffset="12266.74">16030 5700 82 0,'0'0'13'0,"0"-1"7"0,0-3-3 0,5-5-2 0,5 1 1 15,1-2-3-15,4-1-2 16,0-1 0-16,7-2-3 16,0-2 1-16,1 1-1 15,3-1-3-15,1 0-1 16,2 1-1-16,0 0-2 16,1 1 1-16,0 0 0 0,-3 4-2 15,-3 2-13-15,-2 2-23 16,-11 2-18-16,-5 4-1 15</inkml:trace>
  <inkml:trace contextRef="#ctx0" brushRef="#br0" timeOffset="12587.53">16056 5729 178 0,'0'0'4'15,"0"0"12"-15,0 0-10 16,0 0-2-16,39-33-2 15,-21 19 1-15,8-2 1 16,1 2 0-16,3-3-2 0,5 0-1 16,-1 1-1-16,3-1-9 15,-4 0-19-15,-2-1-30 16,-5 2-30-16</inkml:trace>
  <inkml:trace contextRef="#ctx0" brushRef="#br0" timeOffset="13015.71">16060 5736 22 0,'0'0'48'0,"0"0"-33"0,0 0 9 16,0 0 1-16,50-51 6 15,-30 32-1-15,3-2-8 0,1-1-5 16,5 2-10-16,4-1-3 16,4 3-1-16,1 1-2 15,-4 2-12-15,-2 4-31 16,-6 2-31-16,-9 0-17 15</inkml:trace>
  <inkml:trace contextRef="#ctx0" brushRef="#br0" timeOffset="13356.57">16050 5732 123 0,'0'0'1'0,"0"0"2"15,0 0 0-15,45-36 3 16,-30 22 3-16,5-2 6 16,3 0 0-16,-3 0-6 15,5 0-3-15,3 2-3 16,0 0-1-16,2 1-1 0,0 1-27 16,-7 1-34-16</inkml:trace>
  <inkml:trace contextRef="#ctx0" brushRef="#br0" timeOffset="13758.42">16030 5763 126 0,'0'0'-4'0,"0"0"6"16,0 0 0-16,0 0 2 16,51-48 3-16,-30 31 5 15,6-2-2-15,2 1-2 16,4-1-2-16,4-1-5 16,2 2 0-16,2-1 0 15,-2 1-10-15,-5 1-31 16,-3 3-20-16</inkml:trace>
  <inkml:trace contextRef="#ctx0" brushRef="#br0" timeOffset="14125.65">15956 5753 86 0,'0'0'49'0,"0"0"-47"15,0 0 1-15,0 0 1 16,0 0-2-16,38-24 4 16,-24 15 2-16,1-3-1 15,3 0 0-15,3-2-2 0,3 3 0 16,3-2-4-16,3 0 0 16,4 0 0-16,1 1-11 15,2-4-28-15,-2 0-31 16</inkml:trace>
  <inkml:trace contextRef="#ctx0" brushRef="#br0" timeOffset="14980.23">16593 5723 72 0,'0'0'17'0,"0"0"6"0,0 0 5 0,0 0-7 0,0 0-16 16,0 0-5-16,0 0 1 15,34-18-1-15,-21 15 0 16,1-1 0-16,1-1 0 16,3 1 0-16,-3 0 0 15,3-2 0-15,3 2 0 0,-3-1-4 16,0 0-13-16,2-3-9 16,-5 0-21-16</inkml:trace>
  <inkml:trace contextRef="#ctx0" brushRef="#br0" timeOffset="15164.65">16649 5729 161 0,'0'0'6'0,"0"0"10"0,0 0-19 16,0 0 10-16,51-23-8 15,-20 13 4-15,6-4-20 16,-1-3-45-16</inkml:trace>
  <inkml:trace contextRef="#ctx0" brushRef="#br0" timeOffset="16196.65">18396 5610 47 0,'0'0'1'0,"0"0"0"0,0 0 0 16,0 0-1-16,0 0 0 15,0 0 0-15,-42 7 1 0,36-7 9 16,1 0 8-16,3 0-3 16,0 0-6-16,2 0 2 15,0 0 0-15,0 0-3 16,5-5-6-16,7 0 1 15,4-2-2-15,4-2 2 0,7-1-1 16,2 2 1-16,1-1-1 16,3-1-4-16,0-1-32 15,-4-1-38-15</inkml:trace>
  <inkml:trace contextRef="#ctx0" brushRef="#br0" timeOffset="16645.59">18288 5679 81 0,'0'0'3'0,"0"0"3"0,0 0 5 0,0 0-5 16,0 0-2-16,39-24-2 15,-25 17 0-15,-1 0 2 16,4-2-1-16,0 2 0 16,6-1-1-16,1 0-1 15,-2 1 0-15,5 0-1 16,0 0 0-16,0-1-13 0,-3-1-16 15</inkml:trace>
  <inkml:trace contextRef="#ctx0" brushRef="#br0" timeOffset="17037.68">18328 5673 49 0,'0'0'-5'16,"0"0"2"-16,0 0 0 16,0 0 4-16,0 0 10 15,0 0 6-15,0 0 6 0,0 0-7 16,0 0-5-16,33-18-2 16,-19 12-3-16,1-1-4 15,3 0-2-15,1 3 1 16,2-2 0-16,-2 1-2 15,2 0-5-15,-2 1-10 0,-2-3-16 16</inkml:trace>
  <inkml:trace contextRef="#ctx0" brushRef="#br0" timeOffset="21985.59">20353 4892 42 0,'0'0'3'0,"0"0"-11"0,0 0 4 0,0 0 4 0,0 0 0 15,0 0-2-15,0 0 2 16,0 0 0-16,0 0 2 16,0 0-2-16,0 0 0 0,0 0 1 15,24 20-1-15,-21-15-1 16,-1-1 1-16,0-2 2 15,2-1 9-15,-1-1 20 16,3 0 11-16,3-3-11 16,3-6 1-16,7-5-14 0,8-3-3 15,7-3-8-15,10-5-4 16,8-4-1-16,12-4-2 16,6-9-48-16,6-8-131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06:13.6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9596 5132 28 0,'0'-1'5'0,"0"-2"-1"0,0 3 4 15,0-1 1-15,0-1 3 0,0 2 0 16,0-1-5-16,0 1-1 15,0-2 0-15,0 2-3 16,0-1-1-16,0 1 2 16,0 0-2-16,0 0 2 15,0 0 3-15,0 0 0 0,0 0 1 16,0 0-7-16,0 0-1 16,0 0 1-16,0 0 0 15,1 0-1-15,2 0 1 16,-1 6 0-16,0-1-1 15,1 1 1-15,0 1-1 0,2 2 1 16,-3-1-1-16,4 1 0 16,-2-2 1-16,2 1-1 15,-1-2 0-15,3 1 0 16,0-3 0-16,-2-2-1 16,5-2 1-16,3 0 1 0,1-7 12 15,6-9 10-15,5-4-11 16,8-5-4-16,4-7-1 15,4-3 0-15,8-6-1 16,3-3 1-16,1-3 0 16,2-2 5-16,1 1-2 0,-2 4 0 15,-2 2-8-15,-2 3 0 16,-3 5-2-16,-5 4 1 16,-6 3 0-16,-4 4-1 15,-4 2 0-15,-7 7 0 16,-1 4 0-16,-6 7-2 0,-3 3-13 15,-8 2-39-15,-4 9-21 16</inkml:trace>
  <inkml:trace contextRef="#ctx0" brushRef="#br0" timeOffset="756.92">9519 5155 40 0,'0'0'2'0,"0"0"3"0,0 0 7 0,0 0 5 15,0 0-3-15,0 0-5 16,0 0-5-16,0 0-3 16,0 0-1-16,0 0 0 15,0 0 2-15,0 0-2 0,0 0 0 16,21 13 1-16,-17-2-1 16,0 1 0-16,1 0 0 15,2 1 1-15,-2-3-1 16,1 0 1-16,1-1-1 15,1-4 1-15,4-2-1 0,3-3 5 16,5 0 13-16,5-14 14 16,6-7-1-16,7-9-6 15,7-8-7-15,8-9-9 16,8-7-1-16,5-7 1 16,7-6-3-16,3-2 1 0,6-4-3 15,1 0 2-15,0 2-5 16,2 5 0-16,-2 6 2 15,-4 9-5-15,-14 7-30 16,-17 8-94-16</inkml:trace>
  <inkml:trace contextRef="#ctx0" brushRef="#br0" timeOffset="6998.34">21178 3734 46 0,'3'0'2'0,"-1"0"-1"0,1 0 0 0,-3 0-1 16,0 0 0-16,0 0-2 15,0 1 6-15,0 3 1 0,0 0 2 16,-3 2 0-16,0 1-4 16,1 0 0-16,0 0-1 15,1 3 1-15,1 2-2 16,0-1 1-16,0 2-1 0,0-2 1 15,0 3-1-15,0-4 2 16,0 0 1-16,0-4 2 16,0-2 5-16,0-1 5 15,2-2 4-15,4-1 20 16,4 0 13-16,7-11-19 0,9-5-18 16,12-11-10-16,17-4 0 15,17-6 1-15,21-4-3 16,22-1-3-16,27-3-2 15,16-2-9-15,11-5-109 16</inkml:trace>
  <inkml:trace contextRef="#ctx0" brushRef="#br0" timeOffset="11848.56">21869 5182 4 0,'7'-3'33'0,"-1"-2"-23"0,2 1 5 16,0-2-3-16,3 1-2 16,1 3-6-16,1-1-2 15,4 1 0-15,-1-1-2 0,3 3 2 16,-2 0-2-16,0 0 0 15,3 0 1-15,-4 0-1 16,4 1 0-16,0 4 0 16,-1 4 0-16,2 2 1 15,-1 1-1-15,0 3-2 0,-3 3 0 16,-1 0 1-16,0 3 0 16,-3 1 5-16,2 3-4 15,-3 0 1-15,0 3 4 16,-1 0-1-16,-4 3-2 15,-1 3 1-15,-4 4-2 16,-2 6 4-16,-2 6 5 0,-9 5 4 16,-5 6-1-16,-3 3-3 15,-2 3-4-15,-4 5 0 16,2-2-3-16,0 2-2 16,-2-1 0-16,3 2 0 15,3-1-2-15,0 1 2 0,2-4-1 16,2 1 0-16,3-3 0 15,1-1 0-15,3-7-1 16,4-4 2-16,0-3 1 16,4-6-4-16,0-3 2 15,6-5-1-15,7-5-2 0,3-6 9 16,0-3-12-16,4-4-10 16,-1-5-6-16,-2-2 6 15,1-3-5-15,-4-3-19 16,-3-1-21-16</inkml:trace>
  <inkml:trace contextRef="#ctx0" brushRef="#br0" timeOffset="12289.87">22125 7101 38 0,'0'0'24'0,"-79"52"2"0,30-15-2 15,-4 7 6-15,-7 8-5 16,2 6-7-16,2 6-1 16,4 5 0-16,5 5-7 0,5 1-4 15,8 6-4-15,10 2-2 16,0-1 1-16,9 0 5 15,3 2 3-15,5-3-4 16,5-1-2-16,2-2 0 16,0-3-3-16,1 2 1 0,8-3-1 15,2-2 0-15,3-4-1 16,-1-1 2-16,2-6-1 16,0 0 2-16,0 2-1 15,-4 2 1-15,0 3 0 16,-4 7 0-16,-4 6 1 15,-3 9-2-15,0 2 1 0,-7 5 1 16,-5 2-2-16,-1 2 0 16,-2-3 2-16,2-1 3 15,1 0 1-15,0-3 4 16,0-3-2-16,-2-1 0 16,-1-2-6-16,-4 1 1 0,-5-2-2 15,-4 0-1-15,-2-1 0 16,-7-5-1-16,-2-6 1 15,-9-7 2-15,-4-5-1 16,-9-5 0-16,-11 2 10 0,-8 1-20 16,-16 5-7-16,-18 1-29 15,-18 0-130-15</inkml:trace>
  <inkml:trace contextRef="#ctx0" brushRef="#br0" timeOffset="15736.1">16957 5459 138 0,'0'0'1'0,"0"0"2"0,0 0 0 0,0 0-3 0,0 0 0 15,0 0-1-15,0 0-3 16,0 0 1-16,0 0-1 15,50-4-1-15,-31-1 7 16,5 1 2-16,5-3-2 0,4 0 1 16,0-1 0-16,5-4 1 15,4 0-2-15,6-1-8 16,4 0 19-16,2 0-8 16,3 0-2-16,-1 3-1 15,-5 3-2-15,-6 4-10 0,-8 2-15 16,-7 1-3-16,-8 0-20 15</inkml:trace>
  <inkml:trace contextRef="#ctx0" brushRef="#br0" timeOffset="15991.22">17284 5503 81 0,'0'0'23'0,"0"0"-21"16,0 0 7-16,0 0 17 16,0 0-14-16,0 0-13 15,0 0 16-15,0 0-4 16,59-4 1-16,-11-5-6 16,6-2-3-16,4-1 0 15,9 1 1-15,0 1-1 0,4 1-3 16,-4 1-16-16,-4 0-29 15,-3-2-18-15</inkml:trace>
  <inkml:trace contextRef="#ctx0" brushRef="#br0" timeOffset="17948.97">17604 4684 50 0,'0'0'-6'0,"0"0"9"0,-54-22 2 0,33 15-3 16,0 2 2-16,-5 0 1 15,2-1 1-15,-5 2-2 16,2 1 4-16,-4 2 0 0,0 0-3 16,0 1 0-16,1 0-5 15,-2 0 1-15,0 1-1 16,2 6 1-16,-3 3-1 15,0 0 1-15,1 0 1 16,-2 3 2-16,1 4 3 16,2-2-1-16,-3 4 0 0,4 5-1 15,2 1-3-15,1 4 0 16,2 4-3-16,5 3 1 16,-1 5 0-16,3 2 0 15,4 3-1-15,0-1 1 0,2 1-1 16,5-1 1-16,1-1-1 15,4-3 1-15,2 0-3 16,0-1 1-16,6-1-2 16,6-2-2-16,2 0 3 15,4 1 2-15,2-1 0 0,2-2 1 16,2 2 1-16,3-1-1 16,5-5 3-16,-1-1-2 15,3-3-1-15,2-6 3 16,4-1-3-16,-2-1 3 15,-1-4-4-15,2-1 1 16,2-3 3-16,1-2-3 0,0-2 2 16,7-1-1-16,1-3 0 15,3-3 2-15,1 0-2 16,0-2 2-16,2-9-1 16,-3-2 0-16,0-4 0 15,-4-3 0-15,-2-5 0 0,-3 2-1 16,-5-7 1-16,-5 3 0 15,-3-5 0-15,-8 0-1 16,-4-3 2-16,-2-1-1 16,-5 1 0-16,-3-2 2 15,-4 1-2-15,-3-2 10 0,-2 1 8 16,0-3-1-16,0 3-3 16,-2 0-3-16,-6-1-5 15,0 1 1-15,-3 0-6 16,0-4 0-16,-3 1 1 15,1-2 0-15,0-1-2 16,0 0 2-16,-1 4-2 0,0 0 1 16,-3 4-2-16,-1 4-5 15,-5 2 3-15,-5 5 4 16,0-1-5-16,-5 3 9 16,0 2-7-16,-4 3 1 0,2 2 2 15,-3 1-2-15,0 3 0 16,2 4-1-16,-2 3 0 15,-1 4 0-15,-1 0 0 16,0 6 0-16,1 6 0 16,0 5-2-16,-1 2 2 0,2 4 0 15,-2 1 0-15,-2 4 0 16,2 2 0-16,1 3-2 16,-1 1 1-16,4 4 1 15,2 2 0-15,6 3-2 16,1 2 1-16,5 1 1 0,-1 1-2 15,3 1-1-15,3 0 5 16,-1 2-4-16,4 1 2 16,0 0-1-16,5-1 1 15,4-1-1-15,4-3-1 16,1-3-1-16,2-2-4 16,10 1-1-16,4-2 3 0,5 3 2 15,2-4 0-15,4-3 1 16,6-3 1-16,3-4 0 15,6-6 3-15,3-6 0 16,0-1 0-16,0-5 0 16,0-3-1-16,1-3 2 0,-4-4-3 15,1-1 1-15,1 0 1 16,3-6-2-16,0-6 0 16,1-4 1-16,0-4 0 15,-2-5 1-15,-2-4-1 0,-3-5 0 16,-5-1 0-16,-5-5 0 15,-2-1 2-15,-6-3-2 16,-2 0 0-16,-5-3 1 16,-3 0-1-16,-3 0 3 15,0-4 2-15,-3 1 1 16,-2 2-2-16,-1-1-2 0,-2 1-1 16,-2 2-1-16,0 0 0 15,-2 2 0-15,-9 2-1 16,-7 1 1-16,-2 2 0 15,-5 5-2-15,-4 0 1 16,-5 1 2-16,1 5 0 0,-5-1-1 16,2 5 2-16,-2 0-3 15,-4 4 1-15,-1 0-4 16,-4 5 5-16,0 2-1 16,-4 4 1-16,1 2-3 15,1 7 2-15,-3 0-1 0,0 0 0 16,0 13 1-16,-1 1-2 15,2 3 2-15,-1 7-2 16,7-1 0-16,0 4 1 16,5 2 0-16,1 5-2 15,2 1 2-15,3 6-2 0,1 3 2 16,4 3-1-16,7 0-2 16,2-1 2-16,8 2-1 15,3 0-1-15,5 2 1 16,4 1 1-16,0 4-1 15,2 2-1-15,8 1 1 0,3-1 0 16,5 0-1-16,4-4 1 16,6-2-3-16,6-5 2 15,5-3 3-15,5-6 3 16,6-8-3-16,6-6 3 16,3-11-11-16,0-12-64 0</inkml:trace>
  <inkml:trace contextRef="#ctx0" brushRef="#br0" timeOffset="18546.86">17163 4589 61 0,'2'0'9'0,"-2"0"11"0,0 0-4 0,0 0-3 0,0 0-7 16,3 0-5-16,-3 0-3 16,2 0 1-16,-2 4 1 15,2 3-1-15,0 0 0 16,0 0 0-16,0 0 1 0,1-1 4 16,1-2-4-16,-2-3 0 15,5-1 4-15,6-3 17 16,6-15 12-16,10-8-14 15,12-9-8-15,14-9-1 16,10-7-5-16,6-8 0 0,12-1-2 16,2-3-1-16,0-1 1 15,-2 3-29-15,-6-1-73 16</inkml:trace>
  <inkml:trace contextRef="#ctx0" brushRef="#br0" timeOffset="21501.2">17327 5736 66 0,'0'0'3'0,"0"0"-6"0,0 0 11 0,0 0 12 16,0 0 13-16,0 0 7 16,0 0-14-16,0 0-1 15,48-48-9-15,-21 26-9 16,13-5-4-16,12-4-2 15,12-6 1-15,9-7-17 0,5-12-129 16</inkml:trace>
  <inkml:trace contextRef="#ctx0" brushRef="#br0" timeOffset="25064.46">16227 8811 107 0,'0'0'1'0,"0"0"6"0,-45-19 5 15,30 10-7-15,2 2-5 0,0 0-7 16,-2 1-9-16,-1 1-4 16,-3 1-34-16,-1 1 45 15,-3 3 18-15,-3 0 16 16,1 0-2-16,-2 0-4 16,0 7-7-16,0 2-2 0,0 1-4 15,2 2-3-15,3 1-3 16,2 3 1-16,-1 0-1 15,2 2 0-15,1 2 3 16,-2 4 1-16,2 4 1 0,0 2-3 16,-4 4-1-16,4 0 0 15,-3 2 0-15,4 0 1 16,-5-1 0-16,4-2 3 16,2-1 0-16,2-1 1 15,3-1 1-15,1 3-2 0,5 1-3 16,0 0-2-16,1 2 1 15,4 1-1-15,0-3 0 16,0-3 0-16,6-1 0 16,2-6-1-16,2-3-1 15,-1-3-3-15,3-2 7 16,1 0 9-16,1 0-4 0,3-1-2 16,0 4 0-16,2-1-2 15,3 2-2-15,-1 1 0 16,2 2-1-16,2 0 0 15,0-2 1-15,2 3 0 16,0-3-1-16,4 1 1 0,0-2 0 16,5-2 0-16,-2-3 4 15,4 1 3-15,2-4-2 16,0-2-2-16,2-2 0 16,3-1-1-16,2 1-1 15,1-1-2-15,5 0 1 16,-4 0-1-16,3 1 0 0,1-1 0 15,1 0 0-15,2 2 0 16,1-2 0-16,2 0 0 16,1-2 0-16,-1-1 1 15,1 0-1-15,1-4 2 0,3 0 1 16,0 0 4-16,5 0-1 16,6-3 1-16,1 0-5 15,5 1-1-15,1 2-1 16,1 0 1-16,0 0-1 15,-3 0 1-15,0 2-1 0,-7 4 0 16,0-3 0-16,0 1 1 16,-1 2-1-16,3-3 1 15,1 1-1-15,5-4 1 16,2 0 0-16,-1 0 1 16,1-7-1-16,1-3-1 15,-2 1 2-15,1 2-1 0,-3 0 0 16,-6 3-1-16,-2 1 0 15,-3-1 0-15,-5-1 1 16,-1 1 2-16,-3-3 7 16,1-2 0-16,2-3-5 15,6-2-1-15,4-4-3 0,3-3 2 16,-2 0-3-16,5-2-6 16,-6 0-1-16,-3 0 3 15,-5 1 3-15,-6 1 1 16,-7-2 0-16,-3 3-1 15,-9-1 0-15,-4-2 0 0,-3-1 1 16,-2-4 1-16,-4-4 0 16,0-4-1-16,-2-2 2 15,-6-6 0-15,-2 2-1 16,-6 1 0-16,-2-1-1 16,-7 4 1-16,-2 4 0 0,0 2 0 15,-9 0 0-15,-2 3-1 16,-1 0 0-16,-4-2 0 15,0-1-1-15,-2 0 2 16,1-3-1-16,-3 0 4 16,0-3-7-16,-2 1-3 0,0-2-3 15,-1 3 5-15,-4 1 2 16,1 3-5-16,-3 2 8 16,-1 2 5-16,-2 2-1 15,-1 2 1-15,0 2 2 16,-2 4-2-16,1 2-2 0,-1 4-2 15,1 2-1-15,-3 1-1 16,0 3-1-16,1 0 0 16,-2 1 0-16,-2 1 1 15,-3 1 0-15,-2-1 0 16,0 1-3-16,-3 0 2 0,-6 3-2 16,-2-1 2-16,-7 1 1 15,-4 0-1-15,-8 0 1 16,-5 0 0-16,-8 0 0 15,-10 1-1-15,-14 3 2 16,-13-1-2-16,-15 1 2 16,-15 0-1-16,-19 0 0 0,-18 3 0 15,-14 4 1-15,-18 7-4 16,-17 9-36-16,-16 6-71 16</inkml:trace>
  <inkml:trace contextRef="#ctx0" brushRef="#br0" timeOffset="28569.76">17065 5585 47 0,'0'0'24'0,"6"-4"-7"0,4-3-6 0,7 0-6 16,5-3 0-16,9 0-1 15,7-1 0-15,12-1-1 0,9 1-2 16,12 0 1-16,12-3-3 16,9-4-25-16</inkml:trace>
  <inkml:trace contextRef="#ctx0" brushRef="#br0" timeOffset="32759.19">8417 8822 121 0,'0'0'1'0,"0"0"5"0,0 0 0 0,-42-23 0 0,33 16-1 16,-3-2-4-16,0 1 0 15,-1 1 0-15,-4-1-1 0,-1 1-1 16,-1 1 1-16,-4 3 0 16,-2 1 1-16,-2 2 2 15,-4 0 0-15,2 0 2 16,-4 4 1-16,1 4-4 15,-3 6-1-15,3 3 1 16,-3 2-6-16,1 6 5 0,-3 2-2 16,1 3 1-16,-1 0 0 15,-1 3 1-15,5 2 0 16,2 1 4-16,1 1-2 16,6 1-1-16,4 0 0 15,4 3 0-15,3-1 0 0,6 1 0 16,1-1-1-16,6 3 0 15,0-1 0-15,1 2-1 16,11-1 0-16,1-2 0 16,6 0 0-16,4-1 1 15,6-3 0-15,6-1 1 16,3-1 1-16,6-1-1 0,4-2 0 16,4-1-1-16,2-6 0 15,5-2 0-15,3-5-1 16,1-5 1-16,3-3-2 15,2-1 3-15,3-2 1 0,3-2-2 16,2 2 0-16,0 1 0 16,5 1 0-16,1 2 2 15,-1 0 0-15,3 0 3 16,2 2 1-16,0-2 2 16,0-4-2-16,3-2 0 0,3-4-2 15,1-1 1-15,1-1 0 16,2-9 0-16,0-2-2 15,3-2-2-15,-3-1 1 16,3 0 1-16,1-1-2 16,0 4-1-16,1-1 0 0,-3 3-1 15,5 3 1-15,-3 0-1 16,1 1 2-16,2-2-2 16,-3 0 1-16,1-3-1 15,-2-1 1-15,-3-3 1 16,-2-2-2-16,-3-7 1 15,-3-1 0-15,-1-4 1 0,-3-3 0 16,-5-2 1-16,-4-1 3 16,-4-4 1-16,-5-1-3 15,-3-3 0-15,-7-1 0 16,-4-1-2-16,-2-3 0 16,-8 1 0-16,-3-2-1 0,-8-2 1 15,-4-3-1-15,-5 3-1 16,-6-3-3-16,-5 3 1 15,-7 3-2-15,-4 5-2 16,-4 3 0-16,-11 4 0 0,-7 3-1 16,-3 0 4-16,-5 2 2 15,-3 0 2-15,-5 2-3 16,-2 1-1-16,-3 5-1 16,-1 3 0-16,-6 3-2 15,-1 4 1-15,-3 4 1 16,-3 0 4-16,-2 3-2 0,-1 3 3 15,-5-1 0-15,1 1-2 16,1 0 4-16,-2 2 0 16,-1-2 2-16,2 3-2 15,1 0 1-15,-4 0-4 16,0 4 0-16,-1 6 0 0,-1 2-2 16,-1-1-2-16,-2 3-1 15,1-1 2-15,-4-3 2 16,4-2 1-16,-3-4 0 15,3-3 1-15,-2-1-1 16,0 0 1-16,0-5 0 0,-2-4 3 16,-2 0-2-16,-1-1 1 15,0 3-2-15,0 3 1 16,-1 2 0-16,0 2 0 16,-3 0-1-16,0 3 0 15,-2 9-1-15,-5 7 0 16,0 4 0-16,-6 11-6 0,1 6-22 15,-3 2-49-15,-2 0-39 16</inkml:trace>
  <inkml:trace contextRef="#ctx0" brushRef="#br0" timeOffset="41034.23">11978 8856 38 0,'0'0'9'0,"0"-2"-4"0,0 1-4 0,0 0 0 0,0 0 1 16,0 1-2-16,0-2 8 15,0 2 19-15,0-3-10 16,0 2-8-16,0 1-1 16,0 0-5-16,0 0-4 15,0 0-3-15,0 0 2 0,0 0 2 16,0 0 0-16,0 0 0 15,0 0 0-15,0 3 0 16,4-2 1-16,-2 3-1 16,0-1 0-16,3 1 1 15,2-1-1-15,-3 2 0 0,1-1 1 16,1 2-1-16,-3 1 0 16,1-3-1-16,1 2 2 15,-2-2-1-15,-1 0 0 16,4-1 0-16,-2-1 1 15,0 0 0-15,3-2 1 0,1 0 2 16,3 0-2-16,1 0 0 16,2-4 1-16,1-6 2 15,6-1 8-15,1-5-4 16,4-2 1-16,5-5 2 16,4-5 1-16,3-7 1 0,4-6 2 15,6-7 0-15,7-3-2 16,6-5-6-16,2-2-2 15,7-3-4-15,2 1-2 16,5 2 1-16,0 3-2 16,-4 5-4-16,-2 6-36 0,-7 7-51 15</inkml:trace>
  <inkml:trace contextRef="#ctx0" brushRef="#br0" timeOffset="41802.08">12049 8825 2 0,'5'7'13'0,"-1"0"-2"0,5-2-2 0,0-3 4 0,7-2 1 15,2 0-3-15,6-2-1 16,8-13-3-16,7-6 2 15,6-10 5-15,9-9 2 0,9-10 6 16,11-8-3-16,7-7-1 16,12-9-8-16,14-3-6 15,10-4-5-15,8-3-14 16,8-5-44-16</inkml:trace>
  <inkml:trace contextRef="#ctx0" brushRef="#br0" timeOffset="44672.36">8281 12808 94 0,'-4'-3'12'0,"-3"1"10"15,0 1-3-15,-2-1-8 0,-2 2 1 16,1 0-2-16,2-3 1 16,-3 2-1-16,0-1-1 15,2 0-1-15,-2 0-2 0,-3 1-3 16,3 0-3-16,0 1 0 16,-3 0 0-16,1 0 0 15,-3 0 1-15,3 2-1 16,-3 2 1-16,1 2 2 15,1 0 1-15,-1 0-1 0,1 1-2 16,1 1 0-16,-2 0-1 16,3 3 0-16,-1 0 0 15,-1 1 0-15,-1 2-1 16,1 0 0-16,-1 0 2 0,-2 0-1 16,2 2 0-16,0 1 0 15,2-1 0-15,0 2 0 16,3 1 0-16,-1 2-1 15,-1 0 1-15,1 1 0 16,-1 0 0-16,0 2 0 16,1 2-2-16,-3 2 2 15,3-1 0-15,3 3 0 0,1-3 0 16,2 3 0-16,5-3 0 16,0 1 0-16,0-1 0 15,9 3 0-15,2-2 0 16,0 2 0-16,3-4 0 0,-1 4 0 15,3-5 0-15,1 3-1 16,-1-3 1-16,5 0-1 16,-2-2 2-16,4 4-2 15,-1-4 1-15,5 0-1 16,-1-1 1-16,1 0 0 0,3-1 0 16,1 0-2-16,2-1 4 15,-1-1-4-15,1-1 2 16,1-1 2-16,-1 0-4 15,1 0 2-15,2-3 0 16,-1 3 2-16,3-2-2 0,3-1 1 16,3 1-1-16,-2-2-1 15,4-1 2-15,0 0-2 16,2 1 2-16,0 1-1 16,1-2 1-16,3 1-1 15,-3-1 0-15,3 0 1 16,-1-2-1-16,0-1 0 0,-1 1 0 15,1-1 0-15,-2-2 1 16,-1-1 0-16,2-1 3 16,-2-2 2-16,3 0-1 15,-2-3 3-15,1 0-4 0,4 0 0 16,0 0 0-16,3 0-2 16,3-3 0-16,2 1-1 15,-1 1-1-15,2 1 0 16,3 0 1-16,-1 0-1 15,-2 0 0-15,4 0 1 0,-2 0-1 16,-2 0 3 0,-1-4 3-16,-1 1-3 0,1 1 1 15,-4-3 0-15,-2-1 0 16,-1-1 0-16,2-3 2 16,-1-2-1-16,4-4-2 15,-2 0 0-15,1-3-2 0,1-3 2 16,0-3-2-16,-3-3-1 15,-1-2 0-15,-2-2 0 16,-4-3 1-16,-3 0 0 16,-4-3 0-16,-3-3 0 15,-1 1 0-15,-6-4-1 0,-1-4 0 16,-5-6 0-16,-6-3 0 16,-2-4-3-16,-7-4-4 15,-4 0-6-15,-6-1-6 16,-2 5 5-16,0 3 10 15,-11 5 4-15,-6 4 0 16,-1 4 3-16,-6 0 0 0,-1 5 3 16,-3 2-4-16,-2 1 0 15,-2 2 0-15,-3-1-1 16,-2 4 1-16,-2 3-2 16,-5 1 2-16,0 2 4 0,-3 2-2 15,-3 3-1-15,2 2 0 16,-2 2 1-16,-1 6-1 15,0 1-3-15,-3 1 2 16,3 4-3-16,-5 0 1 16,-2 1 0-16,2 1 1 0,-6 0 1 15,1-1-2-15,-1 1 1 16,-1-1-2-16,-2-2 2 16,-2 2-1-16,-1-2 0 15,0 2 0-15,1 3-1 16,2 1 0-16,-4 0 1 0,2 9 0 15,-3 3 0-15,1 2-1 16,-2 3 3-16,-2 2-1 16,0-2 2-16,-1 0 1 15,1-2-3-15,1-2 0 16,3 0 0-16,-3-3 0 0,3-3 1 16,0 0-1-16,2-3-1 15,-5-1 0-15,-1 2 3 16,-1 0-2-16,-4 2-2 15,4 5 2-15,-3 2-1 16,2 1-1-16,0 9 1 16,4 2-3-16,0 5-8 0,1 5-33 15,1 1-11-15,0 1-84 16</inkml:trace>
  <inkml:trace contextRef="#ctx0" brushRef="#br0" timeOffset="45839.95">11743 13297 130 0,'-4'-1'8'0,"1"-2"11"0,1 3-3 15,2 0-10-15,0 0-3 16,0 0-1-16,0 0 2 0,0 0-2 16,0 0-4-16,0 3 2 15,4 4 0-15,4 5 0 16,1 2 0-16,2 0 0 15,3 2 2-15,0-2-2 16,1-3 1-16,0-4 0 16,3-5-2-16,-1-2 2 0,2-18-2 15,9-20-1-15,8-21 12 16,11-23 4-16,18-24-3 16,15-22-8-16,14-18-2 15,9-16-3-15,4-7-113 0</inkml:trace>
  <inkml:trace contextRef="#ctx0" brushRef="#br0" timeOffset="48470.96">11740 13283 75 0,'0'0'10'0,"0"0"4"0,0 0-3 0,0 0 1 15,0 0-10-15,0 0-3 0,0 0-1 16,0 0 0-16,0 0 0 16,0 0 7-16,0 0 3 15,0 0 0-15,0 0-4 16,14 6-1-16,-5-2 0 0,-2 1-3 16,5 0 1-16,-1 4-1 15,1-1 0-15,2-1 1 16,-5 0-1-16,0-1 0 15,0 0 0-15,-4-2 0 16,3-4 1-16,-3 0 7 0,6 0 4 16,0-10 0-16,5-8 0 15,6-13-3-15,5-12-2 16,6-14-5-16,10-16 1 16,8-15-3-16,8-18 1 15,10-13-8-15,9-13-32 0,1-8-23 16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13:26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633 5132 29 0,'-2'0'49'0,"0"0"-42"0,2 0 5 0,0 2-8 15,-3-1-5-15,3 1 0 16,0 2 1-16,0 0 0 15,0 1 1-15,0 0 0 16,0 2 0-16,0 1 0 16,0 0 0-16,5-1 1 0,1 0-2 15,-1 0 0-15,3 0 1 16,2 0 0-16,-1-2-2 16,1-1 2-16,3-4 4 15,1 0 3-15,5-4 5 16,-2-11 16-16,6-7 0 15,4-7-5-15,6-13-3 0,3-8-1 16,9-7-3-16,2-7-5 16,8-5-1-16,4-3-4 15,1-1-3-15,5 3-3 16,2 1 0-16,-1 7-3 0,-3 6 0 16,-9 2-77-16</inkml:trace>
  <inkml:trace contextRef="#ctx0" brushRef="#br0" timeOffset="1363.18">717 6615 82 0,'0'0'6'0,"0"0"2"0,0 0 7 0,0 0-4 16,0 0-8-16,0 0-2 16,0 0-1-16,0 0 1 15,0 0-1-15,0 0 0 16,0 0 0-16,0 0-1 0,-25 24 1 16,25-14 0-16,8 0 1 15,3-1-2-15,5 0 4 16,-1-3 1-16,3-4 3 15,5-2 4-15,5-13 9 16,11-14 12-16,14-23-4 16,15-18-12-16,14-17-10 0,23-16-3 15,12-13-2-15,12-9-1 16,7-8-18-16,3-2-87 16</inkml:trace>
  <inkml:trace contextRef="#ctx0" brushRef="#br0" timeOffset="2394.96">577 8301 72 0,'0'0'7'0,"0"0"8"0,0 0-10 0,0 0-5 15,0 0 0-15,0 0 0 16,0 0 0-16,0 0 1 16,0 0-1-16,0 0 0 15,38 16 1-15,-24-8-1 16,1 2 1-16,1 3 0 0,-1 0 3 15,1 0 2-15,-3-2 1 16,2-4-1-16,-1-6 4 16,-1-1 16-16,6-17 10 15,4-15 13-15,12-19-28 0,11-20-10 16,24-26-6-16,20-21-1 16,25-25-3-16,24-18-1 15,16-18 0-15,7-10-58 16</inkml:trace>
  <inkml:trace contextRef="#ctx0" brushRef="#br0" timeOffset="3504.25">655 10085 8 0,'0'0'2'0,"0"0"-2"0,0 0 1 0,0 0 5 0,0 0 17 15,0 0 0-15,0 0-2 16,0 0-2-16,0 0-7 15,-38-6-4-15,34 3-5 0,0 2-1 16,3-1-2-16,-1 0 0 16,2 0 0-16,-2 2 1 15,2 0 0-15,0 0 6 16,0 0 1-16,0-1-8 16,0 1 0-16,2 0 0 0,7 0 0 15,-1 0 0-15,4 7 1 16,-1 0-2-16,-2 1 3 15,1 1-2-15,-2-2 5 16,-1-3 2-16,4-4 6 16,2-9 7-16,10-26 11 0,15-26 13 15,24-31-22-15,28-36-13 16,35-35-5-16,29-33-4 16,18-29-14-16,5-15-188 15</inkml:trace>
  <inkml:trace contextRef="#ctx0" brushRef="#br0" timeOffset="8552.79">1646 5453 21 0,'0'0'3'0,"0"0"6"0,0 0-2 16,0 0 9-16,0 0 1 16,0 0-2-16,0 0 0 0,0 0 1 15,0 0-6-15,0 0-1 16,0 0-3-16,0 0-6 16,-5-8 0-16,18 8 0 15,0 0 0-15,6 0 0 16,6 4 0-16,8 2 0 15,0 2-2-15,9 4 4 0,8-1-1 16,6 2 0-16,5 0-1 16,8 0 0-16,6-2 1 15,8-1-2-15,4-3 1 16,7-3 0-16,2-4 0 16,5 0 0-16,6 0 2 0,0-1 0 15,1-5 1-15,1 6 1 16,-3-1-6-16,-2 1 10 15,-6 0-5-15,-2 0-2 16,1 1 2-16,-8-1-2 0,-2 0 1 16,0 0 0-16,-4-3 0 15,-5-6 1-15,-6-3 2 16,-7-1 0-16,-5 0 3 16,-11-1 0-16,-6 5-3 15,-8-1-1-15,-1 2-2 16,-5 1-1-16,2 1 0 0,-1 2-1 15,-3-2 0-15,-6-2-54 16</inkml:trace>
  <inkml:trace contextRef="#ctx0" brushRef="#br0" timeOffset="15943.43">7043 4605 26 0,'0'0'40'0,"0"0"-24"0,0 0-6 15,0 0-5-15,-2-42-3 16,2 33 1-16,0-2-2 0,0 2 0 16,0-2 1-16,0 1 0 15,0 0 5-15,-5 2 7 16,-2-1 1-16,-1 5-6 15,1 1-1-15,-2 0-4 16,-1 2-1-16,2 1-1 16,-5 0 2-16,-1 0-10 0,1 0 6 15,-3 0 7-15,1 0-9 16,-5 0 7-16,4 0 5 16,-2 1 5-16,-1-1 0 15,3 3 1-15,1-2-6 16,2 0-3-16,-1 2-5 0,1-1-1 15,1 5-1-15,-4 0 0 16,2 3 0-16,-2 0 1 16,-1 4-1-16,-3 4 0 15,1 0 0-15,-3 3 0 0,2 2 0 16,-2 0 0-16,4 2 0 16,-4 0-1-16,3 2 0 15,2-1 1-15,-3 1 0 16,4-1-1-16,0-3 1 15,3-2 0-15,1-1 0 16,4-2-1-16,1 0 0 0,-1 0 0 16,2 0 0-16,0 2 2 15,1 1-1-15,-1 1 0 16,1 0-1-16,1 3 0 16,3 0-2-16,1 2 2 15,0-1 0-15,0 1 0 0,4 0-3 16,6-3 5-16,-1-1-3 15,1-2-2-15,0-5 0 16,1-1 0-16,1-1 1 16,-4-4-2-16,2 2 4 15,3-1 4-15,0 1-3 0,-2 0 0 16,5 1-4-16,0 1 6 16,6 2-4-16,-1-2 4 15,5 0-1-15,1 0 5 16,1-1-4-16,0-3 0 15,1 0 0-15,-1-3 0 0,-2-3-1 16,0-3 2-16,1-1-3 16,0 0 2-16,2 0-1 15,3 0-1-15,5-3 1 16,3 1-1-16,0-1 1 16,4 3 0-16,2 0-1 0,-1 0 1 15,-1 3 0-15,1 4-1 16,0 2 1-16,2-1-1 15,-3 1 0-15,4-3 0 16,-6-1 1-16,5-2-1 16,-4-3 0-16,6 0 2 0,2 0-4 15,2 0 4-15,2 0-2 16,3 0 0-16,-6 0 0 16,4 0 0-16,-1 4 0 15,1 5 0-15,2-1 0 16,-3 1 0-16,3 1 1 15,3-6-1-15,3 2 0 0,-3-5-1 16,3-1-1-16,-1 0 1 16,-1 0 5-16,-1 0-4 15,-3 0 1-15,0-1-2 16,-2 1 2-16,0 0 0 16,-2 0-1-16,1 0 0 0,2 4 1 15,3 3-2-15,2 0 1 16,3-2 0-16,0-3 1 15,2 1-1-15,-1-3 1 16,0 0-1-16,-3 0 1 16,-1-3 1-16,-3 3 0 0,1-2 2 15,-4 2-1-15,1 0 0 16,-1 0-1-16,3 8-1 16,1 2 0-16,1 4 2 15,3-1-3-15,-1-2 1 16,1-1 0-16,-1-7 0 0,-3-3 0 15,0 0-1-15,-1-1 1 16,-3-8 0-16,0-4-1 16,-2 2 1-16,-2 1-1 15,0-3 1-15,0 3-1 16,-6-1 1-16,0-1-1 16,-4 0 1-16,-2-2-1 0,1 1 1 15,-5-1-1-15,-1-1 5 16,-4 0 2-16,-4 0-2 15,-7 1-2-15,-2-1-1 16,-5-1 0-16,-5-4 2 16,-2 0 2-16,-4-4-2 0,0-4-3 15,-2-2 0-15,0 0-1 16,0-2 1-16,-4-1-2 16,-2 3 1-16,3-3-2 15,-4 2 1-15,1-1 2 0,1 0-1 16,-4-2 0-16,0 1 0 15,0 2 0-15,-2 0-1 16,-3 5 2-16,1 1-1 16,-5 3-3-16,1 3 2 15,-2 2 0-15,-4 1 2 0,4 3-1 16,-5 0 1-16,1 2-3 16,1 0 3-16,-1 1-5 15,-1 0 5-15,1 1-4 16,-3 2 0-16,1 0 4 15,-3 1-6-15,-2 2 3 16,-5 0 1-16,0 2-1 0,-4 1-5 16,0 1 10-16,2 0-3 15,-2-1 1-15,1-1 0 16,1-1 1-16,3-1-1 16,0 0 1-16,3-1 0 0,-2 0-1 15,2-1-1-15,-1-1 2 16,1 1-2-16,0 2 0 15,-3 0 0-15,-2 1 0 16,0 0 0-16,1 0 0 16,-1 1 0-16,1 0 1 15,3-1-1-15,-1 2 0 0,2-2 0 16,2 0 0-16,2 0 0 16,0 1 0-16,0-1 0 15,1 2 0-15,-1-1 0 16,1 2 0-16,2 0 0 15,-3 0 0-15,0 0 0 0,-2 0 0 16,2 0-1-16,0 0 2 16,-4 0-1-16,2 0 0 15,0 0 0-15,1 0 1 16,-1 0-1-16,-1 0-1 16,-1 0 2-16,2 0-1 0,-5 0 1 15,-2 0-1-15,0 0 1 16,-4 0 1-16,-5 0-2 15,-2 0 0-15,-2 2 1 16,-4-2-1-16,-5 0 1 16,-4 0 0-16,-1 0 0 15,-7 0 0-15,-3 0 0 0,-1-4 0 16,-5 3 0-16,-3-2 0 16,-3 2 0-16,-8 1 0 15,-7 0-1-15,-7 5 0 16,-17 7-1-16,-8 5 1 0,-18 8-4 15,-14 8-10-15,-16 11-27 16,-20 7-52-16,-12 12-32 16</inkml:trace>
  <inkml:trace contextRef="#ctx0" brushRef="#br0" timeOffset="20817.07">8427 3917 0 0,'0'4'1'0,"0"0"-1"0,0 3 1 0,0-4 0 16,0 1-1-16,0-1 7 16,2-3 3-16,0 0 8 0,2 0 8 15,5-1 7-15,5-11-11 16,6-6-8-16,9-8 1 16,9-9-2-16,6-5-1 15,11-8 3-15,11-6-2 16,4-6-2-16,10-4-2 0,10 1-5 15,10-2-3-15,2 0 0 16,4-1-42-16,-3-3-139 16</inkml:trace>
  <inkml:trace contextRef="#ctx0" brushRef="#br0" timeOffset="25080.24">12467 4668 48 0,'0'0'-8'0,"0"0"-1"0,0 0 3 0,0 0 1 15,0 0 8-15,0 0 20 16,0 0 6-16,0 0-10 16,0 0-3-16,0 0-5 15,0 0-8-15,1-11-2 0,-1 11-1 16,0-1 2-16,0 1-1 16,0-1-1-16,-3 1 2 15,-1 0-3-15,-4 0 2 16,-1-1-1-16,1-1 0 15,-6 2 2-15,3 0-2 16,-2 0 1-16,-3 0-1 16,3 0-1-16,-3 0 1 0,-1 0 1 15,0 0-1-15,0 0 0 16,-6 3 0-16,3 3 1 16,-4-1-1-16,-1 2 0 15,-1 1 0-15,-1 0 0 0,0 5 0 16,0-3 0-16,0 1-2 15,0 1 2-15,5 0 1 16,-2 1-1-16,3 0 0 16,-3 3 1-16,4-1-1 15,-3 2 0-15,0 3 0 0,2 0 0 16,0 1 0-16,1 2 0 16,0 1 0-16,2-1 0 15,0 1 0-15,3-1 0 16,2-2 0-16,-1-4 0 15,3-1 0-15,1-2 0 0,6 0 1 16,-1-2-2-16,4-1 1 16,1 2 0-16,0 1-1 15,0 0 2-15,0 2-1 16,1 2 1-16,2-1-1 16,-1 0 0-16,0 2 0 15,4 1 1-15,2-2-2 0,1-2 0 16,0 1 0-16,4-3 0 15,-1 0 1-15,3-4-3 16,0-1 1-16,4 1 3 16,-4-3-3-16,1-2 3 0,-1 1 0 15,0 0 0-15,0-1 0 16,1 1-1-16,1-1 2 16,1 2-2-16,-1-2 1 15,6-1-4-15,-2 0 6 16,6-2-2-16,2 1 0 15,4 0-1-15,-1-2 2 0,3 2-1 16,1 1 0-16,1-2-2 16,2-1 2-16,-3 1 0 15,2-2-1-15,-1 0 0 16,1 0 2-16,0 0 0 16,2 0 1-16,0 0 2 0,4 0-5 15,0 0 2-15,1 0-1 16,-1 1-1-16,1-1 2 15,4 0-2-15,0 0 0 16,1 0-3-16,3 0 4 16,3 0 1-16,0 0-2 15,-2 0 3-15,2 0-1 0,1 0 1 16,1 1-2-16,-1 1 0 16,-1-1 2-16,1 0-2 15,1 1-1-15,-1-2 1 16,5 0 1-16,1 1-2 15,4 2 2-15,1-1-1 0,1 2 0 16,2 0-1-16,-2 1 0 16,1 0 1-16,0 1-1 15,2-1 1-15,0 0-1 16,1-2 0-16,3-2 0 0,3 1 0 16,1-2 0-16,1 0 3 15,0 0-1-15,1 0 0 16,0 0 0-16,4-2 0 15,1-1-1-15,0-1 2 16,-1 0-2-16,1 1 1 0,-1 0-2 16,-5-2 1-16,-3 0 0 15,0-1-1-15,-3-1 0 16,2-1 1-16,-2 0-1 16,3 0 0-16,-1 1 1 15,-3-2 0-15,-6 1 0 0,-6-2 0 16,-4 0 0-16,-8-1 4 15,-2-3 7-15,-6-3 0 16,-4-2-4-16,0-1-1 16,-4 0-4-16,-5-1 0 15,-4 1-1-15,-5 0-1 0,-3-1 2 16,-3 1 0-16,-2 1 1 16,-4 1 1-16,-3 0-4 15,1-1 0-15,-4 1 1 16,-1-2-1-16,-1 0 0 15,0 0-1-15,-1 0 3 16,-7-1-2-16,-1-2 3 16,-1 3-2-16,-2-1-2 0,-1 1 0 15,-3 0 1-15,2 2-2 16,-4 1 4-16,-3 1 1 16,-1-1-3-16,0 4-1 15,-5 0 1-15,-4-1-1 0,-4 3-1 16,-7 0 1-16,-10-1 1 15,-9 1-3-15,-16 0 3 16,-18 2-2-16,-19 2-15 16,-27 1-34-16,-33 2-47 15</inkml:trace>
  <inkml:trace contextRef="#ctx0" brushRef="#br0" timeOffset="27742.99">1149 4668 85 0,'0'0'-2'0,"0"0"4"0,-40-14 1 0,23 12 3 15,0-2-1-15,-1 4-2 0,1 0 3 16,-1 0-1-16,2 0-2 16,0 0 0-16,1 0 0 15,-3 0 0-15,2 0 0 16,0 1 3-16,-1 4-4 15,-3 1 1-15,1 2-3 16,2 3 0-16,-3-1 0 0,-1 6-1 16,2-1 1-16,0-3 0 15,2 5 1-15,1-3-1 16,3 0 0-16,-1 2 0 16,5 0 0-16,1 1-1 15,-2 2 1-15,2 3 0 0,3 0-1 16,-1 1 0-16,1 4 2 15,0 0-2-15,-1 0 1 16,3 0 0-16,1-1 0 16,0-1 0-16,0 1 0 15,0-2 0-15,2 0 0 0,0 1 0 16,0-3 0-16,0-1-1 16,2 1 1-16,6-2-1 15,2 1 1-15,1-1-2 16,0 0 3-16,3-1-1 15,3 0-1-15,1 1 1 0,0-3-2 16,2 0 1-16,3-4 2 16,-1-2-3-16,-2-1 0 15,2-2 1-15,1 1 2 16,-1-5-3-16,0 3 0 16,3-2 4-16,0-1-2 0,0 2 2 15,0-1-1-15,2 2-1 16,1 0 1-16,-2 1 0 15,1 0-1-15,0-1 0 16,0 2 1-16,-1-1-1 16,5 1 2-16,2-1-1 0,2-2-1 15,3 1-3-15,-2-3 6 16,4 0 0-16,-1 2 3 16,2-3-1-16,-3 0-2 15,3 3 0-15,-3-2 1 16,0 4-2-16,2 1-1 15,3 1 0-15,-1 0 0 0,0 1 0 16,1 0 1-16,1-1-2 16,2-1 0-16,4-2 0 15,0 0 0-15,6-3 0 16,0-1 0-16,-1-3 2 16,3 2 1-16,1-2-1 0,1 0 2 15,0 0-2-15,3 0 2 16,-1 0-2-16,1 0-1 15,-1 0 0-15,3 0 0 16,-2 0-1-16,-1 0 1 16,1 0 0-16,2 0-1 0,0 0 1 15,0 0 0-15,0 0-1 16,3 0 0-16,4-2 1 16,0-5-1-16,1-3 1 15,-2 0-1-15,2 2 2 16,-4-1-1-16,0-1-1 0,-6 3 2 15,1-1-2-15,-1 1 0 16,-1-2 0-16,4 0 0 16,-3-2 1-16,4-3 0 15,1 0 3-15,-3-3-2 16,0-2 0-16,-3-1-1 0,-4-1 0 16,-1-4 2-16,-4-1 2 15,-2-4 6-15,-6 0 1 16,-5-2-1-16,-4 2-1 15,-9-1-3-15,-6-1 1 16,-4 2 3-16,-7-1 0 0,0-2-2 16,-6 0-4-16,-1-3 1 15,-3-4-3-15,0 2-1 16,0-3 0-16,-9 0-1 16,-4-1 2-16,-3 2-3 15,-6 1 1-15,0 0-1 0,-3 1 1 16,-7 4 1-16,-1-4-2 15,-2 2 0-15,-2 1 1 16,-3 2-1-16,0-1 1 16,-1 1-1-16,-5 4 1 15,-2 1-4-15,0 3 6 0,-6-1-4 16,0 5 3-16,-4-3 0 16,3 1-2-16,-6 0 2 15,1 2-2-15,-5-2 2 16,1 4-1-16,-2 0-1 15,-3 5-1-15,0 1 1 16,-2 3-2-16,-1 6 2 0,0-1-1 16,-1 3 2-16,-2 2-1 15,-2 0 0-15,0 0-1 16,2 4 1-16,-6 0 0 16,0-1 1-16,3 3-1 0,0-2 0 15,0 3-1-15,-1 0 1 16,4 5 1-16,0 0-1 15,2 3-1-15,2 0 1 16,-3 1 0-16,2 1 0 16,-3 0 0-16,-2 3 0 15,-3-4 0-15,2 0 0 0,-1 0 0 16,4 0 1-16,5-1 1 16,0 1-4-16,2-2 2 15,7-1 0-15,1 1 2 16,-1 0-4-16,3 1 2 15,3 0 0-15,-5 4 2 0,1 2-4 16,-5 7 2-16,-4 4 0 16,-1 4-1-16,-5 7-1 15,0 4-6-15,1 4-16 16,2 6-13-16,1 4-31 16,5-4-30-16</inkml:trace>
  <inkml:trace contextRef="#ctx0" brushRef="#br0" timeOffset="28680.2">4893 5029 38 0,'0'0'0'0,"0"0"-12"0,0 0 21 16,0 3 0-16,0 1 1 15,-4 1 3-15,3 1 1 0,-1-3-7 16,0 3-3-16,2-2 0 16,0-1-3-16,0-2 1 15,0-1-2-15,9 0 13 16,4-7 22-16,7-11 4 16,12-11-7-16,15-11-5 15,16-13-11-15,16-9-8 0,22-9-3 16,19-10-3-16,13-11-11 15,7-16-131-15</inkml:trace>
  <inkml:trace contextRef="#ctx0" brushRef="#br0" timeOffset="40549.24">6918 7081 111 0,'0'0'-2'0,"0"0"-1"0,0 0-1 0,0 0 1 15,0 0-2-15,0 0 0 16,0 0 5-16,0 0 0 15,0 0 1-15,0 0 3 16,0 0 15-16,0 0 8 16,0 0-12-16,13 4-10 0,-9-4-4 15,-1 0-1-15,4 0 1 16,-1 0-1-16,-1 0 0 16,1 0 0-16,1 0-2 15,2 0 1-15,0 0 0 16,2 0 0-16,1 0-1 0,3 0 4 15,3 0-1-15,-1 0-1 16,4 0 0-16,-1 0 0 16,0 0-1-16,2 0-1 15,1-1 2-15,4-1-1 16,2 1 2-16,2-2 1 16,5 3-1-16,1-3 0 0,2 3-1 15,2-1 1-15,1-1-1 16,2 1 0-16,1 1-1 15,-1-1 1-15,3-1 1 16,4 2-1-16,1 0 0 16,2 0 0-16,2 0 0 0,2 0 0 15,3 0 0-15,1 0 0 16,3 0-1-16,2 0 1 16,-1 4-1-16,4-1 1 15,2-3 1-15,1 0-1 16,-1 0 0-16,6 0 0 0,-2-3 0 15,3-5-1-15,-2-2-2 16,2 1 1-16,1-2 0 16,1 1 0-16,0 0 5 15,-2 5-3-15,0 0 1 16,-4 2 0-16,-2 3-1 0,-6 0-1 16,-3 0 0-16,-6 0-2 15,-4 0 3-15,-1-2 2 16,-5 0-2-16,-2-1 1 15,-3-1-18-15,-7 0-36 16</inkml:trace>
  <inkml:trace contextRef="#ctx0" brushRef="#br0" timeOffset="41510.64">7021 7159 62 0,'8'-7'16'0,"-2"1"5"0,0 1-10 0,0 0-2 16,1 2-5-16,-3-1-2 0,0 1-2 15,4 2 1-15,-4 0-1 16,3-1 0-16,-3 1 1 15,1-2-1-15,4 3 0 16,-4-3 0-16,3 1 0 0,1 1 0 16,1-2 0-16,2 3 0 15,4-2 0-15,2 2-1 16,5 0 1-16,4 0 0 16,6 0 0-16,3 0 0 15,11 0 1-15,-1 1-1 16,10 0 0-16,4-1 0 15,8 0 0-15,7 0 0 0,8-3 0 16,6-2 0-16,10-1 0 16,2-1 0-16,3 1 1 15,5-2-1-15,4 1 1 16,1-2-2-16,-3 2 1 16,1-3 0-16,-4 2 0 0,-8-1 0 15,-3-1 1-15,-4 0 5 16,-5 2 3-16,-5-2-4 15,-1 3-2-15,-2-2-1 16,-6 3 1-16,-5 1-2 0,-7-1 0 16,-7 3-1-16,-6-1 1 15,-14 1-1-15,-6 1 0 16,-8 1 1-16,-6 0 0 16,-4 0-1-16,-5-1-7 15,-4 1-39-15</inkml:trace>
  <inkml:trace contextRef="#ctx0" brushRef="#br0" timeOffset="42613.92">12728 7011 9 0,'-15'3'4'0,"4"-1"9"0,-4-1-5 0,3 2-5 16,-1 1-3-16,0-1-4 16</inkml:trace>
  <inkml:trace contextRef="#ctx0" brushRef="#br0" timeOffset="42841.75">12505 7068 1 0,'0'0'21'0,"0"0"8"0,0 0-18 16,0 0-11-16,0 0-14 15,0 0-30-15</inkml:trace>
  <inkml:trace contextRef="#ctx0" brushRef="#br0" timeOffset="43510.1">12355 7149 57 0,'0'0'3'0,"0"0"3"16,0 0-6-16,0 0 0 15,0 0 1-15,-38 4 7 16,34-4 9-16,-3 0 2 15,3 0 0-15,-3 0 6 0,2 0-5 16,1 0-8-16,2 0-4 16,0 0-5-16,2 0-3 15,0 0 0-15,0 0-8 16,0 0-6-16,2 0 14 16,5 5 1-16,4 0-1 0,2 2 0 15,5-2 0-15,2-1 0 16,5 0 1-16,4-1 0 15,2 0-1-15,3-2 3 16,6-1-3-16,5 0 0 16,1 0 1-16,4 0-1 0,2 0 0 15,3-4 1-15,5 1-2 16,2-4 2-16,5 3-1 16,3-2 1-16,2 3-1 15,4-1 0-15,2 3 0 16,1-3-1-16,3 2 2 15,5-4 0-15,3 2 0 0,3 0 1 16,3-2 1-16,5-1-2 16,2 0 1-16,-2 0-1 15,1 0 1-15,2-2-2 16,0 2 7-16,-3-1 0 16,1-1-1-16,3-1 2 0,-8 3-2 15,0 0 0-15,-2 0-4 16,-7 2 0-16,-6 1-2 15,-4 2 1-15,-6 1-1 16,-5 1 1-16,-9 0-1 16,-4 0 0-16,-6 0 0 0,-5 0 0 15,-8 0 1-15,-3 0-1 16,-9 1 0-16,-4 1-1 16,-7 3-18-16,-8-1-33 15,-4 0-22-15</inkml:trace>
  <inkml:trace contextRef="#ctx0" brushRef="#br0" timeOffset="44342.89">12205 7278 46 0,'0'0'3'0,"0"0"7"0,56 0 3 16,-29-4 2-16,1 0-3 0,7-3-4 15,0-2 0-15,9 2 1 16,2-1-4-16,6-1 1 15,4 1-2-15,4-1-1 16,5 3 0-16,4 0-2 16,9 1 1-16,5 0-1 15,9 0-1-15,9 2 1 0,5-1-1 16,5 1 0-16,6-1-1 16,1 0 1-16,6-1 0 15,1-2 0-15,7 0 0 16,-2-1 1-16,5-1 7 15,2-1 5-15,-1-1 0 0,-4 1-7 16,-2-1-4-16,-5 2-1 16,-7-2 1-16,-4 1-1 15,-13 1 1-15,-4-1 1 16,-6 2 2-16,-11-1 0 16,-9 2-2-16,-11 1 0 15,-7-1-2-15,-8 4-1 0,-12-1 1 16,-7 0 1-16,-7 1-4 15,-5 2 4-15,-4-2-2 16,-7 3 1-16,-1 0 0 16,-2 0 0-16,0 0-8 0,-10 0-60 15,-5-2-57-15</inkml:trace>
  <inkml:trace contextRef="#ctx0" brushRef="#br0" timeOffset="49065.18">1996 6192 69 0,'0'0'5'0,"0"0"10"0,0 0-5 0,0 0-2 0,0 0 0 16,-40-21 3-16,31 16 1 16,0 2-1-16,0 1-8 15,0 0-1-15,2 2-2 0,-3 0 1 16,1 0-1-16,-1 0 3 16,-1 0-3-16,0 0 1 15,-4 0-1-15,-1 0 1 16,-2 0-1-16,-3 0 0 15,0 0 0-15,0-1 0 16,-1-2 1-16,4 0-1 0,0-3 2 16,3 2-2-16,-1-2 0 15,1 2 2-15,1 0-2 16,-1-1 0-16,-2 3 0 16,0-1 0-16,-1 3 0 0,-1 0 0 15,0 0-2-15,-1 0 2 16,-1 0-2-16,-2 4 2 15,2 2 0-15,-2 0 0 16,2 1-1-16,-2-1 1 16,0 2-2-16,1 2 2 0,0-2-1 15,-3 4-2-15,3-1 2 16,-1-1 1-16,0 4 0 16,0-1-2-16,0 0 1 15,3 0-1-15,-2 1-1 16,0 2 3-16,1-1 0 0,1 2-3 15,0 3 3-15,-2-1 0 16,4 2 2-16,0 0-5 16,1 2 3-16,1 0-4 15,2 2 3-15,0 1-5 16,1 2-1-16,0 2 0 16,0-2 2-16,2 4-2 0,-1 0 4 15,3 1 4-15,-1-1-2 16,2 1 1-16,4 1 1 15,1-1-1-15,3-2 0 16,0-4-1-16,0 2 0 16,0-4 1-16,3-1-1 0,3-2 1 15,1-1 0-15,2 0 0 16,0-1 0-16,3-1 1 16,-2-1-1-16,3 0 1 15,1 0 0-15,-1-1 0 16,1-2-1-16,2 2 1 0,2-3-1 15,1-1 2-15,2 0-1 16,1-2 1-16,3 0-1 16,-3-2 0-16,1 0 1 15,1 1-1-15,-1-3 2 16,-4 0 0-16,2 0-2 0,-2 0-1 16,0 0 1-16,3 2-1 15,1-2 1-15,-1-2-1 16,7 1 1-16,2-1-1 15,4-1 3-15,2 0 2 16,-3-1-2-16,3 0-2 0,-1-1 0 16,-3 2 0-16,-2-1-1 15,-1 0 0-15,3-1 0 16,-2 2-1-16,3-4 0 16,4 1 1-16,2-1 2 15,1 0 0-15,4 0-1 16,-1 0 2-16,0 0-2 0,2 1 1 15,0 0-1-15,1 0-1 16,-2 1 0-16,2-1 1 16,-5 3-1-16,1-2 0 15,-1 1 0-15,2-2 1 0,1 1-1 16,2-1 1-16,1-1-1 16,3 0 0-16,0 0 1 15,-1 0 0-15,3-3 0 16,-2-3 0-16,1-1 1 15,2 0 1-15,0 3 0 0,-3-1-1 16,4 3 0-16,0-1-1 16,0 3 1-16,1 0-1 15,4 0 0-15,-4 0 0 16,2 0-1-16,0 0 1 16,-2 1-1-16,1 1 0 15,0-2 1-15,-3 0-1 0,2 0 1 16,-2-2 1-16,-2-3 3 15,0-1-3-15,0 2 1 16,-1-2-1-16,0 2 0 16,1 4-1-16,-1 0 1 15,3 0-2-15,0 0 1 0,-1 0-1 16,0 0 2-16,1 3-2 16,0-3 0-16,-2 0 1 15,-1-6 1-15,0-7 0 16,1-4 3-16,1-3 3 15,1-2 1-15,0-4-3 0,0 2-3 16,-1-1-1-16,-2 0-1 16,1-2 1-16,-3 0-1 15,1-1 1-15,-4-2-1 16,-1 3 0-16,-3-3 0 16,-4 2 3-16,-4-2 0 0,-5-1 7 15,-2-1 1-15,-3 0 0 16,-8-3-3-16,-3 2-1 15,-6 0-2-15,-7 3 1 16,0 0-2-16,-2 2-1 16,-9 1 0-16,-3 1-4 15,-3-1 0-15,-2 3 0 0,-3-1-1 16,0 2 1-16,-3 0 1 16,0 2 0-16,-4 1 0 15,0 1-1-15,-2 1 0 16,-2-2 0-16,1 3 1 15,-1 0 0-15,-1 0-2 0,3 2 2 16,-2 1-1-16,1 1-1 16,-1 0 1-16,0 1 1 15,-1 1-1-15,-3-3 0 16,0 2 0-16,-1 1 0 16,0 0 0-16,-5 2 0 0,3 2-1 15,-2 1-1-15,1 1 0 16,-1-1-1-16,2-1 2 15,-1 1 2-15,1-1 2 16,2 0-3-16,-2 1-3 0,2 1 3 16,0 0 0-16,-2 1-1 15,-1 1 1-15,1 0 0 16,-2 2-1-16,-3 0 1 16,-1 1 0-16,2 0 0 15,-2-2 0-15,1 2 0 16,3 0 0-16,-2-1 0 0,0-1 0 15,2 1 0-15,-3 1 0 16,1 0 1-16,-1 0-2 16,-4 0 1-16,1 0 0 15,-2 3 1-15,-2 0-1 0,-2 2 0 16,1-2 0-16,1 3 0 16,1-2 0-1,4 2 0-15,-2 0 0 0,0 0 0 16,0 3 0-16,-3-1-1 15,1 1-1-15,-3 1 0 16,0-1 1-16,0-2 0 16,2 3 0-16,2-3 2 0,0 0-1 15,0 1 0-15,4 1 0 16,2 0 0-16,1 0 1 16,3-2-1-16,0 1 0 15,2-1 0-15,0 0 0 0,0-3 0 16,2 3 0-16,1-1 0 15,1-1 0-15,1 1 0 16,0-2 0-16,5 1 0 16,-1-1 0-16,2-1 0 0,0 3-1 15,-1-1 1-15,2-1 0 16,0 1 0-16,2-2 0 16,1 2-1-16,-1-1 1 15,6 2 0-15,0-3 0 16,0 1 1-16,3 1-2 15,0-1 1-15,2 1 1 0,0-2-1 16,2 0 0-16,0 0 0 16,2 0 0-16,-3-2 0 15,2 2 0-15,1-3 0 16,1 3-1-16,2-3 1 16,-1 1-1-16,1 1 1 15,1-1 0-15,2 2 0 0,-1 3-1 16,2 1 1-16,0 3-6 15,0 2-20-15,2 3-8 16,0-1-31-16,0-3-16 16</inkml:trace>
  <inkml:trace contextRef="#ctx0" brushRef="#br0" timeOffset="50409.66">9152 7101 72 0,'0'-2'20'0,"-2"0"8"0,2 0 2 0,-2 2 3 15,2-1-11-15,-2 1-14 0,2-2 1 16,0 2-7-16,0 0 1 15,0 0-2-15,0-1 0 16,0 1 1-16,0 0-2 16,0 0 0-16,0 0 1 15,-2-2 2-15,2 1-1 16,-2 1-1-16,2 0 0 0,0-2-1 16,0 2 0-16,0 0-25 15,2-1-11-15,6 1-1 16,2 0 6-16,-1-1-18 15</inkml:trace>
  <inkml:trace contextRef="#ctx0" brushRef="#br0" timeOffset="50645.11">9244 7052 136 0,'0'0'1'0,"0"0"27"15,0 0-20-15,0 0-19 0,0 0 4 16,0 0 3-16,0 0 3 15,14 40 1-15,-9-25 1 16,1-1-1-16,1-3 0 16,2-4 0-16,-4-4 3 15,5-3 8-15,1 0 9 0,9-14 4 16,7-15-2-16,14-11-13 16,16-15-4-16,14-13 0 15,11-14-5-15,9-11-70 16</inkml:trace>
  <inkml:trace contextRef="#ctx0" brushRef="#br0" timeOffset="51584.25">13420 7327 64 0,'0'0'2'0,"0"0"1"0,0 0 2 0,0 0-2 0,0 0-3 0,0 0 0 16,0 0 1-16,0 0-1 15,0 0 6-15,0 0 16 16,0 0-13-16,0 0-9 16,-9 9 2-16,9-9 2 0,0 0 0 15,0 0 4-15,0 0-3 16,0 0-3-16,2 0-3 16,0 2 1-16,1 0-1 15,3 3-1-15,-2-1 2 16,-1 3 0-16,1-1 0 0,1 3 1 15,-1-2 0-15,0 0 0 16,1-1-1-16,-1 1 1 16,0-2-1-16,1 0 0 15,0-4 1-15,-1 3 3 16,1-4 1-16,0 0 6 0,1 0 5 16,1 0-4-16,6-5-1 15,0-8-1-15,4-7 1 16,9-9-3-16,7-10 0 15,12-14-3-15,13-10-4 0,14-13 0 16,13-6 0-16,8-5-1 16,1 3-7-16,-8 10-73 15</inkml:trace>
  <inkml:trace contextRef="#ctx0" brushRef="#br0" timeOffset="52261.11">13485 7317 23 0,'0'0'68'0,"0"0"-52"0,0 0-11 0,0 0-6 16,0 0 3-16,0 0 4 15,0 0 3-15,0 0 11 16,0 0 5-16,44-27-5 0,-22 8 0 16,3-5-4-16,8-6-10 15,8-9-4-15,12-7-1 16,12-11 0-16,10-7 0 16,16-11-3-16,1-3-28 15,3-4-54-15</inkml:trace>
  <inkml:trace contextRef="#ctx0" brushRef="#br0" timeOffset="56436.3">5159 6699 85 0,'0'0'3'0,"0"0"-3"0,2 0-4 0,0 0 2 16,-1 0 2-16,1 0 0 0,0 0 0 15,-2 0 2-15,0 0 1 16,0 0 0-16,2 0-3 16,0 0 0-16,0 3 0 15,0 4-1-15,0 1 1 16,1 2 0-16,2 2 0 16,-1-2 1-16,1 0-1 0,-1-2 0 15,2-1 0-15,3-2 0 16,-2-1 0-16,2-3 0 15,0-1 1-15,5-1 2 16,1-11 4-16,6-5 4 16,7-6 0-16,8-5-4 0,6-3 3 15,8-3-1-15,6-5-3 16,2-3 1-16,1-2-2 16,3-1 1-16,-7 2-3 15,-1 1 0-15,-4 4 0 0,-6 8-3 16,-6 6-2-16,-5 6 2 15,-6 5-7-15,-9 6-30 16,-7 4-12-16</inkml:trace>
  <inkml:trace contextRef="#ctx0" brushRef="#br0" timeOffset="57011.75">5204 6770 58 0,'0'0'9'0,"0"0"-4"0,0 0-5 0,0 0 1 16,0 0 2-16,0 0 15 16,0 0 5-16,0 0 4 15,0 0-1-15,0 0-11 0,0 0-9 16,0 0-10-16,13 0 7 16,-2 0-8-16,4 0-44 15,-1-10-79-15</inkml:trace>
  <inkml:trace contextRef="#ctx0" brushRef="#br0" timeOffset="59363.03">8058 7447 17 0,'0'0'-17'0</inkml:trace>
  <inkml:trace contextRef="#ctx0" brushRef="#br0" timeOffset="59857.64">8058 7396 60 0,'2'-5'4'15,"0"0"-2"-15,1 1-1 16,-1 1 1-16,0-1-2 16,0 3 1-16,0-1-1 0,-2 1 2 15,0 1 13-15,2-3-3 16,-2 3-9-16,2-3-1 16,2 3 0-16,0 0-1 15,2 0-1-15,1 0 0 0,-3 0 0 16,0 3-3-16,2 4 1 15,0 1 3-15,-3 1 0 16,5 2 1-16,-3-1 0 16,4 1-1-16,-2-3 0 15,3-4-1-15,1 1 1 0,3-4-1 16,-1-1 2 0,3-2-1-16,5-11 1 0,3-5 1 15,5-6-1-15,8-9-1 16,6-5 0-16,4-6 1 15,2-5 5-15,3 0 0 16,-3-1 1-16,0 6-6 16,-5 6-1-16,-4 5-1 0,-3 6 0 15,-5 7-2-15,-6 6-16 16,-8 1-39-16</inkml:trace>
  <inkml:trace contextRef="#ctx0" brushRef="#br0" timeOffset="61358.34">13165 4418 53 0,'2'-4'36'0,"0"-1"-29"0,-2-2 9 0,0 3 4 0,0 0-7 16,0 0-1-16,0-1-4 16,0 4-3-16,0-2-4 15,0 3-1-15,1 0-14 0,3 0-21 16,-2 0-28-16</inkml:trace>
  <inkml:trace contextRef="#ctx0" brushRef="#br0" timeOffset="62845.1">13449 7344 15 0,'0'0'6'0,"0"0"-3"0,0 0-1 0,0 0 0 0,0 0 1 16,0 0 1-16,0 0 7 16,0 0 1-16,-29-37 0 15,26 36 0-15,1-1-7 16,2 1-3-16,0 1-1 16,-2-1-3-16,2 1 1 0,-2-1 1 15,0-2 1-15,-3 1 1 16,2 0 12-16,-1-1 5 15,0 0-3-15,0 1-4 16,3 0-6-16,-1 1-2 0,2 1-3 16,0 0 0-16,0-2 1 15,0 2-2-15,0 0 2 16,-2 0 4-16,2 0-1 16,0 0-4-16,0 0-2 15,0 0-1-15,0 4 2 16,2 2 0-16,2 5-1 0,3 1 1 15,0-1 0-15,4-1-1 16,0 0-2-16,-4-1-1 16,4-2 4-16,-2-3 0 15,-2-2 0-15,4-2 0 16,2 0 1-16,1-4-1 0,5-8 0 16,4-4 0-16,2-5 2 15,4-5-2-15,0-5 0 16,7 0-5-16,0-6 11 15,2-1-5-15,3-2 0 16,0 1 0-16,-1 1 0 0,0-2 1 16,-1 3 3-16,-3 1 0 15,-1 4 1-15,-3 2 1 16,-3 5-4-16,-5 5-1 16,-4 4-2-16,-2 6 0 15,-5 3-1-15,-3 5-1 0,-2 1-2 16,-3 1-3-16,1 0-10 15,-4 0 0-15,-2 3 4 16,0 4-3-16,0-1-2 16,0 1-7-16,0-1-4 15,0-2 6-15,0 2 6 0</inkml:trace>
  <inkml:trace contextRef="#ctx0" brushRef="#br0" timeOffset="63558.15">14159 6845 31 0,'0'0'22'0,"0"0"11"0,0 0-9 0,0 0-5 16,0 0-8-16,0 0-9 16,0 0 0-16,0 0-2 15,0 0 0-15,0 0 1 0,0 0 1 16,1 0 4-16,-1 0 6 15,0 0-2-15,0 0-1 16,0 0-7-16,0 0-2 16,1 0-3-16,0 0 2 15,-1 0 2-15,2 0-2 0,0 0 1 16,0 2 0-16,-2 0 0 16,2-2 0-16,-2 0 1 15,0 0-2-15,0 0 2 16,2 0 1-16,-2 0-1 0,0 0-1 15,0 0 0-15,0 0 0 16,0 0 0-16,0 0 0 16,0 0-1-16,0 0 1 15,0 0-1-15,0 0 2 16,0 0-1-16,0 0 0 16,0 0 0-16,1 0 0 0,0 0 0 15,0 2 0-15,1-2 0 16,-2 0 0-16,3 0 0 15,-3 0 0-15,2 1 1 16,-2-1-1-16,0 0 1 16,0 0-1-16,0 0 1 0,0 0 6 15,0 0-2-15,0 0-4 16,0 0-1-16,0 0 0 16,0 0 0-16,0 0 0 15,0 0 0-15,0 0 1 16,0 0 0-16,0 0 4 15,0 0 4-15,0 0 0 0,0 0-3 16,0 0-2-16,0 0-3 16,0 0-1-16,0 0 0 15,0 0-1-15,0 0 0 16,0 0-2-16,0 0 0 16,0 0 1-16,0 0 0 0,0 0-1 15,0 2-10-15,0 0-8 16,0 3 12-16,0-1-17 15,0-1 5-15,0 1-9 16,0-2-15-16</inkml:trace>
  <inkml:trace contextRef="#ctx0" brushRef="#br0" timeOffset="69889.5">1592 7842 29 0,'-2'0'13'0,"-2"0"-2"0,1 0 7 0,-2 0-6 16,0 0-6-16,1 0-3 16,-2 0-1-16,1 0 0 15,-1 0 1-15,-1 0-3 16,2 0 2-16,-1 0 0 0,1 0-1 16,-1 0 1-16,-2 0-2 15,-3 0 0-15,-1 0 0 16,-3 3-2-16,1 1 4 15,-1-1-1-15,0-1 3 16,-1 1 0-16,1-1 0 16,-1 1-2-16,1 0 0 0,-1 1-1 15,0-1-1-15,-2 3 1 16,-2-1-1-16,0 1 0 16,-2 1 0-16,1 0 0 15,-1-1 0-15,2 2 2 0,-2 0 0 16,2 3-1-16,-3 0-1 15,1 2 3-15,-3 4-3 16,1 1 1-16,-1 0 0 16,3 0-1-16,-1-1 0 15,0 0 0-15,4 0 0 16,1-3 0-16,3-1 0 0,-2 3 1 16,4-2-2-16,0 3 1 15,2 1 1-15,2 1-2 16,-3 2 0-16,4 1-1 15,-1 0 0-15,2 1 2 0,0 0-1 16,3 0 1-16,-1-3-1 16,3 1 0-16,2-2 2 15,-2-2-1-15,2 1 0 16,0 0 0-16,0 1-1 16,0-2 1-16,4-1 0 15,3-1 0-15,-3-1-1 0,4-3 0 16,2 0 1-16,1 0-1 15,1-4 1-15,1 1 0 16,1-3 0-16,3 0 0 16,-1 0 0-16,0 0 1 15,0-2-1-15,1 4 1 0,1-3-1 16,-2 3 0-16,2-1 0 16,4 0 0-16,-2 2 0 15,5 1 0-15,-1-1 0 16,3 1 1-16,2 0-1 15,1 0 0-15,-3 0 0 16,2 1 0-16,0 0 0 0,-1-2 1 16,1 2-1-16,0-4 0 15,3 2 0-15,4-1 0 16,-3-2 0-16,5-2 0 16,-2-3 1-16,1 1-1 0,1-1 3 15,1 0-5-15,1 0 5 16,2 2-2-16,1 2-1 15,1 0 0-15,0 2 1 16,2 1 0-16,-1 0-1 16,-3 0 1-16,0-3-2 15,2 2 2-15,-2-3-1 0,-1 0 0 16,1 0 0-16,-2-2-1 16,2 3 1-16,3-1 0 15,-3 3 1-15,5 2-1 16,0 2 0-16,2 2 1 15,1 2-1-15,-4 0 0 0,0 2-1 16,2-1 2-16,-1-5-1 16,2-3 0-16,3-1 0 15,2-6-1-15,-2 0 2 16,2 0 0-16,0 0-1 16,0 0 0-16,1 0 3 0,1 0-1 15,1 0-2-15,3 7 0 16,-2 3 0-16,2 0 0 15,1 1 0-15,1 1 0 16,1-1 0-16,2-4 1 0,-1 0-1 16,3-1 0-16,2-3 1 15,1-2-1-15,-1-1 1 16,0 0-1-16,3 0 0 16,0 0 0-16,-3-1 0 15,2-2 1-15,1-3-1 16,1-2 0-16,4-4 0 0,-1-2 1 15,4-3 0-15,-2-1-1 16,1-4 1-16,-4 0-1 16,-4-4 0-16,-3 2 1 15,-5-3-1-15,-3-3 1 16,-1-1 4-16,-1-4 4 0,-3 2 4 16,-3-3-3-16,1-1-1 15,-4 2-3-15,-1-1 0 16,-4 2-1-16,-5 0-3 15,-2 4 1-15,-7 0-2 16,-4 0 1-16,-8-1 0 0,-5 2 1 16,-6-3 3-16,-7 1 2 15,0-2 4-15,-9 1-2 16,-6-2-3-16,-4 1 1 16,-2 0-3-16,-2-1-2 15,0 4-2-15,-4-1-1 0,1 4-5 16,-1 3 2-16,-4 3 3 15,-3 2 2-15,-2 2 0 16,-4 0 2-16,-2 1-2 16,-3 0-2-16,0 0 1 15,0-1 0-15,-1 1-1 0,-4 1 0 16,1 2 0-16,-2 2-1 16,-3 3 0-16,-2 4-1 15,-1 1-1-15,-4 3 3 16,-3 0-1-16,-2 0 1 15,-3 3 0-15,0 3 0 0,-2-2-1 16,-1 2-1-16,0-2 1 16,-1 0 0-16,-4-1 2 15,-4 1 2-15,-1 1-2 16,-3 2 0-16,-2 2 1 16,-4 3-2-16,-4 2 1 15,-1 3 0-15,-1 2-1 0,-2 2 1 16,-8 4-1-16,4 3 1 15,-5 0 0-15,-5 1-2 16,-3-1 1-16,-1-3-1 16,-4-1 0-16,-4-4 0 15,-2-1 1-15,-3-2 0 0,-6 1 0 16,-3 2-1-16,-8 7-19 16,-10 9-24-16,-8 7-23 15,-9 5-32-15</inkml:trace>
  <inkml:trace contextRef="#ctx0" brushRef="#br0" timeOffset="90707.03">1375 8011 87 0,'0'0'3'0,"0"0"1"0,0 0 5 0,0 0-3 0,0 0-3 16,2-40-2-16,0 36 0 16,-2 2 0-16,3 1-1 15,1 1-1-15,0 0 0 16,4 0 1-16,1 0 0 15,3-1 0-15,5-3 0 0,2-2 1 16,2-1-1-16,5-3 0 16,-3 1 1-16,-2-1-1 15,2 2 1-15,-2 1-1 16,-2 1 1-16,2-1-1 16,3 3 2-16,1-4-1 0,2 1-1 15,1 0 1-15,7 0 0 16,-2-1 0-16,-1 0-1 15,3 0 1-15,-4 0-1 16,3-1 0-16,-3 2 0 0,2 1 0 16,-1-1 0-16,3 4 0 15,1-1 0-15,1 1 0 16,2 1 1-16,-3 0-1 16,2-1 0-16,-3 2 0 15,2-2 0-15,1 3 0 0,0-4 0 16,2-2 0-16,3 1 0 15,1 0 0-15,-1 0 1 16,1 0-2-16,0 3 1 16,0 0 0-16,0 2 0 15,-1 0 0-15,1 0 1 16,-2 0-2-16,1 0 1 0,-1-2 0 16,1 2 0-16,-1 0 1 15,-2 0 2-15,5 0 0 16,2 0 0-16,3 0-1 15,2 0 0-15,0 0 1 16,2 4 0-16,0 1-1 0,-7-1-9 16,2-2-59-1</inkml:trace>
  <inkml:trace contextRef="#ctx0" brushRef="#br0" timeOffset="92183.83">5671 8082 24 0,'0'-1'38'0,"0"1"-18"0,0-2-8 0,0 1-4 0,0 0-3 16,0 1-4-16,0 0-1 16,0 0 0-16,0 0-4 15,1 0 6-15,4 0-2 16,0 0 0-16,-1 0 0 15,1 5 0-15,1-1-2 0,-1 2-3 16,1-2 8-16,4 1-1 16,-4-3 0-16,1-1 0 15,1-1 2-15,2 0 3 16,1-5 18-16,5-12 9 16,8-11-3-16,10-9-13 15,10-13-5-15,12-11-1 0,18-13-3 16,17-11-6-16,21-13-3 15,22-11-2-15,12-11-43 16,10-12-172-16</inkml:trace>
  <inkml:trace contextRef="#ctx0" brushRef="#br0" timeOffset="94993.04">1721 9447 95 0,'0'0'7'0,"-40"0"0"0,22 0 4 0,-3 0-6 16,4 0-3-16,1 4-1 0,-3 2-1 16,0 1 0-1,0 3 0-15,-4-1 0 16,-4 1-1-16,-2 2 1 0,-6-2 1 16,-1 3-1-16,-5-1 0 15,1 4 2-15,-2 0 1 16,1 1 2-16,-1 4-1 0,2-1 0 15,-3 4-2-15,1 1-3 16,2 1 6-16,-1 0-2 16,1 1 2-16,2 2 0 15,3-1 2-15,0 2-1 16,2-2-2-16,2 3-2 0,2-1-1 16,1 0 0-16,3 1 2 15,0 2-3-15,4-3 0 16,4 2 1-16,-1 3-2 15,5 0 0-15,1-1 1 16,1 2 0-16,3-3 0 16,0 0 0-16,4-1-1 0,2 0 0 15,2-3 1-15,0 3 0 16,0-2 0-16,6 3-1 16,6-2 2-16,1 0-1 15,5-1 1-15,-1-3-3 0,4-2 3 16,2-3-2-16,2-4 0 15,2-1 1-15,3-1 0 16,1-3 1-16,3 1 0 16,0-1 2-16,4-2-3 15,4 2 2-15,3 0 0 0,3 1-2 16,2 0 0-16,0-1 3 16,0-2-3-16,2 1 2 15,2-4-1-15,-1 0 1 16,-1-2-2-16,2-1 1 15,-1 0-1-15,0-3 1 0,1 2-1 16,-2 0 0-16,3 1 1 16,1-2-1-16,0 1 0 15,2-1 1-15,0 1-1 16,3 0 0-16,-1 0 1 16,3-1-1-16,0 0 0 15,3 0 0-15,1-2 2 0,2-1-4 16,3 0 4-16,-1 0-2 15,3-4 0-15,2-3 1 16,0 0-1-16,1-2 0 16,-2 1 0-16,0-4 0 15,0 2 0-15,1-4 0 0,0-1 1 16,-1-4 0-16,2 2 0 16,2-4 1-16,-1-2-2 15,2-1 1-15,-2-2 0 16,-2-3 0-16,0-3-1 15,-1-4 0-15,-5-3-3 0,-3-2 0 16,-4-4 3-16,-3-2 0 16,-4 0 2-16,-6-3 2 15,-6-2 4-15,-4 0 2 16,-8 0 0-16,-4-1 0 16,-7-1 3-16,-8 2-2 0,-5-1 0 15,-8 3-7-15,0-2 1 16,-8 2 2-16,-9-1-3 15,-4 2-2-15,-6 0 1 16,-6 4-2-16,-5-2 1 16,-4 4 3-16,-8-2-1 15,-5 6 2-15,-4 0 0 0,-5-1 0 16,-3 6 0-16,-3 0-1 16,-2 2 4-16,-1 4-5 15,-3 2 3-15,-6 3-7 16,-4 4 0-16,-8 3-2 0,-6 6 0 15,-10 5 2-15,-10 5-3 16,-8 5-1-16,-14 19-10 16,-8 12-3-16,-14 12-1 15,-7 20 0-15,-13 12-14 16,-8 15-13-16,-11 14-17 0,-8 9 4 16</inkml:trace>
  <inkml:trace contextRef="#ctx0" brushRef="#br0" timeOffset="106383.18">18216 14398 107 0,'0'-4'17'0,"0"-2"17"0,0 2-8 0,0 1-6 0,0-1-7 16,-5 2-4-16,3-2 1 16,0 3-2-16,1-1 3 15,0 2-2-15,1 0-3 16,0 0-2-16,0 0-10 15,0 7 6-15,0 6-1 0,9 7 1 16,-3 6 0-16,3 5 2 16,-2 7 0-16,4 6 1 15,-2 7-1-15,-3 2-1 16,-2-3-4-16,1-3-17 0,-1-5-36 16,-1-11 2-16,2-8 2 15</inkml:trace>
  <inkml:trace contextRef="#ctx0" brushRef="#br0" timeOffset="107416.13">18346 14347 41 0,'0'0'23'16,"0"0"14"-16,0 0-3 0,0 0-6 0,0 0-11 16,0 0-7-16,0 0-7 15,0 0-3-15,0 0 2 0,0 0-1 16,50-24 1-16,-27 21-2 16,2 2 2-16,8 0-1 15,7-1 1-15,3 2 0 16,8 0-2-16,5-2-5 15,4 1-3-15,3-3 8 0,2 0 3 16,2-3 0-16,1-1-3 16,0-2 0-16,-1-1 0 15,-2-1-2-15,-7 0 2 16,-2 3 3-16,-9-1 0 16,-6 2-2-16,-6 2 0 15,-10 0 0-15,-7 4-2 0,-4 0 2 16,-6 1-2-16,-3 1-1 15,-2 0 1-15,-2 0-2 16,-1 0 1-16,0 1-4 16,0 6 3-16,-1 5 5 15,-3 3 0-15,-2 6-3 0,1 4 1 16,1 4 0-16,-3 4 1 16,3 0-1-16,1 1 0 15,3-2 1-15,0-2-1 16,0-1-1-16,0-2 1 15,6-3 1-15,2-1-1 0,-3 1 1 16,1-3 1-16,-2-1-2 16,-1 0 1-16,-2-3 1 15,-1 0 0-15,0-3 1 16,-1 2-2-16,-8-2 0 16,-5 1-1-16,-4-3-2 0,-6 1 4 15,-7-3 1-15,-3 1-2 16,-11-4 0-16,-4 0 1 15,-7 0-1-15,-5-1 4 16,-3 1 1-16,-3-1-4 16,1-2 0-16,1 2 1 15,4-2 4-15,5-3 0 0,5-1 0 16,8 0-2-16,0 0-4 16,7 0 0-16,1 0 1 15,2-5-4-15,1-1-12 16,1-1-19-16,4-3-44 15,0 1-58-15</inkml:trace>
  <inkml:trace contextRef="#ctx0" brushRef="#br0" timeOffset="108354.04">20014 14182 149 0,'-1'0'8'0,"0"0"12"0,1 0-15 0,0 0-5 15,0 4 1-15,0-1-2 0,0 6 1 16,0 6 1-16,0 4-1 16,0 7 2-16,0 6 0 15,1 5 0-15,3 2 1 16,3 3 3-16,3 1-3 15,0-1 0-15,-3-2-2 0,1 1 2 16,-4-2-2-16,-2-4 0 16,-2-5 1-16,0-6-4 15,0-4-20-15,1-9-14 16,1-8-8-16</inkml:trace>
  <inkml:trace contextRef="#ctx0" brushRef="#br0" timeOffset="108995.64">20107 14151 166 0,'0'0'2'0,"0"0"13"0,0 0-9 16,0 0-3-16,55-17 0 16,-28 17 1-16,3-2-2 15,4 2 0-15,5-2 1 16,3 2 0-16,2-2 0 0,2-1-1 16,3-1-2-16,-3-1 0 15,2-2 1-15,-5-1-1 16,2-2-1-16,-7-1 1 15,1 1 0-15,-7-1 1 16,1 0-1-16,-4 3 6 16,-3 0 2-16,0-1-1 0,-4 5-2 15,-5 1-2-15,-2 2-3 16,-4 1 0-16,-1 0 0 16,-2 5-1-16,-2 8 0 15,-4 4 0-15,-2 9-1 16,0 4 1-16,0 8-1 0,-2 4-2 15,-6 2 4-15,4 2 0 16,0-2 0-16,4-3 0 16,0-4 0-16,0-3 0 15,0-1 2-15,0-2-1 0,0 0-1 16,0 1 0-16,0-3 1 16,-8 1 0-16,-4 0-4 15,-6-2 3-15,-7-3 0 16,-5-3 0-16,-5-4 1 15,-7-5-2-15,-5-4 3 16,-6-6 1-16,-2 1-1 0,-4-4 0 16,-3 0 3-16,3 0-4 15,1 0-1-15,5-1 0 16,12-5-10-16,5-2-21 16,14-4-48-16</inkml:trace>
  <inkml:trace contextRef="#ctx0" brushRef="#br0" timeOffset="109472.87">21553 13993 160 0,'0'0'-3'0,"0"0"9"0,0 0 14 0,0 0-14 16,0 0-6-16,0 0-1 0,0 0 1 15,20 40 2-15,-15-13 3 16,1 6 0-16,1 7 3 16,1 5-2-16,-1 3-2 15,0-1-1-15,-1 0-1 16,1-3 0-16,-4-6 0 15,2-4-1-15,-2-2 0 0,0-7 1 16,-1-2-2-16,-1-5 1 16,2-5 1-16,0-3-4 15,1-10-26-15,-1 0-39 16</inkml:trace>
  <inkml:trace contextRef="#ctx0" brushRef="#br0" timeOffset="110075.69">21637 13990 225 0,'0'0'-25'16,"0"0"25"-16,0 0 1 15,0 0-1-15,42-31-21 16,-18 28-4-16,9 2 19 0,0-2 6 15,8-1 0-15,4 1 2 16,6-3 7-16,4-3 7 16,6 0-2-16,2 0-5 15,4-2-3-15,0 1 2 16,-9-1-5-16,-2 4 0 0,-8-2-3 16,-9 3 3-16,-6 1-1 15,-10 2 1-15,-2 0-1 16,-6 3 0-16,-1 0-2 15,-4 0 0-15,-3 6 0 16,-1 5 0-16,-5 3-2 16,-1 8 0-16,0 3 0 0,-7 6 0 15,-5 6 2-15,-1 2 2 16,0 1-2-16,2 3 1 16,2 0 0-16,4 0 0 15,1-2-1-15,4-3 1 16,0-2-1-16,4-4 2 0,1-3-2 15,0-4 0-15,1-2 1 16,-4-3-1-16,-2-2 0 16,0-2 0-16,-12-3 2 15,-6 0-4-15,-9-2 6 0,-8-4 0 16,-10 1-2-16,-5-3 1 16,-7-4-1-16,-5-1 5 15,-5 0 3-15,-2 0-3 16,2 0-2-16,0-3-3 15,8 0-1-15,6-2 0 0,13-1-4 16,13 0-16-16,17-6-13 16,10-4-64-16</inkml:trace>
  <inkml:trace contextRef="#ctx0" brushRef="#br0" timeOffset="110455.26">23197 13858 239 0,'0'0'-1'0,"0"0"-10"0,0 0 10 16,0 0 1-16,0 60-1 15,0-23 1-15,-2 6 2 16,-3 6-1-16,4 5 2 16,1 0-2-16,0 0 1 15,6 1 0-15,4-5-1 0,0-3-1 16,-1-7 0-16,1-7-3 15,-1-8-2-15,-1-5 0 16,-5-9 0-16,1-8-13 16,0-3-18-16,-1-11-7 15</inkml:trace>
  <inkml:trace contextRef="#ctx0" brushRef="#br0" timeOffset="111077.09">23173 13907 223 0,'0'0'5'16,"0"0"-8"-16,0-49 2 15,12 41 4-15,4 3-7 16,2 0 3-16,5 2 1 16,1 3 1-16,6 0 0 0,6 0 3 15,2 0 0-15,8 0 0 16,2 0-3-16,4 0-1 15,0 0 1-15,-1 0-1 16,0-1 0-16,-1-8 2 16,0 1 2-16,-3-2 5 0,1-1-4 15,-2 2-2-15,-4-2 0 16,-7 3-3-16,-3 1 0 16,-9 3 0-16,-6 4 0 15,-3 0 0-15,-6 0 0 0,1 4-5 16,-4 6 3-1,0 6 1-15,-1 4 0 0,-1 4 1 16,-1 4 0-16,-1 2 0 16,1 1 0-16,1 1 0 15,-1-2 0-15,1-1 1 16,3 0-1-16,1-2 0 0,0 1 1 16,2 1-1-16,0 0 0 15,0 2 0-15,0-2 0 16,-4-1 1-16,1 1-1 15,-3-4 0-15,-3 1 0 16,0-5 0-16,-2 1 0 0,-11-2-3 16,-4-4 4-16,-8 1-1 15,-4-4 1-15,-10-2 3 16,-5-2-1-16,-8-2 1 16,-4-1 2-16,-5-3 1 15,-4-2 1-15,-2 2-2 0,2 0 4 16,2 0-8-1,-1-2-1-15,5 3-1 0,1-1 0 16,4 0-9-16,4-3-31 16,7 0-77-16</inkml:trace>
  <inkml:trace contextRef="#ctx0" brushRef="#br0" timeOffset="113607.8">5823 8129 15 0,'0'0'58'0,"44"-61"-20"0,-12 10-4 16,5-13-9-16,8-11-11 0,7-10-7 15,8-9-2-15,2-6-5 16,3-6-69-16</inkml:trace>
  <inkml:trace contextRef="#ctx0" brushRef="#br0" timeOffset="123224.1">18187 14391 115 0,'0'-3'30'15,"0"-1"-1"-15,0 2-15 0,0-2-10 0,0 4-4 16,0-1 0-16,0 0 3 16,0 1 0-16,2 0 4 15,-2 1-10-15,1 9 6 16,3 5 5-16,2 8-2 0,-2 3-1 16,6 6-1-16,-3 4-1 15,3 1-2-15,1-2 2 16,-1 0-1-16,-3-3 0 15,0-4 1-15,-2-3-2 16,-1-4 1-16,-2-5 3 16,0 0-2-16,0-3 1 0,0-1-14 15,-2-4-29-15,0-4-39 16</inkml:trace>
  <inkml:trace contextRef="#ctx0" brushRef="#br0" timeOffset="123431.69">18321 14361 50 0,'0'0'-46'0</inkml:trace>
  <inkml:trace contextRef="#ctx0" brushRef="#br0" timeOffset="123922.59">18321 14361 44 0,'47'-56'45'16,"-42"53"-5"-16,3-2-17 16,0 3-16-16,5 0-4 15,4-1 3-15,2 2 0 0,5-1-4 16,2 1 0-16,5-3-1 15,3-1-5-15,3 0 13 16,3-1 0-16,4-2-2 16,5 0 1-16,0-2-5 15,1 2-1-15,5-3 1 0,-1-1-1 16,-4 4 2-16,0-2-4 16,-4 1 1-16,-2-1 0 15,-7 3 6-15,-1 0 3 16,-4 3-3-16,-5 1-5 15,-3 3 0-15,-7 0-1 0,-5 0 2 16,-3 0-1-16,-6 3-5 16,1 4 0-16,-2 3 2 15,-1 1 0-15,-1 5 4 16,1 4-2-16,-1 2 0 16,0 4-1-16,0 2 1 15,0 1-2-15,0-2 0 0,0-1-3 16,0-2-4-16,0-2 3 15,0 1-3-15,0-2 16 16,0 2-3-16,0 0 5 16,-3-1-4-16,-1 1 0 15,2 0 0-15,2-2 1 0,-2-1 0 16,2 0 0-16,-2-3-1 16,1 2-1-16,-1-1-2 15,-1-4-6-15,-2 2-10 16,-5-3-2-16,-2-1-3 0,-3-5-15 15,-8-2-42-15</inkml:trace>
  <inkml:trace contextRef="#ctx0" brushRef="#br0" timeOffset="124677.09">18560 14574 25 0,'1'3'11'0,"0"1"11"0,0-1-4 0,1 3-9 15,0-2-6-15,2 3-1 0,-2 0 0 16,1-1 1-16,0-2 6 16,3 2 12-16,-2-2-1 15,-2 1 0-15,2-1-3 16,1-2-3-16,1-2 1 16,5 0 5-16,5-5 1 0,9-13 3 15,8-7-12-15,13-10-6 16,12-11 3-16,13-12-9 15,9-12-67-15,6-10-121 16</inkml:trace>
  <inkml:trace contextRef="#ctx0" brushRef="#br0" timeOffset="125594.13">20010 14215 15 0,'0'0'133'0,"0"0"-128"0,0 0 13 0,0 0-14 15,0 0-4-15,0 0-1 16,0 0 5-16,0 0 5 15,0 0-3-15,0 0 4 0,0 0-7 16,0 0-7-16,0 0 4 16,0 3 1-16,0 19 1 15,0 4 3-15,7 4-1 16,2 3 1-16,2 1 0 16,1-2-1-16,-1-1-1 15,0-1-2-15,-2-3 2 0,-3-2-1 16,0-2 0-16,-2-1 2 15,0-2 2-15,-1-2-2 16,1-1 1-16,0-4 1 16,0 2-15-16,-2-4-24 15,1-6-10-15,-2-3-73 0</inkml:trace>
  <inkml:trace contextRef="#ctx0" brushRef="#br0" timeOffset="126536.01">19950 14171 158 0,'0'0'-8'0,"0"0"5"0,0 0 2 0,0 0 2 0,0 0-1 16,38-19 0-16,-26 18-1 16,0-2 1-16,2 3 6 15,6-1 8-15,1-1-4 16,4-2-6-16,3 0-1 0,6-1-1 15,0-2-1-15,3-2 2 16,-1 0-2-16,1 0 0 16,0-2-1-16,1 1 0 15,-2 2 4-15,1 0 6 16,-4 0 1-16,1 3-5 16,-4 0-5-16,-1 2 0 0,-5 0 0 15,-1-1-1-15,-4 3 0 16,-3-1 0-16,-3 1 0 15,0-2-3-15,-1 3 3 16,-1-3 1-16,1 3 0 16,0-3 0-16,2 2 0 0,0 0 0 15,-1-1 0-15,-1 2-1 16,-1 0 1-16,-5 0-2 16,2 0 1-16,-4 0-4 15,-2 0-8-15,2 0 5 0,-1 0 13 16,0 4-1-16,0 2 1 15,4 0-4-15,-1 1 1 16,1 1-1-16,-2 0-2 16,3 1 0-16,-3 3 0 15,-1-1-1-15,1 0-1 16,0 2 4-16,-1 3 5 0,0 2-4 16,-1 1-1-16,-1 4-1 15,0 3 2-15,0 1 0 16,-2 2-1-16,0-2-1 15,0 0 0-15,0-3 0 16,0 0-1-16,0-4 1 0,2 1 0 16,3-2 0-16,-3-2 0 15,2 0 4-15,1-3-2 16,-3 0-1-16,1 0 0 16,-1-2 1-16,-1 0 0 15,-1 1 0-15,0 2 0 0,0-1 1 16,-3 0-6-16,-6 0-8 15,-5 1 6-15,-4-1 4 16,-6-3-3-16,-4 2 4 16,-6-2 3-16,-5-1-3 15,-3 1 0-15,-9-1 2 0,-4 2-3 16,-5-1 0-16,-8-1 0 16,-2 0 1-16,-2-2 0 15,3 0-1-15,4-4-9 16,9-3-25-16,10-1-30 15</inkml:trace>
  <inkml:trace contextRef="#ctx0" brushRef="#br0" timeOffset="127131.65">21628 14007 3 0,'4'0'13'0,"-1"0"-10"0,-2 0 11 0,-1 0 10 15,0 1 8-15,0 4 4 16,0 4-14-16,-2 2-4 16,-3 2-7-16,4 1-1 15,1 3-5-15,0 4 2 16,0 2-5-16,0 4 1 0,2 4 0 15,6 3 2-15,-1 3-1 16,1 3 3-16,-2 1 2 16,2 3-4-16,-3-1-1 15,-1-3-2-15,-2-3-1 16,0-1 0-16,-2-8-14 0,2-6-16 16,-2-10-20-16,0-12-64 15</inkml:trace>
  <inkml:trace contextRef="#ctx0" brushRef="#br0" timeOffset="127880.18">21658 14013 99 0,'0'0'2'0,"0"0"6"0,47 0-4 16,-24-5-3-16,4-1-2 15,0 0-3-15,4-4-1 16,1 1 4-16,2 0 2 15,2-1 1-15,1 0 7 16,2 1 13-16,2-2 4 16,1 1-9-16,0 2-9 0,0-1-5 15,-3 3-2-15,-2-1 2 16,-4 2-2-16,-3-1-1 16,-1 3 0-16,-4-1 0 15,-1 2 0-15,0-2 0 16,-4 3 0-16,1-1 0 0,-5 2 0 15,-1 0 2-15,-4 0-4 16,-4 4 1-16,-2 5-2 16,-3 3-2-16,-1 2 7 15,-1 4 4-15,0 3-3 0,0 1-3 16,1 3 1-16,1 2 0 16,1 3 0-16,1-2-1 15,0 2 1-15,3-1 1 16,2 2 0-16,0-3 2 15,0 1 1-15,2-4-1 0,-2 2 1 16,-3-3-1-16,-1 0 0 16,-3-5 0-16,-1 1 2 15,-1 0 0-15,0-3-2 16,-3 1-1-16,-5 1-1 16,-3-5 0-16,-3 5 3 0,0-4-5 15,-4-2 2-15,-2 0-3 16,-1-2 1-16,-3-1 4 15,-1 0-3-15,-1 1 4 16,-3 1-4-16,-1-1 1 16,-2 3-1-16,-3-1 1 15,0 1 0-15,-6-1-2 0,-1 0 1 16,-5 1-4-16,-4-3-23 16,-2-3-25-16,-3-6-44 15</inkml:trace>
  <inkml:trace contextRef="#ctx0" brushRef="#br0" timeOffset="128756.14">18630 14537 204 0,'-7'-6'7'0,"0"-2"14"0,-1 1 18 0,3 1-22 0,2 3-10 16,-1 2-4-16,-2 1-3 16,-1 6-1-16,-1 11 1 15,1 5 0-15,2 7-3 16,3 2 0-16,2 2 3 0,2-3-3 16,10-6-6-16,2-3 4 15,1-4 1-15,1-7-1 16,-2-4 5-16,0-4 0 15,-2-2 3-15,-1-2-1 16,-4-9 2-16,0-5 0 0,-5-4 1 16,-1-3-2-16,-1-4-1 15,0 0-4-15,-3 3-13 16,-6-3-7-16,-2 9 8 16,2 3 11-16,-2 4 2 15,2 7 14-15,2 4 9 0,2 0-11 16,4 11-9-16,1 5-4 15,0 4 4-15,10 2-3 16,5 0 0-16,2 0 3 16,4-2-3-16,1-3 3 15,-1-5 0-15,2-2-1 0,-1-5-1 16,-1-5-13-16,-2 0-16 16,0-8-25-16,-6-9-96 15</inkml:trace>
  <inkml:trace contextRef="#ctx0" brushRef="#br0" timeOffset="128954.27">18851 14486 288 0,'0'0'3'0,"0"0"0"0,0 0-2 0,0 0-2 16,0 0 2-16,-16 48 1 0,16-29-1 15,0 2 0-15,5-1 1 16,1 0-4-16,-1-3 0 15,4-3 2-15,-1-1-2 16,4-6-9-16,2-2-18 16,0-5-12-16,1 0-28 15</inkml:trace>
  <inkml:trace contextRef="#ctx0" brushRef="#br0" timeOffset="129125.77">18946 14529 288 0,'0'0'6'0,"0"0"10"0,0 0-3 16,0 0-12-16,0 0 0 16,-34 44-1-16,35-27-3 15,13 2-4-15,5-3-2 16,6-3-15-16,7-4-11 0,5-8-7 16,2-1-56-16</inkml:trace>
  <inkml:trace contextRef="#ctx0" brushRef="#br0" timeOffset="129776.22">20253 14384 174 0,'0'0'4'0,"0"0"-3"16,0 0 7-16,0 0-2 0,0 0 4 16,0 0 1-16,0 0-6 15,-47-31-3-15,35 46-1 16,0 3 3-16,2 4-4 16,5 2 2-16,3 0-2 15,2-1 1-15,4-5 1 16,9-2-2-16,4-7 0 0,2-4 4 15,3-5 2-15,3 0 3 16,2-4-3-16,-3-6-1 16,2-6-5-16,-4 1 3 15,-5-2-3-15,-7-1-5 16,-6 2-17-16,-4-1-10 0,-11 0-13 16,-9 4 1-16,-2 3 30 15,-3 4 14-15,0 1 12 16,0 5 28-16,5 0-10 15,5 0-19-15,3 5-5 16,4 4-5-16,7 0 0 16,1-1 1-16,1 2 6 0,13 0 6 15,3 0 1-15,5-2-3 16,3-1-8-16,2-1 0 16,2-3-2-16,0-3-2 15,0 0-27-15,-5-5-35 16</inkml:trace>
  <inkml:trace contextRef="#ctx0" brushRef="#br0" timeOffset="129958.99">20471 14305 234 0,'0'0'4'0,"0"0"22"0,0 0-15 16,0 0-9-16,-35 41 0 15,33-19-1-15,2-1-1 16,0 1 0-16,0-2 0 15,8-3 0-15,3-1 0 0,3-5 1 16,0-6-4-16,5-2-32 16,-4-3-4-16,4-1-33 15</inkml:trace>
  <inkml:trace contextRef="#ctx0" brushRef="#br0" timeOffset="130143.97">20607 14351 108 0,'0'0'24'0,"0"0"36"0,0 0-15 15,0 0-21-15,-37-11-17 16,27 22-5-16,0 6 0 16,3 2 0-16,0-2-1 15,7 0 0-15,0-2-2 0,2-4 2 16,7-3-2-16,8-4 0 16,4-2-15-16,3-2-11 15,5-5-18-15,1-10-88 16</inkml:trace>
  <inkml:trace contextRef="#ctx0" brushRef="#br0" timeOffset="130887.01">21776 14145 209 0,'0'0'-16'0,"0"0"14"0,-40 30 1 0,29-10 2 15,-2 3 0-15,8 2-1 16,5 0 0-16,0-3-2 16,7-1 0-16,7-5 4 0,1-6 3 15,3-4-1-15,1-5 3 16,-1-1-2-16,1-3-2 15,-2-9 1-15,-2-4-3 16,-5-7 4-16,-4-3-2 16,-5-2-1-16,-1-3 0 0,-3 5-1 15,-11 1-4-15,-3 8-2 16,-5 5 0-16,-2 7 2 16,0 5 5-16,1 3-3 15,1 10 1-15,5 3 2 16,5 3-3-16,9 2 1 15,3-1 0-15,6-3-4 0,12-1 7 16,5-6-2-16,5-2 0 16,4-5 3-16,-1-3-3 15,1 0 0-15,1-7-2 16,-4-4-13-16,-2-1-21 0,-6-5 9 16,0 0 19-16,-8 3 9 15,-4 1-1-15,-4 3 2 16,-5 3 9-16,0 7 19 15,-6 0-11-15,-4 4-13 0,-1 9-3 16,-2 1-3 0,2 5 0-16,4 1-1 0,3-3 1 15,3-2-2-15,1-2 0 16,1-3-5-16,10-4-6 16,3-6-2-16,2 0-12 15,5 0-47-15</inkml:trace>
  <inkml:trace contextRef="#ctx0" brushRef="#br0" timeOffset="130978.01">22143 14205 157 0,'0'0'29'0,"0"0"-10"0,0 0-19 0,0 0 4 0,0 0-2 0,0 0-28 16</inkml:trace>
  <inkml:trace contextRef="#ctx0" brushRef="#br0" timeOffset="131887.82">18677 14276 45 0,'0'0'-45'0</inkml:trace>
  <inkml:trace contextRef="#ctx0" brushRef="#br0" timeOffset="132244.78">18677 14276 67 0,'0'0'12'0,"0"0"8"16,-1-14-6-16,-1 12-10 15,2 2-2-15,0-1-4 16,0 0-5-16,0 0-9 16,0 1 8-16,0 0 8 15,0-1 5-15,0 0 4 16,0 1 1-16,0-2-7 0,3-1-2 15,5-1 0-15,-1-2-1 16,3-1 0-16,3-5 0 16,0-1-3-16,4-3 4 15,3-1 2-15,1-6 5 16,6-1 28-16,10-3-6 16,4-3-10-16,4-5-1 0,7-3-5 15,2-1-3-15,1-1-1 16,-4 1-3-16,-2 6 1 15,-2 2-1-15,-5 4-1 16,-5 4-1-16,-4 3-4 0,-9 4 0 16,-3 5-1-16,-5 3 0 15,-4 2 0-15,-1 3-1 16,-5 3-19-16,-2 0-40 16,-4-1-58-16</inkml:trace>
  <inkml:trace contextRef="#ctx0" brushRef="#br0" timeOffset="132893.78">20350 14073 123 0,'0'0'4'0,"0"0"28"0,0 0 7 0,-26-44-12 0,21 27-10 15,-1-3-4-15,1-3-2 16,-4-2-5-16,2-4 0 15,-4 0-3-15,-5-1 0 16,1 0-2-16,-4 0 3 16,1-1 1-16,1 1-1 15,1 2 2-15,1-1-4 0,6 2-3 16,0 2 1-16,5 2-2 16,4 0-13-16,0 6-20 15,1-1-28-15,11 2-70 16</inkml:trace>
  <inkml:trace contextRef="#ctx0" brushRef="#br0" timeOffset="133463.26">21963 13914 79 0,'0'0'20'0,"0"0"0"0,0 0-2 0,-37-30-3 15,22 15 1-15,-2-2 0 16,-5-5 2-16,-1-1 6 16,-4-4-5-16,-1-2 1 15,-1-3 4-15,2 0-5 0,0 0-4 16,1-2-1-16,6 0-5 15,0 2-6-15,3 2-2 16,5 3-2-16,3 5-3 16,7 7-25-16,2-1-50 15,8 3-105-15</inkml:trace>
  <inkml:trace contextRef="#ctx0" brushRef="#br0" timeOffset="133953.57">23338 13698 113 0,'0'0'25'0,"0"0"15"0,-51-26-10 0,34 16-15 16,-5 1-4-16,-2-1-6 16,-5-1-5-16,-6 0-1 15,-7-2 1-15,-4-2 0 16,-7-2 2-16,-7 0 6 16,-6-3 2-16,-7 0 2 0,-2-3 1 15,-6 2-2-15,0-2-4 16,-2 1-3-16,0 0 0 15,3 2 0-15,6 3 1 16,5 0-4-16,3 6 0 16,8-2-11-16,5-1-127 0</inkml:trace>
  <inkml:trace contextRef="#ctx0" brushRef="#br0" timeOffset="135057.71">21731 12793 173 0,'0'0'-8'0,"-44"-24"15"0,20 14 3 15,-5 4-3-15,-3-1-4 16,-6 0-2-16,-2 0 2 0,-1 0 1 15,-3 1 0-15,-1-1 3 16,-4 0-1-16,0 0 2 16,-5 3-2-16,-2-3-2 15,-4 4-3-15,-1 1 0 16,-3 2-1-16,-2 0 0 0,0 0 0 16,-1 3 1-16,-3 6-2 15,-3-3 0-15,2 2-1 16,0-1-1-16,1 2 1 15,1-1 2-15,0 4 3 16,-1 2 0-16,2 1-2 0,0 4 0 16,1-1-1-16,0 2 0 15,-1 1 0-15,2-1 0 16,4 0 1-16,2 0-1 16,0 3 0-16,4-2 0 15,7 3 1-15,0 2 0 16,5 2 0-16,2 3-1 0,3 2 0 15,1 3 1-15,6-1-1 16,1-1 0-16,6-1 0 16,5-3 0-16,9-5 0 15,2 0-1-15,5-3 1 16,4-2-4-16,0 0 3 0,8 1 2 16,6 2 0-16,8-3-1 15,1 1 1-15,6 0 0 16,4-1 1-16,5-1-1 15,4-2 1-15,5-3 1 16,7 1 3-16,5-4-2 0,4-3-1 16,5-1 0-16,4-1-3 15,4-4 2-15,2-1-1 16,2-1 0-16,3 0 0 16,4 0-1-16,1-2 1 0,5-5-1 15,-1 0 0 1,3 0 1-16,1 0-1 0,-3-1 1 15,-2-1-1-15,-1-2 2 16,-1-1-2-16,-3-2 0 16,-3 0 1-16,-1-6-1 15,0 1 2-15,-8-2 3 0,-2-2 3 16,-7-1-1-16,-3-1 5 16,-3-1-3-16,-3-1-4 15,-6-2-2-15,-3-1 1 16,-7-1-4-16,-6-1 1 15,-9-1 0-15,-7 1 1 0,-10-1 2 16,-7-2 2-16,-1 3-5 16,-10-3 1-16,-11 2 1 15,-4 2-2-15,-7-2 0 16,-5 2 1-16,-3 1-2 16,-5 2 0-16,-6 4-1 0,-5 1 2 15,-7 6-3-15,-5 6 1 16,-10 6 3-16,-6 5-5 15,-6 0-20-15,-2 7-27 16,-2 2-32-16</inkml:trace>
  <inkml:trace contextRef="#ctx0" brushRef="#br0" timeOffset="135825.93">20031 12555 29 0,'0'-3'21'0,"0"-1"5"0,0 0-2 16,0 2-5-16,0 0-2 16,0 0-4-16,0 0-2 15,0 2-8-15,0-1 0 0,0 1-3 16,0 0-1-16,0 0 1 15,0 0 0-15,0 4 1 16,0 1 0-16,2 4 0 16,3-2 1-16,-1-1-1 15,2 1 0-15,0-3-1 0,3 1 1 16,1-4 2-16,-1-1 0 16,4 0 2-16,1 0-1 15,4-7 0-15,-2-7 4 16,4-1 1-16,5-6 3 15,4-5 1-15,7-7-6 0,9-4-4 16,8-4-3-16,6-6-9 16,4-4-90-16</inkml:trace>
  <inkml:trace contextRef="#ctx0" brushRef="#br0" timeOffset="137036.06">20041 12544 114 0,'0'0'0'0,"0"0"1"0,0 0-1 0,0 0-16 16,0-1-25-16,0-1-7 15</inkml:trace>
  <inkml:trace contextRef="#ctx0" brushRef="#br0" timeOffset="137272.43">20041 12544 10 0,'0'0'32'0,"0"0"-7"0,0 0-8 15,0 0-7-15,0 0-2 16,3-28 4-16,-3 27 2 16,0 1-2-16,0 0-8 15,2 0-7-15,-1 0 3 16,2 2 0-16,2 4 1 0,2 1 1 15,0 2-1-15,2-4 1 16,1 1 0-16,5-6 1 16,1 0 3-16,5-7-3 15,4-9 2-15,6-8-1 16,2-8-2-16,7-6-3 16,10-5 0-16,3-4 3 0,6-2-4 15,4 1-16-15,2-4-25 16</inkml:trace>
  <inkml:trace contextRef="#ctx0" brushRef="#br0" timeOffset="140891.95">4157 9998 59 0,'0'0'7'0,"0"0"5"0,0 0-5 15,0 0-5-15,0 0-1 0,0 0 0 16,0 0-1-16,0 0 1 15,0 0 5-15,0 0 7 16,0 0-6-16,0-6-2 16,0 6-4-16,2 0-2 0,1 0 1 15,1 1-1-15,1 4 1 16,-2 2-1-16,3 1 3 16,-2 0-2-16,1 0 0 15,1 0 0-15,-2-1 1 16,2-2 1-16,-4 1-1 15,2-3 3-15,3-3 1 0,1 0 5 16,4 0 7-16,3-9 11 16,10-11 0-16,7-10-7 15,11-11-6-15,14-11-4 16,13-12-5-16,14-10-1 16,17-12-4-16,11-10-1 0,13-10-17 15,7-9-140-15</inkml:trace>
  <inkml:trace contextRef="#ctx0" brushRef="#br0" timeOffset="153960.65">4757 4970 81 0,'0'0'7'0,"0"0"-1"0,0 0 2 0,0 0 1 0,0 0-4 16,0 0-1-16,0 0-1 16,0 0-1-16,0 0 3 15,0 0 5-15,-21-15-2 0,21 15-6 16,0 0-3-16,0 0-4 16,0 0-1-16,0 1-2 15,0 6 10-15,0 0-5 16,0-1 4-16,0 0 1 0,0 1-2 15,0-3 1-15,3 2 0 16,1-3-1-16,2 0 3 16,0-1-2-16,-2 1 0 15,1 0 0-15,1 1 0 16,0-1-1-16,-3 2 0 0,4-3 1 16,-5 0-1-16,3-2 2 15,1 0 5-15,1-9 41 16,6-9-21-16,7-11-10 15,7-10-3-15,13-15-1 16,18-16-3-16,21-22-4 16,19-21-3-16,18-26-3 0,20-20-144 15</inkml:trace>
  <inkml:trace contextRef="#ctx0" brushRef="#br0" timeOffset="156784.64">17144 15756 84 0,'0'-2'20'0,"0"2"11"0,0-4-11 0,0 1-7 0,0 0-4 15,0-1-1-15,0 0-2 16,0 0-6-16,0 2 1 16,0 0-5-16,2 0-9 15,0 1 1-15,-1 1 3 16,0 0 8-16,-1 0 2 0,0 0 2 16,0 0-1-16,2 0-2 15,2 0 0-15,-2 0 0 16,1 0-11-16,1 0-85 15</inkml:trace>
  <inkml:trace contextRef="#ctx0" brushRef="#br0" timeOffset="157845.97">17172 15822 121 0,'0'0'0'0,"0"0"4"0,0 0-1 16,0 0-2-16,-45 0-2 0,32 6 0 15,-1 6 4-15,-1-1 2 16,1 5 4-16,-1 3-1 16,4 0 2-16,0 5-1 15,2 2-5-15,4 1 0 16,1 1 0-16,1 1 1 0,3-1 5 16,0-4-3-16,0 0 0 15,7-3 2-15,2-5-3 16,2-2 2-16,5-5-2 15,4-5 0-15,0-4-1 16,1 0-3-16,5-7 2 16,-4-8 2-16,-1 0-1 0,0-2-3 15,-5-4 3-15,-2-2 0 16,-5-1 8-16,-3-2 4 16,-3 0-4-16,-3-2-3 15,0 2-3-15,-5 0 2 16,-6 2-7-16,-3 1-5 0,1 6 3 15,0 3-1-15,-1 5-2 16,1 5-2-16,-3 4 3 16,1 0-26-16,-2 13-15 15,1 1-13-15,0 2-17 16</inkml:trace>
  <inkml:trace contextRef="#ctx0" brushRef="#br0" timeOffset="158151.53">17034 16009 75 0,'0'0'13'0,"0"0"-9"0,0 0 3 16,0 0 1-16,0 0 4 16,0 0-1-16,45-3 13 15,-32 3 0-15,1 0-1 16,2 0 1-16,3 0-9 0,-1 5-7 15,2 4-4-15,0 2-1 16,-2 1 0-16,2 2 0 16,-3 1 1-16,-2-3 0 15,0 3-1-15,-3-4 0 0,0-1-1 16,-1 0 0-16,-1-2-1 16,-1-1 1-16,1 0-3 15,-2-2-23-15,0-3-32 16,-5-2-71-16</inkml:trace>
  <inkml:trace contextRef="#ctx0" brushRef="#br0" timeOffset="158900.35">17880 15632 94 0,'0'0'20'0,"0"0"15"0,0 0-6 0,0 0-11 15,0 0-11-15,0 0-5 16,0 0 3-16,0 0 13 16,0 0-1-16,16 51-1 0,-12-29-7 15,2-1 1-15,0 2-4 16,-4-2 2-16,1-1 2 16,-1-3-3-16,0-1-13 15,0-2-24-15,0-4-11 16,0-6-28-16</inkml:trace>
  <inkml:trace contextRef="#ctx0" brushRef="#br0" timeOffset="159301.29">18010 15620 212 0,'0'0'3'0,"0"0"-1"16,0 0 0-16,0 0 1 0,0 0-2 16,0 0-1-16,0 0 0 15,0 0 0-15,29-31-5 16,-29 33-1-16,0 8 5 16,-2 2 0-16,-4 0 2 15,-1 3 0-15,0 0-3 0,0-4 3 16,-1 0-3-16,2-2 3 15,-2-2 3-15,4 0 5 16,3-2-4-16,-1 2-2 16,0 0-3-16,2 2 0 15,0 0 1-15,0 4-1 0,2-2 2 16,5-2 3-16,4 4 12 16,3-2-3-16,3-1-3 15,3 1-7-15,1 1-1 16,3 1-1-16,-2-2-20 15,-1 0-41-15,-1-1-72 0</inkml:trace>
  <inkml:trace contextRef="#ctx0" brushRef="#br0" timeOffset="159681.93">18154 16219 87 0,'0'0'4'0,"0"0"4"0,0 0 5 0,27 51-3 16,-19-34 0-16,-2 0-4 15,2-1 1-15,-1-3 5 16,1-2 4-16,1-4 2 16,-2-3-1-16,4-2 0 0,-2-2 8 15,0-2-4-15,0-9-8 16,2-5-5-16,-2-8-5 15,0-8-3-15,0-8-46 16,-2-6-65-16</inkml:trace>
  <inkml:trace contextRef="#ctx0" brushRef="#br0" timeOffset="161569.09">18155 15391 148 0,'0'0'31'0,"0"0"-30"0,-48-27 5 0,35 20-2 15,0 0-4-15,1 2 0 16,1 1 0-16,1 1-1 16,1 1-1-16,-5-1 1 15,2 1 5-15,0 2 2 0,-4 0-4 16,1 0-1-16,-3 0 0 16,-4 0-1-16,0 0-2 15,-3 3 0-15,0 0-3 16,-2 1 2-16,-2-1 0 0,2 1-10 15,-2-1 19-15,-4 1-1 16,2 2-8-16,-3 1 15 16,-2 0-14-16,-3 2 11 15,-3 1-5-15,1 1-4 16,-2 2 0-16,0-2 3 0,3 3 0 16,1-1 1-16,1 0 0 15,6 0 3-15,2-2-3 16,-1 3 2-16,0-1-2 15,1 1-2-15,-1 3 1 16,-3 2-2-16,-1 1 0 16,0 4-1-16,2 0 2 0,1 4-1 15,1 0-1-15,2 1 0 16,2 2 0-16,1-1 0 16,3 1 1-16,-2 2 0 15,0-1-2-15,2 0 2 16,4 1-1-16,1 1 1 0,2-3-1 15,5 0 1-15,3 1 0 16,5-3-1-16,3 1 1 16,0 0-1-16,0-2 1 15,11 0-2-15,0-2 3 16,5 0 4-16,2 0-2 0,0 0 0 16,4-1 0-16,-4 0 0 15,4 1-2-15,0 1 0 16,2 0-1-16,0 0-1 15,5-1 0-15,4-1 2 16,2 0 2-16,4-2 1 0,3 1 0 16,1-1 1-16,0 1-3 15,2 0 0-15,1 0-1 16,-1 1 1-16,0 0 0 16,1-3-1-16,2-1-2 15,3-5 1-15,-4-4-1 0,5-6 1 16,3-6 1-16,0 0 5 15,2-2-4-15,2-7-3 16,0-5 2-16,-1-1-3 16,-2-1 1-16,-1-2-4 15,-3-2-1-15,-5-1 4 16,-2-2 1-16,-2-1 0 0,-5-2 1 16,-3-3 2-16,-4-4-1 15,-1-1 0-15,-1-6-1 16,-2-2-1-16,-1-4 0 15,-1-3 0-15,-1-5 1 0,-4-1-1 16,-2-3 0-16,-4 2-1 16,-6-1-1-16,-3 3 1 15,-5 4 1-15,0 4 3 16,-4 4-1-16,-9 2 0 16,-3 2 0-16,-2 1 3 15,-2 0-2-15,-1 3 0 0,-2 1-2 16,0 1 0-16,0 3 0 15,-1 2-1-15,1 4-1 16,-1 3 1-16,-3 3-3 16,0 2 1-16,0 1 2 15,0 3 2-15,1 3-1 0,3 1 0 16,1 1-1-16,1 4 0 16,4 0 1-16,3 2-1 15,1 0 0-15,4 0 0 16,2 0 0-16,5 0-2 0,-2 0-1 15,4 6-21-15,0-1-15 16,6-2-9-16,6-3-49 16</inkml:trace>
  <inkml:trace contextRef="#ctx0" brushRef="#br0" timeOffset="163432.92">17834 17063 229 0,'1'0'7'0,"-1"0"1"0,0-3 2 0,0-2-8 0,0 1-1 0,0 1-1 16,-4 2-4-16,-7 0-10 15,0 1-4-15,2 0 0 16,-2 0 15-16,-3 0 2 16,4 1 3-16,-1 2-1 0,-1 1 2 15,3-2 2-15,-5 0-1 16,1 1-1-16,0-2-2 15,-3-1-1-15,-4 0 1 0,2 0 1 16,-4 0-2-16,-1 0 1 16,-3 0-5-16,-3 0-1 15,-3 0 4-15,-2 3 3 16,-1 0 0-16,1 4 0 16,-2-1 6-16,1 1 0 15,-1 2 0-15,3-1-1 0,-3 3-5 16,-1 2-2-16,2 0 0 15,-4 1 2-15,3 2-2 16,0-1 1-16,0 0-1 16,6 3 1-16,-1-1 1 15,5 2 0-15,1-1-2 16,0 2 3-16,3 1-1 0,2 1-2 16,4-1 4-16,1 2 0 15,1-1 5-15,6 4-1 16,4-2-3-16,4 2-2 15,0 1-2-15,2 1 0 16,8 0 2-16,4 1-3 0,2 4 1 16,3-1-2-16,2 2 2 15,3 0-2-15,5 1 1 16,0-3-11-16,3-3 9 16,5 0-9-16,4-6 8 15,2-3 5-15,3-3-2 0,3-3 2 16,5-2 1-16,0-5-1 15,1-2 0-15,3-3 1 16,-1-1 2-16,1-1 3 16,-1 0 1-16,0-7-3 15,1-1-3-15,-2-5-2 0,1 0-1 16,0-3-1-16,-2-1-3 16,-3-1-1-16,-3-2 4 15,-2-3 1-15,-4-2 0 16,-2-2 2-16,-1-2 1 15,-7-2-1-15,-4-2 1 16,-6-1-2-16,-6-3 0 0,-6-4 2 16,-4-3 3-16,-5-5 0 15,-2-3 4-15,0-3-4 16,-12-2 0-16,-3-1-2 16,-9 3-1-16,-5 3 0 0,-7 1-1 15,-8 3-2-15,-4 5 5 16,-12 3-16-16,-5 6-10 15,-13 8-19-15,-5 7-19 16,-12 9-54-16</inkml:trace>
  <inkml:trace contextRef="#ctx0" brushRef="#br0" timeOffset="165061.65">20075 15480 9 0,'5'-10'3'0,"-1"3"8"0,-4-1 32 16,0 2 2-16,0 0-12 0,-4 1-1 15,-3 1-8-15,-1-1-11 16,-4 2-8-16,0 1 1 15,-3 0-1-15,0-1-3 16,-2 2-7-16,-2 1 8 0,-2 0-1 16,-3 0 1-16,-1 0-2 15,-1 4 0-15,-7 3-2 16,2 3-3-16,-2 2-8 16,-2 3-6-16,-1 1 16 15,0 2 8-15,-2 2 4 16,-2 3-4-16,4 2 1 0,-2 5-4 15,0 4 0-15,1 6 1 16,2 0-3-16,1 4 0 16,5 1-1-16,5 1 0 15,5-1 1-15,8 2 1 16,7 2-1-16,4 3 2 16,0 3-2-16,10 2 5 0,3 0-4 15,1 0-2-15,1-3-2 16,2-2 0-16,-2-8-5 15,4 0 2-15,1-9-1 16,5-4-7-16,4-9 1 0,3-3-2 16,6-12 1-16,3-3 8 15,4-4 5-15,3 0 2 16,-1-6-1-16,2-5 1 16,-1-6 3-16,2-1-1 15,-2-2-3-15,1-4 0 0,0-2 2 16,-3-4 3-16,-2-1-4 15,-4-2 8-15,-3-4 4 16,-5-7 5-16,-5-5 3 16,-7-7-3-16,-6-2 0 15,-5-6-9-15,-8-4-3 16,-1-2-1-16,-11 2-1 0,-7 0-2 16,-7 4-3-16,-5 3-1 15,-8 6-6-15,-8 2-2 16,-5 6-9-16,-5 6-1 15,-4 7 4-15,-2 8-3 0,3 9-22 16,3 10-61-16</inkml:trace>
  <inkml:trace contextRef="#ctx0" brushRef="#br0" timeOffset="165790.35">21388 15443 20 0,'0'0'2'0,"37"-28"3"0,-28 17 18 0,-7 2 15 16,-2 1-4-16,0 0-24 16,0 1-7-16,0-2-2 15,-2 0 0-15,0 0-1 16,0 2 1-16,0 0-2 0,-2 1 3 16,-1 2-2-16,-5 2 2 15,-1 1 1-15,-4 1 0 16,-3 0 0-16,-4 0 1 15,-3 7 2-15,-3 2-11 16,-3 7 3-16,-2 4 4 16,-4 5 0-16,-3 5-1 0,-3 4-2 15,2 2-1-15,-1 5 8 16,1 1-2-16,4 4-3 16,6 2 0-16,5 2 2 15,9 0-2-15,8 1 2 16,9 1-3-16,0-4 3 0,15-1 2 15,9-4 1-15,3-5-1 16,7-2 1-16,4-8-4 16,5-6 0-16,6-5 0 15,5-6 8-15,2-4 0 16,2-6-6-16,4-1-2 0,2-1-1 16,1-12-1-16,1-2 2 15,-1-7-2-15,2-6 7 16,-1-6 8-16,-1-4 0 15,-6-4-3-15,-2-5 2 16,-8-2-1-16,-8-4 3 16,-11 2 9-16,-8-1-2 0,-12-1-5 15,-9 1-3-15,-3-1-2 16,-19-1-12-16,-8 0 4 16,-11 1-5-16,-10 2-2 15,-9 5 2-15,-15 4-8 0,-15 9-15 16,-17 5-36-16,-20 5-40 15</inkml:trace>
  <inkml:trace contextRef="#ctx0" brushRef="#br0" timeOffset="168989.83">10013 16310 179 0,'-2'-8'26'0,"-5"0"-2"0,1 1-4 16,-1 1-8-16,-2 1-1 0,2 1 1 16,-3 0-2-16,-1 3-5 15,1 1-3-15,-1 0-1 16,-1 7 0-16,1 5-1 16,0 4 0-16,0 7 0 15,4 3 1-15,1 3-1 0,3 0 0 16,3 2 1-16,0-6 0 15,3-3-1-15,4-5-4 16,5-7-1-16,3-4 1 16,2-6 1-16,3 0-3 15,1-2-6-15,3-10-11 16,-4-4-35-16,0-2-42 0</inkml:trace>
  <inkml:trace contextRef="#ctx0" brushRef="#br0" timeOffset="169522.17">10105 16330 167 0,'0'0'34'0,"0"0"8"16,0 0-19-16,0 0-5 16,0 0-18-16,0 0 2 15,0 0-2-15,-38 28 0 16,36-8 0-16,2 0-3 16,0-2-1-16,0-1 0 0,8-3 1 15,-1-2 2-15,1-4 0 16,2-5-1-16,1-1-7 15,0-2-2-15,-1 0 0 16,0-12-1-16,2-1-7 16,-4-4 9-16,-1-1 7 0,-1-1 2 15,2 1 1-15,-5 3-1 16,0 0 8-16,0 4 11 16,1 5 2-16,-2 3-2 15,-1 3-7-15,5 0-11 16,-1 0-6-16,1 5 3 15,3 3 6-15,0 3 2 0,0 0-5 16,2 1 1-16,-2-3 0 16,-1 0 0-16,0-1 0 15,-3-1 0-15,1-1 0 16,-4-2-1-16,0-1 1 16,-1-2-1-16,-1-1 1 0,1 0 4 15,0-1 1-15,0-8-5 16,3-1 3-16,0-3-3 15,1 2-1-15,1 0-1 16,0 2-1-16,4 3 5 0,-1 4 0 16,2 2-1-16,3 0-2 15,1 0-1-15,3 8 1 16,-3 2-1-16,1 0-27 16,-1 1-38-16,0-2-18 15</inkml:trace>
  <inkml:trace contextRef="#ctx0" brushRef="#br0" timeOffset="169795.71">10570 16315 237 0,'0'0'2'0,"0"0"-6"0,0 0-3 16,0 0 6-16,0 0-1 15,0 0 4-15,0 0-1 16,40 43-1-16,-31-36 3 0,0 0 2 16,-3-4 2-16,1-3 5 15,-2 0 14-15,0 0 5 16,-1-3 1-16,2-12 3 16,-2-1-12-16,4-5-8 15,-2-5-2-15,3-1-7 0,3-7-11 16,1 0-28-16,0-3-75 15</inkml:trace>
  <inkml:trace contextRef="#ctx0" brushRef="#br0" timeOffset="170299.87">10907 16195 241 0,'0'0'11'0,"0"0"22"0,0 0-20 0,0 0-17 15,0 0 2-15,0 59 4 16,0-27-1-16,2 4-5 15,0 0-62-15,-2 1-120 16</inkml:trace>
  <inkml:trace contextRef="#ctx0" brushRef="#br0" timeOffset="170735.02">10150 16952 202 0,'0'0'1'16,"0"0"15"-16,0 0-3 15,0 0-9-15,-43 32-14 0,32-10 3 16,2 3 4-16,2 0 2 15,2 0 2-15,5-2 0 16,0-2-1-16,1-4 1 16,11-1 0-16,1-5 2 15,5-5-8-15,1-5-10 0,3-1-39 16,2-4-94-16</inkml:trace>
  <inkml:trace contextRef="#ctx0" brushRef="#br0" timeOffset="171303.47">10360 16980 159 0,'0'0'16'15,"0"0"11"-15,-39 0-15 16,26 10-8-16,-3 4-3 16,3 2-1-16,3 4 2 15,0 1-4-15,5-1 5 0,3 1-3 16,2-3 1-16,0 0 0 15,0-4 0-15,5-4-7 16,3-2-7-16,2-4-5 16,-3-3-5-16,3-1 23 15,0-2 1-15,-3-9 0 0,1-2 0 16,-3-3 1-16,1-2 2 16,1 0 2-16,-3 1 3 15,1 2 4-15,-1 1 8 16,0 6-4-16,1 2-1 15,2 4-4-15,2 2-10 0,0 0-2 16,4 0 0-16,0 8-1 16,2 4 2-16,-2 0 1 15,0 2 0-15,-1 0-4 16,-2 0 4-16,-5-1 0 16,1-2-6-16,-1-2 1 0,-4-2-2 15,1-4-7-15,-2-1-2 16,0-2-5-16,0-2 16 15,0-9-7-15,0-3 9 16,1-4 0-16,2 1 1 16,1 0 0-16,-1 2 15 0,3 3 4 15,1 4 2-15,0 3-5 16,-1 4-8-16,5 1-7 16,3 0 1-16,-1 7 0 15,1 3 0-15,-1 2 0 16,3 0-1-16,-5 1-8 0,0-3-5 15,-2 0-17-15,-2-6-51 16</inkml:trace>
  <inkml:trace contextRef="#ctx0" brushRef="#br0" timeOffset="171567.73">10682 16992 209 0,'0'0'107'0,"0"0"-103"0,0 0-20 0,0 0 16 0,0 0-19 0,41 32-7 16,-28-19 7-16,-1-1-4 15,-3-3 21-15,0-2 4 16,0-4 2-16,-4-1 1 16,-1-2 8-16,0 0 14 15,-2-9 13-15,1-5-22 0,2-6-8 16,-3-3-5-16,0-2-3 15,1-2-3-15,3 1-19 16,-2 5-44-16,0 4-53 16</inkml:trace>
  <inkml:trace contextRef="#ctx0" brushRef="#br0" timeOffset="171883.01">10907 17047 309 0,'0'0'6'0,"0"0"-8"16,0 0 5-16,0 0 2 15,0 0-1-15,0 0-4 16,0 0-1-16,0 0 0 16,36-9 0-16,-27 14-1 15,-6 2-5-15,1 1 4 0,-2-2 4 16,-2 0 0-16,0-1 4 15,0-1 0-15,0-2-2 16,0-2-1-16,2 0 2 16,3 0-5-16,6 0 11 15,0-6-5-15,7-1-1 0,0-1-3 16,4 0-1-16,1 3-20 16,-4-1-58-16,-3 3-116 15</inkml:trace>
  <inkml:trace contextRef="#ctx0" brushRef="#br0" timeOffset="172291.75">10242 17648 127 0,'0'0'-6'0,"-36"35"10"0,20-10 1 0,5 0-2 0,1 3-1 16,6 1 4-16,4-2 6 0,0-1 0 16,2-3-6-16,10-1-2 15,5-4-2-15,2-4-2 16,3-2-12-16,2-8-38 15,1-4-42-15</inkml:trace>
  <inkml:trace contextRef="#ctx0" brushRef="#br0" timeOffset="172832.79">10471 17709 234 0,'0'0'5'0,"0"0"17"16,0 0-2-16,-40-12-18 15,27 18-1-15,2 7-1 16,2 5 2-16,-1 4 1 16,6 0-3-16,0 1 0 15,4-4 2-15,0 2-1 0,0-7-12 16,2-3-1-16,4-1 1 16,2-5-3-16,0-5-9 15,1 0 15-15,0-3 8 16,1-9 2-16,0-3 1 15,2-4 4-15,-4 4-1 0,1-1 2 16,-4 1 5-16,1 3 3 16,-1 4 4-16,-4 3-4 15,5 2-7-15,-2 3-6 16,1 0-6-16,3 0 2 16,2 6 2-16,-2 3-1 15,1-1 3-15,1 4-9 0,-4-3-5 16,-2-3 1-16,1 1 4 15,-3 0 5-15,0-3 1 16,0-1 0-16,-2-2 0 16,0-1 1-16,0 0 2 0,0-6 1 15,0-4-2-15,0-4 0 16,0-1 1-16,3 0 1 16,-1 3 5-16,3 1 1 15,1 5 0-15,1 1-5 16,4 3-3-16,-1 2-2 15,3 0 0-15,2 2-1 0,0 5 2 16,2 3-13-16,-2-4-25 16,-1 0-7-16,1-4-66 15</inkml:trace>
  <inkml:trace contextRef="#ctx0" brushRef="#br0" timeOffset="173124.21">10809 17666 324 0,'0'0'6'0,"0"0"0"0,0 0 5 0,0 0-9 15,0 0-2-15,0 0-8 16,0 0-11-16,0 0 13 16,0 0-2-16,16 45 1 15,-9-27-9-15,1-3 5 16,-3-1 7-16,1-5 4 0,1-3-2 15,-4-5 3-15,1-1 20 16,-2 0 9-16,0-9 1 16,1-6-5-16,-2-4-12 15,0-4-12-15,3-4-1 16,3-1-4-16,0-3-22 0,-1 3-17 16,3 2-51-16</inkml:trace>
  <inkml:trace contextRef="#ctx0" brushRef="#br0" timeOffset="173609.54">11021 17737 168 0,'0'0'45'0,"0"0"3"16,0 0-12-16,0 0-22 15,0 0-3-15,0 0-7 0,0 0 0 16,0 0-4-16,0 0 0 16,38-29-4-16,-31 38 3 15,0 3-5-15,-2 3-28 16,-3 1 5-16,-2 1 17 15,0 0 7-15,-3 0 6 16,-5 1-1-16,0-2 5 0,0-3-2 16,5-4-2-16,-1-3 0 15,4-3 5-15,0-3-4 16,2 0 6-16,7 0 3 16,-2 0 1-16,4 0-6 15,-4 2-2-15,1 1 0 0,-2 2-2 16,0 2-1-16,-4-1 4 15,-2 3-7-15,0 1 13 16,-13 1 4-16,-1 0-9 16,-6 4-2-16,-3 0-3 15,-3 5 0-15,-3-2-1 0,-2-6-44 16,0-5-38-16</inkml:trace>
  <inkml:trace contextRef="#ctx0" brushRef="#br0" timeOffset="174618.15">9861 16797 125 0,'-4'3'1'0,"2"-3"-3"0,0 0 2 0,2 0 0 16,0 0-4-16,0 0 5 15,4 0 4-15,7-3 15 0,0 0 1 16,5-3-3-16,8 1-8 16,7-1-3-16,5-1-4 15,7-2-2-15,5 0 1 16,7 0-1-16,7-4 0 15,7-1-1-15,6-3 0 0,5-3 4 16,7-1 4-16,4-1-5 16,1 0-1-16,-4 2-2 15,-2 2-13-15,-5 3-27 16,-5 5-9-16,-14 2-15 16</inkml:trace>
  <inkml:trace contextRef="#ctx0" brushRef="#br0" timeOffset="175099.33">10136 17366 95 0,'0'0'-8'0,"0"0"9"0,0 0 3 0,0 0 0 16,0 0 0-16,0 0 7 16,0 0 14-16,0 0 5 15,0 0-7-15,54 9-10 0,-19-12-5 16,8-7-4-16,10-3-1 15,6-1-1-15,7-1 1 16,9-4-4-16,3 3-9 16,3-2 1-16,2 3-9 15,-2 0-26-15,-4 1-8 16</inkml:trace>
  <inkml:trace contextRef="#ctx0" brushRef="#br0" timeOffset="176070.85">9240 16326 89 0,'0'0'10'0,"0"0"-6"0,0 0 1 0,0 0 0 15,0 0 1-15,0 0 11 16,0 0 20-16,-4-39 1 15,3 39-11-15,-3-3-9 16,2 3-8-16,-4 0-7 0,4 0-4 16,0 0 1-16,0 3-1 15,2 4-2-15,0 1-4 16,0 3 2-16,0 1 3 16,0 0 1-16,0 2-3 15,0 2 4-15,0 1 0 16,2 0 0-16,6 1 0 0,0 3 0 15,3-2 2-15,5-1-1 16,1-2-1-16,4 0 1 16,2-3-1-16,0-2 1 15,3-4 3-15,3-1 6 16,1-2 1-16,4-3-6 0,-1-1-1 16,0 0-2-16,-2 0 1 15,-2 0-1-15,-5-4-2 16,-6 0 1-16,-2-2 1 15,-2 0-2-15,-3 1-4 16,-2-1-22-16,-5-1-40 0,-2 0-61 16</inkml:trace>
  <inkml:trace contextRef="#ctx0" brushRef="#br0" timeOffset="176270.27">9642 16475 222 0,'0'0'30'0,"0"0"-28"0,0 0 2 16,0 0 6-16,0 0-1 16,0 0-6-16,0 0-3 15,0 0-1-15,0 0-2 0,6 7 1 16,4 7-2-16,-4 3 0 16,1 4-12-16,-2 2-20 15,-1 3-33-15,-4-1 6 16</inkml:trace>
  <inkml:trace contextRef="#ctx0" brushRef="#br0" timeOffset="176881.08">9633 16683 74 0,'0'0'4'16,"0"0"20"-16,0 0 8 16,0 0-1-16,0 0-3 15,0 0 1-15,0 0 0 16,0 0-9-16,15-38-10 15,-17 35-3-15,0 2-5 0,-2-2-1 16,-1 3-3-16,1 0 1 16,0 0 2-16,-2 0-5 15,0 3 1-15,-3 4 0 16,0 2 1-16,0 2-1 16,-2 1 3-16,-1 4 1 0,-2 1-2 15,2 6 1-15,-2 1 0 16,0 4 0-16,-1 4 1 15,3 6 0-15,1 3-1 16,1 1 0-16,1 0 0 16,3-2 0-16,3-2-1 0,3-6 1 15,0-5 0-15,0-5 1 16,9-2-1-16,2-4 0 16,3-3 0-16,2-2 3 15,2 0 1-15,4-1 2 16,0-3-1-16,1-3-2 0,1-2-5 15,1-2 2-15,-2 0 2 16,-2-3 3-16,2-5 0 16,-8 0-2-16,1 1-1 15,-7 1-1-15,-1 2 1 16,-2 1-1-16,-4 1-4 0,-2-1-13 16,0 1-37-16,0-1-63 15</inkml:trace>
  <inkml:trace contextRef="#ctx0" brushRef="#br0" timeOffset="177124.12">9706 17162 99 0,'0'0'-2'0,"0"0"1"0,0 0 9 0,0 0 2 15,39-24 8-15,-28 23 7 16,-2 1 4-16,5 0-5 16,-1 1-10-16,1 9-10 15,-1 0-1-15,0 5 0 16,-3 2 0-16,-2 6-9 0,-8 5-16 16,0 5-43-16</inkml:trace>
  <inkml:trace contextRef="#ctx0" brushRef="#br0" timeOffset="177706.64">9588 17460 149 0,'0'0'6'0,"0"0"23"16,0 0-4-16,0 0-21 15,-36-1-5-15,28 4 2 0,-1 4-1 16,-3 1 0-16,2 5 0 16,3-2 0-16,-4 7-1 15,1 0 1-15,2 3 0 16,-1 3 1-16,2 5-1 0,0 0 1 16,3 3 0-16,2 1-1 15,2-1-2-15,0 1 2 16,0 1 1-16,4-4-2 15,5-2 1-15,0-2 2 16,3-4 4-16,1 0 2 16,4-4 3-16,2-1 1 0,0-1 5 15,2-1 0-15,2 0-9 16,2-4 0-16,0 2-5 16,0-5 0-16,4-1-2 15,-2-1 1-15,0-4-2 16,-3-1 7-16,1-1-5 0,-1 0-2 15,-5 0 0-15,0-3-8 16,-3-4-7-16,-3-3-26 16,-3 0-33-16,-6-3-51 15</inkml:trace>
  <inkml:trace contextRef="#ctx0" brushRef="#br0" timeOffset="178016.11">9863 17943 101 0,'0'0'12'0,"0"0"26"0,0 0 2 0,0 0-13 0,43 10-6 16,-34-3-8-16,-3 3 1 15,2 4-8-15,-4 0-1 16,-1 3 0-16,-2 1 1 16,-1 1-1-16,0 5-1 15,-2-1-2-15,-11 4-4 0,0 0-13 16,-2 0 1-16,-4 2 8 16,-6-4-4-16,2-1-19 15,-1-5-39-15</inkml:trace>
  <inkml:trace contextRef="#ctx0" brushRef="#br0" timeOffset="180858.51">10950 16218 99 0,'0'0'24'0,"0"0"4"0,0 0-8 16,0 0-12-16,0 0-7 0,0 0-2 16,0 2 2-16,0 5 1 15,0-1-2-15,0 1 0 16,0-3 0-16,0 2-2 16,0-4 1-16,0 0-2 15,4-2-1-15,3 0 10 0,1-2 16 16,4-8 17-16,2-6-11 15,5-8-9-15,3-2-4 16,3-3-5-16,2-3-5 16,2 0-4-16,2 0-1 15,-1 1-1-15,1 7-17 16,-4 3-49-16,-6 6-50 0</inkml:trace>
  <inkml:trace contextRef="#ctx0" brushRef="#br0" timeOffset="181791.15">11046 16893 31 0,'0'0'14'0,"0"0"17"0,0 0 2 0,0 0-1 0,0 0 5 16,0 0-17-16,0 0-13 16,0 0-1-16,0 0-5 15,42-41 1-15,-28 26 3 16,3-2 10-16,1-2-1 0,4-2-6 16,1 0-3-16,4-4-2 15,2 1-2-15,0 0 0 16,-2 1-13-16,0 2-37 15,-6 3-45-15</inkml:trace>
  <inkml:trace contextRef="#ctx0" brushRef="#br0" timeOffset="182474.28">10981 16080 84 0,'0'0'3'0,"0"0"-2"0,0 0-1 16,0 0 1-16,0 0 5 16,0 0-2-16,0 0 3 15,0 0 6-15,0 0 6 16,0 0 3-16,-10-7-7 0,10 7-14 15,0 0-4-15,0 5 3 16,0 1-1-16,0 4 2 16,3 0-1-16,0-2-1 15,1 0 1-15,-3 0 0 16,2-4-1-16,2-2-3 0,0-2 8 16,3 0 20-16,6-5 6 15,1-9-1-15,5-4-9 16,5-4-8-16,4-6-4 15,5-2-3-15,-1 0-2 16,5-1-2-16,0 0-1 16,1 5 1-16,-2 2-4 0,-5 6-24 15,-5 6-34-15,-8 8-48 16</inkml:trace>
  <inkml:trace contextRef="#ctx0" brushRef="#br0" timeOffset="182856.91">11136 16801 159 0,'0'0'1'0,"0"0"7"0,0 0 15 0,0 0-11 15,0 0 6-15,0 0 1 0,0 0 10 16,0 0-9-16,0 0-11 15,50-45-3-15,-30 23-4 16,6-2-1-16,1-3-1 16,6-1-5-16,0-2-23 15,3 3-34-15,-3 3-30 0</inkml:trace>
  <inkml:trace contextRef="#ctx0" brushRef="#br0" timeOffset="183214.99">11263 17819 182 0,'0'0'26'15,"0"0"-24"-15,33-45 0 16,-17 24 3-16,4-2 4 15,3-2 3-15,4-1 0 0,4-4-1 16,4 3-1-16,1-3-7 16,-3 2-5-16,-3 1-45 15,-4 4-112-15</inkml:trace>
  <inkml:trace contextRef="#ctx0" brushRef="#br0" timeOffset="190271.67">9289 16404 75 0,'0'0'8'0,"0"0"21"0,0 0-2 0,0 0-18 15,0 0-5-15,0 0 1 16,0 0-1-16,0 0-4 15,0 0-6-15,0 0 9 16,-6 11-2-16,6-3-1 0,0 2 1 16,6-1-2-16,1-2 2 15,3 0-1-15,2 0-1 16,1 0 1-16,2-2 1 16,4 0 0-16,-1-1 0 15,0-1 0-15,4 0 1 16,0-1-1-16,2 0 3 0,-1 1-3 15,0 0 1-15,0 2-2 16,1 0 0-16,-7 1 1 16,2-2 1-16,-2 2 0 15,-5-2 2-15,-3 0-1 16,-1-2 1-16,0-1-1 0,-4 0 0 16,0-1-2-16,-2 0 1 15,3 0-10-15,-5 0-45 16</inkml:trace>
  <inkml:trace contextRef="#ctx0" brushRef="#br0" timeOffset="190999.55">9652 16631 91 0,'0'0'6'0,"0"0"6"0,0 0 0 0,0 0 2 16,0 0-1-16,0 0-7 15,0 0 2-15,0 0-3 16,0 0 0-16,0 0-2 16,-41-13-2-16,34 13 0 0,3 1 0 15,-3 4-2-15,0 0-1 16,-1 2-2-16,3 0 0 15,-3 1-1-15,0 0-2 16,2 1 6-16,-1 2 2 16,0 2 2-16,1 1-2 0,-4 3 0 15,0 0 0-15,3 0-1 16,-2 1-3-16,4 3 4 16,-1-2 1-16,3 1 0 15,3 2 0-15,-2-2-2 16,2 2 1-16,0-2 0 15,0 1 0-15,2 1 2 0,1 0 0 16,3 0 0-16,-1 2 0 16,4-3 3-16,-3 2-3 15,3-4 0-15,3 0 1 16,-3-2-2-16,3-2-1 16,3-3 1-16,-2 0 3 0,3-2 6 15,1-2-3-15,-1-2-4 16,-3-1-1-16,3-2 0 15,-5-1-2-15,3 0 0 16,-5-2 0-16,2 0 2 0,0 0 1 16,-2 0-1-16,-2 0-3 15,3 0 1-15,-4 0-3 16,2 0-23-16,-3 0-46 16,-1 0-80-16</inkml:trace>
  <inkml:trace contextRef="#ctx0" brushRef="#br0" timeOffset="197310.25">17723 16159 109 0,'-1'3'6'0,"-2"0"1"0,3 1-1 0,0-1-1 0,0 1 0 16,0-1 4-16,0-1-2 15,6 1 1-15,2-1 3 16,0 0-2-16,3-2-7 16,2 0 0-16,2-2-5 15,5-11 11-15,6-5-6 16,4-7 0-16,4-6 1 15,6-7-5-15,5-4-19 0,3-5-14 16,2-2-35-16</inkml:trace>
  <inkml:trace contextRef="#ctx0" brushRef="#br0" timeOffset="197766.12">19761 15934 66 0,'0'0'9'0,"0"0"23"0,0 0 20 0,0 0-3 16,0 0-22-16,42-25-4 15,-18 8-4-15,4-3-1 16,7-7-4-16,5-5-8 16,10-5-6-16,5-5-2 15,3-3-35-15,5-6-69 0</inkml:trace>
  <inkml:trace contextRef="#ctx0" brushRef="#br0" timeOffset="198200.2">21319 15679 132 0,'0'0'6'0,"46"-28"31"0,-16 6-1 0,7-3-4 16,11-11-5-16,4-6-8 15,12-8-11-15,12-4-3 0,9-7-4 16,7-4-15-16,4-2-39 16,3-3-59-16</inkml:trace>
  <inkml:trace contextRef="#ctx0" brushRef="#br0" timeOffset="201055.49">17434 15608 50 0,'0'3'4'0,"0"-2"-1"0,0-1-2 0,0 2 8 16,0-1 5-16,0 0 0 16,1 1 1-16,2 0-3 15,1 1-6-15,1-1-2 0,-1 2-3 16,1-1-1-16,-1-1 1 15,-1 2-1-15,3-1 0 16,-4-2 0-16,2-1 1 16,0 0 9-16,4 0 32 15,-4-1-2-15,3-6-12 16,4-4-9-16,5-4-3 0,4-6 0 16,8-9-3-16,11-8-2 15,13-13-2-15,12-12-3 16,14-9-3-16,16-12 0 15,14-11-22-15,3-5-48 16,1-2-82-16</inkml:trace>
  <inkml:trace contextRef="#ctx0" brushRef="#br0" timeOffset="201724.94">19342 15415 231 0,'0'0'37'0,"0"0"10"0,0 0-23 0,0 0-4 15,14-43 0-15,-7 29-6 16,3-3-10-16,5 0-3 16,2-5 0-16,8-3-2 0,7-5-8 15,4-5-45-15,5-7-44 16</inkml:trace>
  <inkml:trace contextRef="#ctx0" brushRef="#br0" timeOffset="202329.87">18053 15276 83 0,'0'0'6'0,"0"0"4"0,0 0-6 16,0 0 7-16,0 0 22 0,0 0 7 15,0 0-6-15,0 0-13 16,56-44-10-16,-30 25-9 15,7 1-1-15,6-6-2 16,10-5-33-16,1-5-30 16,12-4 2-16,-1-3-4 15</inkml:trace>
  <inkml:trace contextRef="#ctx0" brushRef="#br0" timeOffset="202387.17">18681 14857 34 0,'56'-33'27'16,"-11"10"-25"-16,-6 6-1 15,-9 9-27-15</inkml:trace>
  <inkml:trace contextRef="#ctx0" brushRef="#br0" timeOffset="213057.96">10378 15905 147 0,'0'0'-5'0,"0"0"49"0,0 0-8 0,-39-21-17 0,31 16-6 16,-4 0-5-16,1 0-4 15,-1 1-2-15,-1 1-1 0,-1 2-1 16,-1 1 0-16,0 0 0 15,-3 0 0-15,-4 4 0 16,2 6 0-16,-3 1-1 16,-2 2 3-16,1 3-2 15,2 2 0-15,-5-1 1 16,1 2-1-16,-1 1-1 0,-1 2 0 16,-1 3-3-16,-2-2-2 15,-1 2 4-15,0 3 1 16,2 1 0-16,1-2 1 15,4-2 0-15,1 1 0 0,6-3 0 16,2-2 0-16,3 0 0 16,4-1 0-16,5 1 0 15,2 1 0-15,2 1-3 16,0 0-4-16,7 2 0 16,6-2 3-16,1-1 1 15,2 1 1-15,3-3 2 0,-2-3-1 16,6-2-1-16,0-1 0 15,4-2 1-15,6-4 0 16,4-2 2-16,5-1 0 16,6-4 1-16,2-1 0 15,5 0-1-15,7 0 1 0,1-1-1 16,5-1 1-16,1 1-1 16,2 1 0-16,0 0-6 15,-1 0 1-15,0 0 1 16,-2-4-2-16,-1-4 3 15,-2-4 0-15,-1-7 3 0,-5-7-1 16,-6-6-1-16,-3-9 3 16,-7-6 2-16,-4-10 6 15,-11-4 2-15,-4-6 3 16,-10 2-1-16,-10-1-3 0,-4 2-4 16,-14 5 16-16,-13 9-17 15,-8 5-5-15,-12 8-1 16,-8 8 0-16,-6 10-3 15,-12 13-17-15,-10 6-34 16,-7 11-49-16</inkml:trace>
  <inkml:trace contextRef="#ctx0" brushRef="#br0" timeOffset="-214336.24">9327 16372 41 0,'0'0'1'0,"0"0"10"0,0 0 2 16,0 0-8-16,44 46-2 0,-28-35 0 16,5 2-1-16,1-3 1 15,4 3-2-15,3-6 0 16,3-4 0-16,1-3 1 15,-1 0 10-15,3-7 4 0,-3-5-2 16,-1-3 12-16,-2 0-1 16,-6 3-7-16,-1-1-5 15,-9 4-1-15,-3 1-6 16,-4 5-1-16,-3 1-2 16,-3 2 2-16,0 0 11 0,0 0-12 15,0 0-2-15,-1 3-28 16,-1 5-27-16,0-3-22 15</inkml:trace>
  <inkml:trace contextRef="#ctx0" brushRef="#br0" timeOffset="-213687.86">9786 16479 96 0,'0'0'12'0,"0"0"15"16,0 0 8-16,0 0-15 15,0 0-11-15,0 0-5 16,0 0-1-16,0 0 1 16,0 0-1-16,-23-4 3 0,20 4 3 15,1 0-3-15,1-2-2 16,1 2 0-16,-1 0-2 15,1 0 1-15,-2 0-2 16,0 0-1-16,-2 0 0 0,-2 0-3 16,-3 0 2-16,-1 3 0 15,-4 5 1-15,1 1 0 16,-7 2 0-16,2 1 0 16,0-1 1-16,-1 2-1 15,0-2 0-15,-1 3-1 16,3-1 1-16,0 1 0 0,0 5 0 15,-1-1-1-15,1 4 0 16,2 0 1-16,2 4 0 16,-1 0-1-16,5 3 0 15,3 1 0-15,4 3 0 16,2-2 0-16,0 0 0 0,5-1 1 16,3-1-1-16,1-4-1 15,1-2 1-15,0-5-1 16,1 2 0-16,1-1 0 15,-2-1 2-15,4 1-1 16,0-1 1-16,3-1-1 0,-1 1 1 16,-1-2 0-16,3 0 0 15,1-2 0-15,-2-1-1 16,2-3 1-16,0 0 0 16,3-3 0-16,-1-3 1 15,-4-2 0-15,2-2 2 0,-3 0-1 16,-1-3 4-16,-4-7-6 15,1-2-13-15,-4-1-26 16,-4-2-32-16</inkml:trace>
  <inkml:trace contextRef="#ctx0" brushRef="#br0" timeOffset="-211389.87">9242 16277 107 0,'4'-7'0'0,"-1"1"2"0,-2 3-1 15,1-1 1-15,-2 3-2 16,0 0 2-16,0 0 9 16,0 1 8-16,0 0-3 15,0 0-11-15,0 0-21 0,0 0-19 16,0 0 31-16,6 0 3 15,-2 5 0-15,1 5 0 16,3 4 0-16,0 4 1 16,-1 7 0-16,3 4 1 15,4 6 1-15,1 3-2 16,4 0 1-16,4-3 0 0,5-2-1 16,3-6-1-16,2-8 1 15,-1-8 2-15,0-4 5 16,1-7 9-16,-5 0 11 15,-1 0-2-15,-2-10-4 0,-5 0-6 16,-2-3 0-16,-4-1 0 16,-3 1-4-16,-5 1-5 15,-1 0 0-15,-5 3-3 16,0 1 4-16,0 4 1 16,-5 1-5-16,-1 3-3 0,-1 0-5 15,-2 7 2-15,-2 7-2 16,-1 2 1-16,-2 7 4 15,0-1 0-15,-1 0-5 16,0-4 5-16,0-1 1 16,1-3-1-16,-1-2 1 0,-1-2-1 15,1-1 1-15,-4 3 0 16,2 1-1-16,3 0 2 16,-2 2 0-16,3 4-1 15,0 3 0-15,2 7-1 16,4 4 0-16,0 9 0 0,5 3 0 15,2 5 0-15,0 0 0 16,9 0-1-16,7-3 2 16,2-5-3-16,6-5-1 15,1-3-1-15,2-7 3 16,-1-1 1-16,1-6 0 16,0-3 0-16,-1-5 0 0,0-4-1 15,1-4 2-15,-1-4 0 16,-2 0 1-16,1-4 1 15,-4-5-1-15,-1-1 0 16,-5 0 1-16,-2 1-1 16,-1 1-1-16,-5 1 1 0,-1 0-4 15,0 3-20-15,-3 1-25 16,-3 0-55-16</inkml:trace>
  <inkml:trace contextRef="#ctx0" brushRef="#br0" timeOffset="-211132.06">9767 17554 189 0,'0'0'-13'0,"0"0"10"0,0 0-20 0,0 0 1 0,-42 13 15 16,26 1 7-16,-3 7 5 15,2 5 13-15,2 8 3 16,3 7-12-16,3 4-8 0,6 5 0 16,3 0 0-16,2-2-2 15,11-4-5-15,9-7-15 16,3-8-4-16,9-8-21 16</inkml:trace>
  <inkml:trace contextRef="#ctx0" brushRef="#br0" timeOffset="-209959.19">17554 15638 63 0,'-6'6'47'0,"3"-5"-37"0,1-1 11 0,2 0 0 0,0 0-17 16,-2 0-2-16,2 0 1 16,0 0-1-16,-2 0 2 15,2 0 1-15,0 0-1 0,-2 0-2 16,1 0 0-16,1 0-1 16,0 0-4-16,0 0-11 15,0 4 8-15,5 1 3 16,0-1 1-16,1 0 1 15,-1-1 0-15,2-3 1 16,3 0-2-16,-1-1 3 0,2-11 14 16,5-6 5-16,2-5-1 15,6-10 5-15,6-8-3 16,10-10 2-16,5-9-8 16,7-8-6-16,6-4-7 15,4-5-1-15,2 2-2 0,-1 4-12 16,-4 6-33-16,-5 8-48 15</inkml:trace>
  <inkml:trace contextRef="#ctx0" brushRef="#br0" timeOffset="-177646.8">3348 16462 161 0,'0'0'9'0,"0"0"31"0,0 0-27 0,0 0-20 16,0 0 14-16,0 47-11 15,0-12 6-15,1 12 0 0,5 14 0 16,3 19-2-16,2 13 2 16,-2 17-1-16,2 9-2 15,-3 2-39-15,0-8-55 16</inkml:trace>
  <inkml:trace contextRef="#ctx0" brushRef="#br0" timeOffset="-176659.46">3415 16438 173 0,'0'0'6'0,"0"0"6"0,0 0 1 16,0 0-3-16,0 0-3 15,0 0-10-15,0 0 0 16,0 0 0-16,0 0 3 16,54-27 0-16,-34 21-1 15,3 0-1-15,4 1-1 0,2-1 2 16,4-1 1-16,0 0-1 16,3-2 1-16,0 1 0 15,0 0 1-15,-2 0-2 16,-3 4 1-16,-4-2 0 15,-3 3 0-15,-2 2-2 0,-1-1 1 16,-4 2 0-16,-3 0 1 16,1 0 2-16,-3 0-2 15,-1 6-2-15,-2 1 0 16,2 6 3-16,-5 1 4 0,1 0 5 16,-1 1-7-1,2 0-1-15,-3-1-2 0,1 1 2 16,1-1-4-16,1 0 2 15,2 0-1-15,-1 5 0 16,3 1 0-16,0 4 1 16,3 3 0-16,-1 4-2 0,-1 5 2 15,1 3-3-15,-3 5 5 16,2 3-1-16,-1-1 0 16,-3-1-1-16,1-1 1 15,-2-3 0-15,-2-7-1 16,-2-3 1-16,-1-3-1 0,-1-4 0 15,-2-3 0-15,0 2 1 16,0 0-2-16,0-1 2 16,-5 2 1-16,-1-2-1 15,-2-1-1-15,0-1 1 16,-3-5 0-16,0 1 1 0,-2-6 0 16,-1 0 1-16,-2-6-2 15,-1 0 2-15,-4-2 1 16,-1-1-1-16,-1-1 2 15,-1 0-3-15,-3 2-1 16,-2 3-1-16,-2 1-11 0,2 1-4 16,-2-1 10-16,0 0 8 15,3-4-1-15,0-2 0 16,2 0 0-16,2 0 12 16,0-4-2-16,-1-4 0 15,0-2-2-15,1 0-4 0,2 0-2 16,-3 0 4-16,1 0 1 15,5 4-6-15,0 1-1 16,1 4-1-16,5-1-3 16,-1 2-24-16,5 0-47 15,-2-4-96-15</inkml:trace>
  <inkml:trace contextRef="#ctx0" brushRef="#br0" timeOffset="-173478.74">2866 16901 92 0,'-9'1'12'0,"2"-1"28"0,0 0-4 0,3 0-10 16,1 0-10-16,1 0-9 15,2 0-4-15,0 0-3 16,0 0-1-16,0 0 1 0,0 0 0 15,2 0-3-15,5 4 4 16,5 2 1-16,1 1-2 16,7-1 0-16,1-1-2 15,4 0 0-15,3-4 0 16,5 1 0-16,-2-2 0 0,1 0 0 16,4 0 4-16,-3 0-1 15,-1 0-2-15,3 0 2 16,-5 0-2-16,3 0 2 15,-4 0-1-15,-2 0 1 16,-7 0 3-16,2-2 1 0,-6 2-1 16,-5-1-3-16,-2-1 1 15,-3 2-1-15,-1 0 1 16,-3 0 0-16,1 0 2 16,-1 0-4-16,0 0 1 15,-2-8-22-15,0-5-93 16</inkml:trace>
  <inkml:trace contextRef="#ctx0" brushRef="#br0" timeOffset="-172533.28">4180 16774 63 0,'0'0'11'0,"0"0"19"0,0 0-2 0,0 0-13 16,0 0-5-16,0 0-6 16,0 0-3-16,0 0 0 0,0 0 1 15,0 0-5-15,0 0 3 16,0 0-2-16,-22-17 0 15,22 17 1-15,0 0-1 16,0 0 2-16,1 0 0 16,4 0 0-16,-1 0 0 0,1 0 0 15,0 0-1-15,1 0 1 16,-2 0-2-16,3 0 1 16,-3 3 0-16,2-1 1 15,-2-1 0-15,0 0 1 16,1 2-1-16,1-2 1 15,2 1-2-15,0 1 2 0,3-1-1 16,1 2 0-16,1 0 0 16,0 1 0-16,1-2 0 15,1 3 0-15,-1-3 0 16,1 1 0-16,3-1 3 0,-2 1 2 16,4-1 0-16,0 1-3 15,2 0 2-15,1-2-4 16,0-2 1-16,3 0-1 15,3 0 0-15,-1-4 0 16,5-5 1-16,0-4-3 0,3-2 5 16,1-1-2-1,-1-2-1-15,0 1-1 0,-2 0 1 16,-5 1 5-16,0 0 3 16,-3 2 3-16,-3 1 2 15,-3 1 0-15,-2 2 0 16,-6 1 2-16,-2 3-3 0,-3 2-6 15,-3 1 0-15,-1 2-3 16,-1-1-1-16,1 2 0 16,-3 0-10-16,0-2-59 15,-4-4-102-15</inkml:trace>
  <inkml:trace contextRef="#ctx0" brushRef="#br0" timeOffset="-167335.65">3626 17736 121 0,'-7'-6'23'0,"0"-1"6"0,3 1-11 16,-1 1-1-16,3 1-9 15,-3 0 10-15,4 0-2 0,0 3-1 16,1 1-2-16,0 0-12 16,0 16-9-16,3 7 6 15,7 12 3-15,2 7-2 16,-1 7 0-16,2 3 1 0,1 4 1 16,-5-1-2-16,-1-2 0 15,0-2-13-15,-4-6-31 16,-4-4 3-16,0-10-29 15</inkml:trace>
  <inkml:trace contextRef="#ctx0" brushRef="#br0" timeOffset="-166481.92">3755 17693 61 0,'0'0'0'0,"0"0"5"0,0 0 2 0,0 0 4 0,0 0 2 16,0 0 6-16,0 0 13 15,-38 12 2-15,36-12-10 0,2 0-11 16,0 1-8-16,0-1-16 15,0 0-7-15,11 0 15 16,3 0 3-16,3 0-2 16,4 0 0-16,2-2 0 15,2 1 1-15,4-4-4 16,-2-3 5-16,2 1-1 0,3-4 7 16,-3-5-1-16,2 0 9 15,0 0 0-15,-3 0-5 16,0-4-5-16,-3 7 0 15,-5 3-4-15,0 3 2 16,-2 0-2-16,-3 4 1 0,4 3 1 16,-4 0-2-16,1 0 1 15,0 0-1-15,0 6 0 16,1 1-2-16,-3 2-6 16,-1 3-12-16,-3 1 19 15,2 4-6-15,-3 0 5 0,3 3 0 16,-3-1 2-16,-1 1 3 15,1 5 1-15,-2 0-2 16,0 2-1-16,-1-1 0 16,1 2-1-16,0 0 0 0,0-2 0 15,-3 0 0-15,1 1 0 16,-3 1-1-16,2-2 2 16,-4 0-1-16,0-2 1 15,0-3-1-15,0-2 0 16,-9-1 0-16,-1-2 0 0,-4-1 1 15,0 2 0-15,-4 0 0 16,-5-2 0-16,2 2 1 16,0-3 0-16,-1-1 7 15,-2-1 2-15,1-3 2 16,1-2-4-16,-1 0-5 16,-1-3-2-16,-3-1-3 0,0-3-42 15,-4 0-109-15</inkml:trace>
  <inkml:trace contextRef="#ctx0" brushRef="#br0" timeOffset="-164566.93">2745 17009 41 0,'-2'2'1'0,"-1"1"1"0,-1 1-1 0,0 1 1 0,-1-1 8 16,3 2 5-16,-3-2-2 15,3 0-4-15,-2 3-6 16,4 0-1-16,-1 2-2 16,-1 1 0-16,2 1 1 15,0 2-1-15,0 1 0 0,0 2 0 16,0 1 1-16,3 1 0 15,1 2-1-15,-2 2 2 16,1 2 0-16,1-1 1 16,-1 1 0-16,1 0-1 15,0-1 3-15,0-1-1 0,3 0-2 16,3 1 0-16,-2-1-1 16,3-1-1-16,3 2 1 15,1 1-1-15,1 0 0 16,2 0 0-16,4 2 0 15,-1-1 0-15,0 1 1 0,4-2-1 16,-2 3 0-16,0-2 0 16,1 0 0-16,0-4 0 15,1 1 2-15,0-1-2 16,2-3 1-16,-1-1 1 16,1-2-1-16,0 1 13 0,2-3-10 15,2-1-1-15,-2 0-2 16,2-2 1-16,-2 0-1 15,0-1 0-15,-2-2 3 16,-2-1 5-16,0-1 0 16,-6 1 0-16,2-3-1 15,-3 0-3-15,-1-2 1 0,-2 3-2 16,-2-3 1-16,-1 1-5 16,-2 0 2-16,-3-1-1 15,-1 1 0-15,-2-1 0 16,0-1-1-16,2 0 0 0,-6 0-14 15,0-6-45-15,0-7-69 16</inkml:trace>
  <inkml:trace contextRef="#ctx0" brushRef="#br0" timeOffset="-163587.29">3196 15266 183 0,'-8'0'15'0,"0"4"-4"0,4 10-8 0,0 9-3 0,-1 8 1 16,3 10-1-16,0 8 1 16,2 6 1-16,0 6-2 15,2 8 0-15,7 2-1 16,3 1 1-16,-2-2 0 0,1-4-2 16,1-8-3-16,-5-9-5 15,1-11 2-15,-5-10 0 16,1-10-9-16,-4-13-36 15</inkml:trace>
  <inkml:trace contextRef="#ctx0" brushRef="#br0" timeOffset="-163116.14">3180 15313 170 0,'0'0'4'16,"39"-19"-5"-16,-15 12 0 15,7 0 5-15,4 0-3 16,0 0-1-16,1 4-1 0,-1-1 2 16,1 1-1-16,-2-1 0 15,4 1 0-15,-2-3-1 16,-3 2 2-16,1 1-1 15,-5-1 0-15,-4 4 0 0,-4 0 1 16,-4 6-2-16,-3 10-1 16,-4 4 4-16,-1 7 0 15,-3 9-1-15,1 4 1 16,2 5-1-16,-2 3-1 16,-1 2 0-16,3 2 1 15,-2-4-1-15,2-2 0 0,-2-1 0 16,-1-4 0-16,-2-2 0 15,2-3 1-15,-4-2-1 16,-2-3 1-16,0-1 1 16,0-2 2-16,-8-2 4 15,-5 0 0-15,-3-1 0 0,-1 2-2 16,-10 0-4-16,-2-3-2 16,-7-4-18-16,-6-11-121 15</inkml:trace>
  <inkml:trace contextRef="#ctx0" brushRef="#br0" timeOffset="-162560.52">2477 16665 195 0,'0'0'-38'0,"-25"-63"46"0,9 26 10 0,5-5-8 0,-3-4-5 16,4 0-5-16,1-1 0 15,1 3 1-15,4-2 10 16,4 4 4-16,0-2-1 15,2-2-4-15,10 2-8 16,9-1-2-16,2 1 1 16,6 1-2-16,7 2 1 0,3 3 1 15,3 4-3-15,2 1 3 16,1 2-1-16,2 2 1 16,0 3 0-16,1 0 0 15,-2 3 0-15,-4 4 2 16,-3 2 3-16,-8 7-6 0,-7 2 1 15,-3 5 0-15,-6 2-19 16,-6-1-60-16</inkml:trace>
  <inkml:trace contextRef="#ctx0" brushRef="#br0" timeOffset="-161294.11">3786 15614 34 0,'0'0'1'0,"0"0"0"15,0 0-1-15,0 0 1 0,0 0 2 16,0 0 15-16,0 0 1 15,0 0 0-15,0 0-1 0,0 0-4 16,0 0-2-16,0 0-8 16,-20 0-3-16,20 0-1 15,0 0-4-15,0 0-26 16,0 0 19-16,0 0 10 16,0 0-4-16,0 0 5 15,0 0-4-15,0 0 3 0,0-1 0 16,0 0 5-16,0 0-1 15,0 0 6-15,0-1 7 16,0 1-9-16,0 1 7 16,0 0 3-16,0-2-1 15,0 2-7-15,0 0-8 0,0-1-11 16,2 1 9-16,3 0 0 16,-4 0 1-16,3 0 0 15,-2 0 0-15,0 0 1 16,2 0-2-16,-3 0 3 15,3 0-3-15,-2 0 1 0,0 1-2 16,0 1 2-16,2-1 0 16,0 2 1-16,-2-3-2 15,2 1 2-15,3 0-3 16,-1 0 2-16,4 0 0 16,-2 0 1-16,3 1-1 0,1-2 0 15,1 2-1-15,3-2 1 16,-1 0 1-16,2 0-1 15,4 0-1-15,-2 0 3 16,3 0-1-16,-2 0 0 16,4 0 0-16,-1 0-1 15,0 2 1-15,2-1-1 0,2 1 0 16,0-2-1-16,2 3 2 16,3 0-1-16,-1-2 0 15,0 1 0-15,0 0 0 16,-1 0 0-16,1 1 1 15,-4-3 0-15,0 1 6 0,0-1 1 16,-6 0 0-16,2 0-3 16,-5 0 0-16,-3 0-2 15,-1 0 0-15,-3 0 1 16,-2 0-2-16,-2 0-1 0,-2 0-1 16,1 0 1-16,-3 0 1 15,-1 0 0-15,0 0 0 16,0 0-1-16,-2 0 1 15,0 0-1-15,0 2-1 16,0-1-13-16,0-1-30 16,0 0-19-16</inkml:trace>
  <inkml:trace contextRef="#ctx0" brushRef="#br0" timeOffset="-160880.97">4609 15478 67 0,'0'0'6'0,"0"0"13"0,0 0 1 0,0 0-6 0,38 26-3 16,-29-15-2-16,2 1-2 16,-2 2-3-16,-2 2-1 15,-3 4-1-15,-4 4-2 0,0 4 3 16,-13 4-10-16,-10 0-72 16</inkml:trace>
  <inkml:trace contextRef="#ctx0" brushRef="#br0" timeOffset="-160101.61">4215 16830 126 0,'0'0'-4'0,"0"0"1"0,0 0 3 0,0 0 0 16,0 0-3-16,0 0 11 0,0 0-5 15,0 0 0-15,41 8 0 16,-27-8-2-16,3-7-2 16,3-2 9-16,5-8 2 15,4-3-10-15,3-6 3 16,3-4 8-16,0-3-1 16,3-2 1-16,-2-2 1 0,-1 1 13 15,0 3 2-15,-2 0-10 16,-4 4-6-16,-1 3-4 15,-3 4-1-15,-2 2-4 16,-3 4 2-16,-5 2-4 0,-1 5 0 16,-5 2 1-16,-2 3 2 15,-3 1-1-15,1 0 0 16,-4 3-2-16,3 0 0 16,-2 0-12-16,2 0-17 15,-2 0-35-15,-1 0-39 16</inkml:trace>
  <inkml:trace contextRef="#ctx0" brushRef="#br0" timeOffset="-158994.97">4613 17963 39 0,'11'-21'3'0,"1"-2"17"0,5-3-9 0,2-8 1 0,3-3-1 16,2-4 4-16,5-4 8 16,0-6 4-16,2-3-12 15,1-3 2-15,1 0-1 16,1-1-3-16,0 1-6 0,-6 3-4 16,1 5 0-16,-4 8-2 15,-6 5 0-15,-5 9 5 16,-4 7 7-16,-3 7 1 15,-5 3-5-15,-2 6 2 16,0 1-2-16,0 3-2 0,0 0-7 16,0 0-4-16,-2 6-8 15,-3 4-23-15,3 2 21 16,0 2-28-16,-1-2-3 16,1-1 3-16,2-4-70 0</inkml:trace>
  <inkml:trace contextRef="#ctx0" brushRef="#br0" timeOffset="-156994.03">5065 15201 59 0,'0'0'2'0,"0"0"0"0,0 0-1 0,0 0-2 0,0 0-4 16,0 0-1-16,-39-22 14 15,33 22 2-15,-1-1 2 16,1 0-4-16,2 0 1 0,-2 1-4 16,0 0-1-16,-1 0-3 15,1 0 0-15,-1 0 0 16,-2 0 3-16,0 1 4 16,-2 1 5-16,2 1 0 15,-2 1-1-15,2-2 1 0,-2 2 0 16,4-1-7-1,0 3-3-15,-1 1-1 0,0 1-2 16,-2 2 0-16,3 0-2 16,-3 0 1-16,-1 2 1 15,1-1 1-15,0 1-1 16,2-2 0-16,1 3 0 0,1 2 0 16,1 0 0-16,3 2 0 15,-5 2-1-15,5 2 1 16,1 0 0-16,-1 0-2 15,2 2 2-15,0-3 0 16,0 1 0-16,0 1 0 0,0-2 0 16,0 1 0-16,0 0 0 15,0 2 0-15,0 0 0 16,0 2 0-16,0 2 2 16,0 3-2-16,0 4 0 0,0-3 0 15,0 5 0-15,0-1 0 16,3 0 0-16,3 3 1 15,1 0-1-15,-2 2 0 16,1 1 0-16,-1 2 0 16,1-1 0-16,-1 0 0 15,-1-4 0-15,1 3 0 0,-1-7 0 16,-1 0 0-16,3-1 0 16,0-2 0-16,0 2 0 15,0-1 0-15,1 0 0 16,1 0 0-16,0-2 0 15,-2 1 0-15,1-2 0 0,1 1 0 16,2-2 2-16,-1 2 0 16,-1 1 1-16,1 0 2 15,1 1-2-15,-1-1-2 16,1 0 0-16,-2 0 0 16,0-4-1-16,-3 0 1 0,1 0 0 15,0-2 1-15,2 1 1 16,-3 0-2-16,3 1 0 15,-3 0-1-15,4 0 1 16,-3 0 0-16,1-1-1 16,-1-1 1-16,1-2-1 15,1-2 0-15,0-2 0 0,3-1 5 16,1 0 2-16,-2-1-7 16,7 1-3-16,-4-3 6 15,2 1 0-15,1-2-12 16,-3-4 13-16,1 1 1 15,-1-3-3-15,-1 1-1 0,-1 0 4 16,2 1-1-16,1 0-2 16,-1 1-1-16,3 2 0 15,-1-2 0-15,1 2-1 16,-3-2 1-16,1-2-1 0,-1-1 2 16,1-2-2-16,-1-3 0 15,-1 0-2-15,3-3 5 16,2 0-1-16,-1 0-4 15,-1-3 2-15,2-3 4 16,0-5-3-16,1-3 0 0,0-2 0 16,-1-2 1-16,2-1-1 15,-2-3 1-15,-1-3-2 16,1 1 1-16,-2-1-1 16,-3-4 1-16,2-1-1 15,-2-1 1-15,3-3 1 16,-4 0-1-16,3-3 3 0,-3 3-3 15,2-6 2-15,-1 2-2 16,-1-2 0-16,-1-1-3 16,0 0 5-16,-1-2-2 15,-3 2 1-15,-2-2 1 16,2-1 1-16,-4 2 0 0,0-4-1 16,0-1-1-16,-1-1 0 15,-1-1-1-15,0-1-1 16,0 0 2-16,0 0-2 15,-1 2 1-15,-8 1 0 16,0-3 1-16,0 1-1 0,-3-4-1 16,4-3 0-16,-3-1 0 15,2-2-1-15,0-3 1 16,0-1 0-16,-2 1-1 16,-2-1 1-16,-1 6 1 15,-4 3-3-15,-4 3 2 16,-4 7 0-16,-3 5-2 0,-3 2 0 15,-1 3 5-15,-1 2 1 16,4 1-2-16,-1 3 0 16,5-2-3-16,-1 0 2 15,2 0-1-15,1 2 1 0,3 1 0 16,-1 1-2-16,0 2 1 16,-1 3 0-16,-1 2-2 15,-3 5 0-15,0 0 1 16,-2 5-1-16,0 2 0 15,2 3 3-15,3 0 5 0,4 1-4 16,2 0 3-16,5 3-5 16,1 0 1-16,5 0-1 15,3 0-1-15,2 0-5 16,2 7-2-16,0 6-26 16,0 1-17-16,2 3-40 15</inkml:trace>
  <inkml:trace contextRef="#ctx0" brushRef="#br0" timeOffset="-156341.16">5237 16422 141 0,'-4'0'-3'0,"2"0"28"0,1 0 8 0,1 0-8 0,0 0-17 16,0 0 0-16,0 2-11 15,0 4 0-15,0 4 4 16,3-1 1-16,1 4-1 0,2-2-1 16,-1-4 0-16,4-4 0 15,2-3-1-15,5-15-16 16,11-19 21-16,9-18 11 16,15-24-12-16,16-24 2 15,15-22-1-15,15-19-2 0,13-19-16 16,4-10-60-16</inkml:trace>
  <inkml:trace contextRef="#ctx0" brushRef="#br0" timeOffset="-155316.04">2307 16348 134 0,'0'0'17'0,"0"0"5"0,0 0 1 0,0 0-7 15,0 0-12-15,0 0 3 16,-42-10-3-16,30 10-2 15,1 6-2-15,-3 1 0 16,-3 0-1-16,-4 3 1 16,-3 0 1-16,-2-1-1 0,-5-1 0 15,1-1-1-15,-6 2 1 16,2-5 1-16,-1-3-1 16,3-1 2-16,1 0-1 15,0 0 1-15,4 0 0 16,5 0 2-16,0 0-1 0,5 0-1 15,2 6 0-15,2 1-1 16,4 4-2-16,2 1-1 16,1 5 0-16,-2 0 1 15,8 3 0-15,-2 0 1 16,2 2-1-16,0 4 1 0,0 1 0 16,7 3 0-16,0 2 0 15,4 4 1-15,1 2-2 16,-1 5 1-16,2 4 0 15,1 1 0-15,0 3 0 16,0 0 0-16,-2-1 0 0,1-5 0 16,-2-1 0-16,2-1 0 15,1-2 1-15,1 2-1 16,-1-1 0-16,-1 0-1 16,1-3 1-16,1-3 0 15,-4-5 0-15,3-4 0 0,-3-5 0 16,1-7-2-16,-2-1-1 15,1-8-3-15,3-3 8 16,-1 0-1-16,3-3 5 16,0 0-1-16,4-6 4 15,3-5 0-15,-2-4-5 0,6-1 2 16,0-1 2-16,4-4-4 16,1 0-3-16,3-1 0 15,3 0 0-15,3-1 1 16,-1 1-1-16,-2-4-1 15,1 2-19-15,-6-4-53 16,-6-1-39-16</inkml:trace>
  <inkml:trace contextRef="#ctx0" brushRef="#br0" timeOffset="-154575.72">2251 16188 101 0,'0'0'-14'0,"0"0"14"0,0 0 1 0,49-13 2 0,-34 3 8 15,2 0 4-15,-2-1 6 16,1 1 3-16,-1-2 2 16,-1 3-4-16,-1 1-14 0,3 4-4 15,-5 2-2-15,3 2 1 16,-3 0-1-16,-3 3 0 15,4 10-4-15,-1 2-2 16,-2 6 13-16,2 3-8 16,0 3-1-16,0 7 2 0,1 3-1 15,-1 3-1-15,2 4 2 16,1 4-3-16,-4 2 2 16,4 1-1-16,-3 0 0 15,0-1 1-15,1-1-1 16,-1 0 0-16,3 0 0 15,-4-1 1-15,3 2-1 0,-1 0 0 16,-1-2 0-16,-2-2 0 16,-2-4 0-16,-2-3 0 15,-3-7 0-15,-2-1 0 16,0-6 0-16,-2-2 0 16,-5-5 1-16,-3 0 0 0,0-5 0 15,-1 1 1-15,-3-4-1 16,-1 2 0-16,-4-2-1 15,-6 0 1-15,1-1-1 16,-7 2 5-16,-1-2-3 0,-1 1-1 16,-1-1-1-1,-1 1 1-15,1 0-1 0,3-2 0 16,2 1 3-16,4-2-1 16,2-1 6-16,8-2-3 15,1-1-4-15,3-2-1 16,5 3-4-16,4-4-25 0,0 2-20 15,2-2-38-15</inkml:trace>
  <inkml:trace contextRef="#ctx0" brushRef="#br0" timeOffset="-153684.86">2434 16134 111 0,'0'0'29'0,"0"0"4"0,0 0-18 0,-48 6-10 0,31 1-2 16,-3 2-1-16,0 3-2 15,-2-1 0-15,-5 3 0 16,-2-1 1-16,-3 0 1 15,-1-2 5-15,-3-1 2 0,-1 0-1 16,1 0-5-16,-1 0-2 16,2 1 1-16,-1-1-2 15,3 1 0-15,-3 1 0 16,3-1 0-16,0-2 0 16,1 1 1-16,1 0-1 0,2-1 0 15,2 0 0-15,4-2 0 16,5 1 0-16,5-2 0 15,4 0 0-15,5 2 0 16,2 0-1-16,2 2-1 16,2 5 0-16,9 1 2 15,2 7 0-15,3 4 0 0,-1 4 0 16,5 4 0-16,-1 4 1 16,-2 2-2-16,-1 2 2 15,-3-1-1-15,3 4 0 16,-5-2 0-16,0-1 0 0,-2 2 0 15,2-1 0-15,0-1 0 16,-3 3 0-16,0-1 0 16,1 3 0-16,-3 1-1 15,0 1-1-15,-4-2 0 16,2-2 2-16,-2-6 0 16,3-6 0-16,-1-6 0 0,0-5-1 15,4-5 1-15,-2 2 0 16,-1-4-1-16,-1-2-1 15,0-1-5-15,1-5 1 16,-3 2 5-16,3-7 0 16,-3 0 0-16,3-2-7 0,-1-1-1 15,2 0 8-15,1 0 3 16,5 0-1-16,1 0 1 16,3 0-2-16,1-4-2 15,4-3-4-15,3-4 4 16,3-4 1-16,5-5 7 0,7-5-4 15,8-9 4-15,3-7-6 16,6-12-103-16</inkml:trace>
  <inkml:trace contextRef="#ctx0" brushRef="#br0" timeOffset="-148490.48">3155 15378 110 0,'0'0'5'0,"0"0"22"0,0 0 1 0,0 0-2 0,0 0 2 15,0 0-5-15,0 0-6 16,0 0-13-16,0 0-4 15,0 0 0-15,-21 48 0 16,21-19-1-16,0 5-1 0,0 3 3 16,4 1-2-16,0-1 1 15,1-4-1-15,2 2 1 16,0 1 0-16,-5-4 1 16,2 1-1-16,-3 1-1 0,-1-4 1 15,0-2 0-15,0-4 0 16,0-5 0-16,2-2 0 15,0-5 0-15,2-1 0 16,0-1 0-16,2 1 0 16,-2 2 0-16,-2 2 0 0,2 0-5 15,-1 3 3-15,3-2-3 16,-2-3 0-16,2-2 2 16,0-2-2-16,1-4 4 15,-1-2-1-15,1-3-2 16,0 0-5-16,2 0 0 15,2-1 6-15,3-7 14 0,1-3-10 16,1-2 4-16,1 1-2 16,4 0 2-16,-3-1-2 15,1 3-1-15,2 0 0 16,-1 3-1-16,4 2 0 0,-1 0 1 16,0 3-2-16,3 2 1 15,-4 0-1-15,0 0 1 16,1 2 0-16,-1 4 2 15,-2 1-1-15,-1-1-1 16,0-2-1-16,0-2 1 0,-1-2-2 16,-1 0 0-1,-3 0 1-15,-1 0-1 0,-6-5 2 16,4-2 2-16,-7 0 7 16,3-4-1-16,-3-1-5 15,1-2-1-15,-1-4-1 16,-2-3 0-16,0-2-1 0,-2-5-1 15,0-3 0-15,0-3-1 16,-2-1 1-16,-2-3 0 16,-2-1-3-16,5 2 3 15,-1 3-1-15,-2 2 0 16,4 3 0-16,-2 1 1 0,2 2 0 16,-4 2 0-16,3-2 1 15,-1 1-1-15,-3-2 0 16,-1 1 0-16,3 2 0 15,-3 3 0-15,-3 2 0 16,-1 5-1-16,2 1 1 0,-3 2-1 16,-1 3 2-16,-1 0 0 15,-3 0-1-15,1 2 2 16,-3-1-1-16,1 0-1 16,-2 0 2-16,-2 0-2 15,2 1-3-15,-5 1-1 16,-3 2 0-16,0 1-1 0,-1 1 0 15,-3 1 13-15,2 0-7 16,-2 1-1-16,0 6 3 16,1 2-3-16,3 1 1 15,-1 3-2-15,1 0-6 0,0 0-11 16,3-1 4-16,1 1 12 16,2-5 2-16,2 1 1 15,2-4 1-15,1 1-1 16,3 0 0-16,3-1-1 15,1 1 0-15,1 4 0 16,0 4-1-16,4 6 0 0,-3 6 1 16,3 5-2-16,0 2 1 15,-2 2-1-15,3 3 2 16,0 1 1-16,3 1-1 16,0 2 0-16,-2 4 1 15,2-1-1-15,-2-2 0 0,0-4 0 16,-1-3 0-16,1-6 0 15,-2-7 1-15,0-4-1 16,1-2 0-16,1-4 1 16,2-3 1-16,0 3-1 0,0-5-1 15,5-2-1-15,10-2-4 16,7-4 0-16,9 0-2 16,8-14 5-16,6 0-51 15</inkml:trace>
  <inkml:trace contextRef="#ctx0" brushRef="#br0" timeOffset="-147560.35">3431 16477 157 0,'0'-5'0'0,"0"0"15"0,-5 1-5 0,-1 3-4 15,-1-2 5-15,1 0 3 16,-4-1-2-16,1 1 5 0,1 1-4 15,-1-2-4-15,0 2-8 16,0-1 0-16,0 1-1 16,-3 2 0-16,0 0-2 15,3 0 3-15,-5 4 0 16,1 5-2-16,1 8 0 0,1 3 1 16,-2 7 0-16,2 7-2 15,4 3-4-15,0 4 2 16,3 2 1-16,4-2-1 15,0 0 0-15,4-1 2 16,5-2 1-16,0-1 1 0,5 0-1 16,-3-1 1-16,2-4 1 15,0 0-1-15,0 1 1 16,-1-1-1-16,-1 1 0 16,-2-2 1-16,0 1 0 15,-2-2-1-15,-1 0 1 16,-4-2 0-16,1-1-1 0,-1 0 1 15,1-1-2-15,-1-2 1 16,0-4 1-16,3-3-2 16,-1-3 0-16,3-5-2 15,4-6-5-15,2-3 0 0,2 0 8 16,6 0 1-16,6-7 0 16,2-5 0-16,4 3 4 15,3-6-5-15,2 2 5 16,0-2 2-16,2-1 3 15,-2 2 3-15,0-2-3 0,3 3-5 16,-4 2-2-16,2 1-3 16,0 1 1-16,-2 2 0 15,-6 1 1-15,-2 1-1 16,-3 1-2-16,-3-2 1 16,-1 1 1-16,-1-3-1 15,-4-1 0-15,0-1 0 0,-3-2-14 16,0-1 19-16,-3-1-8 15,-2 0 7-15,-3 0-2 16,-2-3-3-16,-2 1 2 16,0-4 0-16,-2-3-1 15,0-3 2-15,-2-6-2 0,-6-2 2 16,-5-6-1-16,-3-1 1 16,-5-3 1-16,-4-3 2 15,-9 0 0-15,-5 0 1 16,-3-1 1-16,0 4-4 0,-3 6-2 15,3 8-23-15,-2 10-33 16,1 10-64-16</inkml:trace>
  <inkml:trace contextRef="#ctx0" brushRef="#br0" timeOffset="-146748.93">3664 17586 124 0,'0'0'15'0,"0"0"9"0,0 0-4 0,0 0 0 16,-36-25-4-16,29 25-1 16,-2 0-5-16,0 1 3 15,1 7-11-15,1 2 1 16,-1 1-1-16,0 6-5 0,3-1 3 16,-1 2 0-16,0 5-7 15,5-3 7-15,1 3-3 16,0-1 0-16,1 1-1 15,9-2 0-15,3 3 3 16,1 4 1-16,1-1 0 0,2 5 0 16,0-1-1-16,-1 6 1 15,1-2 1-15,-1 1-1 16,-2 0 0-16,-1-3 0 16,-4-3 1-16,-2-5-1 15,0-5 1-15,-1-5-1 16,-1-5 0-16,1-3-2 0,1-3-2 15,2-3 3-15,2 0-1 16,0-1 4-16,7 0 2 16,3 0 2-16,2 0 0 15,7 2-1-15,8 0-2 0,2 2-2 16,2 1 4-16,1 0-5 16,-2 1 2-16,-1-2-2 15,-5-1 1-15,-2-3-1 16,-3 0 0-16,-3 0-8 15,-1-3 10-15,-1-5-2 16,-2-1 3-16,-2 0-5 0,0-2 5 16,-1 0-3-16,-4-2 1 15,0 2 0-15,-4-2 0 16,0 2 0-16,-3-4 0 16,-4 0 0-16,1-2 0 15,-2-5-1-15,-2-2-1 0,0-6 0 16,0-4 2-16,-2-4 0 15,0-3 1-15,-4-3-4 16,-9 1 6-16,-9 1 0 16,-5 3 9-16,-7 5 6 0,-10 6-4 15,-6 9-11-15,-8 8-2 16,-10 11-8-16,-10 2-30 16,-12 17-84-16</inkml:trace>
  <inkml:trace contextRef="#ctx0" brushRef="#br0" timeOffset="-125415.8">2419 9285 54 0,'0'0'18'0,"0"0"12"0,0 0-3 16,-27-45-5-16,15 39-11 16,-1-1-5-16,0 2 10 15,-5 2-8-15,0 1 8 16,0-1-5-16,0 0-1 16,-3 2 2-16,0-2-6 0,-2 1-1 15,1 0-3-15,-2-1 5 16,-3 0-4-16,0 3-3 15,0-2 2-15,-2 2 0 16,2 0 0-16,0 0 2 16,0 0-2-16,1 0-1 0,-1 2 1 15,-4 5-2-15,0-1 0 16,-3 1 0-16,-5 1 1 16,2 2 1-16,-3-1-3 15,-1 4 0-15,1 1-1 16,0 0 3-16,0 3-4 0,-1 3 1 15,-3 2 5-15,1 2-8 16,1 1 8-16,0 2-8 16,1 0 4-16,1 1 0 15,4 0 3-15,1-2 0 16,1 3-2-16,-4-2 2 0,6 0-1 16,1 1-1-16,0 2 0 15,5 1 0-15,-1-1 0 16,6 1-1-16,1 2-3 15,5 1 4-15,-1 0 1 16,5 3-1-16,0 0-1 0,1 2 1 16,4 2 0-16,-1 0-1 15,1 6 1-15,0 0-2 16,2-2-6-16,0 0 3 16,2-3 3-16,2-3 1 15,0-5 0-15,4-2 1 16,8 0-3-16,1-2 0 0,3 0 3 15,3 4 0-15,2-2-1 16,1 0 0-16,4 2 0 16,1 0 2-16,3-2-2 15,3 0 1-15,0 1 1 16,4-2-2-16,-1 0 1 0,1-1-2 16,5-2 0-16,2 0 2 15,4-3-1-15,1 1 0 16,5-2 4-16,-1 0-5 15,1-4 0-15,4 0 2 16,1-3 0-16,1-1 0 0,1-1 2 16,3-2 0-16,3-2-4 15,2 0 4-15,3-2 1 16,2 1-3-16,0-6 0 16,4 2-1-16,0-6 0 15,2 0 0-15,-1 0-1 0,1-7 5 16,3-4-5-16,0-4 1 15,-1 1 1-15,-1-6-1 16,0-1 4-16,-1-3-6 16,2-2 3-16,-6-3-3 15,0 0 7-15,-2-4-8 0,0-2 6 16,-5-1 1-16,-2-2-4 16,-2-2 0-16,-5-1 3 15,-2-3-2-15,-6-3 2 16,-6 0-9-16,-3-3 9 15,-5-1-1-15,-8-1 0 16,-4-1 1-16,-8-2 0 0,-4-3 7 16,-10-4 0-16,-4-3 2 15,0-4-1-15,-14-1-1 16,-3 0-2-16,-8 2 1 16,-4 3 1-16,-5 2 2 15,-5 6 1-15,-4 1 3 0,-6 6-6 16,-7 2-5-16,-5 4-3 15,-8 4 1-15,-5 7-3 16,-6 8 0-16,-9 9-26 16,-7 12-33-16,-14 4-102 15</inkml:trace>
  <inkml:trace contextRef="#ctx0" brushRef="#br0" timeOffset="-124553.24">4140 10014 53 0,'9'4'5'0,"-1"-4"9"0,1 0 10 0,3 0-3 16,3-10-2-16,5-8-5 15,5-11-2-15,7-12 0 0,10-14-1 16,11-16 2-16,8-18-5 15,12-21 1-15,17-18-1 16,6-20 0-16,9-21-87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19:16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8806 4675 23 0,'0'0'10'0,"0"0"9"0,0 0-4 15,0 0 0-15,0 0-2 16,25-37-2-16,-21 30-3 0,-2 0-2 16,1 0-3-16,-1 1-1 15,0 2 0-15,-2 1 4 16,0 1 0-16,0 0-1 16,0 0-7-16,0 2 2 15,-4-1 3-15,-1-3 0 16,1 2 4-16,-3-2 8 0,0 1-1 15,-1-1 0-15,1-2 0 16,-2 3-4-16,-4-1-4 16,1 1-3-16,-3 0-3 15,1 2 1-15,-4 1-1 16,1 0 0-16,-4 0 2 0,-1 0-4 16,0 0 2-16,-1 0 0 15,-5 0 0-15,0 4 0 16,-1-1 0-16,-4 3 0 15,1-2-1-15,1 0 2 16,0-1-1-16,0 0 0 0,1 3 0 16,-1-1 0-16,2 1 0 15,-2 0 0-15,-4 2 2 16,1-1-2-16,-2 2-2 16,-2-1 2-16,0 2 0 15,0-2 0-15,2 0 0 16,3 1 2-16,-1-1-2 0,3-1 0 15,0 3 1-15,-4-1-1 16,0 2 0-16,-1 2 0 16,-5 4 0-16,-1 1 0 15,-2 3 0-15,4 2 0 0,-1 4 0 16,1-1 0-16,5 2 0 16,1-1 0-16,5 3 0 15,2-3 0-15,1 0 0 16,6 1 0-16,1-5 0 15,3 1 0-15,3-1-1 0,1 0 2 16,2-1-1-16,1 1 0 16,1 1 0-16,3 3 0 15,0 0 0-15,5 2 1 16,0 1-1-16,0-2 0 16,7 2 1-16,4-2 0 15,0 0-1-15,3-4 0 0,3-1 2 16,0-3-1-16,5 0 0 15,-4-3-2-15,6-1 1 16,1-1 1-16,-2 1 0 16,2 0 0-16,0 1-1 15,0-1 1-15,2 0 1 0,0 2-2 16,6-1-2-16,1 1 1 16,5-1 1-16,5 0 0 15,2 0 1-15,1 0 1 16,4 0-1-16,-1-1 0 15,-2-1-1-15,4 0 1 16,0 0-1-16,2 1 0 0,-3-2 0 16,5 0 1-16,2-1-2 15,3 0 0-15,3-3 0 16,5 1 1-16,3-1 1 16,4-1 0-16,1-2 0 15,2 0-1-15,2-2-1 0,-4 0 2 16,3-2 0-16,3-1-2 15,-2-1 1-15,0-1 2 16,1 0-4-16,3 0 4 16,-2-6-1-16,-2-1 0 0,-1-2 0 15,-4-1 0-15,0 0-1 16,-4-4 1-16,1 1 2 16,-1-1-2-16,-3-3 1 15,3 0-1-15,-5-3 0 16,0-1 0-16,-4-4 0 0,-3 0 0 15,-2-6 0-15,-6-2 1 16,-8 0 0-16,-2-5 0 16,-6 1 1-16,-2-1 0 15,-4-2 0-15,-5-1 1 16,0-2-1-16,-6-1-1 0,-3 2 1 16,-3-2-1-16,-5 1 2 15,-4 3-1-15,-4 1 3 16,0 0-1-16,-10 1-2 15,-6-2-2-15,0 2-1 16,-9-2 0-16,-1 3 0 0,-2-3 2 16,-2 2 1-16,-2 1-2 15,-3 2-1-15,-4-1 0 16,0-1 0-16,-11-3 0 16,-4-1 0-16,-8 1 3 15,-11 1-3-15,-11 4-6 16,-16 7 5-16,-14 10-2 0,-14 15 1 15,-15 4-15-15,-17 22-19 16,-6 7-28-16,-6 0-93 16</inkml:trace>
  <inkml:trace contextRef="#ctx0" brushRef="#br0" timeOffset="903.87">9823 5818 31 0,'-2'0'20'0,"0"0"-4"0,2 0-4 16,-4 0-4-16,3-1-1 15,0-1-1-15,0 1 7 16,1-2-1-16,0 3 3 16,0 0 0-16,0-1-3 0,0 1-6 15,4-3-6-15,10-1 3 16,8-2 0-16,5 0 0 16,3-4 0-16,7-1-2 15,1 0 0-15,-2-1 0 16,4-3 0-16,-6 3-1 0,-5 2 1 15,-9 2-1-15,-4 2-2 16,-6 3 1-16,-7 3-26 16,-3 0-24-16,-7 3-16 15</inkml:trace>
  <inkml:trace contextRef="#ctx0" brushRef="#br0" timeOffset="1039.19">9853 5852 132 0,'0'0'9'16,"0"0"15"-16,0 0-24 0,0 0 0 16,64-5 7-16,-6-4-5 15,14-5 1-15,19-4-2 16,11-8-18-16</inkml:trace>
  <inkml:trace contextRef="#ctx0" brushRef="#br0" timeOffset="1913.87">13066 5894 71 0,'0'0'17'0,"0"0"-1"0,0 0-8 0,0 0-5 16,0 0-1-16,0 0 0 15,0 0-2-15,0 0 1 16,0 0 0-16,51 0-1 16,-28 0 0-16,4 1 0 15,5 1 2-15,7-1-2 16,3-1 0-16,6 0 1 0,-1 0-2 16,4-6 2-16,1-1 0 15,-1-3 1-15,2 0 0 16,1 0 1-16,-4 2-1 15,-4 2-1-15,-6-1 1 16,-4 1-1-16,-7 2 1 0,-6 1-2 16,-3 2 0-16,-7 1 0 15,-3 0-1-15,-4 0-9 16,-6 0-36-16</inkml:trace>
  <inkml:trace contextRef="#ctx0" brushRef="#br0" timeOffset="2134.94">13276 5983 78 0,'0'0'17'0,"0"0"-12"16,0 0 1-16,0 0-8 15,0 0 4-15,0 0 4 16,52 13 2-16,-6-13-3 15,11-7 5-15,12-2-7 0,12-1 0 16,8 1-3-16,9 0-3 16,2-4-29-16</inkml:trace>
  <inkml:trace contextRef="#ctx0" brushRef="#br0" timeOffset="2873.89">16697 5882 71 0,'0'0'-5'0,"0"0"5"0,0 0 0 0,0 0 4 0,0 0-1 16,57 6 1-16,-34-6 0 15,6 0 0-15,6 0 0 16,3 0-1-16,7 0 0 0,2-3-1 16,7 0 0-16,2-2 0 15,0 0-1-15,4-1-1 16,-3 0 1-16,3 0 4 16,-1 0 1-16,1 2 1 15,-3 1-4-15,-3 0-2 16,1 0 0-16,-10 0-1 0,-4 2 0 15,-4 1-2-15,-11 0-3 16,-6 0-15-16,-8 0-35 16</inkml:trace>
  <inkml:trace contextRef="#ctx0" brushRef="#br0" timeOffset="3101.71">16993 5963 123 0,'0'0'-2'0,"0"0"25"16,0 0-20-16,0 0-2 16,0 0 2-16,61 3 3 0,-5-3-3 15,17-3 2-15,17 1 1 16,15-2-5-16,19-1-28 15,11-4-83-15</inkml:trace>
  <inkml:trace contextRef="#ctx0" brushRef="#br0" timeOffset="4566.72">4806 7072 24 0,'0'0'-1'0,"0"0"2"0,0 0 0 0,0 0 1 0,0 0 0 15,0 0 0-15,0 0 0 16,-36-12 6-16,32 11 4 15,2 0-6-15,1 1-2 16,1 0-1-16,0 0-3 0,0 0-2 16,0 0 2-16,5 0 6 15,3 0 7-15,2 2-5 16,3 3-4-16,2 0 0 16,5 2-4-16,6 0 0 0,7-2 0 15,5 1-2-15,9 0 6 16,7-3-3-16,8-1 3 15,7-2 1-15,5 0-1 16,11 0-2-16,5 0 2 16,8-7-4-16,8-1 7 0,7-1-1 15,3 1 6-15,3-1-3 16,1 5-3-16,1 1-2 16,0 2-1-16,2 1 1 15,2 0-4-15,0 0 3 16,2 0-2-16,-1 0 1 15,3 0-2-15,-6 0 2 0,-5-4-2 16,-8-2 2-16,-7-1-1 16,-11 0-1-16,-13 0 0 15,-11 1 1-15,-15 0-2 16,-10 5 1-16,-16-1-1 16,-14 2-4-16,-13 0-35 15,-4 0-26-15</inkml:trace>
  <inkml:trace contextRef="#ctx0" brushRef="#br0" timeOffset="4906.68">5737 7264 107 0,'0'0'8'0,"0"0"5"0,39-3-14 0,1-1 11 0,10-3-3 15,16-3-5-15,12-1 2 16,12-2-1-16,15-4-3 15,8-3 2-15,11-1 2 16,12-2-3-16,3-3 0 0,6 2 0 16,2-1-4-16,-4 0-5 15,-6 0-53-15</inkml:trace>
  <inkml:trace contextRef="#ctx0" brushRef="#br0" timeOffset="6074.69">9871 5845 74 0,'-12'3'-7'0,"5"-3"9"0,3 2 0 0,-1-2-1 15,4 2 1-15,1-2-1 16,4 0 0-16,11 0 12 16,16 0 11-16,13 0-17 15,16-7-6-15,15-7-37 16</inkml:trace>
  <inkml:trace contextRef="#ctx0" brushRef="#br0" timeOffset="6807.84">13701 5857 59 0,'0'0'3'0,"0"0"19"0,0 0 11 0,0 0 0 0,0 0-16 0,0 0-9 15,0 0-4-15,54-3-4 16,-18 3 4-16,10 0-1 16,6-1-3-16,10 0 1 15,5-1-1-15,8 1-10 16,7 0-2-16,9 1 1 0,3-3-29 16,0-1-55-16</inkml:trace>
  <inkml:trace contextRef="#ctx0" brushRef="#br0" timeOffset="7533.46">17418 5840 58 0,'0'0'-9'0,"0"0"2"0,0 0 11 0,0 0-2 0,35 7-1 16,-10-6-1-16,6-1 0 15,6 1 5-15,7-1 2 0,7 1 11 16,8-1-5-16,5 2-5 15,7 0-5-15,6 1 2 16,3 0-4-16,5 1-1 16,3 0-1-16,3 2 3 15,-3-1-2-15,-3 1-1 0,-7-3-60 16</inkml:trace>
  <inkml:trace contextRef="#ctx0" brushRef="#br0" timeOffset="7868.25">17697 5892 72 0,'0'0'15'16,"0"0"-8"-16,56 2-2 16,-17-1-4-16,11 1 1 15,8 0-3-15,10 1 2 16,9 0-1-16,11 1 1 15,10 2 2-15,8 1-3 0,7 0 0 16,2-4-92-16</inkml:trace>
  <inkml:trace contextRef="#ctx0" brushRef="#br0" timeOffset="10930.75">2057 2887 150 0,'0'0'-15'0,"0"0"21"0,-38-23 5 0,26 15 0 15,-1 0-3-15,-1-1-5 16,-1 1-1-16,-5 0 1 16,2 1-2-16,-6 0-1 15,1 1 0-15,-4 2-1 0,-6 1 0 16,1 3-4-16,-4 0 3 16,-1 5-2-16,1 4 4 15,-3 4 0-15,4 4-1 16,-1 0 2-16,-1 6-1 15,1 4-1-15,0 5 1 16,0 7 1-16,0 2-1 0,3 6 0 16,3 1 0-16,4 0 0 15,4 2 0-15,2 0 0 16,5-1 0-16,3 1 0 16,3 6 0-16,3-1 1 15,2 3-1-15,2 2 2 0,2 3-2 16,0 0 1-16,2 3-1 15,8-2 1-15,1 1-1 16,5-4 0-16,1-1 1 16,6-5-1-16,6 0 0 15,2-2 0-15,5-3 0 0,6-5 0 16,3-1 0-16,4-4-2 16,5-3 3-16,6-3 0 15,2 1-2-15,5-2 1 16,3 1 1-16,4-1-2 15,1-2-1-15,4-1 0 16,0-3 1-16,0 1 0 0,4-4 0 16,3-1 1-16,-2 0 0 15,3-4 0-15,5 0 1 16,4-3-1-16,0-2 5 16,5-1 1-16,0-5-4 15,5 0 2-15,-2-3-2 0,1-2-1 16,4 0 0-16,-2-3 1 15,1 0-3-15,1-7 2 16,1-5 0-16,-3-2 4 16,2-3-2-16,-2-4-3 0,-1-2 1 15,-8-4 0-15,-4-5 0 16,0-4-1-16,-7-4 3 16,-6-3 4-16,-1-5-1 15,-3-1 2-15,-2 0-2 16,-8-3-3-16,-3 1 1 0,-8-2-2 15,-4-1 2-15,-5 3 1 16,-6-3 0-16,-4 0-1 16,-6 3 2-16,-3-3-3 15,-4 1-1-15,-4-2-1 16,-4-3 0-16,-5-2-1 16,-3-1 1-16,-6 0-1 0,-2-4 2 15,0 2-2-15,-4-1 1 16,-9 3 1-16,-5 4 2 15,-3 2 0-15,-4 2 1 16,0 1-2-16,-7 2-1 16,-1 0 1-16,-1 2 1 15,-3-2 1-15,-4 2-4 0,-3 0-1 16,-4-2 2-16,-5-1-2 16,-5 0 2-16,-4 0 1 15,-6 1 0-15,-6 6 1 16,-9 6-3-16,-6 5-1 0,-11 7-2 15,-9 7 2-15,-12 6 0 16,-14 7-2-16,-11 6 2 16,-12 0-2-16,-15 16-2 15,-11 11-4-15,-18 14-4 16,-12 17-11-16,-14 17-25 0,-15 16-29 16,-14 14-62-16</inkml:trace>
  <inkml:trace contextRef="#ctx0" brushRef="#br0" timeOffset="18950.91">4403 8021 19 0,'0'0'-9'0,"0"0"15"0,0 0-5 16,0 0 1-16,0 0-2 15,45 17-4-15,-36-17 6 0,4 0 4 16,3 0 4-16,-1 0-6 15,2 0-1-15,5-4-1 16,0-2 1-16,1 2-2 16,5-2 1-16,4-1 2 15,3 0 1-15,1-2 0 0,5 0 2 16,-1 0-2-16,0-1-1 16,1 0 1-16,-2 2 1 15,0-2 1-15,2 1-4 16,0-1 0-16,1 3-1 15,-1 0 0-15,3 0-2 16,1 3 1-16,-2 1-1 0,3 0 0 16,-2 3-3-16,2 0 1 15,3 0 1-15,0 0 1 16,-1 0 0-16,2 0 0 16,-4 0 0-16,0 0 0 0,-1 4 0 15,-5-1 0-15,3 0 0 16,-3 1 0-16,2 0 1 15,-1 1 0-15,-3-2 2 16,2 1-1-16,3-1-1 16,-1 1 1-16,0 2-2 0,6-2 1 15,0 2 0-15,1-1-1 16,3 0 1-16,-3-1 0 16,5-3-1-16,-3 1 0 15,2-2 0-15,1 0 0 16,2 0 1-16,-2 0-1 0,4-3 0 15,-4 0 0-15,6-1 1 16,-2 1 2-16,2 2-1 16,-1-1-1-16,1 2-1 15,-2 0 1-15,-2 0-1 16,-3 2 0-16,3 2 0 0,-2-1 0 16,0 1 1-16,-1-3-1 15,3-1 1-15,0 0-1 16,2 0 0-16,-1 0 0 15,1 0 0-15,0-5 0 16,-7-1 1-16,2 0 0 0,-5-1 1 16,-2 1 1-16,-2 3-2 15,-1-1 1-15,-1 1-1 16,0 1-1-16,-2 0 1 16,-1 1-1-16,-1 0 0 15,1 1 0-15,-1 0 0 0,0 0 0 16,-1 0 1-16,2 0-1 15,-3 1 0-15,1 2 0 16,1 2 0-16,2-1 0 16,3 0 1-16,-1 1-1 15,3 1 1-15,-1-2-1 0,4 0 1 16,-6 1-1-16,3-1 0 16,-5-3 0-16,0 1 2 15,0-2-4-15,1 0 0 16,-1 0 2-16,0 0-1 15,3 0 3-15,-3 0-2 16,-3-3-4-16,3 0 8 0,-1 0-1 16,-1 0-3-16,0-1 3 15,3 1-3-15,-1-1 1 16,-2 4 0-16,0 0-1 16,2 0 0-16,-4 0 1 15,-3 0-1-15,3 0 0 0,-2 0 0 16,3 0-1-16,2 0 3 15,-1-3-1-15,2 0 1 16,-1-1-1-16,2 2 2 16,-5-2-2-16,-2 1 0 15,-1 1 0-15,-2 0-1 0,0 0 2 16,-1 0 0-16,5-1 0 16,-2 1 1-16,4 1-2 15,-2 1-1-15,2-1 1 16,0 1-1-16,-1 0 0 15,0 0 0-15,0 0 0 0,-1 0 0 16,3 0 1-16,-2 0-2 16,0 0 1-16,1 0 1 15,2 0-1-15,-4 0 0 16,1 0 0-16,0 0 0 16,-1 0 0-16,2 0 0 15,-2 0 1-15,1 0-2 0,2 0 1 16,-4 0 0-16,3 0 0 15,-1 0 0-15,0 0 1 16,0 0-2-16,-2 0 2 16,1 0 0-16,-1 0 3 0,1-3 2 15,0-1-1-15,0 1 1 16,0-1-2-16,1-1-3 16,2 1-1-16,-3 0 1 15,4 1 0-15,-3 0 0 16,0 3-1-16,1-1 0 0,-3 1 0 15,1 0 0-15,0 0 0 16,-2 0 1-16,3 0 0 16,-3 0 1-16,3 0 2 15,-2-2 0-15,5 1 2 16,0-1 0-16,-2 0-2 16,0 0 1-16,2 1-2 0,2-1-1 15,-3 0 0-15,4 1-1 16,-1 0 1-16,-1 1-2 15,2 0 1-15,1 0-1 16,-5 0 0-16,4 0 1 16,-1 0-1-16,1 0 0 0,0 0 0 15,3-1 1-15,-2-2-1 16,8 0 1-16,-2 0-1 16,3-1 0-16,1 1 0 15,-2 0 1-15,3 2-1 16,-4 1 0-16,2 0 1 0,0 0 1 15,0 0 0-15,4 0-1 16,-3 0 0-16,5 4-1 16,0-1 2-16,-1-2-2 15,0-1 0-15,-1 0 0 16,-2 0 1-16,-2 0 1 0,1 0 3 16,-1 0 1-16,-2 0-2 15,7 0-2-15,3 0-1 16,4 0-1-16,6 0 1 15,6 0-1-15,2 0 1 16,-2-1 0-16,0 1-2 0,-3-2 1 16,-3 1 1-16,-3 1-1 15,-4 0-1-15,0-3 3 16,-1 0 3-16,1-1 1 16,1 1-4-16,-1-2 1 15,0-1-2-15,-1-1 0 0,0 1 0 16,-2 0-1-16,-1-5 0 15,-3 1 1-15,-2 0 0 16,-5-4-1-16,0 0 1 16,-6-3 0-16,0-2 0 15,-4-3 0-15,-3-4 1 0,-3-1 0 16,-3-3-1-16,-4 0 0 16,-5-1 2-16,-4 0 2 15,-5 1 2-15,-5 0-4 16,-4 3 0-16,0 0-1 0,-3 4-1 15,0 1 0-15,-5 1 2 16,-1-1-1-16,-4 3 0 16,0-1-3-16,1 1-2 15,-5-1-1-15,1 3 0 16,-5 0-2-16,0 3 1 16,-2 0 4-16,-3 1 8 0,-2 3-8 15,-3 0 1-15,-3 0-4 16,-5 4 0-16,-5 3-1 15,-2 1-3-15,-5 0 1 16,-1 2-3-16,0 0 2 16,1 0 6-16,0 0 1 0,1 0-1 15,2 0 2-15,1 2 1 16,-2 0-1-16,1-2 0 16,1 1 1-16,0-1 0 15,-1 0 0-15,1 0-2 16,-1 0 2-16,2 0-1 15,-6-1 0-15,4 1 1 16,-6 0-2-16,2 0 2 0,-3 0-2 16,-1 0 1-16,1 0 1 15,1 0-1-15,-3 2 0 16,3-1 0-16,-2-1 0 16,-1 2 1-16,-2-1-2 0,-3 2 2 15,-4 0-1-15,-1 0 0 16,-5 0 0-16,-4-1 0 15,-2 0 2-15,-4-1-2 16,-3-1 0-16,-5 0 1 16,-7 0-1-16,-6 0 1 15,-10 0-1-15,-8 0-1 0,-8 0 1 16,-11 3 0-16,-10 6 0 16,-11 6-4-16,-12 5-22 15,-12 3-51-15,-16 2-24 16</inkml:trace>
  <inkml:trace contextRef="#ctx0" brushRef="#br0" timeOffset="21411.98">1563 9013 14 0,'0'-8'6'0,"0"1"-4"0,0-1 1 15,6-1 6-15,-3 0-3 16,3 1-2-16,-1 1-2 0,-2 1-1 15,1 1 0-15,0-1-1 16,2 3 0-16,-3 0 0 16,3 2 0-16,0-2 0 15,0 0-1-15,3 0 0 16,1-1 1-16,2 0 0 0,1-2 1 16,1 2-3-16,1-2 4 15,1 1 1-15,-2 0 3 16,4 0 2-16,-3-1 0 15,3-1-1-15,-1 3 0 16,2-2-1-16,-2 0-1 16,2 2-2-16,3 0-2 0,-3-1 0 15,4 4-1-15,0-3 0 16,1-2 0-16,3 3 0 16,0 0 1-16,4-1-1 15,0 1 0-15,0-1 1 16,2 1 1-16,0-1 0 0,-2 0 0 15,0 1 0-15,1 1 0 16,-1-2-1-16,-2 3-1 16,2-1 0-16,-1 2 1 15,3 0-1-15,0 0 0 16,1 0 0-16,1 0 0 0,-1 0 1 16,4 0-1-16,-3 0 0 15,4 0 2-15,1 0-1 16,0-2 0-16,5 0 0 15,1 2 0-15,2 0 0 16,-2 0-1-16,0 0 1 0,0 0 0 16,1 0-1-16,0 0 1 15,2 0 0-15,1 0-1 16,3 0 1-16,-3 0 0 16,3 2 1-16,-2 0-1 15,-1 3 0-15,1-1-1 16,0 1 1-16,3 1-2 0,-2 0 3 15,-1-2-2-15,3 3 0 16,1-2 1-16,0 0-1 16,0-2 0-16,1 0 0 15,2-3 1-15,0 0 0 0,-4 0 1 16,2 0 1-16,-1 0 0 16,1 0 1-16,-2 0 4 15,2-1-5-15,-5-1 1 16,2 2-2-16,1-3 0 15,1 2 0-15,2-1-1 0,1-2-1 16,2 3 1-16,3-1 1 16,-1-1-2-16,2 2 1 15,-2-2-1-15,1 2 0 16,-2-1 1-16,1-2-1 16,0 3 0-16,1-3 0 0,2 0 0 15,-3 0 1-15,1 1 0 16,-3 1 4-16,-1 0 1 15,-1 2-1-15,-1 0 0 16,-3 0-1-16,-2 0 0 16,-2 0-2-16,0 0 1 15,-3 3-2-15,-3 0 1 0,2 0-1 16,-4 1-1-16,-2-1 1 16,-5 0 1-16,-1-2-2 15,-3 1 0-15,-4-1 0 16,0-1 1-16,-7 0 0 15,-3 0-1-15,0 0 3 0,-4 0-1 16,-3-1 1-16,-2-1-2 16,-3 2 1-16,3 0 0 15,-3 0-4-15,-2 0-37 16,-3 0-42-16</inkml:trace>
  <inkml:trace contextRef="#ctx0" brushRef="#br0" timeOffset="24700.61">20782 8364 3 0,'4'0'6'0,"-2"0"11"0,-2 0 13 0,0-1-7 0,0 0-6 16,0 1 0-16,0-1 7 16,0-1-8-16,0 2-8 15,1 0-6-15,1 0 0 16,2 0-2-16,3 0 1 15,-4 0-1-15,2 4 1 0,0-1-1 16,-3 2 0-16,0 2-2 16,0 0-1-16,-1 0 0 15,1 1 9-15,-1 1-6 16,2-2 1-16,0-1-1 16,-2-2 0-16,3-1 0 15,0-3-6-15,2 0 8 0,3 0 12 16,5-9 5-16,1-2-1 15,4-5-5-15,7-5 2 16,6-5-3-16,6-5 0 16,13-4-3-16,6-6 1 15,11-1-4-15,6-2-1 0,8 2-5 16,4-4 2-16,0 2-1 16,-1 4-1-16,-1 1-24 15,-7 0-44-15,-11 5-43 16</inkml:trace>
  <inkml:trace contextRef="#ctx0" brushRef="#br0" timeOffset="29441.85">12347 9013 6 0,'-5'0'22'0,"-3"0"8"0,2 0-5 16,2 0-8-16,-2 0 4 15,1-2-2-15,0-1-11 0,0 2-2 16,1-2 0-16,0 0-4 16,-1 3-2-16,1-1 1 15,0 1-1-15,-3 0-1 16,-5 0 1-16,1 0-2 16,-1 4 2-16,-6 0-1 0,1-1 1 15,0 1 1-15,-4-1-2 16,2 3 2-16,1-2-1 15,0 0 0-15,3 2 0 16,3-2 0-16,1-1 0 16,2 1 0-16,-1 1 0 0,4-1 0 15,-3 0 0-15,3 2 1 16,-1 1-1-16,0-1-1 16,-2 2 1-16,1-1 0 15,1 3-1-15,-2 1 1 16,-2 1 0-16,2 2 1 0,-3-1-2 15,1 1 1-15,1-1 0 16,0 0 0-16,3-2 0 16,1 3 0-16,-1-2 0 15,5-1-2-15,-3 3 0 16,2 0 1-16,1 2 0 16,-1 1 1-16,0 3 0 0,-1 1 1 15,-1 5-1-15,1-2 0 16,-3 2 0-16,3-1 0 15,3-1 0-15,-1-5 0 16,2-1-3-16,0-1 3 0,0-2 1 16,0 1 1-16,0-3-2 15,0 3 1-15,0-2-1 16,0 0 2-16,2-1 0 16,-2 0 0-16,3 0 2 15,2-3-4-15,1 2-2 16,1-3 2-16,2 2 2 0,4-2-4 15,-2-1-1-15,2 1 3 16,-1-1 2-16,1-1 1 16,-1 1-2-16,-1-1 0 15,3 1-1-15,0-1 1 16,0 3 1-16,2-3-2 0,-1 3 0 16,1-4 0-16,1-2 0 15,4-1-5-15,-1-1 5 16,0-1-2-16,3-1 4 15,3 0 0-15,-3 0 2 16,4 0-2-16,-5 0 0 0,3 0-1 16,-1 0-1-16,1 2 1 15,-3-1-1-15,3 0 1 16,1 1 0-16,1 0-1 16,0 1 0-16,0 0 0 15,2-2 0-15,-2 1 1 0,1-2-1 16,0 0 0-16,1 0 0 15,0 0 0-15,0 0 0 16,-1 0 0-16,2 0 2 16,-1 0-2-16,2 0 0 15,-1-2 0-15,2-2 0 0,2 3 0 16,2-1 0-16,1 0 0 16,0 0 1-16,-1 2-1 15,0 0 0-15,1-1 0 16,-3 0 0-16,4-1 0 15,-2 0 0-15,2-2 0 16,-1 1 1-16,1-1 0 0,-1 3-1 16,-1-1 1-16,1-1-1 15,-4 2 0-15,3-2 1 16,-2 2-1-16,5-1 0 16,0-1 0-16,1 2 0 15,3-2 0-15,-2-1 0 0,2 1 0 16,2 0 0-16,0 0 0 15,-2 2 0-15,-1 0 0 16,1-1 0-16,-1 2 0 16,-2 0 0-16,-2 0 0 15,-2 0 0-15,3 0 1 0,-2 3 1 16,1 4-1-16,0 0 0 16,4 0-1-16,0 1 1 15,4-1-1-15,-4-2 0 16,2-1 0-16,2-3 0 15,0-1 0-15,-1 0 0 0,2 0 3 16,2 0-1-16,-1 0-2 16,0 0 0-16,-2-1 1 15,2 1-1-15,-2 0 1 16,0 0-1-16,1 0 1 16,1 0-2-16,3 6 2 0,0 0-1 15,-2-1 0-15,1 0 0 16,2-1 0-16,-1-1 0 15,1-2 0-15,-1-1 0 16,-1 0 0-16,1 0 0 0,-2 0 2 16,-1 0 4-16,-2 0-1 15,0-1 0-15,0-2-1 16,-1 3-3-16,0 0 1 16,0 0-1-16,0 0 0 15,1 0-1-15,-1 0 0 16,1 0 0-16,-1 0 0 0,1 0 0 15,-2 0 3-15,3-3 0 16,-5-1-1-16,2 0 1 16,-1 1-3-16,0-3 1 15,2 4-1-15,1-2 1 16,0 0-2-16,-1 0 2 16,1-2-1-16,-2 3 0 0,-2-2 1 15,1 0 4-15,0 1-1 16,2 1-1-16,-1 1 0 15,0-1-1-15,-2 0 1 16,1 0-3-16,0 0 2 0,-1 0-2 16,1-1 0-16,2 0 1 15,2 1 0-15,2-1 1 16,-2 1-1-16,4 1 0 16,-1 0 0-16,0 0 0 15,0 2-1-15,1 0 0 16,-2-1 2-16,-1-1-1 0,0 2-1 15,0-3 0-15,0 2 0 16,2-2 0-16,3 3 0 16,2 0 0-16,1 0 0 15,3 0 0-15,-3 0 0 16,0 0-4-16,-2 0 4 0,-1 3 0 16,-1-2 0-16,-1 0 0 15,-2 1 0-15,-1-2 0 16,1 0 0-16,-5 0 0 15,0 0 0-15,3 0-3 16,-1 0 4-16,1 0 0 0,-1 0-1 16,-1 0 0-16,0 0 0 15,-2 0 0-15,-1 0 0 16,-2-2 0-16,0 0 0 16,-2-1 0-16,-3 0 0 15,-1 1 0-15,-3-3 1 0,-2 4-2 16,-2-3 1-16,-3-1 1 15,0 0-1-15,-2-2 0 16,1 1 1-16,-2-1-1 16,-1-2 2-16,1 2-2 15,-2-3 1-15,-4-1-1 16,2-2 1-16,-2-1-1 0,0-3 1 16,-3 1 0-16,0-2-1 15,-1-3 0-15,-2-1-1 16,-4-1 0-16,-1 0-1 15,1-2-2-15,-3 2-2 16,-2-1 6-16,0 4-3 0,-4 0 3 16,-4-1-4-16,-2 3 3 15,-1 1 7-15,-3 1-4 16,2 0-2-16,-3-1 0 16,2 2-3-16,-4-1-9 15,1-1 2-15,-3 0-2 0,-4 1-1 16,2-2 1-16,-2 0 8 15,-2-1 2-15,1 2 6 16,2 1-2-16,-3 1 0 16,-1 2-1-16,-1 4 0 0,-3 2 1 15,-3 2-1-15,-1 2 0 16,-2 1 0-16,-2 1-1 16,0-2 0-16,-2 2 1 15,1-2-1-15,-2-3 2 16,1 2 1-16,-2-3 3 15,-2 1-1-15,0 2-4 0,-5 0 1 16,0 3-2-16,-1 1 0 16,-5 0 0-16,1 0 0 15,-2 0 0-15,-2 1 0 16,-2 2 0-16,-1 1 0 16,-3-3 0-16,1 3 0 15,-4-1 1-15,-1 0 1 0,1 0-1 16,-2 1 1-16,-1-1 0 15,-1 0-1-15,-2-3 0 16,-2 0 0-16,-4 0 0 16,-1 0 1-16,1 0 2 0,-2-3-2 15,-4 2-1-15,3-1 1 16,-1 1 0-16,0 1-2 16,-2 0 1-16,-3 0-1 15,0 1 1-15,-3 5-2 16,3-3 1-16,-4 0 1 0,-1-2-1 15,3-1 0-15,-4 0 0 16,-1 0 0-16,-2 0 0 16,2 0 0-16,0 0 1 15,-2 1-1-15,2 2 0 16,1 4 0-16,2-2 0 0,-2 2 0 16,0-1 0-16,3-1-1 15,5 2 1-15,0-2 1 16,1-1-1-16,2-3 0 15,3 2 0-15,1-3 0 16,0 0 2-16,2 0-2 0,3 0 0 16,1 0 0-16,3 0 0 15,1 0 1-15,0 1-2 16,1 1 2-16,0 2-1 16,3-3 0-16,-2 1 0 15,0 2 0-15,0-1 2 0,-1 1-4 16,1 0 2-16,3-1 0 15,1 1 0-15,3 1 0 16,3-2 0-16,1 0 0 16,3-2 0-16,0 0 0 15,1 1 0-15,3-2 0 0,-1 1 2 16,2-1-4-16,-1 3 4 16,3-2-2-16,2 1 0 15,2 1 0-15,1-2 0 16,3 1 0-16,2 0 0 15,1 1 0-15,-1 0 0 16,3 0 0-16,-5-2 0 0,6 2 0 16,-3-1 0-16,3-1 0 15,3 1 0-15,-2 0 0 16,2 2 0-16,2 1-2 16,3-2-16-16,1-3-55 15,5-2-89-15</inkml:trace>
  <inkml:trace contextRef="#ctx0" brushRef="#br0" timeOffset="33138.35">12991 9670 27 0,'0'0'17'0,"0"0"9"0,0 0-14 0,0 0-6 0,0 0-2 16,0 0 3-16,0 0-6 15,0 0-1-15,0 0 0 16,0 0 0-16,0 1-1 0,0 2-6 16,0 2 5-16,1 0 2 15,-1 1 0-15,1 0 0 16,3-1 0-16,0 0 1 16,1-3 0-16,4 0 3 15,-2-2 2-15,6 0 13 0,3-9 7 16,4-5-8-16,6-3-7 15,3-3-5-15,5-4-3 16,7 0-2-16,5-3-1 16,0-3-13-16,2 0-47 15</inkml:trace>
  <inkml:trace contextRef="#ctx0" brushRef="#br0" timeOffset="33885.72">14845 9684 14 0,'0'0'1'0,"0"0"4"0,0 0 11 0,0 0-3 16,0 0 5-16,0 0-3 15,0 0-3-15,0 0 1 16,0 0 3-16,0 0-2 0,0 0-2 15,0 0-7-15,12-24-2 16,-12 24-2-16,0 0-2 16,0 0-2-16,0 0 2 15,0 0 1-15,0 3 1 16,0 3 0-16,0 1 1 0,0-1-2 16,0-1 0-16,0 1 0 15,5-5 0-15,5-1 1 16,6 0 21-16,4-10 4 15,11-5-11-15,10-7-13 16,11-3 1-16,10-5-2 0,7-2-19 16,4-7-51-16</inkml:trace>
  <inkml:trace contextRef="#ctx0" brushRef="#br0" timeOffset="35302.94">14930 9663 153 0,'2'0'-25'0,"1"0"26"0,3 0-5 0,-1 0-24 16,2-1-52-16</inkml:trace>
  <inkml:trace contextRef="#ctx0" brushRef="#br0" timeOffset="36177.83">16778 9678 82 0,'0'0'8'0,"0"0"27"0,0 0-11 0,0 0-8 0,0 0-10 16,0 0-5-16,0 0-1 15,0 0-4-15,0 0-12 16,0 0-2-16,0 0-10 16,0 0-26-16</inkml:trace>
  <inkml:trace contextRef="#ctx0" brushRef="#br0" timeOffset="37401.98">19921 9345 47 0,'2'0'10'0,"-2"0"-5"0,0 0-1 0,0 0 3 0,0 0 4 16,0 0 5-16,0 0-2 15,0 0-8-15,0 0-2 16,0 0-5-16,0 0-10 16,1 1 8-16,1 2-5 0,0-2-3 15,0 2 4-15,-1-3 5 16,2 2 2-16,-3-2 0 15,0 0 9-15,2 0 15 16,2 0-8-16,0 0-8 16,2 0-7-16,5 0-1 0,3-6-7 15,4 0-28-15</inkml:trace>
  <inkml:trace contextRef="#ctx0" brushRef="#br0" timeOffset="39072.91">20026 9308 45 0,'5'0'9'0,"-2"0"-1"0,3 0-7 16,3 0 0-16,1 0-2 15,-1 2-1-15,-1-1 0 0,0-1 0 16,-4 0 2-16,0 0 1 15,-3 0 0-15,0 0 1 16,1 0-2-16,-2 0 0 16,1 0 0-16,0 0-1 15,1 0 0-15,-2 0 2 0,0 0 1 16,0 0 0-16,2 0 3 16,1 0 4-16,2-1-3 15,1 1-5-15,-1 0 0 16,3 0 0-16,-2 0 0 15,1 0 1-15,-2 0 3 0,2 0-3 16,-3 0 1-16,2 0 7 16,2 0 10-16,2-5 4 15,6-6-12-15,4-2-3 16,5-4-2-16,9-7-1 16,10 1-4-16,10-7-2 15,5-7-12-15,7-5-49 0</inkml:trace>
  <inkml:trace contextRef="#ctx0" brushRef="#br0" timeOffset="43145.57">6735 13337 86 0,'-7'0'1'0,"2"0"3"0,1 0 8 0,1 0-2 15,1 0-3-15,0-3 6 16,0 2 1-16,0-2-3 16,0 2-1-16,1-1-3 15,0 2-4-15,1 0-1 0,0 0-3 16,0 0-8-16,0 0 9 15,2 0 0-15,4 2-3 16,1 1 1-16,4-1-1 16,2 1 0-16,3-3 2 15,2 3 2-15,4-2-2 0,3 2 2 16,4-3-1-16,1 2 0 16,7-1 1-16,3-1-2 15,3 0-4-15,2 0 6 16,6 0-3-16,0 0 2 15,5 0 5-15,0-3-8 0,2-1 8 16,2 1-5-16,1 0 1 16,0-1 0-16,1 0-1 15,-1-1 0-15,3 2 1 16,-3-3-2-16,3 3 1 16,-3 0-3-16,3 0 4 0,-4 3-1 15,3 0 1-15,-1 0 3 16,3 0-3-16,0 0 0 15,0 0-1-15,5 0 1 16,-1 0 1-16,0 4-2 16,0-3 0-16,3 0 1 15,-1-1-1-15,-1 0 0 0,1 0 1 16,1-3-1-16,-1-3 0 16,0-2 0-16,1-1 2 15,0 1 1-15,1-1 2 16,1 2-2-16,-4 1-2 0,0 1 0 15,-1 3 0-15,-1 1-1 16,0 1 0-16,0 0 2 16,3 0-3-16,-2 0 2 15,4 0-1-15,1 0 1 16,0 0 0-16,4 0-1 0,-4-6 3 16,3-1-2-16,0 1 1 15,0-1-2-15,0-1 0 16,-3 2 0-16,0 2 1 15,-1 1-1-15,-4 0 0 16,3 2 0-16,-5-1 0 16,4 1 0-16,0-1 0 0,6-2 0 15,-1-1 1-15,4 0-1 16,2-2 0-16,0-1 0 16,2-1 0-16,0-1 3 15,-3 3 8-15,3-3 3 16,3 2-6-16,2-1-3 0,1 3-2 15,2 2-2-15,4 3 1 16,4 1-2-16,0 1-16 16,0 9-19-16,6-1-14 15,0-2-24-15</inkml:trace>
  <inkml:trace contextRef="#ctx0" brushRef="#br0" timeOffset="44839.56">13055 13347 117 0,'13'5'-20'0,"1"-1"29"0,5 0 4 0,2 0-3 0,6 0 2 15,4-1-1-15,1 3-4 16,7-3-1-16,3 3-4 16,2-1 1-16,5 1-2 15,0 0-1-15,5-1 1 16,8 2-1-16,1-1 1 0,6 0-1 15,8 1 1-15,5-1-1 16,3 2 1-16,4-1-1 16,2 0 1-16,2 3-1 15,3-3 0-15,3 2-1 16,-1-2 1-16,6 0 0 16,2-3 0-16,0-1 0 0,3 0 1 15,0 0 3-15,4-2-1 16,1 1-2-16,2-1 0 15,-2-1 0-15,3 0-1 16,-4 0 0-16,0 1 0 0,-1 1 2 16,-1-2-1-16,1 0 1 15,-3 0 3-15,1 0 0 16,-1 0-2-16,-1 0-1 16,-1 0 0-16,-2 0-1 15,-4 0-1-15,1 0 2 16,-1 1-2-16,-3-1 10 0,-1 0-3 15,1 0 4-15,-2-4-1 16,2 0-4-16,-1-3 0 16,0 1-2-16,-2 0-1 15,1 1 0-15,1-1 0 16,-4 3-3-16,0 0 1 0,-4 0-1 16,1 3 1-16,-7-1-1 15,0 1 0-15,-1-1 1 16,1 1-2-16,0 0 1 15,1 0 1-15,1 0-1 16,3 0 0-16,1 0 1 0,-2 0-1 16,0 0 0-16,1 0 0 15,-1 0-1-15,0-2 0 16,0 1 2-16,-2-2-2 16,1 0 1-16,0-1 0 15,0 1 0-15,2-2 1 0,2 0-1 16,2 3 0-16,1-2 0 15,4 2 0-15,-1 1 1 16,0-1-2-16,0 2 1 16,-1 0-1-16,-1-2 2 15,0 1-1-15,0-1 0 0,3-1 0 16,-4-1 0-16,2 1 0 16,-1 1 1-16,3 0 0 15,2-1 0-15,3 0-1 16,0 2 1-16,2 0-1 15,-3-1 0-15,-2-1 0 0,-3 1 0 16,-4 0 1-16,-3-1-1 16,-5 2 0-16,-3-1 1 15,-2-2-1-15,-2 4 1 16,-6 0-1-16,0 0 0 16,-4 0 0-16,-1 0 0 0,-4 0 0 15,-1 0 0-15,-5 0 1 16,-5 0-1-16,-2 0 4 15,-6 0 2-15,-3 0 3 16,-4 0-2-16,-6 0-2 16,-2 0-1-16,-3 0-3 15,-4 0 1-15,0 0-3 0,-5 0 3 16,-2 0-2-16,-3 0 0 16,-3 0-3-16,-3 2-2 15,-3 0-7-15,-2-2-20 16,0 0-62-16,-14 0-18 15</inkml:trace>
  <inkml:trace contextRef="#ctx0" brushRef="#br0" timeOffset="46134.72">10445 13214 92 0,'13'0'2'0,"-2"0"-1"0,5 1 3 0,-1 0-4 16,6 2 2-16,4-1-2 16,2-2 0-16,5 0-1 15,7 0 0-15,-1 0 2 16,6 0-1-16,-1 0 1 0,1 0-1 15,-1 0 2-15,2 0-3 16,2 0 1-16,2 0 0 16,4 0-1-16,3 3 1 15,5 1 3-15,3 0 4 16,5 3-1-16,8-1-1 16,3 2 0-16,5-2-3 0,3 4-1 15,5 1 2-15,-1 0-3 16,0 1 1-16,4 1-5 15,0 0 0-15,4-2 3 16,3 0-2-16,2 0-7 0,1-3-11 16,1-5-62-16</inkml:trace>
  <inkml:trace contextRef="#ctx0" brushRef="#br0" timeOffset="48362.21">5899 12194 64 0,'0'0'116'0,"0"0"-111"0,2 0-14 0,2 0 13 0,1 0-2 16,-1 11-2-16,2 5 0 15,2 5 1-15,-3 10 1 16,1 8 1-16,0 10 0 16,-2 7 1-16,1 9-1 15,0 8-3-15,-1 6 0 16,1 2 0-16,-1-2 0 0,-1-2 0 16,3-7 0-16,1-8 0 15,0-8 0-15,-1-4 0 16,-3-6 1-16,-1-3-2 15,-2-8-53-15,0-12-42 16</inkml:trace>
  <inkml:trace contextRef="#ctx0" brushRef="#br0" timeOffset="50483.86">6108 12347 56 0,'0'0'3'0,"58"-17"2"0,-24 10 1 0,0 0 0 0,0 1-4 16,1 1-1-16,1 1 2 15,-2 1-3-15,3 1 1 16,2 2 0-16,1 0-1 16,2-2 1-16,3 2 0 0,0-1 0 15,6 1 1-15,-3 0 3 16,4 0 1-16,3 0 1 16,0 0-3-16,3 0 0 15,2 0-2-15,1 0 0 16,3 3-1-16,2 1 0 0,-1-1 1 15,1 1-1-15,1-1 1 16,0-1 0-16,2 0 3 16,3-2 0-16,-2 0-2 15,1 0 0-15,5 0-2 16,-2-2 1-16,2 0-2 0,-3 1 0 16,-1 1 1-16,2 0-1 15,-3 0-31-15,1 0 49 16,4 0-16-16,-1 0-1 15,2 0 0-15,0 0 0 16,4 1 1-16,-2 1-2 0,-5 2 0 16,6 0 3-16,-2 1-3 15,5-1 0-15,-1-3 0 16,5 2 0-16,3 0 0 16,0-2 1-16,5 1-1 15,-1-1 0-15,0 3 1 16,5-1-1-16,-1 2 0 0,1-2 1 15,3 2-1-15,-1-1 0 16,0-2 0-16,-1-1-1 16,3-1 3-16,0 0 3 15,-3 0 2-15,2 0 2 16,4-1-2-16,-1-3-4 0,0-1 2 16,3-2-2-16,3 1-2 15,0-1 2-15,4-1-2 16,-3-1 2-16,1-1-1 15,-3 0-2-15,2-1 0 16,-2 0 1-16,1 1 0 0,-1 0 0 16,1 1 0-16,-2 1-1 15,4 2 0-15,1-1 1 16,-1 1-1-16,2-1 0 16,5 1 0-16,-5-2 0 15,1 4 1-15,-3-2 0 0,0 0-1 16,-2 1 0-16,1-2 0 15,-1-2 1-15,-1 2 5 16,2-3-1-16,2-1-1 16,-1-1-2-16,4-1 0 15,1 1-1-15,3 0 0 0,2 1-1 16,0 0 0-16,0 1 0 16,0 3 0-16,0 0-1 15,-2 2-1-15,2 1 1 16,-1-2 0-16,2-1 1 15,3 0-3-15,2 0 6 0,1-1-3 16,4 0 0-16,0 1 0 16,-2 0-5-16,2 1-3 15,-5 2 4-15,3 0 1 16,-4 0-1-16,4-1 2 16,-5 1 5-16,5-1-1 0,-4-1 0 15,1 1 4-15,1-3-3 16,-3 1-2-16,-1 1 4 15,-1 1-4-15,0-2-1 16,2 1 0-16,-2 0 0 16,2-2 2-16,0 2-2 0,1-1 0 15,0 1 1-15,-1-1 0 16,-1 1 0-16,0-1 2 16,-2 0 4-16,1 3-2 15,0-2-4-15,-1 3-1 16,0-1-1-16,-1 3 2 15,0-3-3-15,-2 2 1 0,0-4 0 16,-5 2 2-16,-1 1-1 16,-3-1-2-16,-2-2 4 15,-1 3-3-15,-1-1 4 16,-5 3-3-16,1-2 1 0,-2 0-1 16,-2 2 0-16,2-1 1 15,0 0-1-15,0 0 1 16,-1-1-1-16,2 0 0 15,-3-1 1-15,-2 1-1 16,-4-1 0-16,-4 0 0 0,-4 1 0 16,-6-3 1-16,-5 3-1 15,-6-1 4-15,-8 1 6 16,-3 0 0-16,-3 3-4 16,-3 0-4-16,0 0-1 15,1 3 0-15,-3 4-1 16,3 3 1-16,-3-3-2 0,2 3-2 15,-3-1 0-15,2 1 1 16,-2-2 1-16,1 0 2 16,0 1-2-16,-2-1 2 15,0-1-1-15,-3 0 0 16,0 1 0-16,-1 1 1 0,0 1 0 16,-1 0 1-16,-3 2-2 15,3 4 0-15,-3-2 0 16,2 3 0-16,-4 0 0 15,0-1 0-15,-3 1 0 16,-4-2 0-16,-2 1 1 0,-3 1-1 16,-3 3 0-16,3 1 0 15,-5 2 0-15,1 1 0 16,-4 1 0-16,1 1-1 16,-5 1-1-16,-2 3-1 15,-2 1 1-15,-3 2 1 0,-2 2-3 16,-1 1 8-16,3 3-5 15,-3 0 4-15,1 0-3 16,1 0 0-16,0-2-1 16,1 0-2-16,-1-1-2 15,0-2 4-15,-4-2 0 0,-1 1-2 16,1 0 2-16,-2-2 0 16,0 4-2-16,0-2-3 15,-5 0-6-15,-2-1 4 16,-3-2 11-16,1-1-3 15,2 0 3-15,-2 0 2 16,-3 1-2-16,0 3-3 0,-2 2-1 16,-1-1 0-16,-2 2 4 15,0-1-3-15,-1-5 1 16,0-3-4-16,-1-2-2 16,-3-6 11-16,-1-1 4 15,-7-1-2-15,-13-1-2 0,-19-2-1 16,-26 0-2-16,-30 1-2 15,-31-5-19-15,-33-6-88 16</inkml:trace>
  <inkml:trace contextRef="#ctx0" brushRef="#br0" timeOffset="54130.75">18902 13786 57 0,'5'3'7'0,"-1"-3"-4"0,0 0 15 0,-2 0-12 16,1 0-2-16,3 0-3 0,-3 0 0 16,1-4-1-16,-2 1 10 15,1 0 19-15,1-1-10 16,-2 1-13-16,0 0-6 16,1 0 0-16,-3 2 1 15,0-2-1-15,0-1 3 0,0-1 2 16,0 0 14-16,0 0 3 15,0 0-2-15,-5 0-9 16,-1 1-9-16,-1 2 5 16,-5 2-2-16,2 0-5 15,-2 0 0-15,0 6 0 0,0 6 2 16,1 1-1-16,0 2-1 16,4 4-1-16,2-1 1 15,3 1-1-15,2-1-1 16,0 0-3-16,7-3-4 15,4 2 2-15,3-6 4 16,0 2 3-16,2-5 3 0,0 2-5 16,2-3 1-16,-5-1 1 15,-1 1 3-15,-3-1-2 16,-2 0-1-16,-5-1 1 16,-2 2-1-16,0-1-5 15,-8 0 13-15,-7 0-2 0,-5 1-1 16,-7 0-3-16,0-2-2 15,-1 2 0-15,1-1 0 16,6-2-18-16,3-2-32 16,6-2-70-16</inkml:trace>
  <inkml:trace contextRef="#ctx0" brushRef="#br0" timeOffset="54543.92">19113 13905 137 0,'0'0'-10'0,"0"0"9"0,0 0 3 16,0 0 0-16,0 0 2 16,0 0 3-16,0 0 3 0,0 0 2 15,40 22 3-15,-34-22 3 16,3 0-4-16,-2 0-6 15,1-6-2-15,-1-3 1 16,-3-1-3-16,-3-1 1 16,-1 0-2-16,0 0-1 0,0 1 0 15,-1 2-6-15,-3 3-3 16,-5 2-1-16,0 3 17 16,0 0-9-16,0 3-5 15,1 5 4-15,2 4-1 16,5 0 2-16,1 1-1 15,0-1-3-15,5-1-6 0,8-2 10 16,5-3-1-16,2-1 2 16,4-3 0-16,1-2-1 15,4 0 3-15,0-6-10 16,-2-6-38-16,0-2-26 0</inkml:trace>
  <inkml:trace contextRef="#ctx0" brushRef="#br0" timeOffset="54785.39">19471 13658 96 0,'0'0'0'0,"0"0"40"0,0 0 8 15,0 0-19-15,0 0-11 16,0 0-21-16,0 0 12 16,0 0-8-16,0 0 1 15,-37 44-2-15,24-11 2 0,0 4-1 16,5 0-1-16,2-2 0 15,2-3-1-15,4-4 0 16,0-3-1-16,2-6-5 16,7-4-10-16,3-7-16 15,3-7-14-15,3-1 8 16,3-16-56-16</inkml:trace>
  <inkml:trace contextRef="#ctx0" brushRef="#br0" timeOffset="55183.82">19686 13630 121 0,'0'0'14'0,"0"0"33"0,0 0-8 16,3-37-15-16,-3 37-19 15,-3 9 2-15,-7 10-3 16,-1 8-4-16,-5 9 1 16,1 9 1-16,2 8-2 15,3 5 0-15,1 3 0 0,0 0 0 16,4-3 0-16,1-4 0 15,2-7 0-15,0-8-2 16,2-7 4-16,0-5-4 16,0-7-1-16,5-7-1 15,3-5-6-15,3-4 10 0,-3-4 3 16,0-5-1-16,0-11 6 16,0-4-1-16,-5-6-5 15,-3-2 1-15,0-1-3 16,-4 0-4-16,-10 4-6 15,-1 2-4-15,-4 3 3 0,3 4 14 16,3 4 7-16,7 0-7 16,6 4-1-16,3-1-6 15,19 0 4-15,10 1-7 16,10 0-6-16,9-1-8 16,3 3-22-16,3-4-14 0</inkml:trace>
  <inkml:trace contextRef="#ctx0" brushRef="#br0" timeOffset="55588.84">20466 13883 215 0,'0'0'10'0,"0"0"14"0,0 0-15 0,0 0-3 0,-38-37-5 15,21 35 1-15,-1 2 0 16,-2 0-2-16,-2 9 1 16,1 6-1-16,3 1 0 15,2 2-1-15,6-1 1 16,5 0-1-16,3-5-2 0,2-2-9 16,0-4-16-16,7-4 14 15,4-2 8-15,5 0 6 16,3-4 16-16,1-6-1 15,3 3-2-15,-5-2-7 16,1 5-2-16,-3 0 3 0,-2 4-2 16,-4 0-2-16,1 4-2 15,-3 4 1-15,-1 0-1 16,2 5 1-16,2-5-1 16,-2 2-1-16,4-3 0 15,2-4-2-15,-1-3-13 0,4 0-33 16,-5-10-46-16</inkml:trace>
  <inkml:trace contextRef="#ctx0" brushRef="#br0" timeOffset="55810.15">20683 13595 48 0,'0'0'170'0,"0"0"-157"15,0 0-16-15,0 0 7 16,0 0-4-16,3 41-1 0,-3-12 7 16,0 7-3-16,-2 6-1 15,-2 2-2-15,1 5 0 16,-2-1 0-16,-1 0 0 16,-1-5-19-16,2-9-69 15</inkml:trace>
  <inkml:trace contextRef="#ctx0" brushRef="#br0" timeOffset="56051.88">20886 13597 136 0,'0'0'121'0,"0"0"-102"15,0 0-14-15,0 0-1 0,0 0-1 16,0 0-1-16,12 65 1 16,-12-27-1-16,0 4 0 15,0 5-2-15,0 0-3 16,0 1-16-16,-8-7-34 16,-4-3-40-16</inkml:trace>
  <inkml:trace contextRef="#ctx0" brushRef="#br0" timeOffset="56543.84">20657 13884 242 0,'0'0'-8'0,"36"0"3"15,-7-1 8-15,6-2 0 16,3 1-1-16,0 0-2 0,1-1 0 15,-2-2 0-15,0-2 1 16,3-1-7-16,0-2 11 16,2-3-4-16,-1 2 0 15,-4-1-1-15,-10 3-3 16,-9 1 2-16,-7 3 2 16,-10 3 3-16,-2 2 25 0,-15 0-22 15,-6 7-5-15,-2 6-2 16,-3 5 1-16,4 2-1 15,3 0 0-15,7-1 0 16,7-1-1-16,5-1 0 16,1-3-2-16,3-4-7 0,10-2 0 15,9-7 4-15,7-1 1 16,4 0 3-16,6-9 3 16,6-5-1-16,0-1 0 15,1 2 5-15,-4 2 4 16,-6 5 4-16,-5 6-1 0,-4 0-2 15,-9 15-4-15,-3 8-2 16,-3 1 1-16,1 5 0 16,0 2-1-16,2 0-2 15,6-3-2-15,10-5-2 16,12-10-34-16,14-13-154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20:38.8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8706 6740 136 0,'-5'-2'-23'0,"1"-7"31"0,1 0-1 0,1 2 1 16,2 3 0-16,-2-2-2 15,2 3-1-15,0 2-2 16,0-1-2-16,0 2 0 16,0 0-2-16,0 0 1 15,2 3 0-15,5 3-2 0,4 3 3 16,0-1-2-16,5 2 2 16,4-1-1-16,5-2-1 15,2-2 3-15,6-2-2 16,0 0 0-16,3 1 0 15,1-4 0-15,2 3 0 0,1-3 0 16,1 3-1-16,1-2 2 16,4 1 2-16,5-1 0 15,4 2-1-15,0-1-1 16,5 0 1-16,2 1-1 16,-2-3-1-16,3 1 1 0,2 2 0 15,-2-3 0-15,3 0 0 16,1 0 0-16,2 0 0 15,3 0 1-15,1 0-1 16,5 0 2-16,3 0 0 16,4 0-1-16,3 0 0 0,8 0 0 15,2 0-1-15,2 0-1 16,3 0 2-16,3 0-1 16,1 5-1-16,0 0 0 15,-1 1 2-15,3-2-2 16,5-1 1-16,3-3-2 15,2 0 2-15,7 0 0 0,1-4 0 16,3-3 1-16,3-2-1 16,2 2 3-16,1 1 0 15,0 1 0-15,-1 2-1 16,-3 0 2-16,1 2-1 0,-2-1 0 16,0 2 0-16,-2 0 0 15,3-4-2-15,0 1 1 16,1-1 1-16,0-3-2 15,4 0 0-15,-4-1-2 16,0 0 1-16,-4 2-1 0,-3-1 1 16,-7 0 0-16,-7 1-1 15,-6-2 0-15,-9 2 1 16,-6 0 1-16,-11 0 3 16,-5 0-2-16,-6 0 1 15,-7-1 1-15,-10 4-3 0,-4-1-2 16,-5 1 1-16,-7 3-1 15,-5 0 0-15,-9 0-13 16,-6 0-57-16</inkml:trace>
  <inkml:trace contextRef="#ctx0" brushRef="#br0" timeOffset="3726.8">3071 7747 23 0,'-2'-3'8'0,"0"-1"5"0,0 2-4 0,0 0-5 15,-4 0 0-15,4 1-4 16,0 1-2-16,0-1 6 0,0 1-1 15,2-1 2-15,0 1 3 16,0 0-5-16,0 0-6 16,0 0 5-16,0 0-4 15,6 0 6-15,2 0-3 16,-2 0 1-16,5 1-1 0,3 0 1 16,-1-1-1-16,3 1 0 15,1-1-1-15,2 2 1 16,3-2-1-16,2 4 2 15,3-2-2-15,4-1 0 16,-1 0 0-16,3-1 0 0,0 0 0 16,1 0 1-16,-1 0-1 15,-1 0 1-15,1 0 0 16,2 0-2-16,0 0 2 16,-1-2-1-16,3-2 0 15,-1 0 0-15,0 1 0 0,2 1 0 16,0-3 0-16,-2 2 2 15,3 1-4-15,2-1 2 16,1 1 0-16,3 2 0 16,0 0 0-16,-1 0 0 15,1 0 0-15,-3 0 0 0,4 0 0 16,-6 0 0-16,4 0 2 16,-1 0-2-16,-1 0 0 15,1 0 0-15,-3 0 1 16,-2 0 0-16,2 0 0 15,1-1 0-15,-2 0 0 16,4-1-1-16,0 1 3 0,1-1-3 16,1 2 2-16,-1-1-1 15,2-1 0-15,-4 1 0 16,-2 1 1-16,-4 0-1 16,4 0-1-16,-4 0 1 15,-1 1-1-15,3 2 1 0,-2 3 1 16,2-3-2-16,1 0 0 15,1-2 1-15,3 1-1 16,1 0 1-16,3-2 0 16,0 0-1-16,2 0 0 15,-3 0 1-15,2 0-1 0,-4 0 0 16,1 0 0-16,2 0 0 16,0 0 0-16,-1 0 1 15,4 0-1-15,-3 0 0 16,2 0 0-16,-2 0 1 0,2 0-2 15,-1 0 2-15,2 0-1 16,-2 0-1-16,1 0 2 16,2 0-1-16,-4-2 0 15,2 1 0-15,-1 1 0 16,2 0 0-16,0 0 0 16,2 0 0-16,0 0 0 0,3-1 0 15,1-2 1-15,1 1-1 16,2-1 0-16,-1-2 1 15,-1 2 2-15,0 0 2 16,-1 1 1-16,-1-2-1 16,-3 2-1-16,-1-2-2 0,3 1 0 15,-5 2-1-15,2-1 1 16,-2-1-1-16,0 3-1 16,1-1 0-16,0 1 1 15,2 0-1-15,0 0 0 16,2 0 1-16,2 0 1 0,1 0 1 15,-1 0-3-15,3 0 1 16,3 0 0-16,-4 0 0 16,1 0-1-16,1 0 2 15,0 0-2-15,-1 0 0 16,5-2 1-16,-1-1-1 16,-1-1 0-16,1 1 0 0,0 1 1 15,1-1-1-15,-5 0 0 16,-1 0 0-16,0 0 0 15,-2 2 1-15,-3-2-1 16,-1 3 0-16,1-1 0 0,0 1 0 16,-3 0 0-16,-1 0 0 15,0 0 0-15,-1 1 0 16,-2 3 0-16,1-1 0 16,-1 0 0-16,2 0 1 15,-4 0-2-15,0-1 2 16,0 1-1-16,-2 1 0 0,1-1 0 15,-3 0 0-15,3 0 1 16,-1-1-2-16,2-1 1 16,0-1 0-16,1 3 1 15,3-3-1-15,0 0 0 16,4 0 0-16,2 0 0 0,2 0 0 16,0-3 1-16,-2-1-1 15,5 0 1-15,0 0-1 16,-1 2-1-16,1 0 2 15,-1 2-2-15,0 0 1 16,-3 0 0-16,1 0 0 0,-2 0 0 16,2 0 0-16,0 0 0 15,-3 0 1-15,5 0-1 16,0 0 2-16,-1-4 6 16,5-1 1-16,1 0-3 15,3-2-2-15,-3 1 1 0,0 1-3 16,3 2 0-16,0-1-1 15,-1 2 0-15,0 1 0 16,2-2-1-16,1 2 1 16,-1-1-1-16,-2-1 0 0,3-1 0 15,-4 0 0-15,1-1 2 16,0-2-2-16,-4 2 0 16,1-1 1-16,-1 2-1 15,1 1 0-15,-2 0 0 16,0 3 0-16,3 0 0 15,-2-1 0-15,3 1 0 16,-3-2 0-16,1 2 1 0,-1-3-1 16,-1 2 0-16,0-1 0 15,-2 0 0-15,0 2 1 16,1 0-1-16,-2 0 3 16,0 0-2-16,-1 0 2 0,0 0-3 15,0 2 1-15,-3 0-2 16,-2-2 2-16,1 1-1 15,-5-1 2-15,4 0-2 16,-4 0 1-16,2 0 0 16,-1 0-1-16,0 0 1 0,1 0-1 15,2 0 1-15,-3 2-2 16,1-1 1-16,0-1 1 16,1 2-2-16,-2-1 2 15,-2-1-1-15,-2 3 0 16,3-3 0-16,-3 1 0 15,0 1 0-15,0-1 0 0,-1 0 1 16,3 1-1-16,-4-1 0 16,4 1 1-16,-2 1-1 15,5-2-1-15,-2 0 2 16,5 0-1-16,1-1 0 16,-2 0 1-16,1 0 0 0,-2 0-1 15,0 1 1-15,-2-1 0 16,0 1 3-16,0 1-1 15,1-1 1-15,-3 1-1 16,0 0 0-16,0-2-2 16,-6 1 1-16,1-1 0 0,-3 0 0 15,0 0 1-15,-1 0 1 16,-5 0 1-16,-1 0-2 16,-4 0-1-16,-1 0-1 15,-5 0-1-15,-6 0 0 16,-8 4-2-16,-7-1-40 0,-12-3-106 15</inkml:trace>
  <inkml:trace contextRef="#ctx0" brushRef="#br0" timeOffset="4909.82">3085 8595 47 0,'7'0'4'0,"-1"0"4"0,1 0 0 0,4 0-1 0,5 0-3 16,1 0 0-16,8 0 0 15,4 0-1-15,6 0-2 16,6 0 0-16,4 0 0 16,7 0 1-16,6 0-2 15,4 4 1-15,5 0 0 16,6 3-1-16,6-1 1 0,5 4-1 15,6 0 2-15,4 1-2 16,7-1 0-16,4-2 0 16,5-3 1-16,-3-3 0 15,0-2-1-15,-7-12-23 0</inkml:trace>
  <inkml:trace contextRef="#ctx0" brushRef="#br0" timeOffset="6147.79">7121 8626 38 0,'0'0'4'0,"0"0"2"0,0 0-2 16,37-1-2-16,-25-2 1 16,-1 3-3-16,3 0 1 0,-1 0 0 15,-1-1 2-15,-1 0 1 16,4 0 2-16,1-2 1 15,4-1 1-15,2 0-3 16,5-1 2-16,4-1-3 16,3 1-1-16,2-1 1 0,4 2-2 15,0 1 0-15,2-1-2 16,8 0 2-16,0 1 3 16,4-3-4-16,7 2-1 15,-1-2 1-15,3 1-1 16,3 0 0-16,0 0 0 0,-1 0 0 15,0 1 1-15,1 2-1 16,0 0 0-16,2-1 0 16,0 1 0-16,-1 1 1 15,4-2 3-15,-2 2 4 16,4 0-3-16,0 1-1 16,-2 0-2-16,3 0-1 0,2 0-1 15,0 0 0-15,2 1 0 16,-1 0 1-16,1-1-1 15,2 0 0-15,3 0 1 16,-5-4 1-16,-1-3 0 0,2 0 3 16,-2 0 0-16,-2 1 2 15,2 1-1-15,-3 2 1 16,1 1-5-16,2-1 1 16,0 2-2-16,-2 1-1 15,2 0 1-15,-2 0 0 16,2 0-1-16,2 0 0 0,-4 0 2 15,0-1-4-15,0-1 2 16,-5 2 0-16,0 0 2 16,-2-3-2-16,-3 2 0 15,0-2 1-15,0 0-1 0,1 2 2 16,0-3-2-16,1 2 2 16,-3 2 4-16,2-1 5 15,0-1 1-15,1 2-2 16,0-3 4-16,-2 2-3 15,1-3-5-15,0 2-1 0,1 2-5 16,0 0 0-16,-5 2-7 16,-5 3-48-16,-6-3-132 15</inkml:trace>
  <inkml:trace contextRef="#ctx0" brushRef="#br0" timeOffset="8134.58">12838 8710 21 0,'40'0'4'0,"7"0"-1"0,4 0 3 16,4-4-1-16,3 1-2 16,2-3 1-16,0 3-1 15,5-1-1-15,-2 1 1 0,5-1 1 16,7 2-1-16,3 1-1 16,4 0 1-16,4 1-5 15,4 0 4-15,5 0-4 16,-3 0 2-16,4 3-1 15,-3 1 0-15,4-1 1 16,1-2 0-16,0 2 1 0,4-3 0 16,2 1 4-16,-4-1 8 15,1 0-1-15,2 0-4 16,0 0 0-16,4 0 1 16,0 0-2-16,5-1-3 0,-2-2 1 15,2 0 0-15,4-1 4 16,2-2 4-16,1 1 0 15,1 0-5-15,-1 1-5 16,-1 1 0-16,-3 0-2 16,0 3 0-16,-1 0 0 15,-2 0-1-15,0 0 0 0,-3 0 0 16,1 3 1-16,1 0-2 16,2 1 1-16,1-2 1 15,5 1-1-15,0-3 0 16,-2 3 0-16,3-2 0 15,-3 2 2-15,1-2-2 0,-2-1 0 16,1 0 0-16,1 0 0 16,-1 0 1-16,3 0 1 15,-4-1-2-15,0-4 1 16,-1 1 4-16,-1-1 6 16,-3 0 1-16,1 1-1 0,-1-1-1 15,1 1-5-15,-2 2 0 16,-1 0-2-16,0 1-2 15,1 1-1-15,-1 0 0 16,4 0 2-16,-2 0-2 16,1 0 0-16,0 0 0 0,-2 0 0 15,-3 3 0-15,-4-2 0 16,1 2 0-16,-2-2 1 16,2-1-1-16,-5 1 0 15,3 0 0-15,-1 0 0 16,-2 0 0-16,4 1 1 0,0 2-1 15,0-2 0-15,1 1 0 16,-3 2 1-16,-2-1 0 16,2 3 1-16,-2 1 0 15,1 3 1-15,0-1-2 16,1 1 0-16,-4 1 0 0,-4 0 0 16,-5 0-1-16,-3-2 1 15,-5-2-1-15,-6 0-1 16,-3 1 2-16,-8-4-1 15,-5 0 0-15,-8 3 0 16,-12-1-1-16,-10-2-14 0,-14-5-63 16</inkml:trace>
  <inkml:trace contextRef="#ctx0" brushRef="#br0" timeOffset="13561.13">16354 7222 28 0,'0'0'17'0,"0"0"-13"0,0 0-2 0,0 0-2 0,0 0 0 15,0 0-2-15,0 0 1 16,0 0 2-16,0 0 0 15,2 0 0-15,0 0 2 16,-2 0-3-16,2 0 2 0,0 0-2 16,0 3 0-16,2 1 0 15,0 0 0-15,-2-1 0 16,0 3 0-16,0-1 1 16,1-1 0-16,1-1 0 0,-1 2 1 15,1-3-1-15,3 1 3 16,-2-3 2-16,3 0 5 15,-1 0 1-15,4-3-3 16,2-5-1-16,2-3-4 16,4-4 1-16,3-2-2 15,5 0 2-15,3-4 1 0,5 0 0 16,0-2 2-16,5-1 4 16,1 1-1-16,1-1-1 15,-1 1-2-15,2 2 0 16,-4 0-7-16,-1 1 0 15,-4 4 0-15,-3 1-1 0,-8 2 0 16,-1 3 1-16,-9 1 1 16,-1 4 6-16,-5 0-1 15,-1 2 0-15,-1 2-6 16,-1 1 0-16,-2 0-1 16,3 0-1-16,-5 0 1 15,2 0 0-15,-2 0 0 0,0 0 0 16,0 0 0-16,0 0 0 15,0 0 4-15,0 0 2 16,0 0-3-16,0 0-3 16,0 0 0-16,0 0 0 0,0 0-4 15,1 4-1-15,-1 3 2 16,0-4-35-16,-6-3-48 16</inkml:trace>
  <inkml:trace contextRef="#ctx0" brushRef="#br0" timeOffset="15943.91">20375 7717 28 0,'0'0'25'0,"0"0"-2"0,0 0-3 0,0 0-8 0,0 0-4 15,0 0-5-15,0 0-3 16,0 0 1-16,0 0-2 16,0 0 2-16,0 0-2 15,0 0 1-15,13-11-2 0,-13 12 0 16,2 6 3-16,-1-1-1 16,-1 3 1-16,2-2 1 15,0 4-1-15,3-4 0 16,-1-2-1-16,1-3 0 15,3 0 1-15,3-2 1 16,-1 0-1-16,5-4 3 0,3-4 3 16,1-3-2-16,5-2 2 15,4-4-2-15,3-1 1 16,5-5 0-16,7-5 4 16,2-1 0-16,6-2 1 15,-4-2-3-15,0 3 0 0,-7 5-4 16,-6 3-2-16,-7 8 3 15,-5 3-1-15,-5 4 0 16,-2 3-3-16,-2 2 1 16,0 2-4-16,-4 0 2 15,0 0 0-15,-2 0 0 0,-4 2-1 16,0 3-9-16,-3 1-23 16,0-2-9-16,0-4-34 15</inkml:trace>
  <inkml:trace contextRef="#ctx0" brushRef="#br0" timeOffset="18916.7">2770 6986 3 0,'0'0'8'0,"0"0"27"0,0 0-17 0,0 0-13 16,0 0-4-16,0 0 0 15,0 0 0-15,0 0-3 0,0 0-14 16,0 0 4-16,0 0 10 16,0 0 7-16,-11-22 1 15,8 21 1-15,3 1 6 16,-2-3-7-16,2 3 1 16,0 0-1-16,0 0-5 0,0 0-2 15,0 0 2-15,-3 0-2 16,-1 0-5-16,2 0 11 15,-3 3 1-15,-3 1-2 16,3 1-3-16,-4 0 2 16,2 1-2-16,1-3 1 0,-3 4-1 15,0-3-2-15,0 3 1 16,2 2 1-16,-5-1 0 16,4 2-1-16,-1 2 1 15,-1-1 0-15,2 2 0 16,1-2-1-16,1-1 1 0,2 0-1 15,1-2 0-15,3 1 0 16,-2 1 0-16,2 0 1 16,0 3-2-16,0 0 1 15,0 2 1-15,0-1-1 16,0 2 0-16,2-2-1 16,3 0 2-16,-3-1-1 15,2 1 1-15,1 0-1 0,-1-1 0 16,3-1 0-16,-2-1 0 15,1-1 1-15,1 1-2 16,-1-2 1-16,2 2 0 16,-2-2 0-16,3-2 0 0,-1 1 0 15,2 1 0-15,1-2 2 16,-2 0-2-16,2 3 3 16,-2-1-3-16,0 2 0 15,0 0 1-15,-2 2-2 16,-5 1 1-16,2 2 0 0,-4 2 0 15,0 1 1-15,0 1-2 16,-6 1 1-16,-4-1-2 16,-1 1 4-16,-2-4 3 15,0 0 1-15,0-1-7 16,0-5 8-16,1 2-3 0,-1-3 0 16,1 0-2-16,1-3 0 15,-1-1 0-15,4-2-1 16,1-2 1-16,1-2-1 15,3 0 2-15,-1 0 1 16,1 0-3-16,-1 0 2 0,4-2-2 16,0-1-2-16,0 2-2 15,0-1 11-15,0 1-10 16,7 1 1-16,0 0 1 16,1 0-1-16,1 0 1 15,-1 0 0-15,2 0 0 0,-3 0-1 16,3 4 1-16,4 1 0 15,-3 0 0-15,1 4 0 16,-1-2-2-16,2 6 1 16,-4-1-4-16,0 2 6 15,-4 3-1-15,-1-1 0 0,-4 4 0 16,0 1 1-16,0 4-2 16,-7 0 3-16,-1 3-1 15,-4 1-1-15,-1-2 1 16,4 0 0-16,-3-1-1 15,4-4 0-15,-1-1 0 16,3-2 2-16,0-2-2 0,2 0 0 16,2-3 0-16,0-1 0 15,2 0 0-15,0-2 0 16,0 2 0-16,4-2 0 16,2 4 0-16,2-1 0 0,-2 1 0 15,-1 1 0-15,3-2 1 16,0 0 0-16,-1-5 2 15,3 2-2-15,4-5 5 16,-1-5-3-16,6-1 3 16,2-1 0-16,6-12 0 0,-2-2-4 15,-2-7-19-15,-2-7-96 16</inkml:trace>
  <inkml:trace contextRef="#ctx0" brushRef="#br0" timeOffset="20020.59">2765 6963 61 0,'2'1'-7'0,"0"1"10"0,-2-1-3 0,1-1 1 0,-1 0-1 16,0 0 27-16,0 0 1 15,-3 0-21-15,-3 0-4 16,-1 0 1-16,-2 0 3 0,2 0-2 16,3 0-5-16,-3 0 1 15,3 0-1-15,-1 0 0 16,-2 1 0-16,3 5 0 15,-3 0-1-15,-1 4 0 16,0 1-2-16,0 5 3 16,1 1 0-16,-3 2-1 0,2 3 2 15,1 4-2-15,-1 1-7 16,-2 1 12-16,-1 5-4 16,1-2 0-16,2 0 0 15,-3-1 0-15,5 0 0 0,-1-5 0 16,3 1 0-16,4-2 0 15,0-1 2-15,0 0-2 16,4-3 1-16,7 0 0 16,0-2-1-16,1-1-1 15,3-4 2-15,-1-2 1 16,1-1-3-16,1 1 4 0,-1-2-3 16,-1 0 1-16,-1 0 0 15,-2 2 0-15,1 1-1 16,-6-2 0-16,1 3 0 15,-3-2 1-15,1 5 2 16,-5-2-2-16,0 2 1 0,-5 2 1 16,-4-1-2-16,-4 2 2 15,-3 1 0-15,1-2 0 16,-3 1 1-16,-3-4-2 16,4 2 1-16,1-3-2 15,-1-2 0-15,3-4 0 0,3-1 1 16,2-2-1-16,5-2 0 15,1-3 0-15,3 0 0 16,3 0-4-16,5-6-3 16,5-4 2-16,2 1 3 15,2-1 1-15,1 2 0 0,-1 1 0 16,0 3 0-16,-2 3 0 16,1 1 0-16,-3 0 0 15,-2 5-3-15,0 7 0 16,-4 4 1-16,-3 2-1 15,1 4 4-15,-5 1 1 16,0 2-1-16,0 2 0 0,0 0 1 16,0 0-2-16,-7 3 2 15,0 0-2-15,1-3 2 16,-1 1-2-16,5 1 0 16,-2-2 1-16,1-3 0 15,3-4-1-15,0-5 0 0,7-5 1 16,4-3 1-16,7-7-4 15,6 0 8-15,11-11-2 16,5-6 0-16,6-6-3 16,3-8-1-16,3-2-44 15</inkml:trace>
  <inkml:trace contextRef="#ctx0" brushRef="#br0" timeOffset="21365.31">2743 7043 35 0,'-2'-5'3'0,"1"2"-1"0,1-1 2 0,0 1 6 0,0-1 3 15,-2 1 2-15,0-1-3 16,0 3 0-16,0-1-2 16,-2 1-2-16,3 1-6 15,-1 0-2-15,0 0-1 16,-3 4 1-16,0 6 0 0,-1 1 0 16,-3 5-2-16,-3 5 2 15,2 3-1-15,-5 3 1 16,-1 3 1-16,3 2 0 15,-1 0 0-15,3 1-3 16,4-2 4-16,-3 0-1 0,6-5-1 16,0 0 0-16,4-5 0 15,0-1 1-15,0-4-1 16,0-4 0-16,6 3-1 16,1-2 0-16,3-3 1 15,0 0 1-15,3 0-2 0,3 0 2 16,-1 0-1-16,6 0 0 15,-3-1 0-15,0 3 0 16,0 1 2-16,-3 3-2 16,-3-1 0-16,-4 4 0 15,-3 2 1-15,-3 0 3 0,-2 3-2 16,0-1 1-16,-9 2-1 16,-4 2 0-16,-5 1 1 15,-4-1-2-15,2 4 2 16,-5-3-1-16,-2 1-1 15,2-8 1-15,1 2-1 16,2-7 1-16,0-3-2 0,7-4 1 16,2-2-1-16,5-4 1 15,3-3 0-15,2 0 1 16,3-1-2-16,0-8 3 16,0-1-3-16,8-3 0 15,2-2 0-15,7 3 0 0,-2-3 0 16,5 2 0-16,0 3 0 15,-2 0 0-15,0 3 0 16,0 1 0-16,-2 4 0 16,-3 2-2-16,-2 0 1 0,0 0 0 15,-2 5 0-15,0 5 0 16,-2 3-1-16,-3 4-1 16,-1 1 2-16,-1 1 2 15,0 2 0-15,-2 1 1 16,0 0-2-16,0 2 1 15,0-2-1-15,-4 5 0 0,-1-2 0 16,1 4 1-16,-1-5 0 16,1 3-1-16,3-3 1 15,1-1-1-15,0-5 1 16,0-2-1-16,7-6 0 16,7-4 0-16,3-4 0 0,8-2 1 15,6-10 2-15,8-9 1 16,3-6-2-16,2-6-2 15,0-4-18-15,-2-4-28 16</inkml:trace>
  <inkml:trace contextRef="#ctx0" brushRef="#br0" timeOffset="22797.2">2832 6959 61 0,'2'0'2'0,"0"0"-1"0,-2 0-1 0,0 0-1 16,0 0 0-16,0 1-2 15,0 2 11-15,-4 0 2 16,-5-2 0-16,3 4-2 15,-4-3-3-15,0 1-2 16,1 0-2-16,-3 1 2 0,3-2-2 16,-2 5-1-16,-4 1 0 15,4 1 1-15,-1 2-1 16,-1 4 1-16,0 2-1 16,-1 4 0-16,1 0 0 15,-1 6 0-15,1 2-1 0,1 3 1 16,1-2 1-16,1 3-10 15,5-1 17-15,-2-3-8 16,4-2 1-16,3-3-1 16,0-1 1-16,1-4-1 15,8-1 0-15,0-3 0 16,0-2-2-16,4 0 6 0,0-2-3 16,-2-2 0-16,3-2 0 15,-3 4 0-15,1-1 1 16,-3 1-2-16,1 2 0 15,-1 1 1-15,-2 1 0 16,-2 2-1-16,-1 1 2 0,-2 1 0 16,-2 0 1-16,0 2 1 15,0 1-1-15,-4 1 1 16,-5 0-1-16,-3 2 0 16,-1-1-1-16,-3 3-1 15,-3-3 1-15,3-1-1 0,-1-3 0 16,2 0 0-16,2-5 0 15,0-2-1-15,4-2 1 16,2-5-1-16,1 0 0 16,3-3 2-16,3-3-2 0,0 0-5 15,3 0 0-15,5 0 6 16,5-3-1-16,-1-1 0 16,3-1 1-16,-1 2-1 15,-1-1 0-15,-2 4 0 16,1 0 0-16,-3 0 0 15,-3 4-1-15,0 5 1 0,0 4-2 16,-2 0 1-16,-2 5-2 16,-1 2 5-16,-1 0-2 15,0 1 1-15,0-1-1 16,0 3 1-16,0-3-2 16,-5 3 3-16,-2-1-1 0,2 2 0 15,-1-2 0-15,1 0 0 16,1 0 0-16,2-1-1 15,2-3 1-15,0-1-1 16,0-2 0-16,0-1 0 16,6-4 0-16,1-3 0 0,-1-1 1 15,2-4-1-15,1 0 1 16,1-2 2-16,2 0 0 16,-1 0 2-16,2-1 2 15,1-4-2-15,-3-2 1 16,0 0-1-16,0-2 1 15,-2 2 1-15,1-1 1 0,-4 2-2 16,-2 2-4-16,-1 0 2 16,-1 2-3-16,0-1 2 15,-2 2 0-15,0-1 2 16,0 1-4-16,0 1 0 0,0 0 0 16,0-3 0-16,0 2 0 15,0 1-1-15,0 0 1 16,0 0-1-16,0 0 0 15,0 0 0-15,0 0-1 16,2 0 0-16,-2 0-1 0,2 0 1 16,0 0 0-16,3 0-2 15,-2 0-15-15,-1 1-37 16,0-1-61-16</inkml:trace>
  <inkml:trace contextRef="#ctx0" brushRef="#br0" timeOffset="24419.98">4408 2183 103 0,'0'0'-17'0,"0"0"26"0,0 0-1 16,0 0-4-16,0 0 0 16,0 0-1-16,0 0 4 0,0 0-3 15,0 0 1-15,-36-6 1 16,34 4-1-16,0 0 0 16,0 0 0-16,2 2-1 15,0 0-4-15,0 0-1 16,0 0 1-16,0 4 0 0,0 2 0 15,0 1 0-15,2 4 0 16,4 0 0-16,-2 3 0 16,4-3 0-16,-1 2 0 15,1-2 0-15,-2-1 0 16,1 1 1-16,3-5-1 0,-4 0 0 16,-1-2 0-16,3-1 2 15,4-3-4-15,-1 0 2 16,1-10 8-16,5-6 12 15,4-9-5-15,7-8-2 16,6-8-3-16,14-13-4 0,13-16-1 16,20-12 0-16,23-19-3 15,27-17-1-15,29-22-2 16,17-24-105-16</inkml:trace>
  <inkml:trace contextRef="#ctx0" brushRef="#br0" timeOffset="30875.11">6377 10374 44 0,'0'0'7'0,"0"0"-2"0,0 0-3 0,0 0 0 0,0 0-2 16,0 0 1-16,0 0 1 15,0 0 6-15,-36 0 6 16,28-4 0-16,3 2-4 16,-4-1-3-16,2 0 0 0,-2 1-4 15,-1 2-2-15,2-2 0 16,-3 2-1-16,-1 0 0 16,-1 0 0-16,0 0 0 15,-3 0 0-15,1 0 0 16,1 0 0-16,-1 0 1 15,1 0-1-15,3 0 1 0,-1 0 1 16,1 0-1-16,5 2 0 16,-2 0-1-16,2-1 0 15,-2 3 0-15,3-1 0 16,-1 2 0-16,-1 0 0 16,-2 0 0-16,2 0 0 0,3 2 0 15,-3 0 0-15,3 2 0 16,-3 2 0-16,2-1 0 15,1 2 0-15,-3 2 0 16,1 1 0-16,-2 0 1 16,2 3-2-16,-1-1 2 0,1 0-1 15,0 1 0-15,2-2 0 16,2 1 0-16,-2-2 0 16,4 0 0-16,-3-2 0 15,2 1 0-15,1-1 0 16,-1 2 1-16,-1 1-1 0,-2 1 0 15,2 0 0-15,-2 2 0 16,1-1-1-16,-2 2 2 16,3 0-1-16,-1-2 0 15,2 2 0-15,1-3 0 16,0-1 0-16,0 2 0 0,0-2 0 16,0-2 0-16,2-1 0 15,0 1 0-15,0 2 0 16,1-2 0-16,-1 1 0 15,-2 0 0-15,3-1 0 16,1 0 0-16,0-2 0 0,1-1 0 16,1 2 0-16,1-2 0 15,0-1 1-15,-1 1-1 16,1-1 0-16,-1-1 0 16,2 1 0-16,-2-2 0 15,-2-1 0-15,3 2 1 0,-1-2-1 16,4-1 0-16,1-1 0 15,0 0 1-15,3-1-1 16,1-1 1-16,-1 0 1 16,3 1-2-16,0-1 3 15,3 1-4-15,-3-1 2 16,3 1-1-16,3-1 1 0,-1 1-2 16,0-1 2-16,1 1-2 15,-1-1 1-15,0 0 1 16,-1 1-1-16,-2-2 0 15,2-1 0-15,-3 0 0 16,2-1 1-16,2 0-1 0,1 0 1 16,-1 0-1-16,0 0 0 15,3 0 0-15,-2 0 1 16,1 0-1-16,0 0 0 16,1 0 0-16,-2-1 0 15,3 0 0-15,-3 1 0 0,1-2 0 16,0 2 0-16,1-1 0 15,0-2 0-15,-3 3 0 16,2-1 0-16,1-1 1 16,0 2-1-16,-2 0 0 15,0-3 0-15,3 2 0 16,2-1 1-16,-1 1 1 0,1-2-1 16,1 0 2-16,2-1-2 15,0 1 0-15,0 0 0 16,-1 1 1-16,5 0 1 15,-2 0-2-15,3 0 0 16,-1 1 2-16,4-1-1 0,-3 0 1 16,0 1 0-16,2 0 2 15,-1-1-3-15,0 1-2 16,-1 1 1-16,3-1-1 16,-3 0 0-16,0 1 1 15,-1-1-1-15,0 0 0 0,-2-1 0 16,-2 2 0-16,-2 0 0 15,1 0 0-15,1 0 1 16,2 0-1-16,-1 0 0 16,1 0 0-16,2 0 0 15,-1 3 0-15,0-2 0 0,1-1 1 16,-4 1-1-16,1-1 0 16,1 0 0-16,-2 1 0 15,1 0 0-15,4-1 0 16,-1 3 0-16,3-2 0 15,2 1 0-15,3-2 0 16,-2 2 0-16,2-1 0 0,3-1 1 16,-2 0-1-16,-3 0 0 15,3 0 0-15,-1 0 0 16,0 0 0-16,-3-1 0 16,2-1 1-16,-2 2-1 0,0 0 0 15,0 0 0-15,3 0 0 16,0 0-1-16,0 0 2 15,-1-1-1-15,0 0 0 16,-1 0 0-16,-1 1 0 16,0 0 1-16,1 0-1 0,0 0 1 15,0 0 1-15,1 0-2 16,-2 0 0-16,0 0 0 16,1 0 1-16,-5 0-2 15,0 2 1-15,1 1 1 16,-3-1-2-16,3 0 2 0,0-1-1 15,-1-1 0-15,1 0 0 16,1 0 2-16,0 0-2 16,-1 0 0-16,2 0 0 15,-3 0 0-15,1 0 0 16,2 0 1-16,1 0-1 0,-4 0 1 16,2 0-1-16,-2 0 0 15,2 0 0-15,-3 0 1 16,1-3-1-16,2 2 1 15,0-2-1-15,5 1 2 16,1 0-1-16,1-1-1 0,-1 2 1 16,2 0 1-16,0-1-2 15,1 0 0-15,2 1 0 16,-1-1 1-16,2-1-1 16,2 1 0-16,-2 0 1 15,-4 2-1-15,0 0-1 16,0 0 1-16,-1-1 0 0,0 0 1 15,4-1-1-15,0-1 2 16,0-3 2-16,3 2 3 16,-4-1-4-16,0 0 0 15,-2 0-1-15,0 0 1 16,0 1-2-16,-3 0 0 0,-3 1 0 16,0-1-1-16,-4 2 1 15,0 1-1-15,-2-1 0 16,3 2 0-16,-1 0 0 15,0 0 1-15,3 0-1 0,3 0 1 16,-1 0-1-16,3 0 0 16,-2 0 0-16,0 3 1 15,0 0-2-15,-1 0 1 16,-1 0 0-16,1 0 0 16,1-2 1-16,1-1-1 15,3 0 0-15,-2 0 0 0,1 2 0 16,2 0 0-16,1 1-1 15,2 2 1-15,-2-1 0 16,1-3 1-16,0 1-1 16,1-2 0-16,-2 0 0 15,1 0 1-15,1 0-1 0,-1 0-1 16,-2 0 1-16,-1 0 1 16,-4 0-1-16,2 0 0 15,-2 0 0-15,3 0 0 16,1 2-1-16,1 0 2 15,0 1-1-15,-1-2 0 16,-2 2 0-16,3-1 0 0,-5 0 0 16,1-2 0-16,-1 0 0 15,0 0 0-15,1 0 1 16,-2-7-2-16,0-1 2 16,1 0-1-16,-2 0 0 15,2-2 0-15,1-1 0 0,3-1 0 16,-1 2 0-16,-1-1 0 15,2-2 0-15,-5 2 0 16,-2-1 1-16,0 0-1 16,-6-1 1-16,-2-1 2 0,-5-1 4 15,-2-2 2-15,-1 0-6 16,-5-1 4-16,-2 0-2 16,0-2-2-16,-5-3 1 15,0 4 0-15,0-3-1 16,-6-1-2-16,1 0 0 15,-4 1-1-15,-1 1 2 16,-1-3-2-16,0 3-2 0,-3 1 1 16,-5 0-2-16,-3 0 1 15,1-1 3-15,-3 1-2 16,-3-1 1-16,-1 0 0 16,-2 2-1-16,-3 1 1 0,2 2-3 15,-2 1 3-15,1 3-1 16,-4-1 1-16,2 4 0 15,0 0 0-15,-2 2-1 16,-2 1 1-16,0 2-2 16,-2 0 3-16,0 2-2 0,-2 2 0 15,-1 0 1-15,1 0 1 16,0 0-1-16,-3 0 0 16,1 0 0-16,-2 0 0 15,3 0 0-15,-5-1 0 16,-1-1 0-16,-1 0 0 0,-1-3 1 15,0 4-2-15,-5-1 1 16,1 1 1-16,-2 1-1 16,-4 0 0-16,-4 0 0 15,2 0 1-15,-6 1-1 16,1 1 0-16,-1 2 0 0,-1 0 1 16,-1-1-2-16,0 1 2 15,-1-2-1-15,-1 3 0 16,-3 0 0-16,0-1 0 15,-3-1 0-15,3 1 0 16,-2-1 0-16,2-1 0 0,3 0 0 16,0-2 0-16,1 2 0 15,1-2 0-15,-2 0 0 16,3 0 1-16,-2 0-1 16,1-2-1-16,2-2 2 15,-3 0-1-15,2 0 0 0,1-2 0 16,0 3 0-16,-2 0 0 15,1 0 0-15,1 2 0 16,-4-1 0-16,3 0 0 16,-5 2 0-16,3-2 0 15,-4 2 0-15,3-1 0 16,-3-2 0-16,2 0 0 0,1 0 0 16,-1 2 1-16,1-1-4 15,-2 1 10-15,-1-2-6 16,1 3-1-16,-1 0 0 15,-1-2 0-15,1 2 0 16,2-1 1-16,-1 1 0 0,1 0-2 16,0-1 2-16,1 1-1 15,-1 0 0-15,-1 0 0 16,1 0 0-16,0 0 0 16,3 0 0-16,-3 0 0 15,3 0 0-15,2 0 0 0,2 0 0 16,0 0 1-16,2-1-1 15,1-1 0-15,-3-1 0 16,2 0 0-16,-4 2 0 16,-1-2 0-16,-1 0 0 0,0 2 0 15,-3-2 0-15,-4 2 0 16,0-1 0-16,0 1 0 16,-2-2 0-16,-2 3 0 15,2-2 0-15,0 1 1 16,2-2-1-16,-3 3 0 15,1 0 0-15,0 0 0 0,1 0 0 16,-1 0 0-16,4 6 0 16,-2 0 0-16,-2 2 0 15,2-1 0-15,2 1 0 16,-3 0 0-16,2 2 0 16,3-3-1-16,0-1 1 0,1 1 1 15,0-3-1-15,1 2 0 16,1-1 0-16,1 0 0 15,1-1 2-15,0 0-4 16,5 0 4-16,-1-1-4 16,2 0 2-16,2 1 0 0,2-1 0 15,2 1 0-15,0 0 0 16,2 0 0-16,1 1 0 16,1-2 0-16,2 1 2 15,1-1-2-15,6 1 0 16,-2 0 0-16,7-1 0 15,-1 2 0-15,2-1 0 0,1 0 0 16,-1 1 0-16,1 0 0 16,3-1 0-16,0-1 0 15,0-1 0-15,2 2 0 16,1-1 0-16,2-2 0 0,-2 1 0 16,2-1 0-16,0-1 0 15,0 0 0-15,0 0 0 16,0 0 1-16,-1 0 2 15,-1 0 0-15,1-1 0 16,-2-2 0-16,2 0-1 16,1 3-1-16,0-1 1 0,2 1-2 15,-1 0 0-15,1-1 1 16,1 1-1-16,-3-2 0 16,2 2 0-16,-2 0 0 15,-2 0 1-15,0 0-1 0,-3 0 0 16,-1 0 0-16,-1 0-1 15,-1 10-2-15,-3-3-20 16,-2-3-66-16</inkml:trace>
  <inkml:trace contextRef="#ctx0" brushRef="#br0" timeOffset="32713.31">6750 11208 116 0,'0'0'3'0,"0"0"-2"0,0 0-1 0,0 0 1 16,0 0 0-16,0 0-1 16,0 0 2-16,0 0 3 15,0 0 7-15,0 0-5 16,0 0-6-16,9-18-3 0,-9 24 1 15,0 5 1-15,0 3 1 16,0 2-2-16,0 2 2 16,0 2-1-16,1-3 1 15,3-3-1-15,-2-1 0 16,2-6 0-16,3-3 1 0,-1-4 1 16,2 0 1-16,2-4 8 15,1-7 9-15,4-5-7 16,1-2-5-16,3-5-2 15,3-2-1-15,3-5 0 16,9-3 0-16,1-4 2 0,3-4-2 16,4-3 1-16,3 1 0 15,-2-1-3-15,4 1-2 16,-7 4-1-16,0 6 0 16,-4 3 1-16,-2 10-3 15,-6 5-4-15,-3 7-32 0,-5 0-35 16</inkml:trace>
  <inkml:trace contextRef="#ctx0" brushRef="#br0" timeOffset="33568.15">9113 11211 71 0,'0'0'6'0,"0"0"8"0,0 0-6 0,0 0-4 15,0 0-1-15,0 0-2 0,0 0 1 16,0 0 1-16,0 0 1 15,0 0 3-15,0 0-6 16,0 0-2-16,0 0 0 16,16-17 2-16,-12 24 0 15,0 0-1-15,0 2 0 16,1-1 1-16,1 2-1 0,-2 1 1 16,4-5-1-16,-4 0 0 15,3 0 1-15,-2-5 1 16,6-1 5-16,-4 0 10 15,4-7 10-15,5-5-2 16,5-9-3-16,6-6-9 0,9-7-2 16,9-13-5-16,15-8-2 15,10-8-1-15,13-10-3 16,11-7 0-16,10-8 0 16,2-9-47-16,-2-6-75 15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21:37.2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1346 3922 71 0,'0'0'2'0,"0"0"6"0,0 0 0 0,0 0-5 0,0 0 0 16,0 0-3-16,0 0 0 16,-38-5 0-16,38 5 0 15,0 0 0-15,0 0 1 16,0-1 0-16,2-1 1 15,3 2 2-15,-1-3 4 0,2 0-2 16,-1 2-2-16,2 1-1 16,2 0-2-16,0 0-1 15,2 0 0-15,5 0 0 16,4 0 1-16,-3 1-1 16,6 2 1-16,-2-2 0 15,2 1-1-15,-2-2 1 0,-1 2-1 16,-3 0 0-16,2-2 0 15,-2 3-1-15,3 0 1 16,1-2 0-16,-1 1 1 16,6-1-2-16,1 0 2 15,0-1-1-15,3 0 0 0,1 0 0 16,-2 0 1-16,2 0-2 16,-2 0 1-16,2 0 1 15,1 0-1-15,1 0 2 16,3 0-1-16,1 0-1 0,2 0 0 15,1 0 0-15,2 0 1 16,-1 0-1-16,3 0 0 16,-2 0 0-16,6 0 1 15,-4 0-1-15,6 2 1 16,1-1-1-16,0 1 0 0,1-1 0 16,0-1 0-16,-2 0 1 15,-2 0-1-15,2 0 1 16,0 0-1-16,2 0 1 15,0-3-1-15,0 3 1 16,5-3 0-16,3 1 0 16,0 0 2-16,7-2-1 0,0 1 0 15,5-1-1-15,2-1 0 16,-1 1 0-16,-1 2 0 16,-1 0-1-16,-2 1 1 15,4 1-1-15,-4 0 0 16,2 0 0-16,1 0 1 0,-1 0-1 15,3 0 0-15,2 0 2 16,0 0-1-16,-2 0-2 16,1 0 2-16,2-2 1 15,-2-4-2-15,-1 1 1 16,0-2 3-16,0-2 1 0,-2 2 0 16,-3 1 2-16,-2 1-2 15,-3 0-1-15,1 1-2 16,-2 3 1-16,-3-1-1 15,-2 2-2-15,-4 0 0 16,-3 0 1-16,-3 0-1 0,-4 0 1 16,-8 0 4-16,-8 0 7 15,-1 0 0-15,-8 0-5 16,1 0-4-16,-3 0-1 16,2 3 0-16,-8-3-16 15,-7-17-139-15</inkml:trace>
  <inkml:trace contextRef="#ctx0" brushRef="#br0" timeOffset="8514.48">20601 14397 34 0,'0'0'90'0,"0"0"-76"0,0 0 8 0,0 0-9 16,0 0-9-16,0 0 3 0,0 0-6 15,0 0 12-15,0 0-7 16,0 0-2-16,0 0-6 16,0 0-3-16,0 0-3 15,6-16 11-15,-6 30-1 16,0 6-2-16,0 4 3 0,2 5 1 16,0 3-3-16,5 5 2 15,0 6-1-15,0 4-1 16,2 3 3-16,2 5-2 15,2 5 3-15,1 3 0 16,-1 6 4-16,4 3-1 0,-1 5-1 16,2 4-4-16,0 3 1 15,-3 1 2-15,1-3-3 16,-2 0-2-16,-2 3 6 16,1-3 1-16,-4 0 7 15,-1 1 2-15,1 3-7 16,-3 2 2-16,0-3 3 0,-1-4 0 15,-1 0-2-15,2-6-4 16,-1-4-3-16,4-5 0 16,-2-1-2-16,2-4 5 15,-1 1-6-15,0-3 4 16,0-4-5-16,-1-2 0 0,1-5-1 16,-1-5-2-16,0-8-16 15,1-12-21-15,0-9-6 16,-1-14-42-16,-1-8-49 0</inkml:trace>
  <inkml:trace contextRef="#ctx0" brushRef="#br0" timeOffset="9832.54">20644 14391 102 0,'-5'0'4'0,"2"0"6"0,1 0 16 0,1-1 2 0,1-2-5 16,0 0-3-16,0 0-4 16,1-2-7-16,4 0-3 15,6 2-3-15,-1-1-3 16,7 0 1-16,1 1 0 15,8 0-1-15,4 2 0 0,7-1 0 16,6 1-1-16,5-2 1 16,9 0 0-16,9-2 0 15,8-3 0-15,9-3 1 16,6-2-1-16,10-4 2 16,5 0 2-16,4-3 5 0,5 0-3 15,5 1 2-15,2 0-2 16,-1 2-2-16,3 0-3 15,-3 1 1-15,-5 1 1 16,-4 3-3-16,-7 0-4 16,-7 2-16-16,-5 1-9 15,-5 2-12-15,-7 1-6 0,-9 1-31 16</inkml:trace>
  <inkml:trace contextRef="#ctx0" brushRef="#br0" timeOffset="10406.1">23182 14093 72 0,'0'0'2'0,"0"0"0"0,0 0 1 0,0 0 0 16,0 0-1-16,10 48 5 15,-7-24 6-15,-1 5-1 16,-1 6-2-16,-1 9-2 16,1 7-4-16,-1 9 0 15,0 8 0-15,0 7 0 16,0 5 3-16,0-1 3 16,1 1 3-16,4 2 3 0,1-4 4 15,1 0-1-15,4 4 3 16,3 2 1-16,1 3-6 15,1 0-7-15,3 0-1 16,1-2-4-16,2 0-1 16,-2-3 1-16,1-4-4 0,1-1 0 15,-2-3-1-15,-3-2 0 16,-1-2 0-16,-3-6 1 16,-4-1 0-16,-4-6 0 15,1-4-1-15,-6-4 0 0,0-5 1 16,0-5-12-16,-7-6-42 15,-5-6-31-15</inkml:trace>
  <inkml:trace contextRef="#ctx0" brushRef="#br0" timeOffset="11261.18">21084 16905 42 0,'0'0'30'0,"0"0"7"0,0 0-6 15,0 0-9-15,0 0-14 16,-40 4-6-16,32 2-2 16,-4-2-1-16,-2 2 2 0,0 1 0 15,0-1 10-15,1-1 8 16,-1 0-1-16,1-1-5 15,3 0-10-15,0 0-2 16,2-1-2-16,1 0 1 16,1-2-2-16,3 1 3 15,-1-2 0-15,4 0 3 0,0 0 2 16,0 0-3-16,4 0-3 16,3 0-1-16,6 0 2 15,3 0 0-15,7 0 1 16,3-2 0-16,7-2-1 0,6-1 2 15,4-1 0-15,8-1-1 16,3-2-1-16,6-2-1 16,5-2 0-16,6 0 1 15,4-4-1-15,5 0 0 16,8-3 0-16,6 2 2 0,4-4 5 16,4 1-2-16,7 0-2 15,3 0-1-15,-1-1 1 16,0 1-3-16,0 1 1 15,-2 2-1-15,-4 0 2 16,-1 0 0-16,-4 5 0 0,-7-1-2 16,-6 3 2-16,-6 1-2 15,-7 3 0-15,-9 2 0 16,-5 1 0-16,-8 0 1 16,-9 2-1-16,-7 1 0 15,-8-2-1-15,-6 3-17 0,-8-5-33 16,-7-4-75-16</inkml:trace>
  <inkml:trace contextRef="#ctx0" brushRef="#br0" timeOffset="12344.37">20762 14958 99 0,'4'0'9'0,"6"0"-3"0,3 0 3 15,6-6 13-15,6 2-2 16,5-3 0-16,8 0-3 16,8-2 0-16,10-1-4 15,9 0-6-15,13-3-4 16,5-1-1-16,10 0 1 0,6-3-2 16,2-1-1-16,6-1 1 15,7-2-1-15,6-3 4 16,3 0 10-16,4-2-1 15,3 0-2-15,-1 1-4 16,-3-1-3-16,-5 3-3 0,-12 2 0 16,-7 4 0-16,-11 4-1 15,-13 2-8-15,-15 5-21 16,-15 2-50-16,-16 4-65 16</inkml:trace>
  <inkml:trace contextRef="#ctx0" brushRef="#br0" timeOffset="12887.53">20748 15577 124 0,'0'0'1'0,"0"0"1"0,0 0-1 16,0 0-1-16,-38 11-2 16,37-10 2-16,1-1 8 15,0 0 21-15,12 0-7 0,7 0-8 16,8-5 1-16,13-3-2 16,8-4-5-16,13-1-2 15,13-2-2-15,10-5 1 16,12-3 1-16,10 0 3 15,10-2 3-15,5-2 2 0,9-3 1 16,7 3 0-16,8-1-6 16,4 1-7-16,3 1-1 15,2 0 1-15,-6 2-2 16,-9 3-3-16,-13 5-6 16,-12 5-3-16,-22 5 0 0,-18 6-5 15,-19 0-13-15,-21 3-27 16,-20 10-24-16</inkml:trace>
  <inkml:trace contextRef="#ctx0" brushRef="#br0" timeOffset="13308.7">20741 16122 183 0,'0'0'-18'0,"0"0"18"0,0 0 8 0,48-7-5 0,-14-1 10 16,9-1 10-16,7-1 0 15,10-1 0-15,12-3-9 16,8 1-2-16,14-4-5 0,14-3-4 16,12 0 0-16,7-4-3 15,10 0 2-15,10-2-2 16,5 1 0-16,1-4 0 16,9 2 2-16,1-1-2 15,1 0 0-15,-5 2-2 16,-5 3 2-16,-7 6 2 0,-15 5-4 15,-17 4-7-15,-18 7-11 16,-26 1-12-16,-21 0-45 16,-27 7-45-16</inkml:trace>
  <inkml:trace contextRef="#ctx0" brushRef="#br0" timeOffset="13732.57">20815 16672 239 0,'0'0'-5'0,"48"2"6"0,-11-2 1 0,7 0 2 0,12-2-2 16,9-7 3-16,7 1 5 16,11-2 6-16,9-1-6 15,8-4-1-15,8 0 1 16,8-5-3-16,6 3-2 15,4-6-4-15,5 3 1 0,-1 0-1 16,2-2-1-16,2 2-1 16,-4-2 2-16,3 1-2 15,-2 1 2-15,-2-4-1 16,-10 3-10-16,-10-2-16 16,-14 2-17-16,-18-2-46 15</inkml:trace>
  <inkml:trace contextRef="#ctx0" brushRef="#br0" timeOffset="14237.86">21119 14213 212 0,'0'0'4'0,"0"0"14"0,0 0 0 0,0 0-11 16,0 0-10-16,0 0 1 0,0 0 2 15,42 66 2-15,-20-8 3 16,1 23-2-16,-1 15-1 16,-3 18 0-16,-1 22-1 15,-1 18 2-15,-3 15 1 16,-1 10 3-16,-1 13-4 0,1 5-1 15,2-2 0-15,1-9 0 16,0-9 0-16,2-10 1 16,-3-13-1-16,3-12 11 15,0-12-5-15,1-16-6 16,2-14-1-16,3-18-2 0,2-19-13 16,0-24-45-16,0-20-40 15</inkml:trace>
  <inkml:trace contextRef="#ctx0" brushRef="#br0" timeOffset="14692.64">21770 14221 133 0,'11'39'0'0,"7"8"4"16,4 14 20-16,0 16-3 0,1 15-10 0,2 18 10 16,-1 15 0-16,-4 16-6 15,2 14-6-15,-1 6 1 16,0 7-3-16,-2 3-4 16,-1-1-2-16,-4-2 1 0,-1-9 0 15,-2-7 0-15,-3-9 0 16,-3-13-1-16,4-11 1 15,-4-16-1-15,4-13-1 16,-1-17-1-16,4-16-19 16,3-22-12-16,3-20-27 0,-2-15-48 15</inkml:trace>
  <inkml:trace contextRef="#ctx0" brushRef="#br0" timeOffset="15141.35">22368 14040 177 0,'0'0'-6'0,"0"0"0"0,-10 50 20 0,10-17 5 0,0 12-6 16,0 10 1-16,0 15 1 15,0 15-2-15,7 13-2 16,6 12-4-16,4 10 0 0,4 12-2 15,3 10 4-15,-2 10-4 16,1 3 0-16,1 10-2 16,-5 3 0-16,-2 1 8 15,1-7-5-15,-2-9-1 16,2-10-4-16,1-10-1 0,0-11 0 16,3-12 0-16,0-10-4 15,1-11-1-15,0-18-23 16,0-20-35-16,-1-27-87 15</inkml:trace>
  <inkml:trace contextRef="#ctx0" brushRef="#br0" timeOffset="17177.27">21799 14316 39 0,'0'0'1'0,"0"0"5"0,0 0 5 16,0 0 1-16,0 0 1 16,0 0 11-16,0 0-1 0,0 0-3 15,0 0-6-15,0 0-9 16,0 0 2-16,0 0-4 15,0 0-7-15,0 0-2 16,1 0 5-16,-1 7 2 16,3 4 1-16,1 2-2 0,-3 1-3 15,2-2 1-15,1 2-1 16,2-1 4-16,-4 1 1 16,2-3-1-16,1 0 0 15,0-2 0-15,0 2 1 16,1-1-1-16,-2 0 0 0,0 3-1 15,-1 1 1-15,-1 2-1 16,-2 1 1-16,2 2 1 16,-2 2-1-16,0 1-2 15,0 0 2-15,0 2 2 16,0-2-1-16,0 1-1 0,1 1-1 16,3-1 1-16,2-1-1 15,-4-1 1-15,2 0-1 16,-1-2 0-16,2-1 0 15,-3-1 1-15,-1-1-2 16,1 1 2-16,2 0 2 16,0 0 0-16,1 1 1 0,1 1 0 15,0 3-1-15,0-2 0 16,0 3-1-16,-1 0-1 16,2-1 0-16,-2 0 0 15,-1-1 0-15,-1 0 0 16,2-1 0-16,-4-1 1 0,2-1-1 15,-2-1 1-15,1 0 2 16,3-1-2-16,-5-1-1 16,2 0 1-16,-2-3-1 15,0 1 1-15,0-1-1 0,0 1 2 16,1 1 0-16,-1 0-2 16,1 3 0-16,0 0 1 15,0 1-1-15,-1 1 0 16,1-3 0-16,0 0 1 15,1-3-2-15,1-1 2 0,-1-4-2 16,-2 1 1 0,2-2-1-16,0 1 1 0,-1-2-1 15,1 0 1-15,-1 1-1 16,2 0 1-16,-1 0-1 16,-2 0 1-16,3 3 0 15,0-3 0-15,-1 2-1 0,2 2 0 16,-2 0 1-16,-2 2-3 15,1 1-4-15,-1-2 8 16,0 2-3-16,0-3 0 16,0-1 1-16,0 0 1 15,0-1 0-15,0 1-1 0,0-2 1 16,0 2-1-16,0 0 0 16,0-3-1-16,1 3-1 15,3 1 2-15,0-4-2 16,1 1 5-16,1-1-3 15,0 0 0-15,-1-1 2 0,-1-1-2 16,3-1 2-16,0 2 2 16,0-3 3-16,3 3 0 15,-3-1-3-15,5 0-2 16,-2 0-1-16,3 0 0 16,-1 0 0-16,5-3 0 0,0-1 0 15,3-1-2-15,3 0 2 16,5 0 5-16,1-7-4 15,2 1 0-15,1 1 0 16,-1-2 0-16,-1 2 0 16,2 0 0-16,-3 0-1 0,0 1 0 15,-1-2 0-15,1 1-1 16,2-2 0-16,-1 1 0 16,0-1 1-16,1 0-1 15,-2 0 0-15,-1-1 0 16,-1 1 0-16,0 3 0 15,-2-1 0-15,-2 0 0 0,2 2 0 16,-2-1 1-16,0 3-1 16,0-1 1-16,2 1-1 15,0-2 0-15,4 2 0 16,2-2-1-16,2 0 1 16,2 0 0-16,2-1 1 0,3-2 0 15,0 1-1-15,-2 2 0 16,-2-2 1-16,-1 1-2 15,-5-2 2-15,-4 2-5 16,-10-1-32-16,-9-1-16 16,-7-3-59-16</inkml:trace>
  <inkml:trace contextRef="#ctx0" brushRef="#br0" timeOffset="18580.29">21731 14243 76 0,'1'0'21'0,"-1"0"3"0,0-1-12 0,0 1-7 16,0 0-7-16,0 0 2 15,0 0 4-15,0-1-2 16,0 0 1-16,1 0 9 15,4 0-4-15,2-1-7 16,5-2 0-16,4 0 3 16,5-1-2-16,-1 1 0 0,6-2-2 15,2 1 1-15,2-2-3 16,2 1 1-16,0 0 3 16,3-1 3-16,1 0-1 15,2 0 14-15,3 0-7 16,3-2-6-16,2 2 3 0,3-1-3 15,1-1-4-15,-1 1 2 16,0 1-1-16,-2-2-1 16,-2 3 0-16,-2 1-1 15,-1-1 0-15,-4 2 0 0,0-2 0 16,-2 1 0 0,-3 1 1-16,1 0-1 0,-5-1 0 15,-2 2 1-15,0 0-1 16,-7 0 0-16,0 1 0 15,-5 2 1-15,-1 0-3 16,-4 0 0-16,-1 0-14 0,-1 0 17 16,-3 0-1-16,3 0 3 15,1 2 0-15,1 1-1 16,2 1 2-16,3 2-2 16,0 0 0-16,1 2-2 15,-3 1 0-15,1 2-1 0,-4 0 1 16,-1 2 0-16,-1 2-4 15,0 0 10-15,-1 3-3 16,-1 2 1-16,-1 0-2 16,2 3-1-16,-2 0 1 15,-1 1-1-15,2 0 0 0,-4 0-1 16,1 0 0-16,0 2 0 16,2 2 3-16,1 3 2 15,2 4-2-15,1 2 0 16,3 2-2-16,-2 2 0 15,3 3 0-15,1 0 0 16,-3-2 1-16,-1-1-1 0,2-2-1 16,-2 0 0-16,-3-2-1 15,2 0 1-15,-1-2 1 16,-3 1-1-16,3-2 2 16,-4 1 0-16,1 0 0 15,0-1 1-15,-3 1-3 0,0-1 2 16,-1 3 0-16,-1-1 0 15,0 3 0-15,0 1-1 16,0 0 1-16,0-2 0 16,0-2 5-16,0-4-6 0,0-3-1 15,2-1 0-15,0-4 0 16,2-1 0-16,-2-3 0 16,-1-2 1-16,-1 0-1 15,2-3 0-15,-2-3 0 16,0-3 1-16,0-3-1 15,0 3 0-15,-2-5 0 0,-1-1 0 16,-3-2 1-16,-1 2 0 16,-1-1 0-16,-4-2-1 15,-3 1 1-15,-2-1 0 16,-4 3-1-16,-2-2 0 0,-3 3 0 16,-4 1-1-16,-4 1 0 15,-1 2 1-15,-4 2 0 16,-2 0-1-16,0 1 2 15,-4-1-2-15,2 4 1 16,-1-2-1-16,0-2-3 16,1 4-1-16,-2-3 0 0,5 2-18 15,-3-4-9-15,6-3-49 16</inkml:trace>
  <inkml:trace contextRef="#ctx0" brushRef="#br0" timeOffset="19406.3">21870 14314 85 0,'0'6'1'0,"2"1"5"0,7 2 2 0,3 2 1 0,2 0 3 16,7 2-4-16,0 2 0 15,5 1 2-15,1 4 4 16,3 3-5-16,7 4-4 16,1 4-1-16,6 3-1 15,3 6 0-15,6 4-2 0,2 3 1 16,1 3 0-16,2 1 0 16,4 1 2-16,-4 4 4 15,5-1 4-15,-2 2 3 16,3 1-8-16,-3 0 0 15,1-1 0-15,-2 3-2 0,-1-5 2 16,1 2 0-16,-4-4 3 16,-3-4 0-16,-1-2 0 15,-1-6-4-15,-4-2-2 16,0-7-2-16,-4-2 0 16,-2-6-1-16,-7-4 1 0,-4-5 0 15,-8-5-3-15,-2-8-9 16,-10-2-6-16,-3-7-2 15,-7-10-16-15,0-11-86 16</inkml:trace>
  <inkml:trace contextRef="#ctx0" brushRef="#br0" timeOffset="20040.48">22843 14069 92 0,'0'0'-3'0,"0"0"5"0,0 0 1 0,0 0-1 15,-38 24 1-15,25-11-2 16,-1 4 6-16,-2 5-3 16,-2 4 4-16,-2 9 0 15,-2 7-1-15,0 6-1 16,-3 6 2-16,0 7-2 0,0 7 0 16,-2 6-1-16,0 5-3 15,-1 4 1-15,-1 4-2 16,-3 1 0-16,4-2 7 15,-2-1 4-15,1-1 4 0,3-3-1 16,5-3-1-16,3-4 1 16,1-4-3-16,6-5-8 15,3-1 4-15,0-3-4 16,3-3-1-16,-4 0-1 16,0-5 1-16,0-3-2 15,-4-5 1-15,-2-6-2 0,2-8-10 16,-1-9-4-16,2-9 0 15,2-10-5-15,2-4-24 16,0-22-53-16</inkml:trace>
  <inkml:trace contextRef="#ctx0" brushRef="#br0" timeOffset="20560.61">21851 14324 99 0,'0'0'2'0,"0"0"14"0,0 0-16 0,0 0-1 0,0 0 7 15,0 0 1-15,53 13 0 16,-29 4 2-16,1 6 0 16,8 7 0-16,-3 5-4 15,4 9 0-15,3 6 0 16,1 7-3-16,3 4 5 15,1 1 4-15,4 3-6 0,1-2-4 16,1-2 1-16,2-3 0 16,4-2-1-16,0-4 2 15,3-3 11-15,2-4 10 16,2-1-6-16,-1 1-3 16,-5-5-7-16,-1 3-5 0,-6-3 0 15,-4-2-3-15,-6-4 1 16,-2-4 0-16,-10-4-1 15,-5-5 2-15,-3-4-12 16,-7-6-13-16,-4-4-14 16,-5-7-36-16,-2-4-9 15</inkml:trace>
  <inkml:trace contextRef="#ctx0" brushRef="#br0" timeOffset="21030.67">22787 14134 141 0,'0'0'0'0,"0"0"8"0,-15 48 3 0,3-16 1 16,-3 7 0-16,-2 10-4 16,-7 10-1-16,0 6-3 15,-5 11-1-15,-3 5 0 16,-4 5 0-16,-2 4 1 0,2 5 2 15,-3-3 0-15,2-1 1 16,3 0-5-16,-1-4 6 16,7-3 3-16,4-10-2 15,2-6-2-15,6-5-3 16,3-8-1-16,1-7 1 0,0-6-1 16,3-8 0-16,2-5-3 15,-3-11 1-15,5-5-6 16,4-7-16-16,-3-6-5 15,2-7-33-15,-1-15-74 16</inkml:trace>
  <inkml:trace contextRef="#ctx0" brushRef="#br0" timeOffset="21637.39">21959 14320 112 0,'0'0'10'0,"0"0"30"0,0 0-3 0,0 0-17 15,0 0-13-15,0 0-11 16,0 0 3-16,0 0 1 15,0 0 0-15,49 55 2 16,-28-20 2-16,5 3-2 16,1 9 0-16,2 5-1 0,3 5 3 15,4 0-2-15,2 0 0 16,4 0-1-16,0-1 0 16,5 0-1-16,2-4 0 15,5 2 1-15,0-2 3 16,4 1 1-16,1 1 2 15,-1-2-2-15,-1 0-4 0,-2-1 0 16,-3-1 0-16,-3-3 0 16,-6-6 0-16,-2-4 0 15,-5-6-1-15,-3-7 2 16,-4-5-2-16,-5-6 2 16,-5-4-2-16,-3-4-10 0,-2-4-11 15,-4-1-14-15,-5-9-25 16,-3-9-42-16</inkml:trace>
  <inkml:trace contextRef="#ctx0" brushRef="#br0" timeOffset="22133.2">22659 14229 75 0,'0'0'6'0,"0"0"5"0,-18 60 6 0,9-29-5 0,-4 10 1 16,-3 6 0-16,-4 10-6 15,-2 9 1-15,-3 10 1 0,-4 10-2 16,-4 14-5-16,-3 8 2 15,-5 7-1-15,-6 9-2 16,0-1-1-16,3-4 2 16,-1-8-1-16,9-13 9 15,4-11 0-15,8-15 1 16,6-9-5-16,8-7-3 0,3-6-11 16,7-9-32-16,0-6-8 15,1-11-72-15</inkml:trace>
  <inkml:trace contextRef="#ctx0" brushRef="#br0" timeOffset="22852.53">21773 14370 144 0,'0'0'13'0,"0"0"-22"0,0 0 12 0,0 0 9 0,38 16-2 16,-19-8-6-16,2 3-2 16,0 3 1-16,4 3-1 15,1 5 0-15,0 6-1 16,4 2 0-16,4 7 2 16,0 4-1-16,6 6 3 15,7 1-4-15,2 1 0 0,5 2 1 16,-1 0-1-16,1 0 0 15,-4 1 0-15,-1 2 8 16,-2 0 3-16,-1 3-9 16,-3 0-1-16,2 1-1 0,-1-4-1 15,1-4 2-15,-3-4-17 16,-4-10-12-16,0-9-5 16,-4-11-27-16</inkml:trace>
  <inkml:trace contextRef="#ctx0" brushRef="#br0" timeOffset="26127.4">23573 14733 102 0,'-1'0'12'0,"1"0"11"0,0 0-13 0,-2 0-10 0,2 0-7 16,0 0-7-16,-1 0 5 15,1 0 5-15,-1 0 3 16,-1 0 2-16,0 0 0 16,0 0-3-16,-2 0-4 15,2 0 2-15,-1 0 3 16,-1 0 3-16,2 0 5 0,1 0 7 15,0 0 11-15,1 0 5 16,0 0-8-16,0 0-17 16,0 0-5-16,0 0 6 15,4 0-5-15,2 0 0 16,-1 1 0-16,3-1 2 0,4 0 3 16,-2 0 5-16,4 0 2 15,0 0 3-15,6-1-3 16,-2-3-6-16,4 0-2 15,-3-2-2-15,-1 0-2 16,2 2 0-16,-2 0-1 0,-1 0 1 16,-2-2-1-16,1 4 2 15,-5-2-2-15,-1 3 0 16,-2 0 0-16,-2 0 0 16,-1 1-4-16,-5 0-25 15,0 0-37-15,0 0-55 0</inkml:trace>
  <inkml:trace contextRef="#ctx0" brushRef="#br0" timeOffset="27338.53">24044 14580 139 0,'0'0'19'0,"0"0"5"0,0 0-13 0,0 0-6 16,0 0-5-16,0 0 0 0,0 0 1 15,0 0 1-15,0 0-1 16,0 0 5-16,0 0-2 16,-37-19-1-16,27 19 1 15,2 0-2-15,2 0-1 16,0 3-1-16,-1 3 0 0,3-2 1 16,-3 3-1-16,1-1 0 15,-1 1 0-15,1 3 0 16,0-1 0-16,1-1 0 15,0 5 0-15,-1 0 1 16,3-2-1-16,1 0 0 16,0-1 0-16,2 0 0 0,0-1-1 15,0 1 0-15,0-3 3 16,3 1-1-16,2-1 0 16,0-1 0-16,0 1 0 15,3-2 2-15,0-1-3 16,0-1 0-16,-1 0 3 0,2-1-2 15,2-2 0-15,-4 2 0 16,2-2-1-16,-1 0 1 16,-1 0-1-16,2 0 1 15,-4-3-1-15,4-1 2 0,-4-3-1 16,3 1-1-16,0-3 1 16,-1 1-1-16,3-2 0 15,-2-1 0-15,1 0-4 16,-2-1 2-16,2-1-1 15,-4 0 0-15,3 2 3 0,-1-1 1 16,4 0 1-16,-1 1-1 16,3 0 1-16,-5 3-2 15,2-1 2-15,-2 4-2 16,0-1 0-16,-2 2 3 16,-1 2 2-16,1-1 0 15,-1 1 1-15,2 0 4 0,-1 1 0 16,-1 0-4-16,3 1 0 15,1 0-4-15,0 0-2 16,2 4 0-16,1 3 0 16,-5 3 0-16,1 1-1 15,-5 2-2-15,1 1-1 0,-4-1 1 16,0-1 0-16,0 1 2 16,-6 0 1-16,-3-2 0 15,-3 0 0-15,-1 0 1 16,-3-1-1-16,-1-2 0 15,1-1 0-15,0-1-1 16,-2-2 0-16,1-1-1 0,2-3 0 16,3 0 4-16,-2 0-1 15,7-4-1-15,-4-5 2 16,3 1 1-16,-4-2 0 16,3-2-2-16,-4 0-1 15,1 0 1-15,0 1 2 0,0 1-1 16,0 0 2-16,4 2 4 15,-3-1-2-15,2 4 1 16,3 0-3-16,-1 3-2 16,1 0-1-16,-1 2-2 15,2 0-2-15,-2 0-20 16,-2 1-23-16,0-1-91 0</inkml:trace>
  <inkml:trace contextRef="#ctx0" brushRef="#br0" timeOffset="30689.72">23998 15636 120 0,'7'2'2'0,"-3"-2"2"0,1 2 15 0,1-1-7 15,-1-1-9-15,0 0 0 16,2 0-1-16,-2 0-1 16,-1 0 1-16,2 0 2 0,-2 0 12 15,2-3 21-15,1-1-25 16,0-2-7-16,-2 1 1 16,3 0-5-16,-3-1 0 15,0 1-1-15,1 2 0 16,-6-4 1-16,1 1 0 0,-1-1-1 15,0 3 3-15,0-2 9 16,0 0-3-16,0-1-6 16,-1 3-3-16,-1-1-1 15,-4 0-2-15,1 2-2 16,-2 2 0-16,1 1 4 16,-2 0-5-16,-1 0 3 0,-2 0-2 15,1 0 2-15,3 0 1 16,-4 4 2-16,4 0 0 15,1 2 0-15,-2 0 0 16,3 1 0-16,-1 0 2 16,0 3-2-16,3-2 1 0,1 2-1 15,-2 0 0-15,1 0 0 16,3 1 1-16,-2 2-1 16,2-3 0-16,0 3-1 15,-2-1-4-15,1 3 4 16,-1-3 2-16,2 0-2 0,0-2 6 15,0 0-3-15,0-3 1 16,1 0 1-16,6-1 2 16,0-3 1-16,1 1 1 15,1-2 7-15,2-1-2 16,2-1-1-16,-1 0-4 16,-1 0 0-16,2 0 0 0,3-3-1 15,-1-2-5-15,-1 0-1 16,-1 1 0-16,-4-2-1 15,2 3-4-15,-2-1-8 16,-2 1-9-16,0-1-2 16,-3 1-7-16,-1-4-18 0,-3 1-69 15</inkml:trace>
  <inkml:trace contextRef="#ctx0" brushRef="#br0" timeOffset="31308.46">23774 15337 27 0,'0'1'75'0,"0"-1"-62"15,0 0-7-15,2 0 0 0,3 0 0 16,5 0 0-16,0 0 3 16,0 0 1-16,3-1 6 0,1-2 8 15,3 0 1-15,-2-1-5 16,0 0-5-16,1 1-6 15,2 2-7-15,0-2-1 16,-2 3-6-16,0-2-17 16,-1-1-22-16,-2-1-23 0</inkml:trace>
  <inkml:trace contextRef="#ctx0" brushRef="#br0" timeOffset="32042.27">24073 15241 39 0,'0'0'11'0,"0"0"-9"0,0 0 7 15,0 0 3-15,0 0 7 16,0 0-3-16,0 0-5 15,0 0-3-15,-27 36 0 16,26-22 1-16,1 1-4 0,0-1-1 16,0-1 0-16,0-1-1 15,0-3 0-15,4-1 4 16,-1-4 2-16,2 0 4 16,1-2 3-16,3-2 2 15,0 0-10-15,1 0-8 0,2-4 2 16,-3-4 1-16,2-4-3 15,1 0-1-15,-1-1 0 16,-2-3-4-16,2-2 5 16,0 2 0-16,-3 0-1 15,2 2-1-15,-3 0 1 0,1 3-1 16,1 2 1-16,-4 2 1 16,1 4 0-16,-2-1 2 15,0 3-1-15,0 0 2 16,-1 1-3-16,2 0 3 15,0 0 0-15,2 0-2 16,-1 6 4-16,0 0-4 0,2 2-1 16,-3 2 1-16,1 0-1 15,-2 0-1-15,-1-1-7 16,-2-1 0-16,-1 1 5 16,0-2 1-16,0-3 1 15,-3 0 3-15,-6-2 0 0,-2-1 1 16,-1 2 0-16,-3-2 0 15,-2-1-2-15,0 0-1 16,-1 0 1-16,-2 0-1 16,3 0-1-16,1 0 2 0,2 0 6 15,1-2 2-15,2 0 2 16,3-1-3-16,-1 2-2 16,2 0-2-16,2 0-1 15,2 1 0-15,-2 0-3 16,2 0 0-16,0 0-2 0,0 2-4 15,0 5-23-15,2 0-24 16,1 0-21-16</inkml:trace>
  <inkml:trace contextRef="#ctx0" brushRef="#br0" timeOffset="32576.43">24409 15587 177 0,'0'0'37'0,"0"0"4"0,0 0 1 0,0 0-19 0,0 0-6 16,0 0-7-16,0 0-3 15,0 0-5-15,0 0 1 16,0 0-5-16,0 0-20 16,41-6-10-16,-35 6-26 15,1-1-22-15,-3-1-54 0</inkml:trace>
  <inkml:trace contextRef="#ctx0" brushRef="#br0" timeOffset="32725.52">24439 15677 235 0,'0'0'-9'15,"0"0"6"-15,0 0 1 16,0 0 3-16,37 2-33 16,-26-2-34-16</inkml:trace>
  <inkml:trace contextRef="#ctx0" brushRef="#br0" timeOffset="33309.64">24715 15493 107 0,'0'0'9'0,"0"0"13"16,0 0-7-16,0 0-6 16,0 0-4-16,0 0-5 0,0 0-1 15,0 0 0-15,-18 11 1 16,16-5 0-16,-4 3 0 15,2 1 1-15,1 1-2 16,-2 3 2-16,3-2 0 16,1-1 2-16,1 2-1 0,0-2-1 15,0 0 0-15,0-3 0 16,3-1 0-16,3 0 1 16,-1-3-1-16,0-1 2 15,3-2-1-15,-1 1 0 16,0-2 0-16,0 0 0 15,1 0 0-15,-1 0-1 0,-1-6-1 16,0 0 2-16,-1-1-1 16,-2 0 1-16,-1-3-1 15,1 0 2-15,-1-1 3 16,-1 1-2-16,-1-1-2 16,0-1-1-16,0 2 1 0,0 0-1 15,-1 2 5-15,-7 1 1 16,3 1-3-16,-2 3-1 15,-3 0-4-15,1 3-1 16,-2 0-6-16,0 0-24 16,0 0-17-16,2 2-62 0</inkml:trace>
  <inkml:trace contextRef="#ctx0" brushRef="#br0" timeOffset="34022.93">24800 15377 87 0,'0'0'13'0,"0"0"1"0,0 0 9 0,0 0-3 15,0 0-7-15,0 0-5 16,-29-39 1-16,20 38-3 16,-2-2-6-16,-2 3 0 0,0 0 2 15,-2 0-2-15,0 0-2 16,-5 0 5-16,3 3-3 16,-2 4 2-16,-3 3-2 15,1 1 0-15,-2 5 0 16,1 0 0-16,1 5 0 0,-2-1 0 15,5 1 0-15,5 3 1 16,-1 0-1-16,4 0 0 16,5-1 1-16,-1 0 1 15,3 1 0-15,3-1 2 16,0-2-1-16,0 2 0 0,5-3 1 16,6 1 2-16,2-1-1 15,3 0 1-15,5-3-1 16,0 3 0-16,2-2-5 15,1 0-1-15,-1-1-8 16,-1-4-14-16,3-1 16 0,1-4 3 16,-1-7-2-16,2-1 7 15,1 0 1-15,2-5 1 16,-3-6 0-16,-5-1 4 16,1-2 5-16,-3-4-4 15,-5-2 9-15,-3-3 0 16,-3-2 3-16,-2-4 1 0,-2 1-6 15,-2-2-6-15,-1-1-2 16,0 1-3-16,-2-1 2 16,0 1-5-16,0-1-1 15,-4-1-4-15,0 0 0 16,-5 2 4-16,2 0 0 0,-7 0-1 16,1 6-1-16,-7 3-3 15,-1 4-8-15,-4 4-17 16,-3 6-7-16,-1 1-22 0,0 5-37 15</inkml:trace>
  <inkml:trace contextRef="#ctx0" brushRef="#br0" timeOffset="35928.94">21802 14297 67 0,'-4'-5'4'0,"1"0"9"0,2 1-5 0,-3 1-3 16,2 0-3-16,-2 2 1 16,2-2 2-16,1 3 2 0,0-1 3 15,1 1 0-15,-2 0-3 16,2 0-7-16,0 0-1 15,-3 7 0-15,1 3 1 16,-1 1-1-16,-1 3 1 16,1 1 2-16,1 0-1 15,1 4 0-15,1-1 1 0,0 1-1 16,0 2-1-16,0 0 1 16,0 3-1-16,0 0 1 15,2 1-1-15,1 0 1 16,0 1-1-16,0-2 2 15,0 0-2-15,3-1 2 0,-3-2-2 16,2-2 1-16,-1-1-1 16,0-1 1-16,-1-4-1 15,1-2 0-15,-2-2 0 16,0-2 0-16,-1 0 0 16,1-3 0-16,-1-1 0 0,0 1 1 15,0-1-1-15,0-1 0 16,0 0 0-16,1 0 0 15,0-1 2-15,-2 0-2 16,2 1 0-16,-2 1 0 16,0 0 0-16,1 2 0 15,-1 2 0-15,1 1 0 16,0 3 0-16,1 2 0 0,0 4 0 16,2-1 0-16,-2 2 0 15,-1 2 0-15,3 0 0 16,2 1 0-16,1 2 0 15,2 2 0-15,0-2 1 0,3 5-1 16,-1-3 1-16,0 0-1 16,0 1 0-16,-4-2 0 15,-1 1 0-15,-1 0 1 16,-1 0 0-16,0 2 1 0,-1 0 0 16,-1-1-2-16,1 0 0 15,-1 0 1-15,0-2-1 16,2 2 0-16,-2-1 0 15,-2-2 0-15,0 1 4 16,0-1 2-16,0 0-3 16,0-3 1-16,0-2-2 0,-2 0-1 15,-2-3 0-15,3-1 0 16,1-3 3-16,0-1 2 16,0-1 0-16,0-1 1 15,0 4-3-15,0-1-3 16,-1 0 1-16,0 1-1 0,-1 2-1 15,1 0 0-15,0-4 2 16,1 3-2-16,0-2 1 16,0-4-1-16,2 2 1 15,2-1-1-15,1 0 1 16,-2-1-1-16,2 1 0 16,3 1 1-16,-5-4-1 0,2 0 0 15,2-1 0-15,0 0-2 16,2-3 1-16,0-1 3 15,0 0 3-15,4 0-3 16,-1 0 1-16,1 0-3 0,1 0 0 16,1 0 2-16,1 0 5 15,1 0-5-15,0-2 0 16,2-2-1-16,1 1-4 16,2 0 9-16,4-3-4 15,1 3 1-15,1-1-2 0,4-2 1 16,0 1 1-16,1-1-1 15,2 0-2-15,-1-1 1 16,2 0-8-16,-1 0-27 16,-3-4-57-16</inkml:trace>
  <inkml:trace contextRef="#ctx0" brushRef="#br0" timeOffset="37269.42">21813 14233 86 0,'0'0'14'0,"2"-4"7"0,5 0-2 0,3-2-8 15,-2 1-4-15,6 0-4 16,1 1-2-16,6-3 0 16,1 4-2-16,3 0 1 0,5 0-1 15,5 0 1-15,3-1-3 16,2 1 2-16,5-1-1 16,0-1 1-16,6-1 2 15,2-1-1-15,1-2 2 16,2-1 0-16,1 0 4 0,1 0 6 15,-3-1 1-15,3 1-5 16,-3 2-4-16,-4-1 0 16,-3 6 0-16,-3-1-2 15,-3 1-1-15,-4 2-1 16,-3 1 1-16,-4-1-1 0,-3 1-1 16,-3 0 1-16,-3 0 0 15,-8 0 0-15,0 0-1 16,-2 0 0-16,-4 0 0 15,-1 3-1-15,-3 3 0 16,0 0 0-16,0 1 1 16,-1 0-1-16,-2 0-1 0,0 3 1 15,-1 0-1-15,1 0 3 16,0 3 3-16,0-2 0 16,0 6 0-16,2-1-2 15,-1 1 0-15,0 1-1 16,-2 2 0-16,0 0 0 0,0 1 0 15,0 1 0-15,0 2 0 16,0-3 1-16,0 3 0 16,0 0-1-16,0-1 0 15,-2 0 2-15,2 4-2 0,0-1 0 16,-3 2 1 0,0 0-1-16,0 1 0 0,0 1 0 15,1 1 0-15,-2-2 0 16,2 1 1-16,2-3 0 15,0 0 0-15,0-1 0 16,0-1-1-16,1 1 1 0,2 0-1 16,-1-1 2-16,-1 2 0 15,1 3 1-15,-1 0-1 16,0-1-1-16,1 0 0 16,0 0 0-16,3-2 0 15,-2-1 0-15,1-3 0 0,2 0 1 16,-2-2-2-16,0-1 3 15,4 1-3-15,-4-1 1 16,3 0 0-16,-2 1 0 16,-1-1-1-16,2 2 0 15,0 0 1-15,-2 0 0 16,0-2 0-16,-1 1-2 0,1-3 2 16,-2-1-1-16,2 0 0 15,-2-1 0-15,-1-2 1 16,0 0-1-16,0-1 0 15,2 0 0-15,-2 0 0 0,0 0 0 16,-1 1 0-16,2-3 1 16,0 2-1-16,-2-3-1 15,0 1 2-15,0-4-1 16,0 2 0-16,0-2 3 16,-4 1 5-16,-6-2 3 0,-6 4-1 15,-8 0-4-15,-13 3-2 16,-17 3-4-16,-20-1-35 15</inkml:trace>
  <inkml:trace contextRef="#ctx0" brushRef="#br0" timeOffset="39209.6">1144 2951 84 0,'0'0'7'0,"0"0"11"0,0 0-10 0,0 0-9 15,0 0 1-15,0 0 0 16,0 38-1-16,0-15 2 0,0 8-1 16,0 6 1-16,0 10 1 15,-6 4 0-15,0 9-2 16,3 2 1-16,1 2 0 16,2-3 0-16,2 2 0 15,7-2-1-15,5-4 1 16,1-1-1-16,1 0 1 0,-1-4 0 15,-2 1-1-15,-1-5 0 16,1-1 1-16,-3-6 2 16,-4-4 0-16,-2-6-1 15,-3-12-16-15,-1-11-109 0</inkml:trace>
  <inkml:trace contextRef="#ctx0" brushRef="#br0" timeOffset="40340.93">1265 2644 36 0,'0'0'1'0,"41"0"4"0,-13 0 4 0,4 0 0 0,8 0 1 16,-2 0 5-16,6 0-3 15,-1 0-2-15,6 0 0 0,-1-4-2 16,7 2-4-16,1 1 0 16,5 1-2-16,1 0-1 15,1 0 0-15,4 0 0 16,2 0-1-16,2 0 1 16,8 0 0-16,4 0-1 0,5 0 1 15,2-3-1-15,7 0 1 16,3-3-2-16,1 1 4 15,3-1-3-15,0 2 1 16,2 0-1-16,2 1 1 16,-3 1-1-16,3-1 0 0,1 1 1 15,-1-1-2-15,0-1 2 16,4 2-1-16,-1-2 0 16,2 1 0-16,-1 0 0 15,-1 3 1-15,-1-1-1 16,-3-1 0-16,-2 1 0 0,0 1 0 15,-2-1 0-15,0-1 0 16,-3 1 0-16,-1-2 1 16,0 0-1-16,-3 0 0 15,-2-1 0-15,-3 1 1 16,-4-1-1-16,-3 1 1 16,-3 2-1-16,-7-1 0 0,-6 2 0 15,-6 0 1-15,-5 0 9 16,-1 0-1-16,-4 0-3 15,0 0-3-15,-4 0 0 16,0 0-2-16,-2 0 1 16,-3 0-2-16,-5 0 1 0,-7 0-1 15,-3 6 0-15,-4-2-1 16,-7 3-2-16,-1 3-1 16,-4 0 3-16,0 3-1 15,-2 3 0-15,-2 1 2 16,1 5-1-16,-1-1 1 0,-2 5 0 15,1 2 2-15,-3 2-1 16,1 2 1-16,1 2-3 16,-1 1 3-16,-2 2 1 15,1 3-2-15,0 0 0 16,0 2 0-16,1 5 0 0,1-3 0 16,-2 0-1-16,2 1 1 15,-2-2-1-15,0-1 0 16,1 1 0-16,-3 0 1 15,0 1-1-15,-2-1 1 16,0-1-4-16,0-3 1 16,0-4 4-16,-2-2-1 0,-4-5 0 15,-1-5 1-15,-2 0-2 16,-3-5 1-16,-2-1 0 16,-3-3 2-16,-2-2-1 15,-6-2 3-15,-2-2 8 16,-4-1 0-16,-5-1-2 0,-7-3-6 15,-6 1 0-15,-7-2-3 16,-6 2 0-16,-9-1 0 16,-14 5-1-16,-14 5 0 15,-22 7 0-15,-24 8-3 0,-38 8-37 16,-43 6-89-16</inkml:trace>
  <inkml:trace contextRef="#ctx0" brushRef="#br0" timeOffset="43297.54">7206 3823 70 0,'0'0'1'0,"0"0"-6"0,0 0 3 0,0 0 1 16,0 0 10-16,0 0 3 16,0 0 1-16,47-10-4 15,-33 3-4-15,2 0-1 16,3 1-2-16,1 0 1 16,3 3-1-16,1-1-2 15,3 4 0-15,4 0 0 0,0 0-1 16,8 0 2-16,1 4-2 15,4 2 1-15,4 0 0 16,6 1 0-16,3 1 0 16,5-2 2-16,4 1 0 15,3 1 2-15,5-2 0 0,4 0 1 16,2-1 2-16,7-1-1 16,5 0-3-16,2 0 1 15,4-2-2-15,5-1 1 16,0 1-1-16,0-1 4 15,4-1-3-15,0 0-1 0,3 0 1 16,2-5 0-16,1-2-1 16,-1-2 1-16,1-1-1 15,-4-2-1-15,-1 1 0 16,-6 1 0-16,-4 0 0 16,-6 1 1-16,-5 2-1 0,-12-1 1 15,-7 5-2-15,-11-4 1 16,-7 4 2-16,-12-2 0 15,-11 3 1-15,-11-1-3 16,-12 3-33-16,-6-4-45 16</inkml:trace>
  <inkml:trace contextRef="#ctx0" brushRef="#br0" timeOffset="43787.33">7995 3628 140 0,'0'0'-18'0,"0"0"31"0,0 0 13 0,0 0-13 15,0 0-10-15,0 0-2 16,0 0 0-16,0 0-1 0,51-34 1 15,-20 38-1-15,6 3-1 16,3 2 1-16,6 0-1 16,8-1 1-16,7-2-1 15,10-2 0-15,9 0-2 16,10-4 0-16,8 0 3 16,8 0 2-16,7-4 3 0,5-3 3 15,8 1-2-15,5-1 1 16,7 3-6-16,5 3 2 15,2 1 3-15,-2 0-3 16,-6 0-52-16</inkml:trace>
  <inkml:trace contextRef="#ctx0" brushRef="#br0" timeOffset="46221.46">14422 5635 22 0,'-1'0'5'0,"1"0"13"0,0 0-6 15,0 0-3-15,11 0-9 16,5-1 3-16,4-2 3 0,4-3 2 16,5 1-1-16,3 0 0 15,1-2-2-15,3 1-1 16,4 1-1-16,3-2-2 16,1-1 0-16,5 1 1 0,0-1-2 15,1 1 1-15,-4-3 0 16,-1 0 0-16,-2 0-1 15,-1 0 0-15,-1 0 1 16,-3 2 1-16,-3-1 0 16,-3 2-2-16,-5 3 3 0,-5 1-3 15,-7 3-1-15,-7 0-8 16,-6 0-13-16,-2 0-29 16</inkml:trace>
  <inkml:trace contextRef="#ctx0" brushRef="#br0" timeOffset="46598.46">14536 5679 19 0,'0'0'4'0,"38"0"-2"0,-12 0 6 0,4-1 13 0,6-5-4 15,8-1-4-15,6-3-2 16,4-1-2-16,6-2-3 0,1 0-3 15,4 0 1-15,1-1 0 16,-1 3-3-16,-4-1 1 16,1 2 0-16,-6 2-1 15,-8 1 0-15,-5 2 1 16,-7 1 3-16,-9 1-18 16,-11-1-40-16</inkml:trace>
  <inkml:trace contextRef="#ctx0" brushRef="#br0" timeOffset="47352.56">11348 5554 0 0</inkml:trace>
  <inkml:trace contextRef="#ctx0" brushRef="#br0" timeOffset="47625.61">11269 5556 16 0,'0'0'4'0,"0"0"17"15,0 0-6-15,0 0-5 16,0 0-1-16,0 0 1 16,0 0 2-16,-20-7-5 0,20 1-2 15,0 1-4-15,8-1 4 16,5-2-4-16,9 0 2 15,5-3-3-15,6-1 0 16,7-2 0-16,8 1 1 16,3-4-1-16,5 0 0 0,2 2 0 15,0-4 1-15,-2-1-1 16,-3 1 1-16,-6 1-1 16,-7 2 2-16,-6 4-6 15,-7-1-16-15,-7 4-36 16</inkml:trace>
  <inkml:trace contextRef="#ctx0" brushRef="#br0" timeOffset="47988.46">11366 5553 40 0,'0'0'4'0,"37"-17"8"0,-16 8-1 0,3-1-1 16,1 2 2-16,2-4-2 0,-1 0 0 15,5 0-4-15,1-2 1 16,7-2 0-16,2 1 1 16,3-1-3-16,8-2-1 15,0 1-1-15,0-1-1 0,3 2 0 16,-2 1 0-16,4 2 2 16,1-2-14-16,-2-1-43 15</inkml:trace>
  <inkml:trace contextRef="#ctx0" brushRef="#br0" timeOffset="49397.28">12938 6703 8 0,'0'0'25'0,"0"0"24"0,0 0-31 0,0 3-19 16,3-3 2-16,4 1 1 16,4 2-2-16,2 0 1 15,5 1-2-15,3-1 2 16,2 2-1-16,6 0 0 0,3 1 0 16,2-2 0-16,7 0-1 15,3-1 1-15,10 1-1 16,1-1 1-16,8 0 1 15,2 3-1-15,6-2 1 0,6 0-1 16,1-1 1-16,7 2-1 16,6-1 0-16,-1-3 2 15,3 0-2-15,-5-1 1 16,3 0 1-16,-1 0 2 16,-4-1 0-16,-3-5 1 15,1-1-1-15,-3 0 4 0,-2 0-2 16,-6 1-1-16,-3-2-2 15,-5 1-1-15,-5 1 0 16,-3 1-1-16,-7 0 0 16,-4-1-1-16,-7 2 0 15,-3 0 0-15,-9 0 0 0,-7 1 1 16,-5 0 1-16,-1 0 0 16,-3 3 0-16,-4 0-1 15,-1 0 2-15,0 0-3 16,-2 0-2-16,-4 6-34 15,0-2-10-15</inkml:trace>
  <inkml:trace contextRef="#ctx0" brushRef="#br0" timeOffset="49909.91">13200 6868 94 0,'0'0'13'0,"0"0"-6"0,0 0-7 0,45-6 0 0,-14 3 0 16,7 0 1-16,3-1-1 16,3 0 0-16,6 0 0 0,8-1 0 15,2 1 1-15,7-1 0 16,5 0-1-16,8 0-1 15,0 2 2-15,8-3-1 16,1 3-1-16,0-1-1 16,7-3 1-16,1 1 4 0,4-4 4 15,1 2-2-15,2-2 1 16,0-2-2-16,-5 0-1 16,-4 0 1-16,-5 1-3 15,-10 1 2-15,-8 0-1 16,-11 2-1-16,-9 2-8 0,-13 0-12 15,-12 2 1-15,-12 0-42 16</inkml:trace>
  <inkml:trace contextRef="#ctx0" brushRef="#br0" timeOffset="50408.18">13705 6804 46 0,'0'0'0'0,"0"0"6"0,41 0 8 15,-15 0 1-15,4-2-1 16,5-3-2-16,6 2-2 15,5-3 2-15,8 2-2 16,4-1-3-16,2 0-3 0,6-1-2 16,7 2 0-16,6-3-1 15,5 1 1-15,6-3 1 16,6 0-1-16,3-1 1 16,0 0-2-16,0 0 1 15,0 0 2-15,-3 2-1 0,-10-1-1 16,-5 1-17-16,-9-1-35 15</inkml:trace>
  <inkml:trace contextRef="#ctx0" brushRef="#br0" timeOffset="57768.61">6591 8869 17 0,'0'0'5'0,"0"0"6"0,0 0 0 0,48-15-2 0,-31 12 0 16,1-3-2-16,-3 3 0 15,1-1 0-15,-1-2-1 16,2 5-1-16,-4-1-2 16,1 2-1-16,1 0-2 0,1 0 1 15,1 0-1-15,6 3 0 16,-1 4 0-16,6-1 1 15,5 0-1-15,1-1 0 16,5 1 0-16,4-2 1 16,0 1-1-16,3-4 0 15,2 3 1-15,1-4-1 0,-2 0 1 16,4 0-1-16,0 0 0 16,0 0 2-16,1 0 0 15,1-4-2-15,3 1 1 16,0-1 0-16,5-1-1 0,3 1 1 15,-1 0-1-15,1 1 1 16,2-1 0-16,1 1-1 16,-4 3 0-16,0-3 2 15,1 3-1-15,-3-1 0 16,1-1 2-16,1 0-2 0,3 0 0 16,1-1 0-16,2-1 0 15,-1 0 0-15,3 2 1 16,-2-2-1-16,-2 3 0 15,-4-1 0-15,0 2-1 16,-1 0 0-16,-1 0 2 0,-1 0-2 16,2 2 0-16,-3 2 1 15,3 0 0-15,-1 1 0 16,1 0 0-16,-1-1 1 16,1-2 0-16,-4-1 2 15,0-1-2-15,-4 0 0 16,-3 0-1-16,-4 0 0 0,-2 0 0 15,0 0-1-15,-3 0 0 16,1 3 0-16,-1-3 0 16,-2 3 0-16,1-2 0 15,-1 2 0-15,0-1 0 16,0 0 0-16,-1-1 1 0,-2-1-1 16,-1 0 0-16,-2 0 1 15,1 0 0-15,-1 0 0 16,2 0 2-16,-2 0-1 15,3 0 1-15,-1 0 0 0,0-1-1 16,-1 0 0-16,-4 0-1 16,-4 1-1-16,0-2-1 15,-2 2 1-15,-2 0 0 16,1 0-2-16,-2 0 4 16,1 0-2-16,1 0 0 15,1 0 1-15,-1 0 0 0,-3 0 0 16,1 0-20-16,-4 0-31 15</inkml:trace>
  <inkml:trace contextRef="#ctx0" brushRef="#br0" timeOffset="61340.76">14074 8889 66 0,'-2'0'5'0,"2"0"7"0,-3 0-6 0,3 0-5 16,0 0-1-16,0 0-1 16,0 0 0-16,0 0 2 15,0 0-1-15,0 0 1 16,0 0 0-16,0-1 0 16,0 0 1-16,0 1-1 15,3 0-1-15,-1 0 0 0,3 0 0 16,1 0 0-16,0 0-1 15,2 0 1-15,-3 1 1 16,3 0-2-16,0 0 1 16,0-1 1-16,1 0 1 15,2 0 0-15,0 0-1 0,0 0 0 16,3 0 0-16,-1 0 1 16,-2 0 3-16,3 0-1 15,-3-1 2-15,3 0-2 16,3 0-2-16,-1-1-1 0,1 0 1 15,1 2-2-15,3-1 1 16,-2 1 0-16,4 0-1 16,0 0 2-16,-2 0-2 15,5 0 1-15,1 0-1 16,1 3 0-16,-1-2 1 16,1-1-1-16,1 0 0 0,2 0 0 15,2 0 1-15,-2-7-1 16,5 3 0-16,-2-2 1 15,1 0-1-15,0 3 1 16,2-1-1-16,1 1 2 16,-3 2-4-16,4 0 3 0,2-1-1 15,0 2 0-15,0 0 0 16,2-1 0-16,0-2 0 16,1 3 0-16,0-3 0 15,0 0 1-15,-1 0 0 16,-1-1 1-16,0 0 3 0,2 1-2 15,-2 2-1-15,2-1-1 16,-1 2 0-16,-1 0-1 16,3 0 0-16,-3 0 0 15,3 0 1-15,2 0-1 16,1 0 0-16,0 0 2 0,2 0-4 16,2 3 2-16,0-1 0 15,2 0 2-15,0 1-2 16,0 0 0-16,-1 1 0 15,0-1 0-15,2 0 0 16,-2 1 0-16,1-4 0 0,2 0 1 16,2 0 6-16,4 0-1 15,-1 0-2-15,3 0-2 16,-3 0-2-16,2 4 1 16,-1-1 0-16,0 1 2 15,-3-2 0-15,3-1 5 0,-2 1 7 16,3-2-2-16,0 0-5 15,2 0-2-15,1 0-3 16,2 0 0-16,-5-4-1 16,1-1-1-16,-3-2 2 15,-3-3-1-15,-3 0 2 16,-3 0 8-16,0-5 3 0,-4 0-2 16,-3-3-7-16,-4 0 0 15,-2-4-4-15,-5 1 0 16,-5-3-1-16,-2-2 0 15,-5-6-1-15,-5-1-3 16,-4-1-2-16,-2-5 0 0,-2 1 4 16,-5-2-1-16,-2 2 1 15,-2 0 1-15,0-1 0 16,-4 2 0-16,-7-1 0 16,-2 4 0-16,-4 0-2 0,-4 2-2 15,-4 4-1-15,-4 0 5 16,-3 1 2-16,-3 1-1 15,1 2 1-15,-6 0-1 16,4 4 0-16,-2 0 1 16,0 6-3-16,-5 3 1 15,-2 1 0-15,-3 4 1 0,-5 1-1 16,-4 0 0-16,-7 2-1 16,-4-1 2-16,-1 0-2 15,0-2 1-15,0-1 0 16,1 0-1-16,3 0 0 15,2 1 1-15,-1 3-1 0,-1 2-1 16,-6 1 5-16,-5 0-2 16,-2 3-1-16,-4 1 1 15,-2 0-1-15,-1-3 1 16,0-1-1-16,0 0 1 16,5 0-2-16,-2-4 0 0,1 0 1 15,5 3-1-15,-2-1 1 16,4 2 0-16,0 0 0 15,2 0 0-15,-3 2 0 16,0 2 0-16,4 0-1 16,-6 2 0-16,2-2 2 0,-1 6-2 15,2 0 1-15,1 0 1 16,-1 5-1-16,4 0 1 16,1-1-1-16,1 3-1 15,0-1-3-15,2-1 3 16,2 1 0-16,-2-2-1 15,2 0 2-15,4 1 0 0,2-1-1 16,2-2 1-16,3 1 0 16,2 1-1-16,3 0 2 15,2 1-1-15,1-3 0 16,2 4 0-16,-1-1 0 0,1 0 0 16,1 2-1-16,4 0 0 15,-1 3 1-15,1 0-1 16,5 0 0-16,0 1 1 15,3-1-1-15,0 1 0 16,4-1 1-16,1 3-2 16,4-2 2-16,-2 1-1 0,3 2 0 15,2 0 0-15,0 1 0 16,3 3-1-16,-1 1 1 16,1 2 0-16,1-1-2 15,1 0 1-15,2 0 0 16,4-2 1-16,4-3-2 0,3-3 0 15,7-2 4-15,18 0 0 16,13-3 3-16,24 0 4 16,19-1-2-16,25-2 2 15,25 0-1-15,16-10-9 16,15-5-99-16</inkml:trace>
  <inkml:trace contextRef="#ctx0" brushRef="#br0" timeOffset="62294.58">18419 8293 17 0,'2'2'21'0,"0"1"-19"0,-2 0 5 0,1 0 4 15,0 0-2-15,1-2 3 16,4-1 1-16,-2 0 18 0,7-4 20 16,5-5-14-16,8-5-16 15,11-7-4-15,9-3-8 16,13-5-3-16,11 1-5 15,13-3 1-15,12-2-3 16,6-1-51-16,8-5-56 0</inkml:trace>
  <inkml:trace contextRef="#ctx0" brushRef="#br0" timeOffset="67590.94">14104 9656 47 0,'-1'0'30'0,"1"0"-24"0,0 0-3 15,0 0 8-15,0-2 6 16,0 1-3-16,0 0-12 0,-2-1 0 16,2 1 2-16,-2-1 5 15,2 0-6-15,-3 2-1 16,3-2 0-16,-1 2-1 16,1 0-1-16,0 0 0 15,0 0-2-15,0 0-1 0,0 0 1 16,4 0 2-16,1 0 0 15,3 2 0-15,1 0 0 16,3 1 0-16,1-3 1 16,3 0 1-16,2 0-1 15,1 0-1-15,0 0 1 16,0 0 0-16,-1 0-1 16,1 0 1-16,-2 0-1 0,1 0 1 15,0 0-1-15,2 0 0 16,-1 0 0-16,2 0 0 15,2 0 0-15,1 2 1 0,3-1-1 16,-3-1 0-16,1 1 0 16,0 1 0-16,0-2 0 15,-1 0 0-15,-5 0 0 16,2 0 0-16,-2 0 2 16,0 1-1-16,-3-1 0 15,1 0-1-15,0 3 0 0,2-3 0 16,1 0 1-16,0 2-1 15,1-1 1-15,3 3-1 16,-3-1 0-16,3 1 0 16,-4 0-1-16,0-3 2 0,-1 2-1 15,0-1 0-15,-1 0 0 16,-2-1 0-16,2-1 0 16,2 0 0-16,1 0 1 15,3 0 0-15,0 0-1 16,3 0 2-16,-3-4-2 15,0 2 0-15,0 0 0 0,0-1 0 16,-1 1 1-16,-3 2 4 16,2 0-2-16,-1 0-2 15,0 0-1-15,-2 0 1 16,-1 0 0-16,3 0-1 16,-2 2 0-16,0 1 0 0,0 0 0 15,1 1 0-15,1-3-1 16,-1 2 1-16,2 0 1 15,1-2-1-15,0-1 1 16,1 0-1-16,-1 0 1 16,-1 0-1-16,1 0 1 0,-1 0 2 15,1 0-1-15,1 0-1 16,0 0 0-16,3 0-1 16,2 0 1-16,0-4 1 15,-1 3-2-15,4-1 0 16,0 1 1-16,0-2-1 0,1 2 0 15,0 0 0-15,0-1 1 16,-2-1 0-16,1 1 1 16,0-1 1-16,0 1-2 15,2-1 2-15,-2 0-2 16,4 2 1-16,-1-1-2 0,-1 2 0 16,-1 0 1-16,1 0-1 15,-5 0 0-15,0 0 0 16,-1 0-1-16,0 2 1 15,2-1 0-15,1-1 1 16,2 0 1-16,0 0-1 0,1 0-1 16,-1 0 0-16,1 0 1 15,-3 3-1-15,-1-2 0 16,-1 1 0-16,-1 0-1 16,0 1 2-16,1-3 0 15,0 2-1-15,2-2 1 16,-2 0 2-16,1 0 0 0,1 0 0 15,-2 0-2-15,0-2 1 16,2 0-1-16,-2-3 0 16,-1 1 0-16,2 1 0 15,-1-3 0-15,2 1-1 16,0-1 0-16,-4 0 2 0,2-2-2 16,-2-2 0-16,-2 1 0 15,1-3 0-15,0-3 0 16,-1 0 0-16,1-2 0 15,1-3 1-15,-1 0-1 16,-4-1 0-16,-1-1-1 16,-1 0 2-16,-2 0-1 0,-5 1 2 15,0 1-4-15,-1 0 4 16,-2-1-1-16,-1 1 3 16,-3-1 4-16,-3 1 0 15,0 0 1-15,-3-1-6 0,0 3 0 16,0 0-2-16,-4 1-1 15,-3 4 1-15,0-1-2 16,0 4 0-16,-4 2 0 16,-2-1-2-16,-2 1 2 15,-2-1 0-15,-5 1 1 0,0-1 0 16,-3 2-5-16,-2-1 8 16,0-1-3-16,0 2 2 15,0 1-2-15,0 1 0 16,1 0 0-16,2 0 0 15,-2 0 0-15,2 1-5 16,-3 1 5-16,1-1 2 0,-3 0-2 16,-2-1-2-16,0 1 1 15,-1 3 1-15,-4-2 0 16,0 0 0-16,-1 0 1 16,-3 0-1-16,0-1 0 0,0-1-1 15,3 1 1-15,-1-1-1 16,-2 1 0-16,2 1 1 15,-2 0 1-15,0 3-1 16,-3 0 0-16,0 0 0 16,-4 0 0-16,2 0 1 0,-4 0-2 15,0 0 1-15,0 2 0 16,-3 0-1-16,3-2 0 16,0 3 0-16,-1 0 2 15,0 0-1-15,0 1 1 16,0 3-1-16,-2 0-1 0,0 0-5 15,-1-1-6-15,0 0 6 16,2-3 4-16,1-2 2 16,-2-1-1-16,-1 0 1 15,1 0-1-15,1 0 1 16,-1 0 0-16,-1 0 0 16,2 3-1-16,1 1 2 0,-4 2-1 15,3-1 0-15,-3 0 0 16,1-2 0-16,1 0-1 15,1-2 1-15,-1-1-1 16,-2 0 2-16,2 0 0 16,-2 0 1-16,-1 0 0 15,0 0-1-15,2 0-1 0,-3 1 2 16,1 5-2-16,2 1 1 16,2 0-1-16,0 0 0 15,6 2 0-15,0-1 0 16,1-1 0-16,2 1 0 0,-1-3 0 15,0 2 0-15,0 2 0 16,-1-2-1-16,-1 1 1 16,5 1 0-16,2 1 0 15,3 1 1-15,3-2-1 16,3 1 0-16,2 1 0 0,-2-1 0 16,2 3 0-16,0 1 0 15,0 0 0-15,0 3 0 16,0 3 0-16,2-1 0 15,0 1 0-15,2 2 0 16,1-1 0-16,6 2 0 0,-2-1 0 16,2 0-1-16,1 0 1 15,2-1 1-15,-1 0-2 16,3-2 1-16,0 0 0 16,-1-3-2-16,6 1 2 15,2 0-1-15,3-1 1 0,1 2 0 16,0 2 0-16,11-1 0 15,5 2 0-15,4 0 0 16,3 3 1-16,10 1 1 16,4 0 0-16,9 2 0 15,4 0-1-15,5-2-16 16,5-3-32-16,0-7-31 0</inkml:trace>
  <inkml:trace contextRef="#ctx0" brushRef="#br0" timeOffset="70038.74">14282 9936 64 0,'0'0'2'0,"1"1"-2"0,-1 5-2 16,0-2-2-16,0 2-2 15,0-1 4-15,0 1 7 0,0 0-3 16,0-2 3-16,0 0 1 16,0-2 0-16,0-2 3 15,0 0 0-15,10 0 8 16,2-9 0-16,7-4 1 16,6-5-2-16,7-3-1 15,7-6 4-15,7-5-5 0,6-5-5 16,4-4-3-16,5 1-4 15,4-2 0-15,-3 2-19 16,-3-1-94-16</inkml:trace>
  <inkml:trace contextRef="#ctx0" brushRef="#br0" timeOffset="70843.45">16159 9794 102 0,'0'0'19'0,"0"0"6"0,0 0-12 0,0 0-10 16,0 0-3-16,0 0 0 16,0 0-2-16,0 0 1 15,0 0-3-15,0 0 4 0,0 0 0 16,0 0-1-16,0 16 0 16,0-11-1-16,1 3 0 15,6-5 2-15,3-3 1 16,4 0 4-16,3-5 15 15,10-10 1-15,8-6-8 16,11-6-1-16,4-7-2 0,9-3-5 16,9-1-3-16,5-8-1 15,6-1 0-15,3-5-1 16,3-5-37-16,-2 2-72 16</inkml:trace>
  <inkml:trace contextRef="#ctx0" brushRef="#br0" timeOffset="72886.92">14535 9267 119 0,'0'0'-10'0,"0"0"13"0,0 0-3 16,4 1 1-16,0 3 0 15,-1 2-2-15,4 0-1 16,-5 2 0-16,3 5 0 0,3 1 4 16,-1 2-1-16,7 1 0 15,0 3 1-15,5-2-1 16,0 2 1-16,2-4-1 16,-3-2 2-16,0-1-2 15,-1-5 0-15,-1-2 0 16,-2-5-7-16,-6-1-16 0</inkml:trace>
  <inkml:trace contextRef="#ctx0" brushRef="#br0" timeOffset="73057.23">14739 9299 179 0,'0'0'-1'0,"-42"19"-1"15,15 8-1-15,-2 13 4 0,-9 8 0 16,-3 9 1-16,-5 9-28 16,0 0-55-16</inkml:trace>
  <inkml:trace contextRef="#ctx0" brushRef="#br0" timeOffset="73690.47">16466 9289 103 0,'0'0'11'0,"0"0"24"0,0 0-13 0,0 0-10 15,0 0-8-15,0 0-3 16,0 0-5-16,0 0-1 0,0 0 0 16,0 0 2-16,4 3 4 15,5 9 1-15,2 2 0 16,5 0 1-16,0 2 1 15,1-1-2-15,4 0 1 16,-2-3 0-16,0-2-7 0,-3 0-18 16,-3-7-30-16,-2-1-35 15</inkml:trace>
  <inkml:trace contextRef="#ctx0" brushRef="#br0" timeOffset="73896.22">16586 9281 122 0,'0'0'-7'0,"0"0"25"0,0 0 1 16,0 0-10-16,-46 11-3 16,30 7 1-16,-2 7-2 15,-5 9-2-15,-2 7-1 16,-4 6 2-16,-3 4-4 15,-5 1-65-15</inkml:trace>
  <inkml:trace contextRef="#ctx0" brushRef="#br0" timeOffset="76670.27">5947 1319 41 0,'0'0'18'0,"0"0"-1"0,0 0-10 0,0 0-5 16,0 0-4-16,0 0-4 16,0 0 6-16,0 0 0 15,0 0 1-15,0 0-1 16,0 27 4-16,0-23-2 16,0-3 2-16,0 0 0 0,1-1 4 15,8-5 13-15,4-12 33 16,12-14-20-16,15-12-20 15,24-16-8-15,18-11-1 16,11-18-2-16,6-10-91 16</inkml:trace>
  <inkml:trace contextRef="#ctx0" brushRef="#br0" timeOffset="82974.45">3332 10754 73 0,'0'-7'1'0,"0"1"0"0,3 0 0 16,2 1 0-16,-5 3 1 16,2 0 8-16,0 1 3 0,0 1-3 15,3 0-9-15,-1 0 0 16,3 0-1-16,6 0 0 16,-2 0 0-16,6 1 0 15,2 3 0-15,6-3 0 16,0 1 0-16,6 0 1 15,0-2-1-15,3 0 0 0,1 0 0 16,1 0 2-16,2 0 0 16,0 0-1-16,-2-4 1 15,4 1-1-15,-2 0 1 16,3-1-1-16,2 1 0 0,3 2 0 16,0-1-1-16,2 2 0 15,-4 0 0-15,3 0 0 16,0 0 0-16,0 0 0 15,-2 0 1-15,4 0-1 16,-3 0 0-16,2 0 0 16,-4 0 1-16,1 0-1 0,-3 0 2 15,-1 0-2-15,1-1 0 16,1 0 1-16,2 1-1 16,-1 0 1-16,4 0-2 15,0 0 2-15,0 0-1 16,2 0 0-16,2 2 1 0,2-2 0 15,-3 2-1-15,2-1 0 16,-1-1 1-16,-3 0-1 16,2 0 0-16,-1 0 1 15,-2-3-1-15,4-2 1 16,0 0-1-16,-3 1 1 0,2 0 1 16,-1 1 1-16,-3 0 0 15,0 3 0-15,-1-1 1 16,0 1-1-16,0 0-1 15,-1 0-1-15,0 0 0 0,4 0 2 16,1 0-3-16,5 0 2 16,3 0 1-16,2 0-1 15,-2-2-2-15,3-1 1 16,-3-1 0-16,-1 1-1 16,-3 1 1-16,0-1 0 0,-4 1-1 15,-2 0 1 1,2 1-1-16,-2 1 0 0,4 0 0 15,4 0 0-15,2 0 1 16,3 0-1-16,-1 0 1 16,0 0-1-16,-2-1 0 15,-2-2 1-15,-3 1 1 0,-1-2-1 16,-1 0 1-16,-1 0 0 16,0 0-1-16,0-1 0 15,-2 1 0-15,2 3-1 16,0-2 0-16,-3 3 1 0,-3 0 0 15,-1 0-1-15,0 0 0 16,1 3 1-16,3 3-1 16,-1-1 0-16,2 1 2 15,-1-3-2-15,0-1 1 16,-3 0 1-16,-1-2-2 16,-1 0 0-16,1 0 1 0,1 0 2 15,5 0 0-15,-3 0-2 16,3 0 2-16,-2 0-3 15,2 0 0-15,-4 0 1 16,0 0-1-16,1 0 0 16,-1 0 1-16,-2 0 2 15,0 0 2-15,1-3 1 0,0 0-3 16,1-1 0-16,-1 0 0 16,8-1 0-16,-3 0-2 15,3 1 1-15,2 1-2 16,-2 2 1-16,-2 1-2 15,0 0 2-15,-2 0-1 0,1 0 0 16,0 0-1-16,-1 1 2 16,1-1-1-16,-1 0 0 15,2 0 1-15,-1 0 0 16,0-3 0-16,3 0-1 16,-1-2 1-16,-1 0 1 0,1 4-2 15,-2 1 1-15,0 0-2 16,-4 0 1-16,4 7-2 15,-3 0 1-15,2 0 1 16,-2 1 0-16,2 0 1 16,-2-1-1-16,0-1 0 0,0-1 0 15,1-2 0-15,-2 0 2 16,4-2-1-16,-5-1-1 16,2 0 1-16,-2 0 0 15,1 0 0-15,-1 0-1 16,-2 0 1-16,0 0-1 0,0 2 1 15,-1 2 1-15,-2-1 0 16,-3 1 0-16,0 2 1 16,-1-1-1-16,0 2 0 15,0 1 2-15,0 0 2 16,2 2-3-16,2 3-1 0,2-2-1 16,-1 1 0-16,2-1-1 15,-1-2 2-15,1-4 1 16,-4-1 0-16,5-2 0 15,-3-1 0-15,2-1-2 16,1 0 2-16,-3 0-1 16,2 0-1-16,3 0 1 0,-4 0 1 15,4 0-1-15,-1 0 0 16,0-3 2-16,-1-1-2 16,-1 0 0-16,-4-2 2 15,3 0 2-15,-5 1 0 16,1-1-1-16,-1-1-1 0,-1 1-3 15,4 1 0-15,-7 0-1 16,3-2 0-16,-3 3 1 16,-4-1-1-16,-1 0 0 15,-3 1 1-15,-1-2 0 0,-3-1 3 16,-3 1 1-16,2-1-2 16,-3-1-1-16,-1-1-1 15,1-1 0-15,-3 0-1 16,-2-3 1-16,3-3-1 15,-1-2 2-15,3-3-2 0,-3 1 0 16,4-4-1-16,-1 3 2 16,1-1 0-16,-2 1-2 15,1 1 0-15,-3 2 1 16,-2 2 0-16,-2-1-1 16,0 3 1-16,-1 0-1 15,1 0 2-15,1 0-1 0,-2 1 1 16,4 0 0-16,-1-1-2 15,0 0 1-15,-1-1-2 16,-1 1 1-16,-1 0 2 16,-4-2-1-16,0 2-1 15,0-3-1-15,-4 0 2 0,0 5 0 16,0-4 2-16,0 1-1 16,0 1-2-16,0 0 2 15,-6-2-1-15,3 2 1 16,-4-6-2-16,0 2 1 15,-1-2-2-15,-2-3 1 0,1 0 2 16,-3-1-1-16,0 3 1 16,5 4-1-16,-4 1 0 15,0 3 0-15,4 2-2 16,-2 2-1-16,-4 2-1 16,0 1 2-16,1 1-1 0,-5-1 1 15,0 1 2-15,-4-1 0 16,0 0-1-16,-2 2 2 15,-4-1-1-15,2 0-1 16,-4 1 1-16,0 0 0 16,-1 1 0-16,-1 0-1 0,-4 0-2 15,1 0 4-15,-2 2-1 16,0 0 0-16,2-1 0 16,-4 2 0-16,1 0 0 15,0 0 0-15,-3 0 0 16,0 0 0-16,-5 0 0 0,3 0 1 15,-4 0-1-15,1-1 0 16,0 1 0-16,-2 0 0 16,2 0 0-16,0 3 0 15,-1 3 0-15,-1 1 0 16,2-2 0-16,-4 3 0 0,2-2 0 16,-4 1 0-16,3-4 0 15,-3 2 0-15,0-1 0 16,4-2 0-16,-3 0 0 15,1-1 1-15,1-1-2 16,0 0 1-16,-1 0 0 0,-1 0 0 16,1 0 0-16,-2 0 0 15,-3-4 0-15,-1 0 0 16,-1 1 0-16,1 0 0 16,-2 3 0-16,-3 0 0 15,0 0 0-15,4 0-1 0,-1 1 0 16,2 2 0-16,3-1-1 15,1-1 2-15,-1-1-1 16,2 0 1-16,0 0 0 16,1 0 0-16,-1-1 0 15,3-4 0-15,-5-2 0 16,1 0-1-16,0 0 1 16,-2-1 0-16,1-1 0 0,-2 2 0 15,3 1-1-15,0 2 2 16,-3 1-2-16,0 3-3 15,-1 0-5-15,-5 0 3 0,0 0-3 16,-3 6 4-16,-5-2 2 16,3-2 1-16,-2-1 0 15,0-1 2-15,3 0 0 16,1 0 0-16,-1 0 0 16,5-1-1-16,-1-1 2 0,-1 2-1 15,3 0 0-15,-2 0 0 16,0 0 0-16,1 0 0 15,1 2 0-15,1-1-1 16,-4-1 2-16,3 0-1 16,-2 0-1-16,0 0 1 15,3-1 0-15,-1-1 0 0,2 2 0 16,2 0 0-16,1 0 0 16,0 0 1-16,0 7-1 15,1 0 0-15,-4-1 0 16,2 1 0-16,-2-2 0 15,0-1 0-15,-1 0 0 0,1-3-1 16,0 2 1-16,0 0-1 16,3-2 1-16,5 1-6 15,-2 0 7-15,4-1 0 16,-3 0 0-16,4 2-1 16,-5-3 0-16,1 0 0 0,-1 0 0 15,-4 0-1-15,0 0 1 16,-2 0-2-16,0 0-3 15,0 0 2-15,2 1 4 16,1 2 0-16,4 0 2 16,-1-1-3-16,-3 1 1 0,4 1-1 15,-7-1-1-15,2-1-3 16,-2 1 4-16,-2-2 0 16,0 0-1-16,0 0-1 15,0-1 0-15,0 0 1 16,-1 2 2-16,1-1 0 15,-2 3-1-15,2-1 0 0,-3 3 0 16,1 1 0-16,-2 1 0 16,4 2 0-16,-4 1 0 15,1 1-1-15,1-2 0 16,-1 1-1-16,-1-3 1 0,1 1-3 16,3-2 5-16,0-2-1 15,2 0 0-15,0 1-1 16,5 0 1-16,-1-2 1 15,7-1-1-15,1 0 2 16,2-2-1-16,1 2-1 16,1-3 0-16,2 0 1 0,0 0-2 15,4 0 2-15,0 0-1 16,3 0 1-16,2 0 0 16,0-3-1-16,1 0 0 15,-1-2 1-15,-2 0 0 16,0 1-1-16,1 0 1 0,1-1-1 15,-2 1 0-15,0 1 1 16,2-1-1-16,0 1 1 16,-1-1 0-16,-1 1-1 15,0-1 1-15,-5-2-1 16,3 3 1-16,-2 0-1 0,2-1-1 16,0 0 1-16,3 1 0 15,6-1-1-15,0 3 1 16,3-2 0-16,1 0 0 15,4 1 0-15,1-3 0 16,0 3 0-16,4-2-1 0,-3 1 1 16,3 1 0-16,-1 0 1 15,1-1-2-15,0 3 1 16,-2-2-1-16,4 1 1 16,-2 1-1-16,1 0 1 15,0-1 1-15,3 1-1 0,-3 0 1 16,0 0-2-16,3 0 1 15,-5 0 1-15,1 0-1 16,-2 0-1-16,0 0 0 16,-1 2 0-16,0 1 2 15,1-1 0-15,-3 2-2 16,1-1 2-16,1 0-1 0,-1-2 0 16,2 3-1-16,-3 0-1 15,3 0 0-15,-3 0 3 16,1 0-2-16,1 2 2 15,1-1 0-15,-1-2-1 0,1 0 1 16,1 1-1-16,3 0 0 16,-2 0 0-16,3-1 0 15,-2 2 0-15,0-1 0 16,3 1 0-16,-1-1 0 16,0 0-1-16,1 3 0 15,3-2 0-15,0 2 1 0,-2 1 0 16,2 2-1-16,2 1 1 15,-3 1-1-15,3 3-2 16,-2 2 2-16,0 5 0 16,-1 3-1-16,-2 4-1 15,1 2 0-15,1 3 2 0,-3-1-1 16,1 1-2-16,-3-1 3 16,4 1-2-16,-3-2 0 15,5 4 2-15,-3-1 2 16,6-2-1-16,1-2 1 15,0-2-1-15,14-4 0 0,6-4 2 16,11-5 0-16,10-5 1 16,15-2 2-16,17-3 0 15,19-6 3-15,22 0-2 16,22-2 0-16,17-11-25 16,12-8-45-16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23:14.5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7707 7790 71 0,'0'0'1'0,"0"0"5"0,0 0 5 0,0 0-5 0,0 0-4 15,0 0 0-15,0 0 0 16,0 0 6-16,0 0 5 16,0 0-3-16,0 0-10 15,0 0-3-15,5 0 2 16,-1 2 2-16,2-1-1 0,3 1-1 15,3 0-3-15,1-1 4 16,0 0 5-16,5 1-1 16,-3-2-1-16,3 1-1 15,3-1-1-15,-4 2-1 16,2 1 1-16,-2 0 0 16,1 2-12-16,-2 0-15 0,-7 0-22 15</inkml:trace>
  <inkml:trace contextRef="#ctx0" brushRef="#br0" timeOffset="193.14">7858 7844 159 0,'0'0'-5'15,"0"0"19"-15,0 0 16 0,0 0-9 16,0 0-18-16,0 0-12 15,0 0 11-15,0 0-1 16,0 0-4-16,41 1-36 16,-19-1-27-16,-4-3-42 15</inkml:trace>
  <inkml:trace contextRef="#ctx0" brushRef="#br0" timeOffset="833.87">8942 6371 86 0,'0'0'13'0,"0"0"5"0,0 0 10 0,0 0-7 0,0 0-7 15,0 0-6-15,0 0-8 16,0 0-3-16,0 0-5 0,0 0 2 15,0 0 2-15,12-9 5 16,-1 3-3-16,3-3 6 16,-2 0-4-16,5-1-8 15,0 0-46-15,-3 0-33 16</inkml:trace>
  <inkml:trace contextRef="#ctx0" brushRef="#br0" timeOffset="982.87">9010 6392 111 0,'0'0'11'0,"0"0"22"0,0 0 0 15,0 0-28-15,0 0-15 16,0 0 3-16,58-48 11 16,-28 17-59-16</inkml:trace>
  <inkml:trace contextRef="#ctx0" brushRef="#br0" timeOffset="3853.95">9939 7413 3 0,'0'-1'24'0,"0"1"-7"0,0-1-5 0,0-1-2 0,0 2-1 16,-1-1-2-16,-1-1-1 16,1-1 5-16,-1 2-3 15,2-2-1-15,-2 0 1 16,2 2-1-16,0-1-1 16,0 1-1-16,0 1-3 15,0 0-2-15,0 0-2 0,0 0 0 16,0 3 0-16,4 5-2 15,0 2 5-15,3 4-5 16,-2 2 9-16,1 1-3 16,1 0-2-16,2 2 3 0,-3-1-3 15,6-1-9-15,-3-3-8 16,-2-2-10-16,1-5-45 16</inkml:trace>
  <inkml:trace contextRef="#ctx0" brushRef="#br0" timeOffset="4031.26">10054 7422 82 0,'0'0'3'0,"0"0"18"16,-14-43 5-16,7 36-7 16,1 6 3-16,-3 1-10 0,2 8-9 15,-2 15 2-15,-1 11-10 16,-1 13-7-16,1 8-15 15,-1 6-30-15</inkml:trace>
  <inkml:trace contextRef="#ctx0" brushRef="#br0" timeOffset="4656.91">10780 8417 120 0,'0'0'9'0,"0"0"9"0,0 0-6 15,0 0-20-15,0 0 5 16,0 0-1-16,0 0 4 15,9 40 1-15,4-26 0 16,-2-1 0-16,1-1-13 0,-2-4-9 16,2-4 4-16,-1-4-4 15,-4 0-4-15,-1-7 8 16,-3-4 14-16,-3 0 12 16,0 2 23-16,0 3 0 0,-5 6 10 15,-3 2-22-15,1 24-11 16,-3 17-11-16,-2 20-21 15,-1 11-51-15</inkml:trace>
  <inkml:trace contextRef="#ctx0" brushRef="#br0" timeOffset="5332.3">12271 9900 166 0,'0'0'12'0,"0"0"-7"0,0 0 10 0,0 0-10 15,0 0 4-15,-39-13-4 16,39 9 0-16,0 0-6 16,5-2-5-16,8-2-13 15,0-4-38-15,0-1-82 16</inkml:trace>
  <inkml:trace contextRef="#ctx0" brushRef="#br0" timeOffset="5503.81">12704 9862 177 0,'0'0'-47'16,"0"0"41"-16,0 0 6 15,40 3-4-15,-29-3-33 0</inkml:trace>
  <inkml:trace contextRef="#ctx0" brushRef="#br0" timeOffset="5668.58">12921 9799 249 0,'0'0'33'15,"0"0"-35"-15,0 0-7 16,36 2 6-16,-17-2 4 15,6 0-3-15,0 0-37 0,-2 0-73 16</inkml:trace>
  <inkml:trace contextRef="#ctx0" brushRef="#br0" timeOffset="6046.57">13868 11293 119 0,'12'64'1'16,"-1"-4"15"-16,0-5 8 16,0-2-5-16,0-3-5 15,1-3-2-15,-1-2-1 16,-3-5-3-16,4-5-5 16,-1-5-2-16,0-3 0 0,3-6-1 15,-1-2-10-15,3-5-17 16,-3-3 3-16,3-2-3 15,-3 1-2-15,1 1 0 16,-3 1-37-16</inkml:trace>
  <inkml:trace contextRef="#ctx0" brushRef="#br0" timeOffset="6173.31">14134 11975 13 0,'0'0'25'0,"11"40"14"16,-7-19-12-16,2 2-15 16,-2 0-7-16,2 1-4 15,2 0 0-15,3-3 0 16,0-2-1-16,2-7 0 15,3-7-2-15,-1-5-5 0,4-10-24 16,3-16-22-16</inkml:trace>
  <inkml:trace contextRef="#ctx0" brushRef="#br0" timeOffset="6308.27">14435 11975 234 0,'0'0'55'0,"0"0"-40"16,0 0-9-16,0 0-9 15,0 0-1-15,42-13 0 16,-18-8-21-16,3-6-30 0,-2-11-34 16</inkml:trace>
  <inkml:trace contextRef="#ctx0" brushRef="#br0" timeOffset="6464.87">14688 11593 417 0,'0'0'-21'16,"0"0"16"-16,0 0-1 15,0 0-68-15,-4-49 18 16,17 3-62-16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24:39.3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5778 4091 193 0,'0'0'-36'0,"0"0"40"0,0 0-2 0,0 0 0 16,0 0 0-16,45-4-2 15,-31 4 1-15,-1 0 1 16,2 6-2-16,-1 3 0 16,4 0-2-16,-3 3 4 15,3 0-2-15,-1 2 0 0,2 1 0 16,3 3 1-16,2-1-2 16,3 0 1-16,4-1 0 15,5-2-2-15,3 0 1 16,5-4 5-16,3 0-1 15,0-4-3-15,4-3 3 16,3-1-1-16,3-2-2 0,4 0 4 16,2 0-2-16,3 0 0 15,3-5-1-15,2 1-1 16,2-1 1-16,3-2 0 16,0 3-1-16,1-5 0 0,4 2 0 15,1 0 1-15,0-1-1 16,-4 2 0-16,3-4 1 15,-3 5-1-15,2 0 0 16,-3 1-1-16,1 1 0 16,4-3 3-16,4 2-2 0,-2 0 0 15,3 1 4-15,3 0-2 16,2 0-1-16,2 3 0 16,-1 0 0-16,3 0 0 15,0 3-1-15,-2 2 0 16,-5 0 0-16,3 1 0 15,0-2 1-15,-1 0-2 0,-1-1 1 16,1-1-3-16,3-1 8 16,0 1 4-16,2 0 1 15,-2-2-2-15,5 0-4 16,-3 0 1-16,2 2-1 16,-2-2 1-16,3 1-3 0,-1 2 0 15,-3-2 0-15,0 1 0 16,-1 1-1-16,0-2 0 15,-4 1 1-15,3-1-1 16,-1 1 1-16,0-1-2 16,-1-1 2-16,1 0-2 0,2 0 1 15,0 0 0-15,0-5-1 16,2 1 2-16,0 0-2 16,-2 0 0-16,-3 2 0 15,1-1 2-15,0 2-2 16,-1 1-1-16,-4 0 1 0,1 0 1 15,0 0-2-15,-2 0 1 16,-1 0 1-16,0 0-1 16,-3-1 0-16,2-1 0 15,-1 0 0-15,-1 1 2 16,-3 0 0-16,2-1 2 16,-5 1-1-16,-1 1 3 0,-2 0-4 15,0 0 1-15,-3 0-2 16,1 0 1-16,-2 0-2 15,0 0 1-15,1 0-1 16,1 0 0-16,3 0 1 16,-2 0-1-16,-1 0 0 0,-2 0 0 15,4 0 2-15,0 0-2 16,0-3 0-16,0 2 0 16,2-2 0-16,0 3 1 15,2-3-1-15,-2 2 0 0,2-1 0 16,2-1 0-16,0 2 1 15,2 0-2-15,0 1 3 16,4 0-2-16,1 0 0 16,2 0 0-16,-2 0 0 15,-2 1 0-15,1 3 0 16,-1-1 0-16,2 4 0 0,-2-1 0 16,1 0-1-16,2 1 2 15,3-2-1-15,-3 2 0 16,1-1-1-16,-2 0 2 15,1-2-2-15,0 2 2 16,-1-2-2-16,-1 0 2 0,-1-1-1 16,0 1 0-16,-2-1 0 15,-1 0 0-15,2-1 0 16,2-1 0-16,-3-1 0 16,4 0 0-16,2 0 0 15,-2 0 0-15,0 0 0 16,-1 0 0-16,0-3 0 0,2 2 0 15,-1-2-1-15,1 2 1 16,2-1 0-16,3-1 1 16,-2 3-1-16,0-3 0 15,-4 2 1-15,1 1-2 0,0 0 2 16,-2 0-1-16,-3 0 0 16,3 0 0-16,0 0 0 15,2 1 1-15,-2 2-1 16,2-3 0-16,-1 0 0 15,3 0 1-15,-2 0-1 16,1 0 1-16,2 0-1 0,-2 0 0 16,1 0 0-16,-2 0 1 15,0-6-1-15,1 1 0 16,0-2 2-16,0-2-3 16,0 1 3-16,3-2-2 0,-4-2 1 15,-2-2 1-15,-5 1-2 16,-1-2 1-16,-8 3 1 15,-1-5 3-15,-7 0 2 16,-3 1-2-16,-5-2 4 16,-3-3-5-16,-5 1 0 0,-3-4-2 15,-4 3 0-15,-2-3-1 16,-5-1 1-16,-3-3-1 16,-5 0 0-16,-2-2 1 15,-5 1-6-15,-5-2-4 16,-4 1 3-16,-4 3 1 0,-5 0-4 15,0 3 7-15,-4 0-2 16,-6 1-2-16,-1 0 12 16,-3 1-2-16,-1-1-2 15,-3-1-1-15,0 0 1 16,-5 1-2-16,-1 0-1 16,-4 3 0-16,-4-1 1 0,-4 4-1 15,-4 1 0-15,-7 2-1 16,-4 1 2-16,-7 2-2 15,-5 3-3-15,-6-1 4 16,-4 2-8-16,-5 1 7 0,-2-1-1 16,-7 1-4-16,-3-1 2 15,-3 0 3-15,-3-1 0 16,0-1 3-16,-2-1-1 16,-2 2 0-16,-2-2 0 15,0 0-1-15,-5-1 0 16,-4 3 1-16,0-3-1 0,-2 4 1 15,-4-2-2-15,0 1 2 16,-3 0-1-16,-1 0 0 16,0 1-1-16,-2 0 2 15,0 0-2-15,-2-2 2 0,0 0-1 16,0-1 0-16,2-2 1 16,-3-2-1-16,1 3 0 15,-2 1 3-15,0-2-3 16,-3 4 0-16,2-1 0 15,-3 2 1-15,1 0 0 16,-5 3 0-16,0 0 0 0,-4 2-2 16,-2 1 1-16,-2 1 0 15,-4 0 0-15,0 0 0 16,3 0-1-16,-4 0 2 16,1 0-1-16,2-2 1 15,0 2-2-15,1 0 1 0,-1-1 0 16,2 1 0-16,-1 0 1 15,2 0-2-15,3-1 1 16,-1-1 0-16,1-1 0 16,-4 0 1-16,4-2-1 15,-2-1 0-15,-1 0 0 0,-1 2 1 16,2-2-1-16,-2 1 1 16,-1-1 0-16,4-1 0 15,-6 3 1-15,1-1-1 16,-4 1 0-16,0 3-1 15,-1-1 0-15,-2 2 2 16,1-1-2-16,-1 0 0 0,2 1 0 16,3-1 0-16,-1 1 1 15,2 0-1-15,-3 0 1 16,2 0-1-16,-1 0 0 16,-2 0 1-16,0 0-1 0,2-2 0 15,2 2 0-15,3 0 1 16,0 0 0-16,2 0 0 15,1 0-1-15,-4 0 0 16,1 5-1-16,-3 2 1 16,-2 2 0-16,0 2-1 0,-2-1 2 15,0 3-2-15,2 0 0 16,0 0 0-16,6 1 2 16,-5 0-3-16,7 0 1 15,0 2-1-15,2-2 1 16,1 2 0-16,2-1 1 15,2 0-4-15,3 0 4 0,1 2-2 16,0-3 0-16,4 2 1 16,3 0 0-16,2-1 1 15,4 0 0-15,6-2 0 16,2-1 0-16,6 1 0 16,4-1 0-16,6 1 0 0,3-3 0 15,4 0 0-15,6 2 0 16,4-1 0-16,5-1 0 15,1 1 0-15,6 2 0 16,0 0 0-16,6 0 0 16,-1 4 0-16,2 0 0 0,4 1 0 15,4 5 0-15,4-1 0 16,4 0 0-16,5 0 0 16,4 0 0-16,6-1 0 15,4 3 0-15,6-2-3 0,1 3 3 16,6-1-2-16,3 5 2 15,3-1-2-15,2 1 1 16,0-1-2-16,7 0 0 16,5 1 0-16,7-2 2 15,3 0 0-15,3 0 0 16,3 1 1-16,9 1-1 16,5 2 0-16,10 0 1 0,8 3 0 15,16-3 3-15,11-1-1 16,18-3 1-16,13-4-2 15,12-5-9-15,9-8-37 16,6-10-97-16</inkml:trace>
  <inkml:trace contextRef="#ctx0" brushRef="#br0" timeOffset="7664.71">5369 5152 75 0,'-1'0'8'0,"-1"0"-2"0,2 0 4 15,0 0-1-15,0 0-7 16,0 0-12-16,8 0 11 15,0-3-3-15,3 2 4 16,1-2 0-16,1 0 1 16,0 2-2-16,1 1-1 0,-1-2 1 15,1 2-1-15,-1 0-2 16,3 0 0-16,-1 0 1 16,3 0 0-16,5 0 1 15,-2 0 0-15,4 0 0 16,-2 0 0-16,4 0 1 0,-5 0-1 15,3 2 1-15,2-1 1 16,1-1-2-16,2 2 1 16,3 1-1-16,-1-1 1 15,5 1-1-15,2 0 1 16,-2 1 0-16,6-1-1 0,0 1 1 16,-1 0-1-16,4-2 0 15,1-2 0-15,3 0 0 16,-3 0 0-16,4 0 0 15,-4 0 0-15,0-2 0 16,-4-2 0-16,4 0 1 16,-3 1 0-16,3 2-1 0,0-2 2 15,2 2 2-15,0-1-1 16,1 2 0-16,4 0-1 16,3 0 1-16,1 0 1 15,5 0-3-15,2 0 0 0,0 0 0 16,2 0 0-16,2 3 0 15,2-3 1-15,-1 0 1 16,1 0-2-16,-2 0-1 16,-2 0 1-16,1-5-1 15,-1-1 1-15,-2-1 0 0,-1 1 3 16,1-1 4-16,-3 0-1 16,1 1-1-16,-2 2-2 15,3 0-1-15,-2 1-1 16,3 1-1-16,1-1 0 15,3 1 0-15,-2 0 0 0,0-2 0 16,0 1 0-16,-3 1-1 16,-1 0 1-16,-3-1-1 15,-1 0 1-15,-1 0-1 16,-2 2 0-16,2-1 0 16,0 1 0-16,0 1 0 0,3 0 0 15,-1 0 0-15,3-1 0 16,-3-1 1-16,3 2-2 15,-1 0 2-15,-1 0-1 16,2 0 0-16,1 0 0 16,-2 0 0-16,3 0 0 15,2 0 1-15,-2 0-1 16,-1 0 0-16,3 3 1 0,1-3 1 16,-1 0 1-16,0 0-1 15,0 0 1-15,4 0 0 16,-1 0-1-16,1 0 0 15,1 0-1-15,2 0 1 0,-1 0-2 16,4 0 1-16,-4 0-1 16,1 0 1-16,4 0 0 15,0 0 0-15,0-4 3 16,2-2 1-16,-1 2 1 16,2-2-1-16,-1 1-1 0,-3 0 0 15,0 0-2-15,-2 0 0 16,2 2-1-16,-2-1 0 15,0 1 0-15,-1 0 0 16,-1 1-1-16,-1 0 1 16,-5 1-1-16,0-2 0 0,-4 2 0 15,-3-1 0-15,-1 2 0 16,-4-1 1-16,1 1-1 16,-2 0 1-16,-2 0-1 15,2 0 1-15,-1 1 0 16,0 3-1-16,-4-1 1 0,1 1 1 15,1-1-1-15,-5 0 1 16,2-3-2-16,-4 0 0 16,2 0 0-16,-5 0 0 15,1 0 0-15,-1 0 0 16,-1-3 0-16,-1-1 1 16,3 1 2-16,-2 2 1 0,1-2 2 15,3 0-4-15,-1 3 0 16,4 0-1-16,-2 0 0 15,1 0 0-15,3 0-1 16,-1 0 3-16,3 0-3 16,2 0 0-16,1 0 0 0,2 0 1 15,-1 0-1-15,1 0 1 16,3-3-1-16,3 0 0 16,1-1 0-16,2 0 0 15,3 0 0-15,0-1 1 16,-1 2-1-16,2-1 1 0,0 1-2 15,1 1 2-15,0 0 0 16,1 2-1-16,0 0 1 16,-1 7-7-16,-3 2-24 15,-3-1-46-15,-4-6-43 0</inkml:trace>
  <inkml:trace contextRef="#ctx0" brushRef="#br0" timeOffset="8848.71">15443 5088 11 0,'39'2'18'0,"3"-1"-5"0,3 1-5 0,2 2-6 0,3 1-1 15,1 0-2-15,4 2-3 16,3 1-10-16,3 0 1 15,1-1 11-15,2 0 2 16,2-1 1-16,4-1 4 0,-1 1 8 16,0-3 0-16,4 1 2 15,6-2-2-15,2-2-4 16,2 0-1-16,3 0 0 16,4 0 1-16,2 0-2 15,0 0 0-15,-1 0-1 16,0 0-1-16,1-2-2 0,-4 2 5 15,1 0 0-15,-2 0 1 16,2 0 0-16,-2 2-4 16,-1 1-3-16,3 3-1 15,-1 0 0-15,3 0 0 16,1-2-1-16,3 0 1 16,3-1 0-16,1-3-1 0,1 0 1 15,-3 0-1-15,2 0 3 16,1 0 2-16,0 0-3 15,2 1-1-15,2 1 1 16,-2-1-2-16,1 1 1 0,-1-2-1 16,2 0 0-16,-1 0 1 15,2 0 4-15,-1 0 8 16,4 0-5-16,0 0 0 16,3 0-3-16,-1 0-3 15,0 0-1-15,0 0 1 16,-2 0-1-16,-2 4-1 0,-1 4 1 15,2-2 0-15,-2 2 0 16,3 3 0-16,-2 1 0 16,1 1 0-16,-3 1 1 15,-1-1-1-15,-5 0-1 16,-7-2 1-16,-5-2 0 0,-6-2 1 16,-9 0-2-16,-14-3 3 15,-11 0-5-15,-13-4-39 16,-14 0-64-16</inkml:trace>
  <inkml:trace contextRef="#ctx0" brushRef="#br0" timeOffset="9999.31">2682 6099 86 0,'2'1'27'0,"0"-1"-25"0,4 0-4 0,2 0 0 15,3 0 4-15,7-1 1 0,7-1-4 16,1 0 2 0,9 2 0-16,2 0-1 0,3 0 0 15,2 0 0-15,4 0 0 16,0 2 2-16,2 1-2 15,5 2 0-15,6-1 0 16,1-2-4-16,7-1 1 0,2 1 1 16,6-2 6-16,4 0 2 15,-1 0-1-15,5 0 0 16,2-2 2-16,3-2 0 16,5-2-2-16,1-1-2 15,2-3 0-15,4-1 1 16,-4-2-2-16,0 2 2 0,-4-1 1 15,-7 1 0-15,-4 1 0 16,-12 0 0-16,-7 3-1 16,-8 0 3-16,-13 2-1 15,-8 0 1-15,-8 2-3 0,-7 1 0 16,-5-1-2-16,-4 1 2 16,0 1-3-16,-2 1 3 15,-1-2-1-15,3-1 3 16,0 1-2-16,2-1 2 15,2-2-5-15,1-2-46 16,-1-4-42-16</inkml:trace>
  <inkml:trace contextRef="#ctx0" brushRef="#br0" timeOffset="10390.09">5255 5611 110 0,'0'0'2'0,"0"0"6"16,0 0-2-16,0 0 1 0,0 0-5 16,0 0-3-16,0 0 14 0,0 0 18 15,0 0-8-15,69-30-10 16,-6-13-3-16,17-13-3 15,23-6-1-15,18-10-2 16,19-6-1-16,17-10 1 16,8-10-67-16</inkml:trace>
  <inkml:trace contextRef="#ctx0" brushRef="#br0" timeOffset="15069.8">8827 7095 69 0,'0'0'1'0,"0"0"-1"0,0 0-1 0,39-14 2 0,-30 11-1 16,1 0 0-16,-2-1 0 16,1 1 1-16,-2 3 0 15,3-3-1-15,0 2-1 16,3 0-1-16,1 1 3 16,1 0-4-16,3-2 5 0,3 2-4 15,0 0 4-15,3 0-2 16,2 0 0-16,1 0 3 15,2 0-4-15,1 0 5 16,5 0-2-16,-2 0-3 16,5 0 9-16,-2 0-4 0,0-1 2 15,4-1-1-15,0-2 0 16,3 3 1-16,2 0-4 16,6 0 0-16,-2 1 0 15,3 0 1-15,1 0-2 16,0 2 0-16,-1 2-1 0,4 0 1 15,0-1-2-15,1 0 2 16,5-3-1-16,1 0 1 16,3 0-1-16,3 0 1 15,-2-3-1-15,0-1 1 16,-4 1-1-16,2 0 0 16,-2 0 0-16,0 3-1 0,1-3 1 15,3 3 0-15,0 0 0 16,0 0 0-16,-1 2 0 15,1 2 0-15,1 0 0 16,0 1 0-16,2-3-1 16,2 1 1-16,0 0 0 0,1 0 0 15,0-2 1-15,2 2-1 16,-1 0 0-16,2 0 0 16,-1-2 0-16,2 2 4 15,2 0 1-15,4-2 0 16,3 2 2-16,1 1-3 0,5-1 0 15,2 1-2-15,4-1 1 16,0-1-1-16,2-2 0 16,8 0-1-16,-1 0 1 15,5 0-1-15,0 0 0 16,-1 0 0-16,0 0-1 0,-2 0 0 16,3 0 0-16,-2 3 0 15,-2-2 0-15,2 2 2 16,-8-3-2-16,-3 0 1 15,-6 0-1-15,-5-3 1 16,-7-1 4-16,-5-1 2 0,-2 0-2 16,-5-1 1-16,-4 2-3 15,-1 1-2-15,-4-1 0 16,-3 1 2-16,-3 0-1 16,-4-5-21-16,-6-5-60 15</inkml:trace>
  <inkml:trace contextRef="#ctx0" brushRef="#br0" timeOffset="17804.84">17050 7558 9 0,'0'0'27'0,"0"0"-1"0,0 0-24 0,0 0 0 16,0 0-4-16,0 0 0 0,0 0 0 16,0 3 0-16,0 3 1 15,0-2 0-15,0 0-3 16,0 0 3-16,0 2 1 15,2-1 1-15,-1 0 1 16,2 2 2-16,1-3-1 0,0 1-1 16,1-1 1-16,2 0 1 15,0-1 2-15,1 0 5 16,3-2-1-16,-1-1-5 16,0 0 2-16,2 0 3 15,2-5 3-15,1-8 5 16,3-5-6-16,4-4-3 0,4-8-1 15,6-4-1-15,8-5-3 16,10-4-2-16,7-4 1 16,10-3 0-16,8-1 0 15,8 1-1-15,3 2 3 16,-3 0-7-16,-2 4-54 0</inkml:trace>
  <inkml:trace contextRef="#ctx0" brushRef="#br0" timeOffset="19362.91">8788 8057 120 0,'5'0'0'0,"-1"0"0"0,3 0 0 0,-2 0 1 0,6 0-10 16,0 0 19-16,2-3-19 16,6 3 20-16,1-3-10 15,1 1 0-15,2 0 0 16,2 0-1-16,0-1 0 15,1 1 0-15,5-2 0 0,5 0 1 16,4-1-1-16,4 2 0 16,8-3 0-16,0 2 0 15,4-1 0-15,1 2-1 16,2 0 0-16,5-2 1 16,2 2-1-16,1 0 0 15,2-1 2-15,4 0-2 0,4 0 2 16,1-2 2-16,5 3 3 15,4 1-2-15,2 0 0 16,1 2-1-16,-3 0 0 16,-2 0-1-16,1 7 0 15,0 2 0-15,-1 1-2 0,1-2 1 16,2-2 1-16,4-2-2 16,1-4-2-16,1 0 2 15,2-3 2-15,-1-4 2 16,-2-2 2-16,-1 0 2 15,-5-2 1-15,0 2-1 0,-6-1-1 16,-5 0-2-16,-2 0 0 16,-5 2-1-16,-3 0 0 15,-5 0 0-15,-3 2-3 16,-6 2 1-16,-8 1-1 16,-4 3 1-16,-6 0-1 0,-3 0 2 15,-5 0 0-15,-2 0-2 16,-2 0-13-16,-4 0-32 15,0-4-36-15</inkml:trace>
  <inkml:trace contextRef="#ctx0" brushRef="#br0" timeOffset="21084.52">16640 8528 1 0,'-1'3'1'0,"0"0"-1"0,0 1 0 0,0 0-1 16,0 2 0-16,1 0 1 15,0-2 1-15,0 0 5 16,0 1 4-16,0-3 1 15,3 0 3-15,2-1 1 16,1-1 2-16,3 0 0 0,1 0 1 16,9-8-2-16,8-5 8 15,6-3-7-15,12-5 0 16,13-3-7-16,16-3-5 16,9-5 1-16,15-6 0 15,11-6-15-15,8-7-128 0</inkml:trace>
  <inkml:trace contextRef="#ctx0" brushRef="#br0" timeOffset="22209.85">9278 8875 27 0,'0'0'4'0,"0"0"14"0,-42-13-5 0,31 9-3 16,1 2-5-16,1-1 0 15,3 1-2-15,0 0-1 16,0 1 0-16,4-2 6 0,-2 3 1 16,4 0-5-16,0 0-1 15,0 0-8-15,6 0 5 16,6 0 0-16,3 0-2 16,5 0 2-16,3 4 0 15,4 1 0-15,5-1 1 16,3 1 0-16,7 0 0 0,7-2 2 15,6 1-1-15,9-1-1 16,5-2 1-16,5-1-2 16,9 0 0-16,6 0 2 15,2 0-1-15,5-7 2 16,5 0 1-16,0-2 5 0,0 2-3 16,1 0 0-16,-2 1-3 15,2 1 0-15,-2 2 1 16,1 2-3-16,4 1 1 15,-5 0-1-15,-1 0 0 0,3 2 1 16,-1 3-2-16,-1-1 1 16,-1 0 1-16,-1-4 0 15,-4 0-1-15,-5 0 1 16,-3 0-2-16,-4-6 2 16,-4-1 0-16,-3 0 0 15,-6 2-6-15,-5-2-43 0</inkml:trace>
  <inkml:trace contextRef="#ctx0" brushRef="#br0" timeOffset="23938.95">8991 9931 85 0,'9'-12'-10'0,"3"0"11"0,1 1-1 0,1 1 0 15,-1-1 0-15,-2 3 0 0,-3 1 0 16,0-1 0-16,-4 1 1 16,-1 0-1-16,1-2 2 15,0 3 4-15,-2-1-1 16,6 2 0-16,-4 0-3 15,1 1 0-15,3 1-2 0,-3-1 0 16,6 4 0-16,-4 0 0 16,2 0 0-16,2 0 0 15,2 0 0-15,1 0 0 16,1 4 0-16,3-1 1 16,4 2 0-16,1-1 0 15,4 0 0-15,2 0 0 0,4 1-1 16,3-1 2-16,1-1-1 15,9-2 0-15,2 3-1 16,4-4 1-16,2 2 0 16,2-1 0-16,-1-1-1 0,1 1 0 15,1 1 1-15,5-2 0 16,0 0-1-16,5 0 0 16,-2 0 0-16,7-3 1 15,-2-1-1-15,0-2 0 16,2 3 0-16,0 0 0 15,1 1 1-15,0 0-1 0,2 2 0 16,0 0 0-16,4-1 2 16,2-1-2-16,-1 1 2 15,0-2-2-15,1 1 1 16,0-2 0-16,0-1-1 16,1-1 0-16,-2 1 1 0,3-3-1 15,0 1 0-15,1-3 0 16,-3 2 1-16,2-2-1 15,-1 0 0-15,2 4 1 16,0 0-1-16,-2 3 1 16,0 3-1-16,1 0 0 0,-1 0 3 15,-2 6-2-15,1-1 0 16,1-1-1-16,1 1 0 16,4-4 0-16,0 0 2 15,3-1-1-15,2 0 0 16,0 0 0-16,-2-2 0 0,-2-3 1 15,3 2 4-15,-2 0 0 16,1 0-2-16,-2 1-3 16,5 2 1-16,-3 0 0 15,-1 0-2-15,-1 0 0 16,0 2 0-16,-1 1 0 0,0-1 0 16,1 1 1-16,-2-1 6 15,1 0 9-15,-1 0-6 16,-1 0-3-16,0 1-1 15,1-1 0-15,1 0-3 16,-1 2 0-16,-2-1-2 0,1-3 2 16,-1 3-2-16,-5-3 0 15,1 0 0-15,-4 0-5 16,2-6-24-16,-4-7-28 16,-1-8-61-16</inkml:trace>
  <inkml:trace contextRef="#ctx0" brushRef="#br0" timeOffset="25149.29">17364 7274 89 0,'0'-7'18'0,"0"-1"-17"0,5 0 1 16,5 3-2-16,3-1 1 15,2 2-4-15,3 1 4 0,2 0 1 16,0 2-2-16,2 1 2 16,1 0 0-16,-1 0 0 15,3 1-2-15,1 8 2 16,1 3-1-16,-2 3 0 0,0 2-1 15,-4 4 0-15,-2 3 0 16,-6 2-1-16,-4 3-3 16,-8 5 1-16,-1 3 6 15,-1 2 1-15,-12 3-1 16,0 0 0-16,-1 0 5 0,1 2 0 16,0-1-1-16,3 2-3 15,7-2-2-15,3 2 1 16,0 1-1-16,12-1 0 15,6-3 1-15,7-1 2 16,3-5 0-16,6-3 0 16,-2-7 1-16,5-5-2 0,-4-5 1 15,-1-5-2-15,-1-7 0 16,-4-1 2-16,-7-3-1 16,-4 2-1-16,-2 0-2 15,-5 1-1-15,-3 6-1 16,-2 2-3-16,-4 9-3 0,0 8 0 15,-4 5 7-15,-9 10 1 16,-4 5 1-16,0 6-2 16,-1 4 0-16,-1 1 0 15,5 5 1-15,4-1-1 16,1 1 0-16,3 0 0 0,4-3 0 16,2 0 0-16,0-4 0 15,2 1 0-15,6-4 0 16,4 0-1-16,-1-3 1 15,0 2-3-15,1-3 1 16,2 2 2-16,1 2 0 0,0 2 3 16,-3 2-1-16,-3-3-2 15,-4 3 1-15,-5 0-1 16,0-5 2-16,-3-2-1 16,-8-4 0-16,-6-7 1 15,0-9 1-15,-11-7-3 16,-8-9 4-16,-8-8 16 0,-12-6-8 15,-10-1-6-15,-13-4-2 16,-10-11-2-16,-7-13-22 16,-7-12-170-16</inkml:trace>
  <inkml:trace contextRef="#ctx0" brushRef="#br0" timeOffset="27339.79">17487 7338 149 0,'0'0'0'0,"0"0"2"0,0 0 0 0,0 0 2 0,0 0-2 16,0 0 0-16,0 0-2 16,0 0 4-16,-18-31-4 15,16 28 1-15,0 1 0 16,0 2 0-16,2-1-1 16,0 1 2-16,0-1-4 0,0-1 1 15,6 0-3-15,7-1 2 16,5 0 1-16,4-1 3 15,4 2-3-15,3-1 5 16,2 3-4-16,-2 0 1 16,1 2-1-16,1 6 0 15,-3 7-1-15,0 4-4 0,-5 8 0 16,-4 9 1-16,-6 8-3 16,-6 7-3-16,-7 7 8 15,-7 5 2-15,-8-1-3 16,-4 1 3-16,2-7 1 15,1-3 2-15,7-8 2 0,2-4-2 16,7-4 0-16,0-4 0 16,7-6-1-16,4 0 2 15,5-4 1-15,3-2-1 16,6-2 1-16,2-4 0 16,2-5-1-16,1-1 2 0,3-6-2 15,0-3 0-15,-1 0-1 16,-2-6 2-16,-2-3-3 15,-5 2-1-15,-6 1 1 16,-6 5-2-16,-9 1 0 0,-2 3-31 16,-11 10 34-16,-8 8-2 15,-5 6-2-15,-4 10 1 16,-3 7-2-16,1 11 0 16,2 8 1-16,1 11-3 15,9 9 3-15,0 7 1 16,9 7 1-16,5 6 0 15,4 1 0-15,4-5 1 0,9-5-4 16,5-3 2-16,-1-6 2 16,4-4-2-16,-5-6 1 15,-7-1-1-15,-7 0 1 16,-4 0-1-16,-23 0 1 0,-17 4 2 16,-18 7 1-16,-21 8 2 15,-21 0-17-15,-15-2-61 16</inkml:trace>
  <inkml:trace contextRef="#ctx0" brushRef="#br0" timeOffset="40731.35">6848 11661 100 0,'-6'0'6'0,"3"-3"0"0,1 1 2 0,2 0-2 15,0 2-4-15,0 0-2 16,0 0-3-16,0 0 3 16,4 0 0-16,6 0 0 0,3 3 1 15,5 0-1-15,4 1 2 16,0 0-2-16,6-1 1 16,5 2-1-16,2-1 0 15,4 0 0-15,3-2 0 16,5-1-1-16,2-1 1 0,5 0 1 15,-1 0-1-15,4 0 1 16,5-5 1-16,-2-2 0 16,5 1 0-16,0-2-1 15,3 1 1-15,0 2 0 16,-1 0-1-16,0 2-1 16,-2 1 2-16,-2 0-1 0,-1 2 0 15,-2 0 1-15,3 0 0 16,-1 4-1-16,3-1 1 15,5 0 0-15,0-3-2 16,5 0 3-16,-1 0-2 16,2 0 0-16,0-3 1 0,-4 0 1 15,1-1-1-15,1 1 2 16,-2 2-2-16,4 1 0 16,-2 0-2-16,6 0 1 15,0 0-1-15,3 1 1 16,2 1-1-16,2-1 1 0,2 1 1 15,2-2 0-15,5 0-1 16,-1 0 0-16,2 0 3 16,3-2 4-16,-2-1-1 15,2-1-2-15,1 3-2 16,4-2-1-16,3 3 0 16,1 0-1-16,3 0-1 0,1 0 1 15,4 0 0-15,-3 0-1 16,0 0 0-16,-2-3 0 15,4-1 1-15,-4-1-1 16,-1-2 4-16,-1 0 0 0,-3 0 1 16,-1-1-2-16,-2-1-2 15,-5 2 1-15,-4 0-2 16,-3 0 2-16,-7 0-2 16,-6 1 2-16,-5 2-2 15,-6 2-1-15,-8 2-4 0,-8 0-28 16,-11 3-28-16,-9 0 2 15</inkml:trace>
  <inkml:trace contextRef="#ctx0" brushRef="#br0" timeOffset="43270.65">7675 12506 13 0,'4'0'9'0,"0"0"-8"0,2 0 0 0,-2 0-1 0,1 0 1 15,1 0 2-15,-2 0 17 16,2-2 3-16,0-1-4 16,3 0-9-16,-2 1-6 0,4 0-1 15,0 1-2-15,2 1-1 16,1 0 1-16,1 0-1 16,1 0 0-16,5 0 0 15,-2 0 0-15,4 0 0 16,0 0 1-16,3 0 0 0,2 0 1 15,5 0 1-15,2 0 1 16,-1-1-3-16,3-2 1 16,1 1 0-16,3 0 1 15,-3-1-1-15,0 1 2 16,1 0 0-16,1-1-1 0,1 2 2 16,0-1-2-16,4-1 1 15,-1 1 1-15,3 0 0 16,0-1 0-16,2 1-1 15,2 1-2-15,3 0-1 16,0 1-1-16,2 0 1 16,-3 0 0-16,3 0-1 0,0 0 1 15,-2 1-1-15,0 2 0 16,1 0 0-16,1 1 0 16,2-1 0-16,0-3 0 15,-2 0 0-15,2 0 0 16,1 0 1-16,-2 0-1 0,2-4 0 15,0-2 0-15,2-1 1 16,-1 3-1-16,3 0 0 16,1 1 0-16,2 2 0 15,3 1 0-15,-1 0 0 0,2 1 0 16,-2 3 0-16,2 5 0 16,-2-2 2-16,1 0-2 15,1-3-2-15,2 0 4 16,-1-3-2-16,0-1 0 15,2 0 0-15,2 0 1 16,-4-4-1-16,3-1 2 0,2-2 5 16,-1 1 0-16,4-1-2 15,0 3-1-15,4-2-2 16,-1 3 0-16,3 0-1 16,0 2 2-16,0-1-2 0,0 0 0 15,2-1 0-15,1 1 1 16,1-2-1-16,1 1-1 15,1 0 0-15,-1-1 1 16,3-3-1-16,-1 1 0 16,2-1 1-16,2 0-1 15,2 0 0-15,2-3 0 0,0 4 1 16,-2-1-1-16,-2 0 1 16,-2 3 1-16,-1 0 1 15,-1-2 2-15,-2 3-2 16,1-2 1-16,-1 0 1 0,1 1-2 15,-4-2-1-15,2 1 0 16,-2 0 0-16,-2-2-1 16,-1 3 0-16,-2 0 2 15,0-2-1-15,-1 4-1 16,-9 0 1-16,-1 0-2 16,-5 2 1-16,-3 0-1 0,-5 0 0 15,-3 2 0-15,-2 2 0 16,-5 2 0-16,0-1 0 15,-6-1 0-15,-3 2-2 16,-7-4-5-16,-4-1-18 16,-11-1-43-16,-5-3-45 0</inkml:trace>
  <inkml:trace contextRef="#ctx0" brushRef="#br0" timeOffset="43930.09">15599 11965 2 0,'2'0'90'0,"0"2"-85"0,-2-1-3 0,1 2-2 16,-1 1 0-16,1 1 0 15,-1 1 1-15,0 0 2 16,1 1 1-16,0-1 0 16,1 1-1-16,1-1 5 0,2-2 2 15,6-4 0-15,-2 0 13 16,8 0 10-16,4-6-13 15,8-8-6-15,9-3-1 16,11-8 3-16,9-3 3 16,13-7-7-16,10 0-7 0,11-4-4 15,8-5-2-15,7-3-42 16,7-12-100-16</inkml:trace>
  <inkml:trace contextRef="#ctx0" brushRef="#br0" timeOffset="45920.99">8299 14069 109 0,'-7'0'-2'0,"0"-1"6"0,3-1 1 0,0 2 1 15,1 0-3-15,2 0-2 16,0 0-1-16,1 0-1 0,0 0 1 15,0 0-2-15,0 0 1 16,0 0 2-16,0 0 0 16,5 0-1-16,3 3 3 15,1 1 0-15,3 0 0 16,1 3-1-16,5-1-1 16,0-1 0-16,4 1 1 0,1 0 3 15,3-2-1-15,4 0 2 16,1-1 0-16,3 0 0 15,3-1 3-15,1-1-2 16,3-1-2-16,1 0 0 16,2 0-2-16,6 0 0 15,1 0-3-15,1-1 1 0,3-4 1 16,2 3-1-16,3 0 0 16,-2-1 0-16,2 0-1 15,5-1 0-15,-3 0 1 16,3-3 0-16,0 0-1 15,2-2 2-15,0 1 1 0,0 0 2 16,1 0 0-16,0 2-2 16,1 2-1-16,2 1-1 15,0 0 0-15,2 3-1 16,-2 0 1-16,4 0-1 16,0 0 0-16,0 0 0 0,2 0 2 15,0 3-4-15,1 1 9 16,1 0-7-16,1 0 0 15,-4-3 0-15,2 3 1 16,-2-4-1-16,-1 2 0 16,-2-2 0-16,0 0 1 0,1 1-1 15,-4 2 0-15,0 0 0 16,1 0 0-16,2 1 0 16,0 0 0-16,1-1 0 15,0 1 0-15,-1-1 1 16,2 0-1-16,0 1 0 0,-2-1 0 15,0 1 0-15,0-1 0 16,-1 2 0-16,-2 0 0 16,0-1 0-16,1-1 0 15,0 0 0-15,2 0 0 16,0-2 1-16,2-1-2 0,2 0 2 16,-2 0-1-16,1 0 0 15,2-1 0-15,-4-5 0 16,4 0 1-16,-6 0-2 15,0 1 1-15,-1 2 1 16,-2 0-1-16,-5 1 0 0,1 0 0 16,-4 1 0-16,1-1 0 15,-5 1 0-15,1 1 0 16,-1-1 1-16,-3-1 0 16,-2 2 1-16,-1-1 0 15,-6-1 0-15,0 1-1 0,-5-2 0 16,-2 0-1-16,0 0 1 15,-6-1 0-15,0 2 0 16,-2-2 0-16,-8 3-1 16,2-1 0-16,-7 2 0 15,-4 0-2-15,-2 0-28 0,-6 0-55 16</inkml:trace>
  <inkml:trace contextRef="#ctx0" brushRef="#br0" timeOffset="47236.67">14586 13753 189 0,'6'0'-35'0,"1"0"52"0,5-3-13 0,4-2-2 0,6-5 8 16,3 0-2-16,11-4-1 15,6-5 4-15,11-1 2 16,4-4 0-16,11-3-5 16,10-3-5-16,8 2-1 0,9-3-3 15,7-1 0-15,4 1-21 16,-1-3-45-16,-3-1-25 15</inkml:trace>
  <inkml:trace contextRef="#ctx0" brushRef="#br0" timeOffset="49002.93">8350 15701 125 0,'-2'0'-5'0,"0"-1"15"0,-1-1 4 0,2 0-9 0,1 2-2 15,0 0-4-15,0 0-2 16,0 0 10-16,0 0 3 15,0 0 0-15,0 0-3 0,0 0-7 16,0 0-2-16,6 3 2 16,1 3 2-16,6 2-2 15,1-1 0-15,6 2 0 16,0-2 0-16,6 1 0 16,1-2 1-16,2 0-1 0,5-2 0 15,3-1 0-15,4 0 1 16,0-3-1-16,6 0 1 15,1 0 0-15,6 0-1 16,2-5 0-16,0 0 1 16,0 1-1-16,1-1-1 0,2 0 2 15,1-1-1-15,5 1 0 16,-1-1 0-16,5-1 1 16,4 0-1-16,1 1 1 15,4 0 0-15,3 1-1 16,1 0 0-16,3 4 0 15,0-1 0-15,0 2 0 0,0-2 0 16,4 2 1-16,-2 0-1 16,-3-1 2-16,5-1 7 15,2-2-2-15,4-1-4 16,1-1-2-16,6-2 0 0,0 1-1 16,0-4 0-16,2 2-2 15,-2 0 1-15,2-1 1 16,-6 2 0-16,-2-1 0 15,0 4 0-15,-4 2 0 16,-3 3 1-16,1 0-2 16,-2 0 1-16,3 2 1 0,-3 7-2 15,3-2 1-15,-4 2 0 16,4-1 0-16,-4-2 0 16,0-2 0-16,1-2 0 15,-1 2 0-15,-3-2 0 16,0-1 0-16,0-1 0 0,-2 1 0 15,0 1 0-15,-1 1 0 16,-2-1 0-16,2-2 0 16,2 0 0-16,2 0 0 15,-2 0 0-15,3 0 1 16,4-4 0-16,0-3 3 16,-1 1-2-16,-1 1 2 0,-2 1-2 15,-1-1-2-15,-4 2 1 16,-3 0-1-16,2-1 0 15,-5 1 1-15,3-3 7 16,-1 0 2-16,1 0-2 0,-1 1-5 16,1 0-2-16,-3 1-1 15,-1 1 0-15,-5-1 0 16,-3 2 0-16,-4-1 0 16,-6 2-2-16,-4-2 2 15,-6 3 0-15,-5-3 0 16,-5 3-1-16,-5 0-4 0,-4 0-10 15,-10 0-14-15,-3-2-22 16,-7-3-51-16</inkml:trace>
  <inkml:trace contextRef="#ctx0" brushRef="#br0" timeOffset="49472.88">15389 15337 77 0,'11'0'42'0,"1"0"-44"0,3-4 4 0,1-2-2 16,3 0 0-16,2-2 1 16,6-4 38-16,6-2-30 15,2-3 36-15,5 1-34 16,6-5-3-16,2 3 0 16,0-1-6-16,2 1-2 0,4-2-3 15,0 0-25-15,0-3-28 16,-7-2-36-16</inkml:trace>
  <inkml:trace contextRef="#ctx0" brushRef="#br0" timeOffset="52815.18">17285 11915 76 0,'0'0'7'0,"1"-4"0"0,-1 3 2 0,2-2-5 15,1 0-1-15,1 3-2 16,-1-1-1-16,5-2 0 15,-3 2 1-15,6-1 0 16,0 2 0-16,-1 0 3 16,5 0 1-16,2 0-3 0,0 3 0 15,2 4-1-15,3 0-1 16,-2 3 1-16,2 3-1 16,1-2 0-16,-2 3 0 15,1 2 2-15,-2 0 1 16,2 1 2-16,-3 1-1 15,0-1 1-15,-1 2-3 0,-4 1 0 16,0-1-1-16,-2 3-1 16,-3-1 1-16,-1-1 0 15,-4 3-1-15,0-1 1 16,-4 2-1-16,0-1 1 0,0 1-1 16,0 2 1-16,0 2 0 15,0 1-1-15,-3 2 0 16,0 2 0-16,-2 2 2 15,-2 1-2-15,2-1 1 16,-3 4-1-16,2 0 1 16,-1 0 0-16,0 2-1 0,0 0 1 15,3 1-1-15,2-2 0 16,1 2 1-16,1-4 0 16,0 0 1-16,5-1-1 15,6 3-1-15,2 0 2 0,3 1 0 16,4 0-1-16,-2 2-1 15,2-5 0-15,1 0 1 16,-1-4-1-16,-1-2 0 16,-2-4 0-16,-2-2 1 15,-3-2-1-15,-5-3-1 0,-2 0 2 16,-3-1-1-16,-2 0 0 16,0 1 2-16,-2 2 1 15,-10 1 3-15,0 2 1 16,-4 4 0-16,-2 1 0 15,-2 5 2-15,2 3 1 0,-2 4-3 16,0 7-2 0,-1 5-1-16,2 3-1 0,1 6-2 15,-2 3 0-15,2 0 1 16,2 2-2-16,2 1 2 16,1-2-2-16,4 3 1 15,3-3 1-15,0 0 3 0,3-1 6 16,3-2-1-16,0 2-4 15,0 0 0-15,1 1-2 16,7 2-1-16,0-1-1 16,1 1 1-16,2 4-2 15,-1-2-1-15,0 1 1 0,2-1-1 16,-1-6 0-16,2-3 0 16,-1-2 0-16,-2-5 1 15,1-5-1-15,0-3 2 16,-1 3 7-16,-3-2 2 15,2 0-1-15,-4 1-2 0,1 1-2 16,-4-1-3-16,-1 0 0 16,-1-2-1-16,0-3-1 15,0-1 0-15,-5-4 1 16,-4-4-2-16,-5-3 2 16,1-1-2-16,-3-1 1 0,-3-1 0 15,-1-1 0-15,-3-1 1 16,-3-1 3-16,-3-2 2 15,-4-2 0-15,-4 1 0 16,-6 1-1-16,-4-1 0 16,-3-2-4-16,-3 1-1 0,-3-2-1 15,-1-2-1-15,0-6-11 16,-5-9-26-16,1-7-28 16,-3-28-193-16</inkml:trace>
  <inkml:trace contextRef="#ctx0" brushRef="#br0" timeOffset="60900.83">17114 11960 19 0,'0'-3'47'0,"0"-3"-25"15,0 2-6-15,0-2 3 0,0 3-3 16,-2-1-5-16,2 0 4 16,-3 0-8-16,2 2-1 15,0 1-2-15,1-1-2 0,-1 2-2 16,1 0 0-16,0 0 0 15,0 0 0-15,0 0 0 16,0 0-1-16,0 0-2 16,1 0 3-16,6-1 0 15,1 0 0-15,2-1 6 0,1 2-3 16,2 0-1-16,1-1-1 16,1 1 3-16,1 0-2 15,2 0-2-15,5 0 0 16,1 5 1-16,1 6-1 15,-1-2 0-15,3 1 0 0,-1 3 0 16,1 2 0-16,2 2 0 16,0-1 0-16,0 5 0 15,1-1 0-15,-1 2 0 16,0 0 0-16,-3 0 1 16,-1 0-2-16,-2 1 1 0,-3 3 0 15,-3 1-1-15,-5 0-2 16,-7 1 4-16,-3 3 1 15,-2 3-1-15,0 2 0 16,-2 2 1-16,-5 3 0 16,-3 1 0-16,-1 4 1 0,1 1-3 15,0 3 1-15,1 4-1 16,0 1 1-16,0 2-1 16,2 2 1-16,3 0 0 15,-3-1-1-15,3 1 1 16,3-1 1-16,1-4-1 0,0-4 0 15,5-5 0-15,7-8 1 16,6-5-1-16,0-6 1 16,6-5 1-16,-1-4 1 15,4 0 3-15,2-5-6 16,0-1 2-16,0-4-2 16,-4-2 0-16,-1-1-1 0,-2-3 1 15,-7 1-2-15,-3-2 1 16,-6 0 1-16,-3 0-1 15,-3 0 3-15,0 0-1 16,0 0 2-16,0 0 3 16,-6 0-9-16,-3 5 1 0,-3 4 1 15,1 5 1-15,-3 3-2 16,3 6 1-16,-2 2 0 16,0 7 0-16,1 1 0 15,-2 6 1-15,1 5-1 16,-2 5 0-16,2 6 0 15,2 7 2-15,0 2-4 0,4 5 4 16,2 6-2-16,3 3 0 16,0 1 0-16,1 5 1 15,0 5-1-15,1 7 0 16,0 0 0-16,-2 2 0 16,1 3 0-16,-2 0 0 0,-1-2 0 15,0-3 5-15,2 0 10 16,1-1 0-16,-1-4-7 15,2-3-2-15,0-4-1 16,0-6-2-16,2-7 2 0,5-9 2 16,3-3 4-16,0-11 6 15,-1-1 0-15,1-7 5 16,-2-2-4-16,-3-2-4 16,-3-2-7-16,-1-2-3 15,-1-2-3-15,-3-1 0 16,-12-1 0-16,-10 0 5 0,-7-1-1 15,-16 0-7-15,-12 0 0 16,-13-1-8-16,-12 1-46 16,-15-7-10-16,-12-6-75 15</inkml:trace>
  <inkml:trace contextRef="#ctx0" brushRef="#br0" timeOffset="62365.77">17174 12143 66 0,'-2'-7'5'0,"-2"0"6"0,-2 1 1 0,2-3-2 16,0 2 3-16,-1 0 7 0,2 0 2 15,0 0-4-15,1 1-4 16,2-1-4-16,0 0-5 16,0 3-2-16,0-2-2 15,0-1 0-15,0 4 0 16,5-4-1-16,3 3 2 16,-3-2 0-16,6 2-1 0,2-2-1 15,1 4 1-15,-1 1-2 16,3 0 2-16,2 1-1 15,2 0 1-15,0 0-2 16,4 3 1-16,1 4 1 16,0 0-2-16,2 2 1 0,1 1 1 15,-3 1-1-15,0 4 0 16,-3-2-1-16,-4 2 1 16,-2 2 0-16,-4 1-1 15,0 0 1-15,-3 4 0 16,-3-1-1-16,-1 6 2 0,2 0-1 15,-7 6 0-15,1 1 0 16,-1 5 0-16,0 1 1 16,-1 3-1-16,-6 5 1 15,1 0-1-15,1 2 2 16,-1 3-1-16,1 2-1 0,0 3 0 16,2-2 1-16,3 2 0 15,0-3 0-15,6-1 2 16,3-3-2-16,5-4 1 15,5-4 3-15,2-3-2 16,2-5 5-16,2-4-2 0,0-6-1 16,-1-3-2-16,0-4 0 15,-1-4-3-15,-4-1 0 16,-2-5 1-16,-3-1 0 16,-3-3 0-16,0-1 0 15,-6 1-1-15,1-1 0 0,-4 1 0 16,-2 2-1-16,0 3 0 15,0 3 2-15,0 8-2 16,0 7 2-16,-4 9-1 16,-4 5 0-16,0 4 0 15,1 8 0-15,-1 2 0 0,3 3 0 16,-1 2 1-16,3 7-1 16,1 0 0-16,2 2 1 15,0 5-2-15,0 6 1 16,3 3 1-16,3 6-1 15,-3 7 1-15,1 9-1 0,0 1 0 16,2 3 0-16,4 0 1 16,-3 0-1-16,5-8 0 15,1-1 1-15,0-4-1 16,1-6 0-16,-1-5 2 16,-1-6-1-16,0-5-1 0,-3-1 7 15,-1-6 10-15,-1-2-3 16,-2-1-1-16,-4 1-2 15,-1-2-1-15,0-1-5 16,0-1-1-16,-1-2-3 16,-10-6 2-16,0-2-2 15,-5-5 1-15,-4-2 4 0,-7 2 1 16,-6 0-1-16,-8 5-2 16,-8 2 0-16,-11 4-2 15,-12 4-1-15,-12 3-2 16,-10 4-5-16,-17 4-24 15,-12 1-4-15,-16-3-47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25:50.2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20159 14155 81 0,'0'0'5'0,"0"0"20"0,0 0-7 0,0 0-2 16,0 0-4-16,-25 39-6 15,25-32-2-15,0 0 1 16,0-2 0-16,2 1-2 16,5-4 4-16,4-2 2 15,0 0 6-15,9-7 8 0,6-12-6 16,13-5-6-16,11-10-5 15,16-10-4-15,14-12 0 16,10-12-2-16,10-8-36 16,-4-14-124-16</inkml:trace>
  <inkml:trace contextRef="#ctx0" brushRef="#br0" timeOffset="1177.48">20009 12262 138 0,'0'2'8'0,"0"-2"-8"0,2 0-1 0,8-5 13 0,9-6 29 15,9-7-13-15,12-8-17 16,15-7-7-16,13-11-3 16,9-13-22-16,3-11-192 15</inkml:trace>
  <inkml:trace contextRef="#ctx0" brushRef="#br0" timeOffset="2025.23">14543 11336 108 0,'0'0'5'0,"0"0"6"0,0 0 3 0,-44 0-1 15,36 0-1-15,5 0-2 0,-2 0 0 16,3 0-3-16,2 0-4 16,0 0-4-16,0 0-1 15,2 6 1-15,5 1 2 16,-2 4-1-16,3 2 1 16,-1 0-1-16,2 0 0 0,0-2 1 15,-2-2-1-15,1-5-1 16,2-4 1-16,3 0 0 15,8-16 11-15,14-18 18 16,17-20-9-16,21-18-10 16,23-22-6-16,23-20-3 15,24-15-5-15,12-13-58 0,7-4-101 16</inkml:trace>
  <inkml:trace contextRef="#ctx0" brushRef="#br0" timeOffset="3862.7">12782 8498 90 0,'0'12'6'0,"-2"-4"-5"0,2 0 1 0,0 0-2 0,0 0 3 16,0 1 2-16,0-2 1 15,3-1 2-15,2-2 1 0,3-3 11 16,3-1 10-16,4-5-12 16,12-14 0-16,16-12 4 15,18-13-3-15,26-18-7 16,22-14-9-16,23-11 0 15,27-10-3-15,19-7 1 0,9-4-19 16,11-4-104-16</inkml:trace>
  <inkml:trace contextRef="#ctx0" brushRef="#br0" timeOffset="4410.31">18954 9140 8 0</inkml:trace>
  <inkml:trace contextRef="#ctx0" brushRef="#br0" timeOffset="4636.93">18871 9145 12 0,'0'0'15'15,"0"0"7"-15,0 0 2 16,-46-23 3-16,40 17-4 0,0 2-4 16,2 0 2-16,1 2-2 15,-1 2 0-15,2 0-12 16,-1 4-4-16,1 5-1 16,2 4-1-16,0-2 0 15,6 2 0-15,8-6-2 0,14-7-1 16,13-6 3-16,23-26 9 15,26-21 3-15,22-18-3 16,26-20-8-16,22-17-1 16,17-7-1-16,3-5-23 15,0-3-75-15</inkml:trace>
  <inkml:trace contextRef="#ctx0" brushRef="#br0" timeOffset="5362.68">22663 7849 75 0,'0'0'1'0,"0"0"0"0,0 0 3 0,0 0-1 16,0 0 7-16,0 0 10 16,0 0 27-16,0 0-20 15,54-14-14-15,-14-3-6 16,15-6-3-16,18-2-2 15,18-5-1-15,23-3-1 16,20-5-6-16,19-7-63 0</inkml:trace>
  <inkml:trace contextRef="#ctx0" brushRef="#br0" timeOffset="8501.61">20047 4892 63 0,'0'6'-2'0,"0"-2"4"0,6-4 17 0,9 0 6 0,6-14 9 16,13-7 1-16,15-9-11 15,21-10-14-15,24-10-5 16,23-10-2-16,15-9-5 16,7-6-81-16</inkml:trace>
  <inkml:trace contextRef="#ctx0" brushRef="#br0" timeOffset="9209.45">13587 8528 83 0,'0'0'-45'0,"-45"-7"43"0,23 0-34 0</inkml:trace>
  <inkml:trace contextRef="#ctx0" brushRef="#br0" timeOffset="9582.44">12999 8457 81 0,'0'0'-6'0,"0"0"8"16,0 0 0-16,0 0 1 15,0 0-1-15,-40 28 2 16,38-20 3-16,2 2 0 15,0-2 3-15,0 2 3 16,2 0 0-16,5-3 3 0,5-1 2 16,0-5-1-16,11-1-6 15,9-14 7-15,16-17 14 16,24-17-10-16,24-17-9 16,27-14-7-16,29-15-4 0,23-9-2 15,21-7 0-15,9-2-40 16,10-6-127-16</inkml:trace>
  <inkml:trace contextRef="#ctx0" brushRef="#br0" timeOffset="10212.7">18413 9047 8 0,'0'0'9'0,"0"0"-1"0,0 0-4 0,44-23-4 16,-32 16 0-16,-4 1-4 0,-2 0-21 15</inkml:trace>
  <inkml:trace contextRef="#ctx0" brushRef="#br0" timeOffset="10455.07">18504 8981 107 0,'0'0'-6'0,"0"0"8"0,0 0-1 16,0 0 2-16,0 0 1 16,0 0 9-16,62 27 9 15,-19-43 0-15,19-12-4 16,22-9-11-16,23-10-1 16,20-9-3-16,20-10-2 15,23-8-1-15,16 0-1 0,8-10-10 16,-1-3-65-16</inkml:trace>
  <inkml:trace contextRef="#ctx0" brushRef="#br0" timeOffset="10888.73">22380 8427 95 0,'0'0'30'0,"64"-29"-16"0,-11 2 15 0,17-6 2 0,22-6-13 15,19-3-8-15,22-2-6 16,17 0-4-16,15 3 0 16,7 3-15-16,-7 2-49 15,-15 6-77-15</inkml:trace>
  <inkml:trace contextRef="#ctx0" brushRef="#br0" timeOffset="12591.22">15966 10838 34 0,'0'-2'17'0,"0"-1"-2"0,0 1 0 0,0 0-6 15,0 1-2-15,-2-1-4 0,2 2 0 16,0-1 1-16,0-1-2 15,0 2-1-15,0-1 0 16,6 0-1-16,0-1 1 16,3 2 0-16,-2 0-1 15,4 2-1-15,0 3 2 0,3 5-1 16,1 3 0-16,4 0 0 16,2 1 0-16,4 7 0 15,2 1 1-15,4 3-1 16,0 2 0-16,5 4 1 15,0 1-1-15,5 0 0 16,-1 1 1-16,1 1-1 0,1-3 0 16,2 2 0-16,1-2 0 15,-3-2 1-15,1 0 1 16,4-3-2-16,-1 1 1 16,-1-1 0-16,-1 0 1 15,0 0 0-15,-2-1 0 0,-2 4 0 16,-1 1-2-16,-2 1 1 15,-4 1-1-15,1-3 2 16,-5 2 0-16,0-1 0 16,-2-2 4-16,2-5 3 15,-2 0 5-15,-1-3-5 0,3-2-4 16,-2-2-2-16,1-4-2 16,0-3 0-16,-1 0-1 15,0-5-1-15,0-2 1 16,2-2-17-16,-3 0-21 15,3-7-24-15</inkml:trace>
  <inkml:trace contextRef="#ctx0" brushRef="#br0" timeOffset="13195.83">18535 10994 66 0,'0'0'6'0,"0"0"7"0,0 0 1 0,0 0-4 0,0 0 1 16,0 0 1-16,0 0-8 15,0 0-4-15,0 0 0 16,0 0 1-16,0 0 0 16,-20 54-1-16,20-33 1 15,2 7 0-15,-2 5 0 0,0 4 2 16,2 3 0-16,-2 1-1 15,1 0 0-15,2-2 1 16,-1-5 1-16,-1-3 1 16,1-5-1-16,-1-4 1 15,1-2-3-15,-2-1-1 16,0-5-1-16,0 3 1 0,0-4-2 16,0-2-13-16,0-3-23 15,0-3 16-15,-3 0-43 16</inkml:trace>
  <inkml:trace contextRef="#ctx0" brushRef="#br0" timeOffset="13302.69">18464 11555 88 0,'0'0'4'0,"0"0"5"15,0 0 0-15,0 0-9 16,0 0 2-16,0 0-2 16,55 1 0-16,-16-9-26 15</inkml:trace>
  <inkml:trace contextRef="#ctx0" brushRef="#br0" timeOffset="13850.76">21269 10826 47 0,'0'0'10'16,"-78"41"-4"-16,35-15 9 15,-10 4-1-15,-1 4-4 0,-5 5-2 16,-6 3-2-16,-3 3 0 16,-4 4-1-16,-2-1 3 15,-3-2 3-15,2-1 2 16,2-5 4-16,4-4 0 15,1-3-8-15,1-2-6 0,5-1-2 16,-1 2 1-16,2-1-4 16,6-2 4-16,-1 0-1 15,5-2-1-15,7-2 1 16,3-2-1-16,6 1 0 16,4-2-4-16,3-1 0 0,5-3 3 15,6-5-5-15,5-4-6 16,5-2 4-16,5-3-25 15,2-4-10-15,0 0-2 16</inkml:trace>
  <inkml:trace contextRef="#ctx0" brushRef="#br0" timeOffset="14056.93">19636 11647 90 0,'0'0'0'0,"0"0"1"0,0 0 0 0,37-1-4 15</inkml:trace>
  <inkml:trace contextRef="#ctx0" brushRef="#br0" timeOffset="16127.41">18193 11749 99 0,'0'0'0'15,"0"0"13"-15,-37-20-1 0,21 16-3 16,1 0-4-16,-3 3 2 15,-2-1-4-15,1 2-2 16,-1 0 1-16,1 0-2 16,0 0 1-16,-3 0 0 15,4 0-1-15,-2 0 0 0,0 0 0 16,-2 0 0-16,1 0 0 16,-3 4-1-16,3-2 2 15,-2 0-2-15,2 1 2 16,1 0-2-16,2 1 1 15,-2 2 0-15,4-2 0 0,1 1 1 16,2-1-1-16,0 0-1 16,3-1 1-16,1 3 0 15,-3-2 0-15,2 3-1 16,3-1-3-16,-3 1-2 16,2-1 1-16,4-1 2 0,1 2 2 15,1-1 1-15,-2 1 0 16,2 3 0-16,0 4 0 15,-2-1 0-15,0 5 0 16,-2 1 0-16,1 1 0 16,0 4 0-16,0-1 0 0,4 1 1 15,-5 2-2-15,3 2 2 16,1 0-1-16,0 1 0 16,-1 1 0-16,-1-1 0 15,0 1 0-15,-1 0 0 16,1 0 1-16,-1-1-1 0,2 0 0 15,1-2 0-15,0 0 1 16,2-2-1-16,0 0 0 16,0-2 0-16,0-1 0 15,0 2 1-15,0-2-2 16,5-1 2-16,1-3 0 16,2-1-1-16,2-1 0 0,-2-3 1 15,5 1-1-15,-2-2 2 16,2 2-2-16,0-3 0 15,-2 0 1-15,1 0-1 16,-2-2 0-16,1 0-1 16,2-2 2-16,-1 0-1 0,3 0 0 15,1-3 4-15,5-1-3 16,-1 1 1-16,4-2 0 16,3-2 2-16,2 0-1 15,1 0 5-15,5 0-3 0,-1-3-2 16,5 0-1-16,0-1 0 15,1 0-1-15,5 1-1 16,1 0 1-16,3 0-1 16,3 2 1-16,2 1 2 15,2 0-2-15,2 0 0 16,0 0 0-16,1 0-1 0,-1 0 0 16,-6 2 1-16,1 0-1 15,-4 1 0-15,-4 0 0 16,2-3 2-16,0 1 1 15,0-1 1-15,1 0-1 16,-1 0 0-16,0 0-1 16,-2 0 2-16,-3 0-4 0,1 0 0 15,-1 0 1-15,-1 0-1 16,-1 0 1-16,1 0-1 16,-1-4 0-16,-1-2 0 15,2 0 0-15,-5-4 0 0,-1 2-1 16,-5-2 2-16,-5 2 0 15,-5-4 0-15,-3 2 9 16,-7 0 15-16,1-1-13 16,-1-3-4-16,-3 0-4 15,3-1 0-15,-2-3-2 0,-3-2-1 16,1-4 2-16,1-3 0 16,-1-5-1-16,1 0 0 15,-2-4-1-15,3 0 0 16,-3-1-1-16,4 0 0 15,-2 1 0-15,3-2-1 0,1 0 0 16,-1 0-3-16,-3 0 1 16,3 1 0-16,-4 2 2 15,0-1 0-15,-3 3 1 16,-1 2 0-16,-2 3 0 16,0 3-1-16,0 2-2 15,-7 3 2-15,-5 0 0 0,-6 2-3 16,-4 2 2-16,-7 0-8 15,-5 2 13-15,-5 0-1 16,1 1-2-16,-5 3 2 16,5 0 1-16,-2 2-3 15,0 0 0-15,-2 1 0 0,-4-1-5 16,-5 2-7-16,-7 1-4 16,-6-1 8-16,-1 6 3 15,-2-2 3-15,1 2 1 16,1 0-1-16,1 0 0 0,3 6 0 15,3 0 2-15,1-1-1 16,1 1-1-16,0 1 4 16,-1 0-2-16,0 0 0 15,0 0 0-15,-1 0-2 16,1 2 1-16,1-3 2 16,1 1-1-16,4-2 0 0,3 1 0 15,3-1 2-15,8-1-2 16,4 1 0-16,2 1 0 15,2 1 0-15,2-1 0 16,0 0-2-16,3-1 1 16,-2 2-1-16,3-1 1 0,5 0 1 15,3 1 0-15,1 1 0 16,3 2 0-16,0 3 0 16,3 1 0-16,0 3 0 15,3 3 0-15,-1 4 0 16,2 0 0-16,1 5 0 0,-4 0 0 15,3 3-1-15,-1 2 2 16,-1-1 0-16,1 0-1 16,-4 2 1-16,2-2-1 15,1-1 1-15,1 2 0 16,1-1-1-16,2 2 2 0,1 0-1 16,1 0 0-16,0-1 0 15,1-1 0-15,5-1-1 16,3-2 1-16,3-1-1 15,5-4 0-15,3-1 0 16,8-1-1-16,7-6-1 0,7-5-30 16,6-7-54-16</inkml:trace>
  <inkml:trace contextRef="#ctx0" brushRef="#br0" timeOffset="17430.36">20119 12265 12 0,'2'-1'13'0,"0"1"22"0,-2 0-8 0,0 0-12 15,0 0-8-15,0 0-6 0,0 0 3 16,0 0 5-16,0 0 0 15,0 0 0-15,0 0 5 16,7-3 44-16,5-7-15 16,8-6-34-16,14-8-6 15,10-7 3-15,17-12-5 16,15-7 1-16,11-8-3 0,11-7-26 16,5-9-88-16</inkml:trace>
  <inkml:trace contextRef="#ctx0" brushRef="#br0" timeOffset="-126145.16">24310 6879 113 0,'0'0'-39'0,"0"0"41"0,0 0-1 0,41-23 6 0,-41 19 19 16,0 4-10-16,-6 0-15 16,-4 0-1-16,0 4-2 15,-1 2 3-15,1 3-1 16,1 1-1-16,1 1-3 15,-1 0-28-15,1-2-18 0</inkml:trace>
  <inkml:trace contextRef="#ctx0" brushRef="#br0" timeOffset="-125825.85">24251 6772 90 0,'0'0'1'16,"19"-49"9"-16,-7 29 1 15,-1 3-8-15,-1 4-2 16,3 8 0-16,-2 5-1 16,0 0 0-16,2 18 2 15,-5 14-2-15,2 10 8 0,1 12-6 16,-2 10 1-16,2 10-1 16,0 9 0-16,-1 4-1 15,-4 4 0-15,-2 3-1 16,-4 1-1-16,-3-4 0 15,-9-7 2-15,-3-5-2 0,1-8 1 16,-2-10 0-16,5-11-1 16,4-12 1-16,-1-11 0 15,8-10 0-15,0-11-3 16,0-6-18-16,6-11 5 16,2-15-30-16</inkml:trace>
  <inkml:trace contextRef="#ctx0" brushRef="#br0" timeOffset="-125462.95">24393 6759 106 0,'0'0'6'0,"0"0"6"0,0 0-1 0,54-25-5 16,-29 20-2-16,6-2-3 0,5 0 0 16,3 1 0-16,4 0-2 15,1 2 1-15,1 1-5 16,-3 3-1-16,0 0 0 15,-1 3 2-15,-6 11 2 16,-6 7 0-16,-5 9 1 0,-4 8 0 16,-7 9 0-16,-3 10 1 15,-4 11 1-15,-5 9-7 16,-1 1-63-16</inkml:trace>
  <inkml:trace contextRef="#ctx0" brushRef="#br0" timeOffset="-123582.85">18214 11730 144 0,'2'0'0'0,"-2"0"0"0,0 0 2 0,0-1-4 15,-7 1-12-15,-4-1-4 16,-3 1 16-16,-3 0 3 16,-1-2 0-16,2 2 2 0,-4 0 2 15,2 0-2-15,-4 0-2 16,-1 0 0-16,-4 3-1 16,-4 0-1-16,-4 0 1 15,-1-3 0-15,0 2 0 16,-3-1 1-16,-1 2-1 0,3-2 2 15,3 1-2-15,1 2 0 16,4 3 0-16,2 2-1 16,4 1 1-16,4 5-1 15,3 2-1-15,4 5-4 16,7 6-7-16,5 3-20 0</inkml:trace>
  <inkml:trace contextRef="#ctx0" brushRef="#br0" timeOffset="-122481.13">18094 13483 134 0,'0'0'-9'0,"0"0"12"0,-46-12 2 0,33 9-1 0,-4 0-3 16,3 0-1-16,-2 0 1 16,3 2-1-16,-2 0 0 15,0 1 0-15,-3 0 0 16,-3 0 0-16,-2 0 0 15,-2 0-1-15,-4 2 1 0,0 4 0 16,-3 1-3-16,0 0-7 16,0 3-5-16,-2-1 0 15,-1 2 5-15,0 0 3 16,-2 1 2-16,3-4-2 16,0 4 7-16,2-2 3 0,5-2-2 15,2-1 2-15,5 2-1 16,2 0-1-16,1 2-1 15,4 1 0-15,3 0 0 16,1 2 0-16,0 3 1 16,3-1-1-16,-1 4 2 0,3 1 0 15,1 3 0-15,-1 2 0 16,-1 2 1-16,5 0-1 16,0 2 0-16,0 3 2 15,0-2 4-15,0 3 0 16,0 0-4-16,0 1 0 0,0 3-3 15,0 0 0-15,-5 1 0 16,-1 2 0-16,-1-3 0 16,-1 2-1-16,0-1 1 15,0 0 1-15,1-1-2 16,1-1 1-16,3-3-1 0,1-1 0 16,2-5 1-16,0-2-1 15,0-4 2-15,7-3-1 16,2-2 1-16,1 0 4 15,0-3-1-15,2-1-3 16,5-3 0-16,0 3-1 16,0-3-1-16,1-3-1 0,3 3-1 15,1-4 1-15,3 0-4 16,1-1 2-16,3-2 4 16,5-2 0-16,-2 2 2 15,4 1 2-15,-3 0-1 16,1-1 8-16,0 3 3 0,3-2 7 15,1 2-5-15,5-2-8 16,2-4-6-16,6 0-3 16,-1 0-5-16,5-15-60 15,0-8-71-15</inkml:trace>
  <inkml:trace contextRef="#ctx0" brushRef="#br0" timeOffset="-119797.77">17686 13580 73 0,'36'2'3'0,"-1"-2"-1"0,4 0 4 0,3 0-3 16,3 0-3-16,-1 0 1 15,0-2 0-15,0-1 2 16,3-1 8-16,-2 1 6 16,6 1-2-16,0-2-4 0,5-1-3 15,4 1-3-15,0-1-4 16,5 0 0-16,0-1-1 16,-2 0 1-16,4-1-1 15,-2 0 1-15,0 0-1 16,-1 1 2-16,1-4 0 15,-3 3 5-15,1-2-5 0,-3 3-1 16,-3 0-1-16,-6 2 0 16,-2 1 1-16,-5 1-1 15,-3 2 1-15,-3 0 4 16,-2 0 2-16,0 0 2 0,2 3-6 16,-4 3-1-16,1 2-2 15,-3 1 0-15,-3 1 0 16,-2 3 1-16,-4-2-4 15,-4 3 5-15,-1 3-4 16,-3-1 4-16,1 1-4 16,-5 2 8-16,0 0-6 0,1 4 1 15,-2 1-2-15,-3 5 0 16,0 1-1-16,-3 5 1 16,-1 1 0-16,1 3-1 15,-1 1 3-15,1-2-1 0,2-1 1 16,2-3-1-16,0-2 2 15,-2-2 0-15,3-1 0 16,-1 1 0-16,-1-1-1 16,-1 0 0-16,0 1 0 15,-2-2 0-15,-2 1 1 0,-1-1-1 16,-1-1 2-16,0-3-3 16,0-1 2-16,0 0 0 15,0-3-1-15,0-2 0 16,0-1-1-16,0-1 1 15,0 1-1-15,0-3 0 0,-4 0 0 16,-1-1 0-16,-3-3-1 16,-2-1 1-16,-1-1 8 15,0-2-2-15,-5 0-4 16,-5 1 1-16,-2 0-2 16,-5-2-1-16,-4 1 1 15,-6 1-1-15,-4 0 1 0,-3 2 2 16,-1-1 1-16,-5-1 0 15,-2 0-1-15,-1-1-3 16,0 1 0-16,-3-1 0 16,0-1 0-16,-1-2 0 15,-1 2-2-15,-1-4 1 0,0-1-1 16,-2 0 4-16,-1 0-4 16,-2 0 2-16,-3 0-1 15,-3 0 2-15,2 0 1 16,-2 0-2-16,2 0 0 15,-1 0 1-15,5 0 1 0,0 0-2 16,7 0 3-16,-2 0 0 16,7 0-2-16,2 3 0 15,5 0-1-15,4 1 0 16,6-1 0-16,3 0-4 16,8-2-2-16,1 2-4 15,10-3 1-15,2 0 6 0,8 0 3 16,0 0 3-16,2 0-4 15,2 0 1-15,0 0 5 16,0 0 2-16,0 0 0 16,0 0-4-16,0 0-3 0,0 0 1 15,0 0-1-15,4 0 1 16,-4 0-2-16,2 0 0 16,-2 0-8-16,0 0 3 15,0 0 1-15,0 0 2 16,0 0 0-16,0 1-3 15,0-1 9-15,0 2-6 0,0-2 5 16,0 1-4-16,0-1 4 16,0 0-2-16,0 0 0 15,0 0 1-15,0 0-1 16,0 0 0-16,0 2 1 16,0-2 0-16,0 0-1 0,0 0 1 15,0 0-1-15,0 0 0 16,-2 0 0-16,-2 0 0 15,0 0-1-15,1 0 1 16,-4 1-1-16,1 0 0 16,0 0 1-16,1 1 0 0,0 0 1 15,-1-1-2-15,2 3 1 16,0-4-4-16,2 2-4 16,-2-1-1-16,1-1 3 15,1 0 3-15,0 0 4 16,-3 0 1-16,2 0-1 0,0 0-1 15,-1 0 0-15,-3 0-1 16,4 0-1-16,-3 0-5 16,1 0-10-16,1 0 11 15,-2 0 7-15,-1-3-1 16,0-1 1-16,1-2 1 0,-2-1 1 16,-1 0 1-16,-2 0 2 15,0-1 0-15,-1-2 0 16,1-1 1-16,3 0 0 15,-5-3 3-15,4-1 0 16,0-1 2-16,-1-3 4 16,0-1-11-16,3-2 0 0,-3-1-3 15,1 0-2-15,1-3 0 16,-4 1-1-16,0-3-11 16,-1 0 0-16,-2-4 6 15,0 0 5-15,-1-4 2 16,1-1 0-16,3-3 8 0,1-1 0 15,1-1-6-15,2-4-4 16,2 1 4-16,3-1-6 16,3 2 3-16,0 2 0 15,0 5-1-15,5 4 1 0,6 6 1 16,3 6-2-16,3 2-1 16,3 5-2-16,1 3-3 15,4 2 4-15,1 2 0 16,4 1-2-16,1 1 1 15,4 1 1-15,5 1 2 16,5-2-4-16,7 1-13 16,6-2-8-16,6 1 7 0,3-1-4 15,3 0 2-15,3 1 11 16,0-3 8-16,2 2 2 16,0-1 0-16,0-1 1 15,-3 1 5-15,-1-2 3 0,-3 1 3 16,0-2 2-16,-1 2 2 15,-5-2-2-15,2-1-8 16,0 2 0-16,0 0-3 16,-1 1-2-16,-2 1 0 15,1 0 0-15,-5 1-1 16,-4 0 1-16,-2 3-1 0,-5-1 0 16,-2 0 0-16,-4 3 0 15,-2-1-1-15,-3-1 1 16,-1 3 0-16,-5 0 0 15,0 0 0-15,-1 0 0 0,-3 6 0 16,-4 4-1-16,0 1 2 16,-1 5-3-16,-1 2 2 15,-3 2-2-15,-3 5 2 16,-1 4 2-16,-5 2-2 16,-3 4-1-16,-4 7 0 0,0 4-1 15,0 5 4-15,0 1-1 16,-1 0 0-16,1-3-1 15,0-1 0-15,0-5 0 16,5-3 0-16,-3-3 0 16,-1-2 0-16,-1-2 1 0,0-1-1 15,-8-1 0-15,-2-2 0 16,-2-5 0-16,-3-1 1 16,-5-2 0-16,0-2-1 15,-4-1-3-15,-5 1-5 16,-3-2-23-16,-6 1 22 15,0-2-58-15,-6-1 69 0,-6-2-8 16,-2-3-19-16,-7-3 35 16,-5-1 18-16,-5-1-12 15,-4 0 6-15,-1 2-10 16,-2-3-10-16,1 4-2 16,0-2-5-16,1 1-4 0,2-2-14 15,-1 1-14-15,0-1-26 16</inkml:trace>
  <inkml:trace contextRef="#ctx0" brushRef="#br0" timeOffset="-119669.81">18249 14604 12 0,'-62'3'36'0,"6"1"-10"0,4-1-8 0,10-1-9 0,6 0-1 15,8-2-4-15,9 0 3 16,4 0-4-16,6 0-1 16,6 0 0-16,3 0 1 15,2-2-4-15,12-3-11 0,5-5-10 16</inkml:trace>
  <inkml:trace contextRef="#ctx0" brushRef="#br0" timeOffset="-117924.52">12412 6297 236 0,'0'0'5'0,"0"0"8"0,0 0-5 0,0 0-6 15,0 0-2-15,0 0 0 16,0 0 0-16,0 0 1 15,-25 51 0-15,20-20-1 0,1 8-1 16,-3 6 2-16,1 9-1 16,-2 6 0-16,2 8-1 15,-2 5 1-15,3 9-1 16,-1 6 1-16,2 7-2 0,0 3 1 16,4 1-1-16,0 5 4 15,0 1-1-15,0 3-1 16,2 3 0-16,5 5 0 15,2 4 2-15,0 5-2 16,-3 5 0-16,4 9 1 0,-3 5-1 16,1 1 0-16,-4 8 0 15,1 3 0-15,-2 2 2 16,-3 1-1-16,0 0 2 16,0 0 0-16,0-4 1 15,0 0 2-15,0-3-4 0,0-6 2 16,0 0-2-16,0-4 3 15,0-1-3-15,0-2 3 16,0-4-3-16,0 0-1 16,0 0 0-16,-3 0 0 15,3 1 0-15,0 0-2 0,0-3 1 16,0-3 0-16,3-8 0 16,5-9 0-16,4-11 0 15,2-11 0-15,5-6 0 16,-1-8-1-16,3-5 1 15,3-5 1-15,2-4-2 16,3-5 1-16,3-6-1 0,3-5 0 16,4-4-2-16,3-6 1 15,3-5-2-15,6-5 2 16,5-4 4-16,1-5-6 16,5-2 5-16,0-3-1 15,5 1 3-15,0-1-1 0,4-2 0 16,0 3-1-16,2-1-1 15,4-3 0-15,2 2 0 16,2-1 0-16,-1-4 0 16,7 1-18-16,2-1 28 15,3-2-9-15,2 1 1 0,0-1-2 16,2 2 0-16,2 0 0 16,1-1 0-16,1 1 1 15,5 0 0-15,-2-4 4 16,4 3 0-16,2-3-1 15,2-1 3-15,4-1-1 0,3-1 0 16,5 0-1-16,4 0-2 16,4 0-3-16,6-3 1 15,3-2 0-15,4-2-1 16,4 3 2-16,4-2-2 16,3-1 0-16,6 1 0 0,0-3 0 15,7 0 1-15,3 1-1 16,9-2 0-16,3-2 1 15,7 2 0-15,8 0 0 16,7 1 1-16,13 0 0 16,9 2 0-16,10 1-2 0,10 3 0 15,9 3 0-15,4 0 1 16,5 0-2-16,2 0 1 16,0 7-3-16,-3-1-17 15,-6-3-19-15,-12-3-73 16</inkml:trace>
  <inkml:trace contextRef="#ctx0" brushRef="#br0" timeOffset="-113762.07">12483 6216 237 0,'-30'-14'-31'0,"3"-2"43"0,3 2 5 0,4 1 2 15,5 3-17-15,1 2 6 0,3 1-4 16,3 1-3-16,2 3 0 16,4 3-1-16,2 0-1 15,0 0-19-15,0 7-6 16,9 3 19-16,7 3 5 15,4 4-6-15,8 0 1 16,9 1 3-16,7 0 0 0,10 0 6 16,4-1-4-16,9 0 4 15,3-3 3-15,12 2-2 16,3-3 8-16,9-2 1 16,7-1 2-16,7-3-3 0,7 1-3 15,4-3 0-15,11-1-2 16,6-1 0-16,2 0-2 15,9-2-1-15,10 2-2 16,7-3 2-16,5 0-3 16,6 0 1-16,4 0-1 0,4 0 0 15,2 0 0-15,1 0 0 16,2 0 1-16,6 0-2 16,0 0 1-16,2 2 1 15,-2-1 0-15,6 0-2 16,0-1 1-16,-2 0 0 15,3 0 1-15,4 0 1 0,-3 0 2 16,4 0 1-16,2 0 0 16,0 0-3-16,0 0 0 15,3 0 0-15,4 0-2 16,-2 3 0-16,0 0 0 16,1-2 2-16,0-1-2 0,1 0 0 15,-6 0 1-15,5 0-1 16,-3-2-1-16,-3-1 3 15,-2 0-2-15,-3 0-1 16,-6 0 1-16,-4-1 0 0,-1 2 0 16,-3-2 0-16,-8-1 1 15,-4-2-2-15,-3 2 1 16,-6-2 0-16,-7-3 0 16,-7 2 0-16,-4-1 1 15,-4-2-1-15,-8 1 0 0,-6 1 0 16,-9 1-2-16,-13 1 3 15,-14 1-1-15,-10 5 0 16,-14-1 0-16,-10 2 0 16,-8 0-1-16,-2 0 1 15,-4 3 0-15,-4 4-2 16,-1 2 4-16,-1 1-5 0,-3 2-1 16,-5 5-3-16,-1-1 0 15,0 3 3-15,-3 3 2 16,1 5 3-16,0 1-2 15,-4 5 2-15,0 1-4 16,0 6 2-16,-2 3-2 0,-3 4 1 16,1 4 2-16,0 4-2 15,-3 6 1-15,1 4 0 16,0 1 1-16,-2 6 1 16,1 2 0-16,-2 3-1 15,0 3 0-15,-2 2 1 0,-4 6 2 16,-1 0-2-16,0 4 1 15,-4 5 2-15,0 5-2 16,1 2 0-16,-3 4-1 16,1 7 2-16,-2 4-3 15,-2 3 0-15,-2 6 0 0,0 3 0 16,0 1 1-16,0 1-1 16,0 1 0-16,0 1 1 15,0-2 2-15,0-1-2 16,3 2 0-16,2-1 0 15,0 1-1-15,-3-1 1 0,0-1-1 16,0 2 0-16,-2-3 1 16,0-2-1-16,-4-4 0 15,-6 0 1-15,-1-5-1 16,-4 0 0-16,1-4 0 16,-2-2 0-16,1-5 0 15,-1-4 0-15,3-5 0 0,-4-3 0 16,-1-6 0-16,-1-6-2 15,-3-3 1-15,-3-6-1 16,1-3-2-16,-2-6 4 16,-1-2 2-16,1-5-2 15,0-2 0-15,-2-3 0 0,0-3-2 16,1-3 4-16,-1-1-1 16,-2-3 0-16,1-3-1 15,-1-4 0-15,-5-4 0 16,-3-1-1-16,-3 0 0 15,-4-5 1-15,-4 2-2 0,-4 0 2 16,-3-2 0-16,-5-1 0 16,-1 0-1-16,-4-3 4 15,-3 1-3-15,-2-3 3 16,-4 1 3-16,-6-2-3 16,-3 2 1-16,-3-3-3 0,-1 0 0 15,-2-3-1-15,-1-2 0 16,1-4 0-16,1-3-1 15,-1-5 0-15,-3-3-1 16,1 0 2-16,-2 0 1 16,0-8-1-16,-8 1 1 0,0 0 2 15,-2 2 1-15,-6 1-2 16,-2 2 2-16,-1 1-4 16,-4-1-3-16,0-1-1 15,0 1-3-15,-1-3-1 16,0 0 1-16,0-4 1 0,-2 2 5 15,-3 1 2-15,0 1 1 16,-5 2 0-16,-3 1 1 16,-8 2-2-16,-3 0 0 15,-5 8 0-15,-6 0-2 16,-4 6 0-16,-9-1 2 16,-2 1-1-16,-3-1 1 0,-3 3-1 15,1-2 0-15,0-2 1 16,2 1 0-16,2-1 1 15,0-2-1-15,-1 0-1 16,1-2-1-16,-1-1 1 16,1 0-1-16,1-4-2 0,0-3-1 15,5 0-2-15,-3 0 0 16,7-5-3-16,1-6 5 16,4 0 3-16,4-3 2 15,2 1 1-15,8-1 0 0,-2 1 1 16,5 3-1-16,2 0-2 15,1 3 0-15,1 1 0 16,1 4 0-16,-1 0 1 16,1 2-1-16,3 0 3 15,6 0 0-15,2 6 2 16,8 0-3-16,8 1 0 0,7-2 0 16,6 1-2-16,5 1 0 15,6 0-2-15,3-1-4 16,0 0 0-16,4 1 0 15,-1-2 2-15,5-3 4 16,2-2 0-16,2 0 1 0,5 0 2 16,3-7-1-16,2-5-2 15,2-2 0-15,2-3 1 16,6-4 1-16,-1-5-1 16,5-4 5-16,2-5 2 15,3-5-1-15,1-4 1 0,2-5-4 16,2-7-2-1,2-4-1-15,1-5 1 0,2-9 2 16,1-3-3-16,1-5 0 16,-1-2-2-16,-2-5-1 15,-2-2-4-15,-2 0 0 16,-1-4 1-16,1-4 3 0,-4-6 1 16,4-1 0-16,2-6 0 15,1-2 1-15,4-4 1 16,-1-2-8-16,3-5-10 15,5-3-6-15,-2-5 9 16,5-4 4-16,-1-3-3 0,2-4 6 16,3 1 4-16,0-3 2 15,0 2-14-15,0-1-26 16,1 2 13-16,-2 2 6 16,-4 0 17-16,0 1 8 15,-2 3 19-15,0-2 25 0,1 0-4 16,1 4-9-16,7-1-22 15,2 2-2-15,3 2-6 16,4 2-3-16,0 5 0 16,0 2-1-16,0 4 0 0,2 1 0 15,3 6 1-15,1 3-2 16,-2 6 1-16,1 1 1 16,4 11-1-16,-4 8 0 15,3 4 1-15,1 10-2 16,1 5 1-16,3 7-2 15,5 9-3-15,1 5-2 0,6 6 4 16,4 10-2-16,6 2 4 16,9 6 0-16,3 5 1 15,9 4-1-15,10 0 0 16,4 5 1-16,12 0 0 16,6 2 0-16,8 2 0 0,6-2 0 15,8 3 0-15,5 0 0 16,5 0 0-16,7 0 0 15,0 4 0-15,9 2 1 16,6 0 1-16,5 2 2 0,10-2-2 16,4 3 1-16,10-3-1 15,3 0 0-15,8-1 2 16,3-1-3-16,0-3 1 16,4 2-2-16,3-1 1 15,5-1 0-15,1 0 0 16,2 1-1-16,3-1 1 15,6-1 0-15,2 0 0 0,2 0 3 16,8 0-1-16,4-3 0 16,5-4 1-16,3 2 0 15,5-1-1-15,2-1-2 16,4 0 2-16,-2-2-3 16,2 2 0-16,1 1 1 0,-4-1-1 15,1 0 0-15,-1-2-1 16,-2 0 2-16,-2-1-2 15,-2-2 2-15,0 1-2 16,-6-3 0-16,-6 1 1 16,0-2 0-16,-8 3-1 0,-9-2 1 15,-8 1 1-15,-6 0-1 16,-13 1 0-16,-11 2 1 16,-7 0-2-16,-10 0 2 15,-9 2-1-15,-10 1 0 16,-7 2 0-16,-10 0 1 0,-5 1-1 15,-8 4 1-15,-6 0-1 16,-6 0 0-16,-7 2 0 16,-8 8 1-16,-8 4-1 15,-9 3 0-15,-9 4-1 16,-10 5 1-16,-6 2-1 16,-4 2-4-16,-8 7 3 0,-2 1-4 15,-4 8 6-15,-1 3 0 16,-4 6 0-16,-2 7 0 15,-1 6 0-15,-1 6 0 16,-1 8 0-16,-3 4 0 0,-1 4-2 16,-1 7 2-16,0 4 0 15,0 2 2-15,0 5-2 16,-1 5 0-16,0 4 0 16,-2 4 1-16,1 4 0 15,2 6 1-15,-2 4-2 16,2 1 0-16,0 3 1 0,0 2 1 15,0 1 1-15,0 1-1 16,4 1 0-16,3-2 0 16,-3 3-2-16,1-2 2 15,1 0-1-15,1 3-1 0,0-4 0 16,-1 1 0-16,0-4 0 16,-2-1 0-16,-3-5 0 15,-1-5 0-15,0-3 0 16,-4-7 0-16,-6 0 0 15,-4-3 0-15,1-4 0 16,-2-2 0-16,0-1 0 0,-1-7 0 16,-5-6 0-16,0-4-1 15,-6-7 2-15,-6-6-2 16,-3-5 1-16,-11-1 0 16,-6-3-2-16,-13-2 0 0,-8-3 2 15,-10-2-1-15,-10-3-12 16,-8-7 5-16,-10-1-4 15,-6-8-1-15,-10-3 3 16,-4-4 7-16,-6-4 2 16,-7-1 3-16,-6 0 5 0,-3-2 2 15,-4-2-2-15,-1 1-4 16,-2-3-2-16,-2 0-1 16,2-1-2-16,-3-1-13 15,-2-2-12-15,-2-4-21 16,-5 0 5-16,-4-3 14 15,-6-2 13-15,-7-1 12 0,-8-4 8 16,-11 2 20-16,-11-1 1 16,-11-1-6-16,-10-2 33 15,-16 2-42-15,-9 0 11 16,-16-3-2-16,-8 3-4 16,-13-1-2-16,-9 2-2 0,-12 1-3 15,-12 2-5-15,-11 2 1 16,-5 7-3-16,-14 5 1 15,-12 5-5-15,-15 4-23 16,-5-4-85-16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07:34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2807 3482 33 0,'0'0'2'0,"0"0"-2"0,-2 0 1 0,2 0-1 15,0 0 1-15,-2-2 0 16,2 0 0-16,0-1 1 15,0 3 1-15,0-3 0 16,0 0 4-16,0 2 0 0,0-1 2 16,0 0-2-16,0 1 0 15,0 0-4-15,0 1-2 16,0 0-2-16,0 0 1 16,0 0-1-16,0 0 2 0,2 0 0 15,2 1-1-15,-3 3 1 16,4 1-1-16,-3 1 1 15,2-2-1-15,-2 0 0 16,1-1 0-16,1 1 1 16,0-2-1-16,3-1 1 15,-2 1-1-15,2-2 3 0,3 0-2 16,1 0 2-16,5-5 2 16,1-6 3-16,2-2-1 15,3-5-1-15,3-5 5 16,-1-4-3-16,7-3-3 15,6-5 5-15,1-5 2 16,6-3 2-16,5-5-9 0,3-3 3 16,1-2 0-16,-1 2 1 15,-5 2-3-15,-4 3-3 16,-6 10 1-16,-6 8-1 16,-3 7-2-16,-4 8-1 15,-5 6 0-15,-2 7-3 0,-9 0-7 16,-8 0-67-16</inkml:trace>
  <inkml:trace contextRef="#ctx0" brushRef="#br0" timeOffset="1909.28">2870 5852 35 0,'0'0'7'0,"0"0"-2"0,0 0-2 0,0 0-2 16,0 0 4-16,0 0 2 16,0 0 0-16,0 0 1 0,0 0 2 15,0 0-8-15,0 0-3 16,0 0 2-16,0 2-1 15,2 3 2-15,0 1-2 16,1-1 0-16,0 0 2 16,3 2-2-16,0-1 1 15,-1-3 0-15,1-2 2 0,2 1-1 16,1-2 9-16,5-3 11 16,5-14 26-16,4-9-13 15,10-12-11-15,7-9-8 16,14-8-6-16,8-5-6 0,10-7-3 15,11 0-1-15,0-5-13 16,-8-5-135-16</inkml:trace>
  <inkml:trace contextRef="#ctx0" brushRef="#br0" timeOffset="5370.61">7184 3894 20 0,'0'0'25'0,"0"0"-19"0,0 0 9 0,0-3-5 16,0 2-7-16,-1-1 0 16,1 1 0-16,-2-1 0 15,2 1 0-15,-2-2 1 16,2 3 0-16,0 0-1 0,0 0 2 16,-2-1-3-16,2 1 4 15,0-1 4-15,0 0 4 16,0 1 0-16,0 0-6 15,0-1-4-15,0 1-1 16,0 0-1-16,0 0-2 0,0 0 0 16,0 0-2-16,0 0 0 15,0 4 2-15,0 3-1 16,2-2 1-16,0 0 0 16,1 2 1-16,2-3-1 15,1-1 0-15,-2-1 0 0,3-2 1 16,1 0 0-16,4 0-1 15,3-7 2-15,4-8 4 16,5-6 3-16,4-5 7 16,7-6-5-16,-1-4 0 15,3-2-2-15,3-2-2 16,1 3 2-16,-3 0-6 0,-2 5-2 16,1 6-3-16,-7 8-6 15,-6 5-31-15,-11 4-38 16</inkml:trace>
  <inkml:trace contextRef="#ctx0" brushRef="#br0" timeOffset="7568.98">7186 4300 72 0,'0'-4'5'0,"0"0"12"0,0 1-7 0,0 0-3 15,0 1-1-15,0 2 9 0,0-4 4 16,0 4-3-16,0 0-1 15,0 0 1-15,3 0-14 16,1 0-2-16,-2 2-2 16,2 5-1-16,1 3 1 0,1 0 0 15,-1 0 3-15,2-1-1 16,0-1 1-16,1-4 1 16,3-3-2-16,3-1 3 15,6-4-3-15,2-10 10 16,5-9 5-16,4-2-6 15,0-5-3-15,3-4-3 0,-1 2 1 16,-1-1 0-16,-1 5-4 16,-2 4 0-16,-6 7-4 15,-3 7-32-15,-13 6-44 16</inkml:trace>
  <inkml:trace contextRef="#ctx0" brushRef="#br0" timeOffset="8164.71">7070 4973 72 0,'0'0'4'0,"0"0"-5"0,0 0 0 16,0 0-3-16,0 0 7 16,0 0 0-16,0 0 0 15,0 0 6-15,0 0 2 16,0 0 0-16,7 37-1 0,-1-35 0 16,-1-2 11-16,6-3 19 15,6-13 0-15,8-11-14 16,15-10-7-16,19-13-9 15,19-11-5-15,12-12-4 16,14-16-4-16,4-15-175 0</inkml:trace>
  <inkml:trace contextRef="#ctx0" brushRef="#br0" timeOffset="10564.13">7083 6391 66 0,'0'4'4'0,"0"-3"4"0,0 0 6 0,2-1 2 16,-2 0 21-16,5-8 47 15,6-7-51-15,2-7-19 16,8-3-8-16,8-6-4 0,4-1-1 16,5 0-3-16,2-1-25 15,-4 2-78-15</inkml:trace>
  <inkml:trace contextRef="#ctx0" brushRef="#br0" timeOffset="11012.13">7103 6793 76 0,'0'0'70'0,"0"0"-67"0,0 0 3 15,0 0 9-15,0 0-5 0,0 0-5 16,0 0 10-16,0 0 0 16,32-37-6-16,-13 17-5 15,4-1-3-15,4-1-1 16,0 0-24-16,-1 3-41 15,-1 0-26-15</inkml:trace>
  <inkml:trace contextRef="#ctx0" brushRef="#br0" timeOffset="11426.09">7197 7347 148 0,'0'0'1'0,"0"0"4"0,0 0 2 0,0 0-6 0,0 0 2 15,0 0 10-15,0 0 4 16,49-54-13-16,-13 15-3 16,11-12-13-16,7-13-52 15</inkml:trace>
  <inkml:trace contextRef="#ctx0" brushRef="#br0" timeOffset="15142.72">9646 2910 10 0,'0'0'30'0,"0"0"2"0,0 0-5 16,0 0-6-16,0 0-6 0,0 0-2 16,-4-39-4-16,-2 35-1 15,3 1-6-15,1-1-2 16,-2 3 0-16,0-1 1 16,0-1-2-16,0 2 1 15,-5-2-2-15,3 3 2 0,-6-1 0 16,1 0 0-16,-1 1-2 15,-1 0 5-15,1 0-2 16,-3 0 0-16,1 0 3 16,1 0-6-16,-3 0 3 15,2 0-1-15,0 1 1 16,-1 0-1-16,-1 2 0 0,3 0 1 16,-3-2-1-16,3 2-1 15,-3 0 4-15,0 0-2 16,-1-1 2-16,2 3-2 15,-2-2-1-15,0 1 3 16,-3 0-2-16,3 2 0 0,-2 0-2 16,-2 1 2-16,-3 0-2 15,4 4 1-15,-1-1 0 16,1 1 0-16,1 1 0 16,0 0 0-16,4 0 1 15,-1-1-1-15,3-1 1 0,-1 0-1 16,1 0 0-16,2 1 1 15,1-2-1-15,2 2 0 16,-1-1 1-16,0 0 0 16,2 3-1-16,-2 0 0 15,2-2 0-15,-3 3 1 0,3-4-1 16,0 2 1-16,3-2-2 16,-4-1 2-16,4 0 0 15,0-2-1-15,1 0 1 16,2 1-1-16,1 0 2 15,0 0-4-15,0 2 4 0,0-3 1 16,0 2-3-16,4-1 2 16,0 1-2-16,-1-1 1 15,3 2-1-15,-3-2 0 16,1 1 1-16,-2 0-1 16,0 1 1-16,1 0-1 0,-3 0 1 15,2 0-1-15,-2-2 0 16,2 1 0-16,-2-1 1 15,2-1-1-15,1-1 1 16,1 1-2-16,-2 0 2 16,3-1-1-16,-1 0-2 0,1-1 3 15,0 2-1-15,3-1 1 16,-1 0 1-16,0-2-2 16,0 2 0-16,3-2 1 15,0 1-1-15,1 0 1 16,0-2 0-16,1 2-1 15,0-2 0-15,2 1 1 0,-1 0-1 16,0-2-1-16,4 1 2 16,1 0-2-16,1 0 3 15,0-1-3-15,5 0 2 16,-2 2-1-16,0-2 0 0,-1-1 1 16,-1 2-1-16,-3-2 0 15,-1-1 0-15,0 0-1 16,-1 0 1-16,3 0 0 15,1 0 1-15,2 0 0 16,2 0 0-16,4 3-1 16,-3 2 0-16,0 0 0 0,1 1 0 15,-2-1 0-15,-2 1 1 16,0-1-2-16,0-1 1 16,3 0 1-16,1-1-1 15,2 0-1-15,1-2 0 16,-1 1 1-16,4-1 1 0,-1 2-1 15,5-2 0-15,-1 2 1 16,2 0-1-16,2 0 0 16,-1 0 1-16,1-2-1 15,-1 2 0-15,0-3 0 16,1 0 0-16,-2 0-1 0,-2 0 0 16,6 0 2-16,-2-3-1 15,2-3 1-15,-2-1 0 16,1-4-1-16,-2 0 0 15,-1-1 2-15,-5-2-2 16,-2-2 1-16,-2 1-1 0,-2-4 0 16,-1-1 1-16,-1-1 2 15,1-3 0-15,-5 0 0 16,2-2-1-16,-4-1-2 16,-2 1 1-16,-3-2-2 15,-2 0 1-15,-4 1-2 0,-4-2 2 16,-2 0 2-16,0-1-2 15,-4 0 0-15,-7 0 3 16,-3 0 1-16,-2 3 2 16,-1 0-2-16,0 3 0 15,-2 1 3-15,1 2-5 0,-1 3-1 16,1-1-1-16,2 3-1 16,-4-1 1-16,0 3 0 15,0-1 0-15,-2 1-2 16,1-1 1-16,-3 2-2 15,-1 2 3-15,-2 1-1 0,-2 3 2 16,-2 0 0-16,0 4-2 16,0 0 1-16,1 0 0 15,-3 3 1-15,0-2 1 16,3 2-2-16,-1 0 0 16,-3 0 0-16,3 0 0 15,0 2 0-15,2 4 0 0,2 4-2 16,-2 1-23-16,4-1-48 15,0-4-40-15</inkml:trace>
  <inkml:trace contextRef="#ctx0" brushRef="#br0" timeOffset="15590.21">9879 2577 50 0,'0'4'6'0,"0"2"-4"16,0 0-1-16,0-1 1 0,0 0 0 15,0-1 1-15,0-1 1 16,0 1 3-16,2-4 6 0,1 0 4 15,5 0-1-15,2-4 5 16,5-5 0-16,10-9 0 16,6-3-9-16,11-9 3 15,14-9-5-15,15-9-4 16,17-10-4-16,10-10-2 16,12-15-42-16</inkml:trace>
  <inkml:trace contextRef="#ctx0" brushRef="#br0" timeOffset="17564.39">954 3995 101 0,'-4'1'2'0,"-2"3"1"0,1 2-3 0,0 1 0 16,3 0 0-16,0 2 2 15,0-4-2-15,2-2 1 16,0-3 1-16,0 0 0 15,2 0 5-15,14-7 3 16,11-11 7-16,15-13-4 16,20-16-10-16,24-16 5 15,12-15-8-15,14-16-32 0</inkml:trace>
  <inkml:trace contextRef="#ctx0" brushRef="#br0" timeOffset="20276.18">7271 4324 101 0,'0'0'10'0,"0"0"6"0,0 0-4 0,0 0-7 16,0 0-4-16,-1 0-4 15,1 0-15-15,-2 6 2 16,0-2-14-16</inkml:trace>
  <inkml:trace contextRef="#ctx0" brushRef="#br0" timeOffset="24683.95">9162 4481 2 0,'0'0'2'0,"0"0"1"0,0 0 6 0,0 0 3 15,0 0-12-15,0 0 5 16,0 0-2-16,0 0 1 15,0 0 0-15,0 0-4 0,0 0 6 16,0 0-5-16,2 4-1 16,-2-3 0-16,0-1 0 15,0 0 1-15,0 0 4 16,0 0 1-16,0 0 7 16,0 0 1-16,2 0-4 15,-1 0-2-15,1 0-2 0,2 0 1 16,0 2-4-16,1-1-1 15,6-1-2-15,-2 0 1 16,4 1 0-16,3 1-1 16,-1-2 1-16,2 0 0 0,3 0-1 15,-3 0 2-15,3 0 0 16,0 0 0-16,1 0 2 16,1-3-3-16,-2 2 2 15,2-1-3-15,1 2 0 16,0 0 0-16,0 0 0 15,4 0 0-15,0 0 1 0,2-1-1 16,0-2 0-16,2 2 0 16,1 0 0-16,-1 0 0 15,1-1 0-15,3 2 0 16,-2-1 1-16,6 1-1 16,-1-1-1-16,4-1 1 0,3-2 0 15,2 1 0-15,2-1 1 16,2 1-1-16,3-1 1 15,0 1 0-15,2 0-1 16,2 2 0-16,2-2 0 16,1 0 0-16,2-1 1 0,4 0-1 15,1 1 0-15,3-1 1 16,4 1 2-16,-1 1 1 16,2 1-3-16,-1 1-1 15,-5-3 1-15,0 3-3 16,-3-4 2-16,-3 1 9 0,-4 0 4 15,-3 0-4-15,-5 0-2 16,-2 0-6-16,-8 3-1 16,-8 0-1-16,-9 0-17 15,-11 0-92-15</inkml:trace>
  <inkml:trace contextRef="#ctx0" brushRef="#br0" timeOffset="25709.21">9055 5061 7 0,'2'0'20'0,"2"0"2"0,-2 0-1 0,3 0-8 15,-2 0-8-15,3 0-2 16,1 0-2-16,1 0 1 16,4 0-1-16,-1 0 1 15,2 0 2-15,3-1 4 16,2-2 2-16,-1 2-4 0,6-1-1 15,27-2 5 1,-22 3-3-16,3-1-3 16,3 1-1-16,0-2 0 15,2 0 0-15,4-1 0 16,0 0 1-16,4-1-1 16,1 1-1-16,0-2 2 0,-1 3-3 15,2 1 2-15,2 0-1 16,-1 1-1-16,4 1-1 15,1 0 0-15,0 0 1 16,1 0-1-16,1 0 1 16,3 0 2-16,0 0-1 0,1 0 4 15,0 0-4-15,0 0 0 16,1 0-1-16,0 0-1 16,-1 0 0-16,0 0 0 15,1 0 1-15,1-3-1 16,-4-3 1-16,2 1 1 0,-1-1 4 15,-2-1 0-15,2 4-2 16,0-3-2-16,-7 3-1 16,0-1 0-16,-4 1-1 15,-5-1 0-15,-5 0 1 16,-3 1 0-16,-3 0-1 0,-2 1 1 16,-2 0 0-16,-2 0-1 15,-1 1 2-15,-4 1-2 16,-3 0 0-16,-3 0 0 15,-1 0 0-15,-1 0 0 16,-3 0 0-16,1 0 0 0,-1 0-2 16,0 3-1-16,-1-2-10 15,1 2-8-15,-2-3-35 16,-2 3 33-16,-3-3-1 16</inkml:trace>
  <inkml:trace contextRef="#ctx0" brushRef="#br0" timeOffset="26740.2">9154 5034 25 0,'-2'0'35'0,"0"0"-21"0,0 0 6 0,2 0-7 0,0 0-11 15,0 0-2-15,0 0 0 16,2 5 1-16,3 0 0 16,4 1 0-16,4 1 0 15,4-1-1-15,6-2 3 0,2 0 1 16,6-1-2-16,2 1 1 16,3-1-1-16,5-2 0 15,-1 1-2-15,5 1 1 16,0-2 1-16,6 2 0 0,2-1 0 15,3-1 1-15,1-1 6 16,7 0 0-16,1 0 4 16,7-3 0-16,-1-4-4 15,2 0-2-15,4 0-2 16,-3 0-1-16,2 1-3 0,-5-1 0 16,0 3 0-16,-1-1-1 15,-3 0 0-15,0 0 0 16,-6 1 0-16,3 0 1 15,-7 1-1-15,-1-3 0 16,-6 2 1-16,-3 0 0 16,-4 1 2-16,-2-1 4 0,-2 2-4 15,-5-2-2-15,-5 0 0 16,-4 1 1-16,-4 2-2 16,-6-2 1-16,-5 0 4 15,-1 0 10-15,-4 0-6 16,-2 2-4-16,-2 0-2 0,0 0 0 15,-1 1 0-15,0 0-2 16,0 0 0-16,0 0 0 16,0 0 0-16,0 0-1 15,0 0 0-15,0 0 0 16,0 0 0-16,0 0 0 0,0 0 0 16,0 0-5-16,0 0-45 15,0 1 0-15,0-1-49 16</inkml:trace>
  <inkml:trace contextRef="#ctx0" brushRef="#br0" timeOffset="27676.28">13319 3863 129 0,'-9'-6'6'0,"4"-1"5"0,-3 2-7 0,3 1 0 16,-5 0 4-16,4-1 5 15,-4 3 5-15,0 2-5 0,-3 0-10 16,2 6-2-16,-5 7-1 15,2 5 0-15,-3 3-1 16,3 3 2-16,-1 5-1 16,4-1 0-16,2 2 1 15,2 1 0-15,5-4-1 0,2 0 1 16,0-6-1-16,9-2 1 16,6-5 0-16,4-2-1 15,5-5 1-15,0-3 0 16,5-4 1-16,2 0 6 0,-3-7-6 15,2-6 1 1,-2 0 5-16,-3-4 6 0,-1-3 0 16,-4-2-3-16,-3-1-1 15,-3 1-6-15,-2-2 0 16,-3 3-3-16,-5-2 2 16,0 2-3-16,-4 0 1 0,0 5-2 15,-4-1 1-15,-5 2 0 16,-5 2 4-16,1 1-5 15,-6 5-1-15,0 3-1 16,-1 4-15-16,-1 0-26 16,-2 4-25-16,0 5 10 0</inkml:trace>
  <inkml:trace contextRef="#ctx0" brushRef="#br0" timeOffset="27952.01">13174 3969 165 0,'0'0'2'0,"0"0"4"0,0 0-4 0,44 0-1 16,-30 0 0-16,1 0-1 0,4 0 1 16,-2 6-2-16,5 1 1 15,-3 0 3-15,2-1 0 16,-2 1 1-16,1 0 2 15,-3 0 3-15,0-1-2 16,-2 2-5-16,-1-2 0 0,-1 1-1 16,1 2 0-16,-1 0 0 15,-1 3-1-15,2-4-10 16,-3-2-58-16</inkml:trace>
  <inkml:trace contextRef="#ctx0" brushRef="#br0" timeOffset="28165.84">13730 4056 148 0,'0'0'-10'0,"0"0"40"16,0 0-6-16,0 0 6 15,0 0-12-15,0 0-3 16,0 0-8-16,0 0-7 15,-5-16 0-15,3 16-15 16,0 1-27-16,0 1-14 0,0 0-20 16</inkml:trace>
  <inkml:trace contextRef="#ctx0" brushRef="#br0" timeOffset="28678.98">13925 3837 165 0,'0'0'-11'0,"0"0"55"0,0 0-8 0,0 0-6 15,0 0-18-15,0 0-12 16,0 0-1-16,0 0 0 16,0 0 3-16,18 42 0 15,-14-23-1-15,0 0-1 16,-1-1 1-16,-1-4-1 0,2 1 1 15,-2 0-1-15,1-1 0 16,-1-1-1-16,-1 0-24 16,0-3-45-16,0-7-26 15</inkml:trace>
  <inkml:trace contextRef="#ctx0" brushRef="#br0" timeOffset="29057.73">14122 3820 28 0,'0'0'74'0,"0"0"-68"16,0 0-3-16,0 0-5 16,0 0-3-16,0 0 5 15,0 0-2-15,0 0 1 16,-32 47 1-16,19-30 0 0,0-3 1 15,-2 0 0-15,0-2 2 16,-3-1 0-16,1-1 1 16,-1 0 0-16,4-1-1 15,1-1-2-15,3-1 0 16,4-1-1-16,4-2 0 16,2 0 0-16,0-2 1 0,0-1 0 15,5 1 8-15,5-1 23 16,1-1 2-16,5 1-9 15,2 2-8-15,4 0-8 16,-1 4-6-16,1-1-2 0,-7 5-3 16,-6-4-33-16,-4-3-87 15</inkml:trace>
  <inkml:trace contextRef="#ctx0" brushRef="#br0" timeOffset="29341.58">13171 4027 282 0,'0'0'-81'16,"0"0"105"-16,0 0 5 15,0 0-4-15,0 0-23 16,0 0-2-16,39-24-1 15,19 16 5-15,15-2 2 16,12-4-2-16,11-1 0 0,5 1 0 16,4-1-1-16,-4 2-3 15,0 4 0-15,-8 2-1 16,-12 3-2-16,-15 1-42 16,-17 2-140-16</inkml:trace>
  <inkml:trace contextRef="#ctx0" brushRef="#br0" timeOffset="29924.15">13654 4468 149 0,'0'0'11'0,"-4"-41"31"16,1 24-4-16,-3 2-14 16,-1 4-11-16,-5 1-7 15,0 4-6-15,-2 6-3 16,-6 0 3-16,0 3 0 16,2 8 1-16,0 5-1 0,-2 2 0 15,7 1 0-15,6 1 0 16,2-6 0-16,5 2-2 15,0-4-5-15,9-4-1 16,4-4-2-16,8-3 4 16,3-1 6-16,3 0 1 0,3-8-3 15,-3-2-6-15,-2 2 8 16,-2 0 1-16,-5 4-3 16,-7 1 4-16,-3 3-3 15,0 0 1-15,-7 10-2 16,-1 4-1-16,0 6 5 15,0 1-2-15,-6 2 0 0,-2 1 2 16,3-1-1-16,-2-3 0 16,3-3 0-16,4-2 0 15,-2-3 1-15,2-1-1 16,0-3 3-16,4 0 1 0,1-4-2 16,3-1 1-16,6-3 2 15,-1 0 8-15,1 0 0 16,4 0-7-16,2-6-1 15,-3-1-6-15,-1 0 0 16,-3 0-1-16,-1 1-4 0,-6-1-33 16,-3-3-64-16</inkml:trace>
  <inkml:trace contextRef="#ctx0" brushRef="#br0" timeOffset="30187.75">13972 4489 326 0,'0'0'9'0,"0"0"16"0,0 0-11 16,0 0-7-16,0 0-8 0,0 0-9 16,0 0-37-16,0 0-47 15,0 0-101-15</inkml:trace>
  <inkml:trace contextRef="#ctx0" brushRef="#br0" timeOffset="30448.94">14148 4327 232 0,'0'0'12'0,"0"0"9"0,0 0-11 16,0 0-8-16,0 0-7 15,0 0 7-15,0 0-4 16,0 0 5-16,5 57-1 15,-5-30-1-15,0 0 0 0,0-1 1 16,4-2-1-16,3-2 0 16,1-1 0-16,-3 0-1 15,5-6-9-15,-2-5-40 16,0-7-60-16</inkml:trace>
  <inkml:trace contextRef="#ctx0" brushRef="#br0" timeOffset="30699.33">14324 4348 224 0,'0'0'12'0,"0"0"7"16,0 0-18-16,-42-5-3 16,28 10 3-16,1 7-1 15,0-1 2-15,0 3-2 16,6 3 2-16,1-3 3 15,5 2-4-15,1 0 0 0,0-2 0 16,9 0-1-16,4-1-2 16,9-3 2-16,4 0 3 15,5-6-18-15,2-4-53 16,0 0-54-16</inkml:trace>
  <inkml:trace contextRef="#ctx0" brushRef="#br0" timeOffset="30826.78">14543 4445 254 0,'0'0'24'0,"0"0"18"16,0 0-26-16,0 0-16 0,0 0 1 16,-10 60-1-16,10-22-1 15,0 10-11-15,-2 3-30 16,-5 2-82-16</inkml:trace>
  <inkml:trace contextRef="#ctx0" brushRef="#br0" timeOffset="31425.84">13749 5063 223 0,'0'0'-7'0,"0"0"40"0,0 0-18 15,-38-37-11-15,28 35-2 16,-3 2-2-16,-5 2-2 16,2 8 0-16,1 3 2 15,1 2 3-15,2-1-3 0,6 1 0 16,2-3 1-16,2 1 0 16,2-1 0-16,0-1-2 15,8-4-2-15,3-1 0 16,3-5-4-16,2 1-2 15,2-2 4-15,0 0 6 0,-3 0 2 16,-2-2-3-16,-4 2 2 16,-4 0-2-16,-3 2 0 15,-2 9-2-15,0 3 8 16,0 3-3-16,0 2-1 16,0-1 0-16,2-4 1 15,-1-1-3-15,0-3 3 0,2-3 0 16,3-1 4-16,2-3-3 15,3 0-4-15,6-3-1 16,5 0-3-16,3-1 2 16,4-11-29-16,-2-7-142 15</inkml:trace>
  <inkml:trace contextRef="#ctx0" brushRef="#br0" timeOffset="31553.08">13987 5159 293 0,'0'0'11'0,"0"0"8"0,0 0-12 16,0 0-11-16,0 0-12 16,0 0-46-16,0 0-76 15</inkml:trace>
  <inkml:trace contextRef="#ctx0" brushRef="#br0" timeOffset="31787.66">14143 4942 301 0,'0'0'21'0,"0"0"-1"16,0 0-22-16,0 0 0 16,0 0 5-16,0 0-4 15,0 0 3-15,8 51-2 16,-4-24-7-16,1 0-7 0,-1-3-4 15,2 0-2-15,-3-5-10 16,3-5-14-16,1-7-49 16</inkml:trace>
  <inkml:trace contextRef="#ctx0" brushRef="#br0" timeOffset="31987.5">14287 4953 281 0,'0'0'16'0,"0"0"0"16,0 0-13-16,0 0-6 16,-44 10 3-16,32 9-1 0,0-1 1 15,4 2 1-15,0 1 1 16,6-5-1-16,2 1-1 16,0-3-5-16,12 0-11 15,1-6-24-15,3-4-50 0</inkml:trace>
  <inkml:trace contextRef="#ctx0" brushRef="#br0" timeOffset="32209.85">14403 5039 281 0,'0'0'13'0,"0"0"19"0,0 0-21 16,0 0-9-16,0 0-1 15,0 0-1-15,0 0-5 16,0 0-4-16,29-7 5 15,-27 18 8-15,-2 0-3 16,0-2 2-16,2-1-3 0,1-1 1 16,7-3-1-16,8-2 2 15,7-2-19-15,6 0-22 16,3-10-94-16</inkml:trace>
  <inkml:trace contextRef="#ctx0" brushRef="#br0" timeOffset="32674.07">13980 5565 191 0,'0'0'4'0,"0"0"25"16,0 0-19-16,-4-55-12 15,11 35 2-15,-1 1-1 0,0 0-2 16,-3 3 3-16,-2 4 1 16,-1 4 2-16,0 1 10 15,-5 7 7-15,-8 0-10 16,-1 2-13-16,-4 10 5 16,3 4-1-16,-5 4-1 0,6 0 0 15,7-2 0-15,1-2 0 16,6-2-3-16,0-5-5 15,8-4-3-15,6-3 1 16,2-2 4-16,4 0 4 16,0 0 6-16,-5 0-2 15,1 0 0-15,-4 4-1 0,-2 9 0 16,-5 2 1-16,-2 7 7 16,-3-1-6-16,0 0 3 15,0-1 0-15,0-1 2 16,-5-2-1-16,4-3-2 0,1-3-3 15,0-2-1-15,3-2 2 16,10-3-24-16,0-4-33 16,6-4-64-16</inkml:trace>
  <inkml:trace contextRef="#ctx0" brushRef="#br0" timeOffset="32798.79">14184 5618 267 0,'0'0'21'0,"0"0"11"16,0 0 2-16,0 0-21 15,0 0-13-15,0 0-2 16,0 0-12-16,0 0-22 0,0 0-74 16,-20-43-83-16</inkml:trace>
  <inkml:trace contextRef="#ctx0" brushRef="#br0" timeOffset="32979.4">14218 5438 297 0,'0'0'16'0,"0"0"-13"16,0 0-14-16,0 0 15 16,0 0-3-16,0 0-2 15,28 41-1-15,-23-24-3 16,-1 0-2-16,-1-1-5 0,3-2-9 16,-2-3-25-16,0-8-45 15</inkml:trace>
  <inkml:trace contextRef="#ctx0" brushRef="#br0" timeOffset="33177">14396 5392 313 0,'0'0'0'16,"0"0"8"-16,0 0-8 15,-36 7 0-15,29 2 0 16,3 1-1-16,2 1 1 0,2-1-2 15,0 1-1-15,7 2 3 16,7-3-10-16,7-4-15 16,1-3-28-16,5-3-97 15</inkml:trace>
  <inkml:trace contextRef="#ctx0" brushRef="#br0" timeOffset="33462.43">14601 5425 330 0,'0'0'12'16,"0"0"13"-16,0 0-12 0,0 0-12 16,0 0 4-16,0 0-5 15,0 0-16-15,0 0-24 16,-12-9 14-16,20 10 25 16,0 3-1-16,3 3 2 15,-1 1 2-15,1 1 0 0,-5 1-2 16,0-2 1-16,-2 2-1 15,-4-1 5-15,0-3-5 16,0-1 4-16,-4 4 1 16,-1-2-2-16,2-2-1 15,-1 4-2-15,4 0 0 16,-4 0-5-16,-2-3-35 0,-2-3-103 16</inkml:trace>
  <inkml:trace contextRef="#ctx0" brushRef="#br0" timeOffset="33731.79">14157 5743 278 0,'0'0'21'0,"0"0"-23"0,45-16 9 0,-10-1-3 16,12-1-2-16,7-6-3 15,6-5-66-15</inkml:trace>
  <inkml:trace contextRef="#ctx0" brushRef="#br0" timeOffset="37183.06">1009 3893 8 0,'-3'0'5'0,"-1"0"3"0,0 0 5 15,-2 0 6-15,2 0-3 16,-3 0-6-16,3 0 0 15,-2-2-2-15,0-1-3 0,2 0-3 16,0-1 1-16,0 0-1 16,3 1 1-16,-3-1-1 15,2 1 3-15,-2 0-4 16,-1 3 2-16,0 0-1 16,-2 0-1-16,1 0-1 0,-3 0 0 15,2 2 0-15,-2 0 0 16,0 1 0-16,3-1 1 15,-3-1 0-15,2 0-1 16,0 2 2-16,-1 3-2 16,-2 0 0-16,1 2 2 15,-1 1-2-15,-2 0 0 0,1 2-2 16,0 0 2-16,-3-1 0 16,3 0 2-16,0 0-2 15,2 1 0-15,0-1 1 16,-1 1-1-16,0 1 0 15,3-5-1-15,-1 4 2 0,0-4-1 16,0 2 0-16,1-1 0 16,1 2 1-16,-1 0-1 15,0 3 0-15,-2-2 0 16,3 2 0-16,1 0 1 0,-2 0-1 16,4-2 0-16,1 2 0 15,2-2 0-15,-2 1 0 16,2-1 0-16,-2 3 0 15,2 0 0-15,-2-1 0 16,0 0 1-16,0 1-1 0,0 0 0 16,1-2 0-16,1-1 0 15,0 0 0-15,0 1 1 16,0-1-1-16,0-2 0 16,2 1 0-16,3 1 0 15,1-1 1-15,4 0-1 16,-1-2 0-16,1 0 0 0,4 1 1 15,-1-2 0-15,1-1-1 16,1 1 0-16,2-1 1 16,-2 1-1-16,-1 0 1 15,1 0-1-15,-2-1 0 16,1 0 2-16,-1-1-2 16,1 2 1-16,-1-3-2 0,1-2 1 15,1 2-2-15,-1-1 1 16,1-3 5-16,1 3-4 15,-1-3-1-15,2 0 1 16,-2 0 0-16,1 0 3 0,-1 0 0 16,-1-1 0-16,-5-1-1 15,-1 2 0-15,-1-1-2 16,0 1 0-16,-3-2 1 16,1 1-1-16,-1 1 1 15,0-3-1-15,3 1 1 16,2-2-1-16,-4 0 1 0,3 1 0 15,-1-1-1-15,1 3 1 16,2 1-2-16,-3 0 1 16,3 0-3-16,-2 0-15 15,-2 1-33-15</inkml:trace>
  <inkml:trace contextRef="#ctx0" brushRef="#br0" timeOffset="37404.37">1136 4442 86 0,'0'0'2'0,"0"0"2"0,0 0 6 16,0 0-4-16,0 0-4 16,0 0-1-16,0 0 0 15,0 0 0-15,0 0 0 0,-11 44 1 16,11-23-1-16,0 6 1 15,0 3-2-15,-10 3 1 16,-5-2-22-16</inkml:trace>
  <inkml:trace contextRef="#ctx0" brushRef="#br0" timeOffset="38878.72">-3287 3975 33 0</inkml:trace>
  <inkml:trace contextRef="#ctx0" brushRef="#br0" timeOffset="39385.17">1105 6859 61 0,'0'0'16'0,"0"0"-1"0,0 0-1 0,1 0-1 16,0 0-9-16,1 0-5 16,0 0 0-16,0 0 4 15,2 3-3-15,0 0 1 16,0 0-1-16,0 0 1 0,-1-2 1 16,3 2 0-16,-2-2 0 15,1 1-1-15,0-1 0 16,-1 1 1-16,0 0-2 15,1 0 1-15,-3-2 0 16,0 0 2-16,0 0 5 0,-2 0 20 16,0 0 20-16,0 0-21 15,0 0-17-15,2-6-6 16,-2-1-2-16,0 2 0 16,3-1-2-16,-1 1-1 15,0-4 1-15,1 1-1 0,1-3-9 16,-4-3-48-16,0-9-60 15</inkml:trace>
  <inkml:trace contextRef="#ctx0" brushRef="#br0" timeOffset="40693.51">713 4118 90 0,'0'0'9'0,"0"0"-6"0,0 0 15 0,-36-22 1 0,28 20-5 16,-1 1-5-16,0-1-5 15,0 2-2-15,-2 0 0 16,-1 5-1-16,1 5 1 0,-5 5 0 15,1 5-1-15,-1 3 0 16,-1 7 0-16,3 2-1 16,1 2 1-16,-1 2-1 15,3 2 1-15,2 2 1 16,-3 0-1-16,2 5 0 0,1 2 1 16,-3 1-1-16,1 3 0 15,-2 1 0-15,0 1 0 16,2 0 1-16,-3 1-1 15,3 1-1-15,2 2 2 16,3-4-1-16,-2 2-1 0,6-2 0 16,0-1 2-16,0 3-2 15,0 1 0-15,0 1 1 16,1 1 0-16,1 2 0 16,0-3 0-16,0-1-1 15,0-2 2-15,0-1 0 0,2-5 1 16,5-1-1-16,0 0 0 15,2-2 1-15,0-2-1 16,2 1 2-16,0 1-2 16,0 2-1-16,0 0 0 15,3 1 0-15,-1-2-1 16,1 1 1-16,1-2 0 0,3 1-1 16,-4-1 2-16,6 1-2 15,-5-1 1-15,5-4 1 16,-1-1 1-16,-2-5 0 15,1-2 2-15,3-3 2 16,1-3-4-16,0-2 1 0,1 1-2 16,-2-2 1-16,2 1-2 15,-3-1 1-15,-2-2-2 16,0-1 1-16,-3-2 0 16,3 0 0-16,-1-2-1 15,0-2 1-15,1-1-1 0,2-1 3 16,0-3-3-16,-2 1 2 15,2-3-1-15,0 0-2 16,-1-2 3-16,-4-2 0 16,1-1-1-16,-3-1 1 15,-2 0 3-15,1-2-2 0,-2 3-1 16,-3-3 0-16,2 0-2 16,-2 0 0-16,-1 0 6 15,1 0-4-15,-3 0-1 16,-1 0 0-16,2 0-1 15,-1 0 1-15,-2 0-1 0,0 1-2 16,-2-1 0-16,1 3-18 16,3 1-14-16,-2-1-30 15,0 0 0-15,-2 1-21 16</inkml:trace>
  <inkml:trace contextRef="#ctx0" brushRef="#br0" timeOffset="41148.73">988 7072 56 0,'0'0'17'0,"0"0"9"0,0 0-10 0,0 0-5 0,0 0 0 15,0 0-3-15,0 0-8 16,0 0 0-16,0 0 1 16,0 0 0-16,0 0-1 0,0 0 2 15,0 0 0-15,27 23 1 16,-19-20 4-16,2 0 2 15,1-2-2-15,-2-1 1 16,2 2-4-16,-2-2 3 0,-2 0-1 16,1 0 2-16,0 0-1 15,0-6-2-15,-3-4 4 16,1-3 3-16,-2-5 2 16,2-5-1-16,-4-7-1 15,0 0 0-15,0-9-8 16,3-7 0-16,5-5-4 0,4-13 0 15,2-14-9-15,2-20-118 16</inkml:trace>
  <inkml:trace contextRef="#ctx0" brushRef="#br0" timeOffset="46297.25">12499 5885 22 0,'-5'0'15'0,"1"0"-18"15</inkml:trace>
  <inkml:trace contextRef="#ctx0" brushRef="#br0" timeOffset="47641.04">2803 3914 139 0,'0'-2'2'0,"0"-1"1"0,0 3-3 15,0 0-4-15,0 0 2 16,2 0 2-16,3 5-2 0,6-1-15 15,0-4-19-15</inkml:trace>
  <inkml:trace contextRef="#ctx0" brushRef="#br0" timeOffset="49529.13">12799 6534 47 0,'0'0'3'0,"0"0"3"0,0 0-1 0,0 0 7 16,0 0 2-16,0 0-1 15,0 0-2-15,0 0-8 16,0 0-2-16,0 0-1 16,0 0 0-16,0 0 0 15,0 0 0-15,-30 0-2 0,30 0-3 16,1 0 1-16,7 0 11 15,2 0-4-15,5 0 3 16,2-1-1-16,4-4 0 16,4 0-2-16,4 0-1 15,6 0 0-15,-1-1 0 0,6 1 0 16,3-3 2-16,1 2 1 16,3-2 2-16,0 0 1 15,4 1 3-15,5-2-2 16,-3 1-5-16,3 0 0 15,0 3 1-15,-2-1-4 0,0 3 1 16,-3-1-1-16,-1 0-1 16,3-1 1-16,-4-2 1 15,0-2 6-15,0 1 3 16,-6-2-3-16,-1 3-2 16,-7 0-3-16,-3-1-1 0,-5 3-1 15,-7 0-1-15,-4 3 0 16,-4 0 1-16,-2 2-2 15,-8 0-3-15,-2 1-64 16,-4 3-17-16</inkml:trace>
  <inkml:trace contextRef="#ctx0" brushRef="#br0" timeOffset="49793.06">13042 7318 42 0,'0'0'2'0,"0"0"0"0,0 0-3 0,0 0-7 16,0 0-13-16</inkml:trace>
  <inkml:trace contextRef="#ctx0" brushRef="#br0" timeOffset="50318.82">12897 7428 99 0,'0'0'1'16,"0"0"5"-16,0 0-4 0,0 0 0 16,0 0-2-16,0 0 0 15,0 0-2-15,0 0 3 16,0 0-1-16,10 0 1 16,2 0 0-16,-1 1-1 15,4-1 1-15,3 0 0 0,1 0-2 16,3 0 3-16,2 0 5 15,3-4-1-15,4-5 12 16,5-1-2-16,0-1-1 16,7-2-5-16,1 3-6 15,3-1-2-15,2-1 2 0,-4 1-2 16,0 1-2-16,-1 0 0 16,1-1 2-16,-5 1 0 15,1-1 0-15,-3 2 0 16,0-1 1-16,-5 0-2 15,-2 4 0-15,-7 2-1 16,-3 1 0-16,-8 2-1 0,-8 1-1 16,-4 0-21-16,-1 1-37 15,-14 4 26-15</inkml:trace>
  <inkml:trace contextRef="#ctx0" brushRef="#br0" timeOffset="50826.48">12843 7484 66 0,'0'0'3'0,"0"0"2"0,0 0-4 16,0 0 0-16,0 0 5 16,0 0 0-16,0 0-3 0,0 0 0 15,47-14-2-15,-29 11 1 16,4-1 0-16,3-1-2 15,4 0 1-15,0-2-1 16,3 0 0-16,3-2 4 16,1 1 3-16,3-5 2 0,4 2 0 15,4-2 0-15,3-1-1 16,3-1-3-16,0-2 1 16,-1 3-3-16,2-3-1 15,-6 4 1-15,0-1 0 16,-2 0 1-16,-3 1-1 0,-5 3-1 15,-6 2 0-15,-5 2-2 16,-5 3 0-16,-7 3 0 16,-6 0-1-16,-2 0 0 15,-7 0-15-15,0 4-29 16,-11 1 7-16</inkml:trace>
  <inkml:trace contextRef="#ctx0" brushRef="#br0" timeOffset="51240.71">13022 7456 48 0,'0'0'9'0,"60"-23"25"0,-29 10-10 0,3 1 3 0,3-3 2 15,3 3-14-15,2-1-8 16,2 2-1-16,3 2-4 16,-2 2-2-16,0 1 0 15,-5 3-1-15,-3-5-48 16</inkml:trace>
  <inkml:trace contextRef="#ctx0" brushRef="#br0" timeOffset="55231.08">17448 2931 46 0,'0'-4'20'0,"0"1"-13"0,0-1 1 0,0 2-6 0,0 0-1 16,0 0-1-16,0 1 0 15,0-2 0-15,0 3 0 16,0 0 1-16,0-2 0 16,0 1 4-16,1-1 3 0,0 2 2 15,1-1-7-15,-1 1-3 16,2 0-1-16,-1 0 1 16,1 0 0-16,-1 0 0 15,0 1-1-15,2 4 1 16,-2-1 0-16,0 0 0 15,1-1 0-15,-1 3 0 0,0-1 0 16,-1 1 0-16,3-2 0 16,-2 2 0-16,0-4 1 15,-1 2-2-15,1-3 2 16,-1 1-2-16,0-1 2 0,0-1 0 16,0 0 7-16,1 0 24 15,2 0 2-15,1-2-24 16,2-3-5-16,0-4 2 15,4-1-1-15,3-3 1 16,2-1 0-16,6-4 1 16,4-3-1-16,3-4 0 0,5-3-2 15,4-4 1-15,4-1-3 16,1-1-1-16,3 0 0 16,-1 2-2-16,0 1-9 15,2-5-59-15</inkml:trace>
  <inkml:trace contextRef="#ctx0" brushRef="#br0" timeOffset="57472.28">1779 6751 51 0,'0'0'10'0,"-2"0"1"0,0 0 5 0,0 0-5 16,0 0-4-16,2 0-4 16,0 0-3-16,-2 0-21 0</inkml:trace>
  <inkml:trace contextRef="#ctx0" brushRef="#br0" timeOffset="60208.39">19335 4140 117 0,'0'0'8'0,"0"0"16"0,0 0-7 0,0 0-11 16,0 0-4-16,0 0 0 0,0 0 0 15,0 0 2-15,0 0-2 16,0 0-2-16,0 0-1 16,0 0 1-16,-3-5 0 15,3 10 0-15,0-1 0 16,1 0 0-16,3-2 2 0,3 0 1 15,2-2 13-15,3 0 17 16,5-11-12-16,5-5-11 16,9-3-4-16,7-3-2 15,10-5-3-15,6 0-1 16,5-5-2-16,2-4-66 16</inkml:trace>
  <inkml:trace contextRef="#ctx0" brushRef="#br0" timeOffset="60867.98">19139 4814 94 0,'0'0'14'0,"0"0"23"0,0 0 16 0,0 0-7 16,0 0-11-16,0 0-13 15,0 0 0-15,11-46-5 16,7 23 0-16,10-6-6 16,13-2-3-16,10-2-6 0,10-8-3 15,7-4-29-15,5-8-128 16</inkml:trace>
  <inkml:trace contextRef="#ctx0" brushRef="#br0" timeOffset="62292.55">20709 5628 76 0,'-1'-3'28'0,"-2"1"-3"0,3 0 1 0,0-1-19 0,0 3-7 15,0-1 0-15,3-1-3 16,0 2-2-16,-1 0 2 16,0 0 2-16,-1 0 1 0,-1 0 1 15,0 0-2-15,0 0-1 16,0 0 1-16,0 6 0 16,0 1 3-16,0 0-2 15,0-1 1-15,0 1-1 16,0-3 0-16,0-2 0 0,0 1 2 15,0-1-2-15,0-2 1 16,0 2-1-16,3-2 1 16,-1 0-1-16,-1 0 1 15,2 0 3-15,0-2 9 16,3-2 0-16,-3-1 1 0,6 0-2 16,0-5 5-16,4-2-6 15,7-1 4-15,3-6-2 16,5-1-5-16,6-4-5 15,6-6-2-15,8-1-1 16,7-6 0-16,5-7-49 16,5-4-95-16</inkml:trace>
  <inkml:trace contextRef="#ctx0" brushRef="#br0" timeOffset="63522.7">21717 6125 108 0,'2'-3'1'0,"1"-1"0"0,0 1 1 15,-1-1-1-15,0 2-1 16,0 0 1-16,-1 0-1 0,0 1 1 16,0 0 16-16,-1 0 0 15,0 1-5-15,0 0-10 16,2 0-4-16,-2 0 1 15,2 3 1-15,-2 2 0 16,1 1 0-16,1 0 0 0,-2-1 1 16,2-3-1-16,-1 1 1 15,1-3 2-15,3 0 18 16,1-4 30-16,5-7-13 16,5-4-21-16,8-6-2 15,7-6-3-15,8 0-10 0,7-3-1 16,8-2-1-16,2-1-21 15,6 0-57-15,-6-1-145 16</inkml:trace>
  <inkml:trace contextRef="#ctx0" brushRef="#br0" timeOffset="64556.05">21674 7165 37 0,'-2'3'29'0,"1"-1"-1"0,0-1-12 0,0 0-5 16,1 1-2-16,0-1-1 15,0-1-5-15,0 1 0 16,0-1 1-16,0 1 3 0,0-1 9 16,0 0 3-16,0 0 7 15,2 0 7-15,3-2-10 16,3-7-13-16,6-1-6 15,3-4-1-15,8-3-3 16,8-6 1-16,13-4-1 0,6-8-1 16,13-8-16-16,12-11-65 15</inkml:trace>
  <inkml:trace contextRef="#ctx0" brushRef="#br0" timeOffset="69578.98">11638 6564 47 0,'0'0'24'0,"0"-1"-6"0,-2-1-7 0,2 1 1 16,-3-1 0-16,2 0-1 15,-1 0 5-15,2 1-6 0,-1 0-6 16,0-1-3-16,1 2 0 16,0 0 0-16,0 0-2 15,0 0-1-15,1 0 2 16,8 0 0-16,0-2-2 16,5-2 9-16,3-2-2 0,1-1 2 15,2-3-2-15,2-1 0 16,1 0-1-16,-2 1-2 15,2 0-2-15,-2 1 0 16,1 1 1-16,-4 2-2 16,2-1 1-16,-4 4 0 15,-3 0-6-15,-2 3-21 0,-5 0-17 16,0 0-17-16</inkml:trace>
  <inkml:trace contextRef="#ctx0" brushRef="#br0" timeOffset="69972.06">11627 6615 17 0,'0'0'37'0,"0"0"-16"0,0 0-6 0,0 0-2 15,0 0-2-15,0 0-5 16,0 0-5-16,0 0 0 16,0 0 0-16,1 0-2 15,9 0 4-15,1-3-3 16,5 0 3-16,1-2-2 0,2-2 5 15,5-2-2-15,1-1 3 16,2-1 5-16,-1-3 5 16,5-1-7-16,-3 1-7 15,-1 3-2-15,1-2-1 16,-3 3-1-16,-5 3-15 0,-6 1-34 16,-3 1-27-16</inkml:trace>
  <inkml:trace contextRef="#ctx0" brushRef="#br0" timeOffset="70361.45">11628 6607 96 0,'0'0'1'0,"0"0"1"0,0 0-2 0,0 0 0 16,0 0-2-16,0 0-1 15,0 0 4-15,0 0-1 0,41-9 11 16,-18-4 5-16,4 1-2 16,2-3-5-16,4-2-5 15,5 2-3-15,-4-2-1 16,1 0 0-16,-1 2 0 16,-3 1-1-16,-7 3-13 0,-3 2-20 15,-6 1-13-15</inkml:trace>
  <inkml:trace contextRef="#ctx0" brushRef="#br0" timeOffset="70905.37">11625 6558 149 0,'0'0'0'0,"0"0"10"0,0 0-6 0,0 0-1 0,0 0-1 15,0 0-2-15,0 0-1 16,0 0-5-16,0 0 11 16,0 0-1-16,29-6-3 0,-11-1 0 15,7 0 0-15,3-4-1 16,4-1 0-16,3 0 0 15,-2-1-5-15,1 0-35 16,-5 1-9-16</inkml:trace>
  <inkml:trace contextRef="#ctx0" brushRef="#br0" timeOffset="71360">11643 6575 54 0,'0'0'-2'0,"0"0"-6"0,0 0-13 0,0 0 7 15,0 0 5-15,0 0 10 16,0 0 11-16,0 0 17 0,0 0-2 15,0 0-11-15,0 0-7 16,0 0-8-16,6 0 1 16,4-4 3-16,4-3 4 15,5-3-1-15,4-3-2 16,4-1 1-16,3 1-5 0,3-1-1 16,-2 2-3-16,-2 0-20 15,-4 2-56-15</inkml:trace>
  <inkml:trace contextRef="#ctx0" brushRef="#br0" timeOffset="71799.71">11596 6629 95 0,'0'0'4'0,"0"0"8"0,0 0-9 0,0 0-4 0,0 0 7 15,0 0 1-15,48-23-3 16,-25 11 0-16,4-1-1 15,0 0-1-15,2 1-1 16,-2 0-1-16,-1 2-2 16,-5-1-25-16,-1 3-62 0</inkml:trace>
  <inkml:trace contextRef="#ctx0" brushRef="#br0" timeOffset="72162.88">11528 6631 108 0,'0'0'2'15,"0"0"1"-15,0 0-2 16,0 0 0-16,0 0 1 16,0 0 1-16,39-24 0 0,-26 17 0 15,3 0 1-15,1-2 2 16,6-2 4-16,4-1 2 16,0-2-11-16,4-2 0 15,1 0-1-15,0 0 1 16,2 2-1-16,-4 1 0 15,-2 1-3-15,-1 2-15 0,-5 3-8 16,-4 0-6-16,-5 4-35 16</inkml:trace>
  <inkml:trace contextRef="#ctx0" brushRef="#br0" timeOffset="72525.74">11628 6561 67 0,'0'0'42'0,"0"0"-39"16,0 0-5-16,0 0 8 16,0 0 4-16,0 0-4 15,54-27-2-15,-31 16 0 16,4-2-2-16,0-1-2 0,4-2 2 16,0 2-2-16,1-2 1 15,1 2-1-15,-2 0 0 16,-3 1 0-16,-2 3 0 15,-3 0-6-15,-6 5-22 0,-5 0-23 16</inkml:trace>
  <inkml:trace contextRef="#ctx0" brushRef="#br0" timeOffset="72824.99">11619 6571 123 0,'0'0'3'0,"0"0"1"0,0 0-9 16,0 0-13-16,0 0 15 15,0 0 3-15,46-15 6 16,-21 2-4-16,6-1 5 15,1-1-1-15,3-2-1 0,1 1 0 16,1 1-2-16,-4 1-1 16,1 1-2-16,-2 2 0 15,-3 1-1-15,-2 1-16 16,-3-3-38-16</inkml:trace>
  <inkml:trace contextRef="#ctx0" brushRef="#br0" timeOffset="76771.14">9028 9622 15 0,'-1'-3'31'0,"-3"3"-7"0,0-1-7 0,-1-1-5 0,-1 2-2 16,-2-1 1-16,2-1 1 15,-3 1 0-15,3-1-1 16,-4 0 2-16,4 0-2 16,-1-1-3-16,1 0-4 15,-2 1-2-15,2-1 0 0,-1 1-2 16,-1 2 0-16,1 0-2 15,-3 0 2-15,4 0-1 16,-3 0-1-16,0 0 5 16,2 0 2-16,0 0-3 15,1 3-2-15,-3 2 1 0,0 2-1 16,0 0 0-16,-2 0-3 16,0 3 6-16,2 0-3 15,-2 1 0-15,-1 1 1 16,1 1 0-16,0-1-1 15,4 5 0-15,-3-3 1 0,3 3-1 16,0 0 0-16,2 0 2 16,1 1-2-16,0 2 2 15,3-1-1-15,-1 2 0 16,2 2 0-16,0 0 0 16,0 2-1-16,-2 0 0 0,0-1 0 15,-2 0 0-15,0 0 1 16,0 0 0-16,0-4 2 15,0 3 3-15,2-2 0 16,1-1 1-16,-1 1-2 16,2-2-1-16,0-1-1 15,0 1-1-15,0-1 0 16,5-1-1-16,3-1 0 0,-1-1 0 16,2 0 0-16,0-2 0 15,1 1 0-15,0 0 0 16,1-1 1-16,1 1-2 0,1 1 1 15,-2-2-1-15,3 0 2 16,1 2-2-16,1 0 0 16,1-2 0-16,2 1 0 15,1 0 1-15,-3 0 0 16,4 0 0-16,-4-1-1 16,2 0 1-16,-1-2-1 0,-1-1-1 15,1 2 2-15,2-5-1 16,0 3 3-16,5-2 0 15,2-1-2-15,4 2 1 16,3-1 0-16,4-1-2 16,2 2 2-16,4-1-1 0,3 0 0 15,-1 0 0-15,5-1-1 16,-2 1 0-16,3-2 2 16,-2 1 0-16,2-1 0 15,-1 0 0-15,2 0 0 16,1 1 1-16,0 0-1 0,6-2 1 15,3 3-2-15,4 0 0 16,0-1-1-16,5 2 1 16,0 0-1-16,-2-3 1 15,0 0-1-15,-2-3-1 0,-2-3-5 16,-1 0 8-16,-4 0-4 16,1-7 5-16,-2-5-4 15,-1-4 2-15,1-5-1 16,-2-3 2-16,-1-4 0 15,-1-6-1-15,-1-2 1 16,-1-1-2-16,-5-4 0 16,-5 1 0-16,-2-1 0 0,-3-3 0 15,-5-1 2-15,-1-3 0 16,-4-2-2-16,-7-1 0 16,-2-2 2-16,-6-1-1 15,-7 3 0-15,-5-4-1 0,-2 1-1 16,-4-2 0-16,-11 3-4 15,-6-3-8-15,-7 1 4 16,-4 2 1-16,-6 2 8 16,-1 1-1-16,-8 3 2 15,-4 2 2-15,-4 2 6 0,-4-1 4 16,-2 6-3-16,-6 0-2 16,-2 6 0-16,-5 4-4 15,0 2-5-15,-1 5-1 16,-4 5 2-16,-2 5-9 15,1 1-24-15,0 1-29 16</inkml:trace>
  <inkml:trace contextRef="#ctx0" brushRef="#br0" timeOffset="77737">12691 6521 101 0,'-2'-5'13'0,"-1"-1"8"0,3 3-6 16,-2 0-4-16,2 2-5 0,0-2 2 16,0 3-5-16,0 0-3 15,3 0 0-15,2 0 0 16,5-1 1-16,-1 1-1 16,0-2 0-16,4 2 1 15,5-4 1-15,0 1-2 16,4 1 2-16,1-3 1 0,6 1 0 15,4-2-1-15,0 1 2 16,6 0-1-16,3-1 3 16,1-2 2-16,6 0 2 15,1 0-2-15,4 1-3 16,3-1-2-16,3 3 0 0,-2 1-3 16,-2-2 1-16,-1 2-1 15,-1 2 0-15,-4-1 0 16,-3-2 0-16,2 1 1 15,-1-3-1-15,-4 0 1 16,-2 1 2-16,-3-3 3 16,-6 1 5-16,-6 3-5 0,-5 0-1 15,-2 1-4-15,-7 1 0 16,-3 3 0-16,-2 0-2 16,-4 0-7-16,-4 3-31 15,0 1-33-15,-9 3-62 0</inkml:trace>
  <inkml:trace contextRef="#ctx0" brushRef="#br0" timeOffset="78591.08">12758 7483 59 0,'-5'0'1'0,"0"0"-1"0,2 0-27 0</inkml:trace>
  <inkml:trace contextRef="#ctx0" brushRef="#br0" timeOffset="78654.77">12758 7483 31 0,'0'0'13'15,"0"0"-1"-15,0 0-10 16,0 0-60-16</inkml:trace>
  <inkml:trace contextRef="#ctx0" brushRef="#br0" timeOffset="78789.77">12697 7490 49 0,'0'0'5'0,"0"0"4"16,0 0-8-16,0 0-1 0,0 0-16 16</inkml:trace>
  <inkml:trace contextRef="#ctx0" brushRef="#br0" timeOffset="79470.14">12943 6493 92 0,'0'0'3'0,"0"0"-1"0,0 0 0 0,0 0-2 16,0 0 5-16,0 0 6 15,50 1 1-15,-25-1 7 16,1-5 2-16,1-1-1 16,1-4-3-16,1 4-6 0,6-2-8 15,-2 2-2-15,3 3-1 16,-2-1-2-16,-3 3-48 16,-8-3-71-16</inkml:trace>
  <inkml:trace contextRef="#ctx0" brushRef="#br0" timeOffset="79793.92">13003 7436 163 0,'0'0'9'0,"0"0"25"15,0 0-9-15,0 0-13 16,0 0-1-16,0 0-6 16,0 0-2-16,0 0-1 15,0 0-2-15,44-28 0 0,-31 26 0 16,0 2 0-16,0 0 0 15,-2 0 0-15,1 2-3 16,-3 2-8-16,-5-3-54 16,-4-1-103-16</inkml:trace>
  <inkml:trace contextRef="#ctx0" brushRef="#br0" timeOffset="81120.11">11692 9865 106 0,'0'-3'4'0,"0"-3"-3"0,2-1 0 0,0 1 1 16,-1-1-1-16,-1 0 0 15,2 3 5-15,-2 0 0 16,0 1 7-16,1 0 0 16,0 0-2-16,0 3-9 0,2 0-3 15,1 0 0-15,-1 0 1 16,4 7-2-16,-1 2 1 16,1 2 1-16,-1 0 1 15,-1 1 1-15,2-1-2 16,-2 1 1-16,1-4 3 0,-2-1-1 15,-1 0-1-15,3-4 2 16,-1 0 1-16,0-3 0 16,3 0-2-16,-1 0 3 15,4-1 1-15,3-8 1 16,2-5-2-16,3-3-2 0,2-5-1 16,3-3-1-16,3-5 4 15,-1 0-1-15,5-4 3 16,1-3-1-16,2 3 1 15,4-4-3-15,-3 3 2 16,3 0 0-16,0 1 1 0,-5 3-4 16,-1 1-3-16,-5 4 0 15,-5 5-1-15,-1 3 2 16,-8 2-2-16,-1 7 0 16,-3 2-2-16,-1 3 0 0,-3 4-16 15,-3 0-32-15,-2 0-43 16</inkml:trace>
  <inkml:trace contextRef="#ctx0" brushRef="#br0" timeOffset="82699.63">11392 11090 49 0,'2'0'4'0,"-2"0"9"0,1 0-4 15,1 0 2-15,0 0-6 0,0 0-4 16,-2 0 1-16,4 2 0 16,-1 2 1-16,-2-2-2 15,2 3 0-15,2 0 0 16,-1 3 3-16,-2 1 0 15,3 0 3-15,-1 1 3 0,0 0 0 16,4 0-2-16,-4 0-3 16,2-1 0-16,1-2 0 15,3-1-3-15,-2-1 1 16,1-2-1-16,3-3 5 16,1 0 8-16,2-10 7 0,4-8-2 15,7-9-1-15,2-7-5 16,5-6-2-16,7-10-3 15,5-3 3-15,1-3-8 16,4-2-3-16,-3 4-1 16,2 2 1-16,-7 4-1 15,-1 7 0-15,-8 7 1 0,-5 4-2 16,-5 7 2-16,-5 5-1 16,-7 6 0-16,-5 5 0 15,-2 4 0-15,-4 2 8 16,0 1 28-16,0 0-27 15,-7 0-3-15,2 0-2 0,-1 0-2 16,3 4-2-16,1 3-3 16,2 0 0-16,0 2-16 15,3-2-15-15,7-3-15 16,0-4-35-16</inkml:trace>
  <inkml:trace contextRef="#ctx0" brushRef="#br0" timeOffset="87475.92">14720 9235 15 0,'-2'0'2'0,"-1"0"2"0,2 0 9 0,-1-1 4 0,0-2 2 16,2-1-4-16,-1 2-8 15,1-1 0-15,-2 1-3 16,2-1-1-16,0 0 0 15,-2 2 2-15,0-1 1 16,-1 1-2-16,2 1-2 0,0-3-1 16,1 3-1-16,-1 0 0 15,0 0 0-15,1 0 0 16,0 0 0-16,0 0 1 16,-1-1 3-16,1 1 5 15,0-1 2-15,0 1 2 16,0 0-6-16,0-1-7 0,0 1-1 15,0 0 0-15,0 0 1 16,0 0 0-16,0 0 0 16,0 0-2-16,1 0 2 15,-1 3-1-15,2 4 0 16,0 0 1-16,3 2 0 0,-3-1 0 16,1-2 1-16,1 4-1 15,0-3 0-15,1 0 0 16,0-1 0-16,3-2 1 15,-4 2-1-15,3-2 2 16,-2-2-2-16,3 0 1 0,-1-2 1 16,4 0 7-16,3 0 5 15,3-9 0-15,6-4-3 16,2-6-5-16,6-2-2 16,0-6-3-16,7-6 3 15,3-4 2-15,7-4 6 0,3-4-1 16,6-2-1-16,1 0-4 15,0 4-2-15,-2 2-3 16,-2 4 1-16,-9 7-2 16,-3 3 0-16,-4 5 1 15,-8 2-1-15,-3 7 0 0,-4 3 0 16,-4 3-1-16,-4 4-7 16,-4 3-25-16,-11 0-46 15</inkml:trace>
  <inkml:trace contextRef="#ctx0" brushRef="#br0" timeOffset="88172.27">14696 9217 83 0,'0'0'12'0,"0"0"4"0,0 0-10 15,0 0 0-15,0 0-5 16,0 0-2-16,0 0 1 16,0 0-1-16,0 0 1 0,0 0 1 15,0 0-1-15,0 0 1 16,0 0-1-16,26 41 1 16,-22-34 0-16,4 0-1 15,-3-1 1-15,3-1-1 16,1-1 1-16,1-1 0 0,2-1 0 15,-1-2 1-15,3 0-1 16,-1 0 2-16,4-4 5 16,1-6 2-16,5-3 3 15,2-5-1-15,2-4-1 16,4-6-2-16,7-5 3 0,6-9 0 16,8-6 0-16,7-8 4 15,7-2 0-15,3-3-1 16,3 1-2-16,2 1-6 15,0 5-6-15,-3 4-1 16,-2 6-2-16,-8 1-28 16,-11 5-65-16</inkml:trace>
  <inkml:trace contextRef="#ctx0" brushRef="#br0" timeOffset="93615.03">3541 14956 77 0,'-5'2'2'0,"1"-1"0"0,0 2 2 15,1-2 1-15,1-1 0 16,-3 0 4-16,5 0 20 0,-2 0-3 16,-2 0-2-16,3 0-6 15,-1 0 0-15,2 0-8 16,-2 0-5-16,2 0-4 16,0 0-1-16,0 0-4 15,0 0-1-15,0 0 1 0,0 0 0 16,0 0 2-16,0 0 5 15,0 0 17-15,0 0-3 16,0 0-2-16,0-2-8 16,0 0-4-16,0 2-3 15,0 0 0-15,4 0 0 0,-3 0 0 16,3 0-1-16,0 0 1 16,1 0 0-16,0 0 0 15,1 0 0-15,1-1 0 16,1-2-2-16,4 0 3 15,1-1-1-15,-1 2 0 0,1 0-1 16,0 1 2-16,-1 0-1 16,-2 0 0-16,2 1 1 15,-1 0-2-15,0 0 1 16,1 0 1-16,-2 0 0 16,4 0 0-16,0-2 1 0,3 2-2 15,-1 0 1-15,2 0-1 16,-2 0 1-16,2 0-1 15,-1 0 0-15,-1 0 0 16,2 4 0-16,2-2 2 16,0 1-2-16,2-1 0 0,-1 0 0 15,5-2 0-15,-1 2 0 16,-1-1 0-16,3-1 0 16,-2 0 1-16,-3 1-1 15,3-1 0-15,-3 0-1 16,1 2 2-16,1-2-1 15,1 1 0-15,0-1 0 0,-1 3 0 16,2-2-1-16,1 1 2 16,0-1-1-16,0 2 0 15,0-3-1-15,-3 0 2 16,1 0-2-16,2 0 2 0,0 0 0 16,-2 0-1-16,3 0 1 15,2 0-1-15,-1 0 1 16,0 0-1-16,2 2 0 15,1 0 1-15,1 1-1 16,0 1 0-16,-1-1 0 16,1 0 0-16,-1-3 0 0,3 0 0 15,-2 0 0-15,3 0 0 16,0-4-1-16,3-5 0 16,-2 2 3-16,-1 0-1 15,-1 0 2-15,-1 1-3 16,2 1 2-16,-5 2 0 0,3 1 1 15,0 0-2-15,1 0 0 16,3 2 0-16,-1 0-1 16,3 0 1-16,-1 0-1 15,-1 0 0-15,0 0 1 16,-3 0-1-16,2 0 0 0,-3-1 0 16,1-1-1-16,0 0 2 15,1 1-1-15,0 0 0 16,1 1 0-16,0 0 0 15,-1 0 0-15,0 0 1 16,-1 0-1-16,0 0-1 0,2 0 1 16,-4 2 0-16,3 0 0 15,-2 1 0-15,3 1 1 16,-1-2 0-16,-2 2 0 16,4-1-1-16,0 0 1 15,0 1-1-15,-3-1 0 16,4-2 0-16,-1-1 0 0,-2 0 0 15,3 0 0-15,-1 0 0 16,1 0 2-16,-2 0-1 16,1 0 0-16,2 0-1 15,-1 0 0-15,3 0 0 16,0 0 1-16,2 0-2 0,2 0 2 16,-3 0-1-16,1 0 1 15,-4 0-1-15,3-1 0 16,-3-3 0-16,0-1 3 15,1 1 2-15,1-2 2 16,1 1-2-16,-1-1 1 0,-2-1-3 16,3 1-2-16,-3 1 0 15,2 0-1-15,-3 0 1 16,-1 0 0-16,0 3 0 16,-1-1-1-16,-1 2 0 15,-1-1 2-15,0 1-1 0,-2 1-1 16,-3-1 0-16,0 1 1 15,0 0-1-15,-3 0-2 16,-4 0 0-16,0 0 2 16,-2-2-1-16,-4-1 1 0,1 0 1 15,-3 0-1-15,-3 2-1 16,-1-1-2-16,-4 2-2 16,2 0-7-16,-6-2-8 15,-3 2-21-15,-5-5-133 16</inkml:trace>
  <inkml:trace contextRef="#ctx0" brushRef="#br0" timeOffset="95392.53">4175 10454 8 0,'0'0'4'0,"0"0"15"0,0 0 2 0,-9 38 0 15,7-28-4-15,0 2 2 0,-2-1-1 16,3 0-5-16,1-1 1 16,0-1-3-16,0-4-4 15,3-4-4-15,10-1 8 16,5-14 8-16,9-14 8 16,15-16-6-16,18-19-9 0,15-20-7 15,19-13 0-15,18-13-3 16,5-8-14-16,2-4-103 15</inkml:trace>
  <inkml:trace contextRef="#ctx0" brushRef="#br0" timeOffset="96506.83">4728 14370 64 0,'0'0'3'0,"0"1"12"0,0-1-8 0,0 0-4 15,0 0 1-15,0 2 0 16,0-2 4-16,0 0-1 16,0 0 1-16,0 1-2 15,0 1-5-15,2 0-1 16,2 3 3-16,-1 0-2 15,3 1-1-15,0 0 1 0,0-1 1 16,0-2 5-16,-1 0 1 16,1-3 5-16,-1 0 1 15,4 0 5-15,-2-13 11 16,3-5 3-16,4-14-13 16,1-14-8-16,10-13-7 0,7-13 0 15,8-15-4-15,7-8 3 16,-3-7-37-16,-4-5-208 15</inkml:trace>
  <inkml:trace contextRef="#ctx0" brushRef="#br0" timeOffset="98507.46">4132 12012 104 0,'-4'0'-5'0,"0"0"22"0,-2 0 5 0,3-3-1 0,-1-1-6 16,-1 1-3-16,2 2-2 15,1-1 5-15,2 2-5 16,0 0-6-16,0 3-8 15,0 10 2-15,2 5 2 0,4 4 0 16,0 3 0-16,1-1 2 16,1-1-2-16,-1-6-2 15,1-7 2-15,2-3-1 16,3-7-8-16,6-7 5 16,12-20 21-16,14-20 4 0,14-17-11 15,18-24-7-15,19-24-1 16,14-21-24-16,7-18-129 15</inkml:trace>
  <inkml:trace contextRef="#ctx0" brushRef="#br0" timeOffset="99823.89">6482 14057 87 0,'-2'0'-3'0,"-1"0"8"0,1 0 5 0,2 0 1 15,0 0-8-15,0 0-4 16,0 0 1-16,0 4 1 16,0-1 1-16,0 3 2 0,5 0 0 15,-3-2 1-15,5 3 0 16,-1-1-2-16,1-2-1 16,2-1-2-16,2-2 6 15,0-1 1-15,1 0 14 16,3-3 6-16,1-11 11 0,2-6-8 15,6-8-8-15,3-13-6 16,7-13-3-16,7-11-1 16,13-13-8-16,13-15-1 15,12-9-2-15,7-16-8 16,5-13-72-16</inkml:trace>
  <inkml:trace contextRef="#ctx0" brushRef="#br0" timeOffset="101662.97">22474 14448 20 0,'0'0'8'0,"0"0"-5"0,0 0 1 0,0 0 8 15,0 0 3-15,0 0-8 0,0 0-3 16,0 0 5-16,0 0-6 16,0 0-1-16,0 0 10 15,8-33 8-15,-8 33-2 16,0 0-10-16,0 0 6 16,0 0 11-16,0 0-7 0,0 0-8 15,0 0-4-15,0-1-3 16,0 1-2-16,0 0 4 15,0 0 3-15,0 0 15 16,0 0 1-16,0 0-7 16,0 0-6-16,0 0-3 15,0 0-8-15,0 0-1 0,3 0-3 16,1 1 3-16,1 5 0 16,1 1 1-16,1 1 1 15,-1-2-1-15,1 0 0 16,-1 1 0-16,0-3 0 15,1-1-1-15,0-3-1 16,4 0 1-16,4-3 1 0,5-8 1 16,0-5 1-16,8-5-1 15,4-7 3-15,2-4-5 16,3-5 4-16,2 0-2 16,-1-4 0-16,1 0 1 0,3 1-1 15,-1 1 0-15,-2 3 0 16,0 4-1-16,-6 4 1 15,-4 6-1-15,-9 4 0 16,-4 6 1-16,-6 3 2 16,-6 5-3-16,-2 1 0 15,-2 3 1-15,1 0 3 0,-1 0-1 16,0 0 0-16,0 0 0 16,0 0-2-16,0 0-1 15,0 0 1-15,0 0-1 0,0 0 0 16,0 3 5-1,1 1-4-15,5 2-2 0,0-2-14 16,1-4-17-16,-1 0-51 16</inkml:trace>
  <inkml:trace contextRef="#ctx0" brushRef="#br0" timeOffset="103138.19">3547 16034 39 0,'0'0'8'0,"0"0"-1"0,0 0 1 16,0 0-7-16,0 0-8 15,0 0-49-15</inkml:trace>
  <inkml:trace contextRef="#ctx0" brushRef="#br0" timeOffset="105826.39">3965 16075 73 0,'0'0'15'0,"-2"0"3"0,0 0-14 16,2 0-2-16,-4 0-1 0,4 0 0 15,0 0 0-15,-2 0 0 16,2-1 0-16,-2 1 3 16,2 0 2-16,0 0-4 15,0 0-6-15,0 2 3 16,8 6-2-16,-2 3 1 0,3 2 0 16,-2 3 1-16,2-3 1 15,-2-1-2-15,1-3 3 16,-1-3 0-16,0-4 3 15,2-2 1-15,2 0 16 16,3-17-6-16,5-13 10 0,10-14-2 16,13-19-17-16,12-18 1 15,14-17-11-15,6-13-64 16,5-10-58-16</inkml:trace>
  <inkml:trace contextRef="#ctx0" brushRef="#br0" timeOffset="106523.77">4810 16115 85 0,'0'0'23'0,"0"0"-8"0,0 0 14 0,38-42-8 16,-13 10-11-16,13-9-7 0,6-5-1 15,10-7-15-15,4 1-75 16</inkml:trace>
  <inkml:trace contextRef="#ctx0" brushRef="#br0" timeOffset="106943.91">6113 16097 10 0,'0'0'135'0,"0"0"-131"16,0 0-3-16,0 0-2 15,0 0-7-15,0 0 6 16,0 0 17-16,42-17-10 0,-17-9-1 16,7-8-1-16,6-5 3 15,4-6-4-15,3-1-48 16</inkml:trace>
  <inkml:trace contextRef="#ctx0" brushRef="#br0" timeOffset="107208.88">7251 15967 157 0,'0'0'-42'16,"57"-69"6"-16,-15 12 15 16</inkml:trace>
  <inkml:trace contextRef="#ctx0" brushRef="#br0" timeOffset="109857.15">8560 16144 103 0,'0'0'16'0,"0"0"-18"0,0 0 4 0,0 0 1 16,0 0-1-16,0 0-1 0,0 0 0 15,43-12 0-15,-34 8-1 16,-3-2 1-16,1 2-1 16,0 1 0-16,0 0 9 15,0 2 4-15,-1 1 2 16,1 0 0-16,4 0-4 0,2 0-1 15,1 1-6-15,2 2 0 16,6 1-3-16,3-1 0 16,3 0 0-16,1-1-1 15,2 1 1-15,1-1-1 16,2 0-1-16,-3 0 2 16,-2-2 0-16,-2 0 6 0,4 0 0 15,0 0 1-15,0 0-1 16,3-2-2-16,2 0-3 15,2 1 0-15,0 1-2 16,2 0 1-16,-1 0-1 16,0 5 1-16,-1 1-1 0,0 0 0 15,-1-2 0-15,0 0 0 16,1-1 0-16,0-1 0 16,-3-1 1-16,4-1 1 15,-5 0 3-15,4 0-1 16,-1 0-1-16,4-1 0 0,1-2 0 15,0-1-2-15,2-1 0 16,1 0-1-16,3-1 1 16,-2 0 0-16,4-1 0 15,-2 0 0-15,4 1 0 16,-2 1 0-16,-1 0-1 0,3 3 0 16,-1-1 1-16,2 1-2 15,-2 0 2-15,4 0-1 16,3-2 0-16,-2 0 1 15,-1-2-1-15,3 1 0 16,-2-2 0-16,0 1 0 16,1 1 0-16,0 1 0 0,1 1 1 15,2 0 1-15,1 3-1 16,3 0-1-16,2 0 0 16,1 0 0-16,0 0 1 15,0 0 0-15,2 0-1 16,3 0 0-16,-3 0 0 0,-4-4 1 15,2 0-1-15,4-1 1 16,-1 1-1-16,1-3-1 16,3 3 2-16,0-3 0 15,1 0-1-15,0 1 0 16,2 0 0-16,-2 2 0 0,0 1 0 16,-1 2 1-16,0 0-1 15,-1 1 0-15,1-1 0 16,0 0 0-16,0-2 0 15,-1 0 0-15,1-1 0 16,-2 0 8-16,-3-2 1 0,-2 2 2 16,0-1 8-16,-4 0-10 15,3-1-1-15,0 3-4 16,-1-2-3-16,2 1 0 16,2 2 0-16,2-1 0 15,1 3 0-15,-3 0-1 16,0 0 1-16,0 0-1 0,1 0 0 15,-1 7 1-15,0 0-2 16,0 2 1-16,1 0 1 16,0-3-1-16,1 4 1 15,0 0-1-15,1-2 0 0,-1 1 1 16,0 0-2-16,-1-1 2 16,-1 1-3-16,1-2 3 15,0-1-2-15,0-1 1 16,2 1 1-16,0 1-1 15,0 0 0-15,0 4 0 16,3 1 0-16,-4-1-1 0,-1 2 2 16,4-1-2-16,-4 2 2 15,2-3-1-15,1 2 0 16,0 1 4-16,2 0 1 16,2-1-1-16,4-2-3 0,1-1 0 15,2-3-1-15,2-1 0 16,3-5 0-16,-1-1 0 15,2 0 1-15,-2 0-1 16,3 0 0-16,1 0 2 16,-1 0-1-16,4 2 0 15,3-2 0-15,7 0-1 0,-1 0 1 16,6 0 0-16,5 0-1 16,0 0 2-16,4 0-2 15,0 0 0-15,2 4 0 16,-2 5 0-16,1-1 1 15,0 2-1-15,-1-1 0 0,3-2 0 16,2-3 2-16,4-1 5 16,3-3 2-16,0 0 6 15,5-3 0-15,0-1-4 16,0-2-2-16,0 3-2 16,-6-1-4-16,1 2-3 15,-4 1 1-15,2 1 8 0,0 0 7 16,0 0 2-16,1 0-1 15,-2 0-2-15,0 2-1 16,-2 2-4-16,-7 0-2 16,-3-1-3-16,-5 1-3 0,-9-2 2 15,-7-1-4-15,-12-1-2 16,-13 0-3-16,-15-1-13 16,-15-9-36-16,-19-7-55 15,-19-12-62-15</inkml:trace>
  <inkml:trace contextRef="#ctx0" brushRef="#br0" timeOffset="110945.87">912 14576 129 0,'0'0'6'0,"0"0"-11"0,0 0 8 0,0 0 2 0,0 0 2 16,0 0-5-16,42 40 1 15,-23-35-2-15,2 4 0 16,7-2-1-16,7 3 2 0,2-2-1 15,2 6 2-15,6 1-1 16,0-1-2-16,4 3 1 16,4-3-2-16,2 0 1 15,7-3-3-15,5-2-1 16,7-1 6-16,6 2 4 16,5-1 0-16,7 2 2 0,8 1 1 15,8-1-1-15,1 3 3 16,8-1 5-16,5-3 1 15,3-5-1-15,3-3-4 16,5-2-1-16,6-2-3 16,5-7-3-16,1-1-1 0,7 4 1 15,-5 4 0-15,-6 2-53 16</inkml:trace>
  <inkml:trace contextRef="#ctx0" brushRef="#br0" timeOffset="111671.22">1297 16361 154 0,'0'0'6'0,"0"0"14"0,-49 1 19 0,35 0-20 0,3 0-7 16,3 0-3-16,2 1-1 15,2-1-3-15,2 0 0 16,2 2-4-16,0 0-5 16,11 3-4-16,9 1 1 15,9 2 1-15,16-1-3 0,10-1 4 16,13-1 5-16,12-5 10 16,12 2-5-16,8-3 0 15,6 0 0-15,12-6-1 16,3-4 0-16,9-3 2 15,10-5-2-15,12-2 2 0,9-1-2 16,7 2 2-16,4-2-2 16,-11 3-98-16</inkml:trace>
  <inkml:trace contextRef="#ctx0" brushRef="#br0" timeOffset="121934.99">1549 4166 21 0,'-4'0'12'0,"1"0"1"0,1 0-3 0,-2 0-5 15,2 0 0-15,-1 0 0 16,1 0-1-16,0 0-2 15,-2 0 0-15,1 0 1 16,-2 0 1-16,1 2 1 0,-2-1 1 16,1 1-3-16,1-1 1 15,-4 1 1-15,0-1-1 16,-1-1 4-16,1 0 1 16,-2 0 1-16,1 0-2 15,0 0-4-15,0 0-1 16,0 0 1-16,-1 0-2 0,3 2-2 15,-3 0 1-15,1 0 0 16,3-1-1-16,-4 2 2 16,2 1-2-16,1-1 3 15,1 1-1-15,1 2-2 0,-2-3 1 16,3 1-1-16,1 3 0 16,-1-2 1-16,0 2-1 15,-3 0 0-15,3 1 0 16,-5 2-1-16,4 3 1 15,-3-2 0-15,3 1-1 16,-2 1 1-16,2-1-2 0,1 0 1 16,2-1 1-16,2-2-1 15,0 1 0-15,0-2-1 16,0 2-1-16,0-2 1 16,0 1 2-16,2-2 0 15,2 2 1-15,-1-2 0 16,2 1-1-16,-1-1 0 0,-2 2 0 15,1 1 0-15,1 0 0 16,-4-2 0-16,2 2 0 16,-2 0 0-16,0 1 0 15,0-2 1-15,2-2-1 0,-2 2 0 16,4-1-2 0,-3-2 3-16,5 0-1 0,-1 0 0 15,0 2 1-15,1-3 0 16,-2 1-1-16,3 1 1 15,0 3-1-15,-2-3 0 16,1 2 2-16,-2-1-2 0,3 1 0 16,-1-3 0-16,2 0 0 15,-2 0 0-15,3-3 0 16,1 4 0-16,-1-3 1 16,1 1 0-16,2-1 2 15,-1 0-2-15,0 0-1 0,0 1 0 16,0-2 1-16,2 1-1 15,-1-1 0-15,-3 0 0 16,1-2 0-16,0 2-2 16,-1-2 3-16,-1 2 0 15,0-2 0-15,0 1 0 0,1-1-1 16,0 2 1-16,-2-3-1 16,2 3 1-16,-2-3-1 15,1 3 0-15,2-3 0 16,1 1 0-16,-3-1 1 0,4 0-1 15,-3 3 0-15,1-3 0 16,2 2 0-16,-3 0 0 16,2-2 0-16,-1 1 0 15,2 1 0-15,-1-2 0 16,1 0 1-16,1 0-2 16,1 0 1-16,-1 0 1 15,1 0-1-15,-1 0 1 0,0 0-1 16,-1 0-1-16,-3 0 2 15,6 2-2-15,-4-2 2 16,2 0-1-16,1 0 0 16,1 0 0-16,0 0 1 0,-2 0-1 15,2 0 0-15,-2 0-1 16,1 0 0-16,-1-2 1 16,-2 0-1-16,3 2 2 15,-5-1-1-15,2 1 0 16,0 0 0-16,0 0 0 0,1 0 1 15,-1 0-1-15,2 0 0 16,1 0 0-16,-1 0 0 16,1-1 1-16,1 0-1 15,1 0 0-15,-3 0 0 16,3 1 0-16,-3 0 0 0,0-3 0 16,1 3 0-16,-1-1 0 15,1-1 0-15,-3 1 2 16,1 1-2-16,-1 0 0 15,1-3 0-15,3 3 0 16,-2-1 0-16,3 1 0 16,-1-2 0-16,1 1 0 0,-3 1 0 15,5-3 0-15,-3 3 0 16,1-3 0-16,2 3 0 16,2-3 0-16,-1 2 1 15,0-2-1-15,1 0 0 0,-5 1 0 16,2-1 0-16,-4 0 0 15,-1 0 0-15,0 2 0 16,2-2 0-16,-1 1 0 16,0 1 0-16,1-1 1 15,1-1-2-15,-1 2 1 0,-1 0 0 16,1 1 0-16,-1-2 0 16,1 2-1-16,-1 0 1 15,0 0 0-15,3 0 0 16,0 0 0-16,4 0 0 15,0 0 0-15,0 0 0 0,1 0 0 16,-1 0 0-16,-1 0 0 16,0 0 0-16,-4 0 0 15,1 0 0-15,-3 0 0 16,3 0 0-16,-3 0 0 16,1 0 0-16,1 0 0 0,3-3 1 15,-2-1-1-15,4 1 0 16,0-1 0-16,-2 1 0 15,2 2-1-15,1-2 1 16,0 2 1-16,0-1-2 16,1 1 1-16,0-1 0 15,0 0 0-15,1-3 0 0,0 1 0 16,-1 0 0-16,0-1 1 16,-1-2-1-16,0 2 0 15,0-1 0-15,1 3 0 16,-2 0 0-16,2 0 0 0,1 2 0 15,-2 0 0-15,2 1 0 16,-2 0 0-16,1 0 0 16,0 0 0-16,-1 0 0 15,1 0 0-15,1 0 0 16,-4 0 0-16,1 0 0 16,-2 0 0-16,2 0 0 0,-4-2 0 15,0 2 0-15,2-1 0 16,-3 1 0-16,4 0 0 15,-2 0 1-15,3 0-2 16,-1 0 1-16,2 0 0 16,-1 1 0-16,3 2 0 0,-1 0 0 15,0-2 0-15,1 2 0 16,-2-3 0-16,0 0 0 16,-2 2 0-16,0-1 0 15,-3 3 0-15,2-4-1 16,-1 2 2-16,4-1-1 0,-4-1 0 15,4 0 0-15,-1 0 1 16,2 3-1-16,-1-2 0 16,3-1-1-16,-1 0 2 15,3 0-1-15,1 0 1 16,-1 0-1-16,0 0 1 0,0-1-1 16,-5-3-1-16,-2 2 1 15,-2-2 0-15,2 1 1 16,-3 1-1-16,1 1 0 15,-1 1 0-15,3 0-1 16,-4 0 1-16,3 0 0 0,-3 5 0 16,2 3-1-16,0 2 1 15,1-3-4-15,-3 2 3 16,3-2 2-16,0-3 1 16,0-1-1-16,-2-2-1 15,-1 1 0-15,-1-2 0 16,2 1 0-16,0-1 0 0,-1 3 1 15,3 1-1-15,-3-1 0 16,2 1-2-16,2 2 2 16,-1-2 0-16,0 1 1 15,2-4-1-15,-2 2 0 16,-1-3 1-16,2 0-1 0,-4 0 1 16,1 0-1-16,1 0 0 15,1 0 0-15,1 0 0 16,0 0 0-16,2 0 0 15,0-3 1-15,2-1-1 16,-4 1 0-16,1 1 0 0,-1-2 1 16,-2 3-1-16,0-1-1 15,-3 2 1-15,1 0 0 16,3 0 0-16,-3 0 0 16,0 0 1-16,2 0-2 15,1 2 1-15,-1 2 0 0,-1 0 0 16,0 2 0-16,0-1-1 15,0 1 1-15,-1 0 0 16,1-2-1-16,-3 5 1 16,0-4 0-16,-1 1 0 0,-4 1-1 15,1-1 1-15,1-1 1 16,-1 0-1-16,1-2-1 16,2-2 2-16,-1-1 0 15,2 0-1-15,1 0 1 16,1 0-1-16,3 0 0 15,-1 0-1-15,-2-4 1 0,3 4 1 16,-3-1-1-16,1 1 0 16,-3-1-3-16,3 1 4 15,-3 0-1-15,2 0 1 16,3-1-1-16,5 1 1 16,-3 0-1-16,4 0 0 0,1 0 0 15,-2 0-1-15,-4 0 1 16,2 0 1-16,-3 0-1 15,-1 0 0-15,-1-2 0 16,2 0 0-16,-2 0 1 16,3-1 0-16,0 1-1 0,1-2 1 15,-1 2-1-15,2-1 1 16,2 0-1-16,-2 2 1 16,-2 1-1-16,1 0 0 15,2 0 0-15,-2 0 0 16,-2 0 0-16,0 0 0 0,2 0 1 15,-5 0 0-15,0 0-1 16,0 0 0-16,1 0 0 16,-1 0 2-16,3-2-2 15,0 1 0-15,0 1 0 16,0 0 0-16,-1 0-2 0,1 0 2 16,0 0-1-16,0 0 1 15,1 0 0-15,0 0 3 16,-1 0-2-16,-2 0 4 15,1-3 0-15,-3 0-2 16,2-1-1-16,-3 1 0 0,1 3-2 16,-1 0 1-16,1 0-1 15,-2 0 1-15,5 0 0 16,-4 0 0-16,2 0-1 16,-1 0 1-16,-1 0 0 15,1 0-1-15,-1 0 0 0,-1 0 2 16,-1-2-1-16,1-3 0 15,0-2 0-15,-1 1 0 16,3 1 0-16,-3-1-1 16,0 0 1-16,1-1 0 15,-2 0 0-15,-1 1-1 16,-1 1 0-16,0-4 0 0,-2 2 2 16,1 1-1-16,0-2 1 15,2-2-1-15,0 0 0 16,-3 0-1-16,1-1 1 15,2-2 0-15,-4-3 0 0,1 2 0 16,-2-4 2-16,3 0-1 16,-1 0 1-16,0 0-2 15,0 1 0-15,-1 2-1 16,-1 0 1-16,-2 2-1 16,1 3 0-16,-3 0 0 15,0-1 1-15,-5 2 2 0,-1-1 6 16,1-1-3-16,-3 2-5 15,0-2 2-15,0 1-3 16,1 0 0-16,-2-1 1 16,-2 1-4-16,0 0 3 0,0 0-3 15,-3 1 1-15,3 1 6 16,-3-2-6-16,1 4 5 16,2-1-6-16,-2 2 1 15,0 0 3-15,0 1 2 16,1 1-2-16,1 2 1 15,-3-1-1-15,3 2-1 16,-1-2 0-16,1 0 0 0,1 2 1 16,0-1 0-16,-1-1-1 15,0 1 0-15,-1-2 0 16,-1-1 0-16,-1 4 0 16,2-2 1-16,1 1-1 0,-3-2 0 15,1 2 0-15,-1 1 0 16,-2 0 0-16,-1 0 0 15,1 0-2-15,-2 0 1 16,0 0 2-16,0 0-2 16,-2 0 1-16,2 0 1 15,0 0-1-15,1 0 0 0,-3 1 0 16,3 2 0-16,0-2 0 16,-1-1 0-16,1 0 0 15,-2 0 0-15,2 0 0 16,-4 0 1-16,-1 0-2 0,-1-1 1 15,0 1 0-15,0 0 0 16,0 0 0-16,-1 0 0 16,2 3 0-16,-1 1 0 15,0 2 0-15,-1-1-2 16,2 1 2-16,-3 0-3 16,0-2 2-16,0 0 0 0,4 2 2 15,-2-2-1-15,1 1-1 16,2-1-2-16,2-3 2 15,-2 2 1-15,0-3 1 16,-4 0-1-16,1 0-1 16,0 0 2-16,-4-4 0 0,3-2 0 15,-3 2-1-15,1-1 1 16,1 1-1-16,0 3 0 16,3 1 0-16,-2-2 0 15,1 2 0-15,0 0 0 16,1-1 0-16,0 1 0 0,-1 0 1 15,1-3-1-15,0 3-1 16,0-1 2-16,1-1-1 16,0-1 0-16,-2 2 0 15,2-2-1-15,-3 0 2 0,2 1-1 16,-3 0 0-16,0 1 0 16,1 1 0-16,-1-2 0 15,1 2 0-15,-1 0 1 16,-2 0-2-16,0 0 1 15,-2 0 0-15,0 0 0 16,-2 0 0-16,0 0 0 0,-1 0 0 16,3 0 0-16,-4 0-1 15,2 0 2-15,1 0-2 16,-1 0 1-16,0 0 0 16,-1 0 0-16,-1-1 0 15,2-2 0-15,-3 1 0 0,1 0 0 16,1 2 0-16,1 0 0 15,2 0 0-15,0 0-1 16,0 0 0-16,0 0-1 16,2 0 2-16,0 0 0 15,-2 0 0-15,3 0 0 16,-1-2-1-16,2 1 1 0,-2 1 0 16,3 0 0-16,1 0 0 15,3 0 0-15,0 0 0 16,3 0 0-16,0 0 0 15,2 0 0-15,1 0 0 16,-3-3 0-16,1 0-2 0,1 0 4 16,-4-1-2-16,-1 1 0 15,3 2 0-15,-4 0 0 16,1 0 0-16,2 1 0 16,2 0 0-16,-1 0 0 15,1 0 0-15,3 0 0 16,-3 0 0-16,3 0 0 0,-3 0 1 15,-1 0 0-15,2 0-1 16,0 0 0-16,-3 1 0 16,3 4 0-16,-4-1 0 15,4 2 1-15,-5 0-1 0,0-2 0 16,2 2 1-16,-2-1-1 16,-3-2 0-16,2 0 0 15,2 1 0-15,-5-1 0 16,4-3 1-16,-3 3-1 15,1-3 0-15,-1 0 0 0,1 1-1 16,-2 1 2-16,3-1-1 16,-3-1 0-16,4 3 0 15,0-3 0-15,2 0 0 16,0 0 0-16,-3 0-1 16,4 0 1-16,-1-4 0 0,-2 1 0 15,0 0 0-15,2 2 1 16,0 1-1-16,0 0 0 15,1 0 0-15,-1 0 0 16,1 0 0-16,2 0 0 16,2 0-1-16,-3 1 2 15,3 3-1-15,-3-1 0 0,3 0 0 16,-1 1 0-16,-1-1 1 16,1-3-2-16,1 2 1 15,-3-2 0-15,0 0 0 16,0 0 0-16,-3 0 0 0,-2 0 0 15,1 0 1-15,-2 0 0 16,0 0-1-16,-1 0 0 16,1 0 1-16,2 0 1 15,2 0-1-15,0 0-1 16,-2 0 1-16,2 0 1 0,1 0-1 16,-2 0-1-16,2 1 1 15,-3 3-1-15,3-2 0 16,-2 2 0-16,0-1 1 15,2 1-1-15,-3-2 0 16,2 1 0-16,0-1 0 0,0 1 0 16,-2 1 1-16,2 1-1 15,-3-1 0-15,4 0 0 16,-3-1 0-16,2-1 0 16,2 0 0-16,1-2 0 15,-1 0 0-15,3 0 0 16,-1 0 0-16,3 0-1 0,-2 0 2 15,4-3 0-15,-2 2-2 16,-3-2 2-16,3 3-2 16,-3-3 2-16,3 2-2 15,-1-2 0-15,2 2 1 16,1-1-1-16,0-1 3 0,1 2-2 16,0-1 0-16,0 1 1 15,1 1-1-15,-1 0 0 16,0 0 0-16,0-3 0 15,1 3-1-15,0-1 2 16,-2 0-1-16,0-1 0 16,0 0 0-16,0 1 1 0,0-3 3 15,-2 1-1-15,2-1 1 16,-2 0-2-16,0 1-1 16,-3 1 2-16,1-1-3 15,-1 3 0-15,-1 0 1 16,-3 0 0-16,0 0-2 0,-2 3 2 15,-3 4-1-15,0 3 1 16,-2 3 0-16,-2 4-1 16,-2 4-2-16,-5-6-37 15,-4-8-118-15</inkml:trace>
  <inkml:trace contextRef="#ctx0" brushRef="#br0" timeOffset="124704.16">1311 4841 56 0,'-3'0'5'0,"1"0"7"0,2 0-6 0,-3 0 4 15,3 0-10-15,-2 0 2 16,2 0 1-16,-4 0-1 16,1 0 3-16,-3 0 0 15,1 0 0-15,-3 0-3 0,0 0-2 16,0 4 1-16,-1 3-1 15,-1-1 1-15,0 3-1 16,-1 1 0-16,1 1 0 16,-1 3 0-16,0-2 0 15,-2-1 0-15,4 1 1 16,0 0 0-16,0-2 1 0,2 1-2 16,0 1 1-16,3-1-1 15,0 1 0-15,2 0 0 16,-2 1-1-16,4-2 1 15,0 1-2-15,0-2 1 16,0-2 0-16,6 2 0 0,0-4 0 16,-1 2 1-16,5-1-1 15,0-2 0-15,-3-1 0 16,3-1 1-16,2 4-2 16,-3-3 5-16,0-1-2 15,2 1-1-15,0 1 0 0,0-1 0 16,1 0 0-16,-1 1 0 15,2 0 0-15,-2 1 0 16,2-1 1-16,1 1-1 16,-1 0 1-16,-2-2-1 15,3 2 1-15,-1-2-1 0,1 1 0 16,1 0 0-16,2-2-2 16,2 1 2-16,1-3 0 15,1 2 2-15,0 0-1 16,0 1 2-16,-1-1-2 15,-5 0-1-15,0 1 0 0,0 2-1 16,1-2-1-16,-3 2 2 16,-1-2-1-16,3 2 1 15,-3 0 0-15,7-1 1 16,-1-2-1-16,2 1 2 16,2-1-4-16,1 1 4 0,-1-1-1 15,2 0-1-15,-1 3 1 16,-3-2-1-16,0 1 0 15,0 0 0-15,-5-1 0 16,4 0 0-16,1-2 1 16,0 1-1-16,0-2 1 15,5-1 0-15,0 0 0 0,1 0 0 16,0 0-1-16,1 0 0 16,0 0 0-16,0 0 0 15,0 0 0-15,-2 6-1 16,-1-3 1-16,1 1 0 0,-1 0 0 15,3 1-1-15,-2-1 1 16,-1-3-1-16,1 1 1 16,0-2 0-16,1 0-1 15,0 0 1-15,2 0 0 16,1 0 1-16,3 0-1 16,-1 0 1-16,0 0-1 0,1-3 1 15,1-3-1-15,-2 2 1 16,1-2-1-16,3-1 0 15,-1 0 0-15,3 3 0 16,2-2 0-16,-1 3 0 16,2 2 1-16,0-2-1 0,1 2 0 15,-1-1 0-15,-3-1 0 16,1 2 0-16,-1-3-1 16,-2 1-1-16,-1-1 2 15,-3 1 2-15,1 1 0 16,1-1 0-16,2 2 0 0,1-2 1 15,5 3-1-15,-1-3 1 16,4 2 1-16,1 1-3 16,2-3 0-16,-4 3-1 15,-3-1 0-15,0 1 0 16,-5 0 0-16,0 0-1 0,0 0-2 16,-1 1 2-16,6 6 0 15,0-3 1-15,7 1 0 16,1 0 1-16,2 1 0 15,0 0 1-15,-1 0-1 16,0-1 0-16,-5 2 0 0,-1-3 0 16,-5 1 0-16,-4-3-2 15,1-2 1-15,-2 0 0 16,4 0 0-16,-1-2 0 16,2-4 0-16,3 2 1 15,2-2-1-15,0 3 0 0,-1 1 1 16,-3 0-1-16,-2 1 1 15,-1 0-2-15,-3 0 1 16,-3 1-1-16,1 0 1 16,0 0 0-16,-2 0 0 15,2 0-1-15,-1 0 0 16,3 0 1-16,-4 0 0 0,0 0 1 16,1-3-1-16,-2 2 0 15,0 0 0-15,0 1 1 16,0 0-1-16,3 0-1 15,0 5 1-15,3 0 1 16,3 0-1-16,1 1 0 0,2-2 0 16,-1 3 0-16,-2-1 0 15,-1 0-1-15,-7 0 0 16,0 0 0-16,-6 0 3 16,-1 0 1-16,2-2 0 15,-1-3 1-15,0-1 1 0,0 0 3 16,4 0 0-16,0-4-2 15,0-2-4-15,-2 1 0 16,2 2-1-16,-3 0 1 16,-2 0-2-16,-1 3 0 15,-1 0 0-15,-2 0 0 0,2-3 0 16,-3 2 0-16,4-2 0 16,-1-1 1-16,-2-2 1 15,6 2-2-15,-1-2 1 16,2-1 1-16,-4 3-2 15,2 0 0-15,-1 2 0 0,1 1 1 16,-5 1 0-16,4 0-1 16,-4 0 0-16,2 4 0 15,0 2-1-15,0 1 2 16,0-3-1-16,1-3 0 16,-2 1 1-16,0-2-1 0,1 0-1 15,-1 0 2-15,0-6-1 16,-2-1 0-16,1 0 1 15,3-2 0-15,-2 0 0 16,-1-2 1-16,3 0 1 16,-3 1-3-16,0-1 1 0,-1 1 0 15,-1 1-1-15,-1-2 1 16,-1 4-2-16,1-3 2 16,-1 3-1-16,-1 0 1 15,1-1-1-15,-1-1 0 16,0 2 1-16,1 0 0 0,-5-2-1 15,1 2 1-15,2-3-1 16,-3 2 1-16,-1-2-2 16,2 1 2-16,-1-3 0 15,-4 0-1-15,3-4 1 16,-3 1 1-16,2-4 0 0,-3-1 2 16,1-1 1-16,1 0 0 15,-2 0-1-15,0 2-3 16,0 1 0-16,-4 2 0 15,0-1 2-15,-4 0-2 16,-10 1 1-16,-7-2-1 16,-8 0 0-16,-7 1 1 0,-10 3-2 15,-8 6 3-15,-9 1-8 16,-8 1-75-16</inkml:trace>
  <inkml:trace contextRef="#ctx0" brushRef="#br0" timeOffset="130396.63">1504 6720 44 0,'-6'0'4'0,"-3"2"-5"0,2-1-2 0,-4 3-3 0,2 2 5 16,-5-1 0-16,1 0 2 16,-3-1 1-16,1 0 8 15,1 2 8-15,-1-3-7 16,1 0 1-16,1 1-3 15,2 0-7-15,0 1-1 0,2-1-1 16,0 0 0-16,-2 3 1 16,4-1-1-16,0 1 0 15,-1 0 0-15,-2 0 0 16,1 3 3-16,1 0-3 16,0-1 2-16,0 1-1 0,1 1 0 15,1 0-1-15,1 2 0 16,0 1 0-16,1-2 1 15,0 2-1-15,1-3 0 16,-1 2 0-16,0-2 0 16,1 2 0-16,-1-3 0 0,-1 3-1 15,3-2 1-15,-1 2-1 16,3-2 1-16,0 1-2 16,0-2 1-16,0 0-1 15,0 0 0-15,3-2-1 16,4-1 3-16,-3 0-2 0,-1 0 0 15,3 1 2-15,-2 0-1 16,1-1-1-16,1 0 4 16,-1 0-2-16,0 1 0 15,1 1 0-15,1-1 0 16,-1 0 0-16,4 1 1 16,-1-1-2-16,-1-1 1 0,4-1-3 15,-1-2 3-15,0 3-2 16,-1-3 0-16,2-3 6 15,-1 1-1-15,-1 1-1 16,1 0-2-16,0-2 1 16,2 1-1-16,0 0 2 0,3 0-1 15,0 0 0-15,0-1 1 16,-3-1-1-16,1 0 1 16,-1 1-2-16,-1-1 1 15,0 2-1-15,-3-1 0 16,3-1 0-16,-3 2 1 0,1 0-1 15,0-2 0-15,-1 0 0 16,2 0 0-16,0 0 0 16,-2 0-1-16,2 0 1 15,-1 0 0-15,2 0 0 16,-1 0 0-16,1 0 0 0,1 0 0 16,-2 0 0-16,1 2 0 15,-2-1 0-15,2 2 0 16,-1-1 0-16,0 2 0 15,1-1 0-15,-3 1-1 16,3 0 1-16,2-1 1 0,-3 1-1 16,3 0 0-16,1-1 1 15,1 2-1-15,-2-1 0 16,1-3 0-16,-1 2 0 16,2-2 0-16,-1 1 0 15,-2-2 0-15,3 2 0 0,-1 0 0 16,1 1 0-16,2-1 0 15,0 0 0-15,0 1 0 16,-1 0 0-16,0 0 0 16,0-2 1-16,3 1-1 15,1-1-1-15,0-1 1 16,2 0 1-16,0 0-1 0,1 0 0 16,-2 0 1-16,1 0-1 15,-1-1 0-15,-1-1 0 16,0 2 0-16,0-1 0 15,1 1 0-15,0-3 0 16,1 3 0-16,1 0 0 0,-1-1 0 16,1 1 0-16,1 0 0 15,0 0 0-15,1 0 0 16,-1 0 0-16,-1 0-1 16,1 0 1-16,-3 0 1 15,1 0-2-15,-2 0 2 0,2 0-1 16,0 0 1-16,2 0-1 15,-2 0 0-15,2 0 1 16,2 1-1-16,0-1 1 16,2 0-1-16,-2 0 0 15,2 0 1-15,0 0 0 0,-4 0-1 16,1 0 1-16,-3 0-1 16,-1 0 0-16,3 0 1 15,-5 0-2-15,4 0 2 16,-1 0-1-16,2-4 0 15,-3 1 0-15,4 0 0 0,1-1 0 16,0-1 0-16,-2 1 2 16,2 0-2-16,-3 0 0 15,0 0 1-15,-1 1 0 16,0 1 0-16,-2 2-1 16,2 0 1-16,0 0-1 0,0 0 1 15,0 0-1-15,2 3 1 16,-2-2 0-16,2 2 0 15,1-3-1-15,-2 0 2 16,1 2 1-16,0-2-3 16,-1 0 1-16,1 1-1 0,-1-1 0 15,1 0 1-15,-1 0-1 16,1 0 0-16,0-3 0 16,-1-1 0-16,1 1 0 15,-1 0 0-15,3 0 0 16,1 2 0-16,0 1 1 0,2 0-1 15,1 0 0-15,-2 0 0 16,-1 0 0-16,1 0 1 16,-2 0-1-16,0 0 0 15,0-3 0-15,-2 2 1 16,0-2 0-16,-1 0 0 0,2 3 0 16,-1 0-1-16,0 0 0 15,-3 0 0-15,2 0-2 16,-3 0 3-16,1 0-1 15,1 0 0-15,-3-1 1 16,2-1 0-16,-3 0 5 16,0 2 1-16,-1-2 1 0,-1 2 0 15,2 0-4-15,-2 0-2 16,1 0 1-16,1 0-2 16,0 0 1-16,2 2-2 15,1 3 2-15,-2 2 0 16,0 0-1-16,1 1 0 0,-2 1-2 15,0-3 0-15,1-1 4 16,-1-3 0-16,0-2-2 16,-2 0 2-16,1 0-1 15,0 0-2-15,0-1 0 0,3-2 0 16,-2 0 0-16,3 0 0 16,1 0 0-16,2-1 1 15,-3 1-1-15,2-2 0 16,-3 0 0-16,1 1 0 15,-2 0 1-15,-2 0-1 16,-1-1 1-16,2 3-1 0,-2 0 1 16,1 1-1-16,0 1 0 15,2 0 0-15,-1 0 1 16,1 5-1-16,1 1-2 16,0 1 3-16,1-3 0 15,0-1-1-15,-2-1 0 0,3-1 0 16,-3 1 1-16,2-2-1 15,1 0 0-15,-4 0 1 16,4 0-1-16,-3 0 1 16,3 0 1-16,-3 0-2 15,5-2 1-15,1 1 0 0,1 1 0 16,2 0 0-16,0 0 0 16,-1 0 0-16,1 1-1 15,-5 3 0-15,0-1 1 16,-5-1-1-16,2-2 1 15,-3 0 4-15,3 0-2 0,-2-2 2 16,4-3-2-16,2-3 1 16,-3 1-4-16,0-1 2 15,3-1-2-15,-3 2 0 16,1 0-1-16,-4 3 1 16,2-2 0-16,-4 2 0 0,-1-1 2 15,-1 2-1-15,4 1 0 16,-3-1 0-16,-1 0 0 15,1 3-1-15,-1-1 1 16,-1 1-1-16,2-2 1 16,0 1 1-16,-1-3-2 15,-2 1 1-15,3 0 0 0,-1 2-2 16,3-1 1-16,-2 2 0 16,-2 0 0-16,3 0 0 15,-1 0-1-15,2 0 1 16,-5 0 0-16,3 0 0 0,-1-2 0 15,0 1 1-15,0-3-1 16,1 2 1-16,-1 0 0 16,1-1-1-16,-3 0 1 15,0 1-1-15,3-1 1 16,-3 0-1-16,3 1 0 16,-3-1 0-16,1-1 0 0,-1 1 0 15,3 0 0-15,-3-1 1 16,1 0 0-16,-1 0 2 15,3-1 1-15,-3 1-3 16,2 0 1-16,-1-2-2 16,-1-1 2-16,1 3-1 0,-5-1 0 15,1-2-1-15,1-1 1 16,2 2 0-16,0-4 0 16,0 2 0-16,0-2 1 15,3 0-1-15,-3-1 0 16,-1 2-1-16,-1-1 1 0,-6 0 0 15,1 0-1-15,-1-1 1 16,-3 4 0-16,-2-2 0 16,0-1 0-16,0 2-1 15,0-1 0-15,-7 1 1 0,0-2-2 16,-3-2 0-16,1 3 0 16,-5-2 3-16,3 1 0 15,-3-1-2-15,1 1-1 16,-3 2 1-16,3 2 0 15,-5-1 2-15,1 4 1 16,0 0-5-16,0-1 4 0,-3 1-2 16,2 0 1-16,-2 0-1 15,1 1 1-15,2 0-2 16,-3 2 1-16,1-1 0 16,4 1 1-16,-3 0-2 15,0 0 1-15,-2 0 1 16,0 0-1-16,0 0 0 0,-4 0 0 15,1-6 0-15,3-1 1 16,-2 0 1-16,1 1 0 16,2-1 0-16,-1 4-2 15,1 0 0-15,-2 2 1 16,0 0-1-16,-2-1 0 0,0 1 1 16,-2 1-1-16,-2-1 0 15,0 0 0-15,0 1 0 16,0 0 0-16,0 0 0 15,0 0 0-15,1 0 0 16,-1 2 2-16,0 1-2 0,0-1 0 16,0 1 0-16,1 0 0 15,0 1 0-15,3-1 0 16,0 0-2-16,0-1 4 16,1-1-2-16,1-1 0 15,0 0 0-15,0 0 0 0,-2 0 0 16,2 0 0-16,-3-3 0 15,1 0 1-15,-1 3-1 16,1 0 0-16,-3 0 0 16,1 0 0-16,3 2 0 15,-3 2 0-15,-2 1-1 0,0 0 1 16,0-2 0-16,0 0 0 16,-2-1-2-16,2 0 2 15,1-1 0-15,-1 2 0 16,2-2 2-16,1 1-2 15,-3-1 0-15,2 1 0 0,1-2 0 16,-2 0 0-16,0 0 0 16,0 0 0-16,-1 0 0 15,-3 0 0-15,1 0 0 16,-2-2 0-16,0 2 0 16,2 0 0-16,0 0 0 0,-1 0 0 15,4 0 0-15,-2 0 0 16,-1 0 0-16,1 0 0 15,-3 0 0-15,-2-2 0 16,1 0-2-16,-1 2 2 16,-1 0 2-16,0 0-2 15,3 0 0-15,-1 0 0 0,1 4-3 16,2-1 0-16,-2 1 2 16,0-1 0-16,0-3 1 15,-1 3 0-15,-1-3-1 16,-1 0 2-16,1 2-2 0,-1-1 1 15,-1 3 0-15,2-2 0 16,1-1 0-16,-3 0 0 16,3-1 0-16,1 0 0 15,-5 0 0-15,4 0 1 16,-1-4-2-16,1 0 2 0,-1 1-1 16,1-1 0-16,1 1 1 15,2 0-1-15,0 0 0 16,2 2 0-16,3-1 0 15,-2 2-1-15,3-1 2 16,-2 1-2-16,3 0 1 16,-4 0 0-16,5 0 0 0,-4 0 0 15,0 0 0-15,4 0 0 16,-2 0 0-16,-2 1 0 16,3 2 1-16,0 0-2 15,-1 0 2-15,1-3-1 16,0 1 0-16,0-1 0 0,-3 0 0 15,0 0-1-15,2 0 2 16,0 0-1-16,-2 0 0 16,2 0-1-16,0 0 1 15,4 0 1-15,-5 0-1 16,3 0 1-16,-1 0-3 0,0 0 3 16,-3 0-1-16,-2 0 0 15,2-1 0-15,1-3 0 16,-2 0 0-16,3-1 0 15,-2 2 0-15,2 1 0 16,2 0 0-16,0 1 0 0,4-1 0 16,-5 2 0-16,3 0 0 15,2-1 1-15,-2 0-1 16,-1-1-1-16,0 2 1 16,2 0 0-16,3 0 0 15,-3 0 0-15,3 0 0 0,1 0 0 16,1 0 0-16,-4 0 0 15,2 0 1-15,-1 0-1 16,-1 0 0-16,-1 0-1 16,-1 0 1-16,0 0 0 15,-2 0 0-15,1-3 0 16,0 2 0-16,2-2 0 0,-1 1 0 16,0 1 1-16,-1 1-2 15,3-1 1-15,0 1 0 16,0-2 0-16,1 1 1 15,-1-1-1-15,-3-3-1 16,1 1 1-16,-2-1 0 0,0 1 1 16,-2-2-1-16,-1 2 2 15,2 1-4-15,-3 0 4 16,0 2-2-16,-2-1 0 16,-4 2 0-16,-2 0 0 0,-3 0 0 15,-6 0 1-15,-8 3-2 16,-4 10 1-16,-4 1-26 15,-4 3-61-15,-5-2-70 16</inkml:trace>
  <inkml:trace contextRef="#ctx0" brushRef="#br0" timeOffset="132867.1">1436 7324 6 0,'-12'0'10'0,"1"0"11"0,0 0 1 0,-3 0-2 0,3 0-2 15,-3 0-5-15,1 0-6 16,2 0-2-16,-2 1-4 16,4 3-1-16,-2 2 1 15,2 0-1-15,2 1 0 16,-2 1-1-16,3 1 2 0,-4-2-2 15,2 3 1-15,-1-1-1 16,1 2 1-16,-2 2-1 16,1 0 0-16,2 0 0 15,0 2 1-15,0-1-2 16,5-1 2-16,0 0-1 0,0 0 0 16,2 2-1-16,-2-1 2 15,2 2-1-15,-2 1 1 16,2-2 0-16,0 3 1 15,-2-4-1-15,2 0 0 16,0 0 0-16,0-1-1 0,0 0 1 16,2 1 0-16,2 1-1 15,0 0 0-15,1-1 1 16,1 0 0-16,0-1-2 16,2-2-2-16,1-1 1 15,1 0 2-15,0-1 0 0,1-2 6 16,1 1-1-16,-1-1-3 15,4-1 0-15,-1 0 1 16,1-2-1-16,1 0 1 16,1-1-1-16,0 1 0 15,3-1 1-15,-5 0-1 16,3-1-1-16,0 1 1 0,0-2 0 16,-1 0-1-16,2 1 1 15,1-2 0-15,-1 0 0 16,0 0 0-16,1 0-1 15,-2 0 1-15,0 0 0 16,-1 0-2-16,-1 1 1 0,-3 1-1 16,3 0 1-16,-1 1 0 15,0 0 0-15,2 0 1 16,3-2 0-16,3 0 0 16,-2 0-1-16,2-1 3 15,2 0-2-15,-3 0 0 0,-4 0-1 16,2 0 0-16,-3 1 0 15,2-1 1-15,-1 2-1 16,2-1 1-16,2-1 0 16,1 3 0-16,-2-3 1 0,4 1-1 15,0 1-1-15,0-1 3 16,-4 2-3-16,4-2 1 16,-2 2 0-16,0-3 0 15,1 3 0-15,0-3 1 16,1 0 3-16,2 0 1 15,0 0-2-15,0 0 1 0,2 0-3 16,-2-3-1-16,-1 2 1 16,-1-1-1-16,1 2-1 15,1-1-1-15,-2-2 2 16,2 2-1-16,4-1 1 16,-2-1-1-16,3 1 0 15,1 0 0-15,1 1 1 0,1-1-1 16,-1 2 1-16,3 0-1 15,-3 0 0-15,1 0 0 16,2 0 0-16,-5 0 0 16,3 1 0-16,-2 0 1 0,1-1-2 15,1 0 2-15,3 0-1 16,1 0 0-16,-1 1 2 16,-2 2-4-16,1 1 4 15,-1 2-2-15,0-2-2 16,0 3 2-16,2-1 0 15,-1 0 0-15,5-1 2 0,1-3-2 16,5 0 1-16,-4-2 0 16,1 0 0-16,2 0 0 15,-5 0 1-15,1-4 0 16,-1-3 0-16,-2 2 2 16,3 0 0-16,-3 1-1 0,2-2 0 15,3 2 0-15,-2 1-2 16,2-1 0-16,-1 1 0 15,3 0 0-15,-2-1 0 16,2 1-1-16,-3-1 1 16,0 0 0-16,-2 0-1 0,0 0 0 15,1 0 0-15,-3 2 0 16,4 0 0-16,1 1 1 16,0-1-2-16,2 2 2 15,-3 0 0-15,3 0-1 16,-5 0 0-16,1 0 0 0,0 0 0 15,-1 0 1-15,1 0 3 16,-1 0-1-16,-2 0-1 16,1 0 1-16,1 0 1 15,-2 0 0-15,-1 0-1 16,1 0-1-16,-1 0-1 0,2 0 1 16,-3 0-2-16,0 0 1 15,-3 0 0-15,-1 0-1 16,-1 0 0-16,-3 3 1 15,1 0-1-15,-2-2 1 16,0 2 0-16,0-3 0 0,-2 0 0 16,2 0 0-16,0 0 0 15,-2 0 1-15,0 0 1 16,0 0 0-16,-1 0-2 16,-1 0 0-16,-4 0 0 15,3 0-1-15,-2 1 1 0,-2 2-1 16,0-1 0-16,0-1 0 15,0 1 1-15,1-2 0 16,-1 0 0-16,4 0 0 16,1 0-1-16,0 0 3 15,0 0-2-15,-1-3-1 0,2 1 0 16,-3-2 0-16,-2 1 2 16,2-1 4-16,2 1 3 15,-2-3-5-15,3 1-3 16,0-1 0-16,-1 2 2 15,2 0-2-15,-2-2 0 0,0 3-1 16,-1-2 1-16,0 0-1 16,-3-1 1-16,-5 0-1 15,-1 1 1-15,-1-2-1 16,-1 1 1-16,-4 1-1 16,2-1 2-16,1 0-2 0,0-2 1 15,2-1 0-15,-1 2 0 16,1-3-1-16,-1 2 2 15,3-2-2-15,-2 0 0 16,0 1 0-16,-1-1 1 16,0 2-1-16,-2-1 0 0,0 1 1 15,-5-1 0-15,2 1 0 16,-2-1-1-16,-1-1 0 16,-1 0 2-16,1-1-2 15,1-2 1-15,1 0 0 16,0-1-1-16,-1-3 1 15,-3 0-1-15,1-1 0 0,-2-1 1 16,-2-4 6-16,0-2 3 16,-8-1 5-16,-6-2 4 15,-4-6 3-15,-7 0-13 16,-8-3-4-16,-7 1-3 16,-10 2-3-16,-12 9-8 0,-18 8-43 15,-23 7-22-15,-22 4-108 16</inkml:trace>
  <inkml:trace contextRef="#ctx0" brushRef="#br0" timeOffset="141599.89">7168 4343 56 0,'0'0'27'0,"-2"0"-20"0,2 0 9 0,-2 0-7 15,2 0-4-15,0 0-1 16,0 0-2-16,0 0 0 16,0 0-2-16,0 0 2 15,0 0-2-15,0 3 5 0,0 3-3 16,0 0-1-16,0 0-1 15,0 0 0-15,0-2 0 16,0-3 0-16,2-1 1 16,3 0 18-16,7-7 26 0,4-8-7 15,9-10-22-15,13-7-7 16,9-8-5-16,15-8 0 16,8-10-3-16,3-8-77 15</inkml:trace>
  <inkml:trace contextRef="#ctx0" brushRef="#br0" timeOffset="142183.24">7421 4466 28 0</inkml:trace>
  <inkml:trace contextRef="#ctx0" brushRef="#br0" timeOffset="142615.85">7116 4388 124 0,'0'0'-23'0,"0"0"22"15,0 0 1-15,0 0 2 16,0 0-1-16,0 0 3 15,0 0 3-15,0 0 5 0,12 10 6 16,-12-10 5-16,2 0-5 16,-1 0-14-16,5 0-5 15,1 0 2-15,7 0 8 16,7-8-3-16,10-8 1 16,10-6-6-16,12-13 3 0,9-7-3 15,8-10-28-15,4-7-54 16</inkml:trace>
  <inkml:trace contextRef="#ctx0" brushRef="#br0" timeOffset="143577.67">7079 4898 21 0,'0'0'18'15,"0"0"-5"-15,0 0-9 0,0 0 0 0,0 0 5 16,0 0-4-16,0 0-3 16,-4 44-1-16,4-34 0 0,0-3-1 15,0-2 3-15,0-1 2 16,3-4 3-16,4 0 10 15,0 0 8-15,5-10 2 16,5-6-10-16,6-5-9 16,12-8-3-16,12-6-3 0,12-9 0 15,12-9-2-15,12-12-20 16,6-12-79-16</inkml:trace>
  <inkml:trace contextRef="#ctx0" brushRef="#br0" timeOffset="147282.06">7110 4459 20 0,'6'0'6'0,"1"0"5"0,0-3 2 0,2-4 0 15,2-3 1-15,3-2-3 16,3-4-4-16,2 0-3 0,5-2-3 15,3-2 1-15,-1-1-2 16,-1-1-13-16</inkml:trace>
  <inkml:trace contextRef="#ctx0" brushRef="#br0" timeOffset="147594.98">7085 4980 90 0,'0'0'6'16,"0"0"13"-16,0 0 10 15,23-46-12-15,-3 30-11 0,4 0-5 16,10-2 1-16,4-3-2 16,2-3-69-16</inkml:trace>
  <inkml:trace contextRef="#ctx0" brushRef="#br0" timeOffset="148367.35">6987 6783 12 0,'0'0'9'0,"0"0"-5"0,0 0 0 15,0 0 9-15,0 0 11 0,0 0 1 16,13-40-3-16,-13 37 0 16,0 1 1-16,0 0-3 15,0 0-5-15,-2 2-4 16,2-1-6-16,0 1-3 16,-2 0-2-16,2-2 0 0,0 2-1 15,0-1 2-15,0 1-2 16,4 0-3-16,1 0 1 15,2 3-2-15,-1 2 3 16,3 0-1-16,-1-1 1 16,2 0 3-16,1-4 2 15,3 0 3-15,1-15 10 0,8-8 2 16,2-5-9-16,8-11-4 16,5-7-1-16,4-7-6 15,3-4-58-15,-1-4-53 16</inkml:trace>
  <inkml:trace contextRef="#ctx0" brushRef="#br0" timeOffset="148934.41">7186 7331 97 0,'0'0'2'0,"0"0"-7"0,0 0 3 0,0 0 16 16,0 0-7-16,0 0 2 15,0 0 4-15,0 0 1 0,0 0 7 16,0 0-6-16,0 0-11 15,0 0 8-15,27-3-2 16,6-35-4-16,14-16 0 16,13-16-2-16,12-18-3 15,7-18-91-15</inkml:trace>
  <inkml:trace contextRef="#ctx0" brushRef="#br0" timeOffset="172026.6">3911 14240 64 0,'0'0'9'0,"0"0"4"0,0 0-9 0,0 0-2 0,0 0 0 16,0 0-1-16,0 0-1 15,0 0 2-15,0 0 0 16,0 0 7-16,-41 10 2 16,38-10 7-16,-4 0-6 0,3 0-3 15,-1 0-4-15,3 0-1 16,0 0 0-16,2 0-4 15,-4-2 1-15,4-1-2 16,-1 1 4-16,1 2-1 16,-4-3 0-16,2 2 2 15,0 1 1-15,-1-1 0 0,0-1-6 16,-1 2 1-16,0 0 4 16,-1 0-4-16,1 0 1 15,-2 0-1-15,0 0 2 16,0 0-2-16,0 0 0 0,1 2 1 15,-2-1 1 1,3 1 0-16,-3 0 0 0,0 1-2 16,3 2-1-16,-2 1 0 15,1-1 0-15,0 1 0 16,0-1 1-16,1 1 0 16,-2-2 1-16,1 0-1 0,1-1 0 15,-4 2 1-15,4 0 0 16,-2 1-1-16,-1 2 0 15,1 0-1-15,-2 1 2 16,0 0-2-16,3-1 1 16,-1 1 0-16,1-1 1 0,-2-2-1 15,3 1 0-15,-1 2 1 16,1 1-1-16,-3 0-1 16,3-2 2-16,-3 2-2 15,2-3 2-15,1 0-1 16,0-3 0-16,0 0 0 0,3 0 1 15,-1-3 1-15,0 3-1 16,0-1 0-16,2 3-1 16,-2-2 0-16,2 0 0 15,0 1 0-15,-3-1 0 16,2 0 0-16,0 1 0 0,0 0 1 16,-1-1-1-16,0 2 0 15,2-2 0-15,0 2 0 16,0-2-3-16,0 1-10 15,0-3-23-15,2-2-12 16,-2 0-63-16</inkml:trace>
  <inkml:trace contextRef="#ctx0" brushRef="#br0" timeOffset="176248.9">3776 14334 2 0,'0'-7'15'0,"-1"-1"7"0,0 0 5 0,0 0-3 16,-1 2-7-16,-3 1-5 15,3 0-3-15,-3 1-4 16,1 4-5-16,-2-1 6 15,-1 1-6-15,-2 0 5 0,0 0 5 16,0 4-3-16,-3 0 7 16,-1 3-2-16,1-1-10 15,0 4-2-15,3-3 4 16,-3 0-2-16,3 0-1 16,3 2-2-16,-2-4 1 0,3 3 0 15,-2 0 0-15,2-1 0 16,-1 3-2-16,-1-1 4 15,-3 2-4-15,4 3 2 16,-3-1 0-16,-1 1 0 16,2 0 0-16,2 1 2 0,-1-2-2 15,3-1 0-15,0 2-4 16,2-1 5-16,1 0-2 16,-1 1 1-16,-1 0 0 15,3 1 0-15,-2 0 0 16,2 2 0-16,-2 0-1 0,2 0 0 15,0 0 0-15,0 0 0 16,0-1 0-16,0-2 1 16,0 0 1-16,0-3 0 15,2 0-3-15,5-1 2 16,-2-1 0-16,3-2-3 0,3 1 3 16,1 0 0-16,-1-1 3 15,0 0-6-15,2 1 8 16,-1-3-4-16,1 1 0 15,-4 0-1-15,2-1 0 16,-1 2 0-16,0-1 0 0,-1 0 0 16,1-1 0-16,0 0 0 15,1 0 1-15,-1-2-1 16,-1 3 0-16,1-2-1 16,2 2 1-16,-1-2 1 15,0 3-1-15,3 0 0 16,-1 0 0-16,1-1 0 15,-4 1 1-15,1-1-1 0,1-2 0 16,-1 0 0-16,0-2-1 16,-1-1 2-16,2-1 0 15,2 0 1-15,1 0 1 16,1 0-2-16,4 0 1 0,-2-3-1 16,3-1 1-16,-2-1 0 15,4 0-2-15,-3 2 2 16,0-1-2-16,-2 0-2 15,-1 0 2-15,-2 1 0 16,-2-1 2-16,2-1-1 0,-2 1-1 16,2 0 1-16,-2-2 0 15,1-1-1-15,-1-1 1 16,0 0-1-16,0 0 2 16,0-1-1-16,1-1 1 0,-1-3 3 15,1 1-1-15,1-1 1 16,0-4-4-16,2 0 2 15,-1 1-1-15,-1-2-1 16,-1 1 0-16,-3-2-1 16,-2 4 0-16,-1-1 1 15,-1-1-1-15,-2 3 1 0,-3-2 3 16,0 2 6-16,0-2-3 16,-2 1-4-16,0 2-1 15,0-3-1-15,0 2 0 16,0 0 0-16,-2-2 0 15,-2-1 0-15,-3 3-1 0,0-3 2 16,0-1-1-16,1 2-1 16,-3-4 0-16,0 2 0 15,0-2 1-15,0 1-1 16,-3-1 0-16,-1 1 0 16,3 1-1-16,-6 1 1 0,1 3 1 15,0 1-3-15,-2 2 0 16,-1 1 4-16,-2 3 0 15,4 0 0-15,-2 1-1 16,-1 2 0-16,3 0-1 16,0 0 1-16,0 1 1 0,1-2-3 15,-1 2 1-15,1-1 1 16,-4 3-1-16,1-2-2 16,1 0 3-16,-2 3 23 15,0-3-20-15,1 3-4 16,0-2 1-16,2 1-1 0,-2 1 0 15,3 0 1-15,-1 0 0 16,-1 0-1-16,-2 0 2 16,2 6-4-16,-4 5 4 15,1 0-4-15,1 4 2 16,0-1 2-16,1 3-1 16,0 0-1-16,3 0-4 0,6 2-9 15,0-2-17-15,1-4-53 16,4-6-20-16</inkml:trace>
  <inkml:trace contextRef="#ctx0" brushRef="#br0" timeOffset="181922.02">3728 14194 33 0,'-6'1'4'0,"2"-1"7"0,1 0-5 16,1 2 6-16,2-2 4 15,-2 0-4-15,2 0 5 0,0 0-3 16,0 0-7-16,0 0-5 15,2 0 5-15,2-2-7 16,3-1 1-16,1 0 1 16,2 0-2-16,-1-4 0 15,0 2 0-15,4-1-2 16,-4-2 4-16,2 0 1 0,1 1 2 16,-1 0 2-16,4-1-4 15,1 3 0-15,2-2-3 16,-1 0 0-16,2 3 1 15,0 0-1-15,-1 2 1 16,1-1-1-16,0 1-1 0,0 0 1 16,3 1 0-16,-3-1 0 15,2 2 0-15,-4 0-1 16,1 0-1-16,1 0 0 16,-2 0 1-16,-1 6 0 0,2 0 1 15,-2 1 0-15,-1 1-1 16,1 1-2-16,-3-2 3 15,1 3-1-15,-3-2 0 16,0 0 1-16,1 1 0 16,0 0 1-16,2 2 0 15,-3-2-1-15,0 4 2 0,3 1 0 16,-3 0-2-16,-2 2 0 16,2-1 1-16,-4 2 0 15,-1 2 1-15,1-1 0 16,-2-1 0-16,-1 2-1 15,1-2 3-15,-1 0-4 0,0 0 2 16,1-2-1-16,-3 1-1 16,3 1 2-16,-3-1-2 15,1-1 1-15,1 2-1 16,-2-2 0-16,0 0 0 16,-2 1-3-16,2 1 2 0,-2 0 4 15,0 0-1-15,0 0 1 16,0-1-1-16,-2 1 0 15,-2-2-2-15,-2 0 3 16,-2 2-1-16,-1-2 0 16,-1-1 1-16,-4 1-1 15,0-3 0-15,-4 0 1 0,1-1-1 16,-4-2 1-16,-1 0 0 16,2 0 0-16,-2-2-2 15,-1-1 1-15,0 1 0 16,-1-1 1-16,0-1-1 0,-5 0-1 15,-2-2 0-15,1-1 0 16,-3 1-1-16,-3 0 1 16,-3 0 0-16,2 1-1 15,1 0-2-15,-2 1-4 16,3-2 1-16,1-1 4 0,3-2 1 16,2 0-1-16,2-4 1 15,2-7-3-15,3-3 2 16,4-5 0-16,2-2-2 15,1-5 7-15,5-4 4 16,4-2-4-16,-1-4 0 16,5 1-3-16,0-2 1 0,2 1 0 15,0 2-1-15,0 3-1 16,0 1 2-16,2-1-2 16,5 7 0-16,-1-2 0 15,6 3 1-15,-1-1-2 16,5 4 1-16,-3 2 0 0,2-2 1 15,3 3-2-15,1 0 1 16,0 1 0-16,-1 2 0 16,3 3 0-16,-2-2 0 15,4 3-2-15,-2 1 1 16,2 0 1-16,4 1 0 16,0 0 0-16,4 1-2 0,1 3 1 15,1 1 1-15,0 3-1 16,-1 0 0-16,-1 0 0 15,-2 4 0-15,-2 7 0 16,-2 5 2-16,-5 1-1 0,-2 1-29 16,-4-5-75-16</inkml:trace>
  <inkml:trace contextRef="#ctx0" brushRef="#br0" timeOffset="183688.57">4973 14169 13 0,'0'0'21'0,"0"0"-20"0,0 0 0 0,0 0-1 15,-1-1 11-15,1-3 8 16,-1 1 0-16,-2 0-1 0,3-1 7 16,-2 1 5-16,0 0-16 15,0 2-10-15,2 1-3 16,-2-2-2-16,1 2-4 15,0 0-1-15,0-2 4 16,0 0 2-16,0 1-1 0,-1-1 4 16,-2-2 0-16,2 2 2 15,-3 0 0-15,0 0-4 16,-3 0-1-16,1 1 3 16,0 0-6-16,-4 0 4 15,2 1 1-15,0 0-5 16,-1-2 4-16,4 1-1 0,-3-1 0 15,5 2 2-15,0 0-1 16,0-2 0-16,0 1 0 16,2 1-1-16,0 0 1 15,0 0-2-15,-3 0 2 16,1 0-2-16,0 0 0 0,-2 0 0 16,0 0 1-16,-2 1 1 15,1 1-3-15,0 4 3 16,-2-2 0-16,0 2-1 15,-1 1 0-15,1 0 0 16,-3 0 1-16,1 3-1 0,-1 0 0 16,-1 1 0-16,0-2 0 15,-1 1 0-15,2 1-2 16,2-1 3-16,-1 0-1 16,2 0-4-16,0 0 6 0,2 0-2 15,0 1-2 1,1 1 4-16,0-1-4 0,0 5 2 15,0-1-1-15,0 4 2 16,3-1-2-16,-1 1 2 16,0 2-2-16,2 0 2 15,2-2-2-15,0 4 0 0,0-1 0 16,0 1-1-16,6-2 2 16,0 2-1-16,-1-2 0 15,3 2 1-15,2-2-5 16,-1-1 4-16,1-1 0 15,0-1 0-15,-1-2-1 0,-1-1 1 16,-1 0-1-16,1-1 1 16,0-1 0-16,1-2 1 15,0 2-1-15,0 1-1 16,0 0 1-16,1-1 5 16,2 1-4-16,-1 2 1 0,1-2 0 15,1-3-3-15,-3 1 3 16,3-4-1-16,-1-2 0 15,0-3-1-15,-1-2 1 16,0-1 3-16,1 0 4 16,1 0-2-16,-1-5-2 0,3-3 0 15,0-1-2-15,1-3 3 16,-1 2-1-16,3-3 0 16,1-2-1-16,0 1 1 15,0-1-2-15,1-2 1 16,0 0-2-16,0-1 0 0,-3-2 1 15,2-3 4-15,-1 1 7 16,-3-3 1-16,-2 0-2 16,-1-1-1-16,-1-1-3 15,-2 2 0-15,-5-3-2 16,-1 2 2-16,-3-3-1 0,0 1 0 16,-3 0-3-16,-8-1 1 15,0-1-1-15,-3-1 4 16,-2-1-1-16,0 4 0 15,1 1-3-15,-1 5-2 16,1 2 0-16,2 7-1 16,-1 5-2-16,-1 6-20 0,-3 2-36 15,-5 0-45-15</inkml:trace>
  <inkml:trace contextRef="#ctx0" brushRef="#br0" timeOffset="184281.44">4171 14851 11 0,'0'0'0'0,"0"0"22"0,0 0 4 0,0 0 0 16,0 0-9-16,2-3-5 15,1-1-5-15,3 1-3 16,0 0-2-16,3-1 0 15,1-1-1-15,-2-1 2 0,4-1-1 16,2 0 5-16,1-2 4 16,3-1-3-16,4-1-3 15,-2-2-1-15,5 4-3 16,0-3 1-16,1 0-1 16,-1 0 1-16,-3 2 0 15,0 1-1-15,-7 2 0 0,-1 1-1 16,-3 5-1-16,-6 1-17 15,-2 0-22-15,-3 5 2 16,-3 4-12-16</inkml:trace>
  <inkml:trace contextRef="#ctx0" brushRef="#br0" timeOffset="184464.33">4236 14878 104 0,'0'0'6'0,"0"0"5"15,0 0 3-15,0 0-5 16,0 0-16-16,0 0-2 16,0 0 9-16,0 0 5 15,0 0-2-15,60-4 2 16,-20-5 1-16,7-5 1 16,3-4-49-16</inkml:trace>
  <inkml:trace contextRef="#ctx0" brushRef="#br0" timeOffset="185785.45">6937 14123 99 0,'0'0'2'0,"0"0"-1"0,0 0-1 0,0 0 0 16,0 0-8-16,0 0-2 15,0 0 9-15,0 0 5 16,0 0 8-16,0 0-3 15,-25-26-4-15,19 24-2 16,2 0-2-16,-3-1 1 0,1 0-2 16,1 0 0-16,1-1 1 15,-3 1 1-15,2-1 12 16,-1 0 12-16,-1-1-10 16,-2 4-5-16,2-2-5 15,-3 2-1-15,1 1-4 16,-5 0-1-16,3 0 1 0,-1 0 0 15,1 2-1-15,-1 1 0 16,2 3 1-16,-1 1-1 16,2 0 1-16,-4 3-1 15,2-1 0-15,-1 3-1 0,3 0 1 16,-2 1 0-16,-1-1-1 16,6 4 0-16,-2 0-2 15,3 1 2-15,-1 3 1 16,3-1-2-16,-2 0 2 15,1 1-3-15,1-2 2 0,-1-1 0 16,0 0 2-16,2 0 0 16,-3 3 2-16,1-4-1 15,-3 3-2-15,2 2 0 16,1-1 0-16,-2 2 1 16,1 0 0-16,1 0-1 15,-1 1 1-15,3 1-1 0,1-4-1 16,1 3 1-16,0-2 0 15,0-1-1-15,3 1 1 16,6-1 4-16,-2 0-4 16,3-1-1-16,2-2 4 0,-1 0-3 15,0-2 1-15,1-1 1 16,1 3 0-16,1 0-1 16,1-1 0-16,-2 4 0 15,3-1 0-15,0 2-1 16,-1-3 1-16,1 2 0 0,0-4 0 15,4 1-1-15,-3-6-1 16,1 2 3-16,2-5 1 16,-2-1-2-16,3-4 2 15,0-3 0-15,2 0 3 16,-2-1 1-16,1-8 2 16,0-2-2-16,0-4 2 0,-3-1 0 15,0-1-3-15,-1-2 1 16,-1 1-3-16,0-3-2 15,-2-1 1-15,1 0-2 16,-1-3 0-16,-1-2 1 16,-3-2 0-16,3-5-1 0,-6-1 0 15,1-6-1-15,-6 0 1 16,1-2-1-16,-4-2 1 16,0 5 1-16,-7 0 0 15,-4 2 2-15,-5 4-2 16,-3 1 0-16,-2 4-2 15,-5 7 0-15,-3 7-18 0,-5 7-36 16,-4 7-55-16</inkml:trace>
  <inkml:trace contextRef="#ctx0" brushRef="#br0" timeOffset="186531.51">5905 14959 3 0,'-2'0'7'0,"0"0"25"0,2 0-4 0,-2 0-12 16,-2 0-1-16,1 0 9 15,2 0 3-15,-1 0-5 16,0-1-7-16,-2 1-5 16,4 0 0-16,0-2-5 15,0 2 0-15,0 0-1 0,0 0-11 16,0 0-3-16,6 0 13 16,4 0-4-16,3-1 1 15,5-2 0-15,-1 1-2 16,2-2 1-16,3 0-1 15,0-2 1-15,-1-1 1 0,5-1 2 16,-3-1 2-16,3-1-1 16,1 0-2-16,2-1 1 15,0 1 0-15,-2 0-1 16,2 0 0-16,-6 3 0 16,-2 0 2-16,-2 1-2 0,-6 2-1 15,-3 1 0-15,-4 3 2 16,-2 0-2-16,-2 0-8 15,-2 0-30-15,0 7-15 16,-8-2-13-16</inkml:trace>
  <inkml:trace contextRef="#ctx0" brushRef="#br0" timeOffset="186934.21">5975 14998 144 0,'0'0'-9'0,"0"0"28"0,0 0-25 0,0 0 9 0,0 0-4 15,0 0 1-15,0 0-2 16,0 0 0-16,51-5 2 15,-36 1-1-15,6-2 4 16,1-2-1-16,2-2 0 0,5-1 0 16,3-2 1-16,2-2-2 15,1 1 0-15,-1-1-1 16,-1 0 1-16,-5 1 0 16,-2 1 6-16,-6 2 3 15,-2 4-1-15,-7 1-5 0,-4 2-2 16,0 1 0-16,-3 3 1 15,-4 0-6-15,0 0 0 16,0 2 9-16,0 3-6 16,-4 2-21-16,-4-1-18 15,0-3-63-15</inkml:trace>
  <inkml:trace contextRef="#ctx0" brushRef="#br0" timeOffset="187311.18">6191 14976 78 0,'0'0'17'0,"0"0"-16"0,0 0 2 15,0 0-3-15,0 0 3 16,0 0 5-16,0 0 6 16,43-17 11-16,-27 6-3 15,6 0-9-15,-2-1-8 0,6-1-3 16,-3-1-1-16,2 4 2 16,-5-1-3-16,2 0 1 15,-4 3-1-15,-3 1 0 16,-1 2 2-16,-1 0-2 15,-4 2 0-15,-1 2 0 0,0 0 1 16,-4 1 1-16,1 0 0 16,-3 0-9-16,2 0-42 15,-4 0-32-15</inkml:trace>
  <inkml:trace contextRef="#ctx0" brushRef="#br0" timeOffset="-211258.21">12305 16640 73 0,'-2'1'39'0,"-2"-1"-29"0,2 0-8 0,0 0-1 16,2 0 0-16,-3 0 11 0,1 0 15 15,0 0 0-15,2 0 9 16,-2-3 0-16,0 0-15 15,2-3-11-15,-2 2-7 16,2 1-2-16,0 1 1 16,0 1-2-16,0 0 1 0,0 1-2 15,0 0-1-15,0 0 2 16,0 0-1-16,0 0-2 16,0 6-2-16,0 4 3 15,0 4 2-15,0 3 1 16,0 1 0-16,4 1-1 0,-2-1 0 15,1-1 1-15,1 2-2 16,0-5 2-16,0 2-1 16,0-1 1-16,0-1 0 15,0 1 0-15,1-1 0 16,1 0 1-16,0 0 0 0,0 2-2 16,1-5 3-16,-1 1-3 15,1-4 0-15,2-1 1 16,-2-2 1-16,3-3 12 15,0-2 1-15,0 0-8 16,0 0 7-16,2 0-3 16,-2 0-1-16,-1 0-3 15,-1 0-3-15,0 0-1 0,-4 0-2 16,-1 0-2-16,1 0-3 16,0-1-19-16,-2-2-27 15,-2-3-35-15,0-1-60 0</inkml:trace>
  <inkml:trace contextRef="#ctx0" brushRef="#br0" timeOffset="-211024.07">12329 16791 316 0,'0'0'0'0,"0"0"0"0,0 0 1 0,0 0 7 0,0 0-2 16,0 0-3-16,0 0 0 15,40-14-2-15,-27 7 1 16,3 4-2-16,-1-3-9 16,-1-1-55-16,-3-2-29 15</inkml:trace>
  <inkml:trace contextRef="#ctx0" brushRef="#br0" timeOffset="-210860.11">12273 16602 280 0,'0'0'100'0,"0"0"-105"15,0 0-10-15,0 0 8 16,29-39-23-16,-11 27-51 15,4-1-35-15</inkml:trace>
  <inkml:trace contextRef="#ctx0" brushRef="#br0" timeOffset="-210047.87">12543 16802 308 0,'0'0'-2'0,"0"0"2"16,16-50 3-16,-5 34 5 0,2 3-4 15,-1 2 1-15,-3 1 9 16,2 6 0-16,-2 3-2 16,-1 1-8-16,2 0-6 15,-5 9 2-15,3 5-1 16,-2 3 3-16,1 3-1 0,-1 2 3 16,-2 0-2-16,2-1-2 15,-4-2 1-15,1-2-1 16,-1-5-2-16,0-1-3 15,0-4 1-15,-2-4-2 16,0-3 0-16,0 0 0 16,0-3 4-16,0-7-14 0,2-4-17 15,0-2 3-15,1-4 12 16,2 0 6-16,1 2 11 16,3-2 2-16,1 2 4 15,1 3 10-15,1 3 2 16,0 0-2-16,3 5 0 0,-1 3-8 15,1 2-1-15,2 2-1 16,2 0-4-16,-1 6-2 16,-2 5 2-16,1 4-1 15,-1 3-1-15,-4 2 2 16,-3 3-2-16,-1 1 0 0,-3-1-2 16,-5-2-12-16,0-1-3 15,0-3 0-15,0-6 1 16,-5-1 8-16,0-7 2 15,1-3 9-15,2-3 2 16,0-11-2-16,2-6 0 0,0-4 2 16,2-6-1-16,5 3 1 15,3-2 3-15,3 3 10 16,-1 0-1-16,4 5 1 16,-2 5-5-16,3 2-2 15,-2 4-5-15,2 5 1 0,-2 4-2 16,-1 1-1-16,-1 0-2 15,-3 12 0-15,-1 3 0 16,-3 4-1-16,-2 2 1 16,-2 3 0-16,-1-1-21 15,-1 3-16-15,0-7-26 0,0-4-78 16</inkml:trace>
  <inkml:trace contextRef="#ctx0" brushRef="#br0" timeOffset="-209533.3">13265 16490 363 0,'0'0'0'0,"0"0"2"0,0 0-2 0,0 0-8 0,0 0 3 16,0 0 3-16,-4 44 1 15,4-17 1-15,6 3 0 16,1 3 1-16,0-1-1 16,0 2 1-16,-2-4-2 15,-2-1-3-15,-1-4-7 0,-2-5-16 16,0-3 27-16,0-4 1 16,0-6-3-16,0-1-3 15,0-6 0-15,0 0 6 16,0-6-13-16,5-7-19 15,0 0 23-15,6-4 2 16,0-1 8-16,2 4 4 0,1 1 4 16,1 0 9-16,1 5-2 15,-2 3 0-15,2 3-2 16,-2 2-6-16,-1 0-9 16,-3 7-2-16,-3 7 3 0,-3 1-1 15,-4 4-2-15,0 1 1 16,0-2 2-16,-11 1-4 15,-2-2 5-15,-5-4-1 16,-1-2 1-16,2-4 4 16,-1-1 1-16,7-5-4 0,0-1-1 15,6-3 1-15,3-9-19 16,2-7-43-16,4-4-34 16</inkml:trace>
  <inkml:trace contextRef="#ctx0" brushRef="#br0" timeOffset="-209181.14">13576 16764 280 0,'0'0'1'0,"0"0"2"0,0 0-1 16,46 21-2-16,-32-21 0 15,-1 0 2-15,2 0-4 16,-1-5 7-16,0-5-2 15,-3-1 0-15,0-1 1 16,-5-2 1-16,-3 3-2 0,-3 1 3 16,0 3-1-16,-6 1 1 15,-6 5-6-15,-3 1 4 16,-1 1-2-16,1 9 4 16,-2 4 2-16,7 3-6 15,0 3-1-15,6 0 0 0,4 1-1 16,0-4 1-16,0 2-1 15,8-4 1-15,3-2-1 16,5-4 0-16,7-2 1 16,0-3-10-16,6-4-23 15,0 0-57-15,2-8-100 0</inkml:trace>
  <inkml:trace contextRef="#ctx0" brushRef="#br0" timeOffset="-208774.83">13971 16757 104 0,'0'0'114'15,"0"0"-62"-15,7-38 8 0,-11 29-18 16,-8 5-24-16,-3 0-16 16,-8 4-2-16,1 3 1 15,-2 9-3-15,1 5 3 16,0 3 1-16,6 3-5 16,4 1 4-16,8 0-1 0,1-2 0 15,4-4-1-15,4-4 0 16,7-3 0-16,5-6-2 15,2-5 1-15,1 0-2 16,4-5-6-16,0-13-9 16,-5-2 13-16,4-8-13 0,-4-5 3 15,-3-6-3-15,-1-1-20 16,-7-4 13-16,-1-2 9 16,-5 4 0-16,-1 2 12 15,0 7 6-15,-3 6 3 16,-6 7 9-16,0 6 14 0,0 8-6 15,0 6-4-15,0 0-9 16,0 12-8-16,1 11 0 16,3 8-3-16,1 6 4 15,-1 4 1-15,5 4-1 16,0 2 1-16,7 0 2 16,1-2-6-16,2-5-59 0</inkml:trace>
  <inkml:trace contextRef="#ctx0" brushRef="#br0" timeOffset="-208462.92">14320 16761 315 0,'0'0'-3'0,"0"0"7"0,0 0 3 0,-27-38-7 0,9 34-6 0,-1 0 0 15,-2 4 4-15,1 0-1 16,-2 2 1-16,1 8 4 16,4 5 7-16,1 2-4 15,5 1-2-15,4 3 0 16,4-1 2-16,3-1-1 0,1-4 0 16,10-2 2-16,4-3-1 15,1 0 1-15,5-7 2 16,-2-3-3-16,4 0 2 15,-2-7-4-15,0-7-12 16,-1-8-46-16,-1-5-38 0</inkml:trace>
  <inkml:trace contextRef="#ctx0" brushRef="#br0" timeOffset="-208207.21">14269 16355 282 0,'0'0'3'16,"0"0"17"-16,0 0-21 16,0 0-6-16,0 0 7 15,-8 56-3-15,8-22 4 0,-1 7-1 16,-1 3 2-16,1 3 0 16,0-2 4-16,0-1-2 15,1-4-1-15,0-1 1 16,0-7 0-16,0-1-1 15,5-5-1-15,4-5-14 16,2-7-18-16,0-6-22 0,0-7-29 16</inkml:trace>
  <inkml:trace contextRef="#ctx0" brushRef="#br0" timeOffset="-208036.28">14432 16757 381 0,'0'0'2'0,"0"0"-5"16,0 0 3-16,0 0 1 16,-12 47 0-16,10-34 0 15,2-2-1-15,0 1-1 0,0-4-24 16,2-1-42-16,4-7-60 16</inkml:trace>
  <inkml:trace contextRef="#ctx0" brushRef="#br0" timeOffset="-207892.78">14452 16591 391 0,'0'0'-2'0,"0"0"17"16,0 0-8-16,0 0-5 16,0 0-17-16,0 0-72 0,0 0-114 15</inkml:trace>
  <inkml:trace contextRef="#ctx0" brushRef="#br0" timeOffset="-207415.82">14580 16783 280 0,'0'0'-2'0,"0"0"5"16,0 0-4-16,0 0 3 15,0 0-3-15,0 0 1 16,0 0 7-16,0 0 9 16,2-13-4-16,-2 13-15 15,0 10 2-15,0 1 2 16,2 2-1-16,1 1 0 16,0 2 3-16,-2-2-3 0,1 0 0 15,-2-4-1-15,0 0 2 16,0-2-2-16,0-5 1 15,0-1 0-15,0-2 0 16,0 0 6-16,0-7 4 0,0-9-10 16,2-1 0-16,3-3 1 15,3-1-2-15,2 1 4 16,0 3-3-16,3 3 7 16,0 3 7-16,1 6-3 15,1 1-6-15,0 4-2 16,1 0-3-16,-1 2-2 0,-2 9 7 15,-3 3-4-15,-2 2 0 16,-2 3 3-16,-4 1-2 16,-1 3-18-16,-1-3-37 15,1-2-23-15,0-5-37 16</inkml:trace>
  <inkml:trace contextRef="#ctx0" brushRef="#br0" timeOffset="-206648">14982 16774 187 0,'0'0'4'0,"0"0"16"0,11-44-9 0,-11 34-7 0,-6 3-3 16,-7 2 4-16,-3 3-5 16,-3 2-1-16,0 0 5 0,0 10 17 15,1 3-1-15,3 2-12 16,4 3-7-16,1 0 0 15,8 0-1-15,2-1-1 16,0-2 0-16,0-3-1 16,7-3 3-16,5-5-1 15,-2-1-1-15,4-3 4 0,-3 0-2 16,0-7 2-16,3-6 1 16,-4-3 2-16,3-2 2 15,0-1 1-15,-2 1-3 16,-2 3-2-16,-2 6 0 15,-3 2 1-15,0 7 11 0,-4 0-11 16,0 15-2-16,0 7 1 16,2 6-3-16,-2 8 2 15,0 2-1-15,0 9-1 16,0-2 0-16,0 1 0 16,0-1-4-16,0-3-19 0,0-6 12 15,-4-7 6-15,-2-6 3 16,3-7 2-16,1-5-1 15,-3-6 0-15,2-5 0 16,2-1 8-16,0-16-3 16,1-2-6-16,0-9 3 15,0-3 0-15,10-6 0 0,-2-2-1 16,4-1 1-16,3-2-2 16,1-1-1-16,2 1 1 15,-3 2 0-15,0 1 1 16,-3 4-2-16,0-2 2 15,-2 7-2-15,-3 2 3 0,-2-1-1 16,-1 8-2-16,-1 3 1 16,-3 4-1-16,0 7 2 15,0 7-4-15,0 1-5 16,-3 15 4-16,-5 6 0 0,3 2 2 16,-1 4 2-16,4 0 0 15,2-1-1-15,0-4 1 16,10-5 1-16,1 2 1 15,3-5 6-15,-1-2 4 16,3-3-4-16,-5 0 0 0,1 0 1 16,-3-1-5-16,-7 2-2 15,-2 2 0-15,-3 4-1 16,-19 4 2-16,-9 6-7 16,-8-1-32-16,-8-1-55 15</inkml:trace>
  <inkml:trace contextRef="#ctx0" brushRef="#br0" timeOffset="-205965.2">12328 17267 39 0,'-9'2'94'0,"1"-1"-90"0,1-1 5 0,5 3 10 16,-1-2-11-16,3-1-1 15,0 3-4-15,4-3 5 0,6 1 6 16,3 2 4-16,4-1-2 16,5-2-5-16,0 0-5 15,11 0 5-15,5 0-2 16,9 0-5-16,7 0-2 16,9 0 0-16,10 0-1 0,10 0 0 15,9 0-1-15,8 0 0 16,7 0 2-16,10 0-1 15,3 0-1-15,8 0 8 16,4-5 19-16,8-3 8 16,2-4-8-16,5-3-9 0,-1 2-8 15,-2 0-6-15,-3 0-2 16,-7 2 1-16,-9 4-1 16,-13 3 2-16,-16 2-3 15,-17 2 0-15,-16 0-1 16,-15 3 1-16,-17 4-2 0,-11 1-18 15,-11-1-23-15,-7-3-12 16,-2-4-40-16</inkml:trace>
  <inkml:trace contextRef="#ctx0" brushRef="#br0" timeOffset="-205374.64">15601 16834 174 0,'0'0'6'0,"0"0"12"0,0 0-5 0,0 0-9 0,-16-36-1 15,16 26 4-15,0-1-3 16,7 1 1-16,5-1 3 16,5-1 5-16,5 1-6 0,0 1-4 15,6 0-2-15,5-1 0 16,0 2 6-16,7 1 8 15,4-1 4-15,4 2-3 16,4 1-4-16,-1 2-6 16,2 0-3-16,-1 1-3 15,-3 2 1-15,-2-1-2 0,-7 2 2 16,-5 0-1-16,-5 0 1 16,-8 0-1-16,-7 0-2 15,-9 0-27-15,-6 0-36 16,-5 0-53-16</inkml:trace>
  <inkml:trace contextRef="#ctx0" brushRef="#br0" timeOffset="-205167.08">16241 16572 252 0,'0'0'2'0,"48"-5"19"15,-21 5 10-15,0 1-14 16,0 12 2-16,-3 10-5 16,-4 5-7-16,-5 9-6 0,-11 13 2 15,-8 6-5-15,-33 10-50 16,-26 2-96-16</inkml:trace>
  <inkml:trace contextRef="#ctx0" brushRef="#br0" timeOffset="-198301.21">17058 16541 232 0,'4'-5'11'0,"-2"0"-3"0,1 0-4 0,1 2-2 16,-1 0-2-16,-3 1 0 0,0 2 0 16,0-1-3-16,0 0 6 15,0-1 7-15,0 1 3 16,-5 1-4-16,1-1-7 15,-1 1-2-15,-8 0-13 16,4 0 2 0,0 0 5-16,1 1 4 0,-3 3 4 15,3-1-1-15,-1 1 1 16,-1-1 0-16,2 1-2 16,-2-1 0-16,3 0 1 15,0 0-1-15,0 1 1 16,2-1 3-16,3 2-1 0,-2 4-2 15,2 2 1-15,1 1 0 16,0 5 0-16,1 2-1 16,0 3 0-16,0 2 0 15,0 1 0-15,0 3-1 0,0-1 0 16,0 0 7-16,1 1 6 16,2 2 1-16,1 1-2 15,-2 1-3-15,2 0-2 16,4 2 0-16,-1-1 4 15,4-6-2-15,6 2 3 0,6-6-5 16,13-3 6-16,8-4 0 16,13-2-10-16,13-7-6 15,14-7-57-15,10-5-61 16</inkml:trace>
  <inkml:trace contextRef="#ctx0" brushRef="#br0" timeOffset="-197418.26">21566 16365 109 0,'0'0'0'0,"0"0"-10"15,0 0 7-15,0 0 3 0,0 0 3 0,0 0 7 16,0 0 5-16,0 0 15 15,0 0 9-15,0 0-10 16,0 0-16-16,0 0-7 0,0 0-4 16,28 7-1-16,-15-7-1 15,0 0 0-15,3-3 1 16,-2 2 1-16,3-2-2 16,-5 2 2-16,5-1 2 15,-4 1 2-15,0-3 0 16,-3 2-3-16,-1 2-2 0,-1 0-1 15,-2 0 1-15,-2 0-1 16,-2 0 0-16,2 5 0 16,-4 2 0-16,1 1 1 15,-1 5 2-15,0 3 2 16,2 3 4-16,0 3 1 0,2 3 2 16,2 2-2-16,2 7-4 15,0 0-2-15,3 3-2 16,-1-1-2-16,0 1 1 15,0 0-1-15,1-4 2 16,-4-2 4-16,-1 0-1 0,-4 0-3 16,-2-2-2-16,-7 2-1 15,-19-3-9-15,-16 2-47 16,-20-6-106-16</inkml:trace>
  <inkml:trace contextRef="#ctx0" brushRef="#br0" timeOffset="-195592.23">18112 16940 332 0,'11'-4'8'0,"-1"-2"5"0,1 2 9 16,0 3-8-16,2 1-9 15,-1 0-3-15,0 13-4 0,-2 3 1 16,-2 7-1-16,-2 6-3 15,-6 2-20-15,-9 0-43 16,-8-2-144-16</inkml:trace>
  <inkml:trace contextRef="#ctx0" brushRef="#br0" timeOffset="-195065.98">19332 16940 321 0,'0'0'9'0,"0"0"-8"0,0 0 10 0,0 0 10 15,0 0-14-15,0 0-2 16,39 19-1-16,-33-5-1 15,2 6-3-15,-3 1 0 16,-1 6-1-16,-4 0-5 16,0 0-30-16,-16-2-28 0,-4-3-104 15</inkml:trace>
  <inkml:trace contextRef="#ctx0" brushRef="#br0" timeOffset="-194631.45">20421 17011 315 0,'0'0'17'0,"0"0"-15"0,0 0 4 0,41 16 14 0,-30-6-8 16,-4 4-5-16,-1 7-5 16,-6 5 0-16,0 5-3 15,-15 2-15-15,-18 0-61 16</inkml:trace>
  <inkml:trace contextRef="#ctx0" brushRef="#br0" timeOffset="-193614.15">13071 17826 298 0,'0'0'4'0,"0"0"-3"0,-38-2-1 0,26 5-1 16,0 8 0-16,-2 6-1 16,3 2 4-16,3 5-1 15,4 0 0-15,4 3 1 0,0-2 0 16,9-1-1-16,9-5-2 16,4-5-2-16,3-4 0 15,2-8-1-15,2-2 2 16,-2-3 2-16,0-10-1 15,0-4 2-15,-3-3-1 0,-3-4 2 16,-4-2 5-16,-5-1 0 16,-6 2 2-16,-6-1 1 15,-2 2-3-15,-12 4 2 16,-1 4-4-16,-6 5-4 16,1 5-3-16,-2 6 3 0,2 2-2 15,0 13-7-15,5 3-13 16,4 6-12-16,3-2-57 15</inkml:trace>
  <inkml:trace contextRef="#ctx0" brushRef="#br0" timeOffset="-193193.45">13335 17866 317 0,'0'0'-4'0,"0"0"7"16,0 0 1-16,0 0-1 16,0 0-3-16,0 0-2 15,0 0 1-15,0 0 1 16,0 0 0-16,39 33-1 16,-33-13 2-16,0 1-4 0,-3-2-10 15,0-1-9-15,-2-2 5 16,-1-3-5-16,1-4 6 15,-1-4 8-15,3-5 10 16,-1 0-4-16,0-3 5 0,1-10-1 16,4-4 5-16,-1-3 5 15,1 0 4-15,0-1 1 16,4 3 4-16,0 2-6 16,0 2-2-16,5 5-4 15,-3 5-5-15,5 1-1 16,-1 3-3-16,1 2 1 0,-1 10-1 15,-2 2-1-15,-2 2-6 16,-5 1-9-16,0 3-10 16,-4-4-29-16,1-3-54 15</inkml:trace>
  <inkml:trace contextRef="#ctx0" brushRef="#br0" timeOffset="-192867.29">13751 17947 349 0,'0'0'-1'0,"0"0"-5"0,0 0 9 0,0 0-2 16,0 0 0-16,38-46-1 16,-32 33 0-16,-2-2 0 15,-2 3 1-15,-2 2-1 0,0 0 0 16,-2 3 0-16,-6 1 0 15,-1 5-4-15,-3 1-5 16,-3 0 1-16,1 10 1 16,1 5 10-16,4 5 0 15,0 1 2-15,7 5 1 16,2 0-2-16,2-2-3 0,9 0 1 16,4-1-2-16,4-2 0 15,0-3-4-15,4-4-15 16,-2-7-61-16,3-7-126 15</inkml:trace>
  <inkml:trace contextRef="#ctx0" brushRef="#br0" timeOffset="-192447.25">14311 17553 338 0,'0'0'-4'0,"0"0"7"16,0 0-4-16,3 51 2 16,-3-24 0-16,0 7 0 15,0 0-2-15,-2 3 1 0,1-3 2 16,1 1-3-16,0-4 2 16,0-2-1-16,0-6-3 15,0-5-3-15,0-2-3 16,0-5 4-16,5-7-1 15,1-4 0-15,1 0 2 0,2-6 4 16,2-10 0-16,0-6 0 16,3-3 0-16,-1-2 1 15,1 0 0-15,-1 4 2 16,1 2 9-16,1 5 0 16,-1 6-3-16,-4 4-2 15,2 5-7-15,1 1 1 0,-2 10-1 16,0 4-1-16,-2 6 0 15,-2 4 1-15,-1 1-4 16,-1 1-5-16,-3-1-13 16,-1 0-26-16,1-2-80 0</inkml:trace>
  <inkml:trace contextRef="#ctx0" brushRef="#br0" timeOffset="-191955.32">14680 17862 349 0,'0'0'-3'0,"0"0"5"16,0 0-5-16,0 0-6 15,0 0-17-15,0 0 2 16,-22 53 20-16,20-33 4 0,2-3 0 16,0-3 1-16,6-3-1 15,4-3 1-15,1-3-1 16,3-5 0-16,-1 0 1 15,0 0 0-15,0-7-1 16,-4-6-2-16,-3 1-1 16,-6-4 3-16,0 0 1 0,-4-2-1 15,-7 0 1-15,-5-2 0 16,1 3-1-16,1 1 1 16,1 1-1-16,3 1 4 15,6 3 4-15,4-1-6 16,0 0-2-16,4 0 0 0,10-2-1 15,2-1 0-15,4 0-1 16,0 2 2-16,-2-1 0 16,2 4 0-16,-5 3 0 15,-1 6 6-15,-3 1 2 16,1 9-4-16,-3 12 3 0,2 4 0 16,2 6 0-16,-4 2-3 15,-2 3-1-15,1 1 1 16,-3-2-4-16,0-1 1 15,-1-1 0-15,-1 0-2 16,1-5-30-16,-2-7-55 0</inkml:trace>
  <inkml:trace contextRef="#ctx0" brushRef="#br0" timeOffset="-191799.95">14880 17932 401 0,'0'0'5'0,"0"0"-12"0,0 0 5 0,46-12-6 15,-28 5-45-15,2-1-28 0,0-1-152 16</inkml:trace>
  <inkml:trace contextRef="#ctx0" brushRef="#br0" timeOffset="-191284.22">15476 18018 196 0,'0'0'0'15,"0"0"2"-15,0 0 3 16,0 0 3-16,0 0 10 0,0 0 10 15,0 0 1-15,0 0-7 16,0 0-10-16,38-2-2 16,-32-11-6-16,-5-3-3 15,-1 1-1-15,0-2-1 16,-1 2 0-16,-8 1 1 16,-2 4 0-16,0 4 0 0,-2 5-2 15,-1 1 3-15,1 6 4 16,3 11-2-16,4 1-3 15,4 6 1-15,2 1-1 16,2 0-2-16,10-1 2 0,2-3 0 16,5-3 1-16,1-4-1 15,3-6-4-15,1-3-17 16,-2-5-44-16,0 0-101 16</inkml:trace>
  <inkml:trace contextRef="#ctx0" brushRef="#br0" timeOffset="-190951.95">15662 17963 310 0,'0'0'8'0,"0"0"25"15,0 0-9-15,0 0-23 16,0 0-2-16,0 0 3 16,0 0-1-16,27 45 0 0,-19-23-1 15,-3-1 0-15,1-2 0 16,-4-1-5-16,0-4-6 15,-2-4-3-15,0-3 3 16,0-4 8-16,1-3 1 0,2-6-6 16,1-7 10-16,2-5 1 15,1-4-3-15,2-1 2 16,2 0 1-16,2 5 1 16,0 3 4-16,1 5 0 15,1 6 5-15,2 4-4 0,-2 0-5 16,3 14-5-16,0 1 0 15,-3 4 2-15,1 1-13 16,-3 0-26-16,-2-2-28 16,1-6-99-16</inkml:trace>
  <inkml:trace contextRef="#ctx0" brushRef="#br0" timeOffset="-190621.73">16091 18004 81 0,'0'0'242'0,"0"0"-232"16,0 0 6-16,0 0-6 16,0 0-13-16,0 0-6 15,0 0-2-15,-33 43 6 16,31-26 4-16,2-2 1 16,2-6-3-16,8-2 2 0,3-5 0 15,3-2 1-15,2-3-5 16,4-9 7-16,-3-3-2 15,-2-2 1-15,-3-2 0 16,-4 1 1-16,-5 2 7 16,-5-1 3-16,0 3-2 15,-7 4-4-15,-6 3-6 0,-5 5-2 16,-3 2-6-16,2 6-5 16,3 8 3-16,3 4-16 15,1 0-21-15,6-3-63 16</inkml:trace>
  <inkml:trace contextRef="#ctx0" brushRef="#br0" timeOffset="-190027.83">16352 18014 109 0,'0'0'232'0,"0"0"-235"15,0 0 2-15,33-40 1 16,-33 36-4-16,-6 4-22 15,-9 0 13-15,-1 10 10 16,-1 4 5-16,2 6 3 16,1 1-2-16,7-2-3 0,6-3 2 15,1-1-7-15,8-5-8 16,8-6 0-16,3-4 8 16,5 0-9-16,2-12-8 15,1-6 16-15,0-4-1 16,-2-7 10-16,-4-2 20 0,-2-6 9 15,-3 0-10-15,-8-4-5 16,-3 0-5-16,-5 1-3 16,0 5 1-16,0 5-5 15,-9 10 0-15,-3 11 2 16,0 9-9-16,-3 11 5 0,1 13-3 16,0 10-11-16,1 6-7 15,6 2 4-15,2 0 1 16,5-5-9-16,0 0 6 15,5-7 11-15,4-4 4 16,6-1 1-16,3-9 0 0,-1-1 0 16,5-7 0-16,0-5 4 15,4-3 6-15,2 0 11 16,1-11-13-16,0-7-3 16,-2 0 0-16,-2-6-3 15,-4 2 9-15,-5 4-6 16,-5 2-1-16,-7 8 10 0,-3 5 24 15,-1 3 9-15,0 9-38 16,-5 5-11-16,-1 4 3 16,3 3 0-16,3 1-6 15,0-3 8-15,5-2-4 16,13-1-22-16,0-6-19 16,8-6-32-16,1-4-94 0</inkml:trace>
  <inkml:trace contextRef="#ctx0" brushRef="#br0" timeOffset="-189927.84">17063 18010 396 0,'0'0'29'0,"0"0"-41"0,0 0-15 0,0 0-62 16</inkml:trace>
  <inkml:trace contextRef="#ctx0" brushRef="#br0" timeOffset="-189485.26">17653 17635 200 0,'0'0'-13'0,"0"0"15"0,-16-44-2 16,2 35 6-16,-3 4 3 16,-3 3 8-16,2 2 3 15,-3 0 4-15,1 2-3 16,0 5-14-16,1-1-10 16,0 2-6-16,1 2 6 0,3-1 3 15,4 3 0-15,2 3 0 16,-1 6-2-16,4 2 0 15,2 6 0-15,0 2 0 16,3 4 4-16,1 1 0 16,0 0 10-16,0 1 13 0,7-2 6 15,2 1 1-15,5-2 4 16,1-1-1-16,5-2-18 16,4 0-11-16,8-1-4 15,3-4-1-15,8-4-2 16,7-6-44-16,6-6-53 0,8-9-126 15</inkml:trace>
  <inkml:trace contextRef="#ctx0" brushRef="#br0" timeOffset="-188844.69">22099 17465 213 0,'0'0'8'0,"0"0"5"0,0 0-3 0,0 0-6 0,0 0-3 16,0 0 0-16,0 0-1 16,0 0 1-16,0 0 0 15,0 0 4-15,0 0 8 0,-19 0 1 16,19-2 0-16,3 1-5 15,10-3-8-15,1 0 0 16,6-1 0-16,4 1 0 16,3 2 4-16,2 2-1 15,2 0 7-15,0 2-4 0,0 12-1 16,-4 7-2-16,-4 10-3 16,-5 9 0-16,-9 8-2 15,-8 6 1-15,-3 4 1 16,-20 1-2-16,-15 0 0 15,-13 0-11-15,-14-5-36 0,-12-9-117 16</inkml:trace>
  <inkml:trace contextRef="#ctx0" brushRef="#br0" timeOffset="-188048.46">18158 17805 170 0,'0'0'45'0,"0"0"-2"0,0 0-9 16,0 0-13-16,0 0-4 15,0 0-5-15,0 0 0 0,0 0-3 16,0 0-7-16,0 0 3 15,0 0 11-15,-5 44-1 16,6-16-12-16,8 1-3 16,3 3 2-16,2 0-12 15,0-1-29-15,2-4-12 0,2-7-83 16</inkml:trace>
  <inkml:trace contextRef="#ctx0" brushRef="#br0" timeOffset="-187515.2">18877 17864 250 0,'0'0'2'0,"0"0"-1"0,0 0-1 0,0 0 0 16,0 0 1-16,-42 22-1 15,33-10 0-15,5 2 0 16,3 1 1-16,1 1-1 16,0 1-1-16,0-4 1 0,9-3-1 15,4-3-1-15,6-5 2 16,1-2 1-16,4 0 0 15,5-5-1-15,0-5-1 16,0-1-7-16,-1-2 7 16,-3-3 0-16,-6-1 14 0,-5 2 1 15,-5-2 0-15,-7-1 4 16,-2 3-9-16,-4 3-8 16,-12 3-11-16,-6 3-33 15,-6 4-71-15</inkml:trace>
  <inkml:trace contextRef="#ctx0" brushRef="#br0" timeOffset="-186954.6">19895 17841 152 0,'0'0'19'0,"0"0"21"0,0 0 8 0,-36-3-10 15,26 3-8-15,-1 0-4 0,0 0-2 16,-1 0-12-16,-2 4-10 16,3 3-2-16,-3 3-2 15,3 3-11-15,2 3-3 16,2-1 1-16,4 1-5 15,3 0-1-15,2-4 8 16,11-5 4-16,6-3-3 0,4-3-4 16,4-1 2-16,3-1-2 15,2-8 2-15,-1-2 14 16,-1-1 1-16,-1-1 2 16,-4-1 24-16,-4 0 2 0,-5-5-10 15,-9 1 0-15,-5 1-5 16,-2 1-9-16,-5 3-7 15,-10 5 4-15,-8 5-17 16,-2 3-13-16,-1 0-2 16,1 10-50-16</inkml:trace>
  <inkml:trace contextRef="#ctx0" brushRef="#br0" timeOffset="-186417.9">20869 17785 261 0,'0'0'7'0,"0"0"3"0,0 0 9 0,0 0-9 0,0 0-8 16,-45-20-1-16,26 20 1 15,-6 1 2-15,-1 7-3 16,0 5-1-16,1 2 1 15,2 0-9-15,6 2-10 0,4-2-8 16,6-3-9-16,7-1-13 16,0-4 11-16,12-1 31 15,5-5 7-15,6-1 5 16,4 0 4-16,2-1-6 16,2-8-3-16,2 1 2 0,-4-2 15 15,-2-3 12-15,-7-1 9 16,-3-2-10-16,-7 1-4 15,-6-4-5-15,-4 4-1 16,-4 2-13-16,-13 1 0 16,-6 5-15-16,-6 7-18 0,-2 0-3 15,1 3-7-15,1 9-31 16,5-2-90-16</inkml:trace>
  <inkml:trace contextRef="#ctx0" brushRef="#br0" timeOffset="-185985.04">21807 17653 304 0,'0'0'28'0,"0"0"-14"0,0 0-8 0,0 0-4 16,0 0-4-16,0 0-1 16,-55 6-2-16,35 11-2 0,-1 0 5 15,1 3 1-15,6 0-2 16,6 0-8-16,3-6-4 15,5 0-5-15,5-5 12 16,10-6 6-16,5-2 1 16,8-1 1-16,1-3 2 15,4-8 0-15,-3-2 1 0,-2 0 10 16,-6-4 12-16,-4 0 1 16,-7-1-1-16,-11-3 2 15,0 1-17-15,-22 0-13 16,-11 3-26-16,-19 4-41 15,-14 3-101-15</inkml:trace>
  <inkml:trace contextRef="#ctx0" brushRef="#br0" timeOffset="-184501.58">18104 18260 281 0,'9'0'3'0,"-3"-2"1"0,-2-5 10 0,-4 4 10 0,0-1 0 15,-2 1-11-15,-10 2-2 16,-3-1-2-16,-6 2-2 15,-4 0-1-15,0 0-5 16,-4 3 1-16,-3 2-1 0,2 0 0 16,-1 3 0-16,3 0 0 15,1 1-1-15,1-1 0 16,6 1 1-16,4 0-2 16,5 0 1-16,6 2-2 15,4-1-5-15,1 3-9 16,6 1 9-16,8 3 0 0,3 3-8 15,5 3 5-15,0 2-9 16,1 1-17-16,-3 1-66 16,1 0 65-16,-6-3 1 15,-1 0-12-15,-1-5 20 16,3-4 34-16,-1-5 17 0,8-5-2 16,1-4-4-16,8-1-4 15,2-6-11-15,6-7-22 16</inkml:trace>
  <inkml:trace contextRef="#ctx0" brushRef="#br0" timeOffset="-184143.03">18663 18351 150 0,'0'0'144'0,"0"0"-141"0,-38 5-3 0,20 4 2 16,0 2 1-16,0 1-3 16,1 3 1-16,4 2 0 15,5-2 4-15,2 1 1 0,6-1-6 16,0-1 0-16,6-4-9 16,8-3-12-16,4-4 7 15,6-3 2-15,1 0 11 16,-1-6 2-16,3-7-2 15,0-1 1-15,-4-3 3 16,-1 0 0-16,-7-3 3 0,-4 1 7 16,-9-1 9-16,-2 1-2 15,-4 2-6-15,-12 5-8 16,-4 5-6-16,-6 5-21 16,-2 2-11-16,-5 2-50 0,4 7-113 15</inkml:trace>
  <inkml:trace contextRef="#ctx0" brushRef="#br0" timeOffset="-183865.22">19228 18294 431 0,'0'0'11'0,"0"0"-11"0,0 41 1 0,0-20-2 0,0 2-24 15,0-1-22-15,0-1 2 16,5-3-24-16,-2-4-118 15</inkml:trace>
  <inkml:trace contextRef="#ctx0" brushRef="#br0" timeOffset="-183431.48">19964 18284 198 0,'0'0'112'15,"0"0"-92"-15,-40 9-12 16,27 0 0-16,-1 2-4 15,2 3-3-15,0 1-1 16,6 2 0-16,1 0 0 0,5-2-10 16,0-1-7-16,10-6-8 15,6-1 3-15,4-4 9 16,0-3 13-16,5 0-2 16,1-6 2-16,-1-5 0 15,-2 0 0-15,-3-1 2 0,-3-3 5 16,-7-1 7-16,-5-1 6 15,-5 1 1-15,0-1-1 16,-12 3-11-16,-6 4-8 16,-5 6-6-16,-1 4-20 15,-5 0-22-15,2 6-69 16</inkml:trace>
  <inkml:trace contextRef="#ctx0" brushRef="#br0" timeOffset="-183013.29">20640 18281 293 0,'0'0'10'0,"0"0"9"16,0 0-14-16,-53 4-2 15,24 5-9-15,-4 2 3 16,2 3 3-16,2 1 0 16,4 2 0-16,7-2-1 15,9 1-13-15,8-3-23 0,1-2-9 16,19-4-11-16,4-3 19 16,9-3 34-16,2-1 7 15,6-2 10-15,0-5 7 16,1-4 10-16,-2-1 5 15,0-1 6-15,-7-2-8 0,-4-1-6 16,-5 0-5-16,-12-2-7 16,-7 1-3-16,-4 2-5 15,-11 2-6-15,-11 6-10 16,-7 5-14-16,-3 2 20 16,-1 2-7-16,-2 9-20 0,6-1-47 15,4 0-110-15</inkml:trace>
  <inkml:trace contextRef="#ctx0" brushRef="#br0" timeOffset="-182636">21438 18230 322 0,'0'0'2'0,"0"0"9"0,0 0-10 0,-62 35-1 15,33-17-1-15,0 1-8 16,2 1 2-16,8-4-5 0,5 0-17 16,8-5-10-16,6-3-2 15,5-5-9-15,10-3 25 16,9 0 27-16,5-4 0 15,-1-7 10-15,6-1 23 16,-2-2 8-16,-3 0 4 0,-6-2-12 16,-4 2-4-16,-9-1-6 15,-5 0-1-15,-5 5-7 16,-8 1-16-16,-8 4-8 16,-8 2-20-16,1 3-9 15,-4 0-29-15,4 0-57 0</inkml:trace>
  <inkml:trace contextRef="#ctx0" brushRef="#br0" timeOffset="-182165">21822 18161 95 0,'0'0'82'15,"0"0"-73"-15,0 0-25 16,0 0 0-16,0 0 14 16,36-10 2-16,-16 2 1 0,1 0 19 15,2-1 17-15,1 2 9 16,1-1-19-16,-2 2-5 15,-1 0-5-15,-2 5-5 16,-3 1-5-16,-5 0-2 16,-4 7-3-16,-1 10-3 15,-4 1 4-15,0 5-2 0,-1 4 0 16,4 0-1-16,-3 2-3 16,4-1 0-16,3-1-2 15,4-1 0-15,1-2 3 16,-1-3 2-16,0-3 0 15,-3-3 0-15,-1-3 1 0,-9-3 0 16,-1-5 2-16,-3 0 0 16,-16-4 11-16,-3 0-15 15,-9 0-14-15,-2-5-23 16,-1-7-17-16,1-6-47 16</inkml:trace>
  <inkml:trace contextRef="#ctx0" brushRef="#br0" timeOffset="-181485.9">22616 17449 203 0,'0'0'6'0,"0"0"12"0,0 0-3 0,0 0-4 16,0 0-2-16,48-27-1 15,-33 27-2-15,-1 0-2 16,1 1-1-16,-1 8-1 16,-1 4-1-16,-3 7 1 0,-4 5-2 15,-5 5 0-15,-1 8-2 16,0 3 2-16,0 1 4 16,0-1-3-16,0-3-1 15,0-4 0-15,3-7 1 16,5-6-1-16,5-3 0 0,1-3 2 15,2-6-2-15,2-2 4 16,-2-3 7-16,0-1-5 16,-2-3-4-16,-4 0-2 15,-5 1 0-15,-3 1 1 16,-2 3-4-16,0 5-8 0,-7 2 11 16,-5 6 1-16,-2 2-1 15,1 4 1-15,-1 3-2 16,3 0-10-16,6 2-6 15,1-4-9-15,3 2 17 16,1-4 9-16,0-2 3 0,1-2 16 16,3-1 7-16,-4-1-7 15,0 0-9-15,0 0-5 16,-7 0 1-16,-6-3-3 16,-3-1-1-16,-4 0-2 0,-7-6 1 15,1 0-2-15,1-5-15 16,1-2-36-16,1-7-124 15</inkml:trace>
  <inkml:trace contextRef="#ctx0" brushRef="#br0" timeOffset="-180851.58">22686 17372 257 0,'0'0'-23'0,"38"-5"24"0,-19 5-1 0,-4 2 0 0,-3 10-4 16,-4 5 2-16,-2 4 9 16,-6 5-1-16,0 3 1 0,0 5 1 15,-2-1-1-15,-4 5-5 16,0-2-1-16,0-2-1 16,4 0 0-16,2-6-1 15,0-2-1-15,13-2-6 16,3-5 2-16,6-4 3 0,3-4 3 15,4-2 1-15,-1-5 10 16,0-3 11-16,1 2-1 16,-4-2-12-16,-6-1-7 15,-5 0-2-15,-8 3 2 16,-6 0-4-16,0 5 4 0,-15 2 13 16,-4 4-15-16,0 7 1 15,-4 2-1-15,1 6 0 16,2 0 1-16,4 5-1 15,5 1 0-15,7 0 1 16,4 1 2-16,0-2 10 16,7 1 8-16,6-4 0 0,1-1-10 15,-2-4 1-15,-3-1-6 16,-4-5 1-16,-5 1 1 16,-1-2 2-16,-15-3 1 15,-11-1 5-15,-10 0-14 16,-12-1-5-16,-6-3-36 15,-13-4-38-15,-3-7-72 0</inkml:trace>
  <inkml:trace contextRef="#ctx0" brushRef="#br0" timeOffset="-177100.06">17669 17622 100 0,'-12'4'8'0,"-1"-1"25"0,2-1 8 0,-1 0-18 16,1 0-6-16,1-1-8 0,-1-1-3 16,3 0 1-16,0 0 5 15,-2 0 0-15,3 0 0 16,-1 0-3-16,1 0-5 15,-5 4-3-15,0 4-2 0,0 2-1 16,-2 4-10-16,0 4-3 16,-2 4-1-16,3 7 7 15,0 0 7-15,4 11 2 16,3 1 1-16,6 3 0 16,0-1 4-16,9 0 8 15,11-4 0-15,10-1-6 0,13-8-5 16,13-7-1-16,13-6 0 15,15-11 2-15,10-6-49 16</inkml:trace>
  <inkml:trace contextRef="#ctx0" brushRef="#br0" timeOffset="-176181.4">21945 17484 208 0,'0'0'3'0,"0"0"2"0,0 0-3 16,0 0 2-16,0 0-4 0,0 0-1 16,41-28 5-16,-23 22 3 15,4 3 9-15,-1-1 3 16,5 4-4-16,0 0-2 16,1 0-2-16,4 12-2 15,-1 3-1-15,2 6 0 0,0 5-3 16,-4 8-2-16,-3 1-1 15,-3 8 2-15,-6 1-4 16,-12 3 0-16,-4 6-1 16,-9 1 1-16,-15 1-24 15,-14-1-37-15,-5-5-75 0</inkml:trace>
  <inkml:trace contextRef="#ctx0" brushRef="#br0" timeOffset="-174032.61">17975 18147 50 0,'2'0'27'0,"-2"0"-21"0,2 0 0 0,0 0 4 0,0 0-8 15,-2 0 3-15,1 0 9 16,0 0 8-16,0 0 13 16,1 0-11-16,2 0-15 0,0 0-4 15,4 0-2-15,1 0 0 16,3 0-2-16,5 0-1 15,3 0 1-15,4 0-1 16,3 0 1-16,6 1-1 16,5 0 1-16,1 2 6 15,3-2 5-15,5-1-2 16,-1 0-6-16,7 0 4 0,2 0-6 16,4 0 0-16,5-2-2 15,3-3 1-15,2 0-1 16,3-2 0-16,2-1 1 15,1 0-1-15,-2-1 2 0,2 2-2 16,-1-1 0-16,1 1 0 16,4-1 1-16,3 1-1 15,5-1 0-15,2-1 0 16,0 2 0-16,1-3 1 16,-1 2-1-16,1-4 0 15,-2 4 1-15,4-3 5 0,4-1 0 16,1 4-5-16,1-2 0 15,1 1-1-15,2 3 2 16,-1 2-2-16,0 1 2 16,2-1 0-16,1 4-2 0,0-1 0 15,-5-1 2-15,1 0 2 16,-5 0-1-16,-3-1-1 16,-4-1-1-16,-3 1 0 15,-3-1-1-15,-7 1 0 16,-6-1 1-16,-6 0 0 0,-6 2 3 15,-7-2 6-15,-5 0-3 16,-7-2-4-16,-6 1-2 16,-4-3 0-16,-5 2 0 15,-9-4 0-15,-4 0 0 16,-4-1 5-16,-4-3 6 0,-1-2-6 16,0-2-5-16,-6-2 0 15,-3-1-2-15,-3-1-5 16,-3 0-5-16,-2 0-4 15,-5 2 8-15,-2-1 7 16,-2 1 0-16,-3 0 3 16,-1 1-3-16,-3 1 2 0,-1 0 0 15,-4 0 0-15,-1 1-1 16,-6 1 0-16,1-1-1 16,-4 1 2-16,0 2 0 15,-5-2 3-15,-2 4-3 0,-2-1 1 16,-3 1 0-16,-6 0-1 15,-1 2 1-15,-3-2-2 16,-4 1-1-16,-5 1 2 16,-4 0-2-16,-3 3 0 15,-5 0 1-15,-1 3-2 0,-2 1 1 16,-2 3 0-16,-4 0 0 16,3 0 0-16,-2 7 0 15,-3 4 0-15,-1 1 0 16,1 3 0-16,-3 0 0 15,0 3 0-15,0 2-2 16,0-2 2-16,2 3-1 0,-2-1-5 16,5 2-6-16,3-2 3 15,-1-3 2-15,4 1 5 16,0-4 1-16,3 2 1 16,1-2-1-16,1 2-3 0,5-3 6 15,7 1-2-15,-1 3 1 16,8-3 0-16,2 0 2 15,5 3-2-15,3 0 0 16,3 2 2-16,2 1-6 16,5 1 3-16,4 4 0 0,4 1-1 15,2 5 1-15,5 2-1 16,4 4-6-16,4 3-2 16,6 2-3-16,6 1-8 15,6-5 7-15,7-1 4 16,2-7 7-16,15-6 2 15,10-5-1-15,13-8-2 0,9-4-3 16,12-7 4-16,10 0 0 16,11-15 2-16,7-4 0 15,5-4-1-15,3-2 0 16,1-4 0-16,1-2-148 16</inkml:trace>
  <inkml:trace contextRef="#ctx0" brushRef="#br0" timeOffset="-172623.62">17146 16472 42 0,'4'-9'5'0,"2"2"14"0,-4 0-10 15,1 1-3-15,-2 1 0 16,0 1 4-16,-1 1 8 0,0 1 13 15,0-2 8-15,0 2-6 16,-2-2-1-16,-1 3-15 16,-1-1-8-16,-2 1-6 15,-1 1-4-15,-4 0-5 16,-2 0-13-16,-2 0 6 0,-2 4 9 16,-5-1 3-16,-1 0 0 15,4 1 6-15,-3-2-4 16,2 1 2-16,1 3-2 15,1-3 0-15,3 3-1 16,1-3-1-16,3 3-3 16,4-1-2-16,-2-1 3 0,4 1 1 15,1 0 4-15,2 1-4 16,0 1 2-16,2 4-1 16,0 2 1-16,0 0 0 15,0 4 0-15,0 6 1 16,3 0 1-16,0 5-2 0,-3 2 0 15,0 2 0-15,0 1 1 16,0 1-1-16,0-1 2 16,-5 0 2-16,2 1 1 15,3 0 1-15,0 0-2 16,0 1 2-16,2-1-1 0,8 0-3 16,2-1 0-16,1 1-1 15,3-1-2-15,1-3-29 16,6-5-73-16</inkml:trace>
  <inkml:trace contextRef="#ctx0" brushRef="#br0" timeOffset="-165145.99">18035 16922 113 0,'-4'0'31'0,"2"0"13"0,-1 0-7 0,2 0-4 0,0 0-1 15,0 0-14-15,1 0-2 16,0 0-5-16,0 0-9 16,0 0 0-16,1 0-6 15,7 7 3-15,1 5-3 0,2 6-7 16,1 5-4-16,-4 3-15 16,0 0-10-16,-2-2-95 15</inkml:trace>
  <inkml:trace contextRef="#ctx0" brushRef="#br0" timeOffset="-164768.1">19322 16872 289 0,'0'0'16'0,"0"0"-3"0,0 0-1 0,0 0-11 16,37 19-1-16,-36 3-6 0,-1 8-6 16,-15 4-30-16,-11 2-128 15</inkml:trace>
  <inkml:trace contextRef="#ctx0" brushRef="#br0" timeOffset="-161766.95">22891 16061 247 0,'0'0'-2'0,"0"0"9"0,0 0 6 0,0 0-11 0,0 0-4 16,0 0 1-16,0 0 1 0,2 41 0 15,0-21 1-15,1 3-2 16,2 4 2-16,-1-4-1 15,0 1 0-15,1-3 1 16,-1-5 0-16,2-2-1 16,-2-4 1-16,2-3-1 15,-1-3 1-15,3-4-2 0,-1 0 0 16,1-1 1-16,-1-9 5 16,1-4 0-16,3-3 1 15,-3 1 1-15,1 1-5 16,0 2-1-16,-3 6 0 15,0 4-1-15,-1 3 0 0,1 0-2 16,4 7 7-16,1 4-4 16,2 1 0-16,4-4 2 15,1-1 1-15,2-1 3 16,-2-3 0-16,1-3-6 16,1 0 0-16,-4-2-1 0,-1-8 1 15,-2-4 7-15,-3-1 9 16,-5-3 3-16,-4-3 10 15,-1 1 1-15,-2-1-15 16,-9-2-11-16,-2 2 0 16,-1 4-5-16,-3 1 0 15,1 6-4-15,-3 5-6 0,3 5-12 16,2 0-26-16,4 8 7 16,-2 2-25-16,6 3-87 15</inkml:trace>
  <inkml:trace contextRef="#ctx0" brushRef="#br0" timeOffset="-161431.09">23291 16099 242 0,'0'0'-14'0,"0"0"15"0,0 0-5 15,0 0 7-15,0 0 4 16,0 0-5-16,0 0 1 15,-8 38 7-15,7-30 4 16,1-2-4-16,0-1-3 16,7 0 0-16,4-1-2 0,1-4-6 15,4 0 3-15,-2 0 2 16,1-3-4-16,-2-7 1 16,-2 0 2-16,-1-2 1 15,-2-3 5-15,-4 0 0 0,-4-1 5 16,0 0-7-16,0 2-5 15,-10 3-3-15,-2 1 2 16,1 4-7-16,-2 6-15 16,0 0-10-16,3 0-7 15,-1 4-35-15,6 2-46 16</inkml:trace>
  <inkml:trace contextRef="#ctx0" brushRef="#br0" timeOffset="-161109.3">23408 16063 251 0,'0'0'2'0,"0"0"13"0,38-6 7 16,-24 6-10-16,-1 0-5 15,0 4-3-15,-4 8 2 16,0 2-6-16,0 3 4 16,-4-1-2-16,-1 2 0 15,0-4 1-15,-4-1-3 0,0-3-3 16,0-6 2-16,0-1 5 15,-6-3 2-15,2 0 7 16,1-6 9-16,-6-5 8 16,5-5-1-16,1-4-18 15,-2-4-9-15,4 0-4 0,1-1 2 16,0-1 5-16,6 3-4 16,1 3-14-16,6 5-31 15,-1 2 3-15,2 8 5 16,1 1-21-16,0 3-53 15,-1 1-32-15</inkml:trace>
  <inkml:trace contextRef="#ctx0" brushRef="#br0" timeOffset="-160796.23">23696 15984 251 0,'0'0'17'15,"0"0"5"-15,0 0-18 0,0 0-4 16,-45 16 0-16,30-5 1 15,1 2-2-15,4 2 1 16,4-3 1-16,3 0 1 16,3-2-2-16,0-3 0 15,9-4 0-15,2-3-4 0,5 0 4 16,1-8 1-16,3-7-12 16,-5-4-5-16,0-3 1 15,-3-3 7-15,-7-1 9 16,0-1 8-16,-5-2 22 15,0 3-13-15,-4 1-3 0,-4 2-8 16,0 5-2-16,-1 4-5 16,2 8-4-16,0 6-4 15,3 0-21-15,3 6-48 16,0 6-36-16</inkml:trace>
  <inkml:trace contextRef="#ctx0" brushRef="#br0" timeOffset="-160511.78">23798 15901 312 0,'0'0'-9'15,"0"0"15"-15,33-40 5 16,-19 28-8-16,2 4-1 16,-4 5-3-16,0 3 4 15,-5 0-4-15,-2 11-1 16,-4 5-3-16,-1 5 7 15,0 1-5-15,-4 1-7 0,-3-2 5 16,1-3 6-16,0-4-1 16,3-2 1-16,2-3 2 15,1-1 1-15,1-4 2 16,13-1-2-16,4-3 4 16,7 0 2-16,6-1-10 0,2-12-23 15,1-5-54-15</inkml:trace>
  <inkml:trace contextRef="#ctx0" brushRef="#br0" timeOffset="-160198.49">24197 15632 317 0,'0'0'6'15,"0"0"-7"-15,0 0 0 16,-16 56 2-16,16-31 0 0,10 2-1 15,1-1 2-15,1 2-1 16,0-4-1-16,-1-4 0 16,-2-6-6-16,0-3-5 15,-4-5 5-15,1-6 0 16,-2 0 2-16,0-8 5 0,0-8 8 16,2-6 5-16,-6-7 6 15,1-2 0-15,-1-2 0 16,2-1-7-16,-1 0-11 15,1 3-7-15,3 4-11 16,-2 4-11-16,2 8-9 0,-2 6-37 16,-2 6-55-16</inkml:trace>
  <inkml:trace contextRef="#ctx0" brushRef="#br0" timeOffset="-159892.28">24327 15804 84 0,'0'0'227'0,"0"0"-230"16,0 0 15-16,51-4-2 16,-33-10-9-16,0-2 0 15,-1-2-2-15,-3-3-6 16,-5 2 2-16,-3 2 4 0,-6 3 1 16,0 2-2-16,-2 5 5 15,-7 7 0-15,-3 0 0 16,-4 6-1-16,2 9-2 15,1 6 0-15,2 0 3 0,2 1-3 16,5-3 0-16,4-2 0 16,0-4 0-16,11-5 1 15,4-5-1-15,7-3-1 16,4 0 1-16,2-3-26 16,4-10-34-16,2-8-39 0,-3 0 15 15</inkml:trace>
  <inkml:trace contextRef="#ctx0" brushRef="#br0" timeOffset="-159786.3">24641 15672 61 0,'0'0'47'15,"0"0"38"-15,14-40 12 16,-19 40-72-16,-10 10-15 16,0 14-5-16,-2 6-3 15,0 8 2-15,6 7-3 0,2 3 0 16,-1 4-5-16,0 2-47 16</inkml:trace>
  <inkml:trace contextRef="#ctx0" brushRef="#br0" timeOffset="-159269.46">23451 16638 145 0,'0'0'3'0,"-23"59"3"16,15-23 8-16,4 1 0 0,4 3-4 15,0-5 2-15,10-3-5 16,7-4-5-16,1-5-1 16,3-6 0-16,1-7 0 15,1-6-4-15,-1-4 1 16,1-3 1-16,0-12 9 0,-1-4 3 16,-1-5 3-16,-2-2 4 15,2 1-1-15,-7 1 2 16,0 5 0-16,-2 3 2 15,-1 5 8-15,-2 8 1 16,1 3-15-16,1 0-12 16,1 3 1-16,2 8 1 0,2 2-4 15,-1-1 4-15,0 2-4 16,0-1-2-16,-1-3-32 16,-6-5-29-16,-4-5-74 15</inkml:trace>
  <inkml:trace contextRef="#ctx0" brushRef="#br0" timeOffset="-159060.08">23819 16541 389 0,'0'0'-24'0,"0"0"42"16,0 0 9-16,0 0-30 15,0 0-1-15,0 0-1 16,0 0 5-16,24 57 2 15,-12-26 1-15,-3 1-3 0,0 0 0 16,0 0-12-16,-2-3-16 16,-1-4-13-16,1-5-27 15,2-8-59-15</inkml:trace>
  <inkml:trace contextRef="#ctx0" brushRef="#br0" timeOffset="-158775.08">24029 16696 319 0,'0'0'23'16,"0"0"-1"-16,0 0-19 16,0 0-2-16,0 0 0 15,0 0 0-15,5 41-1 0,-2-31 1 16,4-3-2-16,0-4-2 16,2-1 3-16,1-2 2 15,1 0-1-15,0-5-2 16,0-5 3-16,-4-4 14 0,-1-1 20 15,-4-1-15-15,-2-3-9 16,0 2 1-16,-7 3-9 16,-3 3-6-16,-5 2-4 15,2 5 5-15,-2 4-9 16,2 0-10-16,4 0-44 0,0 0 2 16,5 2-101-16</inkml:trace>
  <inkml:trace contextRef="#ctx0" brushRef="#br0" timeOffset="-158285.59">24191 16651 364 0,'0'0'-5'0,"0"0"7"0,0 0 0 16,43 35-2-16,-33-24-9 15,1-3-6-15,-6-1 8 16,-1-2-12-16,0-3-9 0,-2-2 15 15,-1 0-1-15,-1-2 24 16,0-10 5-16,0-3 0 16,0-3-4-16,0-5-1 15,0-1-9-15,-1 0 0 16,1 0-1-16,0 2-1 0,0 5 0 16,0 4 1-16,3 5 0 15,6 3 0-15,4 4 0 16,-2 1 0-16,7 0-1 15,-2 0 2-15,4 6-2 16,0-5 1-16,1 1 1 16,2-2-1-16,3 0 0 0,-3 0 1 15,-3-6-2-15,0-2 1 16,-8-2-4-16,-2 1 0 16,-9 1 4-16,-1 2 1 15,-4 3 4-15,-10 3 13 16,-1 0-8-16,-5 6 2 0,6 5 1 15,0 4 1-15,8 1-5 16,4 0-5-16,2 1-3 16,11-3-3-16,10-2-8 15,8-2-8-15,1-3-8 0,0-7-11 16,-2 0-152-16</inkml:trace>
  <inkml:trace contextRef="#ctx0" brushRef="#br0" timeOffset="-157856.81">23100 16483 145 0,'0'0'27'0,"0"0"32"0,0 0-13 0,0 0-29 16,0 0 1-16,50-23-4 16,-3 10 5-16,17-4-1 15,16-4-2-15,16-6 2 16,16-1-5-16,15-3-8 16,8-2-3-16,11-5-1 0,5-1-1 15,0 2-4-15,-8 1-51 16,-9 1 1-16,-18 6-51 15,-23 4-88-15</inkml:trace>
  <inkml:trace contextRef="#ctx0" brushRef="#br0" timeOffset="-157535.29">23150 16502 258 0,'0'0'-1'16,"81"-15"11"-16,-14 1 6 15,14-3 2-15,20-3-2 16,14-4 2-16,13-1-2 16,16-2-4-16,11-3-9 0,8-3-3 15,-3-5-51-15,-2-1-151 16</inkml:trace>
  <inkml:trace contextRef="#ctx0" brushRef="#br0" timeOffset="-156809.83">23497 17115 96 0,'0'0'141'0,"0"0"-135"0,0 0-2 0,0 0 7 15,0 0 5-15,46 3 4 16,-6-13-5-16,13-6-6 15,14-6-1-15,18-7-1 0,14-6-4 16,13-6-2-16,12-7-3 16,8-4-12-16,-2-6-21 15,2-2-124-15</inkml:trace>
  <inkml:trace contextRef="#ctx0" brushRef="#br0" timeOffset="-154902.8">22956 15852 101 0,'0'0'0'0,"0"0"15"0,-34-39 8 0,22 28-2 16,-2 0 10-16,-1 3 1 15,1 1-14-15,0 1-6 16,-1 2-6-16,-2 4-1 16,2 0-4-16,0 0 1 0,0 6-1 15,1 2-3-15,-1 3 0 16,-2 2 0-16,2-2 2 16,-5 2 3-16,2 4-2 15,0 1 0-15,-4 3-1 16,5 0 0-16,0 6 1 0,-1 0-1 15,3 4 1-15,2 1 0 16,1 3-1-16,3 1 1 16,0 1 0-16,4-1 1 15,1 0-2-15,4 4 0 16,0-1 0-16,4 0 1 0,8-2-1 16,4 1 0-16,6-1-3 15,5-4 1-15,6-5 0 16,3-4 1-16,7-8 1 15,6-5 12-15,9-8 0 16,11-3 0-16,9-10-4 16,12-9-1-16,12-7-3 0,9-4-1 15,9-4 2-15,5-2-4 16,0-1-2-16,-2-3-39 16,-10-3-82-16</inkml:trace>
  <inkml:trace contextRef="#ctx0" brushRef="#br0" timeOffset="-154414.27">23353 15550 109 0,'56'-14'3'0,"5"0"4"0,4-1 13 0,4 3-6 16,3 0-8-16,-3 1 0 16,2 2 4-16,3 1 2 15,2 2 0-15,-1 2-2 0,0 2 0 16,2 2 2-16,-5 0-2 16,-4 11-4-16,-8 5-3 15,-10 7-2-15,-10 10 1 16,-11 7-2-16,-9 7-2 15,-15 9 7-15,-5 7 1 0,-10 9-2 16,-14 3-1-16,-9 5 0 16,-8 4 0-16,-8-5-3 15,-9-6-1-15,-6-7-20 16,-9-9-20-16,-7-10-35 16</inkml:trace>
  <inkml:trace contextRef="#ctx0" brushRef="#br0" timeOffset="-153915.18">23032 15546 4 0,'0'0'5'0,"0"0"9"0,0 0 3 15,41 20-1-15,-28-20 2 0,0 0 3 16,4-9 5-16,3-5 6 15,8-10 14-15,9-8 0 16,15-10-16-16,16-11-12 16,23-11-6-16,23-8-9 15,16-10-2-15,21-9-1 16,17-6-25-16,9-5-70 0</inkml:trace>
  <inkml:trace contextRef="#ctx0" brushRef="#br0" timeOffset="-151931.08">12257 17178 89 0,'0'1'46'0,"-6"-1"17"0,-1 0-19 0,-3 0-20 15,0-4-6-15,3-1-8 16,-1-2-9-16,0 0 1 16,0 0-2-16,1 0-2 0,-2 1-5 15,0-3-9-15,2-3 5 16,-2-3 2-16,-1-4 8 15,2-6 2-15,0-4 0 16,1-4 1-16,-3-5 0 16,-1 0 0-16,3-2-2 0,-4 0 2 15,1 3-2-15,-1 0 1 16,2 3-1-16,1 1 0 16,0 4 2-16,-1 1-4 15,6 3 4-15,2 1-1 16,2 1 2-16,0 2-3 0,3 1-1 15,10 2 2-15,2-1-2 16,6 1 2-16,4-2-2 16,4 4-4-16,4 2 7 15,5-3-2-15,-1 3 0 16,6 0 0-16,2 1 0 16,2 0 0-16,4-1 0 0,5 2 0 15,-1 0 0-15,3 0 0 16,4 4 0-16,-2 2 0 15,1 2-2-15,1 1 1 16,3 2-1-16,2 1 2 16,2-2-4-16,2 2 6 0,2 0-2 15,-1-2 0-15,3-1 1 16,-4-2-1-16,-1-2 1 16,4-3-1-16,1 0 0 15,-3-3 2-15,4-2-2 16,0 1 1-16,4-1-1 0,-4 0 0 15,-2 2 0-15,-3 2 2 16,-4 1-2-16,0 5 0 16,-7 3 0-16,1 2 0 15,-1 0 0-15,-3 5 0 16,0 5 0-16,0 0 0 0,-3 2 0 16,-1 0 0-16,0 0 0 15,-1 1 0-15,-6-1 0 16,-1 1 0-16,-2 1 0 15,-4-2 0-15,0-1 0 16,-3 1 0-16,-1 3 1 0,-1-1 0 16,-3 4-1-16,0 3-1 15,-3 4 1-15,-1 5 0 16,-2 5 0-16,-2 4 1 16,-4 7-1-16,-2 4 2 15,-1 7-2-15,-6 4 0 0,-2 7 0 16,-8 3-1-16,-2 2-1 15,-14-1 1-15,-15 2 1 16,-10 1 0-16,-16 5 1 16,-12 6-2-16,-16 8 1 15,-11 3-23-15,-10-1-69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26:33.7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18125 13351 122 0,'-6'0'2'0,"0"0"13"0,2 0 13 0,1 0-13 0,1 0-9 16,0-1-3-16,0 1 1 15,2 0 1-15,0 0-1 16,0 0-3-16,0 0-2 0,4 0 0 16,5 0 2-16,6 2 3 15,3 0-3-15,6-2 1 16,3 0-1-16,3 0 2 16,2 0 4-16,1 0 7 15,2-4 2-15,3-2 1 0,-2 2-5 16,1-2-5-16,0 1-5 15,-1 0-1-15,-3 2 1 16,-4 0-2-16,-4 1 0 16,-4 1-9-16,-5 1-11 15,-5-1-22-15,-3-1-30 16,-8-4-65-16</inkml:trace>
  <inkml:trace contextRef="#ctx0" brushRef="#br0" timeOffset="227.47">18531 13250 151 0,'0'0'61'16,"0"0"-59"-16,0 0 15 15,34 0 4-15,-19 0-5 0,5 0-7 16,-3 5-5-16,0 5-3 15,0 3-2-15,-1 2 0 16,-5 6-4-16,-4-2-29 16,-7 0-44-16,0-2-83 15</inkml:trace>
  <inkml:trace contextRef="#ctx0" brushRef="#br0" timeOffset="871.17">19185 13104 77 0,'0'0'4'0,"0"0"7"0,0 0 7 0,0 0-6 16,0 51-6-16,1-34-2 0,1 0 0 15,2-1 5-15,-2 1-4 16,1-4-2-16,0 0 2 15,1-2 2-15,-2 2 2 16,-2-2-3-16,0-1 1 16,2 0-1-16,-2-1 2 0,1 0-7 15,0-1-1-15,2-2 4 16,3-1 9-16,-3 1-4 16,6-5 4-16,0 2 2 15,1-3 3-15,2 0-6 16,-1 0-3-16,0 0-5 0,0-3 1 15,0 0-2-15,0-1-1 16,1 1-1-16,-3 0 0 16,3-1-5-16,-2 1-41 15,-4-2-40-15,-1-1-50 16</inkml:trace>
  <inkml:trace contextRef="#ctx0" brushRef="#br0" timeOffset="1088.47">19259 13235 215 0,'0'0'-4'16,"0"0"6"-16,0 0-3 16,0 0-2-16,0 0 4 15,0 0-3-15,0 0 4 16,0 0 3-16,0 0 2 0,41 0-3 15,-26-3-1-15,-1-3-5 16,1-4-63-16,0-1-52 16</inkml:trace>
  <inkml:trace contextRef="#ctx0" brushRef="#br0" timeOffset="1253.91">19253 13108 214 0,'0'0'4'0,"0"0"23"0,0 0 4 16,0 0-22-16,0 0-5 16,0 0-3-16,0 0-20 15,0 0-17-15,37-28-34 16,-10 23-57-16</inkml:trace>
  <inkml:trace contextRef="#ctx0" brushRef="#br0" timeOffset="1829.24">19557 13209 13 0,'0'0'41'15,"0"0"-17"-15,-43 2 1 16,30-2-1-16,2 0 14 15,4-6 6-15,1 2-15 0,1-1-1 16,4 0-11-16,1 1-10 16,0-1-7-16,6 1 4 15,3 1-1-15,2 0-3 16,4 2 0-16,-1 1 0 16,2 0 0-16,-2 0 0 0,0 7 0 15,0 2 0-15,-2 2 0 16,1 2-2-16,-3 1 1 15,-1-1 1-15,-1-1 1 16,-4-1-2-16,0-2-1 16,-2-1 0-16,-2-3-2 15,0-1 1-15,0-1 3 0,-5-1 1 16,-1-2 1-16,-1 0 1 16,1 0-2-16,1-1-1 15,1-5 1-15,2-3 0 16,2-2-1-16,0-3 0 0,0 0 0 15,8-1 2-15,0 2-3 16,5 1 2-16,2 2 2 16,3 3 1-16,1 4-2 15,2 1 0-15,-2 2-1 16,0 0 1-16,1 3-1 0,-5 6-1 16,-2 1 0-16,-1 1 0 15,-5 3-1-15,0-3 1 16,-4 1-1-16,0-1-3 15,-2-1-21-15,0-4-42 16,1-5-63-16</inkml:trace>
  <inkml:trace contextRef="#ctx0" brushRef="#br0" timeOffset="2098.98">20022 13155 200 0,'0'0'-5'0,"0"0"10"0,0 0 4 0,0 0-5 0,0 0-3 16,0 0 0-16,0 0 0 15,0 0-1-15,-47-10 6 0,36 20-2 16,1 5 1-16,4-1 1 16,0 0 0-16,4-1 2 15,2 1-4-15,0-4 0 16,2 1 2-16,7-2-3 15,3-3 3-15,3-1 0 16,2-2-3-16,3-3-8 0,3 0-41 16,-2 0-52-16</inkml:trace>
  <inkml:trace contextRef="#ctx0" brushRef="#br0" timeOffset="2387.11">20217 13172 150 0,'0'0'10'16,"0"0"6"-16,0 0-9 16,0 0-5-16,0 0 0 15,0 0-3-15,0 0 3 0,-43 13 2 16,36-1 7-16,2-1 1 16,3 0-2-16,2-1-4 15,0-2-3-15,5 0 0 16,6-3 2-16,2 0-3 15,3-4-9-15,4-1-9 0,-2 0 4 16,6 0 4-16,1-3 3 16,4-5 1-16,-2-3 3 15,3-1-1-15,0-2-52 16,-2 1 18-16,-4 1-52 16</inkml:trace>
  <inkml:trace contextRef="#ctx0" brushRef="#br0" timeOffset="2554.48">20500 13154 47 0,'0'0'60'0,"0"0"15"16,0 0-26-16,0 0-25 15,0 0-8-15,0 0-8 16,-51-24-3-16,34 24 0 16,-2 0-2-16,1 4-2 0,3 2 0 15,1 2-1-15,3-1 0 16,4 2 1-16,3-1-1 16,3 0-1-16,1-1-10 15,3 0-13-15,9-3-18 16,7-1-16-16,-3-3 2 15</inkml:trace>
  <inkml:trace contextRef="#ctx0" brushRef="#br0" timeOffset="3330.97">20582 13195 74 0,'0'0'13'0,"0"0"-10"16,0 0 6-16,41-15-4 15,-37 10 0-15,1 0-1 16,-1-3 17-16,-2 1 13 15,-2 0-4-15,0 0-10 16,0 0-2-16,0 3-10 16,-4-2-4-16,-2 2-3 0,-1 2-2 15,-5-2 0-15,-1 4-1 16,2 0 4-16,-4 0-2 16,1 4-3-16,0 5 2 15,1 0 3-15,1 2-3 16,3-1 0-16,6 1-1 0,3-1-2 15,0-3-5-15,4-1 2 16,7-2 3-16,4-4-5 16,1 0-10-16,2 0-10 15,0-7 14-15,-1-3 5 16,2-6 11-16,-3 1 1 0,-2-4 0 16,-4-2 5-16,-3-2 9 15,-4-2 7-15,-2-1-1 16,-1 1-8-16,0-1-2 15,-3-1-2-15,-3 6-1 16,0 1 2-16,0 4 0 16,-2 4-3-16,2 3-1 0,3 5-5 15,-1 2 0-15,0 2-6 16,2 0 5-16,1 13-2 16,-1 4-1-16,0 4 2 15,2 5 0-15,0 5 1 0,0-1 0 16,0 1 0-16,2-2 0 15,5-1-1-15,2-2 2 16,2-4-1-16,2-5 1 16,1-1-2-16,-1-3 0 15,2-4-2-15,1-4 1 0,0-3 0 16,3-2 3-16,1 0 0 16,-1-6 0-16,3-5-2 15,-5-4 2-15,0 0-2 16,-4-1 0-16,-3 0-3 15,-5 0 2-15,-4 4-1 16,-1-1 1-16,-2 6 1 0,-7 0 0 16,-3 4 1-16,-1 3-5 15,1 0 5-15,0 3-1 16,5 7 1-16,1 0-2 16,4 1 0-16,2 3 0 15,0-2 1-15,10-1 0 0,-1-1 1 16,7 0-6-16,1-1-16 15,2-4-22-15,-2-1-34 16,-1-3-39-16</inkml:trace>
  <inkml:trace contextRef="#ctx0" brushRef="#br0" timeOffset="3615.77">20980 13130 99 0,'0'0'30'0,"0"0"39"0,0 0-23 0,0 0-16 16,0 0-13-16,0 0-13 15,0 0-4-15,0 0-1 16,0 0 0-16,0 0 1 0,43-9 1 16,-32 22 0-16,-2-1 1 15,1 0-2-15,-4-2 1 16,0 0 0-16,-3-5-1 16,-1-1 0-16,-1-2 0 0,0-2 0 15,-1 0 17-15,0-5 24 16,0-5-20-16,0-6-3 15,1 1-6-15,5-4-10 16,-2 1-2-16,5-1-2 16,0 3-13-16,4 2-24 15,0 3-7-15,2 0-53 0</inkml:trace>
  <inkml:trace contextRef="#ctx0" brushRef="#br0" timeOffset="3828.74">21408 13125 231 0,'0'0'-3'16,"0"0"16"-16,0 0 17 0,0 0-8 15,40-15-16-15,-27 11-4 16,5 1-1-16,3 0-1 15,5 0-19-15,3 0-40 16,2-4-78-16</inkml:trace>
  <inkml:trace contextRef="#ctx0" brushRef="#br0" timeOffset="4079.38">21971 12982 129 0,'0'0'-6'16,"0"0"13"-16,0 0-9 15,0 0-2-15,0 0 6 16,0 0-1-16,-4 44 0 0,3-27 0 16,0 0-1-16,1 2 3 15,0-4-2-15,0-2-7 16,-2-2-9-16,-2-5 0 15,-2-2-26-15,0-4 23 16,-3 0-17-16</inkml:trace>
  <inkml:trace contextRef="#ctx0" brushRef="#br0" timeOffset="4341.72">21904 13029 70 0,'0'0'17'16,"0"0"7"-16,26-50-6 15,-11 39 7-15,2 2 8 16,5 2-11-16,0 3-8 0,2 4 0 15,3 0 1-15,-1 0 1 16,0 4-4-16,-2 6-3 16,-3 0-7-16,-2 5 1 15,-4 0-2-15,-7-1-1 0,-4 2-1 16,-4-2 1-16,0-1-1 16,-10-2 1-16,-7-1 1 15,-4-3 2-15,-1 0-3 16,-1-1 2-16,-2-3-2 15,3-2-1-15,5 1-7 16,6-2-28-16,5 0-43 0,6-6-47 16</inkml:trace>
  <inkml:trace contextRef="#ctx0" brushRef="#br0" timeOffset="4741.02">22405 13015 116 0,'0'0'1'0,"0"0"1"16,44 0 2-16,-31 0-1 15,0 0 1-15,-1-3 0 0,1 0-2 16,-3 0 0-16,0-1 0 16,-3-2 4-16,0 1 3 15,-4-1 1-15,-3 0 12 16,0-2-5-16,0 2-7 15,-3 0-5-15,-8 2-2 16,-2 1-2-16,-1 2 2 0,-4 1 2 16,1 0 3-16,1 3 2 15,0 4-3-15,3 3 1 16,2 1-2-16,3 0 4 16,2 0-2-16,4 1-3 15,2 0-1-15,0-1 0 0,8 0 1 16,2-3 2-16,7 0 1 15,2-3-3-15,5 1 0 16,0-4-3-16,5-2-23 16,0 0-19-16,0-2-20 0,-1-7-18 15,-1-2-18-15</inkml:trace>
  <inkml:trace contextRef="#ctx0" brushRef="#br0" timeOffset="4953.8">22782 12942 142 0,'0'0'19'0,"0"0"51"16,0 0-30-16,0 0-21 16,0 0-15-16,0 0-1 15,0 0-3-15,0 0 1 16,0 0 3-16,-40 23 0 16,34-9-3-16,4 0 1 0,2-1-1 15,0 0 2-15,5 1-1 16,8-4-7-16,3 0-15 15,4-5-19-15,3-4-47 16,2-1-52-16</inkml:trace>
  <inkml:trace contextRef="#ctx0" brushRef="#br0" timeOffset="5270.62">23022 12976 243 0,'0'0'11'16,"0"0"19"-16,0 0-28 0,0 0 0 15,0 0-1-15,-46 22 0 16,38-11-1-16,3-2 0 16,3 1 1-16,2-3-3 15,0 1 3-15,0-4-1 16,8-1 2-16,4-3-1 0,5 0 1 16,1 0 4-16,-1-3-3 15,0-5-1-15,-3-3 0 16,-4-1 1-16,-4-1 6 15,-6 1 2-15,0 0-4 16,-10 4-6-16,-7-1-1 0,-3 6 0 16,-3 3 0-16,3 0-1 15,-2 0-6-15,8 6-15 16,5 1-21-16,6 1-48 16,3-1-77-16</inkml:trace>
  <inkml:trace contextRef="#ctx0" brushRef="#br0" timeOffset="5953.73">23226 12996 168 0,'0'0'7'15,"0"0"20"-15,0 0 0 0,0 0-4 16,0 0-9-16,27-41-9 16,-40 40-5-16,-2 1 3 15,-1 0 0-15,-2 0-3 16,2 3-1-16,1 5 2 15,4 2-1-15,4 0-2 0,4 1-7 16,3-2 0-16,0-2 1 16,8 0 2-16,6-3-1 15,2-2-10-15,2-2-11 16,1 0 4-16,1-6 22 16,-2-4 2-16,-2-4 11 15,-3-5 15-15,-3 0-2 0,-1-3-9 16,-2-2-5-16,-3 0-6 15,-3 1-1-15,-1 5 0 16,0-1 1-16,0 4 6 16,-5 3-2-16,-2 5-1 15,0 5 0-15,-1 2-2 0,3 0-6 16,-3 7 1-16,2 5-2 16,0 5 2-16,3 3 0 15,1 0 0-15,2 3 2 16,0-3-1-16,0 0 0 15,6-2-1-15,4-2 1 16,0-1 1-16,4-3-1 0,0-1 2 16,3-4-1-16,1-1-2 15,2-3 5-15,4-3-5 16,-4 0-1-16,4 0-2 16,1-9 0-16,-5 0 2 15,2-2-1-15,-5 0-1 0,-3-2 3 16,-4 3-2-16,-3 2 2 15,-6 0 2-15,-1 2-3 16,0 1 0-16,-9 2-2 16,-2 1 1-16,-1 2 2 0,-2 0-2 15,1 0 4-15,4 2-2 16,1 5 0-16,3 0-2 16,4 2 2-16,1 0-1 15,0-1-5-15,6 1-10 16,3-1-4-16,3-2-13 0,2-2-20 15,1-1 9-15,2-3-27 16</inkml:trace>
  <inkml:trace contextRef="#ctx0" brushRef="#br0" timeOffset="6165.87">23615 12969 117 0,'0'0'24'0,"0"0"43"0,0 0-27 0,0 0-20 0,37-28-8 15,-31 28-6-15,3 0-3 16,-2 0-2-16,-1 4 0 15,-1 1 1-15,1 0 0 16,-1 1 0-16,-2-5-1 16,1 2 2-16,1-3 5 15,1 0 8-15,2 0 4 0,4-7-9 16,-1-3-7-16,5 0-3 16,-2-3-9-16,0-4-39 15,-5 0-148-15</inkml:trace>
  <inkml:trace contextRef="#ctx0" brushRef="#br0" timeOffset="7432.17">18160 13500 74 0,'-5'0'9'0,"2"0"17"0,0 0 1 16,2 0 9-16,1 0-10 16,-2 0-12-16,2 0-9 0,0 0 0 15,0 0-3-15,0 0-2 16,0 0-1-16,0 0 0 15,0 8 1-15,0 3 0 16,3 2 0-16,4 3 0 16,2 4 0-16,2 1 0 0,3 1 0 15,3 4 1-15,3-1-2 16,3 2 2-16,0-1-1 16,3-2-1-16,2 0 1 15,1-2-6-15,3 0 12 0,4-2-4 16,4 0-1-16,0-1 2 15,2-1 5-15,1-1 0 16,-2 0 0-16,0-3-3 16,0-1-3-16,-3-3 1 15,-2 1-1-15,-1-4-2 0,-4-1 3 16,-4-1 0-16,-4-3-2 16,-8 0 3-16,-1-1-3 15,-9-1-2-15,-2 0-23 16,-3 0-47-16,-1-7-51 15</inkml:trace>
  <inkml:trace contextRef="#ctx0" brushRef="#br0" timeOffset="7688.2">18978 13834 200 0,'0'0'1'0,"0"0"10"0,40 7-5 0,-28 3-3 16,0 3-5-16,-5 7-1 15,-2 4 2-15,-5 4 1 16,0 2-22-16,-11 0-32 15,-5-7-35-15</inkml:trace>
  <inkml:trace contextRef="#ctx0" brushRef="#br0" timeOffset="9627.04">21450 13309 63 0,'0'-2'10'16,"0"-2"6"-16,0 3-6 0,0-1-8 0,0-1-1 16,0 2-1-16,0 1 0 0,1-3 0 15,0 3 1-15,-1 0 2 16,0 0 12-16,0 0 9 16,0 0-6-16,0 0-11 15,0 0-7-15,2 0 0 16,0 4 6-16,3 2 1 15,0 5-2-15,0-2-1 0,0 4 2 16,1 1-2-16,0 0 5 16,-1 2 2-16,-2-1-2 15,2 4-3-15,-1-3-1 16,-3 0-2-16,4 0-1 16,-3-1 0-16,2-1-1 15,-2 0 1-15,-2-3 0 0,0-1-2 16,0 0 3-16,0-3-2 15,0 2 0-15,0-4-1 16,0-2 3-16,0 1-1 16,0-2-4-16,0 0-18 0,0-2-23 15,0 0-11-15,0 0 8 16</inkml:trace>
  <inkml:trace contextRef="#ctx0" brushRef="#br0" timeOffset="10084.29">21453 13535 79 0,'0'0'15'0,"0"0"-2"0,0 0-4 0,0 0 1 0,0 0-2 15,0 0-1-15,0 0 4 16,0 0 2-16,0 0 0 16,0 0-1-16,0 0 0 15,35 2-5-15,-30 1-5 0,1 3-1 16,1 0 0-16,0-1 0 16,0-2-1-16,-2 2 1 15,2-1 0-15,-2 0 0 16,4-1-1-16,-4 0 1 15,1 0-5-15,-1-1-24 16,1-2-17-16,0 0 3 0</inkml:trace>
  <inkml:trace contextRef="#ctx0" brushRef="#br0" timeOffset="10286.74">21635 13500 148 0,'0'0'38'0,"0"0"-8"15,0 0-21-15,0 0-8 0,0 0-1 16,-28 36 1-16,16-19 0 16,1 3-6-16,-2-2-40 15,-1-1-50-15</inkml:trace>
  <inkml:trace contextRef="#ctx0" brushRef="#br0" timeOffset="13286">21563 13948 113 0,'0'-2'19'0,"0"-3"9"0,0 1 0 0,0 1-17 15,0-2 0-15,0 1-2 16,-3 1 3-16,0-1 1 16,-3 1-1-16,2 2-2 15,-2 1-5-15,-1 0-4 0,-1 0 1 16,1 0-4-16,-3 0 1 16,-1 7 5-16,1 4-7 15,-4 1 5-15,3 2-4 16,-1 3 2-16,2 1 0 0,1-2 0 15,2 4-1-15,3-5 0 16,0 0 1-16,1-2-1 16,3-1-1-16,0-3 1 15,5-2 1-15,3 0 3 16,3-3 2-16,4 1-1 16,1-1-1-16,3-1-1 0,-2-1-18 15,-1-2-65-15</inkml:trace>
  <inkml:trace contextRef="#ctx0" brushRef="#br0" timeOffset="13806.88">21597 14236 111 0,'0'0'2'0,"0"0"0"0,0 0 16 15,0 0 33-15,0 0-27 0,0 0-11 16,0 0-3-16,0 0 1 16,0 0 1-16,6-17-5 15,-3 9-4-15,1-1-3 16,1-2 0-16,-1 0 0 15,0-1 0-15,1-4 0 16,0 1 0-16,-2 1 1 0,1-2-1 16,-2 3 0-16,-2 2 0 15,0 1 1-15,0 3 2 16,0 4 0-16,0 0 1 16,0 3-3-16,0 0-1 15,0 0-2-15,-2 3 1 0,-1 4-2 16,1 3 2-16,0 1 0 15,1 2 2-15,-1 1-1 16,2 0 1-16,0-1 0 16,0-3-1-16,2 3 2 15,3-2 0-15,1-2-1 0,-1-2 0 16,3 0 2-16,3 0-1 16,-4-2 1-16,3-1 1 15,0-3-9-15,0-1-23 16,-2 0-43-16,0 0-14 15</inkml:trace>
  <inkml:trace contextRef="#ctx0" brushRef="#br0" timeOffset="13969.24">21653 14133 249 0,'0'0'26'0,"0"0"3"0,0 0-21 0,0 0-1 15,0 0-6-15,0 0-3 16,0 0-23-16,39-23-54 16,-19 16-108-16</inkml:trace>
  <inkml:trace contextRef="#ctx0" brushRef="#br0" timeOffset="15677.99">21751 13809 75 0,'0'0'11'0,"0"0"16"0,0 0-2 0,0 0-5 15,0 0-13-15,0 0-1 0,-40-30-3 16,33 26 2-16,2-1 0 16,0 0-4-16,-2 1 2 15,2-1-2-15,-4 2 0 16,3 0-1-16,-5 1 1 15,2 0-2-15,-2 1-2 16,-2 1-1-16,1 0 3 0,0 0-2 16,-1 0 4-16,1 0-2 15,-1 0 2-15,2 0 1 16,-2 0-1-16,2 1 0 16,2 1 0-16,-2 2 0 15,1-1 0-15,2 0 1 0,-1 2 0 16,-1-2 0-16,0 4 3 15,1 0-4-15,-4 3 0 16,2 0-1-16,-1 3 0 16,-1 1 0-16,1 2 0 15,-3-1 0-15,2 2 1 0,0 1-1 16,1-3 0-16,1 2 0 16,0-2 0-16,2-1 0 15,0 0 0-15,-2 0 2 16,4-1 1-16,0-1-1 15,0 0-2-15,0 1 1 16,5-1-1-16,-2-1 0 0,4 2-1 16,-1-2 1-16,1 1 2 15,0-1 4-15,0 2 1 16,2-1-1-16,3 1-3 16,1 0 0-16,2 2-3 15,-3-3 2-15,1 3-1 0,-1-2 0 16,4 0-1-16,-5 0 0 15,1-1 0-15,1 2 0 16,-1-1 1-16,4 3 1 16,-2-2 0-16,1 1 1 0,1-2-2 15,2 0 1-15,0 0-1 16,1-2 0-16,1-1 0 16,-1-1 0-16,1-2 0 15,0 0 0-15,-4-1 2 16,3-2 2-16,0 0 0 15,1-1-3-15,-2 0 2 0,1 0-3 16,0-1 1-16,1 1-1 16,3 0 0-16,-3 1-1 15,3-2 0-15,0 1 1 16,0-1-1-16,0 0 1 16,1 1 0-16,-2-3 0 0,1 0 0 15,-3 0-1-15,1 0 1 16,-3 0 1-16,1 0-1 15,1 0-1-15,-1-1 0 16,2-3 1-16,-1 0-1 16,0-3 2-16,2 0-2 0,0 0 1 15,-1-3 0-15,-1 0 0 16,-1-1 1-16,1-1-2 16,-1-2 1-16,0 0-1 15,-1-2 1-15,-1-1-1 16,0-2 0-16,-1 1-1 15,-3-2 2-15,2 2-1 0,-5-2 0 16,1-1 2-16,0 3-2 16,0-1 1-16,-3-1 0 15,2 2-1-15,-2-2-1 16,-1 1 2-16,0-1-2 0,0 2 3 16,0-2 1-16,0-1 1 15,-5 2 0-15,-1-3-2 16,-1 3-1-16,-2-2-1 15,-2 2 0-15,0 4-1 16,-6 0 1-16,0 1 2 0,-1 3-1 16,0 1 0-16,0 0 2 15,0 3 0-15,3 0 0 16,1 2-1-16,2 1-1 16,2 3-1-16,3 1 0 15,-1 0-7-15,4 0-27 0,3 0-40 16,-1 0-33-16</inkml:trace>
  <inkml:trace contextRef="#ctx0" brushRef="#br0" timeOffset="16496.97">22034 13989 42 0,'0'6'4'0,"0"-3"9"0,0 1 0 0,1-3-7 16,2 1 3-16,1-2 5 16,0 0 7-16,3 0 8 15,3-3 9-15,-1-4-10 16,2-2-4-16,2-1 0 16,1-1-4-16,2-2-6 0,1 0-4 15,3-2-2-15,-2-1-2 16,6-1 1-16,-1-1-6 15,2 1 0-15,1-2-1 16,-1 3 1-16,1 0-2 0,-5 4-7 16,-4 2-14-16,-1 3-28 15,-8 4-32-15,-1 0-34 16</inkml:trace>
  <inkml:trace contextRef="#ctx0" brushRef="#br0" timeOffset="18647.29">22483 14053 76 0,'2'0'30'0,"-2"-1"2"0,0 1-5 16,0 0-4-16,0 0-13 16,0 0-10-16,0 0 1 15,1 5 3-15,0 1 1 0,1 0-2 16,-1 1-1-16,3 1-1 16,-4-1 1-16,0 0-2 15,0-1-3-15,0 1-20 16,0-3-16-16,0-1 16 15,-5-3 9-15,1 0 15 0,-1 0 4 16,-1 0 0-16,2 0 7 16,1-7 4-16,-2 2-2 15,2-3-8-15,2 0-9 16,0-2-5-16,1-2-3 0,0-3-5 16,0-1 8-1,0-1 7-15,1-1 2 0,3 0 2 16,1 0 11-16,-1 0 5 15,2 6 1-15,2 1-10 16,3 1-4-16,-3 3-6 16,3 0 2-16,2 4-1 0,0 0 1 15,0 1 5-15,3 0 3 16,-3 2-4-16,2 0-1 16,-3 0-1-16,0 6-2 15,-2 2-1-15,-3 2-2 16,0 3-1-16,0 4 1 0,-1-1 1 15,-3 2-1-15,1-1 2 16,2 0-1-16,-4 0 1 16,-1-3-1-16,1-1-1 15,-2 1 3-15,0-2-1 16,0-2 0-16,0-1-18 0,0-3-35 16,-5-1-6-16</inkml:trace>
  <inkml:trace contextRef="#ctx0" brushRef="#br0" timeOffset="18831.96">22559 14047 237 0,'0'0'47'0,"0"0"-43"0,0 0-4 0,0 0 1 0,47-14 0 16,-29 13-1-16,0-1-5 15,1 1-29-15,-4-2-41 16,0-3-35-16</inkml:trace>
  <inkml:trace contextRef="#ctx0" brushRef="#br0" timeOffset="19196.07">22819 13861 88 0,'0'0'26'0,"0"0"-5"0,0 0 14 15,0 0-6-15,0 0-16 16,0 0-15-16,0 0 3 16,0 0 7-16,1 16 0 15,-1-2 0-15,0 3 13 0,0 2-13 16,0 2-7-16,0-3 0 15,0 2 0-15,0-4 0 16,0-2-1-16,0 0 1 16,0-4 0-16,0 0-1 15,0-1 1-15,0-2 0 0,1 0 2 16,2-3-2-16,0-1 0 16,4 1 0-16,0-4-3 15,3 0 0-15,4 0-5 16,-1-1-10-16,2-8-22 15,2-4-38-15,-1-2-20 0</inkml:trace>
  <inkml:trace contextRef="#ctx0" brushRef="#br0" timeOffset="19429">23008 13841 219 0,'0'0'8'16,"0"0"21"-16,0 0-10 15,0 0-13-15,0 0 1 16,0 0-10-16,0 0 1 16,0 0-1-16,0 0 3 0,-17 50 2 15,17-27-1-15,0 0 0 16,0 1 0-16,0-1 0 16,0-2 2-16,0-4-4 15,0 0-10-15,0-6-11 16,0-2-14-16,0-4-49 0</inkml:trace>
  <inkml:trace contextRef="#ctx0" brushRef="#br0" timeOffset="19629.16">22825 13986 291 0,'0'0'11'0,"0"0"5"15,0 0-12-15,0 0-1 16,0 0-1-16,35-25 1 16,-14 23-3-16,5 1 0 0,-1 1 0 15,4 0-10-15,0 0-48 16,-3 0-54-16</inkml:trace>
  <inkml:trace contextRef="#ctx0" brushRef="#br0" timeOffset="19970.41">23170 13998 112 0,'0'0'24'0,"0"0"-2"0,0 0-2 16,0 0 6-16,0 0 11 15,0 0-19-15,0 0-13 16,0 0-3-16,20-22-1 15,-15 14 1-15,-2-1 1 16,-1 1-1-16,-2 1 3 0,0-1 0 16,0 4 1-16,-2-1-3 15,-1 3-2-15,-4 2 2 16,2 0-5-16,0 7 4 16,0 2-4-16,1 2 2 15,1 3 0-15,2-1 0 0,1-2-1 16,0-1 1-16,1-1 1 15,7-2-1-15,1 0 2 16,3-3-15-16,2-2-40 16,1-2-59-16</inkml:trace>
  <inkml:trace contextRef="#ctx0" brushRef="#br0" timeOffset="20391.14">23368 13954 184 0,'0'0'31'15,"0"0"4"-15,0 0-17 0,0 0 4 16,0 0-17-16,0 0-5 16,0 0-4-16,0 0-3 15,11 4 2-15,-11 7 3 16,0 0 3-16,0 1 0 16,0-1-1-16,0-1 1 0,0-3 0 15,0-1-5-15,-1 0-9 16,-1-5 6-16,-4 2 1 15,3-3 9-15,0 0 7 16,0 0-8-16,-1-6 2 16,2-4 1-16,2 2 0 15,0-6 6-15,2 2-5 0,7-5-5 16,2 0 0-16,3 2 1 16,1 0-1-16,3 4-2 15,1 1 2-15,-2 4-1 16,1 5 0-16,1 1 0 15,-2 0-1-15,-2 3-2 0,-2 8 3 16,-2 2-3-16,-5 2 1 16,-2 0 0-16,-1 0 0 15,-1-1-2-15,-2-2-20 16,0-3-12-16,0-3-24 16,-2-4-5-16</inkml:trace>
  <inkml:trace contextRef="#ctx0" brushRef="#br0" timeOffset="20632.83">23599 13789 165 0,'0'0'8'0,"0"0"38"0,0 0-8 0,0 0-26 16,0 0-17-16,0 0 5 0,0 0 5 15,0 0 1-15,8 56-3 16,-5-33-1-16,0 0-1 16,0 1 0-16,-2-3 1 15,0-2-2-15,-1-2-12 16,0-3-28-16,0-4-54 0</inkml:trace>
  <inkml:trace contextRef="#ctx0" brushRef="#br0" timeOffset="20910.71">23576 13901 195 0,'0'0'63'16,"0"0"-62"-16,37-17 4 16,-21 9-3-16,2 3 0 15,1-2-1-15,0 4 0 0,-1-1-1 16,-2 1-1-16,0 3 2 15,-4 0-2-15,2 3 0 16,-6 8 1-16,1 1 0 16,1 6 4-16,-5 2-1 15,1-2-3-15,-1-2 1 16,-2 0 0-16,0-4 1 0,1-3-2 16,-1-5-15-16,2-4-71 15,1 0-72-15</inkml:trace>
  <inkml:trace contextRef="#ctx0" brushRef="#br0" timeOffset="21067.38">23844 13783 268 0,'0'0'2'16,"0"0"25"-16,-11-37-6 16,9 31-16-16,-1 4-4 15,0 2-3-15,-2 0-1 0,1 4-15 16,-2 4-21-16,1 1-36 15,1 1-38-15</inkml:trace>
  <inkml:trace contextRef="#ctx0" brushRef="#br0" timeOffset="21404.44">23880 13891 186 0,'0'0'1'0,"0"0"-9"0,0 0-6 16,0 0 14-16,0 0 7 16,0 0-2-16,0 0 5 15,0 37 2-15,0-31 7 16,0-2-6-16,6-2-6 16,1-1-1-16,2-1 0 0,2 0-3 15,0 0-1-15,-2-2 0 16,0-5 5-16,-3 0 8 15,-1-3 7-15,-4 2-6 16,-1-1-8-16,0 1-7 16,-7 1-2-16,-6 2-1 15,-3 4 2-15,-2 1-3 0,-1 0-5 16,0 3-7-16,3 4-14 16,6-1-37-16,4-4-58 15</inkml:trace>
  <inkml:trace contextRef="#ctx0" brushRef="#br0" timeOffset="21802.75">24054 13875 247 0,'0'0'29'0,"0"0"-27"0,0 0 0 15,0 0-2-15,0 0-2 16,0 0-2-16,38 15 1 15,-34-7 0-15,-1 2 4 16,-2 0-1-16,2-1 0 0,-3 0 0 16,0-1-3-16,0-4-11 15,0 0 2-15,0-1-6 16,0-3 2-16,-5 0 19 16,-1 0 2-16,3-3-3 15,-2-5 0-15,2-4 1 0,3 2-1 16,0-4 3-16,0 1 3 15,5-2-1-15,6 3 3 16,2 1 1-16,2 1-5 16,2 4 0-16,1 2 0 15,1 3 3-15,1 1 2 16,-2 0-3-16,0 8-3 16,2 5-4-16,-5 3-1 0,-1 5 0 15,-8 3-1-15,-5 0-44 16,-1 0-59-16</inkml:trace>
  <inkml:trace contextRef="#ctx0" brushRef="#br0" timeOffset="22386.51">23362 14432 250 0,'0'0'1'0,"0"0"1"0,0 0 2 0,0 0-6 15,0 0 0-15,0 0-7 16,-11-49 8-16,12 34 0 15,1-2 2-15,1-3 1 0,-1 0 1 16,0-2-1-16,-2 3 0 16,0 1-1-16,0 6 3 15,0 2 3-15,0 6-2 16,2 4-2-16,-1 0-7 16,3 7 0-16,2 3-2 0,-1 4 5 15,6 1 2-15,0 0 0 16,0-2-1-16,3-2 3 15,1-2-1-15,1-3 0 16,-1-3 0-16,1-2-1 16,0-1 2-16,0 0-1 15,-2-6-1-15,0-4 0 0,-1-4 1 16,-1 0-2-16,0-2 1 16,-2 1 1-16,1 1 7 15,-3 2 5-15,0 2-2 16,-5 5-5-16,1 3-3 15,-1 2-1-15,3 0-6 0,-4 6 0 16,1 5-1-16,0 3 3 16,0 3 1-16,-1 3 2 15,1 0-2-15,-3-1-18 16,0-2-41-16,0-3-78 16</inkml:trace>
  <inkml:trace contextRef="#ctx0" brushRef="#br0" timeOffset="22709.33">23743 14370 168 0,'0'0'83'0,"0"0"-83"0,0 0 1 0,45-33-3 16,-36 23-14-16,-2 1 13 15,-2-2 3-15,-2 4 0 16,-1-3 6-16,-2 0 7 0,0 1 1 15,0 2 0-15,0 0-6 16,-4 3-8-16,-2 3-5 16,-2 1 7-16,1 0-2 15,-3 4 0-15,3 5 0 16,3 2-2-16,1 0 0 16,3 0 2-16,0 2 1 0,0-1-1 15,9-1 3-15,-1-2-1 16,5-2 2-16,2 0-8 15,3-3-15-15,-2-4-35 16,2 0-59-16</inkml:trace>
  <inkml:trace contextRef="#ctx0" brushRef="#br0" timeOffset="23189.27">24007 14225 70 0,'0'0'173'0,"0"0"-166"0,0 0 7 15,0 0-14-15,0 0-8 16,0 0 6-16,0 0 7 16,0 0-5-16,-45 11 0 15,37 3 2-15,1 1 1 16,3 0-3-16,1-1 1 0,3 1 0 16,0-2-1-16,0-2 1 15,9-3-3-15,2-2-6 16,3-2-5-16,0-4-6 15,2 0-5-15,0 0 3 16,0-8 8-16,-2-4 6 0,1-1 7 16,-3-5 1-16,2-2 0 15,-5 0-1-15,-1 3 0 16,0 0 3-16,-5 0 7 16,-1 6 17-16,-2 5-1 15,0 1-3-15,0 2-8 0,0 3-1 16,0 0-10-16,0 0-5 15,0 3 1-15,0 5-1 16,-1 3 0-16,1 2 2 16,0 2-2-16,0-1 1 15,0-3 1-15,2 0-1 0,4-2 1 16,1-2 0-16,-1-4 3 16,2-2 2-16,3 2 3 15,-2-3-4-15,4 0-2 16,0-6-2-16,-4-6-33 15,-6-6-170-15</inkml:trace>
  <inkml:trace contextRef="#ctx0" brushRef="#br0" timeOffset="24597.18">18308 13782 40 0,'-9'4'7'0,"1"3"16"0,2-2 2 0,-1 3-12 0,0 1-4 15,3 2 2-15,0 3 0 0,2 3 2 16,1 4-6-16,1 5-5 16,0 4 0-16,0 2 0 15,5 4-2-15,2 4 1 16,6 2 0-16,-2 4 2 16,5 6-2-16,1 2 0 0,6 3 1 15,0 1-1-15,8 6-1 16,1-3 1-16,5 3 0 15,7 0 1-15,0-2 3 16,2-3 0-16,3-5 4 16,1-6-3-16,1-5 11 15,1-4 4-15,4-2-1 0,1-4-2 16,1-3-4-16,3-3-9 16,-1-6 3-16,2-1-2 15,-2-3-1-15,-1-4-1 16,-4-4-2-16,-2 2-1 15,-5-4 0-15,-4-1-1 0,-4-1-2 16,-3-1-18-16,-6-4-39 16,-6 0-64-16</inkml:trace>
  <inkml:trace contextRef="#ctx0" brushRef="#br0" timeOffset="26225.91">20052 14952 2 0,'-3'2'64'0,"0"-1"-64"0,-2 0 0 0,2 2-9 15,1-1-2-15,-1 0 10 16,1 0 6-16,-1-1 12 15,1-1 4-15,2 0-2 16,0 2-6-16,0-2-5 0,0 1 3 16,0-1 5-16,0 0-4 15,0 2-1-15,0-2-1 16,0 2 1-16,0-2 0 16,5 0 0-16,0 0-4 15,3 0 0-15,-1 0-1 0,4-4 0 16,0-3-3-16,0-3 1 15,0 2 1-15,-1-2 0 16,0 1-1-16,-1-1 0 16,-2 3-1-16,-2 0-1 15,-1 1-1-15,-2 2 0 0,0 1-1 16,-2 1 0-16,1 2 0 16,-1 0-3-16,0 0-5 15,0 0-11-15,0 8 17 16,0 3-1-16,0 3 3 15,0 4 0-15,3 0 0 0,3 3 0 16,-2 0 1-16,1-2-1 16,1 4 0-16,-3-5 0 15,0-1 2-15,-1-2-2 16,-1-3 0-16,-1-2 0 16,0-3 0-16,0 0-2 0,-2-3 1 15,-3 1 2-15,-3-2 2 16,1-2 3-16,-6 2-6 15,2 0 3-15,-1-2-3 16,1-1-9-16,2 0-12 16,1 0-29-16,2-1-17 0</inkml:trace>
  <inkml:trace contextRef="#ctx0" brushRef="#br0" timeOffset="26489.08">20247 14895 157 0,'0'0'5'0,"0"0"8"0,0 0-5 0,0 0 1 0,0 0 7 15,0 39 1-15,0-21-8 16,0 3-5-16,0 1-1 15,0-1-2-15,3-1 0 16,-3-4 0-16,0 0 0 0,0-3-3 16,0-5-26-16,0-1-41 15,-8-5-54-15</inkml:trace>
  <inkml:trace contextRef="#ctx0" brushRef="#br0" timeOffset="26944.9">20143 15044 20 0,'0'0'259'16,"0"0"-248"-16,0 0-10 15,0 0 0-15,0 0-1 0,37-11 0 16,-19 8 0-16,2-1-1 16,1 0-6-16,5 1-10 15,-2-3-9-15,1 3-7 16,-3-2 1-16,-1 0 7 15,-3 2 19-15,-8-1 7 16,-2 3 8-16,-5 1 20 0,-3 0 2 16,0 0-1-16,0 6-20 15,-1 5-4-15,-3 0-3 16,1 5-2-16,1-2 0 16,1-2-1-16,1-1 1 15,0-3 1-15,5-2 0 0,2-3 2 16,3-2-1-16,0-1 1 15,-1 0 0-15,1-1 0 16,0-6-2-16,-1-3 3 16,-2-2 2-16,-2 1 4 15,-4-3 4-15,-1 0-8 0,0 1 0 16,-1 1-2-16,-6 1-4 16,-2 1 0-16,2 3-2 15,-3 4-2-15,0 2 1 16,3 1-13-16,-2 0-20 15,5 4-45-15,-3 0-34 0</inkml:trace>
  <inkml:trace contextRef="#ctx0" brushRef="#br0" timeOffset="27414.97">20559 14988 242 0,'0'0'10'0,"0"0"8"0,0 0 0 0,0 0-8 0,0 0-5 16,0 0-10-16,0 0 4 0,0 0 2 15,0 0-2-15,4 41 1 16,-4-26 1-16,0-1-1 16,0 1-1-16,4-4-3 15,0-1-6-15,0 0-3 16,1-6 5-16,1-1-1 15,0-3-1-15,1 0 4 0,1 0 4 16,-2 0 1-16,4-6 3 16,-2 1-2-16,0-1 0 15,1 3 0-15,-3 2 0 16,0 1 1-16,1 0 3 0,-1 0-2 16,2 0 4-16,-1 0 1 15,1 1 1-15,4 1 0 16,-5-2 5-16,2 0-3 15,-1 0 0-15,-3-2-2 16,2-5 2-16,-3-1 2 16,-1-2 5-16,-1-2 1 0,-1 1-3 15,-1-3 0-15,0-2-8 16,0 3-6-16,0-1-2 16,0 0-21-16,-1 3-18 15,-1 1-11-15,0 1-76 16</inkml:trace>
  <inkml:trace contextRef="#ctx0" brushRef="#br0" timeOffset="28361.82">21079 14841 262 0,'0'0'2'0,"0"0"2"0,0 0 6 0,0 0-10 16,0 0-6-16,0 0 8 16,0 0-6-16,0 0 2 15,-13 37 1-15,13-17 1 0,0 0 1 16,0 1 0-16,0-1 0 15,4-3 0-15,5 0 2 16,-2-2 0-16,2-4-2 16,2-1-1-16,3-6-3 15,-1-1 0-15,2-3 3 16,-1 0-1-16,1 0-6 0,-3-7-6 16,1-6 10-16,-2 1 4 15,-4-3 0-15,-1-3-1 16,-4-1 0-16,-1 1 1 15,-1-1-2-15,0 2 2 16,0 5 5-16,-3 0 11 0,-3 3 6 16,2 4-11-16,1 2-2 15,-1 1-8-15,3 2-1 16,0 0-4-16,1 0 1 16,0 6 1-16,0 3 0 15,0 4-1-15,0-1 4 0,6 2-2 16,-2 1 0-16,1-1 0 15,2 0 1-15,0-3-1 16,-1-1 0-16,-1 0-1 16,1-4-4-16,1 0-2 0,0-4-1 15,0-2 3-15,3 0 0 16,-3 0 6-16,3-2 1 16,0-7-1-16,-1 3 0 15,-1-2 2-15,0 2 5 16,-2 3-1-16,0-1 2 15,1 4-3-15,-1 0-5 0,0 0-1 16,-1 2 0-16,3 3 0 16,-1 0 1-16,1-1-1 15,2 0 1-15,-3-1 3 16,5-2-4-16,-2-1 2 0,4 0 0 16,-4 0-1-16,2-3 0 15,1-4 0-15,-2-1 0 16,0-2 0-16,-2 0 0 15,-2 1 0-15,-3-1 0 16,-2 3-1-16,-2 0 0 16,0 4-1-16,-1 3-7 0,-6 0 2 15,-3 0 4-15,-1 5 2 16,3 3 0-16,0 2 0 16,4 1 0-16,2-2 1 15,2 2 0-15,0-5 2 16,3 1-1-16,6 0 1 0,0-1 1 15,5-3 2-15,0-2-3 16,3 1-1-16,0-2-3 16,1 0-23-16,-4-6-33 15,-1-3-83-15</inkml:trace>
  <inkml:trace contextRef="#ctx0" brushRef="#br0" timeOffset="28510.06">21450 14811 315 0,'0'0'23'0,"0"0"-28"0,0 0-6 0,0 0-12 0,0 0 12 16,0 0-29-16,55-30-40 16</inkml:trace>
  <inkml:trace contextRef="#ctx0" brushRef="#br0" timeOffset="29058.11">21997 14983 77 0,'0'0'58'0,"0"0"-52"15,0 0 32-15,12 36-17 16,-10-32 2-16,-2-1-4 16,2-3 10-16,-2 0 6 15,0-6-9-15,0-5-18 0,0-5-4 16,0-4-3-16,-6-3 0 16,-1-2-2-16,0-2 0 15,2-3-1-15,3 2 4 16,2-2-2-16,0 0 0 0,0 4 0 15,5 4-3-15,4 5 2 16,2 6 0-16,-2 8 0 16,0 3-2-16,2 8-5 15,2 9 3-15,1 5 4 16,1 3 1-16,2 3 0 16,-1 2 2-16,1-3-1 0,-2 2 1 15,-3-4-2-15,-3-1-10 16,-6-6-40-16,-3-3-57 15</inkml:trace>
  <inkml:trace contextRef="#ctx0" brushRef="#br0" timeOffset="29221.62">22043 14894 264 0,'0'0'41'0,"0"0"-42"0,39-19-2 15,-21 14-7-15,4-1-15 16,-1-1-22-16,-1-2 3 16,-4 0-29-16</inkml:trace>
  <inkml:trace contextRef="#ctx0" brushRef="#br0" timeOffset="29413.91">22198 14705 256 0,'0'0'21'16,"0"0"-14"-16,0 0-10 0,0 0 2 16,-2 50 1-16,4-28 0 15,5 5 0-15,-1-4 1 16,4 1 0-16,-3 0-1 16,1-4-18-16,-1-3-17 15,1-5-33-15,-2-7-40 0</inkml:trace>
  <inkml:trace contextRef="#ctx0" brushRef="#br0" timeOffset="29628.25">22358 14712 324 0,'0'0'3'0,"0"0"7"16,0 0-13-16,0 0-1 15,0 0 0-15,2 38 9 16,3-16 0-16,1 3 0 0,0-1 0 16,2 2-3-16,-2-2 1 15,0 3-5-15,-6-4-27 16,0-3-73-16</inkml:trace>
  <inkml:trace contextRef="#ctx0" brushRef="#br0" timeOffset="29985.84">22277 14887 311 0,'0'0'-10'0,"0"0"6"0,51-1 4 16,-30-2 0-16,4 1 1 15,1-2-1-15,0-2 1 16,1 3 2-16,-3-4-1 15,2 1 0-15,-3-2-1 16,-4-2 0-16,-3 0 0 0,-1-1-1 16,-8 2 1-16,-2 2 0 15,-3 0-1-15,-2 1 4 16,0 3 1-16,-7 3-7 16,0 0 3-16,-5 3 1 0,1 8-2 15,1 4 0-15,1 3 0 16,3 1 0-16,1-1 1 15,5 2-1-15,0-1 0 16,2-2 1-16,7-3-3 16,2-2-15-16,2-4-40 0,1-5-55 15</inkml:trace>
  <inkml:trace contextRef="#ctx0" brushRef="#br0" timeOffset="30297.06">22686 14875 136 0,'0'0'161'0,"0"0"-125"0,0 0-12 16,0 0-24-16,0 0-7 16,0 0 4-16,0 0 1 15,0 0 2-15,18 34 1 16,-17-22 0-16,0-1-1 16,-1-2-7-16,1-2-9 0,-1-3-5 15,1-2-1-15,4-2 8 16,-2 0 17-16,3-8-1 15,3-2 0-15,4-5 0 16,0 3 4-16,0 1-3 0,1 5 2 16,-3 1 6-16,1 5 6 15,-1 0-9-15,0 0-1 16,0 7-5-16,0 3-2 16,-2 1 1-16,-1 0-1 15,-2 0-19-15,0-3-44 0,-5-5-95 16</inkml:trace>
  <inkml:trace contextRef="#ctx0" brushRef="#br0" timeOffset="30530.96">22995 14686 313 0,'0'0'4'15,"0"0"0"-15,0 0-10 16,0 0-1-16,0 0 10 0,1 59 3 16,-1-32-2-16,0 2-1 15,0-1-2-15,0 0 1 16,1-1 1-16,1-3-1 16,2-3-14-16,-4-4-43 15,0-5-72-15</inkml:trace>
  <inkml:trace contextRef="#ctx0" brushRef="#br0" timeOffset="30730.97">23006 14816 320 0,'0'0'3'16,"0"0"0"-16,48-14 7 15,-28 13-7-15,0 1-2 16,1 0-1-16,-5 6 0 15,-1 6-2-15,-1 0 1 0,-2 3 1 16,-2 0 0-16,-3-1-11 16,1-2-37-16,-5-5-70 15</inkml:trace>
  <inkml:trace contextRef="#ctx0" brushRef="#br0" timeOffset="30852.09">23220 14826 297 0,'0'0'0'15,"0"0"13"-15,-15-42-3 16,14 37-8-16,0-1-16 16,-2 3-55-16,2-1-71 0</inkml:trace>
  <inkml:trace contextRef="#ctx0" brushRef="#br0" timeOffset="32184.66">22049 15110 63 0,'18'0'10'0,"-3"0"12"0,5 0-3 0,3 0-7 0,1 0-4 16,1 0 0-16,6 0 7 15,2-2 6-15,4 2 3 16,6 0-2-16,3 0-11 0,8-1-3 15,2 1-1-15,6 0-5 16,0-2 0-16,4 1-1 16,0-3-1-16,1 1 1 15,-4 0-1-15,1-2 1 16,-4 3 1-16,-1-1 10 0,-7 0-2 16,-5 2-7-16,-7 0-2 15,-7 1-2-15,-8 0-18 16,-9 0-38-16,-7 0-48 15</inkml:trace>
  <inkml:trace contextRef="#ctx0" brushRef="#br0" timeOffset="32510.21">22069 15202 235 0,'0'0'2'0,"0"0"-13"0,0 0 19 0,45 9-5 0,-7-8 7 16,9 0 1-16,11-1 6 0,8 0-6 16,10 0-4-16,5 0-3 15,5-1-4-15,3-3-2 16,-1-2-49-16,-2 0-90 16</inkml:trace>
  <inkml:trace contextRef="#ctx0" brushRef="#br0" timeOffset="34074.49">18279 13738 45 0,'0'0'12'0,"0"0"18"0,0 0-5 15,0 0-9-15,0 0-9 0,0 0-7 16,0 0 0-16,0 0 0 15,0 0 1-15,0 0 0 16,-46 21 2-16,33-10 2 16,-4 2-3-16,3 1-1 15,-6 3 0-15,4-1-1 0,-2 5 1 16,2-1-1-16,-2 2 0 16,1 0 0-16,1 4 1 15,0-1 0-15,1 2 7 16,1-1-2-16,-1 1 1 15,3 0-2-15,-1 1-1 16,2 1-2-16,0 1 1 0,4 1 0 16,-2 3-1-16,3 1 1 15,-2 2 0-15,4 0-3 16,-2 4 1-16,2 2 0 16,2-2-1-16,1 1-1 0,1 1 1 15,0 1 0-15,0 1 0 16,6-2 0-16,2-3-1 15,5-1 2-15,-2-2-2 16,2-3 1-16,1-2 0 16,3 4 0-16,1-3 1 0,3 3 0 15,-3-1 0-15,8 1 1 16,-1-2 1-16,2-1 1 16,2 0-1-16,3-2-2 15,3 0 1-15,-1-1-1 16,3 1-1-16,-2-1 1 15,3-1 0-15,-1-1 1 0,3 0 4 16,0-5 4-16,3 4 4 16,1-5 4-16,4 0-9 15,0 0 2-15,4-1-7 16,2-1 1-16,2-2-2 16,3-1-2-16,5 0 0 0,1-1 0 15,2-1 0-15,1-2 0 16,1 0 0-16,-1-2 0 15,-2-1 0-15,0-3-1 16,-2-1 0-16,1-3 2 16,-2-2 8-16,0-1-1 0,-1 0-6 15,-2 0-1-15,-2 0-1 16,-4-1 0-16,-4-2-1 16,-2 0 1-16,-3 0 0 15,-7 1-1-15,-3 0 0 16,-6-1 0-16,-3 2-5 0,-6-2-16 15,-2 0-37-15,-7-1-94 16</inkml:trace>
  <inkml:trace contextRef="#ctx0" brushRef="#br0" timeOffset="36917.89">20797 15458 136 0,'0'-8'46'0,"-4"-1"-4"0,0 1-17 0,1 0-8 0,-2 1-6 15,0 0-5-15,-1 0 0 16,-2 2-3-16,1 1-4 15,-2 4 0-15,-5 0 4 16,3 0-4-16,-1 4 1 0,-2 6 0 16,3 0 1-16,4 2 0 15,0 0-1-15,5 1-1 16,1-1-2-16,1-1-1 16,0-1 0-16,5 0 3 15,4-2 5-15,2 1-1 0,0 1 0 16,3 0-1-16,-1 1-1 15,-3 3 0-15,-1 0-1 16,-4-1 0-16,-4 3-6 16,-1-2 2-16,-2-1 2 15,-8-3 1-15,-1 1-2 16,-4-2 5-16,-3-2 1 0,1-1-2 16,0-1 3-16,2-3-2 15,-2-2-24-15,7 0-60 16</inkml:trace>
  <inkml:trace contextRef="#ctx0" brushRef="#br0" timeOffset="37329.08">20860 15573 201 0,'0'0'-8'0,"0"0"10"15,0 0 1-15,48 9-3 0,-38-9 0 16,0 0 1-16,-3 0 0 16,1-1 3-16,2-5 10 15,-1-1 9-15,-1-2-5 0,-1-1-6 16,-1 0-6-16,-1 0-5 16,-5 1-1-16,0 1-4 15,0 2-14-15,-10 2 3 16,-1 2 6-16,-5 2 6 0,1 0 6 15,-2 0 4-15,2 10 2 16,0 2-4-16,2 2-4 16,3 2 0-16,3 1 0 15,5-2-1-15,2 2-1 16,0-3 0-16,8-4 9 16,4-1 0-16,2-1 10 0,2-3-2 15,5-3-8-15,-1-2-2 16,5 0-3-16,1-4-2 15,-1-7-37-15,1 0-42 16,-5-5-46-16</inkml:trace>
  <inkml:trace contextRef="#ctx0" brushRef="#br0" timeOffset="37601.73">21137 15308 237 0,'0'0'20'15,"0"0"-18"-15,0 0 5 16,0 0 2-16,0 0-5 16,0 0-4-16,0 0-1 15,0 0 7-15,-18 49 7 16,18-22 1-16,0 7-6 0,0-1-4 16,3-1-1-16,2 1 1 15,1-5-3-15,1-2 0 16,-1-5 0-16,-3-4-1 15,1-2-2-15,0-4-5 16,0-4-9-16,0-3-22 0,4-4-47 16,-2-4-18-16</inkml:trace>
  <inkml:trace contextRef="#ctx0" brushRef="#br0" timeOffset="37871.1">21309 15299 248 0,'0'0'4'16,"0"0"8"-16,0 0-5 16,0 0-2-16,0 0 4 15,0 0-8-15,0 0 6 0,0 0-8 16,-11 41 1-16,9-2 5 16,-3 4-3-16,3 3 3 15,2 1-1-15,0-1-1 16,0 0-1-16,0-5 1 15,2-5-2-15,0-2 0 16,1-6 0-16,-3-8 0 16,0 0 0-16,0-8-1 0,-5-3-14 15,-1-7-66-15,-4-2-64 16</inkml:trace>
  <inkml:trace contextRef="#ctx0" brushRef="#br0" timeOffset="38033.93">21182 15612 264 0,'0'0'1'0,"0"0"-2"15,50-19 3-15,-24 13 1 0,3 0-2 16,1 0-1-16,2 0-1 16,0 0-16-16,-3-1-25 15,-2-3-27-15</inkml:trace>
  <inkml:trace contextRef="#ctx0" brushRef="#br0" timeOffset="38425.03">21688 15182 244 0,'0'0'5'16,"0"0"3"-16,0 0-4 0,0 0-7 15,0 0 9-15,0 68 15 16,0-27 1-16,0 12-10 16,0 5-5-16,0 6 0 15,0 4-2-15,0 5-2 16,0-1 2-16,-1-4-5 16,-2-4-12-16,1-10-30 0,-1-7-6 15,3-14 7-15,0-11 0 16,1-12-20-16</inkml:trace>
  <inkml:trace contextRef="#ctx0" brushRef="#br0" timeOffset="38788.96">21937 15489 182 0,'0'0'-2'15,"0"0"13"-15,0 0 13 16,1-44 2-16,-1 37-3 16,-3 1-5-16,0 3-1 0,1 0 1 15,-3 3-10-15,1 0-9 16,-2 7 2-16,-3 6-1 15,1 4-1-15,1 3-1 16,0 4 2-16,3-2 2 0,4 0-2 16,0-3-1-16,2-2 0 15,8-3 1-15,2-1-1 16,2-5 2-16,2-2-2 16,1-3-5-16,3-3-14 15,-4 0-38-15,0-6-35 0</inkml:trace>
  <inkml:trace contextRef="#ctx0" brushRef="#br0" timeOffset="39118.5">22067 15526 248 0,'0'0'27'0,"0"0"-9"16,0 0-14-16,0 0-2 15,42-6-2-15,-33 6 0 16,1 6-2-16,0 5 0 15,-5 6 0-15,-1-1 0 0,0 1 1 16,-4 1-1-16,0-1-2 16,0-5 0-16,0-2 5 15,0-3-2-15,0-3-1 16,0-2 5-16,-2-2 10 16,2 0 6-16,-4-2 3 15,3-6-8-15,1-5-4 0,0-3-3 16,0-3-1-16,0-3-6 15,7-1-2-15,2-2-7 16,0 0-8-16,1 3-7 16,1 2-4-16,-2 2 0 15,0 5-17-15,2 4-47 0</inkml:trace>
  <inkml:trace contextRef="#ctx0" brushRef="#br0" timeOffset="39680.1">22313 15524 177 0,'0'0'63'16,"0"0"-63"-16,0 0 0 15,0 0 1-15,0 0-2 16,0 0 3-16,0 0-1 16,0 0 0-16,4 39-1 0,-4-38 5 15,0 1 8-15,0-2 9 16,1 0 1-16,3 0-9 15,-1-3-5-15,2-3-6 16,-1-2 1-16,-2-1 3 16,0 0 3-16,-2-2 0 0,0 1 0 15,0 0-2-15,0 3-3 16,-5 1-5-16,-2 5 3 16,-2 1 1-16,-3 0-6 15,2 9 1-15,-1 3 3 16,1 4-1-16,2 0-4 15,3 2-5-15,0 0-1 0,3 1-8 16,1-2-4-16,1-3 7 16,0-1 2-16,0-2 3 15,2-5 1-15,5-2 5 16,1-4 2-16,2 0 1 16,0 0-8-16,1-4-9 0,0-3 6 15,-2-4 3-15,0-1 11 16,-4 0 4-16,2 0 18 15,-4-2-6-15,-1 2-6 16,0-2 5-16,-1 3-3 0,-1 0-4 16,0 2-4-16,0-1-6 15,-1 6-2-15,-3-2-5 16,-4 5 4-16,2-1-8 16,-2 2-3-16,2 0 0 15,-1 2-2-15,0 5-9 16,5-1-35-16,-2-1-41 0</inkml:trace>
  <inkml:trace contextRef="#ctx0" brushRef="#br0" timeOffset="40070.82">22522 15499 252 0,'0'0'-4'0,"0"0"6"0,0 0 2 0,0 0 12 0,21-40 7 16,-21 36-15-16,-7 1 1 0,-1 2 0 16,-2 1-7-16,1 0-3 15,-3 5 2-15,0 4-1 16,1 2-1-16,4 2-1 16,0 2 1-16,5-3 0 15,2 1-3-15,0-1 0 0,9-1 2 16,-1-2 4-16,3 0 2 15,2-2 0-15,-2 0-2 16,-1 0 0-16,-1-1-1 16,-1 1 0-16,-4-3-1 15,-4 1 0-15,0 0-1 0,-2 1-3 16,-9-1 7-16,-5 0 0 16,1-1 0-16,-2 0-3 15,2-1-4-15,3-3-9 16,3 0-20-16,5 0-24 15,4-3-25-15,0-5-54 16</inkml:trace>
  <inkml:trace contextRef="#ctx0" brushRef="#br0" timeOffset="40419.73">22674 15497 216 0,'0'0'15'0,"0"0"22"0,0 0-14 16,16-46-13-16,-16 38-10 15,-4 1-4-15,-8 4 2 16,-1 2 4-16,-2 1-2 16,1 0 1-16,1 4-2 15,-1 4 2-15,1 3-2 0,4-1 1 16,4 1 0-16,5 0-2 16,0-1-3-16,1 2 0 15,12-5 10-15,0 4-1 16,4-2 0-16,-1-1 4 15,1 0-2-15,0 0 0 0,-3 0 0 16,-4-1 0-16,-4-1-5 16,-3 1-1-16,-3 0 1 15,0 2-1-15,-10-2 6 16,-5 0 2-16,-3 0-4 0,-3-1-1 16,1-3-2-1,2 0-28-15,0-3-53 0,5-3-130 16</inkml:trace>
  <inkml:trace contextRef="#ctx0" brushRef="#br0" timeOffset="40870.69">23023 15116 168 0,'0'0'36'0,"0"0"-9"0,0 0-6 0,0 0-9 0,0 0-12 15,0 0 0-15,0 0-2 16,0 0 6-16,9 52 16 16,-19-15-1-16,-3 12-7 15,-2 10 1-15,-3 9-1 0,-1 5-4 16,0 4-5-16,2-1 0 15,3-4 2-15,0-2-3 16,6-6-1-16,3-5-4 16,0-5-31-16,2-8-27 15,1-9-123-15</inkml:trace>
  <inkml:trace contextRef="#ctx0" brushRef="#br0" timeOffset="42775.89">20728 15807 130 0,'0'0'52'0,"0"0"-20"0,0 0-15 16,4 0-8-16,6 0 8 16,5 0 4-16,6 0-6 0,6 0-9 15,6 0-3-15,6 0-2 16,6 0 0-16,6 0-17 16,2 0-58-16,4 0-70 15</inkml:trace>
  <inkml:trace contextRef="#ctx0" brushRef="#br0" timeOffset="43317.88">22057 15786 115 0,'0'0'98'0,"0"0"-59"0,0 0-20 0,0 0-10 15,0 0 3-15,0 0 13 16,0 0-1-16,40 3-9 16,-15-3-6-16,7 0-5 15,8-3-2-15,7-3-1 0,5-1-1 16,4-3-12-16,4-1-41 15,3-5-122-15</inkml:trace>
  <inkml:trace contextRef="#ctx0" brushRef="#br0" timeOffset="44697.01">23168 15399 213 0,'0'-4'9'0,"-3"0"34"0,0 1 8 0,0-1-19 0,2 4 6 15,-1-2-15-15,1 2-17 16,1 0-7-16,0 12-2 16,0 5 2-16,0 1 1 0,0 7-1 15,0-1-10-15,0 2-23 16,0-4 10-16,3-4-8 15,-3-2-39-15,0-6-39 16</inkml:trace>
  <inkml:trace contextRef="#ctx0" brushRef="#br0" timeOffset="45118.57">23177 15379 223 0,'0'0'12'16,"0"0"28"-16,0 0-10 16,43-15-14-16,-31 15-5 15,1 1-7-15,-2 9-2 16,1-1-1-16,-2 2-1 0,-4-1 0 16,1 0 1-16,-1-3-6 15,-1-1-4-15,1-3 1 16,0-3-1-16,2 0 8 15,4-2 1-15,-2-5 2 16,3-4-1-16,1-1 1 0,-2 0 0 16,2 2-1-16,-2 1 2 15,-1 5-2-15,-1 3 2 16,-5 1-1-16,1 2-1 16,-1 10-1-16,0 3 4 15,1 5-2-15,-4 4 4 0,1 1-2 16,0-2 0-16,2 2-2 15,-2-3 1-15,1-1-2 16,3-3-14-16,-4-1-21 16,2-4-46-16,0-5-55 15</inkml:trace>
  <inkml:trace contextRef="#ctx0" brushRef="#br0" timeOffset="45800.92">23639 15483 257 0,'0'0'-3'16,"0"0"13"-16,0 0-4 15,0-41 0-15,-9 35-4 16,1 4 0-16,-1 2 2 16,0 0 6-16,0 7-7 15,-1 3 1-15,2 4-3 0,1 0 0 16,3-1-2-16,1 0 1 15,2-2-1-15,1-1-2 16,0-3-2-16,6-3-6 16,2 0 0-16,1-4 7 15,1 0 1-15,0 0 3 0,-1-4 2 16,0 0-1-16,-3-2 0 16,1 2 0-16,-4 1 0 15,-1-1-1-15,-1 4 5 16,0 0-2-16,2 0-3 15,2 0 2-15,-1 4-1 0,6 0 1 16,1-1-1-16,-1 1 1 16,3-4-2-16,1 0-16 15,5 0-16-15,-4-1-4 16,3-7-39-16,-1-1 14 16,0-2 52-16,-2-4 16 0,-3 0 21 15,-3-2 13-15,-1-2 4 16,-5 2-11-16,-2 0 1 15,-1 3-7-15,0 1-6 16,-3 6-1-16,-4 1-9 16,-2 2-5-16,0 4-2 0,0 0-1 15,1 0 0-15,2 5-4 16,2 4 0-16,1 1 0 16,3 2-4-16,0 1 2 15,0-1 2-15,4 2 1 16,4-2 0-16,-1 2 3 15,2-3-3-15,-1 1 1 0,-1-2-1 16,0 0 0-16,-2-2-1 16,-4 1 1-16,-1-2-1 15,0-1 0-15,0-1 0 16,-8 2 1-16,-1-1-2 16,-3-2-9-16,0-1-6 0,2 1-16 15,4-4-16-15,-1 0-18 16,7-4-70-16</inkml:trace>
  <inkml:trace contextRef="#ctx0" brushRef="#br0" timeOffset="46017.59">23913 15334 183 0,'0'0'3'0,"0"0"28"0,0 0 6 16,0 0-2-16,0 0-12 0,0 0-24 15,0 0-4-15,0 0 16 16,0 0-3-16,17 54-3 16,-13-30-3-16,1 0 0 15,-4 1-1-15,4-4-1 16,-3-3-25-16,-2-5-23 0,0-2-32 16</inkml:trace>
  <inkml:trace contextRef="#ctx0" brushRef="#br0" timeOffset="46328.34">24022 15318 265 0,'0'0'5'16,"0"0"20"-16,0 0-11 15,0 0-14-15,0 0-2 0,0 0-11 16,0 0 11-16,0 0 2 15,-4 30-7-15,-5-14 1 16,-4 1-1-16,2-3-1 16,3 0 2-16,1-1 6 15,3-2 0-15,1-2 0 0,3-1-2 16,0 1-1-16,3-2 5 16,6-1 7-16,1 1 1 15,3-3 0-15,2 1-3 16,-1 0-4-16,2-3-2 15,-2 0 1-15,0-2-37 16,-2 0-36-16</inkml:trace>
  <inkml:trace contextRef="#ctx0" brushRef="#br0" timeOffset="46974.59">24119 15468 154 0,'0'0'68'15,"0"0"-72"-15,0 0 10 16,0 0-2-16,0 0 0 16,40-3 2-16,-27-4-3 15,0-3-1-15,-2-2-1 0,-1 1 0 16,-1-2 1-16,0-1-1 16,-5 0 9-16,-1 2 11 15,-2 0-3-15,-1 2-6 16,0 1-4-16,0 5-3 0,-4 3-2 15,-4 1-2-15,-3 1 3 16,3 9-4-16,-3 4 1 16,2 2-2-16,4 1 1 15,3 0 1-15,2-2-1 16,0 0 3-16,2-2 1 0,7-2-1 16,2-3-2-16,2-1 3 15,2-4-2-15,-2 0-6 16,2-3-6-16,1 0-12 15,1-4 8-15,0-5 11 16,0-2 2-16,1-5 2 16,-2 2 1-16,-3-2 2 0,-5 2 4 15,-1 0 5-15,-4 5 0 16,-3 2 2-16,0 0-5 16,-4 7-6-16,-5 0-3 15,-2 0 0-15,-1 1 1 16,2 8-1-16,3 0 0 0,2 2-2 15,3 1-1-15,2-3-2 16,0 1-3-16,0-3 4 16,6-1-2-16,3-2 1 15,3-4 0-15,-3 0 1 16,0 0 1-16,2-7 2 0,-3-4 3 16,-2-3 0-16,0-5 3 15,-1-1 3-15,-2-4 2 16,-3-1-6-16,1-2-2 15,-1 0-3-15,0 1-6 16,0 2-11-16,0 4-23 16,0 3-18-16,0 1-62 0</inkml:trace>
  <inkml:trace contextRef="#ctx0" brushRef="#br0" timeOffset="47287.91">24844 15186 271 0,'0'0'-4'0,"0"0"4"0,0 0-6 0,0 0-8 0,0 0 22 15,-44 26-4-15,13-8-4 16,-8 6 3-16,-8 6-1 15,-10 6 2-15,-10 6 3 0,-12 4-2 16,-7 1-2-16,-9 2 6 16,-5-2 4-16,0 0-5 15,-4-3-4-15,6 3 1 16,3 0 0-16,11 0 3 16,8 0-5-16,10 0-4 15,13-1-31-15,10-6-72 0</inkml:trace>
  <inkml:trace contextRef="#ctx0" brushRef="#br0" timeOffset="47643.71">23789 15993 122 0,'0'0'28'0,"0"0"18"0,0 50-15 0,2-29-10 16,4 2-11-16,-1-2-4 0,0 2-6 15,2-5 0-15,-1-1-21 16,-2-5-11-16,0-6-24 16,-2-6-26-16</inkml:trace>
  <inkml:trace contextRef="#ctx0" brushRef="#br0" timeOffset="48063.08">23812 15949 239 0,'0'0'1'16,"0"0"10"-16,0 0-3 16,0 0-2-16,0 0-4 0,36-6-1 15,-24 18 1-15,-2 2 2 16,-2 3 0-16,1 1 0 15,-1 0-2-15,-1 1-1 16,2-3 0-16,-4-1 1 16,5-4 0-16,-5-3-4 0,4-4-5 15,0-4-4-15,1 0 5 16,1-4-4-16,1-7 3 16,1-6-9-16,1-3 3 15,-3-3 8-15,-1 3 4 16,1 0 2-16,-2 2 4 0,-3 6 12 15,1 3 7-15,1 4 0 16,-2 5-9-16,1 0-9 16,2 6-1-16,1 6 3 15,-1 3 5-15,2 2-6 16,1 1 0-16,0 1-4 0,2 1-2 16,0-4 1-16,1 0-1 15,-4-4-29-15,0-2-42 16,-1-6-39-16</inkml:trace>
  <inkml:trace contextRef="#ctx0" brushRef="#br0" timeOffset="48412.92">24241 15963 268 0,'0'0'16'16,"0"0"4"-16,0 0-16 0,0 0-3 0,0 0-2 15,0 0-2-15,0 0 0 16,0 0 5-16,0 0 3 16,19 34-3-16,-15-20-1 15,0-2 2-15,2-2-2 0,2-2 1 16,-2-1-1-16,1-4-2 16,0-2-4-16,1-1 2 15,-2 0 3-15,2-5 2 16,-2-5 2-16,2-3 2 15,0 2 7-15,-1 0-3 0,-1 3-5 16,1 1-1-16,-3 4 1 16,2 3-1-16,-1 0-10 15,1 3 3-15,0 5 2 16,0 2 2-16,2-1 0 16,-2 1-17-16,-1 0-15 15,0-5-27-15,-3-4-31 0</inkml:trace>
  <inkml:trace contextRef="#ctx0" brushRef="#br0" timeOffset="48668.08">24443 15745 175 0,'0'0'113'0,"0"0"-83"15,0 0-27-15,0 0-5 16,0 0 8-16,19 38 8 16,-15-15 4-16,2 2-8 15,0 5-3-15,1-1-6 16,-1 0 1-16,0-2 0 16,-2-3-6-16,-2-1-31 0,-2-5-27 15,0-6-24-15,0-4-62 16</inkml:trace>
  <inkml:trace contextRef="#ctx0" brushRef="#br0" timeOffset="48954.33">24572 15713 274 0,'0'0'6'0,"0"0"22"15,0 0-9-15,0 0-5 16,0 0-16-16,0 0-6 16,0 0 7-16,0 0 4 15,15 61 3-15,-12-29 2 16,0 3-5-16,-2-2-1 16,4 0-1-16,-4-2 1 0,1-3 0 15,0-4-2-15,-2-1-6 16,0-3-14-16,0-5-21 15,0-4-13-15,-2-5-15 16,-1-6-23-16</inkml:trace>
  <inkml:trace contextRef="#ctx0" brushRef="#br0" timeOffset="49189.22">24573 15931 53 0,'0'0'159'0,"0"0"-155"15,48-30 18-15,-28 20-6 16,-1 3-2-16,-4 2 2 16,5 4 3-16,-7 1-11 15,-2 1-1-15,-2 11-5 0,-2 2 1 16,-2 4 5-16,0 0-6 16,-3 0 0-16,0-1-1 15,0-1-1-15,-2-4-9 16,0-3-28-16,2-3-27 15,-2-6-38-15</inkml:trace>
  <inkml:trace contextRef="#ctx0" brushRef="#br0" timeOffset="49309.85">24756 15807 286 0,'0'0'6'15,"0"-45"11"-15,2 30-14 0,5 4-5 16,-3 5-44-16,-3 5-59 15</inkml:trace>
  <inkml:trace contextRef="#ctx0" brushRef="#br0" timeOffset="49643.47">24146 16322 357 0,'0'0'6'15,"0"0"5"-15,0 0-15 16,0 0 3-16,0 0 1 16,-3 39 0-16,9-19 1 0,1 1-1 15,-1 1-2-15,0 0-21 16,0 0-13-16,-5-4-39 16,1-5-71-16</inkml:trace>
  <inkml:trace contextRef="#ctx0" brushRef="#br0" timeOffset="49844.24">24304 16290 311 0,'0'0'35'0,"0"0"-40"15,0 0 6-15,24 48-1 16,-14-26 0-16,1-1 2 15,-2 0-2-15,1 2 1 16,0-3-5-16,-5 0-31 16,-1-5-65-16</inkml:trace>
  <inkml:trace contextRef="#ctx0" brushRef="#br0" timeOffset="50218.55">24251 16463 345 0,'0'0'-24'0,"0"0"10"15,46-4 13-15,-25-4-17 16,5 0-26-16,-3-1 16 0,3 0 17 16,-1 0 11-16,-1-2 1 15,-2 0 1-15,-1 1-2 16,-3-2 0-16,-4 4-2 15,-6-1 4-15,-1 3-2 16,-7 2 8-16,0 0 26 16,0 4-2-16,-8 0-5 0,1 0-6 15,-3 0-12-15,2 7-4 16,-1 3-3-16,2 4-2 16,2-2 1-16,3 3-1 15,2 1-1-15,0-3 1 16,0-1 0-16,6 0 0 0,4-2 0 15,4-3-10-15,2-1-25 16,1-4-40-16,0-2-57 16</inkml:trace>
  <inkml:trace contextRef="#ctx0" brushRef="#br0" timeOffset="50562.19">24668 16423 178 0,'0'0'114'0,"0"0"-86"16,0 0-11-16,0 0-10 15,0 0-13-15,0 0 6 0,0 0-3 16,-40-22 10-16,32 26-5 16,2 5-4-16,4 0 1 15,2 0 0-15,0-1-1 16,0-1-13-16,4-2-3 16,6 2-16-16,-2-6-5 0,2-1-21 15,1 0 11-15,0 0 25 16,0-8 22-16,1 1 7 15,-1-2 13-15,-1-1 12 16,-2 3 16-16,-1 3-11 16,-3 1-10-16,0 3-7 15,0 0-9-15,-1 0-9 0,1 3 2 16,0 4 2-16,1-1-4 16,0 0 1-16,3 1 0 15,0-2-1-15,2-2-11 16,0-1-29-16,3-2-42 0,-2 0-15 15</inkml:trace>
  <inkml:trace contextRef="#ctx0" brushRef="#br0" timeOffset="50971.42">24892 16404 165 0,'0'0'64'16,"0"0"-11"-16,0 0-29 0,18-37-10 16,-17 31-4-16,-1 0-2 15,0 6-1-15,-3 0-12 16,-4 0 3-16,-4 8 4 15,2 4-1-15,2 0-3 16,1 2 0-16,4 1-5 16,0-2-6-16,2-2 1 15,0-4 4-15,6-2-3 0,3 1-3 16,1-5 3-16,-1-1-1 16,0 0 1-16,1-4 10 15,0-6 1-15,-4-1 2 16,1-1 1-16,-3-5 5 0,-2 0 9 15,-2-1 0-15,0-3-3 16,0 0-3-16,0-3-1 16,0 1-2-16,0-1-3 15,0 3-3-15,-1 2 0 16,0 2 0-16,0 7 1 0,1 4 1 16,-3 6-4-16,1 0-5 15,0 15 4-15,-2 5-2 16,2 6 2-16,2 5 1 15,0 3 1-15,0 1-1 16,0-1-18-16,0-1-49 0,-6-3-114 16</inkml:trace>
  <inkml:trace contextRef="#ctx0" brushRef="#br0" timeOffset="51309.04">24404 16730 90 0,'0'0'145'0,"0"0"-137"0,0 0 7 0,0 0 1 15,0 0 4-15,0 0-4 0,0 0 1 16,51 4 0-16,-25-5-6 16,3-2 0-16,4-1-3 15,-2 1-1-15,3-1-1 16,0-2-2-16,-1 3-3 16,0-1 0-16,-3 0-1 15,-2 1-2-15,-3 0-15 0,-5 0-12 16,-8 0-24-16,-4 1-78 15</inkml:trace>
  <inkml:trace contextRef="#ctx0" brushRef="#br0" timeOffset="51505.03">24449 16862 304 0,'0'0'0'0,"0"0"1"0,0 0 2 16,63 3 2-16,-26-10 3 16,10-3-3-16,5-1 2 15,8-4-4-15,3-2-5 16,1-5-116-16</inkml:trace>
  <inkml:trace contextRef="#ctx0" brushRef="#br0" timeOffset="55660.9">17848 13097 1 0,'2'0'20'0,"4"0"1"0,1-4-5 16,-1-2-10-16,1 3-3 16,-3-1 0-16,1 3 1 15,-3-1 1-15,-2 0 2 16,1 0-1-16,-1 2-1 16,0 0-1-16,0 0-1 0,0 0 0 15,0 0-4-15,-1 0 3 16,-6 6-2-16,-2 2 1 15,-1 1-1-15,-2-1 0 16,-2 2 2-16,0 3 0 16,-1-3 0-16,0 3 3 0,-1-2-4 15,-2 6 1-15,-1-1-1 16,0 2-1-16,-2 2 1 16,0 3-1-16,-1 0 3 15,0 2-3-15,1 1 0 16,-2 2 0-16,4-1 1 0,-5 3-1 15,7-2 0-15,0 2 0 16,3-2 1-16,3 0 2 16,2-1 2-16,4 0 3 15,1-1 0-15,1 3-2 16,3-1 0-16,0 4-4 0,0 0 0 16,7 1-1-16,5 2 0 15,-1 0-1-15,3 2 0 16,1 1 0-16,1 0 1 15,-1-3-1-15,1 0 1 16,0-3-1-16,0-2-1 0,-3 1 2 16,2 1-1-16,-3-2 1 15,-1 2-1-15,0 2 0 16,-4 1 1-16,1-1-1 16,-4 1 0-16,-1 0 0 15,0 1 1-15,-3-2-1 0,0 4 0 16,0-1 1-16,-3 0 0 15,-2-1-1-15,1-2 0 16,-3-3 1-16,1-5-2 16,-3-4 2-16,2-5-1 15,1-4 0-15,-1-2 2 0,-2-3-2 16,0-1 1-16,2-3-1 16,-3 3 1-16,2-3-1 15,0 0 0-15,3-2 0 16,1 1 0-16,2-3 0 15,0 1 0-15,2-1-1 16,0 0-5-16,0 2 4 0,0-1 0 16,2 1 2-16,6 0 2 15,1 1-5-15,7 1 8 16,1 2-3-16,2 3-2 16,5 4 1-16,-1 2-1 15,-1 2 0-15,0 4 0 0,-1 1 0 16,-2 3 0-16,-2 4 0 15,-2 2 0-15,-3 7 0 16,-2 3 0-16,-4 5-1 16,-4 4 1-16,-2 2 0 15,0 2 0-15,0 1 0 0,0-5 0 16,0-3 0-16,0-3 1 16,0-3-1-16,0-4 2 15,1 0 0-15,3 0 0 16,2-1 0-16,-1-1 2 15,2-1 5-15,2-2-4 16,5-3 0-16,-1 0-1 0,3-3-1 16,2-3 0-16,4-3-3 15,5-3 2-15,2-2-2 16,6-4 2-16,6-4 0 16,6-3-1-16,1-1-3 0,2-3-38 15,-2-1-65-15</inkml:trace>
  <inkml:trace contextRef="#ctx0" brushRef="#br0" timeOffset="57300.99">17919 13229 74 0,'0'-7'10'0,"0"0"9"0,0 1 2 0,0 1-1 15,-4-2-9-15,-2 1-1 16,-2 0-4-16,1 1 2 16,0 0 4-16,-1 1 2 15,0-2-6-15,-2 3-4 0,0 2 0 16,-1 1-6-16,0 0 1 16,-4 0 1-16,1 3-1 15,-3 1 1-15,1 3-2 16,1 0 2-16,-2 1-1 15,1 2-2-15,1 2 4 0,-2 2-2 16,2 2 2-16,-1 1-1 16,1 3 0-16,0 1 0 15,3 3 0-15,0 2-1 16,0 4 1-16,3 1 0 16,-1 3 1-16,0 1-2 0,3 1 1 15,-1 1 0-15,1-3 1 16,-2 2-1-16,4-2 0 15,-3-2 0-15,5 1 0 16,-3 0 0-16,4 1 0 16,-1 1 1-16,3 2-1 15,0 2 0-15,0-2 0 0,7-1-1 16,2 0 1-16,3-2 1 16,2-3-2-16,0-2 2 15,2 2 0-15,-3-1-1 16,1-2 0-16,-2 2 1 15,-1-1-1-15,1-1 0 0,-4-2 0 16,0 2 1-16,-1-1-1 16,-3-1 0-16,-2 2 0 15,-2-3 0-15,0 2 0 16,0-3 1-16,-6-1-1 16,-2-5 0-16,-1-2 0 0,1 3 1 15,-2-4 0-15,-5 2-1 16,1 1 2-16,-1 0-2 15,-2 0 0-15,1-2 0 16,0-2 1-16,2-1-1 16,2-4 0-16,0-4 0 0,5-1 1 15,0-4 3-15,3 0 13 16,3 0 1-16,1 0-3 16,0 0-12-16,0 0-2 15,0 0-1-15,7-4 0 16,5 1 0-16,1 1-1 0,3 0 1 15,2 2 0-15,-2 0 0 16,4 0 0-16,-1 3 0 16,0 5 0-16,1 1 0 15,0 3-1-15,2 4 1 16,-1 0 0-16,0 4-1 0,-2 1-1 16,-1-1 1-16,-4 4 1 15,-1 0 0-15,-2-1 0 16,-3 4 0-16,-3 0 0 15,2 1-1-15,-5 2 1 16,-2 0-3-16,0 1 3 0,0-1-1 16,-7 2 1-16,0-1 0 15,-1 1 1-15,1 5-1 16,-3 0 0-16,-1 7 0 16,1 3 1-16,0 0-1 15,-1-1-1-15,1-1 2 0,0-5-2 16,4-2 2-16,3-5 1 15,1-3 3-15,2-2 4 16,0-2 0-16,4-4-3 16,5-1 2-16,5-4 0 15,1-5-1-15,2-1 1 0,7-2-1 16,3-5-2-16,5-4-4 16,5 0-1-16,2-4-8 15,4-12 0-15,0-4-35 16,-7-11-131-16</inkml:trace>
  <inkml:trace contextRef="#ctx0" brushRef="#br0" timeOffset="58575.87">17832 13265 53 0,'-12'-3'14'0,"0"2"4"0,1-1 1 0,1 2-9 0,-2 0-5 15,0 0-4-15,1 0-1 16,0 0 0-16,1 0 1 15,1 0-1-15,-3 7 0 16,2 2-1-16,-2 2 1 16,-1 6 0-16,0 4 1 0,-4 6-2 15,1 5 1-15,-3 6-6 16,-1 3 11-16,3 3-3 16,-2 0 0-16,-1 0 2 15,7-1 6-15,0-3-2 16,5-3-2-16,2-3 0 0,5 1-1 15,1 0 0-15,0-2 1 16,7 2-3-16,3-2 1 16,3 3 7-16,3 0-6 15,-1 2-1-15,4-1-3 16,-2 0 0-16,3 1 0 0,-4 0-1 16,1 1 1-16,-1-4-1 15,-2 2 1-15,-3 0 0 16,0-3-1-16,-5 2 2 15,1-1-2-15,-5 1 1 16,-1-6-1-16,-1 1 1 0,0-3 0 16,-3-5-4-16,-7-2 6 15,-4-1 2-15,-1-2-4 16,-4 1 0-16,-2-3-1 16,2-1 0-16,-3-2 1 15,6 0 1-15,0-3-2 0,4-1 0 16,2 0-2-16,5-2-4 15,1-2-9-15,0 0-6 16,4 0 9-16,0-1-2 16,0 0 4-16,6 0 13 15,4 0 0-15,1-1 1 0,2 2 2 16,5-1 0-16,-1 3-2 16,2 0 1-16,1 2-3 15,-2 2 2-15,0 6-3 16,-2 3 3-16,1 7 0 15,-6 7-1-15,-1 10 0 0,-2 7 2 16,-5 10-3-16,-1 7-1 16,-1 6 0-16,-1 4 0 15,0-1-1-15,0 0 1 16,0-5-1-16,3-1 1 16,3-5-1-16,6-7 1 15,3-5-1-15,6-3 2 0,9-7-2 16,7-9 0-16,14-6 0 15,9-11-2-15,14-13-63 16</inkml:trace>
  <inkml:trace contextRef="#ctx0" brushRef="#br0" timeOffset="69557.96">7237 10147 14 0,'-4'0'6'0,"2"0"-3"0,-1-1 7 0,1-1-5 15,0 1 3-15,0 1-4 0,0 0 0 16,-1 0-1-16,-1 0-1 15,4 0-1-15,-1 0-2 16,1 0 2-16,0 1-2 16,0 5 0-16,0-2 1 15,3 2 0-15,6-3 1 0,-2 3 0 16,3-2 3-16,3-1 1 16,0-3 0-16,2 0 0 15,-1 0 2-15,4 0 1 16,-1 0 0-16,-1 0-1 15,-1-2-2-15,2 1-2 16,0-1 0-16,3 1 1 0,-4 0-1 16,4-1 0-16,0-1 2 15,2 2-3-15,1 1 0 16,2-1-1-16,1 1 0 16,1 0 2-16,2 0 0 0,1 0-1 15,3 0-1-15,-2 0 0 16,0 0 0-16,0 0-1 15,1-1-1-15,-1 0 2 16,-1-2-1-16,0 0 0 16,2-1 0-16,-1 0-1 15,0 0 1-15,1 1-10 0,1 0 19 16,-1 0-8-16,1 2 0 16,0-1-2-16,1 2 2 15,-1-1-1-15,3 1 1 16,-2 0-1-16,0 0 0 15,1 0 0-15,1 0 0 0,-1 0 0 16,1 0 0-16,-2 0 0 16,2 0 1-16,-2 0 0 15,3-1-1-15,-1-1 2 16,0 2-1-16,1 0 0 16,2 0 0-16,-1 0-1 0,-2 4 1 15,3 1-1-15,0-1 1 16,-1-1-1-16,1-2 0 15,4 2 1-15,2-3-1 16,0 0 2-16,6 0-2 16,3 0 1-16,0-4 0 15,-3-1-2-15,4 0 3 0,0-1-2 16,-4-1 0-16,2 3 2 16,-4-1-2-16,0 1 1 15,-3 1-2-15,2 2 1 16,0-1 0-16,1 1 0 15,-2 0 0-15,5-1 0 0,0 2 0 16,2 0 0-16,0 0 0 16,2 0 0-16,-2 0 0 15,1 0 0-15,1 0 0 16,0 0 0-16,2 0 2 0,-2 0-2 16,2 0 0-16,0 0 1 15,2 0-2-15,-1 0 1 16,3-7 0-16,-1 0-5 15,3 0 8-15,-1 0-3 16,1 1 0-16,0 0 1 16,-5 2-1-16,0 1-4 0,-3 1 8 15,0 1-4-15,-2-1-5 16,0 0 7-16,0 0 0 16,0 1-1-16,-2-1 3 15,1 0-1-15,-2 1 3 0,2-1-3 16,-2 1 1-16,0-1 0 15,-1 1-1-15,-2 1-2 16,-2 0-1-16,-2 0 2 16,1 0-2-16,-1 0 0 15,1 3 0-15,-4 0 1 0,3-2-1 16,0 1 1-16,3-1 1 16,-1-1 1-16,2 0 0 15,2 0-1-15,1 1-1 16,2-1 0-16,1 1 0 15,0 1 0-15,4 0-1 16,-1 0 1-16,1-2-1 0,3 1 0 16,-1 0 1-16,1 0-1 15,-1-1 2-15,-2 0-2 16,3 0 3-16,-1 0-1 16,0 2 0-16,3-2 1 15,2 0-3-15,0 0 1 0,6 0 1 16,-1 0 0-16,3-4-1 15,1 1 0-15,0-1 1 16,0 2-2-16,-1-1 2 16,1 3-1-16,0-3 0 15,2 3-1-15,1-1 1 0,0-1 1 16,0 1-1-16,1 1-1 16,2 0 0-16,-2 0 0 15,0 0 1-15,1 0-1 16,3-4 1-16,1 1 0 15,-1 0 1-15,1 0 0 0,3 0 0 16,-1-1 2-16,-2 3-3 16,0-1 1-16,-1 1-1 15,1-1 0-15,-1 1 1 16,1 1-1-16,-1-1 4 16,1-1 0-16,1 1-1 15,-2-1-2-15,-1 1 2 0,2 1-2 16,0-1 0-16,0 0-2 15,0 1 1-15,2 0 0 16,-3-2 1-16,1 2-1 16,0 0 3-16,-5 0-2 0,3 0 1 15,-3-2 0-15,4 1-1 16,-1 1-1-16,-1-2 2 16,3 2-2-16,0-1-1 15,-4-1 1-15,1 1-1 16,-1 1 1-16,-3-1-1 15,-1-1 0-15,1 2 1 0,-3-2-1 16,1 1 2-16,-4 0 1 16,0-2 2-16,-3 2-1 15,-4-2 1-15,-5 0 6 16,-3 2 2-16,-2-1 1 16,-8 1-5-16,-3 1-6 0,-4 0-2 15,-9 3 0-15,-11 8-2 16,-18 2-44-16,-11-6-52 15</inkml:trace>
  <inkml:trace contextRef="#ctx0" brushRef="#br0" timeOffset="72101.05">7162 11169 61 0,'8'-5'3'0,"-3"1"4"0,3-2-2 15,0 3-3-15,0 1-1 16,1 0 1-16,-2-1-1 16,2 1-1-16,-2 0 0 15,-1-1 3-15,-1 0 2 16,4 2 4-16,-4 0-7 15,1-1 3-15,1 2-3 0,3 0 0 16,0 0-1-16,-2-1 0 16,7 1-1-16,0 0 2 15,3-3-2-15,-3 3 1 16,3-3 0-16,2 1 0 16,0-2 2-16,-1 2-2 0,0-1 1 15,2 1-1-15,1 0 1 16,-2 1-2-16,2 1 1 15,1 0 0-15,4 0-1 16,-1-1 0-16,3 0 0 16,2-1 1-16,1 1-1 0,2-2 0 15,-1 1 0-15,-3-2 1 16,5 1 2-16,-4-1-1 16,-1 1 1-16,3 1 0 15,0 0 0-15,-2 1-1 16,3 1-1-16,-2 0 0 0,3 0 0 15,-2 0 0-15,3 0 0 16,-2 1 0-16,4 3 0 16,-2-4 1-16,2 3 2 15,3-3-1-15,5 0 2 16,3 0 0-16,-2 0-2 0,3 0 0 16,2 0-1-16,0 0 0 15,0 0-2-15,-1 0 1 16,3 0-1-16,0 0 1 15,1 0 0-15,-2 3 1 16,3 4-1-16,-2-4 0 0,2 5-1 16,3-1 1-16,3-2 0 15,0 2 1-15,4-3-2 16,3 2 3-16,0-2-1 16,2 0-1-16,1 1 0 15,3-1 1-15,-1 0-1 16,2 3 0-16,-1-2 1 0,2 1 0 15,-1 0-1-15,0 0-1 16,-1 0 0-16,0-1 0 16,-2 0 1-16,4-1-1 15,-1-3 0-15,2 1 0 16,0-1 2-16,3-1 0 0,0 0 1 16,-1 0 1-16,0 0-2 15,-2 0 0-15,3 0-2 16,-1 0 2-16,1 0-1 15,2-6 2-15,-1 0 0 16,-1 1 0-16,0-2-1 0,-1 3-1 16,-6 1 0-16,1-1 0 15,1 1 0-15,2 1 1 16,-3-1 1-16,4-1-2 16,2 1 0-16,2-1-1 15,-1-2 2-15,1-1-1 0,0 0 0 16,-3-1 1-16,1 2-2 15,0-1 0-15,-5 1 1 16,2 3-1-16,-3 0 1 16,2 2 0-16,-2 1-1 15,1 0 0-15,-1-1 0 0,2-2 2 16,2 2-1-16,-1-1 1 16,1-4-2-16,3 2 0 15,-2 1 0-15,1-1 1 16,-5 3-1-16,2-1 0 15,0 2 1-15,-1 0-1 0,3 0 0 16,0 0 0-16,3 0 1 16,0 0 0-16,-1-4-1 15,-1-1 1-15,-4 0-2 16,0 1 1-16,-1 0 0 16,1 1 1-16,-2-2 6 0,2 2-3 15,2 2 0-15,2-2-2 16,-3 1 1-16,1 1-2 15,1 1-1-15,0 0 1 16,-3 0-1-16,2 0 0 16,0 0 2-16,-3 0-1 15,2 0 2-15,-4 0-3 0,2 0 2 16,-7 0 1-16,1 0-1 16,0 0-1-16,0 0 1 15,1 0 0-15,1 0 1 16,2-4 1-16,-1 1-1 15,2 0 0-15,-4 1 0 0,-1 0 2 16,-2 1-4-16,2-1 2 16,-1 2 0-16,-2-1-1 15,3-2 1-15,2 2 0 16,1-2-1-16,0 0 1 0,-1 3-1 16,-2-1 0-16,-3 1 0 15,1 0-1-15,0 0 2 16,-4 0-3-16,2 0 0 15,1 0 1-15,1 0 1 16,-1 1-2-16,1 2 0 16,-3-2 0-16,-4 2 0 0,-1-1 1 15,-2-1-2-15,-1 0 2 16,-1 1 0-16,0-2 0 16,-1 0 1-16,3 0 0 15,-2 0 0-15,-1 0 3 16,-1 0-2-16,-3 0 0 0,-2-2-1 15,-2 1 0-15,-5-2 1 16,1 0-1-16,-3-1 2 16,-4 3-4-16,-1-2 1 15,-3-1 1-15,1 1-1 16,-2-2 2-16,0 0 4 0,3-1 4 16,-4 1-2-16,5 1-3 15,-3 0-3-15,-1 0 2 16,-1 1-4-16,-1 0 0 15,-3-1 0-15,0 4-1 16,-3 0-4-16,-10 0-37 0,-13-7-45 16,-5-16-227-16</inkml:trace>
  <inkml:trace contextRef="#ctx0" brushRef="#br0" timeOffset="76328.13">7277 10079 42 0,'12'-3'0'0,"1"-5"0"0,1-2 3 0,3 3-2 15,-1 0 2-15,-2-2 5 16,2 3-1-16,1-1-1 16,1 3-3-16,-1-1 0 15,-1 0 0-15,5 2-1 0,-2-1-1 16,4 1 0-16,2-1-1 16,2 0 1-16,2 0 0 15,4 1-1-15,1 0 1 16,1 1-1-16,3-2 0 15,0 3 0-15,-1-1 0 0,2 0-1 16,-3 1 2-16,2-2-2 16,-1 1 2-16,4 0 0 15,-1-1-1-15,2 1 1 16,1 1 0-16,-3 1 0 16,0 0 0-16,1 0 0 0,-3 2-1 15,0 2 2-15,3 2-1 16,-1-2-1-16,6 0 0 15,-1-1 0-15,2 0 1 16,2-3-1-16,3 0 0 16,-3 0 0-16,3 0 0 15,3-6 1-15,-4 1-1 0,5-1-1 16,-2 2 2-16,-2 1-1 16,-2 1 0-16,2 0-1 15,0 2 2-15,1-2-1 16,-2 2 0-16,3-1 0 15,1-2 0-15,0-1 0 0,3 1 0 16,0-1 2-16,2 0-2 16,-1 0 0-16,3 0 0 15,-1 1 1-15,1 1 0 16,-1-2-1-16,3 1 0 16,-5 1 0-16,1-1 0 0,-4 0-1 15,-3 2 1-15,-2 0 0 16,3-1 0-16,-5 1-1 15,2 1 1-15,0 0 0 16,1 0 0-16,0 0 1 16,0 0-1-16,3 0 1 15,1 0 0-15,0 0 1 0,0 0 0 16,2 0-2-16,-4 0 1 16,-1 0 0-16,-1 0 0 15,-1 0-1-15,-2 0 0 16,-2 0 1-16,0 0-1 15,0 0 0-15,3-2 0 0,1-1 0 16,2 1 1-16,1-1 0 16,1 0-1-16,-1 3 1 15,0-3-1-15,0 3 0 16,2-1 0-16,-1-1 0 0,1 2 0 16,0 0 0-16,0 0 1 15,1 0-1-15,3 0 0 16,-3 0 0-16,2 3 1 15,1 0-1-15,0 1 0 16,-1-1 0-16,-1 3 1 16,2-3-1-16,-2 1 0 0,-2 0 0 15,2-2 0-15,-2 2 1 16,1-1-1-16,4-1 2 16,2 0 3-16,2 1 0 15,4 0 0-15,-2 2-4 0,2 1-1 16,1 1 1-16,-1 2 0 15,0-2-1-15,-1-1 0 16,3 0 1-16,2 0-1 16,1-3 0-16,-2 0 0 15,6-3 1-15,0 0-1 0,0 0 2 16,3 0 5-16,1 0-1 16,2 0 0-16,2 0-4 15,-2 0 1-15,2 0-3 16,1 0 0-16,0 0 0 15,1 0 1-15,0 0 4 16,3 0 6-16,1 0-1 0,0-2 2 16,1-2-3-16,1 1 3 15,4-4-1-15,0 1-3 16,1-1 1-16,6-1 2 16,1-2-5-16,3 4-1 15,-1-2-1-15,3 2-2 0,-4-1 0 16,2 4 0-16,-2-1-1 15,-2 1-1-15,1 0 3 16,3 2-3-16,0-2 1 16,1 0-1-16,-1 2 1 15,4-1 0-15,-3-1-1 16,-2 2 0-16,2-2 2 0,-7 0-2 16,-1 2 1-16,-6-2-1 15,1 2 2-15,-8 0-2 16,0 1 0-16,-10 0 0 15,-10 6-20-15,-11 3-45 16,-16-8-99-16</inkml:trace>
  <inkml:trace contextRef="#ctx0" brushRef="#br0" timeOffset="78740.42">7452 11144 39 0,'-11'0'5'0,"-1"0"0"0,2 0 4 0,1 0-1 0,1 0-2 16,2 0-2-16,2 0-2 16,1 0-1-16,3 0-1 15,-2 0 2-15,2 0 0 16,0-1 5-16,0-2 5 15,0-1-6-15,0 0-5 16,2-2 1-16,1 1 1 0,1 1 0 16,0-1 3-16,1 3-3 15,-1-1-1-15,1 1-1 16,-1 1-1-16,3 0 0 16,0 1-1-16,4-1 1 15,0-2 0-15,3 3 0 0,-1-2 0 16,0 1 2-16,3-2 1 15,2 2-1-15,0-1 0 16,4 1 1-16,1 0-1 16,-1-1 1-16,5 2 0 15,2 0 1-15,2 0 2 0,2 0-3 16,3 0-2-16,1 4 0 16,2 4-1-16,1 1 2 15,4 0 0-15,0 1-2 16,3 0 3-16,0-2-2 15,4-1 1-15,-6-2-1 16,4-4 0-16,-3 0 0 0,-2-1-1 16,2 0 1-16,1-4-1 15,2-3 2-15,-1 1 2 16,3 1 0-16,-3-1-2 16,4 5-2-16,-3-2 1 0,1 3 0 15,3 0 0-15,-4 0-1 16,3 0 1-16,-2 0-1 15,2 0 2-15,0 0-2 16,0 3 1-16,1-3-1 16,2 0 2-16,0 0-2 15,3 0 0-15,-2 0 0 0,-3-3 1 16,3 0 0-16,0-1-1 16,0 1 1-16,0 1-1 15,-1-2-1-15,3 4 2 16,-1-2-1-16,1 1 0 15,2 0 0-15,1 0 0 0,1-1 0 16,-2 1 1-16,-1-2-2 16,3 2 2-16,-2-1-1 15,-3-1 0-15,3 0 0 16,-3 1 1-16,2 0-1 16,0-1 0-16,2 1 1 0,-2 0-1 15,3 2 1-15,-4 0-1 16,0 0 1-16,-2 0-1 15,-1 0 0-15,-1-1 0 16,0-1 0-16,0 2 0 16,0-1 0-16,-4-1 0 0,5 2 0 15,-1 0 0-15,2 0 0 16,-2 0 0-16,-1 3 0 16,0 1 2-16,-2 2-2 15,-2-2 0-15,1 2 0 16,-1-3 0-16,1 1 0 0,1 1 0 15,0 1 0-15,-1-1 0 16,0-1 0-16,-2 2 0 16,4-1 0-16,-4 2 1 15,2-1-1-15,-2 1-1 16,-2 1 1-16,0 1 0 16,1-1 0-16,-1-1 0 0,4-1 0 15,-1-1 0-15,2-4 1 16,3 0-1-16,0-1 0 15,4 0 1-15,1-1 0 16,3-5 0-16,-3 1-1 16,5-1 2-16,-5 1 2 0,0 2 3 15,3 0-1-15,-2 1-1 16,1 1-2-16,-1 1 0 16,1 0-3-16,1 0 1 15,-2 0 0-15,3 0-1 16,2 0 3-16,0 0-1 0,1 0 0 15,1 0-1-15,1 0 0 16,-1 0 0-16,0 3 0 16,3 2-1-16,-1 1 0 15,2 1 0-15,2-3 1 16,5-2 0-16,2-2-1 0,2 0 2 16,1-1-2-16,0-6 3 15,-3-1-1-15,3 1-2 16,0 2 5-16,-1 0-2 15,1 2-1-15,2 2-1 16,1 1-1-16,0 0 3 16,3 0-3-16,-3-1 1 0,3-1-1 15,1-1 0-15,-2-2 0 16,2 0 2-16,-2 0-2 16,3-2 2-16,-6 1 1 15,1 0 3-15,2 1-1 0,-2 0-3 16,1 1 1-16,1 1-1 15,-2 1-1-15,5 0 0 16,-3-1 0-16,-1 0 0 16,2-1 0-16,-1-1 0 15,3 0-1-15,-4 0 2 0,2-1 6 16,0 1 2-16,-1-1-1 16,-3 0-1-16,-5 1-2 15,-2-1 0-15,-2 1 0 16,-3 1-1-16,-2-2 2 15,-3 2-4-15,-2 1-1 0,-5 0 0 16,-4 2 0-16,-5-2-1 16,-3 3 4-16,-7-3 0 15,-7 2 5-15,-3-2 0 16,-5 1 0-16,-5-1-3 16,-4 1-2-16,-2-1 2 0,-5 0 0 15,-1 0-3-15,-2 2 1 16,-3-2-4-16,1 2 0 15,-3-1 1-15,0-1-1 16,-1 3-1-16,1 0 1 16,2-1-2-16,-3 1-6 0,-1-3-40 15,-1-8-47-15</inkml:trace>
  <inkml:trace contextRef="#ctx0" brushRef="#br0" timeOffset="83261.47">19950 9370 66 0,'-2'0'29'0,"-4"0"-21"0,2-1 3 16,0-3-2-16,-2 1-2 16,3-1 0-16,1 1 1 15,-2-2 4-15,2 1 4 16,0 1-1-16,0-1-7 0,0 3-4 15,1-1-2-15,1-1 0 16,-2 2-1-16,2 0 0 16,0-1 4-16,0 2 2 15,0-1-3-15,2-1-2 0,7 1-1 16,-2-2 0-16,5 3 0 16,0 0 0-16,-1-1-1 15,3 1 0-15,-1 0 0 16,1 0 1-16,1 0-1 15,1 1 0-15,-2 5 0 0,2 1-1 16,-3 1 1-16,0 4 0 16,0 0-1-16,-2 1 1 15,-3 2-1-15,1 2 0 16,-3-1 0-16,0 0 1 16,-1 1 0-16,-2 0 0 15,3-3 0-15,-5 1-1 0,0-1 0 16,0-3-2-16,-1 2 1 15,0 2 1-15,0-1-1 16,-3 1 1-16,-5 4 2 16,0 2-2-16,-3 0 3 0,-1 3 0 15,0 2-1-15,1-1 2 16,1 3-1-16,1 1 0 16,1 0 1-16,1-1 0 15,1 1 0-15,1-2-2 16,2-1 0-16,1-1 2 15,2-2-1-15,0 2 1 0,0-1-2 16,0 2 2-16,0-1-1 16,0 2 0-16,5-3 0 15,3-1 0-15,-1-3 0 16,0-2 1-16,-1-6 0 0,1-2-3 16,-3-3 2-16,-2-3 0 15,1-1-1-15,-2-2 0 16,-1 1 1-16,1-1 0 15,-1-1-1-15,0 0 0 16,0 3 0-16,-3 1 0 16,-3-1 0-16,-4 1-1 0,0 4 0 15,-1 0 0-15,0 2-1 16,0 1 1-16,-2 1 0 16,2 3-1-16,-2 1 1 15,1 4 1-15,3 0-1 16,-3 5 0-16,4 2 1 0,3 0-1 15,3 4 1-15,2 1 0 16,0 0-1-16,0 0 1 16,7 0 0-16,1-2 0 15,0 0-1-15,1-2 1 16,-1 2-1-16,0 0 1 0,2 0-1 16,-5 0 2-16,3 0-2 15,-2 1 0-15,0-1 1 16,-4-2-1-16,-2 0 0 15,0-2 0-15,-7-1 0 16,-9-1 0-16,-4-1 1 0,-9-2-1 16,-7 0-8-16,-2-3-15 15,-3-7-25-15,-2-9-52 16</inkml:trace>
  <inkml:trace contextRef="#ctx0" brushRef="#br0" timeOffset="84674.18">19874 9360 77 0,'8'-5'1'0,"-1"-1"4"0,1 0 1 16,0 2 4-16,-1 1-3 0,2 0 0 15,-2 2 0-15,3 1-3 16,2 0-1-16,1 0-1 16,2 0-1-16,1 3-1 15,2 2 0-15,1 4 2 16,-2-2-2-16,0 5 0 0,-1-1-2 15,0 0 2-15,-3 2 0 16,-2 1 2-16,-2 0-2 16,-3 1 1-16,0 2 0 15,-4 0 1-15,0 0 0 16,-1 1-1-16,1-1-1 16,-2 2 1-16,1-2-1 0,-1 1 0 15,0-1 0-15,0 2 1 16,0-1 8-16,0 2 3 15,-3-1-2-15,1 3-5 16,0 1 0-16,1 2-2 0,-1 1-1 16,2-2 1-16,0 0-2 15,0-2 0-15,0-5 2 16,0-3 0-16,0 0 5 16,0-4-1-16,0-3-1 15,2-1 0-15,1-2-2 0,1 2 2 16,3-3-2-16,-2-1 0 15,3-1 0-15,-3-1-1 16,1 0 0-16,-1 0 0 16,-3 0-1-16,0 0 2 15,-1 0-1-15,-1 0 1 16,0 0-1-16,0 0-3 0,0 0-1 16,0 0-1-16,-5 0 0 15,-4 0 0-15,2 2 2 16,-3 3 0-16,-1-1 0 15,1 4 0-15,1 2 0 16,-3 2-1-16,1 3 1 0,1 1 0 16,2 4 0-16,-1 3-5 15,3-1 4-15,-2 4 1 16,2 0-1-16,2 0 0 16,0 3 1-16,2-1-1 15,0 2 1-15,1-3-1 0,1 3 2 16,-2-2-2-16,2-2 1 15,0 0 1-15,0-1-1 16,0-1 1-16,3-1 0 16,3 2 0-16,1 0 2 15,2 3-2-15,-1 0 1 0,1 2-2 16,-1 1 0-16,1-2 0 16,-2 1 0-16,0-2 0 15,-1 2 1-15,-2-3-2 16,-1-3 1-16,-1 2 1 15,1-5-1-15,-1-1 0 16,1-2 1-16,-3-2 1 0,2-1 0 16,-2-2-1-16,0 0 0 15,0 1 1-15,-5-1-1 16,-5 1 1-16,-6 2 0 16,-5-1 0-16,-3-2-13 0,-4-1-10 15,-2-4-42-15,-1-7-22 16</inkml:trace>
  <inkml:trace contextRef="#ctx0" brushRef="#br0" timeOffset="85858.21">19915 9449 73 0,'0'-9'5'0,"0"3"-2"0,2 0-1 16,4-2-2-16,1 1 1 0,3 4 0 16,0-4 3-16,1 4 6 15,-1 2-1-15,1 1-1 16,0 0-3-16,2 0-4 16,0 4-1-16,-1 6 0 15,1 1 0-15,0 3 0 0,-1 2 0 16,-1 1 0-16,1 2 0 15,-2-1 1-15,-3 2 0 16,-1-3 0-16,-3 2 3 16,-3-1 2-16,0 3-2 15,0 1-1-15,0 2 0 0,-5 1-1 16,-2 1-1-16,1 2 1 16,-1-1 2-16,0 3 4 15,1-1-3-15,0 0 1 16,3 0-2-16,-3-1 1 15,4-2-3-15,1 1 2 0,1-5 1 16,0 1 0-16,0-3-3 16,7 1 2-16,2-4 2 15,1-1-1-15,4-2 2 16,-1 0-2-16,-1-4-1 16,1 0-3-16,1-1 1 15,-5-5 1-15,0 2-1 0,-1-3-1 16,-1-1 1-16,-2 1-2 15,1-1 0-15,-4 1-3 16,-1-1-5-16,-1 2-2 16,0 2 3-16,0 4 5 15,-3 2 0-15,-7 5 1 0,2 4 1 16,-3 1-3-16,1 3 3 16,0 2 0-16,3 1 2 15,2 1-1-15,2 3 0 16,0 4 0-16,1 1-1 0,2 0 2 15,0 1-2 1,0-2 1-16,0-2 1 0,1-3 0 16,4-1 1-16,2-2-2 15,-2 0 1-15,4 2-2 16,-2-1 1-16,1 1-1 16,-3-1 1-16,1 0-1 0,-1-1 1 15,-3 1-1-15,-2-2 1 16,0 0 2-16,-7-2 0 15,-8-1 0-15,-10 2-1 16,-11-1 1-16,-8 3 0 16,-11 5 0-16,-12-1-13 0,-10-4-73 15</inkml:trace>
  <inkml:trace contextRef="#ctx0" brushRef="#br0" timeOffset="89388.4">7108 10302 86 0,'-7'0'1'0,"-4"0"0"0,4 0 0 16,-2-1 0-16,0-1 0 0,0 2 2 16,0-3-2-16,1-1 1 15,-2 1 2-15,1-1-1 16,1 0 4-16,-1-2-2 15,-3-1-2-15,1-3-1 16,0 2-2-16,2-4 2 0,-2 2 0 16,-1-5 2-16,2-1 2 15,1 0-2-15,-3-3-1 16,1 0 2-16,1-1-1 16,0-2-1-16,3 0 2 0,1-2-3 15,-1-2-1-15,3-2 0 16,-4 2 1-16,2-2-2 15,-4-2 0-15,-3 3 0 16,1-3 0-16,-4-1-2 16,0 1 1-16,0-1 1 15,1 0 0-15,-5 2 0 0,4 1-1 16,0 2 0-16,-1 2-1 16,1 2 1-16,1 1-1 15,1 2 2-15,3 0 0 16,2 2 0-16,2 0 0 15,2-1-1-15,3 2 0 0,2-2 0 16,0 2 1-16,3 0-1 16,10 1 1-16,0-2-1 15,4 1 1-15,4-2 1 16,2-2-2-16,2 3 1 16,6-3 0-16,0 2-1 0,2 0 1 15,5-3 0-15,0 5 0 16,3-2 0-16,3 1 1 15,1 0-2-15,0 1 1 16,4 2 1-16,-2 0-1 16,4 0 0-16,1-1 0 15,1 0 1-15,1 1-1 0,2-2 0 16,-4 3-1-16,-1 3 2 16,0-1-1-16,-5 1 0 15,4 3 0-15,-5 0 0 16,2 1 0-16,-5 2-1 15,1 0 1-15,-3 1 1 0,-2 1-2 16,-3 2 1-16,2 0 0 16,-3 0 0-16,3 2-1 15,-1 4 1-15,1 3-1 16,2 1 2-16,1 0-1 16,0 0 0-16,3-1 0 0,0-2 1 15,3-3-1-15,5-4 1 16,-1 0-1-16,-1 0 0 15,2-3 1-15,1-2-1 16,-4 0 0-16,2 0-1 16,1 2 1-16,-1 1-1 0,3 2 1 15,-4 0 0-15,2 0 0 16,2 2 0-16,-1 4 0 16,2 2 1-16,3-1-2 15,2 1 2-15,4-3-1 16,0-1 1-16,2-2-1 0,1-2 0 15,2 0 0-15,-3-2 0 16,4-5 0-16,0 0-1 16,2-1 0-16,-1 0 1 15,0 3 1-15,1 1-1 16,0 2-1-16,-2 2 2 0,-3 0-1 16,0 0 0-16,-1 0 1 15,0 4-1-15,5-1 0 16,-1 1 0-16,2-4 1 15,3 0-2-15,2 0 0 16,-2 0 0-16,4-7 1 0,-7-1 3 16,-1-1 1-16,-3 2-3 15,0 1 0-15,-4 2 1 16,3 1-2-16,-1 3 1 16,-2 0-1-16,2 0 0 15,2 2 0-15,-4 5 0 0,0 1 0 16,1 1 0-16,-4-1 1 15,1 0-1-15,1-1 0 16,-2 0 2-16,3-3-2 16,0-1 0-16,0-2 0 15,1 1 0-15,-1-1 0 0,-1-1 0 16,-2 2 0-16,1 0 1 16,-3 3-1-16,0 0 0 15,-2 4 0-15,1-2-1 16,2 4 2-16,1-2-2 15,-1 1 2-15,3-2-1 16,-1 1 0-16,3-5 0 0,-2 2 0 16,2-2 1-16,4-2-1 15,0 0 1-15,4-2-1 16,1 0 2-16,3 0-2 16,2 0 1-16,5 0-1 0,0 0-14 15,-1 0 25-15,1 0-9 16,2 0-1-16,1 0-1 15,5-4 1-15,-2 0-1 16,8-2 0-16,1 0 1 16,4-1-1-16,-3-1 0 15,6-2 1-15,-2 0 0 0,4 0-1 16,-2 0 0-16,1 0 1 16,2 0-2-16,-3 0 1 15,-2 2 2-15,0 3-1 16,0-3-1-16,2 1 0 15,-1 1 1-15,2 0 0 0,-1-1-1 16,-1 2 3-16,2-2-2 16,-3 1 0-16,-1-1 0 15,-2 1 0-15,0 0 0 16,-3-1 1-16,-3 0-1 0,-1 0 0 16,0 1 2-16,-1-1 0 15,0 1-3-15,-1-1 0 16,0 0 1-16,-1 3 0 15,-5-2 0-15,-2-1 0 16,0 2 2-16,0-1 2 16,-2 0-2-16,0-1-1 0,-2 2 0 15,-7-1-2-15,-3 1 1 16,-5-1 0-16,-4 1 1 16,-4-1 2-16,-1 2 3 15,-1 1-1-15,0 1-4 16,2 0-1-16,-1 2-1 0,0 0 1 15,-1 0-2-15,-7 0 2 16,0 4-2-16,-5-1 1 16,-4 0 1-16,-2 0-1 15,-1 1 0-15,-4 1-1 16,1 1 1-16,-3 0 0 0,-1 0 0 16,-1 2-1-16,-1 2 0 15,-1 0 1-15,-3 0 1 16,-1 2-2-16,2 5 0 15,-5-2-2-15,2 7 2 16,-2 0-1-16,-3 5 1 0,0 0-2 16,-3 3 2-16,0-2-1 15,-4 0-2-15,-1-2 5 16,-2 0-1-16,1 1-3 16,-3-4 3-16,0 5 2 15,-3-1-1-15,0 0-1 16,0 3-6-16,-3 1 7 0,-10 1-2 15,-3 0 2-15,-8-1 1 16,-6 2 0-16,-7 0 0 16,-9 1 0-16,-12 1-1 15,-14 5 1-15,-15 4-1 0,-19 3-17 16,-13 1-68-16</inkml:trace>
  <inkml:trace contextRef="#ctx0" brushRef="#br0" timeOffset="91020.08">7060 10167 36 0,'2'-10'2'0,"-1"0"4"0,-1 0 8 0,0 2 2 15,0 1-1-15,0-2-2 16,0 3 0-16,-5 2-2 0,1 0-3 16,-2 1-6-16,-1 0-2 15,1 3 1-15,-2 0-2 16,-1 0 2-16,0 0-2 16,-2 0 2-16,2 0-3 15,-4 3 4-15,1 1-1 0,0 1-2 16,-2 0-1-16,3 2 5 15,2 1-5-15,-3 0 2 16,2 1 2-16,3 1-1 16,0-1-2-16,0 3 1 15,0-2 0-15,-1 1-1 16,3 1 1-16,-4 3 0 0,0-1 0 16,1 2-2-16,-1 1 3 15,-1 2-2-15,-1 0 1 16,1 1 0-16,0 0 0 15,1 0-1-15,0-1 1 16,2-1-1-16,0 0 1 0,3-2 0 16,0 0-1-16,-1 2 1 15,1-2 1-15,2 2 0 16,0 2-1-16,-1-1 0 16,0 1 1-16,1-1-1 0,0 1 0 15,2-3 0-15,-2-1 0 16,2 1 0-16,-2-3 0 15,2-2 1-15,0 0-1 16,0-2 0-16,0 0 2 16,0-1-1-16,0-1 1 0,0 2 1 15,0 1-2-15,0-2 0 16,0 4 0-16,0-2 0 16,0 3 0-16,0-2-1 15,4 5 0-15,1-2 1 16,4 0-1-16,-2 2 0 15,0-2 0-15,1 1 1 0,2-2 0 16,0 0 0-16,-1-1 0 16,3 0 0-16,-2-2 2 15,2 2-2-15,1-2 1 16,0 1-2-16,3-1 0 16,0-1 0-16,4 1 1 0,5-1 2 15,4-1 0-15,5 2 3 16,10-1-3-16,8 3 2 15,12-3 0-15,17 1-1 16,17 2 0-16,23-6-1 0,23 0 2 16,29-5 1-16,24-2-3 15,25 0-2-15,18 0-13 16,4-2-28-16,2-1-6 16,-5 2-44-16</inkml:trace>
  <inkml:trace contextRef="#ctx0" brushRef="#br0" timeOffset="95152.71">5351 12448 102 0,'0'0'21'0,"0"0"-19"0,0 0 3 0,0 0-6 16,0 0 2-16,0 0 1 16,0 0-1-16,0 0-1 15,45 0 1-15,-34-4-1 16,2 3 0-16,1-3 5 16,1 0-2-16,3 1-1 0,2 3-1 15,5-2-1-15,2 2 0 16,0 0 0-16,4 0 1 15,0 0-1-15,5 2 0 16,2-1 0-16,7-1 0 16,1 0 0-16,8 0 0 0,0 0 1 15,4-3-1-15,1-4 0 16,0 1 0-16,3 0 0 16,-1-1 0-16,1 0 1 15,4 1-1-15,1-1 0 16,2 1 3-16,2-1 5 0,2 0-2 15,2 4 1-15,3-1-3 16,2 4 0-16,1 0-1 16,0 0-2-16,3 7 0 15,1 3-1-15,3-1 1 16,-1 1-1-16,-3-3 0 0,6 0 0 16,-1-4 2-16,1-2-2 15,0-1 2-15,5 0 0 16,-1 0 4-16,-2 0-3 15,1-1 0-15,3-2 1 16,4 0-2-16,-4 0 0 0,4 2 2 16,2-1-1-16,4 2-1 15,-4 0 0-15,3 0-2 16,1 0 1-16,1-1 0 16,1-2 2-16,1 2 1 15,0-5 4-15,0 2-1 0,2-1-2 16,1 0-2-16,1 2-1 15,1-1-1-15,-2 2 0 16,-1-1 1-16,-5-1-2 16,-4 2 0-16,-5-1 1 15,-2-2-1-15,-5 4 2 0,0-1-2 16,-3 2 0-16,-7 0 0 16,-10 2-13-16,-5-2-135 15</inkml:trace>
  <inkml:trace contextRef="#ctx0" brushRef="#br0" timeOffset="96497.92">13629 12322 147 0,'-3'0'7'0,"0"0"10"0,3-3-2 0,-1 0-10 0,1 3 2 16,0 0-5-16,0 0-1 16,0 0-1-16,0 0-1 15,0 0-1-15,6 0 2 0,3 3 0 16,3 1 0-16,3 2 0 15,2 0-5-15,5-1 3 16,1-1-1-16,2-1 2 16,6-3 0-16,2 0 1 15,3 0 2-15,2 0 1 0,7 0 2 16,1 0 0-16,8-4-2 16,-3 0-1-16,7 1 0 15,0-1-1-15,5 1 0 16,-2 1-1-16,3 1 0 15,-3-2 0-15,1 3 1 16,0-3-1-16,1 1 1 0,0-4 1 16,4 3 10-16,1-3-1 15,5 3-5-15,5 1-2 16,3 0-3-16,3 2-1 16,1 0 0-16,5 0-1 15,-2 2-1-15,0 2 1 0,-1-1 0 16,2-1 0-16,3 1 1 15,0-3 0-15,2 0 1 16,2 2-1-16,3-2 0 16,-3 2 1-16,0 0-2 15,0 4 2-15,4-2-1 0,-3 0 0 16,2-1 0-16,3 1 0 16,-2-2 0-16,1-2 0 15,2 0 0-15,-2-2 1 16,1-5-1-16,-1 0 2 15,0 0-1-15,-1 0 0 0,0-1 0 16,-6 0 0-16,0 1-1 16,-1 0 0-16,-3 0 0 15,-5 0 1-15,-4 0-1 16,-7 0 1-16,-4 2 3 16,-4 0 7-16,-10 0-1 0,-3 1-3 15,-5 2 0-15,-7 1 0 16,-4 0-3-16,-6 1-2 15,-4 0-2-15,-4 0 0 16,-5 0 0-16,1 0 1 16,-5 0-2-16,-4 0-5 15,-3 1-23-15,-3-1-46 0,-4 0-71 16</inkml:trace>
  <inkml:trace contextRef="#ctx0" brushRef="#br0" timeOffset="97544.62">19747 12322 165 0,'-7'0'-29'0,"1"0"33"0,3 0 1 16,1-2-5-16,2 1 0 16,-2 1 1-16,2 0-1 0,0 0-1 15,0 0 1-15,5 0 2 16,5 0-1-16,0 0 0 15,5 0-1-15,3 0-3 16,0 0-13-16,4 0 6 16,1 0 1-16,3 0 7 15,5 0 2-15,2 0 1 0,4 0 0 16,-1 0 3-16,5 0 2 16,1-3 3-16,0 3 1 15,2 0-2-15,3-1-2 16,3 1 1-16,3 0-3 15,5 0-2-15,2 0 1 0,3 0 0 16,0 0 3-16,4 0 2 16,1 0 3-16,1 0-1 15,0 0-3-15,4 0-4 16,4 0 1-16,2 0-4 16,-1 0 0-16,3 0 0 0,0 0 1 15,2 0-2-15,-2 0 2 16,-1 0 0-16,0 0 6 15,0 0 6-15,-1 0-5 16,-2 0-3-16,1 1-3 16,-3 2 1-16,-1 1-3 0,-3-1 2 15,-4-2-2-15,-2 1 0 16,0-1 0-16,-6-1 0 16,1 0 0-16,0 2 0 15,0-1 1-15,-1 2-1 16,0 0 1-16,-5-2-2 0,-1 2 1 15,-5 0 0 1,-5-2 0-16,-5-1 1 0,-5 3-1 16,-5-3 0-16,-2 3 1 15,-4-2-1-15,-2 2-1 16,0 0 0-16,-4-1 0 16,0 2-9-16,-1-1-6 0,-1 0-13 15,-1-3-29-15,-1 0-31 16</inkml:trace>
  <inkml:trace contextRef="#ctx0" brushRef="#br0" timeOffset="102319.96">9730 9490 21 0,'-1'0'50'0,"1"0"-32"0,0 0 1 0,-2 0-2 16,2 0-1-16,0 0 5 0,-2 0-5 16,2-2-15-16,0 2-1 15,-2-1 1-15,0-1-1 16,0 0 2-16,0-3-2 15,1 1 1-15,-1-2 0 16,2-2-1-16,0-2 2 0,0 0-1 16,0-2 0-16,0-3-1 15,0-3 1-15,0-1-1 16,0 1 0-16,0-4 1 16,0-1-2-16,0-1 3 15,6-1-1-15,4-1 0 16,6-2 1-16,3-1-1 0,4-2 1 15,5 0-2-15,4 0 0 16,3-2 0-16,3 2-2 16,3 1 1-16,-1 3 1 15,0 3 0-15,3 0 0 0,2 2-2 16,4 0 4-16,4 0-4 16,5 0 2-16,3-2 0 15,3 0 0-15,6-1 0 16,0 0-1-16,5 2 0 15,1-3 0-15,2 5 1 0,5 1 1 16,0 3 0-16,1 4 0 16,-1 1 2-16,5 3-1 15,5 2-1-15,-1 1 0 16,2 4 0-16,2 0 0 16,2 2 0-16,1 0 0 15,-1 0 0-15,1 3 2 0,5 3-2 16,1-1 0-16,0 3 0 15,1-1 0-15,-5 2-1 16,-3 0 1-16,-5 1-1 16,-4 1 0-16,-1 2 1 15,-2 1 1-15,-3 0-1 0,0 6 1 16,-1 0 0-16,-5 3-1 16,-6 1-1-16,-3 4 1 15,-5 1-1-15,-1 3 0 16,-9 0 0-16,-2 0 1 15,-3 4-2-15,-6-2 2 0,-6 3-1 16,-7-3 3-16,0 0-1 16,-7-1 0-16,-2-2 1 15,-1-1-2-15,1-2 1 16,-3-2-1-16,-1-1 0 16,-2-3 0-16,1-2 0 0,-3-5 1 15,-2-1-1-15,-1-2 0 16,-2-4 1-16,-4-2 0 15,3 0-1-15,-4-5 0 16,-2 2 0-16,0-3 1 16,0 0 20-16,0 0 8 0,0 0-3 15,0 0-8-15,0 0-14 16,0-3-2-16,-2 2 0 16,2-2-3-16,-3 0 1 15,2 3-2-15,0 0-7 16,0 0-23-16,0 0-31 0,-3 3 1 15,-7-3-48-15</inkml:trace>
  <inkml:trace contextRef="#ctx0" brushRef="#br0" timeOffset="103379">9693 9403 76 0,'-10'0'3'0,"-2"-3"6"0,1 3 5 16,0-1-3-16,4 1-2 16,1 0 1-16,3 0-3 0,1 0 5 15,0-2-3-15,2 2-7 16,0 0-2-16,0 0 0 16,-2 0 0-16,-1 0 0 15,0 0 1-15,-1 0-1 16,0 0 0-16,-1 0 4 0,3 0 7 15,-2 0-1-15,2 0 0 16,2-2-6-16,-2 2-1 16,1-2 0-16,1 2-2 15,-1 0 0-15,1 0 0 16,0 0-2-16,0 0-1 0,0 0 2 16,0 0 0-16,0 0 0 15,0 0 1-15,0 0 4 16,0 0 12-16,0 0 9 15,0 0-6-15,0 0-14 16,-1 0-5-16,1 0-1 0,0 0 0 16,0 0 1-16,1 2 0 15,9 3-12-15,3-2-47 16,2-3-53-16</inkml:trace>
  <inkml:trace contextRef="#ctx0" brushRef="#br0" timeOffset="104098.05">14197 9547 123 0,'0'0'10'0,"0"0"-13"0,0 0 2 16,0 0 5-16,0 0-1 16,0 0 1-16,0 0 2 0,0 0-1 15,0 0 3-15,0 0 4 16,0 0-1-16,0 0-2 15,0 13-1-15,0-13-1 16,0 0 2-16,0 0 0 16,0 0-1-16,0 0 4 15,0 0 3-15,0 0-3 0,0 0-6 16,0 0-3-16,0 0-2 16,0 1 0-16,0 0-2 15,0-1 2-15,0 3-1 16,0 0 1-16,0 1-1 15,0 0 0-15,0 2-4 0,0 0-16 16,0 1-18-16,0-3-26 16,0-4 3-16</inkml:trace>
  <inkml:trace contextRef="#ctx0" brushRef="#br0" timeOffset="107085.64">12065 10941 91 0,'0'-4'6'0,"0"0"16"0,2 0-13 0,-2 1-4 16,1 1-3-16,-1 2-1 15,0-1-1-15,2-1 0 16,-2 2 0-16,0 0 9 16,0 0 11-16,0 0-1 15,0 0-14-15,0 0-7 0,0 0-2 16,0 0 3-16,0 3-1 16,0 2 4-16,2 1-2 15,2 0 0-15,0 0 1 16,-1 0-1-16,4 1-1 0,-1 1 1 15,1 0 0 1,0 4 1-16,2-1 0 0,2 1 1 16,-2 0-1-16,4 2-1 15,-1 0 0-15,3 0 1 16,-1 1-1-16,3 1 0 16,1 2 0-16,2-2 0 0,3 5 1 15,1 1 0-15,5-1 1 16,2 5-1-16,1-2 1 15,6 3-1-15,0-4 1 16,2 2-2-16,2-2 4 16,1 0 4-16,2-1-2 0,4-1-1 15,-3-1-2-15,8 1-1 16,0-2 0-16,5-2 1 16,5 0-2-16,3-4 3 15,6-3-2-15,2-3 2 16,4 0-1-16,3-3 2 0,7-3-1 15,0 1-2-15,5-2 0 16,0 0-1-16,2 0 2 16,4-7-3-16,1 0 2 15,2-7-2-15,0 0 0 16,5-3 1-16,0-2-1 16,3-1 1-16,2 0 0 0,-3-1 3 15,0-2 3-15,-4 1 3 16,-6-1-1-16,-3 0-2 15,-5 1-2-15,-8 0 1 16,-3 0-3-16,-7 1 1 16,-4 0-2-16,-7 3 1 0,-5-1 1 15,-5 1-2-15,0 1 0 16,-8-2-2-16,4 5 1 16,-7-3 0-16,1 3 0 15,-8 0-1-15,-3 2 0 16,-7 1 0-16,-5 0 1 15,-3 1-2-15,-5 1 2 0,-1 3 0 16,-2-1 0-16,-4 4-2 16,-1-1 2-16,0 2-1 15,-1 0-1-15,-3 2 1 16,0 0-1-16,0 0-2 0,0 0 2 16,0 0-1-16,0 0-1 15,2 0-2-15,-2 0 1 16,0 2-6-16,0 2-6 15,0 1-12-15,0 1-7 16,0-2-17-16,-7-1-21 0</inkml:trace>
  <inkml:trace contextRef="#ctx0" brushRef="#br0" timeOffset="109790.59">16073 10948 187 0,'0'0'-10'0,"0"0"33"0,0 0 3 0,0 0-13 0,0 0-13 16,0 0-1-16,0 0 0 16,0 0-1-16,0 0-2 15,0 0 1-15,0 0 0 16,18 51 2-16,-18-32-1 15,-8 1 1-15,-4 0-2 16,-1 1 3-16,-6-1 0 0,-3 4 1 16,-3-1-1-16,-4 0 0 15,-1-1 2-15,-5-2-25 16,-1 0 28-16,-2-3-3 16,-1 0-1-16,-1-3 1 15,-5 0-2-15,-1-2 1 0,-5 2-1 16,-2-3 1-16,-3-1-1 15,-3 0 1-15,-1 2-1 16,-3-4 1-16,-4 2 0 16,-2 0-1-16,-2-1 1 15,-3-1-1-15,0 2 0 0,-4-3 0 16,2 2 0-16,-4-1-1 16,-2-2 1-16,-1 0 0 15,2-1 0-15,1-2 0 16,1 0 1-16,3-2 0 15,-1-1 1-15,5 0 3 16,0 0 2-16,-2-3-1 0,-2 0-2 16,-4-3-3-16,3 1 0 15,-1 1 1-15,-3-2 5 16,6-1 1-16,-3 1 3 16,6 0-1-16,-1 1-1 0,-1-2-5 15,5 3 1-15,1-2-4 16,3 5 0-16,5-4 1 15,2 1-1-15,2 1 0 16,5-2 0-16,4-3 0 16,0-1-1-16,4-1-1 0,2-2 1 15,0-2 1-15,7 2-1 16,1-4 0-16,6 3 0 16,6-3 1-16,3 1-1 15,3 0 2-15,4-1-2 16,0 0 1-16,2 0-2 0,2-2 1 15,-1-1 1-15,0 1-1 16,1-2 0-16,-1 1 0 16,1 0 0-16,1-1 0 15,1 1-1-15,2 1 0 16,-1 2 0-16,2 3 1 16,0 2-1-16,0 5 0 0,1 2-1 15,-1 1-1-15,0 3-1 16,0 0 0-16,-3 0-2 15,1 3 2-15,2 6 2 16,-4 2 0-16,3 2 1 16,2 0 0-16,1 2 1 0,0 1 0 15,0 0 0-15,0 1 0 16,-2-1 0-16,2 1 0 16,0-1 1-16,0-2-2 15,0 2 1-15,4-1-1 16,6 1-1-16,-1 0 2 0,0 1-1 15,3 0 1-15,1 0-1 16,3 3 1-16,1-2 0 16,3 2-1-16,-1-3 1 15,5 2 0-15,2-2 1 16,1 0-1-16,2-2 1 0,0 1 0 16,1-3-1-16,3 1 2 15,-4 1-2-15,3-2 1 16,0 0-1-16,2-2-1 15,2 1 1-15,2-2 2 16,4-2-1-16,1 2 0 16,4-2-1-16,-2 1 1 0,4 0 0 15,-2 1-1-15,4-2 1 16,3 3-1-16,-1 1 0 16,3-1 1-16,2-2-1 15,0 2 1-15,3-2 0 0,1 1-1 16,-1-3 1-16,2-1-1 15,5-3 1-15,1-2-2 16,1-1 2-16,3 0 2 16,4-6-2-16,-3-2 0 15,3-5 0-15,0 0 0 0,-1-1-1 16,2-3 1-16,-3 0-1 16,4-1-2-16,-1-3 5 15,-1 0-1-15,3 1-2 16,-4-3 2-16,-1 2 0 15,2-2-1-15,-3 0-1 16,0-3 1-16,-1 0-1 0,-6-1 0 16,-2-2 0-16,0 0 0 15,-10 0 1-15,-3 1-1 16,-7 1 0-16,-3 3 3 16,-4 0 0-16,-8 4 0 15,-2-1 0-15,-3 2-1 0,-5 2-2 16,0 2 1-16,-4 1-1 15,-3 2 1-15,0 2-1 16,-4 0 0-16,-1 4 0 16,0 1-1-16,-4 2 2 15,-1 1-2-15,1 0 0 0,-1 2 0 16,-1 0-3-16,0 0 1 16,0 0-2-16,0 0-3 15,-1 2 2-15,0 5 4 16,0-1-1-16,1 0 1 15,-2 5 2-15,0-1-2 0,0 0 1 16,0 0 0-16,0 1 0 16,0 1 0-16,0 1 1 15,0-1-2-15,-2 3 2 16,-2-1 0-16,1 6 0 16,-5-2-2-16,-2 1 2 0,-3 2 0 15,-6 0 1-15,0 1-1 16,-6 2 2-16,-3-3 1 15,-2 1-3-15,-6-3 3 16,-4-2-2-16,-3 0 0 16,-6-1 0-16,-2-2 1 0,-7 0-1 15,-4 0 0-15,-3 2 0 16,-6-2-1-16,1 2 2 16,-2-5-2-16,1 1 0 15,-4 1 1-15,5-5-1 16,1-1-2-16,-1-3 3 15,1-1 0-15,0 0-1 0,-1 0 0 16,1 0 0-16,1 1 0 16,-1 0 1-16,-1 1 1 15,0 0-2-15,1 1 0 16,-1-1-2-16,-4-2 2 16,1 2-1-16,-1-4 2 0,2 2-1 15,-2-2 0-15,3-1 0 16,-3 0 2-16,1 0-2 15,-1-1 0-15,2-5 0 16,-1-1 1-16,-1-3-1 16,4-2 0-16,2 0 1 0,5-2-1 15,2-3 0-15,6-3 0 16,3 1-2-16,7-2-6 16,0-2-1-16,7 1 3 15,1-3 3-15,5 1 2 16,1 0 1-16,4 2 0 0,4 0 0 15,6 4 0-15,-1 3 1 16,5 2-1-16,3 3 1 16,1 4-3-16,3 0-9 15,0 3-10-15,3 0 5 16,1 3 10-16,-1-1 3 0,1 1 3 16,2 0-1-16,0 0 0 15,0 0-1-15,0 0-1 16,0 1 2-16,0 2 0 15,2 4 1-15,4 0 0 16,0 0 0-16,0 3 1 0,1 2 0 16,1 2-3-16,2 3 3 15,-1 2 3-15,0 2-2 16,4-1-2-16,0 0 1 16,2-2-1-16,2-1 1 15,3 0 0-15,2-3 0 16,1 1-1-16,4-1 0 0,2-4 2 15,4-1 2-15,0 0-2 16,6 0 0-16,-3-1-1 16,4-1 0-16,0 2 0 15,3 1 2-15,-1-2-2 0,3 2 2 16,-1 0 0-16,-2 0 1 16,5 0 2-16,4-1-2 15,1-1-1-15,4 3-1 16,1-3-1-16,2 0 0 15,2-2 1-15,0 1-1 16,3-3 1-16,1 0-2 0,1-4 1 16,3 0 0-16,4 0-1 15,-2 0 2-15,4-1 0 16,0-6 2-16,3-3 0 16,3 1 1-16,6-2 0 15,-2-3-2-15,5-2 0 0,2-1 0 16,3-3 1-16,-3 2 1 15,-2-6 2-15,3 1 1 16,1-4 1-16,-4 0-2 16,2-4 1-16,3-5-1 15,1 2-2-15,-2-3-1 0,-4 0-2 16,1 3-2-16,-5 5 0 16,-6 3 0-16,-6 3-13 15,-10-1-35-15,-11-4-117 16</inkml:trace>
  <inkml:trace contextRef="#ctx0" brushRef="#br0" timeOffset="115283.68">21620 11343 88 0,'0'0'-26'0,"0"0"28"0,0-4 0 0,1 1-4 0,-1 0 2 16,0 1 2-16,0 0 5 15,0-2 12-15,0 1 1 0,-3 0 4 16,0-1-3-16,-3 3-11 16,1-2-6-16,-2 2-4 15,1 0 0-15,-2 1 0 16,0 0 0-16,-2-3 1 15,0 1-1-15,-3-1 0 16,-2 0 4-16,-1-2 9 0,-2 1-4 16,-3 1-3-16,-1 2-5 15,-2-2 0-15,-1 2-1 16,-3-1 2-16,-1 2-4 16,-1 0 4-16,-2 0-2 0,-2 0 0 15,1 0 5-15,-4 0 0 16,-1 0 2-16,-1 0-1 15,1 0-3-15,0 2 0 16,1 0 0-16,0 2 1 16,-3 0 2-16,0 1-1 0,-3 0-3 15,-5 3-1-15,0 0 0 16,-3 1 1-16,-1 1 1 16,-3 1-3-16,-3 2 0 15,1-3 0-15,0 0 1 16,1 1-1-16,2-1 0 15,3 0 0-15,6 0 1 0,-2 0 11 16,3 2-8-16,2 0-1 16,-2 1 0-16,3 0-2 15,-1 2 0-15,5 1-1 16,3 0 0-16,-3 0-1 0,1 4 2 16,0-1 0-16,0 5-2 15,2-1 2-15,0 1-1 16,4 0 0-16,3 2 1 15,4-5 0-15,3 1-1 16,4-2 1-16,1-1-1 0,4-2 1 16,-2 0-1-16,7 0-1 15,3 0 1-15,1 0 0 16,2-1-2-16,0 1 2 16,8 0 0-16,2 3 0 15,7-3 1-15,0 0-1 0,2 0 1 16,4 0-4-16,3-4 2 15,-1 1 3-15,3-1 1 16,2 0-3-16,1-2 2 16,1 3 0-16,2-2 0 15,1 0-1-15,1 1-1 16,3 0 1-16,5 0-1 0,1-2-1 16,4 3 1-16,1-2 0 15,2-2 1-15,2 1-1 16,0-1 1-16,4 0-1 15,4-3 0-15,2 0 0 0,6-1-1 16,1-1 0-16,5 1 2 16,3 0-1-16,1 1 1 15,2 0 0-15,1 0 0 16,1 3-1-16,-4-3 0 16,3 2 0-16,1-2 1 15,0-3-1-15,-2 0 0 0,2-2 1 16,0-1 0-16,1-1-2 15,3 0 1-15,-1 0 1 16,5 0-2-16,-2 0 1 16,2 0 1-16,-1-1-1 15,-3-2 1-15,1-1-2 0,-2 0 1 16,0-2 0-16,-3 1 0 16,-2 0 0-16,-4-3 0 15,-4 0 0-15,-6-3 1 16,-5-3-1-16,-6-1 0 15,0-2 0-15,-4-2 1 0,1-1 0 16,-2 0 2-16,-4-3-2 16,-4 0-1-16,-4-1 0 15,-5 1 1-15,-8-3-1 16,-9 1 0-16,-4-2 1 16,-4 1 3-16,-4 1 4 0,-3-2-3 15,-3 3 0-15,0 0-4 16,0 0 0-16,-3-2-1 15,-5 2-1-15,-3-3 0 16,-5-1 1-16,-1-1-1 16,-3-1 1-16,-4-1-1 15,0 0 2-15,-2 1-2 0,-5 5-1 16,2-1 2-16,-1 3-1 16,-1 1 1-16,-3 3 0 15,0 1 1-15,0 0-2 16,-5 2 1-16,-1 4 0 15,-4 1-1-15,-3 1 0 0,0 1 1 16,-5 1 0-16,1 2 0 16,-3 1 0-16,2 0 0 15,-3-2 0-15,-1 1-1 16,-3 1 1-16,0-1 0 0,-3 1-1 16,-2 0 2-16,-5 1-1 15,0 1 1-15,-3-1-1 16,0 1 0-16,0 0 0 15,-1 0 1-15,4 2-2 16,-1 1 2-16,6 0 2 16,1 0-3-16,3 0 2 0,4 1-2 15,2 8 1-15,4-1 0 16,5 1-1-16,3 2-1 16,10-1-12-16,5-3-31 15,7-5-66-15</inkml:trace>
  <inkml:trace contextRef="#ctx0" brushRef="#br0" timeOffset="115930.69">21459 10999 27 0,'5'0'1'0,"-1"0"0"0,-2 2 1 0,0-1-2 0,0 1 0 16,-2 1 7-16,0 1 6 16,0-3-2-16,0 4 0 15,0-1 1-15,0 1-3 16,0 0-4-16,0 1-3 16,0 0 0-16,0 2 1 0,0-1-1 15,0 0 0-15,0-1 1 16,0-1 3-16,4-2 0 15,2 1 3-15,1-4 6 16,2 0 7-16,5 0 3 16,4-3 1-16,7-8-10 15,6-3-4-15,9-7 2 0,9-8-3 16,13-8-1-16,14-5-1 16,15-8-1-16,17-1-3 15,14-3-4-15,14-4 0 16,10-8-6-16,8-6-74 15</inkml:trace>
  <inkml:trace contextRef="#ctx0" brushRef="#br0" timeOffset="123830.97">8684 13579 69 0,'4'0'6'0,"0"0"2"0,3 0 4 0,0 0-4 16,1 0-3-16,3 0-4 16,1 0-1-16,1 0 0 15,-1 0 0-15,3 0 0 16,-1 0 1-16,-1 0-1 15,0 0 1-15,3 0 0 16,-3 0 3-16,3 0 3 0,0 0-2 16,2 0-3-16,2 0 1 15,-2 0 2-15,4 0 2 16,1 0-5-16,-1 0 0 16,4 0-1-16,1 0 0 15,0 0 0-15,0 0 1 0,0-2 1 16,0 2 0-16,2 0 4 15,-3 0 2-15,3 0-2 16,1 0-3-16,1 0-2 16,2 3-2-16,-1-1 1 15,4-1-1-15,0 0 0 0,1 0 0 16,1-1 1-16,-3 0-1 16,-1 0 0-16,1 0 1 15,-2 0-1-15,-2 0 0 16,1 0 1-16,1 0-1 0,0 0 5 15,3 0-2-15,-1 0-1 16,5 0-2-16,4 0-3 16,0 0 5-16,1 0-1 15,-1 2-1-15,1-2 0 16,-3 0 1-16,-2 0-1 16,1 0 1-16,-2 0-1 0,0 0 3 15,2-3 3-15,-3-1 2 16,-2-2-4-16,2 3-2 15,1 0-1-15,2-1 1 16,-1 3-2-16,2-2 0 16,1 2 0-16,1 1 0 0,1 0 0 15,2-2 0-15,-1 2 1 16,2-1-1-16,-1-2 0 16,0 0 0-16,3-1 0 15,1 1 2-15,-3-1-2 16,4-2 0-16,0 2 0 0,-1-2 0 15,1 1 0-15,4-1 0 16,0-3 1-16,3 1-1 16,0-2 0-16,3 3 0 15,-2-2 0-15,3 2 0 16,0 2 1-16,2 0-1 0,-1 1-1 16,1 2 2-16,2 1-2 15,-2 1 1-15,-2 0 0 16,3 0 1-16,-1 0-1 15,2 0 0-15,-2 0 1 16,1 0-1-16,1 0-1 0,2 3 2 16,0 1-1-16,5 1 0 15,-3 0 0-15,5-2 0 16,0 1 0-16,1-2 0 16,0-2 0-16,-2 0 0 15,2 0 1-15,-4-5-2 0,4 1 0 16,-3 0 3-16,4-1-2 15,-3 3 0-15,2 2 0 16,1 0 0-16,-4 0 0 16,-2 0 1-16,-3 4-1 15,-2 0-1-15,1-2 1 0,0-2 0 16,-1 0 0-16,0 0 1 16,-2-3-1-16,0-5-1 15,2 0 2-15,-2-2-2 16,-6 0 2-16,-3-1-2 15,-2-2 1-15,-4-1 0 16,-4 1 1-16,-4-4-1 0,-3 0 0 16,-3-1 1-16,-2-4 2 15,-2 0 4-15,-2-5-2 16,-1 0-2-16,-6-3-2 16,-1 0-1-16,-5-1 2 15,-2 1-2-15,-3-1 3 0,-3 0 12 16,-4-1-13-16,-1 0-2 15,-3 0 2-15,-1 1-5 16,0-1 3-16,-7 0 0 16,-3 0 5-16,0-1-2 15,-2 1-2-15,1-1 0 0,-2 1 1 16,0 4 0-16,0 0-3 16,-2 3-1-16,-2 1 2 15,-4 4 0-15,1 0-2 16,-3 3 4-16,-2 3-2 15,-2 1 1-15,-2 2-3 16,-1 1 3-16,-3 4-2 0,-3 1-1 16,-6 0-2-16,2-2 3 15,-2 3 1-15,0-3 0 16,0 1 0-16,0-2 1 16,-3 1 0-16,1 1-1 0,-2 2 0 15,0-2 0-15,-6 5 0 16,-1-1-2-16,1 2 2 15,-3 0 1-15,-4 0-1 16,-1 0 0-16,-5 0 1 16,-1 6-1-16,-4-3 0 0,-2 1 0 15,1-2 0-15,-5-1 0 16,2 3 0-16,-2-4 1 16,-3 2-2-16,-1 0 2 15,-2 0-1-15,-4-1 0 16,-1 1 0-16,-2 0 0 0,0-2 0 15,1 0 0-15,0 0 2 16,0 0-4-16,1-4 2 16,-3-1 0-16,1-1 2 15,-3-1-2-15,-3 0 0 16,0 1 0-16,-2 0 0 16,-4 0 0-16,-3 1 0 0,2-2 0 15,-5 1 0-15,4-1 0 16,-2-3 0-16,1 2-2 15,4-1 4-15,0-1-2 16,4 3 0-16,-1 0 0 16,-1 1 0-16,0 1 0 0,-4 1 0 15,3 3 0-15,-2-2 0 16,-1 3-2-16,5-1 2 16,1-2 0-16,2 2-1 15,3-1 0-15,4 1 0 16,2-2 1-16,2 3-1 0,4-1 0 15,1 0 0-15,2 0 0 16,0 1-2-16,-1 0-1 16,2 0 1-16,0 0-1 15,3 0-3-15,0 2-2 16,1 2 7-16,6 0 0 0,1 2 2 16,5-2 0-16,5 2 0 15,0-1-1-15,6 0 1 16,1-1-5-16,4 2 6 15,1-1-1-15,1 1 1 16,1 3-1-16,2-1 0 0,1 3 0 16,2 0 0-16,2 1 1 15,1 1-1-15,4 1 1 16,2 2-2-16,3 1 3 16,0 3-1-16,3 1 1 15,7 3-2-15,2 0 0 0,6 5 0 16,5 1 1-16,5 4-2 15,10 1-14-15,6 4-41 16,1-4-12-16</inkml:trace>
  <inkml:trace contextRef="#ctx0" brushRef="#br0" timeOffset="125489.82">3979 14713 49 0,'1'-1'3'0,"2"-2"-2"0,0 0 2 0,1 2-3 16,1-2 0-16,1 2 0 15,0-2 0-15,1 0 0 0,1 2 0 16,2 0 1-16,-1-3 6 15,3 4-2-15,3-2-4 16,1 1 0-16,-1-1-1 16,8-1 1-16,-3 0-1 15,2-1 0-15,3-1-1 0,2 0 2 16,2-1 2-16,0 0-2 16,2 2 1-16,1-3 2 15,1 4 0-15,0-1-1 16,-1 2 2-16,1 1-3 15,-2 1 1-15,1 0-3 0,1 0 1 16,-2 0-1-16,6 0 1 16,0 3-1-16,6-3 1 15,2 2-1-15,3-2 0 16,2 0 0-16,1 0 1 16,2-4-1-16,1-1 1 15,3-2 2-15,1 2-1 0,-5 1-1 16,-1 3 2-16,-1 1-3 15,-2 0 1-15,-2 0-1 16,2 5 0-16,0 1 1 16,1 4 1-16,0-3 2 15,7 0 2-15,-1-1 1 0,4-2-2 16,5-4 1-16,2 0-3 16,4 0-1-16,3 0-1 15,2 0 0-15,1 0-1 16,2 0 0-16,2 0 0 15,2 0 1-15,-3 0-1 0,3 3 1 16,-2 1-1-16,3-1 0 16,1 0 0-16,3-3 1 15,3 0 7-15,1 0 5 16,4-3-2-16,0-5-2 16,-3-1-3-16,2 1 0 0,0 0-6 15,-3 1 2-15,-5 0-1 16,-3 0 0-16,-2 0-1 15,-6-1 0-15,-5 0 1 16,-3 3 0-16,-6-1-1 16,-1 2-1-16,-8 1 1 0,-6-1-30 15,-7-5-109-15</inkml:trace>
  <inkml:trace contextRef="#ctx0" brushRef="#br0" timeOffset="127229.39">10557 14681 95 0,'0'1'2'0,"0"-1"3"0,0 0 2 0,0 0-4 15,0 0-2-15,0-1-1 16,-2-3 0-16,-1 1 0 15,-1-1 0-15,-4 2 0 16,2-1-4-16,-3 3-4 16,1 0-2-16,0 0 2 0,1 0 3 15,3 0 4-15,-2 0 0 16,2 0-6-16,1 0-10 16,0 3 6-16,1-2 6 15,2-1 3-15,0 1 1 16,0-1-1-16,0 0 4 0,0 0 15 15,0 0 17-15,0 0-15 16,0 0 4-16,5 0-10 16,0 0-5-16,3 0-4 15,3 0-1-15,1 0 1 16,5 0 0-16,4 1 0 16,6 4 0-16,2 0-1 0,6 0-1 15,3-2 0-15,5 3 3 16,1-3-3-16,1 4 3 15,4-1-3-15,3 2-2 16,1-1 0-16,1 3 1 0,4-1-1 16,3-2 0-16,3-2 1 15,3-2 1-15,5 0-1 16,3-2 1-16,6-1 0 16,2 0-1-16,4 0 1 15,0 0 0-15,-1 0 2 0,3 0-3 16,-2 0 0-16,-2 0-1 15,4 2 0-15,0 3 1 16,5 1 0-16,-2 0-2 16,2 0 2-16,2 0 0 15,5 0-1-15,-3-3 0 0,1 2 0 16,3-5-1-16,3 0 2 16,-4 0-1-16,1-8 1 15,-2-3-1-15,-1 0 1 16,-3-2 0-16,-2 1 0 15,0 1 0-15,-6 0 1 16,-1 4 0-16,-8 0-2 0,-2 2 2 16,-7 4-2-16,-4 0 1 15,-7-1 0-15,-3 2 0 16,-8 0 2-16,-3 0 1 16,-7 0 1-16,-6-1 0 15,-3-2 2-15,-3 0-3 0,-3 2-3 16,-6-2-1-16,-5 0 1 15,-5 3-1-15,-1-2 0 16,-4 0 1-16,-2 0 16 16,0 1 8-16,0-1-10 15,0 0-8-15,0 0 3 0,0 1-8 16,0-1-1-16,0 0 0 16,0 1-1-16,-2 1 1 15,2 0-1-15,0 0 1 16,0-1-1-16,0 1 1 15,0-1 0-15,0-1-1 16,0 1 1-16,0 1 1 0,0-1-4 16,0 0 2-16,0 1 2 15,0 0-2-15,0 0-2 16,0 0 2-16,0 0-2 16,0 0-3-16,0 0-5 0,-2 0-3 15,2 0 2-15,0 0 5 16,-4 0 6-16,2 0 2 15,-1-1-1-15,1 1-1 16,-2 0-16-16,-3 0-35 16,2 0-23-16,-6 0 2 0</inkml:trace>
  <inkml:trace contextRef="#ctx0" brushRef="#br0" timeOffset="135352.97">4532 13977 42 0,'1'0'12'0,"-1"0"-9"0,2 0-2 16,-2 2-1-16,0-2 1 0,0 0-1 15,0 0 1-15,0 0 0 16,0 0 9-16,0 0 14 16,0 0-3-16,0 0-8 15,0 0-5-15,0 0-4 16,0 0-3-16,0 0 1 16,0 0-1-16,0 0 0 0,0 0 14 15,0 0 17-15,0 0-24 16,0-2-5-16,0-2 2 15,0 0 1-15,-2 0-2 16,0 0 3-16,-1-2-2 0,3-1 1 16,-2 3-2-16,2-4 0 15,0-1-2-15,0 0 0 16,0 1-2-16,0-2 1 16,0 1 1-16,0-2-1 15,0 1 0-15,0-1 0 0,0-1 2 16,0 1 3-1,0-2-5-15,0 0 1 0,0-1-2 16,2-2 2-16,5 1-2 16,2 0 0-16,0-2-1 15,2 2 4-15,-2-1-4 16,3-1 2-16,0 2-1 0,2-2 0 16,-1 1-1-16,4-1 2 15,0-2-2-15,3-2 2 16,3 1-2-16,-2-1 2 15,2 1 0-15,0-3-1 16,1 5 0-16,-4 1 0 0,0 1 2 16,-3 0-4-16,0 2 2 15,3 0 2-15,-2 1-4 16,4 0 2-16,1-1 2 16,4 0-4-16,2 1 4 15,0 0-2-15,4-1 0 0,-1 0 0 16,3 3 0-16,-4-1 0 15,3 1-2-15,-3 2 4 16,3-2-4-16,-1 1 4 16,5-1-2-16,1 0-2 15,5-1 1-15,3 2 1 0,0 0-1 16,2-1 0-16,-4 1 1 16,2 1-1-16,-1 1 1 15,-1 1 0-15,2 1 0 16,1 2 0-16,2 0 0 15,0 2 0-15,1 0 0 0,0 2-1 16,1 0 1-16,2 0-1 16,-1 0 1-16,1 6-1 15,0 0 0-15,0 0 2 16,-1 1-1-16,0 1 0 16,-1-2 0-16,0 1 1 0,-6-1-1 15,-1 2 0-15,-1 0-1 16,-4 1 2-16,-2 0-1 15,-3 2 0-15,-2 2 0 16,-4 0 0-16,1 0-1 16,-3 1 1-16,1 3-1 15,3-1 1-15,-4 1 0 0,-2 1 0 16,1 3 0-16,-1 1 0 16,-5 0 0-16,2 4 0 15,-1-1 0-15,-2 1 0 16,-2 4-2-16,3-2 2 0,-1 1 3 15,-1-1-3-15,0-1 0 16,0-1 1-16,-3-2 0 16,2-1-2-16,1 1 1 15,-3-1 1-15,-2 2 0 16,3-2-1-16,-1 1 2 0,-1-3-2 16,-3 2 1-16,1-2-1 15,-2-2 1-15,-1-1-1 16,1-2 0-16,-3-1 0 15,1-3 0-15,-4-2 0 16,1-3 2-16,0-2-2 16,-3-1 1-16,-2-2-1 0,0 1 1 15,0-3 2-15,0 0 4 16,0 0 5-16,0 0 0 16,0 0-1-16,0 0-5 15,0 0-3-15,0 0-3 16,0 0 0-16,0 0-3 0,2 0-5 15,0 0-16-15,3 0-7 16,1 0 17-16,1-2-17 16,-3 1-35-16,0-2-25 15</inkml:trace>
  <inkml:trace contextRef="#ctx0" brushRef="#br0" timeOffset="137147.71">14195 13902 159 0,'2'0'8'0,"0"0"-4"0,0 0-1 0,-1 0-2 15,0 0 1-15,0 0-2 16,0 0 0-16,-1 0 1 15,0-1 1-15,0 0 11 16,0-2-1-16,0-3 1 0,0-1-2 16,-5-2-1-16,0-2-4 15,-6-3-1-15,-5-3-3 16,-1-2 0-16,-2-2-2 16,-4-2 0-16,-1-1 0 15,0 0 0-15,-3 0 0 0,-4-2 0 16,0-2-2-16,-5-2 2 15,-3-1-1-15,-3-2 1 16,-8-2-2-16,-3-1 2 16,-4 2-1-16,-2 0 1 15,-9 1-5-15,-5 5 2 0,-5-2 2 16,-4 1 0-16,-6 0 1 16,-6 4-1-16,-4-1 1 15,0 3-1-15,-2 1-1 16,-2 3 6-16,0 2 0 0,0 5-3 15,-2 4-1-15,-3 2 0 16,-1 6-1-16,2 0 0 16,0 2-1-16,3 10 1 15,5 0 2-15,2 8-1 16,4 1-1-16,8 3 2 16,10 3 1-16,2 4-1 0,10 1 0 15,8 4-1-15,3 0 0 16,6 5 0-16,4 5 0 15,4-1 1-15,1 3-1 16,1-1 0-16,0-1-1 16,4 1 2-16,0-5-1 0,3-2 0 15,2-2 1-15,2-2-1 16,3-5 2-16,4 0-1 16,1-7 0-16,3-1-1 15,-1-4 1-15,5-4-1 16,3-2 1-16,1-4 0 0,3-4-1 15,-1-2 0-15,3-2 1 16,-2 0 0-16,2-1 1 16,0 0 0-16,0 0-1 15,0 0-2-15,0 0-9 16,0 0-19-16,0 0-17 0,0 0-7 16,2-6-17-16</inkml:trace>
  <inkml:trace contextRef="#ctx0" brushRef="#br0" timeOffset="137612.26">10726 13911 17 0,'0'0'11'0,"0"0"-8"0,0 0 1 0,0 0 6 0,0 0 14 15,0 0 7-15,0 0-5 16,0 0-3-16,0 0-2 15,0 0-7-15,0 0-10 16,0 0-5-16,0 0 0 0,8 3 1 16,-8 4-1-16,0 1 1 15,0 2 0-15,0-2-2 16,0 0 3-16,0 0-1 16,0-3 1-16,2-1 0 15,-1 0 0-15,1-1 2 0,3-3 0 16,0 0-1-16,3 0 4 15,6-3 7-15,5-10-2 16,13-6-2-16,15-11-5 16,22-13-5-16,17-19 2 15,26-21-85-15</inkml:trace>
  <inkml:trace contextRef="#ctx0" brushRef="#br0" timeOffset="143872.2">4157 13692 0 0,'-4'-2'11'0,"-2"1"4"0,1-1 5 16,-2 0-4-16,0 2-4 15,1-1-4-15,-1 1-1 0,1 0-2 16,0 0-2-16,0 0-1 15,1 0-2-15,1 0 1 16,0 0-1-16,-4 0 0 16,2 0 1-16,2 0 0 15,-3 1 1-15,-2 1 0 16,2 0 2-16,-2 1 5 0,1 0-1 16,-1 0-3-16,-3 0-4 15,2 0 0-15,1 1 0 16,-3 1-2-16,1 0 1 15,-1 1 1-15,0-1-2 16,1 0 1-16,-1 0 0 0,3 1 0 16,-2-3 1-16,-2 2-1 15,4 0 0-15,-2 0 0 16,-1 0 1-16,1 0-1 16,-1 4 0-16,2-1 0 15,-1 0 0-15,-1 1 0 0,-1 2 0 16,2-3 1-16,-1 3-1 15,-1-1 0-15,0 1 1 16,2 0 0-16,-2 0-1 16,1 0 1-16,-3 1-1 15,3 0 0-15,1-2 1 0,0 4-1 16,2-5 0-16,0 4 0 16,1-2 0-16,3 0-1 15,-4-1 2-15,4 0-1 16,1 2 0-16,-1-4 0 15,1 5-1-15,0-5 1 0,-1 1 0 16,4 1 0-16,-1-3 0 16,2 0 1-16,-2 0-1 15,2-1 0-15,-2 0 0 16,0-1 0-16,2 2 0 16,-4 0 1-16,3 3-1 0,-1-2 2 15,0 2-2-15,0 0 0 16,0 2 0-16,2 0 0 15,-3-1 0-15,2-1 0 16,0 1 0-16,-2 1 0 16,3-3 1-16,-2 1-1 0,2-2 1 15,0 2 0-15,0 1-1 16,0-1 1-16,0 0 0 16,0-2-2-16,0 2 2 15,0 1-1-15,0-5 0 16,2 3 0-16,1-2 0 0,-2 1 1 15,3 0 0-15,-2 1 0 16,0 0-1-16,2 1 1 16,1 0-1-16,1 1 0 15,2 2 0-15,0-2 0 16,1-1 0-16,-3 2 0 0,4 0 1 16,-1-2-1-16,-3 0 0 15,3 0-2-15,-1 0 2 16,0-1 0-16,1-1 1 15,1 3 0-15,2-2 0 16,-3 4 1-16,3-2-2 0,-5 2 1 16,3 0-2-16,-4-2 2 15,4 2-1-15,-3-2 0 16,-1 1 0-16,3 2 1 16,1-1-1-16,0 0 0 15,3 1 0-15,-1 1 0 0,1-2 0 16,1 0 0-1,-1 0-1-15,1-3 1 0,-1-1 1 16,0 0-1-16,3-1-1 16,-3 0 0-16,5 0-1 15,1-1 1-15,0 2 1 16,2-1 1-16,3 2-1 0,0 0 0 16,-1 0 0-16,2 3 0 15,0-2 2-15,1 2-2 16,-2 0 0-16,3-2 0 15,-2 2 0-15,0-1 0 16,1-1-2-16,1 0 2 0,-1-1 0 16,-1-3 0-16,4 3-3 15,-2-7 0-15,0 1 3 16,2 0 1-16,-2-3-1 16,1-1 2-16,1 2-2 15,0-2 1-15,0 0-1 0,2 0 1 16,-2-3-1-16,2-5 0 15,0-1 0-15,1-5 0 16,-1 0 0-16,-2-2-3 16,-1-1 4-16,-1-1-1 15,0 0 1-15,0 0 1 0,-4 0-2 16,0 0 3-16,-4 0-3 16,-1 1 1-16,-3-4 0 15,-1 3 2-15,-1-5 2 16,-4-1 4-16,3-2-1 15,-4-1-2-15,-1 2-1 0,0-1 0 16,0-2 2-16,-3-1-1 16,-2 2 2-16,-1 0-3 15,1-1-1-15,-2 0 1 16,0-1-1-16,0-1 3 16,0 0-2-16,-3-2-1 0,-1-1-2 15,-3 0-2-15,0 1 1 16,-2 0 2-16,-3 1-1 15,0 4-1-15,-1 2 2 16,-4 1 0-16,3-2 2 16,-3 2-1-16,2-4 1 15,-3-1-1-15,-1 2 1 16,2-3-1-16,2-1 1 0,-3 4-2 16,-2-3-1-16,2 6-1 15,-4 1 0-15,1 2 0 16,-1 1-1-16,-4 3 1 15,3 2 0-15,0 2-1 0,-1 1 3 16,2 1-3-16,1 2 0 16,-2 2 1-16,4 0-1 15,-1 0 0-15,-1 2-1 16,2-1 1-16,-2 3 0 16,2 0 0-16,-4 0-4 0,1 3 8 15,-1-1-3-15,-1 1-3 16,-1 0 5-16,-1 0-4 15,-3 3 1-15,2 4-1 16,-1 0 0-16,0 4 2 0,3 1-4 16,3 1-2-16,2 3-21 15,6-1-22-15,3-4-48 16</inkml:trace>
  <inkml:trace contextRef="#ctx0" brushRef="#br0" timeOffset="145530.04">4530 14418 90 0,'0'0'5'0,"-2"0"1"0,0 0-1 0,2 0-3 15,-2 0-2-15,2 0 0 0,0 0 1 16,-2-3-1-16,2 3 2 16,0 0 0-16,0 0 0 15,0 0 2-15,0 0-4 16,0-1-4-16,0-1 0 16,0-2 1-16,4-2 2 0,2-5-18 15</inkml:trace>
  <inkml:trace contextRef="#ctx0" brushRef="#br0" timeOffset="146292.49">5214 14387 15 0,'0'0'29'0,"-57"38"-36"0,35-25 7 0,5-6-9 16</inkml:trace>
  <inkml:trace contextRef="#ctx0" brushRef="#br0" timeOffset="155585.18">3576 14821 0 0,'-7'0'19'0,"3"0"2"0,-2-1-3 0,2 1 0 15,-2-2-3-15,2 2 0 16,2-2-8-16,-2 2 2 15,1 0 1-15,1 0-5 16,0 0-7-16,-3 0 5 0,3 0-2 16,-3 0 0-16,-1 2-1 15,1 1 0-15,-1 3 0 16,-1 0 0-16,-3 2-1 16,2 1 1-16,-1-1 1 15,0 2-1-15,0-1 0 0,1 1 0 16,3 1 1-16,3-1-1 15,-2 1 0-15,1 2-2 16,2 0 2-16,-1 0-1 16,2 0 1-16,-2 4 0 15,0-1-1-15,-2 0 1 0,1 3-1 16,-1-1 1-16,0 2 0 16,-1-3 0-16,0 0 0 15,1 1 0-15,-1 0 0 16,1 0 0-16,0-1 1 15,2 1-1-15,-1-2-1 16,1 1 1-16,0-1-1 0,2-2 0 16,0 0-1-16,0-1 2 15,0-1-2-15,0 0 1 16,0 0 1-16,2-1 0 16,0 0 0-16,1 3 0 15,-1-1 0-15,0 0 1 0,2 1-1 16,-1 0-1-16,3-1 0 15,-1 1 2-15,2-1-2 16,-1 0 1-16,1-3-1 16,2 0 0-16,2 0 1 15,0 0 1-15,1-3-2 0,3 3 1 16,-2-2 1-16,1 1 0 16,1 2-1-16,1-4 1 15,2 2-2-15,-3-1 0 16,4 0 0-16,1-1 2 15,2 1-1-15,0-2 0 0,3 0 0 16,-1 1 1-16,-1-2 0 16,0 2 0-16,1-3-2 15,-2 1 0-15,0 1-2 16,-1-1 5-16,3 0-1 16,-1 0 0-16,3-1-1 0,-1 2 1 15,4-3 2-15,2 1-2 16,1-2 1-16,-1 0-2 15,2-1 1-15,-1-1-1 16,1 0 0-16,-1 0 0 16,3 0-1-16,-1 0 2 0,1-1-1 15,0-3 0-15,0 3 0 16,1-1 0-16,-3 1 1 16,1 1-2-16,-1 0 1 15,0 0 0-15,1 0 0 16,-3 0 0-16,3 0 1 15,2 0 0-15,-3 0-1 0,5 0 0 16,0 1 0-16,0 2 0 16,3-3 1-16,-1 0-1 15,0 0 1-15,-1 0 0 16,1 0 2-16,0 0-2 0,-1 2 0 16,2-2 0-16,-3 2-1 15,0-2 2-15,0 0-2 16,0 0 1-16,0 0-1 15,0 0 1-15,-2-4-1 16,4 1 0-16,-2-1 0 0,0 1 2 16,-1 2-1-16,2-2 1 15,-1 2-1-15,0-1-1 16,0 1 1-16,1-1 0 16,0 0 0-16,-1 0-1 15,0-1 0-15,-2 2 1 16,2 1-1-16,-5-2 0 15,3 1-1-15,-3 0 2 0,3-1-1 16,0 2 1-16,3 0 2 16,1 0-1-16,4 0 1 15,-1 0-2-15,1 0 0 16,-1 0 0-16,-1 0 0 0,0 0 0 16,-1 0-1-16,-1 0 0 15,2 0 0-15,-1 0 1 16,1 0-1-16,0 0-1 15,0 0 2-15,0 0 0 16,5 0 3-16,-1 0 5 0,2 0-5 16,2 0-3-16,2 0 1 15,0-3-2-15,-3-1 1 16,2 3-1-16,-2-2 1 16,0 3-1-16,-1 0 1 15,0 0-1-15,2-2 0 0,-2 2 0 16,0-1 0-16,0-1 1 15,2 1-2-15,-1 0 2 16,2 1-1-16,-1 0 0 16,0-2 0-16,2 2 0 15,-2-3 1-15,0 1-1 0,0 0 1 16,0-1 0-16,-2 2-1 16,2 1 1-16,-3 0 1 15,2 0-1-15,-2 0-1 16,0 0 0-16,0 0 0 15,2 0 0-15,0 0 0 16,0-3 1-16,1-1 0 0,3-2-1 16,-2 2 1-16,-2 0-1 15,3 0 0-15,-3 2 1 16,1-1 0-16,1 0 0 16,-4 0-1-16,3 0 0 15,0 0 1-15,0-1-1 0,2 0 2 16,0 1 1-16,0 3-2 15,-2 0 0-15,1 0-1 16,0 0 1-16,-3 0-1 16,2 5 0-16,-2-1 2 0,2 1-1 15,0 1 1-15,-2 1 0 16,4 0 1-16,-4 3-1 16,3-1 0-16,4 1 0 15,-1 0 0-15,0 0 1 16,3 0 2-16,1 0-1 15,1 0-2-15,1-1 0 0,-2 3-2 16,1-2 1-16,1 0 1 16,-2-3-1-16,1-1-1 15,3-3 2-15,-2-1-2 16,3 1 2-16,0-1-1 16,-1 0 0-16,-1 2 0 0,1 1 0 15,0-4-1-15,1 3 1 16,-3-2-1-16,3-1 1 15,0-1-1-15,1 2 0 16,-1-2 3-16,0 1-1 16,1 2 0-16,1 0-1 0,-4 1 0 15,1 0-1-15,0 2 1 16,-3 1-1-16,3-1 1 16,-3-1-1-16,3 1 0 15,0-3 0-15,3-1 0 16,0 0 1-16,2-2-1 15,0 0 0-15,3 0 1 0,1 0-1 16,-1 0 1-16,3 0-1 16,-1 0 0-16,4 0 0 15,-5-2 0-15,4 0 2 16,0 1-2-16,0-1 0 0,4 2 1 16,-4 0 0-16,3-2 0 15,2 1-1-15,0 1 1 16,1-1-1-16,-4 1 0 15,3 0 0-15,-3 0 1 16,1 0-1-16,-2 6 0 0,-1-1 0 16,0 0 0-16,0 1 0 15,0-1 0-15,0-1 0 16,0-2 1-16,2 2-1 16,0-3 0-16,-3 1 1 15,4-1-1-15,-4-1 0 16,2 0 2-16,-3 0-2 0,2 0 1 15,0 0-2-15,-4 0 2 16,2 0-1-16,2-2 0 16,-3-1 0-16,-2-2 0 15,-2 2 0-15,-3 0 1 16,-4 0-1-16,-3-1 0 0,-3-1-1 16,-3-1 2-16,0 1-1 15,-1-3 0-15,-3 0 2 16,0-1-4-16,-1-2 4 15,2 1-1-15,-5-3-1 16,4 0 0-16,-1-1 1 0,-3 2-1 16,-2-4 0-16,-3 3 0 15,-4-3 1-15,-1 1 0 16,-4-4-2-16,-2 1 2 16,2-3 0-16,-4-2-1 15,-1-4 1-15,-1-4 0 0,-3-4 0 16,1-2 1-16,-5-4-1 15,0 0 0-15,-1 0 2 16,1 1-2-16,-4 0 1 16,-4 3-2-16,0 2 0 15,-3 2 0-15,-1-1 0 16,-3 4 0-16,-2 0 1 0,0 1 0 16,0 0-1-16,-2 4 0 15,-5 1-1-15,-1 2 1 16,-4 4-1-16,-1 2 0 15,-3 2-4-15,-4 3 12 16,0 1-6-16,-5 1 1 0,-2 3-2 16,-2 2 1-16,-2-1 0 15,-2 3-1-15,1 2 0 16,-4 0-3-16,-1 0 4 16,-1 0 0-16,-3 0-1 15,1 4 0-15,-2 1-1 0,-3 0 2 16,1 1-1-16,-2 0 0 15,0 0 0-15,-4 2 1 16,-2-1-2-16,2 0 1 16,-4 2 0-16,0-1 0 15,1 2-1-15,0-3 2 0,0 2-2 16,-1-1 2-16,0-1-1 16,-4 1 0-16,-1 1 0 15,-2-2 0-15,-1 1 0 16,-1 0 0-16,1-1 0 0,-2 0 0 15,3 2 0 1,-1-3 0-16,3-1-1 0,-1-1 0 16,1 1 0-16,0-1 2 15,0-1-1-15,1 0-1 16,-4 1 1-16,5-1 0 16,-3 0 0-16,0 0 0 0,3-1 1 15,0 0-1-15,1 0 0 16,0-2-1-16,0 0 1 15,0 0 1-15,3 0-1 16,-3 0-1-16,0 0 2 16,2-2-1-16,-1 0 0 0,1 1 0 15,-2 0 0-15,2 1 0 16,1 0 0-16,-1 0 0 16,-1 0 0-16,0 0 0 15,-3 0 1-15,0 0-2 16,-1 0 1-16,0 0 0 0,-1 4 1 15,-2 0 0-15,3 0-1 16,-4-1 0-16,3 2 0 16,-2 0 0-16,1-1 0 15,-3 0 0-15,3-1 0 16,-2 0 0-16,3-1 0 0,-3 0 0 16,3 0 0-16,0-2 0 15,-2 1 0-15,3-1 0 16,-1 0 0-16,0 0 0 15,1 0 0-15,1 0 0 16,-2 0 0-16,2 0 0 0,-1 0 1 16,-3 0-2-16,-1 0 1 15,-2 0 0-15,-2-1 0 16,-2-1 0-16,1 0 0 16,-2 0 0-16,2 1 1 15,-1-1-1-15,0-2-1 0,0 1 2 16,0 1-3-16,-1 0 3 15,-4-1-1-15,1 2 0 16,1-1 0-16,0 2 0 16,-2 0 0-16,1-1 0 15,1-2 0-15,1 2 0 0,-2-2 0 16,-1-2 0-16,2-3 0 16,-1 1 0-16,-1 1 0 15,2 0 0-15,-2-1 1 16,-1 1-1-16,3 1 0 15,-2-1 0-15,2 1 0 16,-2-1 0-16,1 2 0 0,0-2 0 16,0 2 1-16,4-3-1 15,0 2 0-15,0-1 0 16,-1-2 1-16,1 3-1 16,0-1 0-16,0 1 0 15,-3 1-1-15,-1 0 1 0,3 0 0 16,0-2 1-16,1 3-2 15,2-1 5-15,0 0-4 16,1 0 1-16,-2 1 0 16,1 0-1-16,0-1 1 15,-4 2-1-15,-1-1 1 0,-1-1 0 16,1 1 0-16,-5 0-1 16,2 2 0-16,-4-2 1 15,2 2-2-15,-2-1 2 16,-1 1-2-16,-1-2 1 15,-2 3 0-15,1 0 1 0,-1 0-1 16,-2 0 0-16,0 0 0 16,1 2 0-16,-3 2 0 15,1-3 0-15,-1 2-1 16,2-3 2-16,-1 0-2 16,2 0 2-16,-1 0-2 0,0 0 2 15,1 0-1-15,1-3 0 16,-2 3-1-16,-2 0 1 15,5 0 0-15,-1 0 0 16,0 4 0-16,1 2 0 16,0 1 1-16,1 0-2 0,4 0 2 15,-2-1-2-15,2 1 1 16,4 2 1-16,2-4-1 16,4 0 0-16,5 0 0 15,-1-2 0-15,5 0 0 16,2-3 0-16,0 0 1 0,5 0-1 15,-1 0 2-15,3 0 2 16,7 0-1-16,-3 0-2 16,4 0 0-16,2 0 0 15,3 0-1-15,-2 0 0 16,-1 4 0-16,6 1 1 0,-2 2-2 16,5 0 1-1,1 4 0-15,4 2 0 0,2 3-1 16,0 1 0-16,2 1-1 15,4 3-7-15,-1-1-9 16,3-3-26-16,1-9-98 0</inkml:trace>
  <inkml:trace contextRef="#ctx0" brushRef="#br0" timeOffset="156778.17">15630 14411 47 0,'0'0'5'0,"0"0"19"0,0 0 2 16,0 0-9-16,0 0 0 0,0 0-7 15,0 0-3-15,0 0-3 16,0 0-1-16,0 0 3 16,0 0-5-16,-11-17-3 15,11 17-5-15,0 0-1 16,0 3 2-16,2 1 3 0,2 3 9 16,-1-1-5-16,2-1-1 15,0 1-1-15,2 0 0 16,2-1 3-16,-3-2 0 15,4 1-1-15,-5 0 2 16,3-3 0-16,0-1 0 16,0 0 0-16,1 0 1 0,0 0 8 15,4-6 2-15,-1-4 1 16,4-3-5-16,1-2 0 16,3-3-1-16,2-5-2 15,3-3 2-15,1-4-3 0,4-4 1 16,3 0 1-16,-2-1-2 15,1 1-2-15,2 1 1 16,-4 2-3-16,-1 4 0 16,-2 4 0-16,-2 4-2 15,-4 3 2-15,-4 7-4 0,-3 4-5 16,-9 5-25-16,-5 0-19 16,0 9-18-16,-14 5 2 15</inkml:trace>
  <inkml:trace contextRef="#ctx0" brushRef="#br0" timeOffset="157228.1">15672 14407 67 0,'0'0'6'0,"0"0"-4"0,0 0-1 0,0 0 2 16,0 0 1-16,0 0 0 16,0 0 0-16,0 0-1 15,0 0-1-15,41 32-1 16,-34-29 4-16,2-3 5 16,3 0 7-16,2-5 12 0,4-8 0 15,7-8-2-15,10-7-9 16,10-10-3-16,8-9 2 15,12-7-3-15,14-11-10 16,15-9-1-16,11-14 1 16,9-7-38-16,8-12-121 0</inkml:trace>
  <inkml:trace contextRef="#ctx0" brushRef="#br0" timeOffset="173142.62">4609 13915 71 0,'-2'0'6'0,"0"0"6"0,-2-1-2 0,0-2-5 16,0 0 1-16,2 2-2 0,-2 1 3 15,2-2-6-15,1 1 0 16,1-2-1-16,0 0-6 16,5-5-39-16</inkml:trace>
  <inkml:trace contextRef="#ctx0" brushRef="#br0" timeOffset="173827.75">7679 14195 38 0,'0'0'4'0,"0"0"-2"0,0 0-2 0,0 0 0 0,0 0 0 16,0 0-7-16,0 0-1 15,0 0-17-15,0 0 21 0,0 0 4 16</inkml:trace>
  <inkml:trace contextRef="#ctx0" brushRef="#br0" timeOffset="191629">4301 17112 152 0,'0'0'32'0,"0"0"23"0,0 0-46 0,0 0-7 15,0 0 0-15,0 0 1 16,0 0 3-16,0 0-2 15,0 0-1-15,0 0 1 16,0 0-1-16,0 0-3 0,-36-1-1 16,31 1 1-16,-1 0-2 15,1 0 1-15,1 0 2 16,-3 0 1-16,-2 0-2 16,2 0 1-16,-2 0-1 15,1 0-1-15,-2 0 1 0,1 1-2 16,-1 2 4-16,0 1-4 15,2-1 2-15,3 3 0 16,-3-1 0-16,3 0 0 16,0 2 0-16,0 2-2 0,3 0 2 15,0 3-1-15,0 3 0 16,2-1 1-16,0 2-1 16,0 1 1-16,0 0 0 15,0 2-1-15,0-1 2 16,2 2-1-16,0-2 0 15,0-2 1-15,0 4 0 16,1-4 0-16,-3 2 0 0,0 2 2 16,0 1-1-16,0 1 1 15,0 2-1-15,0 1-1 16,-3 0 0-16,1 1 0 16,-2 0 1-16,2-2 1 0,2-1 0 15,0-3-1-15,0-3 1 16,0-2 2-16,4-2-1 15,1-2 2-15,4-2 0 16,0 1 1-16,-1-3-2 16,6 0-4-16,-3-1 0 0,6-3 2 15,2-3-5-15,-1 0-23 16,-1-12-80-16</inkml:trace>
  <inkml:trace contextRef="#ctx0" brushRef="#br0" timeOffset="192007.01">4549 17354 262 0,'0'0'5'0,"0"0"9"0,0 0-3 15,0 0-6-15,0 0-5 0,0 0 4 16,-23 44-3-16,19-22-1 15,-1 5 1-15,3 0 0 16,0 0 0-16,0 0 0 16,0 0-1-16,2-5 0 15,0-5-22-15,-3-3-27 0,3-10-32 16,-2-4-40-16</inkml:trace>
  <inkml:trace contextRef="#ctx0" brushRef="#br0" timeOffset="192354.73">4535 17348 279 0,'0'0'3'0,"0"0"-6"16,0 0 2-16,0 0 1 15,37-34 2-15,-27 32-1 0,1 2-1 16,1 0 0-16,1 3 0 15,1 4-1-15,-1 5 2 16,0 1 1-16,1 2-3 16,-5 0 1-16,1 0 1 15,-4 2-2-15,-2-1 1 0,-2-1-2 16,-2 3 1-16,0-3 3 16,-9-1-3-16,-3 2 1 15,-1-2 6-15,-3 2-4 16,1-1-1-16,-3-1 0 15,3-2-1-15,-1 0 1 0,3-3-1 16,3 1 0-16,2-4-1 16,7-5-12-16,1-1-78 15</inkml:trace>
  <inkml:trace contextRef="#ctx0" brushRef="#br0" timeOffset="192717.54">4797 17450 297 0,'0'0'4'0,"0"0"-8"15,0 0-14-15,0 0 14 16,2 43 1-16,-2-25 5 16,0-1-1-16,0 2 0 15,0-1 1-15,0-4 0 16,2-1 0-16,5-2 1 0,2-3 0 15,0-3-2-15,-2-4-2 16,1-1 4-16,2-1-5 16,-2-7 12-16,3-8 9 15,-1-2-11-15,-2-2-1 16,-3-3-3-16,-1 3-2 16,-2-4 3-16,-2 6 0 0,0-1-2 15,0 5 1-15,-6 1-3 16,-1 6-3-16,-1 3 1 15,-2 4-3-15,1 0-15 16,3 7-18-16,-2 2-17 0,4 0-47 16</inkml:trace>
  <inkml:trace contextRef="#ctx0" brushRef="#br0" timeOffset="193245.31">5072 17435 286 0,'0'0'3'0,"0"0"-3"15,0 0 0-15,22-43 1 16,-22 33 1-16,0 2 3 0,0 0 7 16,0 3-2-16,-5-1 1 15,-3 5-7-15,3 1-3 16,-4 0-2-16,0 7 1 15,0 4 2-15,-1 5-1 16,3 1-1-16,0 0 0 0,6-3-1 16,1-1-2-16,0-3-3 15,0-3 0-15,1-4 0 16,6-2 1-16,-3-1 2 16,3 0 2-16,-3-1 4 15,1-5 1-15,1-1 2 0,-1-1-2 16,0 0-2-16,1 4-2 15,-2 1 1-15,1 3-1 16,1 0 0-16,-1 4-1 16,2 8 1-16,-3 2 1 15,5 3 3-15,-3 4-3 0,2 2 0 16,-2-2-1-16,-2 4-2 16,-1-4 2-16,-3 0 0 15,0-2 0-15,-4-1 0 16,-3-2-4-16,-7-2 8 15,3-3-4-15,-3-3 0 0,1-3-4 16,0-5 8-16,0 0-4 16,6 0 0-16,1-13-12 15,3-4-45-15,3-7-123 16</inkml:trace>
  <inkml:trace contextRef="#ctx0" brushRef="#br0" timeOffset="193607.63">5443 17524 244 0,'0'0'51'0,"0"0"-36"0,0 0-12 0,0 0 1 0,0 0-3 15,0 0-1-15,2 38 1 16,-2-21-2-16,-2 5 1 16,-5 1-1-16,-3-1-41 0,2-3-106 15</inkml:trace>
  <inkml:trace contextRef="#ctx0" brushRef="#br0" timeOffset="194163.85">5680 17396 179 0,'0'0'3'16,"0"0"-1"-16,0 0-2 15,0 0 1-15,0 0 0 0,0 0 11 16,0 0 32-16,0 0-6 15,0 0-8-15,6 13-20 16,-6-13-9-16,3-6-2 16,1-2 1-16,0-2-1 15,1-3 1-15,1-1 1 0,-1 0-1 16,2 1 1-16,-3 2 0 16,-2 1-1-16,0 2 0 15,3 4 0-15,-3 1 0 16,0 3-1-16,2 0-1 15,-2 2-4-15,2 9 1 0,0 4 7 16,-2 3-2-16,-2 3 1 16,1 3 0-16,-1 2 2 15,0 0-2-15,0 1 0 16,0-2 0-16,0-2-2 16,0-3-4-16,0-2-24 0,-1-5-27 15,-3-3-51-15</inkml:trace>
  <inkml:trace contextRef="#ctx0" brushRef="#br0" timeOffset="194340.7">5724 17581 201 0,'0'0'85'16,"0"0"-65"-16,0 0-21 16,0 0 5-16,0 0-2 15,0 0-1-15,0 0-2 16,0 0 1-16,0 0-1 0,45 6 0 15,-31-6 0-15,0 0-31 16,3-6-34-16,-2-7-85 16</inkml:trace>
  <inkml:trace contextRef="#ctx0" brushRef="#br0" timeOffset="195280.95">5995 17158 16 0,'0'0'157'0,"0"0"-155"0,44-13 1 0,-30 8-2 0,-1 1 0 16,-2 1 1-16,-2 1 1 16,-2 2 4-16,-2 0 2 15,-1 0 1-15,0 2-7 16,-2 7 0-16,1 1-1 16,0 5 0-16,-1 3-2 15,0 3 1-15,2 2 0 0,-2 2-1 16,1 4 1-16,3 0 0 15,0 0 0-15,2-1-1 16,-2 2 1-16,-1 0-2 16,-1-3 2-16,0-3-1 15,-2 2 1-15,2-5-1 0,-2-3 0 16,0-1 1-16,0-2 1 16,-2-1-2-16,0 0 0 15,0-2 0-15,0 0 1 16,-2-1-2-16,-2 1 1 15,-4-3 0-15,2-1 0 0,-3-1 0 16,-1-1 1-16,-3 0 7 16,1-1 6-16,-4 2-1 15,3 1-3-15,-2-3-3 16,0 1-5-16,1-1 0 16,2-2-6-16,2-3-44 0,3-4-88 15</inkml:trace>
  <inkml:trace contextRef="#ctx0" brushRef="#br0" timeOffset="195592.57">6500 17678 313 0,'0'0'17'0,"0"0"-12"0,0 0-5 0,0 0 0 0,0 0-4 15,0 0-2-15,14 46-7 16,-14-27-19-16,0-2-33 0,-8-4-69 16</inkml:trace>
  <inkml:trace contextRef="#ctx0" brushRef="#br0" timeOffset="196205.21">6908 17027 79 0,'0'0'165'15,"0"0"-168"-15,0 0 4 0,0 0-12 16,0 0-29-16,0 0 14 15,0 0 20-15,-48-21 14 16,30 21 13-16,2 2-3 16,-2 4-7-16,-1 0-5 15,0 1-4-15,1 2-1 0,0-2-1 16,2 1 1-16,4 2-1 16,5 1 0-16,-1 4 0 15,6 0 1-15,0 7 0 16,2 3 1-16,0 8-2 15,0 4 3-15,7 3 0 0,0 3-2 16,0 3 1-16,1-2-2 16,-1-4 1-16,0-3 0 15,-2-7-1-15,1-5 2 16,-1-1 3-16,1-7 10 16,1 0-4-16,2-4-5 0,2 0-2 15,1-5-1-15,3-2-3 16,3-2-3-16,4-4 0 15,0 0-21-15,5-10-30 16,0-8-87-16</inkml:trace>
  <inkml:trace contextRef="#ctx0" brushRef="#br0" timeOffset="196752.56">7160 17148 324 0,'0'0'-5'0,"0"0"8"0,0 0-2 0,0 0-3 0,0 0-22 16,0 0 24-16,0 0 0 0,-23 54 1 16,21-26 0-16,2 3 2 15,0 1-1-15,0-1 0 16,2-1-1-16,0-3-1 15,2-3-12-15,-2-3-13 16,0-5 8-16,-1-4 12 0,1-4 5 16,-2-3 1-16,0-3-1 15,0-2 1-15,2 0 10 16,0-2-1-16,1-6-9 16,1-4 2-16,3 1-1 15,-1-2-4-15,3-1 6 0,1 3-3 16,-2 3 0-16,3-1 1 15,-1 3 0-15,-1 1 1 16,1 3 2-16,2 1 4 16,1 1-4-16,0 0-2 15,-1 2-2-15,-1 6 0 16,1 1-1-16,-6 4-1 0,-2 0 1 16,-3 0-1-16,-1-1 0 15,0 1 2-15,-5-1-3 16,-6-1 3-16,-3-1-1 15,-4 0 0-15,-2 1 0 16,-2-4-7-16,1-1 4 0,4 0 3 16,3-5 2-16,4-1-2 15,5 0 0-15,5-7-35 16,0-6-115-16</inkml:trace>
  <inkml:trace contextRef="#ctx0" brushRef="#br0" timeOffset="197028.91">7425 17379 231 0,'0'0'18'0,"0"0"-11"0,0 0 2 0,0 0 11 0,0 0-7 15,0 0-4-15,0 0-7 16,0 0-1-16,0 0 0 15,-23 41 4-15,21-28-3 0,0 0 2 16,2 0-2-16,0-2 1 16,0 1 0-16,2-4 0 15,5-1 1-15,2-1-4 16,4-3 1-16,1-3 0 16,1 0-3-16,3-12-27 15,0-3-101-15</inkml:trace>
  <inkml:trace contextRef="#ctx0" brushRef="#br0" timeOffset="197187.75">7462 17220 216 0,'0'0'82'0,"0"0"-82"15,0 0 1-15,0 0-3 16,0 0-45-16,0 0-50 0,0 0 26 15</inkml:trace>
  <inkml:trace contextRef="#ctx0" brushRef="#br0" timeOffset="197427.86">7591 17081 339 0,'0'0'7'0,"0"0"14"15,0 0-19-15,0 0-5 16,0 0 2-16,2 61 0 0,-9-27 1 16,2 6 2-16,1 3-2 15,-1 0 1-15,3 0-1 16,-2-3 0-16,2-5 1 16,0-5-6-16,2-4-22 15,-2-5-7-15,0-7-15 0,0-6-53 16</inkml:trace>
  <inkml:trace contextRef="#ctx0" brushRef="#br0" timeOffset="197648.92">7528 17386 270 0,'0'0'9'16,"0"0"-13"-16,0 0-9 15,0 0 13-15,0 0 2 16,0 0-2-16,0 0-2 0,45 0 5 16,-25 0 2-16,-3 0-4 15,4-3 2-15,1-1-2 16,0 0-19-16,-2-2-36 16,-1 3-16-16,-2-2 7 15</inkml:trace>
  <inkml:trace contextRef="#ctx0" brushRef="#br0" timeOffset="197912.89">7783 17338 44 0,'0'0'45'0,"0"0"3"16,0 0 0-16,0 0-8 16,0 0-15-16,0 0-7 15,0 0-5-15,-5-40-8 0,1 37 0 16,1-1-2-16,-3 3 2 16,4-1-1-16,-1 2 0 15,-1 0 0-15,-2 0 0 16,1 0-2-16,-2 9-1 15,0 0-1-15,3 3 1 0,-3 4-1 16,1-1 1-16,0 3 0 16,2 0-1-16,0-1 1 15,1 0 0-15,2-3 0 16,1-1-1-16,0-1 2 16,0-4-3-16,4-2-13 0,3-4-23 15,4-2-58-15</inkml:trace>
  <inkml:trace contextRef="#ctx0" brushRef="#br0" timeOffset="198325.06">7888 17344 288 0,'0'0'18'0,"0"0"-8"15,0 0-7-15,0 0-4 16,0 0-2-16,0 0-2 0,0 0 2 15,0 0 4-15,0 0 0 16,-27-4-1-16,24 12 0 16,1 2 0-16,0-2 0 15,2 1 1-15,0-1-1 16,0 0 1-16,0-3 1 0,0 0 0 16,2-1 1-16,3 0-3 15,2 0 1-15,-2-1-1 16,3 0 0-16,-3 0 1 15,3 0-1-15,-1 0 0 16,0-1 0-16,-3 1 1 0,-1 0-1 16,-1-1 1-16,-2 2-1 15,0 1 0-15,0 1-1 16,-7 1 2-16,-2 2-1 16,-3-1 0-16,2 1 0 15,-3-2 0-15,-1 1 1 16,3-1-2-16,1-4 1 0,2-1-11 15,4-2-43-15,4-2-90 16</inkml:trace>
  <inkml:trace contextRef="#ctx0" brushRef="#br0" timeOffset="198537.73">7997 17545 323 0,'0'0'15'0,"0"0"-8"0,0 0-6 0,0 0-1 16,-22 37 0-16,13-20-2 16,-2 3-6-16,4-3-15 15,-2 3-23-15,2-7-77 0</inkml:trace>
  <inkml:trace contextRef="#ctx0" brushRef="#br0" timeOffset="199074.73">8198 17364 52 0,'0'0'119'16,"0"0"-88"-16,0 0-2 0,0 0-16 15,0 0 7-15,0 0-6 16,2-39-3-16,1 34-3 15,2-2-4-15,1 2 2 16,-1 1-2-16,3 1 1 16,-2 1-2-16,4 2-2 0,-1 0 0 15,-2 0 0-15,2 9-2 16,-4 1-1-16,-1 2-12 16,-4 2 6-16,0 3-7 15,0-3 7-15,-4 2 4 16,-6-2 3-16,1 1 0 15,-1-2-3-15,-2-1 2 0,5-1 1 16,-1-2 2-16,5-4-1 16,-1 0 2-16,2-1-2 15,2-3 1-15,0-1 8 16,0 0-1-16,2 0 7 0,7 0-4 16,2 0-3-16,4-5-3 15,6 0-2-15,-1-2-3 16,4 2-1-16,3-4-38 15,0 0-58-15,-2-1-90 16</inkml:trace>
  <inkml:trace contextRef="#ctx0" brushRef="#br0" timeOffset="199691.29">8406 17119 142 0,'0'0'-2'0,"0"0"3"0,0 0 5 0,0 0 8 0,0 0 5 15,0 0-6-15,45-25-2 16,-31 22-4-16,3-1-2 0,1 0 2 16,0 0 4-16,-3 0-1 15,-1 1-3-15,-3 1-4 16,0 0-1-16,-2 2-1 16,0 0 0-16,-4 0 0 15,1 0-2-15,-3 7-1 0,1 3 2 16,-1 3 1-16,-3 1 0 15,0 7-1-15,0 0 6 16,0 3-4-16,0 0 1 16,0 3 2-16,0-2-2 15,0 2-1-15,0 0-1 0,2-1 0 16,2-2-1-16,-2-1 1 16,3-1 0-16,-1-3 0 15,-2-1 0-15,1 0-1 16,0-2 0-16,1 0 0 15,-4 0 1-15,0-2-1 0,0 0-1 16,0-3 1-16,0-1 0 16,-7 0 0-16,0-3 1 15,0 0 1-15,-1-4-4 16,-2 3 4-16,0-2-1 16,0-1 0-16,1 3-1 0,0-2 0 15,-1-1 0-15,3 0-6 16,2-2-21-16,0-1-53 15,3 0-61-15</inkml:trace>
  <inkml:trace contextRef="#ctx0" brushRef="#br0" timeOffset="199896.82">8900 17553 280 0,'0'0'3'0,"0"0"-2"0,0 0 0 0,11 50-18 0,-11-34-79 16,-5-2-52-16</inkml:trace>
  <inkml:trace contextRef="#ctx0" brushRef="#br0" timeOffset="200558.58">9580 16933 236 0,'0'0'3'0,"0"0"0"16,-51 3 0-16,34-1 2 0,3-2-5 16,0 2 0-16,5-2 1 15,-5 0 0-15,3 0-1 16,0 1 2-16,-1 1 5 16,1 0-1-16,1 1-4 15,0 1-1-15,0 0-1 0,3 2 0 16,-1 1 0-16,2 0 0 15,0 1 0-15,3 2-4 16,-1 0 2-16,0 0 2 16,2 2 0-16,1-1-2 15,1 3 2-15,0 0 0 0,0 2 0 16,0 1 0-16,2 1 2 16,3 3-2-16,-3 1 1 15,2 2-1-15,-3-1 0 16,-1 5 1-16,0-1 0 15,0 2-1-15,0-1 1 0,0-1-1 16,0 0 0-16,0-3 1 16,0-1-1-16,0-5 1 15,2 0 4-15,4-3 11 16,2-2-2-16,2-4-2 16,4-1-2-16,8-2-5 0,5-4-4 15,4-2 0-15,5-4-20 16,6-10-45-16,1-7-133 15</inkml:trace>
  <inkml:trace contextRef="#ctx0" brushRef="#br0" timeOffset="201347.69">9798 17263 172 0,'0'0'53'0,"0"0"-8"0,0 0-26 16,0 0-11-16,0 0-6 0,0 0 1 15,0 0-2-15,0 0 0 16,42-23 0-16,-32 24 6 15,-1 9 2-15,1 0-4 16,0 5-1-16,-1 0-7 16,-2-1 7-16,2-1-5 0,-5-1-5 15,-1-4 5-15,1-1 0 16,-4-3-3-16,0-1-9 16,0-3 1-16,0 0 14 15,0 0 0-15,0-4 0 16,0-4-6-16,0-2-2 0,2-2-5 15,2-1 1-15,4-1 10 16,-2 3 0-16,1-2 1 16,1 4 4-16,2-2 2 15,1 4 4-15,-1 1-4 16,5 1-4-16,0 1-2 0,3 3 0 16,-1 1 0-16,-1 0 0 15,-2 3 0-15,-1 7 0 16,-2 0-1-16,-4 1-1 15,-3 1 4-15,-1 1-2 16,-1-3-7-16,-1-1-5 0,0 0 9 16,-1-3-2-16,0-3 0 15,0-1 2-15,0-1 1 16,-1-1 2-16,-2 0 0 16,3 0 0-16,0-6-1 15,0-3-10-15,0 1 1 16,0-2 1-16,7-2 8 0,1 1 2 15,1-2 3-15,-1 2 2 16,3 2 1-16,-1 1 2 16,2 2 0-16,-3 3-3 15,2 1-2-15,2 2-1 16,0 0-2-16,-1 1 0 0,-1 6-1 16,0 0-1-16,-4 4 0 15,2-1-3-15,-2 0-4 16,1-1 3-16,-1 1-22 15,2-3 3-15,2-3 5 16,3-2-31-16,-1-2-22 0,3 0 29 16,1-3-11-16</inkml:trace>
  <inkml:trace contextRef="#ctx0" brushRef="#br0" timeOffset="201697.72">10427 17258 47 0,'0'0'45'0,"0"0"-1"0,0 0 6 0,36-45-8 0,-36 38-11 15,0 0-7-15,-3 1-13 16,-10 5 2-16,-2 1-9 15,-2 0 0-15,-3 1-2 16,0 8-1-16,2 4-1 16,3 1 1-16,4-2-2 15,1 1 1-15,6 0-3 0,4 0-1 16,0-3 3-16,0-3 0 16,11-2-4-16,0-2 3 15,5-3-1-15,2 0 2 16,0-1 2-16,-3-6-2 15,1-2 5-15,-3 2 0 0,-2-1 0 16,-1 2 4-16,-5-1 4 16,-1 3-3-16,-2 0-2 15,0 2-2-15,-2 1-3 16,2 1-2-16,-2 0-2 0,2 0-1 16,0 3 2-16,1 3 3 15,1 3-1-15,1-2-12 16,2-1-5-16,-3-1-10 15,1-3-24-15,1-2-81 16</inkml:trace>
  <inkml:trace contextRef="#ctx0" brushRef="#br0" timeOffset="202053.64">10563 17233 307 0,'0'0'10'0,"0"0"-9"0,0 0 1 15,0 0-1-15,0 0-1 16,0 0 0-16,0 0 0 16,35 10 0-16,-28-1 0 15,-2 0 1-15,-3 0-1 16,0-1 1-16,-2 0-2 0,0-3-3 16,0 1-5-16,0-2-3 15,-3-3 4-15,0 1 8 16,0-2 2-16,1 0 0 15,2 0 7-15,0-4-7 16,0-3 2-16,2-1 3 0,4-1-5 16,2 0 1-16,1 2-1 15,1-1 1-15,2 3-1 16,-1 3 1-16,3 0-3 16,1 2 0-16,1 0 0 15,-2 3-4-15,0 3-23 0,-2 3-46 16,-3 0-31-16</inkml:trace>
  <inkml:trace contextRef="#ctx0" brushRef="#br0" timeOffset="202216.78">10885 17358 274 0,'0'0'14'16,"0"0"2"-16,0 0-12 15,0 43-3-15,0-28-2 16,0-1-23-16,0-2-52 0,0-5-84 16</inkml:trace>
  <inkml:trace contextRef="#ctx0" brushRef="#br0" timeOffset="202707.69">11137 17148 245 0,'0'0'23'0,"0"0"6"0,0 0-18 15,0 0-2-15,0 0-5 16,47-39-3-16,-35 38 1 16,1-2-1-16,-3 3-1 15,1 0 1-15,-3 4-1 16,-6 5-1-16,-2 2-4 0,0 1-7 16,-4-1-1-1,-7 0 2-15,-1 1 9 0,2-2 3 16,1-3 1-16,2 0-2 15,4-2 3-15,3-3-3 16,0 4 0-16,0-3 1 16,3 1 1-16,8 1-1 0,0 1 4 15,0 1 1-15,1-1-3 16,-2 3-2-16,-3 0 1 16,0-1 1-16,-7 1-2 15,0 0-1-15,-5 1 0 16,-10-1-1-16,-5 2 0 0,-3-3 0 15,-3-2-12-15,1-3-39 16,0-3-84-16</inkml:trace>
  <inkml:trace contextRef="#ctx0" brushRef="#br0" timeOffset="203312.8">11213 16993 173 0,'0'0'7'0,"0"0"11"0,0 0-3 0,0 0-7 0,44-7-2 16,-32 3 3-16,-1-1 4 16,1 1 0-16,1 1-5 15,1 0 0-15,-1 1-5 0,-2-1-3 16,3 1 1-16,-2 1-1 16,0-2 1-16,-3 3-2 15,-5 0 2-15,0 0-1 16,-1 0 0-16,1 0 0 15,-1 4-1-15,-1 5-1 16,1 2 4-16,1 3 5 0,-2 2-7 16,0 1 1-16,0 0-1 15,1 1 0-15,1 0 1 16,-2-1 0-16,4 0-1 16,0 0 1-16,0 1 0 15,3 0 0-15,-3 1 1 0,4-1-2 16,-5 2-2-16,3 1 2 15,-3 1 0-15,2 2 0 16,-3 0 2-16,-1-1-2 16,1 3 0-16,-2-4 0 15,2 1 0-15,-3-1 0 0,-1-1 0 16,0-3 0-16,0 2-2 16,-5-2 1-16,-8-2 4 15,-6 1 1-15,-11 4-1 16,-13 2 3-16,-17 3-6 0,-17-4-69 15</inkml:trace>
  <inkml:trace contextRef="#ctx0" brushRef="#br0" timeOffset="205607.73">13967 17186 226 0,'0'0'2'0,"2"0"-24"0,1 0-22 0,3 0-5 0,-4-3-27 15</inkml:trace>
  <inkml:trace contextRef="#ctx0" brushRef="#br0" timeOffset="206058.12">13967 17186 40 0,'0'0'57'16,"0"0"-29"-16,0 0-21 15,0 0-5-15,36-19-2 0,-34 19 1 16,-2-1 5-16,0 0 35 15,0-1 20-15,0 1-15 16,0-2-23-16,0 2-5 16,-2-3-6-16,-4 1-1 15,0 1-4-15,-1 1-7 16,-1 1 0-16,-1 0-3 0,-5 0 1 16,-1 1-5-16,-3 6-3 15,-3 0 3-15,2 2 1 16,-3 0 3-16,4 0 2 15,0-2 2-15,3 1-1 16,5 0 1-16,4-1-1 0,3 2 0 16,3-1 2-16,0 1-3 15,0-1 1-15,5 1 1 16,4 2-1-16,4 0 0 16,-2 1 2-16,0 3 1 15,3 2-3-15,-1 2 0 0,-3 2 0 16,-2 2-4-16,-3 5 2 15,-3-1-1-15,-2 2 3 16,0 1 0-16,0 2 0 16,-2 2 2-16,-3-3 1 15,1 1 4-15,2-4-1 16,2-1 1-16,0-4-3 0,6-4-2 16,7-3-1-16,5-4 0 15,8-6-3-15,4-6 2 16,6-1-22-16,2-16-43 15</inkml:trace>
  <inkml:trace contextRef="#ctx0" brushRef="#br0" timeOffset="206674.18">14251 17565 165 0,'0'0'138'0,"0"0"-136"0,0 0-4 0,0 0-3 0,0 0 2 15,-23-45-2-15,19 33 5 16,2-4 1-16,-1 0 1 16,2-1 0-16,1-2-5 15,0 1 4-15,1-1-1 16,4 6 0-16,-1 0 0 16,-3 5-1-16,1 5 2 0,-1 3 0 15,0 0-2-15,0 3-2 16,2 7 3-16,2 1 1 15,-2 1 2-15,3 1-3 16,1-2 0-16,4-1 0 16,2-6-1-16,2-1-1 0,4-3 1 15,3 0-1-15,-2-6-2 16,2-5 6-16,-1-2-2 16,-4-2 2-16,-1-1 0 15,-3 1 3-15,-3 0 2 16,-4 4-1-16,-2 1 1 0,-1 4 0 15,-1 1 6-15,-2 5 3 16,0 0-10-16,0 5-3 16,0 8 3-16,0 3-5 15,0 4-1-15,0 2 1 16,4 1 1-16,3-2-2 0,1 1 1 16,2-2-2-16,3-3-13 15,3-3-17-15,1-4-32 16,6-9-91-16</inkml:trace>
  <inkml:trace contextRef="#ctx0" brushRef="#br0" timeOffset="207031.82">14762 17420 288 0,'0'0'4'0,"0"0"5"0,-44-7 1 0,27 7-6 16,0 0-3-16,1 6 0 15,1 5 2-15,1 4 1 16,2 2-1-16,4 1 0 16,2-1-1-16,4-1-2 15,-1-2 1-15,3-3-1 0,0-2-1 16,8-2 0-16,3-6-3 16,5-1-2-16,-1 0 2 15,2-7 2-15,1-3 2 16,-2-1 0-16,-2-2 2 15,-1 2 0-15,-4 1 0 0,-3 3 1 16,-3 3-1-16,-1 2 2 16,0 2-4-16,0 0 1 15,-2 0-2-15,2 3-4 16,1 4-4-16,-2 0-14 16,2 0-21-16,2-2-46 15,-1-3-34-15</inkml:trace>
  <inkml:trace contextRef="#ctx0" brushRef="#br0" timeOffset="207415.74">14848 17453 262 0,'0'0'13'16,"0"0"-8"-16,0 0 1 16,0 0 2-16,42-20-4 15,-31 20-3-15,0 0 3 16,-3 7-2-16,2 2 1 15,-4 5-1-15,1-1-1 0,-1 1 3 16,0 0-3-16,-4-4-1 16,1 0-10-16,-3-3-6 15,0-1 1-15,0-3 4 16,0-3 5-16,0 0 10 0,-3 0 1 16,-1-7 5-16,0-2 3 15,4-2 1-15,0-3-6 16,0-1 0-16,4 1-4 15,6 2-3-15,3-1 4 16,4 4-5-16,1 3 1 0,-1 5 0 16,2 1-1-16,-2 0 1 15,0 8 0-15,-2 4 0 16,0 4-1-16,-2-1 0 16,-1 2-10-16,-1 0-11 15,0-5-33-15,0-7-67 16</inkml:trace>
  <inkml:trace contextRef="#ctx0" brushRef="#br0" timeOffset="207798.56">15534 17467 299 0,'0'0'6'0,"0"0"-3"0,0 0-1 0,0 0 3 16,0 0-1-16,0 0 1 0,0 0 1 16,0 0 1-16,1-45 1 15,-1 31-2-15,4-2-4 16,2-2 0-16,-2-1-1 16,1-1-1-16,1 3-1 15,-1 3 1-15,-1 1 0 0,-1 5 1 16,-1 3-1-16,0 5 0 15,1 0 0-15,-1 2-2 16,2 11 0-16,0 4 0 16,0 4 1-16,2 2 3 15,-2 2-4-15,-2-1-2 0,2-1-4 16,1-1 2-16,-2-3-1 16,2-2-2-16,-2-2-13 15,0-3-9-15,-3-3-30 16,0-2-31-16</inkml:trace>
  <inkml:trace contextRef="#ctx0" brushRef="#br0" timeOffset="207962.69">15522 17551 198 0,'0'0'39'16,"0"0"-4"-16,0 0-10 16,0 0-16-16,0 0-3 0,0 0 7 15,0 0-1 1,46 0-4-16,-25 0-5 0,2-3-3 15,2-2-12-15,0-1-19 16,-2-3-52-16,0-3-120 16</inkml:trace>
  <inkml:trace contextRef="#ctx0" brushRef="#br0" timeOffset="208603.72">15768 17137 173 0,'0'0'16'16,"0"0"9"-16,0 0 6 15,0 0-4-15,0 0-5 16,0 0-17-16,0 0-1 0,0 0-1 15,0 0 0-15,36-12-3 16,-16 9 2-16,-4-1-2 16,6 1 1-16,-3-1-1 15,2 1 1-15,-3-1-1 16,0 1 2-16,-4 2-1 0,1-1 0 16,-5 2 0-16,-2 0-1 15,-2 4 1-15,-1 6-1 16,-2 6 2-16,-1 4 0 15,0 5-1-15,-2 4 1 16,0 5 2-16,3 0-4 0,0 2 1 16,4 0 0-16,-1 1 0 15,5-3 0-15,0 0 0 16,1-4 0-16,0 1 0 16,-3-4 0-16,0-4 0 15,-2-2 1-15,-3-5 2 16,-4 0-2-16,0-5 1 0,-4 2-3 15,-13-2-2-15,-5 1 3 16,-10-1-5-16,-5-2-38 16,-7-4-58-16</inkml:trace>
  <inkml:trace contextRef="#ctx0" brushRef="#br0" timeOffset="208838.49">15288 17415 372 0,'0'0'9'0,"0"0"4"0,0 0-7 0,0 0-8 0,0 0-12 15,0 0-19-15,0 0-2 16,0 0-23-16,0 0-74 16</inkml:trace>
  <inkml:trace contextRef="#ctx0" brushRef="#br0" timeOffset="208986.77">15415 17682 323 0,'0'0'45'0,"0"0"-47"16,0 0 2-16,23 44 0 16,-18-29-32-16,-1-3-20 15,-4-4-60-15</inkml:trace>
  <inkml:trace contextRef="#ctx0" brushRef="#br0" timeOffset="209761.69">16764 17000 120 0,'0'0'18'0,"0"0"29"0,0 0 3 0,0 0-18 15,0 0-17-15,-10-38 0 16,-1 32-11-16,-5 2-2 16,-3 2-1-16,0 1 0 15,-3 1-1-15,2 0 1 0,-5 0-1 16,1 3 0-16,3 4 1 16,2-1-1-16,1 2 0 15,5 2 0-15,2 0 0 16,5 1 0-16,2 1-1 15,4 2-6-15,0-1 3 16,0 2 2-16,4 1 1 0,8 1 1 16,-3 1 1-16,3 5 0 15,2 1 0-15,-2 3-1 16,1 2 2-16,-2 2-2 16,0 6 2-16,-2-2 0 15,0 4 0-15,0-1 0 0,-1-1-1 16,2 0 1-16,-1-4-1 15,-2-2 1-15,5-3 4 16,1-7 1-16,4-1 5 16,5-4-7-16,3-5-6 0,6-6 1 15,3-5-9-15,2 0-23 16,2-9-25-16,-4-12-98 16</inkml:trace>
  <inkml:trace contextRef="#ctx0" brushRef="#br0" timeOffset="210253.48">17106 17159 144 0,'0'0'188'0,"0"0"-182"15,0 0 0-15,0 0-1 0,0 0-4 0,0 0 0 16,0 0 0-16,0 0-1 15,0 0 0-15,0 0 0 16,-16 39 1-16,16-17-1 16,2-2-1-16,0-1-3 15,2-2 0-15,0-5-3 0,1-2 1 16,0-4 2-16,-1-2-1 16,1-4 0-16,1 0 4 15,1 0 8-15,4 0 2 16,0-3-4-16,3-3-1 0,1 0 0 15,1 1-2-15,0 1-1 16,2 3 0-16,-1 1-1 16,-3 0 0-16,-1 2 0 15,-1 6 0-15,-5 3 0 16,-2 3 1-16,-2-1-3 0,-3 1-1 16,0-1-6-16,-3-1 6 15,-7-3 1-15,-6 0 2 16,-1-5 0-16,-2 0 1 15,-5-2-2-15,4-2 0 16,0 0-3-16,4 0 3 0,5 0-1 16,4 0-1-16,7-4-7 15,0-4-26-15,13-3-75 16,6-2-43-16</inkml:trace>
  <inkml:trace contextRef="#ctx0" brushRef="#br0" timeOffset="210459.38">17442 17291 286 0,'0'0'16'0,"0"0"4"0,0 0-18 0,0 0-6 0,0 0 7 0,0 0 4 16,0 0-3-16,-19 47-2 16,14-34 0-16,3-2 0 15,-1 1-2-15,3-3 1 16,0-1 2-16,9-3-2 15,3-2-1-15,3-3-10 0,1 0-21 16,0-11-61-16</inkml:trace>
  <inkml:trace contextRef="#ctx0" brushRef="#br0" timeOffset="210587.85">17431 17187 293 0,'0'0'-2'15,"0"0"4"-15,0 0-4 16,0 0-67-16,0 0-78 16</inkml:trace>
  <inkml:trace contextRef="#ctx0" brushRef="#br0" timeOffset="210793.36">17584 17095 283 0,'0'0'20'0,"0"0"-17"0,0 0 2 16,0 0 9-16,17 50 6 16,-13-27-8-16,1 4-1 15,-3 1-4-15,-1 0-4 16,2 2-1-16,-1-3-2 16,1 0 0-16,-1-4-8 0,-2-2-28 15,0-8-26-15,0-2-78 16</inkml:trace>
  <inkml:trace contextRef="#ctx0" brushRef="#br0" timeOffset="211378.9">17556 17329 193 0,'0'0'104'0,"0"0"-104"15,0 0 1-15,44-11 0 16,-26 8 1-16,3 2-2 0,2-1-9 15,-1-2 3-15,2 0 2 16,-1-1 2-16,-2-1 2 16,-4 0 0-16,1-1 0 15,-9 0 3-15,-1 1 2 16,-5-3-2-16,-3 3 4 0,0 1 3 16,0-1-8-16,-7 2 7 15,-6 3-8-15,-1 1 0 16,-3 0 0-16,1 4 0 15,0 7 0-15,1 4 0 16,5 0-1-16,4 2 0 16,4 0 0-16,2-1 1 0,0-3-3 15,5-2-1-15,7-1-1 16,2-5-4-16,2-1-6 16,2-3-4-16,1-1-6 15,0 0 8-15,-2-7 13 16,1-3 3-16,-2-3 8 0,-3-1 14 15,-2 0-4-15,1-2-5 16,-1 5-3-16,-2-1-2 16,4 3 0-16,-7 1 2 15,2 5-2-15,0 3 0 16,0 0-2-16,2 0-2 0,-3 0 2 16,4 8-5-16,-2 0 0 15,-2 5-2-15,1 0 0 16,-4 1 3-16,-3-1-4 15,-1-2-4-15,0 2 0 16,-1-3 0-16,-10-2-3 0,1-3 5 16,-1 0 2-16,-1-3-10 15,1-2-27-15,5 0-24 16,1-11-66-16</inkml:trace>
  <inkml:trace contextRef="#ctx0" brushRef="#br0" timeOffset="211811.62">18419 17219 79 0,'0'0'120'0,"0"0"-121"0,0 0 7 16,0 0-1-16,0 0 7 15,0 0 11-15,0 0 8 16,0 0-1-16,0 0-13 0,0 0-7 16,0 0-8-16,16-36 0 15,-3 36 0-15,-3 0-2 16,3 0 0-16,-2 4 1 16,-2 4-2-16,-2 2 0 0,-1 1-4 15,-6 2-6-15,0 0 0 16,0 1-1-16,-8 0 5 15,-2-1 5-15,1-3 2 16,0-1 1-16,3-1 3 16,0-3 8-16,4 0 3 0,2-3-2 15,0 1 0-15,2-1 5 16,9 1 2-16,0-1-3 16,5 1-8-16,0-1-5 15,1-2 1-15,-2 0-7 16,-3 0-33-16,-6 0-25 0,-6-9-46 15</inkml:trace>
  <inkml:trace contextRef="#ctx0" brushRef="#br0" timeOffset="211997.81">18209 17237 341 0,'0'0'22'0,"0"0"-22"16,0 0-3-16,0 0 0 0,0 0-7 16,0 0-14-16,41-4-4 15,-30 4-44-15,-3 1-48 16</inkml:trace>
  <inkml:trace contextRef="#ctx0" brushRef="#br0" timeOffset="212139.05">18283 17423 350 0,'0'0'7'0,"0"0"0"15,0 0-3-15,0 0-5 0,0 0-18 16,38 19-43-16,-18-32-130 16</inkml:trace>
  <inkml:trace contextRef="#ctx0" brushRef="#br0" timeOffset="212643.81">18690 17055 198 0,'0'0'6'15,"0"0"13"-15,0 0 0 16,0 0-7-16,0 0-4 16,0 0-8-16,0 0-7 0,0 0 1 15,-11-19-2-15,26 16 9 16,3 0-1-16,-2 0 1 16,4-1-1-16,0 1 5 15,-6 0 0-15,-1-1-3 16,0 2 0-16,-6 1 5 15,-1 1 0-15,-3 0 3 0,1 0-1 16,-2 6-1-16,1 5-1 16,-1 5-3-16,-2 3-3 15,0 6 2-15,2 0 2 16,-2 7-4-16,1 2 0 16,1 1-1-16,2 2 0 0,2-1 0 15,-3-2 1-15,4-5-1 16,-1-1-1-16,-2-4 3 15,-2-3-2-15,-2-6 0 16,0-2 0-16,-3-3-4 16,-10-3 7-16,-1-1 9 0,-4-3-6 15,0 0-3-15,-1-2-4 16,3-1-13-16,3 0-55 16,5-3-89-16</inkml:trace>
  <inkml:trace contextRef="#ctx0" brushRef="#br0" timeOffset="212807.85">19222 17477 346 0,'0'0'1'0,"42"40"0"0,-30-17 1 0,-6 4-3 0,-6-1-7 16,0 0-21-16,-3-5-52 15</inkml:trace>
  <inkml:trace contextRef="#ctx0" brushRef="#br0" timeOffset="213532.97">19787 16967 281 0,'0'0'-4'0,"0"0"8"0,0 0 4 0,0 0 0 16,0 0-1-16,0 0-4 16,0 0 2-16,-40-19 6 15,33 19-2-15,-4 1-8 0,-5 6-1 16,-1 2-1-1,-3 2-1-15,1 3-6 0,-1 0 5 16,2 0-1-16,3 3 1 16,-1 0-4-16,5 3-5 15,1 0 0-15,6 3 3 16,0 3 1-16,4 0-3 16,0 2 3-16,0 0 5 0,7 1 3 15,2 3 1-15,-1-3 4 16,-1-1 9-16,0 0 3 15,2-5 5-15,-2 1-4 16,2 0-2-16,2-5-6 16,0-1-5-16,2-2-2 15,5 2-2-15,0-6 0 0,2 0-1 16,3-6 0-16,4 0-1 16,3-6-17-16,4 0-19 15,2-11-57-15</inkml:trace>
  <inkml:trace contextRef="#ctx0" brushRef="#br0" timeOffset="213992.51">20146 17313 219 0,'0'0'113'0,"0"0"-107"0,-57-18-2 16,33 17-1-16,-2 1-3 15,-2 3 0-15,1 5 0 16,1 4 0-16,4 1 0 15,5 2 1-15,3 1-1 16,7-3 0-16,6-1-1 0,1 0-5 16,4-2-9-16,10-5 0 15,2-2 1-15,6-3-10 16,2 0-10-16,-1-1-5 16,-1-11 8-16,2 0 29 15,-4-5 4-15,-2-3 8 0,-2-3 15 16,-3-3-12-16,-6-2-3 15,0 0-8-15,-5-1-1 16,-2 1 2-16,0 4 6 16,-6 2 9-16,-4 5 1 15,-1 3-6-15,1 4 0 16,2 3-3-16,0 6-1 0,3 1 0 16,-1 1-6-16,0 12-1 15,0 4-1-15,2 4 1 16,3 5-1-16,1 1 1 15,0 1 1-15,9 0 0 16,3-3-3-16,3-3 0 0,4-2-13 16,3-4-21-16,0-8-29 15,3-3-49-15</inkml:trace>
  <inkml:trace contextRef="#ctx0" brushRef="#br0" timeOffset="214331.21">20370 17269 59 0,'0'0'205'0,"0"0"-186"0,0 0 8 0,-41-11-18 16,26 11-7-16,-2 6-1 15,1 6 0-15,0 2 0 0,4 0 0 16,1 0 0-16,7-1 0 16,4-2-1-16,0-1-2 15,4-4-5-15,11-2 1 16,5-2-3-16,3-2 3 15,3 0 6-15,-1-9 0 0,-1-1 0 16,-6-3 5-16,-4 1 6 16,-4-3 10-16,-7 1 0 15,-3 3-4-15,0-2-6 16,-7 5-5-16,-4 1 1 16,-3 5-7-16,-3 2-2 0,3 0-7 15,3 0-5-15,2 6-5 16,7 2-10-16,2-2-16 15,7 2-32-15,9-1-13 16,6-4 16-16</inkml:trace>
  <inkml:trace contextRef="#ctx0" brushRef="#br0" timeOffset="214635.8">20490 17291 63 0,'0'0'38'0,"52"-10"5"16,-29 2 16-16,-5-4-24 16,-4 2-9-16,-4-1-7 15,-7-2 3-15,-3 3-4 16,0-1-11-16,-10 4 0 0,-4 1-2 15,-5 5-3-15,-3 1 0 16,2 0-2-16,-1 5 1 16,4 7-1-16,4 2 0 15,4 3-1-15,6-1-4 16,3 4 4-16,0-1 1 0,9 3-1 16,6-1 1-16,4 2 1 15,3-3 0-15,0 1 4 16,1-1-3-16,-3-4 0 15,-3 0-1-15,-3-3-1 16,-7-3 0-16,-5-1 0 0,-2-3-3 16,-5-1-4-16,-10-1 3 15,-3-1-12-15,-2-3-14 16,2 0-26-16,4-4-76 16</inkml:trace>
  <inkml:trace contextRef="#ctx0" brushRef="#br0" timeOffset="-214398.94">21061 17155 312 0,'0'0'-3'0,"0"0"18"0,0 0 0 0,0 0-8 0,0 0 2 16,0 0-5-16,42-33-2 15,-31 30 0-15,5 3-2 16,0 0 2-16,0 0-2 16,0 1 0-16,-3 6 0 15,-1 1-2-15,-2 1-5 0,-10 1-5 16,0 2-2-16,-2 1 3 15,-10 0 7-15,1 1 0 16,-1-1 4-16,2-2 1 16,3 1 0-16,3-2 2 0,4 1 2 15,0 0 4-15,0 2-2 16,8 1 2-16,4 2-4 16,-4-1-1-16,1 1-3 15,-2-2-1-15,-1-1 1 16,-6-2-1-16,0-5-2 15,-9 1 2-15,-7-1-1 0,-7-2 0 16,-4-2-5-16,-6-2-32 16,3-2-88-16</inkml:trace>
  <inkml:trace contextRef="#ctx0" brushRef="#br0" timeOffset="-214014.55">21130 16969 213 0,'0'0'-20'0,"36"0"16"0,-16 0-8 0,-3 0-20 15,0 0 17-15,-2 3 12 0,-2 0 3 16,-2 2 1-1,1 1 1-15,-1 0 10 0,-3 2 6 16,3 1-10-16,-1 2-5 16,-4 4-2-16,2 2-1 15,-6 6 2-15,-1 2 1 16,1 4 13-16,-2 7 5 0,0 3-4 16,2 4 6-16,1 4-2 15,2 4 1-15,-1 2-6 16,-1 2-7-16,1-2-7 15,-4-1-1-15,0-1 0 16,-10-4-1-16,-10-4-1 0,-8-6 0 16,-10-8-22-16,-10-11-100 15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30:20.80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3092 4268 58 0,'0'0'6'0,"0"0"4"0,0 0-2 0,0 0-2 16,0 0-2-16,0 0 0 16,0 0-3-16,0 0-1 0,0 0 3 15,0 0-2-15,0 0 0 16,-6-5-1-16,6 5 1 16,0 0-1-16,0 0 1 15,0 0 7-15,0 0 2 16,0 0-7-16,0 0-3 0,0 0-1 15,0 0 1-15,0 0 1 16,1 0-1-16,6 0 0 16,-3 0 0-16,1 3 0 15,3-2 0-15,1 1 1 16,1-2 0-16,3 0-2 16,5 0 2-16,1 0-3 0,6 0 6 15,0 0-3-15,2 0 1 16,2-3-1-16,0 0-1 15,2 0 0-15,-2-1 0 16,3 1 0-16,-1 0 0 0,2 1 0 16,1-1 1-16,2 1-1 15,1-1 1-15,4 2-1 16,-3-2 0-16,0 3 0 16,-1 0 0-16,-1 0 0 15,1 0-1-15,0 0 1 0,1 0 0 16,2 0 1-16,5 0-1 15,0 3 0-15,4-3 0 16,1 1 0-16,-1 1 1 16,2-2-1-16,3 0 0 15,-1 0 0-15,1 0 0 0,0 0 0 16,2 0 0-16,-3 0 0 16,3 0 0-16,0 0 0 15,2 0 0-15,-2 0 0 16,4 0 0-16,-3 0 0 15,2 0 0-15,1 1 1 16,-3-1-1-16,1 2-1 0,0-1 2 16,-2-1-1-16,0 2 0 15,1-2 0-15,1 0 1 16,0 0 0-16,5 0 1 16,0 0 1-16,2 0-2 15,2 0 0-15,0 0 0 0,-2 0-1 16,-1 0 1-16,-1 0-1 15,-2 0 1-15,3 0-2 16,-1 0 2-16,1 1-1 16,3-1 1-16,1 0-1 15,1 0 1-15,0 0 0 16,-2 0-1-16,-2 0 0 0,-1 0 1 16,2 0-1-16,-1 3 0 15,-2-2 0-15,4 3 1 16,-1 0-1-16,1 1 0 15,0-2 0-15,3 1 0 0,-3 0 1 16,0-1-1-16,-1-1 0 16,0 0 0-16,2-2 0 15,-2 1 0-15,1 0 2 16,-2-1-2-16,-1 3 0 16,-1-2 0-16,0 0 2 15,-3 1-1-15,-2-1 0 0,0 1 1 16,-4-2 0-16,-3 3-1 15,1-2 0-15,-3-1 0 16,4 2 1-16,1-2-2 16,0 0 1-16,-3 0-1 15,1 0 1-15,1 0-1 0,-4 0 1 16,-2-3-1-16,2-4 1 16,-2-1 2-16,1 0-1 15,-4-1 1-15,3-2-2 16,-6 3 0-16,-1-2 0 0,-1 1 0 15,-2-2-1-15,-4-1 1 16,-1-2-1-16,-3 1 1 16,-2-2 0-16,-2 0 0 15,0-2 0-15,0-1 3 16,0-1-1-16,-2 0-2 0,0-3 0 16,0 2 0-16,-1-2 0 15,-2-2 0-15,-1 0 0 16,3-1-1-16,-7-2 1 15,3-1-1-15,-5-2 1 16,1 0 1-16,-5-1-2 0,0 1 5 16,0 2-1-16,-4 0 0 15,1 0 0-15,-4 0 0 16,0 2 1-16,-2 0 0 16,0-3 1-16,0 2-1 15,-6 0-1-15,-1-4 3 0,-5 3 2 16,2-1-2-16,-6 2-5 15,1 4-1-15,-2-2-2 16,0 2 3-16,-5 2-3 16,1 1 2-16,-3 3-2 15,-5 0 2-15,0 1-4 16,-7 1-3-16,0 0 0 0,-4 1 2 16,-2 1-1-16,-3 1 4 15,1-1 1-15,-2 1-2 16,-2-2 2-16,0 4-1 15,-2-4 1-15,-2 3-1 16,0 2 0-16,1-2-1 0,-5 1 3 16,-2 0-4-16,0 0 4 15,-1 3-1-15,-1-2 0 16,-1 2 0-16,1 0 1 16,0 1-1-16,0 1 1 0,-1-1-1 15,-1 2 1-15,-1-2-2 16,-2 2 2-16,-2 0-1 15,-2-2 0-15,-1 3 0 16,1 0 0-16,-2 0 0 16,0-1 0-16,1 1 1 15,-3 3-2-15,3-3 2 0,-4 2-1 16,-1-3 2-16,0 3-2 16,-2-1 2-16,0 2 0 15,1-3 1-15,-4 3 0 16,0 0-1-16,-3 0 0 15,-3 0-1-15,2 0 0 0,-7 0 1 16,1 3-3-16,-1-1 2 16,1-1-1-16,-2 3 3 15,1-1-3-15,1-2 0 16,-3 2 1-16,1 1-1 16,-2-1 1-16,2 0-1 0,-1 3 1 15,3-2-1-15,-1 0 1 16,5 2 0-16,-1-2-1 15,0-1 1-15,0 3-1 16,0-3 0-16,4-1 1 16,1 1-1-16,1 0 0 0,0-1-1 15,4-1 2-15,0 1-1 16,1 0 0-16,0 0-1 16,2 0 2-16,1 1-2 15,3-1 1-15,1 2 0 16,0-1 0-16,2 3 0 15,2-1 0-15,-4 2 0 0,4 3-1 16,-2 0 1-16,0 4 1 16,0 0-1-16,3 2 0 15,1 0 0-15,2 2 0 16,3-2 0-16,2 1 0 0,2 1 0 16,3 1 0-16,4 2-1 15,0-1 2-15,2 3-1 16,3 1 1-16,1 1-1 15,4 4 0-15,-1-1-1 16,4 2 1-16,1 3-2 0,2-2 2 16,4-1 0-16,2 1-1 15,4-3 0-15,6 1 0 16,1 1 1-16,1-1 0 16,3 1-1-16,0 3 1 15,3 0-1-15,1 0 1 16,2-1-2-16,1 2 2 0,3 0 0 15,0 0-1-15,0-2 1 16,0 0 0-16,5 0 0 16,1-1 0-16,1-1-1 15,1-2 1-15,2-1 0 16,-1-2-1-16,0 1 1 0,2-2 0 16,-2-1-2-16,-1-1 2 15,4 1 0-15,-1-4 0 16,4 2-2-16,1-2 1 15,7-1 2-15,6-1 1 16,9 0 0-16,14-1 1 16,19-2 2-16,18-4-4 0,18-10-40 15,16-1-76-15</inkml:trace>
  <inkml:trace contextRef="#ctx0" brushRef="#br0" timeOffset="885.32">5674 4625 88 0,'0'-11'11'0,"-4"2"-4"0,2 2 0 0,0-1-5 16,0 2 0-16,0 3 0 16,1-1 2-16,0 1 2 0,1 2 1 15,-1-1-1-15,1 2 1 16,0 0-4-16,0 0-6 16,0 2 0-16,0 6-1 15,0 2 4-15,0 4 0 16,0-1 2-16,0 1-2 15,0 2 1-15,5-5 0 0,1-1-1 16,1 0 1-16,2-4-2 16,-2 1 2-16,2-3 0 15,2-1-1-15,0-3 0 16,2 0 1-16,4 0 7 0,5-7 1 16,2-6 7-16,7-2-6 15,3-7-3-15,4-6 2 16,2-4-3-16,5-4 3 15,4-7-1-15,3-1 1 16,6-8 1-16,4-7 1 0,8-3-2 16,11-5-1-16,10-6-2 15,7 0-4-15,15-5 0 16,16-3-1-16,2-2-4 16,-4-16-122-16</inkml:trace>
  <inkml:trace contextRef="#ctx0" brushRef="#br0" timeOffset="5132.46">9904 4209 66 0,'0'0'-16'0,"0"0"17"0,-46 3 2 0,36-3 4 16,-1 1 4-16,-1 0 3 16,3-1 2-16,3 0-3 0,2 0-4 15,-1 0-3-15,3 2-4 16,2 0-4-16,0 1 1 16,0 1 1-16,0 0-1 15,3-1-3-15,8 1 4 16,1-1 2-16,3 1 1 0,2-1-3 15,7 0 1-15,1 1 2 16,4-1-3-16,5 1 1 16,4-1-1-16,4 0 1 15,5-3-1-15,0 0 1 16,6 0-1-16,3 0 1 16,1 0 0-16,7-2-1 0,-2-1 1 15,6 1-1-15,3-1 0 16,5 0 0-16,0 2 1 15,3-3-1-15,2-1 0 16,1 1 0-16,0 0 0 0,-4-1 0 16,5 1 0-16,0 1 1 15,0-1-1-15,-1 1 0 16,5 3 0-16,-1-2 1 16,3 2 1-16,-4 0-1 15,0 0 0-15,1 0-1 0,0 0 1 16,-1 2-1-16,-1 1 0 15,1-1 0-15,5-1 1 16,-1-1-1-16,3 0 1 16,2 0-1-16,6 0 1 15,1-3-1-15,4 0 0 16,4-4 1-16,-1 4-1 0,-2-1 1 16,0 0 1-16,-1-2 1 15,-4 3 1-15,4-1 1 16,-2 0 2-16,4-2-3 15,-2 3-2-15,-2-5 1 16,2 5-3-16,0-3 1 0,2-1 0 16,0 0 1-16,3 1-1 15,1-1 1-15,-1 0 0 16,0 0 0-16,-1 3 1 16,1-2-1-16,-3 2-2 15,-1 0 1-15,-2 1 0 0,-3 1 1 16,2-2-2-16,-5 4 1 15,1 0 0-15,1 0 0 16,5 0-1-16,-7 0 1 16,0 0-1-16,0 0 0 15,1 0 0-15,0 0 2 0,-3 0-2 16,2 0 0-16,-2 0 1 16,-2 0-1-16,-1 0 0 15,0 0 0-15,1 0 0 16,-1 0 0-16,0 4 0 15,1-1 1-15,1 1-1 0,-2-2 0 16,-1 1-1-16,-1-2 2 16,2 1-1-16,0-1 0 15,1-1 1-15,0 1-1 16,2 1 1-16,-2-1 1 16,-1-1 1-16,2 2 2 0,1-2-1 15,-2 1-1-15,4-1 2 16,1 0-1-16,3 0-1 15,1 0 0-15,-2 0 1 16,7 0-3-16,1 0 0 16,1-3-1-16,1-2 1 0,3 1 0 15,0-3-1-15,1 1 1 16,0-1-1-16,4-1 3 16,1 0 5-16,1-1-3 15,0 2 2-15,0 3-4 16,-1-2-1-16,-1 0-1 15,-4 2 0-15,0-1-1 0,-3 0 1 16,-5 2-1-16,-2 2 1 16,-4-2-1-16,-5 3 0 15,-3 0 0-15,-8 0 0 16,-7 3-7-16,-13 0-40 16,-7-3-67-16</inkml:trace>
  <inkml:trace contextRef="#ctx0" brushRef="#br0" timeOffset="6985.34">3165 5663 62 0,'0'0'2'0,"0"0"0"0,0 0-2 0,0 0 0 0,0 0 0 16,0 0 0-16,0 0 0 16,0 0 0-16,40 11 0 15,-28-9 0-15,1 1 1 16,5 0-1-16,0 0 3 15,4-2-2-15,1 2 1 0,-1 0 0 16,4 0 0-16,-1-1-1 16,2 0 2-16,0 1-1 15,2-2 0-15,2 2-1 16,1 0 0-16,3-1 0 16,-1 0 0-16,3 1 0 15,1-1 0-15,1 0-1 0,-1 1 1 16,4 0-1-16,-1 0 0 15,3 0 2-15,3-1-2 16,2 0 0-16,1 2 0 16,0-2 0-16,4-1 0 15,0-1 0-15,2 2 1 0,2-2-1 16,-1 0 0-16,7 0 0 16,-1 0 0-16,2 0 0 15,3 0 1-15,0 0-1 16,1-2 0-16,1 0 1 0,-1 1-1 15,0 1 2 1,-1 0-1-16,1 0 1 0,0 1-1 16,4 5 0-16,4-3-1 15,2 2 2-15,6-1-2 16,3-1 0-16,3-2 0 16,3 0 0-16,2-1 1 0,-2 0-1 15,2 0 1-15,0 0-2 16,2 0 1-16,-1 0 1 15,3 0-1-15,-3 0 0 16,1 0 1-16,2 0 1 16,3 0 2-16,-2 0 2 0,1 0-1 15,6 0 1-15,1 0-1 16,3-1-1-16,4-5 2 16,5 2-3-16,4-2 1 15,1-2 1-15,5 1-4 0,1 0 0 16,3-2 0-16,0 3 0 15,4-1-1-15,-5 0 0 16,2-1 0-16,3 1 2 16,-3 1-2-16,1-1 1 15,-2 0 0-15,1-2 2 16,0 2-2-16,1 0 0 0,-2 0 0 16,-3 0 0-16,-1 1 1 15,-3 2 0-15,0-1 0 16,-5 1 1-16,0 2-2 15,-4-1 1-15,0 1 0 16,-4 2 0-16,-2-3 0 0,-4 1 1 16,-3 1 0-16,-5 0 0 15,-6-2 0-15,-3 3 1 16,-8-2 1-16,-7 1 0 16,-7 1 1-16,-9 0 1 15,-6 0-3-15,-4 0-1 0,-6 0-2 16,-4 0-1-16,-2 3 0 15,-3 0 1-15,-5 0-1 16,-4 1 0-16,-2 0-1 16,-5 1-1-16,-7-3-19 15,-4-2-30-15,-4 0-24 16</inkml:trace>
  <inkml:trace contextRef="#ctx0" brushRef="#br0" timeOffset="7453.97">12678 5109 25 0,'2'-9'-2'0,"0"0"4"0,0-1 2 0,0 2 5 16,-2-1-5-16,1 2 2 15,-1 2 2-15,1 0-1 16,-1 1 1-16,1 1 0 15,-1 2 7-15,0 1-7 0,0 0-7 16,1 0-1-16,0 0 0 16,1 0 0-16,2 1 0 15,1 0 1-15,4-1 8 16,4 0 15-16,5 0 6 16,7-11 1-16,6-3-13 15,9-5-6-15,10-3-3 0,7-1-4 16,11-5-3-16,8 2-1 15,8 2-2-15,4 2-3 16,-1-3-50-16,-4 1-48 16</inkml:trace>
  <inkml:trace contextRef="#ctx0" brushRef="#br0" timeOffset="13480.47">24354 6057 66 0,'0'0'-31'0,"0"0"38"0,0 0 12 15,0 0-10-15,0 0 0 0,-17-40 2 16,7 30-2-16,1 3-6 16,-3-2 1-16,4 2-3 15,-2 1 0-15,-1 0-1 16,2 0 0-16,-1 3 0 15,-2-1-2-15,4 0 0 16,1-1 2-16,2 1 0 0,1 0 3 16,2-2 2-16,2 2 4 15,0 1-1-15,0 0-3 16,2 2-2-16,7 0-3 16,4-1-1-16,6 2 3 15,5 0-4-15,1 0 2 0,5 0 3 16,-3 6-4-16,-2 4 7 15,-3 1-4-15,-1 5-2 16,-8 3 0-16,-3 4-1 16,-2 4 1-16,0 4 1 15,-6 4 0-15,-1 4-1 0,-1 1 1 16,0 4 1-16,-1 6-2 16,-9 2 1-16,-5 4 0 15,-5 2-1-15,-6 3 0 16,-3 2 1-16,-7 3 0 15,-4 1 0-15,0 1 1 0,0 2 0 16,6-1 0-16,-1-2 2 16,12-2-2-16,5-5 1 15,11-2-1-15,5-5 1 16,2-8-1-16,9-3 1 16,4-7 3-16,7-5 0 0,-3-5-3 15,0-2 2-15,-1-4-4 16,-3-4 0-16,-4 1 0 15,-1-5-1-15,-5-1 1 16,-3-1-1-16,0 2-2 16,-13 1 3-16,-7 0-2 0,-7 3 1 15,-6 3-2-15,-5 0 3 16,-5 2-1-16,1 3 0 16,1 3 0-16,2 2 1 15,4 2-2-15,0 2 2 16,4 7-1-16,4 2 0 0,2 5 0 15,5 3-1-15,-2 2 2 16,6 1-1-16,2 1 0 16,4 1 1-16,1 2-1 15,4-1 1-15,1 3-1 16,1-1 0-16,3 4 1 0,-4 2 0 16,2 2 1-16,-2 3-2 15,-5 2 0-15,-1 5 0 16,-8 3 1-16,-6 6-1 15,-12 2 0-15,-14 3 0 16,-18 9 0-16,-29 8 0 0,-33 9 0 16,-51 10 0-16,-55 7-5 15,-57 3-151-15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30:46.8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10286 3895 28 0,'0'0'5'0,"0"0"11"0,0 0 2 0,0 0-2 0,0 0 0 16,0 0-6-16,0 0-3 16,0 0-1-16,0 0-2 15,0 0 4-15,0 0-3 0,0 0 2 16,-9-31 4-16,7 31-7 15,2 0-3-15,-2 0-4 16,0 0 3-16,0 0-2 16,2 0 4-16,-1 0-1 0,1 0-1 15,0 3 1-15,0-1-1 16,3 0 2-16,5 1 0 16,-1 0 0-16,3-2-2 15,2 2 3-15,1 1-2 16,-1-2-1-16,3 1 1 15,0-2-1-15,2 3 0 16,5-3 1-16,-1 1-2 0,2-1 3 16,4 1-2-16,0-2 1 15,1 2-1-15,1 0 1 16,1 0-2-16,2-1 1 16,-1-1 2-16,0 3-1 0,3-3-1 15,2 1 4-15,1-1 3 16,4 0-1-16,1 0-1 15,4 0-1-15,0-1-2 16,2-2 0-16,2 0 0 16,-2-1-1-16,0 1 0 0,-2-2-1 15,2 2 1-15,-3 0-1 16,0 0 1-16,4-2-1 16,-3 3 0-16,4-2 1 15,1 0-2-15,2 1 2 16,2-2-1-16,2-1 1 0,2 1 0 15,-1-1-2-15,1 0 3 16,1 2-1-16,2 0 1 16,-2 0 0-16,4 1-2 15,0-1 1-15,0 1-1 16,0-1 0-16,0-1 2 0,-1-2-2 16,1 3 2-16,-3-2-1 15,3 0-1-15,1 2 2 16,3-1-2-16,1 0 1 15,0 1 1-15,4 1 0 16,0 3-1-16,0 0-1 0,-4 0 0 16,3 0 0-16,-5 0 1 15,-2 0-1-15,1 0 0 16,0 0 1-16,3 0-1 16,-4-4 1-16,0-2 2 15,1 2 2-15,-1 0-1 16,-2-2-1-16,-3-1 0 0,-2 4 0 15,-3-1 0-15,-5 0 0 16,2 1 0-16,-5 1-1 16,2 2 0-16,-2-2-1 15,-1 2 0-15,0 0-1 16,-2 0 0-16,-4 0 1 0,-1 0-1 16,-6 0 0-16,-1 0 3 15,-1 0 8-15,-2-2-1 16,-2-1-3-16,-3 2-3 15,0-1 0-15,1 1-1 16,-6 0-1-16,-2-1 0 0,-1 1 0 16,-3-1 3-16,-4 2-3 15,0 0 0-15,-2-1-1 16,-1 1-1-16,-4 0 0 16,0 0 0-16,1 0 0 15,-1 0-2-15,-2 1-6 0,0 7-14 16,-3 1-17-16,-13-1-25 15,-7-7-42-15</inkml:trace>
  <inkml:trace contextRef="#ctx0" brushRef="#br0" timeOffset="4687.76">3851 5424 8 0,'0'-2'8'0,"0"1"3"0,0 0 8 0,0-1-2 0,0 0-4 15,0 2-1-15,0-1-1 16,0-1-7-16,0 1 2 0,0 1-3 15,0 0-2-15,0 0-1 16,0 0-1-16,0 0 1 16,0 0 1-16,0 0-1 15,2 0 0-15,0 0 0 16,1 3 0-16,2 0 0 16,-3 0 0-16,2 1 0 0,-1 2 0 15,1-1 0-15,2 2 0 16,-1-1 1-16,2 4-1 15,-3-3 1-15,3 3-2 16,-1-1 1-16,1-1 0 16,1 2 0-16,0 0 1 15,1-3-1-15,-3-2 0 0,4 0 1 16,-4-1 0-16,1-2-1 16,0-2 2-16,2 2-1 15,-1-2 0-15,1 0-1 16,3 0 1-16,1-4 0 0,0-3 0 15,3-3 0-15,0 0 0 16,4-5 0-16,3-2 0 16,1-3-1-16,5-3 1 15,-1-5 0-15,7-2 1 16,3-4-1-16,4-4 0 16,5-4 1-16,-2 2 1 0,6-2 0 15,-4-2 1-15,4-3-1 16,-3 3 0-16,-2 1 0 15,-1 2-1-15,-5 3 0 16,-4 6-2-16,-5 7 1 0,-6 6-2 16,-8 6 2-16,-3 8-2 15,-7 5-1-15,-7 0-17 16,0 10-29-16</inkml:trace>
  <inkml:trace contextRef="#ctx0" brushRef="#br0" timeOffset="5638.7">3747 5442 15 0,'0'-1'10'0,"0"-1"6"0,0 2-7 0,0 0-1 16,0-1 0-16,0 0-5 16,0 1 2-16,0-1 3 15,0 1-3-15,0 0-2 0,0 0-1 16,0 0-2-16,0 0-1 16,0 0-1-16,0 6 0 15,0 1 3-15,0 2 1 16,0 0-1-16,0 2 0 15,1 0-1-15,4-1 2 16,1 1-2-16,1 0 0 0,1 0 1 16,0 0-1-16,1 0 1 15,-1-2-1-15,4-1 0 16,-1-2 0-16,3-2 1 16,1-1-1-16,5-3 2 0,3 0-2 15,3-10 4-15,6-7 4 16,4-2 0-16,2-6-2 15,0-3 1-15,4-5-1 16,3-1 1-16,1-5-1 16,2 0-2-16,3-2-1 0,0 1-2 15,-1 3 0-15,-6 1-1 16,-1 4 1-16,-9 5-1 16,1 0 0-16,-6 4 0 15,-2 0 0-15,-2 5 0 16,-1-1-1-16,-2 5 0 0,-1 1-7 15,-6 5-8-15,-1 3-4 16,-5 1-14-16</inkml:trace>
  <inkml:trace contextRef="#ctx0" brushRef="#br0" timeOffset="6315.98">3733 5429 3 0,'0'0'11'0,"0"0"-4"0,0 0-1 0,0 0 0 0,9 37-1 16,-7-25 3-16,1 0-3 16,1 1 1-16,-2 1-4 15,2-2-1-15,3-1 0 0,0-1-1 16,0-3 1-16,2-4 1 16,6-3 3-16,3 0 10 15,6-10-3-15,8-6-1 16,8-8-5-16,9-7 1 15,8-6-2-15,9-9 0 16,8-6 0-16,11-6-1 0,4-5 1 16,8-8-1-16,10-2 0 15,4-3-4-15,3-3 0 16,1-4-7-16,-4-8-138 16</inkml:trace>
  <inkml:trace contextRef="#ctx0" brushRef="#br0" timeOffset="9707.7">3952 7951 11 0,'0'0'11'0,"0"0"11"0,0 0-7 0,0 0-13 16,-1 0-1-16,-1 0 1 15,2 0 3-15,-2 0-3 16,2 1-1-16,0 0-1 15,0 2 0-15,0-2 1 0,0 2-1 16,0 1 0-16,0 1 0 16,0 0 1-16,0 0-1 15,0 2 0-15,0 0 0 16,0 1 0-16,2 0 2 16,1 1 0-16,4 3 3 0,-3-2-2 15,1 1 0-15,1-1-1 16,-1 0 1-16,4-2-2 15,-3-2 1-15,3-2-2 16,-3-1 2-16,6-3-1 16,1 0 10-16,3 0-2 15,4-10 0-15,5-4-1 0,4-6-4 16,4-4 1-16,3-7-4 16,5-3 1-16,3-5-1 15,0-2 0-15,6 0 3 16,-2-2 3-16,0 2-2 0,0 1 1 15,-2 1-4-15,-1 0 0 16,-5 5-1-16,0 3-1 16,-4 3 0-16,0 6 1 15,-7 5-2-15,-9 6 1 16,-4 8-12-16,-12 3-35 16,-4 0-72-16</inkml:trace>
  <inkml:trace contextRef="#ctx0" brushRef="#br0" timeOffset="10522.09">3847 7981 29 0,'0'0'4'0,"0"0"-4"0,0 0 1 0,0 0-2 15,0 0 2-15,0 0 2 0,0 0-2 16,0 0 1-16,0 0 5 16,0 0-3-16,0 0-1 15,0 0 1-15,0 0 2 16,16 29 1-16,-14-19-2 15,2 1-2-15,1-2 0 16,1-1-1-16,1 1 1 0,2-1-1 16,2-1 1-16,0 0 1 15,3-1-1-15,1-2-2 16,1-1 1-16,-1 0-1 16,4-2 0-16,3-1-1 0,2 0 3 15,1-10 1-15,4-5 0 16,4-5 1-16,1-6-1 15,5-5 1-15,0-4 2 16,6-4 1-16,2-2-2 16,0-3 2-16,4 1-1 15,-1-2-2-15,-1-2-2 0,2 0 0 16,1 0-2-16,-1 2 0 16,0 1 0-16,-4 4 0 15,-4 6-1-15,-5 9 0 16,-7 6 0-16,-6 9 0 0,-8 9 0 15,-7 1-12 1,-10 3-39-16,0 9-60 0</inkml:trace>
  <inkml:trace contextRef="#ctx0" brushRef="#br0" timeOffset="11141.16">3874 8052 1 0,'0'0'3'0,"0"0"12"0,0 0 1 0,0 0-3 16,0 0 1-16,0 0-3 0,0 0-5 16,0 0-1-16,0 0 0 15,0 0-4-15,0 0-1 16,0 0 0-16,-31 19 1 16,31-11 0-16,-1 2 2 15,1 0-2-15,0 0 2 16,0 0-2-16,5-1 0 0,4-1 2 15,4-2-1-15,1-3-1 16,8-3 5-16,5-2 6 16,7-12 0-16,7-6-2 15,9-10 3-15,6-7-2 16,4-10 0-16,7-5 3 0,3-6 2 16,1-3 3-16,3 1-7 15,-5 2 0-15,0 1-5 16,-4 6-3-16,-5 5-3 15,-2 8-1-15,-6 5 0 16,-8 5-22-16,-14 2-104 0</inkml:trace>
  <inkml:trace contextRef="#ctx0" brushRef="#br0" timeOffset="19359.05">14503 6010 31 0,'0'0'6'0,"0"0"7"0,0 0-2 0,0 0-3 15,0 0-3-15,0 0 2 0,0 0 1 16,0 0 0-16,0 0-4 16,0 0-3-16,0 0 0 15,-10-6 0-15,10 6-1 16,0-1 0-16,0 1 2 15,0-3 2-15,-1 2 7 0,-1-1 7 16,2-2 6-16,0 4-12 16,-2-2-7-16,2 1-2 15,0 0-3-15,-3 0 1 16,1-1-1-16,-1 0-1 16,-1 0 1-16,0-1 1 15,-4 0-2-15,1 0 1 16,-2 3 1-16,-2 0-1 0,1 0 0 15,1 0 0-15,-2 0-1 16,1 0 2-16,0 3-2 16,-3 1 2-16,1 0 0 15,-1 1 3-15,0-1 5 0,-1 0 1 16,1 2-1-16,-1-2 0 16,2 3-4-16,1-1-5 15,-2 1 0-15,3 2 1 16,-2-1-1-16,1 2 0 0,0 1 2 15,-3 1-1 1,1-1 3-16,-3 3 0 0,3-1 2 16,-3 3-3-16,1-2-2 15,1 0 0-15,-1 2 0 16,1-2 0-16,3 2 0 16,0 1 0-16,-2-3-1 15,3 2 1-15,0-1 1 0,0 2-1 16,-1 2 1-16,2 2-2 15,0 2 2-15,0 1-1 16,3 1 0-16,-2 1-1 16,2 1 0-16,2-1 1 0,0-2 0 15,3 0-1-15,-1-1 0 16,0-1 0-16,2 0 0 16,0-1 1-16,0 1-1 15,0 1 1-15,0-2-1 16,2 2 0-16,3 0 2 0,-1 3-2 15,3-2 1-15,-1 3-1 16,1-3 0-16,0 1 0 16,1-2 0-16,0 3 0 15,0-4 1-15,2 1-2 16,1-3 1-16,0 1 0 0,0-2 0 16,2-1 1-16,0 1-1 15,1-3 0-15,0 0 0 16,0 0 1-16,-1 0-1 15,1-2 1-15,-3 3-1 16,1-3 0-16,-2-2 0 0,-1 1 1 16,2-3-1-16,0-1-2 15,2 1 0-15,3-3 3 16,-1 1-1-16,2-2 3 16,0-1-2-16,1-1 0 15,-3-1 0-15,0-3-1 0,0 0 1 16,1 0 0-16,-1 0 1 15,3 0 2-15,-1 0-1 16,4-3 1-16,0-3-4 16,2-1 4-16,0 0-3 15,0 0 0-15,1-3 0 16,-4 3 0-16,2-2-1 0,-3 3 0 16,-2-3 1-16,3 3-1 15,-4-2 0-15,3-1 0 16,2 1-4-16,1-1 9 15,-1-1-4-15,3 3-1 16,-2-2 1-16,0 0 0 0,1 1-1 16,-2 0 0-16,-2-1 0 15,-1 1 0-15,-4-1 1 16,1-1-1-16,-4 0 1 16,1-2 0-16,-3-1 1 0,2 0 0 15,0-3 1-15,0-1-1 16,2-1-1-16,-1-3-1 15,3 1 0-15,-1-3 1 16,-1 0-2-16,-1-1 1 16,-3 3 0-16,1-2 1 15,-5 3-1-15,2-1 0 0,-3-2 0 16,-2 2 1-16,1-5-1 16,-1 2 1-16,0-3-1 15,-2-4 1-15,0 0-1 16,0-6 3-16,0-1-6 15,-7-4 6-15,1-2-3 0,-5 1 0 16,0 0 0-16,-4 0 0 16,0 3 0-16,-6 2 0 15,0 1-5-15,-3 4 3 16,-2 3 6-16,-2 5-4 16,-1 4-1-16,-1 8 0 15,-1 4-3-15,2 9-14 0,0 2-29 16,6 8-39-16</inkml:trace>
  <inkml:trace contextRef="#ctx0" brushRef="#br0" timeOffset="21207.59">16089 6004 66 0,'-6'-5'4'0,"-1"-1"3"0,2 2 6 16,0-2 3-16,-1 2-7 15,2-2 0-15,-2 3 2 16,2-1-1-16,-1 1-6 16,1 0 4-16,0 0-3 15,1 2-4-15,-5 0-1 0,2 1 0 16,-2 0 0-16,-1-2 0 15,-3 2 2-15,1 0-2 16,-2 0 5-16,0 0 2 16,1 0 2-16,-1 0-4 15,0 0-3-15,-2 3-2 0,1 4 2 16,-4 2-2-16,2 3 0 16,-3 1 0-16,-1 3 0 15,3 0 0-15,-5 2 0 16,6 2 1-16,-2 1-1 15,1 0 0-15,1 1 0 16,1-1 0-16,-1 0 0 0,2 1 0 16,-2 0 0-16,-2 0 2 15,1-1-4-15,1 3 4 16,3 0-2-16,1 3 0 16,1-1 0-16,4 1 1 15,1 0-1-15,0-1 1 0,3 3-1 16,-2-3 0-16,1 2 1 15,0 0-1-15,3 0 1 16,-1 1-1-16,2-3 1 16,0 5 0-16,0 0 0 15,0 1-1-15,0 2 1 0,0-2-1 16,3 0 2-16,3-2-2 16,2-1 1-16,0-2 1 15,1 0 1-15,2-3 1 16,2 1 0-16,-2-3-1 15,3 1 1-15,-1-4-1 0,3-1 2 16,-3-1 1-16,0-1 1 16,3-5-3-16,-2 2 3 15,2-5-3-15,2-1-1 16,-1-1 5-16,2-3-4 16,0-2-1-16,2-1 2 0,-1 0-3 15,1 0 1-15,2 0-2 16,0-4 2-16,1 0-2 15,0-2 0-15,-2 0 1 16,3 1-1-16,-2-2 0 16,-5 1 0-16,4 0-1 0,-3 1 1 15,-1-1-2-15,1-1 2 16,-2 1-1-16,4-2 0 16,-2-1 0-16,0-1 1 15,3 3 0-15,-3-4-1 16,0 2 0-16,-2-2 0 15,-2 1 0-15,1-3 1 0,-2 0 0 16,5-1-1-16,-6 0 0 16,5-3 1-16,-2-1-1 15,0-1 0-15,0 0 0 16,-2-3 0-16,-2 1 1 0,-1-1-1 16,-2 0 0-16,-2-1 1 15,-1 1 2-15,2-2 3 16,2-1-2-16,-4 0-3 15,2 0 3-15,1 1-4 16,-2 0 0-16,1-2 0 0,-5 2 0 16,0-3 1-16,-2 3-1 15,-1-2 0-15,0 1 0 16,0 0 1-16,-1 1 0 16,-2 2 0-16,0 0-1 15,-1 1 1-15,1-2-1 16,0 1 0-16,2 0 1 0,-1 1-1 15,-3 0 1-15,0 1 0 16,1 0 0-16,-2 1 1 16,1 1-1-16,-3-1-1 15,0 1-1-15,1 1 2 16,-1 0 2-16,0 1 3 0,-2 1-4 16,3 1 0-16,-2 1 0 15,1 1 1-15,-1 1 0 16,0 2-3-16,2 1 0 15,-4-2 0-15,2 2 0 16,0-1 0-16,-5 2 0 0,1-1 0 16,-1-1 0-16,-3 3 0 15,-1 0 1-15,2 2-1 16,0-1-1-16,1 2 3 16,-3 0-2-16,3 0 0 15,0 3-1-15,1-3 1 0,0 3 0 16,-1 0-1-16,0-1 2 15,3 1-1-15,-1 0-1 16,2 0 1-16,3 0 1 16,-2 0-2-16,4 2 1 15,-3 5 0-15,3 2-11 16,-2 3-18-16,0 1-14 0,1-1-13 16,-1-4-44-16</inkml:trace>
  <inkml:trace contextRef="#ctx0" brushRef="#br0" timeOffset="21913.96">15425 7378 87 0,'0'1'7'0,"0"-1"-6"0,0 3 7 15,0-2 9-15,8 2-3 16,1-1-1-16,3-2 2 0,3 1 5 15,5-1-6-15,3 0 0 16,8 0-1-16,2-4-5 16,3-3-3-16,1-3-1 15,3 3-2-15,0-3-1 16,0 0 0-16,-1 0 2 0,2 0-2 16,-3 0 0-16,-1 1 1 15,-1-2-1-15,-4 4 0 16,-3 1 0-16,-2 2-1 15,-5 0 0-15,-7 4 0 16,-3 0 0-16,-5 0-2 0,-5 1-23 16,-2 6-37-16,-3 1-1 15</inkml:trace>
  <inkml:trace contextRef="#ctx0" brushRef="#br0" timeOffset="22225.06">15672 7525 113 0,'0'0'0'0,"0"0"2"16,0 0 6-16,48 2 2 15,-29-4 1-15,6-3-2 16,2-4 5-16,4-1 6 0,1-1-4 16,5-2 2-16,1 1-7 15,5-1-3-15,-5 0 1 16,2 2-4-16,1 0-1 16,-1 3-1-16,1-1-3 15,0 4 0-15,-2-4-21 0,-8-5-83 16</inkml:trace>
  <inkml:trace contextRef="#ctx0" brushRef="#br0" timeOffset="27144.75">15987 7270 119 0,'0'0'5'0,"0"0"18"0,0 0-13 0,0 0 3 0,0 0-8 16,0 0 8-16,0 0 0 16,0 0 1-16,0 0-6 15,0 0-3-15,0 0-4 16,0 0-1-16,0 0-2 15,0-20 2-15,0 27 1 0,3 3 0 16,1 3 1-16,3 1 1 16,-3 0-3-16,0 3 1 15,1 0-4-15,-1 3 5 16,-1 0-1-16,4 1-1 0,-5 1 1 16,0 2-1-16,1 1 1 15,-1 5 0-15,0 0 0 16,0 3-1-16,-2-1 1 15,2 1 0-15,-1 1-1 16,1-3 0-16,-1-1 1 16,1-3-1-16,1 0 1 0,-1-1-1 15,0-1 2-15,-2-1 1 16,0-3-2-16,0 1 0 16,0-4 0-16,0-2 0 15,0-2 0-15,0-2 0 16,0-2-1-16,0-2 0 0,0-1 0 15,0-1 0-15,0-1-2 16,0-2-32-16,0 0-61 16</inkml:trace>
  <inkml:trace contextRef="#ctx0" brushRef="#br0" timeOffset="27802.61">15899 7967 33 0,'0'0'33'0,"0"0"-2"0,0 0-2 0,0 0-1 16,0 0-3-16,0 0-6 16,0 0-12-16,0 0-4 15,0 0 1-15,0 0-3 16,0 0-1-16,0 0 1 16,21 14 0-16,-16-9 0 0,3 2-1 15,2 0 0-15,-4 0 0 16,3 1 1-16,0 2-2 15,0-1 2-15,0-1-1 16,-1-1 0-16,2-2 1 16,-1 2-1-16,-3-3 1 0,1 2-1 15,1-2 2-15,-2-2-1 16,-1-2 1-16,1 0 1 16,0 0 1-16,-2 0 5 15,-1 0 2-15,2-2-3 16,-2-4 1-16,1-3-5 15,0-3 1-15,2-3 0 0,1-4 3 16,2-5-1-16,5-6-3 16,8-4-3-16,7-7-1 15,5-13-7-15,11-11-114 16</inkml:trace>
  <inkml:trace contextRef="#ctx0" brushRef="#br0" timeOffset="50251.9">5272 14118 70 0,'-13'7'0'0,"-1"-4"0"0,0 3 0 0,0 1 1 16,-2-1-1-16,1 0 1 16,-1 1-1-16,3-2 1 15,-1 1 0-15,1 2-1 16,-3 0 0-16,3 0 1 16,-1 3 0-16,3 1 0 15,0-1 0-15,0 0 0 0,4 0-1 16,-1 1 0-16,3-2 2 15,-3 3-2-15,4-1 1 16,0 3-1-16,-2-2 0 16,3 0 1-16,-1 1-1 0,-2 1 1 15,2 1 0-15,0 0 1 16,-3 2 1-16,1 2 1 16,-1 1 1-16,0 2-2 15,1 1-1-15,1-1 0 16,1 1 0-16,0-1-1 0,2-2 0 15,1 2 0-15,1-2 1 16,0 3-1-16,0 0 0 16,0 0 1-16,5-1 0 15,-1-2-1-15,3-2 0 16,1 0 1-16,4-1-1 0,-3-1 1 16,3 0-2-16,2-1 0 15,0-2 1-15,4 0 0 16,-3-1 1-16,3-3 1 15,0-2 2-15,2 2 1 16,1-1-3-16,1-2 1 16,0 3-3-16,1-2-1 15,1 2 1-15,-1 2 0 0,-1-2-1 16,4 1 1-16,-1 0-1 16,0 1 0-16,4-4 0 15,0 0 0-15,0-2-1 16,2-1 4-16,1-3-1 0,1 0 2 15,-2-2 1-15,1 0 0 16,-1 0-2-16,-2 0-1 16,2 0 0-16,-1 0 0 15,3 0-1-15,0 0-1 16,3-2 1-16,-2-1-1 0,5 2 0 16,0-2 1-16,-1-3-1 15,0 2 0-15,-1-1 0 16,2-1 1-16,-1-4-1 15,0 3 0-15,4-1 1 16,1-2-1-16,-3 1 0 0,3 2 1 16,-1-2-1-16,2 2 0 15,-1-1 0-15,0 1 0 16,4 0 0-16,-1-1 0 16,1-1-1-16,0 1 1 15,-1 0 0-15,0 1 0 16,1 0 1-16,-5 1-1 0,5 1 0 15,0-1 0-15,1 1 1 16,0-2 0-16,2 3-1 16,2-2 0-16,-2 3 1 15,2-1-1-15,2 1 0 0,-5 2 0 16,4 1 0-16,-3 0 0 16,-2 0 0-16,0 0 0 15,0 0 0-15,2 0 0 16,-2-3 1-16,4 0-1 15,-2-1 0-15,-2-2 0 0,0 2 0 16,-2 0 1-16,0 1-1 16,0 1 2-16,3 0-1 15,-4 2-1-15,4 0 0 16,-4 0 0-16,4 0 0 16,-4 3 0-16,4 1 0 15,1 2 0-15,-2-1 2 0,2 1-2 16,-2-2 0-16,2-1 0 15,0-3 0-15,0 0 0 16,2-3 3-16,0-5 8 16,-1-2-2-16,-2 0-3 15,0 1-2-15,-7 0 3 0,0 3-2 16,-2 0 0-16,0 1-3 16,-1 0-1-16,1 2 0 15,-4 3-1-15,2 0 0 16,-2 0 0-16,-2 0 0 15,-1 0 0-15,0 3 0 16,-2 2 0-16,1 0 0 0,-1-1 1 16,0 3-2-16,1-2 2 15,-1 0-2-15,1 2 2 16,1-1-1-16,3 0 0 16,-2 1 0-16,4 1 0 15,-1-1-1-15,1 2 0 0,-1-1 1 16,-2-2 0-16,-4 1 0 15,-2 1 0-15,-1-2 1 16,-3 0-1-16,0 1 0 16,-2 3 0-16,-1 1 0 0,0 1 0 15,-1 0-1-15,1 1 1 16,1-1 0-16,-3-1 1 16,4-4-1-16,-1-2 0 15,-1 1 0-15,2-2 0 16,1-2 0-16,-3 0 0 15,3-1 0-15,-1-1 0 0,1 0 1 16,0 0-1-16,4 0 0 16,0-4 0-16,0-1 0 15,2-3 0-15,-1 0 1 16,1 0-1-16,0 0 0 16,-2-1 0-16,1 1 0 15,-1-2 0-15,-3 1 0 0,0-1 0 16,-1-1 1-16,-4 1-2 15,3 0 1-15,-7-1 1 16,2 0-1-16,-4-1 0 16,-1 2 0-16,-1-3 0 0,-2 1 1 15,0-1 0-15,-1-3 1 16,0-2 0-16,2-2-2 16,-3-3 0-16,1-2 1 15,0-2-1-15,-1 1 2 16,-1 0-2-16,2 1 0 0,-6 2 0 15,0 3 0-15,-1 1 7 16,-3 3 2-16,0 2-3 16,0 0-1-16,0 1-2 15,-4 0 0-15,-1-3-2 16,-5 0 2-16,0-2 0 0,-3 0-1 16,-2-2-2-16,-1-1 2 15,-1-1-1-15,0 1-2 16,-4 1 1-16,1 3 0 15,0-1 0-15,0 1 3 16,-4 2-3-16,0 4 0 0,1-1 0 16,-2 1 0-16,-2 4 1 15,0-2-2-15,0 2 0 16,-2-1 3-16,2-2-1 16,-2 0-1-16,-4-3 2 15,1 2-2-15,-3-2 1 16,-3 0 0-16,0 1-1 0,-5 2 1 15,3 1 0-15,0 3 1 16,-3 1-2-16,1 3 0 16,2 2 0-16,-3 0 0 15,3 0 0-15,-2 0 0 0,-1 0 0 16,-3 0 0-16,0 0 1 16,0 0-1-16,-3 0 0 15,4 0 0-15,-5-1 0 16,4-3 0-16,-1 0 0 0,-1 0 0 15,4 0 0-15,0 0 1 16,1 1 0-16,3 0 0 16,0 0 0-16,-1 2-1 15,-1-2 0-15,-4 3 0 16,0-2 0-16,-5 0 0 16,0-1 0-16,-1 2 1 0,0-1-1 15,1-1 0-15,2 2-1 16,-2 1 1-16,4 0 0 15,-3 0 0-15,0 0 0 16,0 0 1-16,-4 0-1 16,-2 0-1-16,1 0 1 0,-1 1 0 15,-4 2 0-15,2-1 0 16,1-1-1-16,-1-1 2 16,0 2-1-16,-2-1-1 15,4 1 2-15,-4 0-2 16,2 4 2-16,-2-2-2 15,1 0 1-15,-1 2-1 0,0-1-1 16,-1 0 1-16,1 1-1 16,1-1 2-16,1 0 0 15,-2 2 1-15,1-3-2 16,1 3 0-16,-1 1-2 0,-1 0-3 16,1 0 4-16,-1-1 1 15,4 1 0-15,-2-1 1 16,4 1 0-16,5-2 0 15,-3 0-1-15,6-1-5 16,-3 2 1-16,3-1-5 0,2-2 4 16,0 1-1-16,1-1 9 15,1-2-2-15,-1 0 0 16,1-2-2-16,1 0 6 16,-2 0-4-16,1 0 1 15,0 0-1-15,-1-4 0 16,1 2-1-16,-1-1 2 0,1-1-1 15,-4 3-3-15,-2-2 6 16,-1 3 0-16,0 0 0 16,-5 0 0-16,2 0-2 15,-1 4 2-15,-5 5 0 16,2 2-3-16,0 0 0 0,-2 5 1 16,7 0-2-16,-1-1 1 15,7 3-1-15,3-2-7 16,2-1-13-16,4 1-23 15,3-7-28-15,2-3-28 16</inkml:trace>
  <inkml:trace contextRef="#ctx0" brushRef="#br0" timeOffset="51406.14">17904 14384 108 0,'5'0'19'0,"-2"-1"15"0,-1-4-3 15,-1 2-8-15,1-1-4 0,-1 1-9 16,-1 1 2-16,0 0 1 15,0 1 2-15,0 1-2 16,0-2-5-16,0 2-2 16,0 0-5-16,0 0 2 15,0 4-2-15,0-1-1 16,0 0 1-16,1 1-2 0,5-4-2 16,2 0 2-16,5-7 9 15,3-10 6-15,7-3-6 16,7-8-2-16,7-4-3 15,7-3-3-15,8-3-1 16,7 0-8-16,9-2-27 0,4-3-35 16,4-5-64-16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31:54.8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7037 6352 27 0,'-2'2'4'0,"2"-2"-2"0,0 2-4 0,0-1 7 16,0-1-1-16,1 0 8 15,6 0 0-15,-1 0 0 16,5 0-2-16,1 0-5 16,1 0-2-16,1 0-1 0,3 0 1 15,2 0-1-15,3-3 0 16,0-3 1-16,5-1 0 15,4-3 1-15,-1 0 0 16,5 0 2-16,-1-1-3 0,4 0 0 16,-4 0 1-16,1 3-2 15,-3-2 1-15,-2 4-1 16,-4 2 0-16,-3 1 2 16,-2 0 0-16,-3 2 0 15,-7 1-5-15,-4 0-17 16,-1 0-13-16,-6 0-47 0</inkml:trace>
  <inkml:trace contextRef="#ctx0" brushRef="#br0" timeOffset="291.72">7048 6513 54 0,'0'0'0'15,"0"0"2"-15,0 0-2 16,0 0 1-16,0 0-5 16,0 0 13-16,0 0 12 15,40 17-2-15,-11-27-4 0,6-4-3 16,10-3 5-16,4-2-5 15,9-1-5-15,3 2-4 16,6 1 3-16,5-3-1 16,1 0-48-16</inkml:trace>
  <inkml:trace contextRef="#ctx0" brushRef="#br0" timeOffset="1301.66">7908 6328 77 0,'0'0'6'0,"0"0"-1"0,0 0-7 15,0 0-1-15,0 0 1 0,0 0 5 16,0 0 10-16,0 0-1 16,44 2-6-16,-24-2 2 15,5-2-5-15,3-1-1 16,2-1 0-16,4 1 2 15,1-2-2-15,4-1 0 0,5-1 1 16,5 0 2-16,1 0 1 16,4-2-14-16,-2-1-39 15</inkml:trace>
  <inkml:trace contextRef="#ctx0" brushRef="#br0" timeOffset="1820.73">8808 6294 119 0,'0'0'3'0,"0"0"-6"0,0 0-1 0,61 2 4 0,-14-3 5 15,14-6 0-15,12-3-5 16,12-4-51-16</inkml:trace>
  <inkml:trace contextRef="#ctx0" brushRef="#br0" timeOffset="3658.17">10601 5313 56 0,'0'0'8'0,"0"0"-6"0,-5-37 6 0,3 24 1 16,0 0-3-16,-2 2 4 16,0 0-5-16,-1-1 4 15,-3 1 1-15,2 2-8 16,-2 0 1-16,1 1-1 0,-3 0-2 16,1 1 2-16,1 1-1 15,-1 0 0-15,-1 2 0 16,2-2 2-16,-3 1 0 15,-1 2-2-15,0-3 1 16,-2 3 0-16,-1-1 0 16,0 1 0-16,-2 2-1 0,-2-2 0 15,0 3 1-15,-1 0-2 16,-3 0 1-16,1 0-2 16,2 7 1-16,-4 0 0 15,5 2 0-15,-3-1 1 16,2 2-2-16,-3 3 1 0,0 1 0 15,0 0-2-15,-4 3-1 16,0 2 3-16,0-1-3 16,0 3 1-16,3 0 3 15,2 0-4-15,3-2 3 16,0-1 0-16,5 0 0 0,3-1 0 16,-1 2 0-16,3-2-1 15,3 1 1-15,-2 2 0 16,0 0 0-16,0 1 1 15,3 2-2-15,-3 0 1 16,3 1 0-16,-2 0-1 0,2 2 1 16,-1 0-1-16,-1 1 0 15,1 0 1-15,-2 1-1 16,-2 0 0-16,3-2 1 16,-3-1-1-16,2-1 0 15,1-1 1-15,1-2 0 0,2-1-1 16,2 1 0-16,2 1-1 15,0 0 2-15,0 1 0 16,0 1 0-16,0 3 0 16,6 0 0-16,0 0 2 15,3-4-1-15,1 1-1 0,2 0 1 16,0-4-1-16,2 1 1 16,-1-1-1-16,1-1 0 15,-1-1-1-15,2 2 2 16,-2-4-3-16,1-1 1 15,2 2-2-15,2-1 2 0,-1-1 1 16,2 0 0-16,2-1-1 16,0 0 6-16,1 3-4 15,-1-2 0-15,2-1 2 16,0 1-1-16,-4-3-2 16,2-1-3-16,0-1 3 15,3-1 1-15,-2-2 1 0,0-2 0 16,1-2 2-16,-1 1-2 15,0-3 1-15,1-1-2 16,-2 0 2-16,3-1 2 16,-2-6 2-16,3-1 2 15,0-5-4-15,2 3-1 0,1-5-1 16,-1 0-2-16,-1 0 0 16,1-2 1-16,2-2 3 15,-2 1 0-15,1-1 3 16,-2-1-1-16,1 0-1 0,-3-1-2 15,-1 1-1-15,-3-1 2 16,-2-2-1-16,-1 0 3 16,-4-5 9-16,-1-5-5 15,-1-2 0-15,1-6-3 16,-5-5-5-16,1-2 0 16,-6-2 1-16,-1-4 0 0,-1-4 0 15,-3 1-2-15,-12-1 0 16,-5 3 1-16,-3 1-3 15,-8 10-1-15,-5 8-2 16,-6 6-29-16,-10 6-91 16</inkml:trace>
  <inkml:trace contextRef="#ctx0" brushRef="#br0" timeOffset="5481.53">10717 7097 75 0,'2'-9'1'0,"-1"1"0"0,-1-1-1 0,0 3 1 15,0-1-1-15,0 2-2 16,-3-1 3-16,-1 2 3 15,-3-3 1-15,1 2 3 0,-2-2-2 16,2 1 2-16,-1 1-3 16,-1-1-2-16,0 0 0 15,-2-1-2-15,1-1 0 16,-3 1-1-16,1 0 1 16,0-2-1-16,-2 2 0 0,0-3 0 15,0 3 1-15,0 0-1 16,0-3 1-16,-2 4 0 15,1 0 0-15,-1 2-3 16,1-3 7-16,-4 4-2 16,0 0-2-16,0 1 0 0,0 0 0 15,-3 2 0-15,0-1 1 16,-2 1 1-16,1 0 0 16,0 0-1-16,-4 0-1 15,1 5-1-15,-2 4 0 16,2-2 1-16,-1 4-1 0,1-2 0 15,2 1 1-15,-2 1-2 16,4 2 0-16,-1-1 0 16,1 3-1-16,-2 2 0 15,4 2 2-15,-2 0-1 16,4 3 1-16,-4 2 0 0,4 2 0 16,3 2 0-16,0-1 0 15,3 2 0-15,0 0-1 16,0-2 1-16,2 2 0 15,-1-1 0-15,2-1 0 16,-1 0 0-16,0 0 0 0,3 0 0 16,-3-2 0-16,4 2 0 15,3-1 0-15,0-1 0 16,0 1 0-16,2-2 0 16,0 3-1-16,2-4 3 15,4 2-2-15,2 0 1 16,-2 1 1-16,3 0-1 0,-2 0 0 15,4-1 0-15,-2 1 0 16,1 1-1-16,1-2 1 16,1-2-1-16,-3 1 0 15,3 0 0-15,-2-1 0 16,2 1 0-16,1-3 0 0,1 1 1 16,2 1 0-16,3-3 0 15,-3-1 0-15,2-1 0 16,4-1 0-16,-3-2-1 15,3-1 2-15,-2-1-1 16,6-2 3-16,1-2 0 0,0-2 1 16,1 0-1-16,1-3-1 15,2-1 1-15,2-1 2 16,-2-2 4-16,3 0-5 16,-1-2 3-16,-3-3-3 15,0-4 0-15,-2 2-2 0,-1-2-1 16,1-2 0-16,-1 1 1 15,1-1-3-15,2-2 1 16,-1 2 1-16,0-2 0 16,0 0-1-16,0-1 1 15,-2 0-1-15,-2-3 1 0,-3-2 1 16,0 1 4-16,-3-3-2 16,-2-2 0-16,-1 0-1 15,-3-2 0-15,-1-1 2 16,-2-1-3-16,1-2-1 15,-3 2-1-15,-1-4 1 16,1 3-1-16,-3-2-1 0,1-1 1 16,-3 1-1-16,-1-3 0 15,-2 0 2-15,0 1-2 16,-2-2 0-16,-8 0 0 16,-3 2 0-16,-1 0 0 15,-1 1 0-15,-3 1 0 0,1-3 1 16,-1 0 0-16,2-3 0 15,0 1 1-15,-4-5 0 16,2 1 0-16,-5-2 2 16,-1 2-2-16,-3 2 1 0,-6 3-1 15,-3 3-1-15,-6 4-1 16,-8 7-1-16,-13 10-2 16,-12 10-5-16,-16 0-42 15,-21 12-53-15</inkml:trace>
  <inkml:trace contextRef="#ctx0" brushRef="#br0" timeOffset="16265.85">12724 4806 45 0,'0'-6'17'0,"0"2"-7"0,0-1 4 0,-2 0-5 0,-2 0-1 15,1 1-2-15,1 2-1 16,0 0 1-16,-3-1-5 16,1 1 1-16,1 1-3 0,-3 0 1 15,1-2 6-15,1 3-4 16,-3-3 2-16,1 2-2 16,-5-2 0-16,0 0 1 0,-3 2 2 15,0 1-2-15,-1-2-2 16,0 2 0-16,0 0 0 15,0 0 0-15,-1 0 0 16,1 0-1-16,-2 3 1 16,1 1-2-16,-1 1 2 0,0-1-2 15,-1 0 0-15,1 2-1 16,0-2 6-16,0 2-4 16,-2-1 2-16,2 1 0 15,1 0 0-15,-2 1-2 16,-3 0 0-16,2 3 0 15,-4-1 2-15,2 2-3 0,-2 0 1 16,2 2 3-16,4 1-3 16,1-1 0-16,1 3 0 15,3-1-2-15,0 2 2 16,1-1-1-16,1 1 1 0,-1 1 0 16,-1 1 0-16,0 1 0 15,-1-2 0-15,1-1-1 16,3 3-1-16,-2-3 2 15,-1 3 1-15,1-1-1 16,-2 2 0-16,0 0-1 16,2 0 2-16,1 1-2 0,-1 3 1 15,2-2-1-15,2 1-3 16,0-1 7-16,3-2-5 16,2-2 2-16,2-1-2 15,0-1 2-15,0-1 0 16,0-2-2-16,0 0 2 0,4-1 0 15,0 1-1-15,1-1 2 16,1 1 0-16,0 0 0 16,0 1-2-16,1-1 1 15,0 1 0-15,4 1-1 16,0-2 3-16,-2 2-1 0,4 1 0 16,-1 0-1-16,1-3 2 15,0 2-2-15,-2-2 0 16,1 2 1-16,1-3-1 15,-1-1 1-15,-1 0-1 16,2 0 0-16,3-2 2 0,1-1 0 16,1-2 0-16,1 2 0 15,2-1 2-15,0-3-3 16,1 0 2-16,0-1-2 16,-1 2 1-16,1-2 0 15,-4 0 0-15,4 1-2 0,-2 0 1 16,3 1-1-16,-3-2 1 15,4 1 0-15,1-1 0 16,2-1-2-16,0 0 1 16,1-2 3-16,1 0 1 15,-2-1 2-15,-2 0-1 0,2 0-2 16,-2 0 1-16,0-5-2 16,0 0 1-16,2-2 0 15,0-1 1-15,0-1-2 16,3-1 0-16,0-1 1 15,2-1-1-15,-3-3-1 16,0 1 1-16,-2-2 0 0,0-1 1 16,-5 0 1-16,0 0 1 15,-3 0-1-15,0 1-1 16,-1-1-1-16,-4 2-1 16,0-1 0-16,-2 2 1 15,2-3 1-15,-3 0 3 0,-2-3 2 16,4 1-3-16,-1-2 0 15,2-3-3-15,-2-1-1 16,-1-4 1-16,3-1-1 16,-8-4 0-16,1-6 1 15,-7-1 0-15,0-3 8 0,-5 0-2 16,-11-3 0-16,-10 0-3 16,-7 2-4-16,-8 2 1 15,-5 5-1-15,-10 7 1 16,-6 10-3-16,-5 10-16 15,-10 2-57-15,-10 0-85 16</inkml:trace>
  <inkml:trace contextRef="#ctx0" brushRef="#br0" timeOffset="17737.13">11513 6648 31 0,'0'0'9'0,"0"0"2"0,0 0 0 15,0 0-1-15,0 0 2 0,0 0-2 16,0 0-4-16,0 0 3 16,0 0-4-16,0 0-4 15,0 0-1-15,0 0 0 16,0-3 1-16,4 3-2 0,1 0 1 15,1 0 0-15,-2 0 0 16,4 0 0-16,-2 0 1 16,3 0 0-16,1 1-1 15,2-1 2-15,5 1-2 16,0 0 0-16,4-1 0 16,6 0 1-16,1 0 0 0,4 0 1 15,4 0 0-15,-1 0 0 16,3 0 0-16,-4-1-1 15,4 0 1-15,-6 0-2 16,3-3 1-16,-2 2 0 16,1 1 0-16,0-1-1 0,3 1 1 15,-1-1-1-15,3 0 2 16,0 0-1-16,-1 2 0 16,2-1 0-16,1 0 2 15,-5-1-1-15,2 1-1 16,-1-1 0-16,-4-2 0 0,2 3-1 15,-7-4 1-15,1 1 1 16,-4-2 4-16,-3 2 1 16,-1-1-4-16,-6 1 0 15,-1 3-1-15,-3-3-1 16,-6 2 1-16,1 1-1 0,-2 1-3 16,-2 0-20-16,-2 0-12 15,0 0-15-15</inkml:trace>
  <inkml:trace contextRef="#ctx0" brushRef="#br0" timeOffset="18244.86">12632 6389 81 0,'0'0'11'0,"0"0"-8"15,0 0-6-15,0 0-4 0,0 0-17 16,0 0-37-16</inkml:trace>
  <inkml:trace contextRef="#ctx0" brushRef="#br0" timeOffset="19226.9">13189 6558 23 0,'0'0'23'0,"0"0"-3"0,0 0-5 16,0 0-8-16,0 0 2 15,0 0-10-15,0 0-4 0,0 0 6 16,0 0 2-16,0 0-3 15,0 0-3-15,0 0 2 16,2 3 1-16,4-3 0 16,6 0 5-16,1 0-2 15,4 0-3-15,7 0 1 16,1 0 0-16,4 0 0 0,2 0 1 16,2-4 1-16,3 0-1 15,0-2 2-15,-2 0 2 16,3 1-3-16,-2 0 0 15,2 1-1-15,-4 0-1 16,-1 1 0-16,-1 0-1 0,-4 0 0 16,-5 2 1-16,-2-2 1 15,-5 3 0-15,-2-1-1 16,-5-1 1-16,-4 2 0 16,-1 0-4-16,-3 0-21 15,0-1-16-15</inkml:trace>
  <inkml:trace contextRef="#ctx0" brushRef="#br0" timeOffset="20799.75">13238 6597 33 0,'0'0'2'0,"46"0"5"0,-16 0 7 0,4-3-3 16,-2 0 0-16,1 0-2 16,1-3-1-16,1 2-4 15,3 0 1-15,-4-2 0 0,6 3-1 16,-2-2 0-16,-2 2 2 16,1-1-3-16,-6-1-1 15,-1 1-2-15,-4 0 1 16,-2-1 2-16,-5 0 2 15,1-1 3-15,-4 0-2 0,-3 1 1 16,-2-2-2-16,-1-2 2 16,-3 2-1-16,1 0 4 15,-3-3 0-15,-1 0-2 16,1-1 0-16,-3-1-5 0,-2 0 0 16,2-1 0-16,-2-3-2 15,1 0 0-15,1-1-1 16,-1-1 0-16,0 1 1 15,-1-1-1-15,0-1 1 16,0 3-1-16,0-1 0 16,0 3-1-16,0 0 1 0,-4-2 1 15,1 2 2-15,1 0 1 16,-2 0-1-16,2-2-2 16,-1 2 0-16,2-3 0 15,-1 0-1-15,-3 0 0 16,0-2 1-16,0 1-3 0,-4 1-1 15,0 0 3-15,0 1 0 16,-3 4 4-16,-1 0-4 16,0-1 5-16,0 2-5 15,0-2 0-15,0 3 2 16,1-1 0-16,-2 1-2 0,2-1 0 16,-1 1 0-16,0-2 1 15,0 2-1-15,-1-1 1 16,1 2-1-16,-5-2-2 15,1 1-2-15,-2 0 3 16,0 2-2-16,0-1 7 0,-2 2-2 16,3 1 0-16,1-1 0 15,2 2-3-15,-1 0 1 16,3 2-3-16,-1-1 2 16,1 4-1-16,1-3 4 15,1 3-1-15,-1 0-1 0,-2 0-1 16,1 0 0-16,-3 0 1 15,2 3-1-15,-2 3 0 16,1 2 1-16,-4-1 0 16,2-1 0-16,1 0-6 15,-1-2 11-15,-2 2-4 0,1-1-1 16,-1 0 1-16,0-1-2 16,2 3 0-16,1 0 2 15,-4-1-1-15,4 0 1 16,-1 2-1-16,3 1-1 15,-2 1 0-15,1 1 2 0,-1 0-2 16,1-1 2-16,0 2-2 16,2-1 1-16,1 2-2 15,2-2 1-15,-1 0 2 16,1 1-3-16,4-1 0 16,-2 1-1-16,4 0 1 15,3 1 1-15,-1-2-3 0,2 1-1 16,0 1 2-16,0 1 1 15,0-3-1-15,0 0 2 16,2 1 1-16,-1 0 1 16,1 0 0-16,-2-2 0 0,1 1-1 15,-1 1 0-15,1-1 1 16,0 2-1-16,0-2 0 16,3 3 0-16,0-4-1 15,0 3-2-15,2-3-5 16,1 3 5-16,1-3 2 0,-2 1 2 15,2-1 0-15,-2 0-1 16,1 1-1-16,-2-2 0 16,2 1 1-16,-2-2 0 15,3 2-6-15,-4-1 9 16,3 1-2-16,0 1-1 0,-1-2 0 16,3 2-1-16,-2 0 1 15,-1-2-2-15,4 2 1 16,-5-2-1-16,3-1 2 15,-4 1 1-15,4-2-1 16,-2-1 0-16,3-1 0 16,-3 1 0-16,4-1 1 0,1-3 3 15,-3 1-1-15,5 1-1 16,-1-2 0-16,1 1 1 16,3-2 0-16,-2-1 0 15,2 0 1-15,0 0 2 16,1 0-2-16,1 0 1 0,-5 0-1 15,3-1-1-15,-2-1-2 16,2 2 1-16,-3 0 1 16,-2-1-23-16,-2-10-150 15</inkml:trace>
  <inkml:trace contextRef="#ctx0" brushRef="#br0" timeOffset="22485.63">10402 7861 61 0,'0'0'17'0,"0"0"1"0,0-2-11 0,0 1-2 15,0 1-4-15,0-1-1 0,0 0-14 16,0-1 2-16,3 0 12 16,3 2-1-16,0-3 1 15,-3 3 0-15,2-1 0 16,-1 0 1-16,-1 0-2 15,-1 1 2-15,4-1 0 0,-2 1 1 16,1-1 2-16,4-1 0 16,2-1-2-16,-2 2 1 15,4-5-3-15,0 3 0 16,4 1 1-16,-4-3 1 16,5 2-1-16,-3-1 0 0,3-1 4 15,2-1-2-15,1 1 0 16,1 0 1-16,0-1-3 15,0-1 0-15,1 1 0 16,-4 2 2-16,-2 0 4 16,1-2-3-16,-3 3-2 0,-1 1-1 15,-3-1-1-15,-2 1 1 16,0 2 1-16,-4-1-2 16,-2 1 2-16,-2 0-2 15,-1 0-25-15,-2 1-23 16</inkml:trace>
  <inkml:trace contextRef="#ctx0" brushRef="#br0" timeOffset="22948.58">10306 7926 3 0,'0'0'7'0,"0"0"0"0,42 0-3 16,-26-2 4-16,2-2 7 15,2-3 1-15,-3 1-2 16,2-2 0-16,2 1-3 0,-2 0-1 16,1-3 4-16,-3 3 2 15,0-2-4-15,1 3-3 16,-5 2-4-16,-3 0 1 15,1 1-2-15,-1 0 0 0,-3 2-3 16,2 1 1-16,-2 0-1 16,-1 0-1-16,1 0 1 15,1 0 1-15,-2 1-10 16,0-1-59-16</inkml:trace>
  <inkml:trace contextRef="#ctx0" brushRef="#br0" timeOffset="37964.62">17936 12814 48 0,'-9'0'37'0,"-2"0"-32"0,-3 0 9 0,0 0-5 0,-1 3 0 16,-2 3 4-16,-3 1-1 16,2 3-2-16,-3 0-2 15,1 1-2-15,3 2-5 0,-4 3 0 16,4-1-1-16,-1 1-1 15,5 1 0-15,-1 0-2 16,4-1 1-16,4 0-2 16,2-1 0-16,4-2-1 15,0 0 2-15,7-2-2 16,2-3 7-16,5-1 8 0,5-1-7 16,2-4 2-16,5 0-3 15,1-2 2-15,7 0 1 16,-3-4 6-16,1-3-7 15,1 0 0-15,-4-1-1 16,0 0-2-16,-8 1 1 0,0 0 0 16,-7 3-1-16,-1 1 1 15,-8 0 0-15,-4 1 1 16,-1 1 24-16,0 1-12 16,-8 0-4-16,-4 0-6 15,-1 6-4-15,-3 6 0 16,3 2-2-16,0 1 1 0,1 3 0 15,2 1-1-15,5 1-1 16,0 1 1-16,3-3-1 16,2 0-4-16,0-3 1 15,0 1-4-15,7-3 7 0,4 0 5 16,0-5-3-16,5 2 3 16,3-4-2-16,1-3 1 15,4-3 1-15,1 0-1 16,3 0 1-16,0-5 0 15,-1-4-1-15,1-1-2 0,-3-3 0 16,-1-2 0-16,-5 1-2 16,-4 0 4-16,-4 0-1 15,-2 1 0-15,-4 2 0 16,-4 4 0-16,-1 0 1 16,0 2 6-16,0 1-1 0,0 4 1 15,-1 0-7-15,-2 0 3 16,-2 5-3-16,0 7-1 15,3 0-1-15,0 0 0 16,2 1-4-16,0 1 1 16,0-2-1-16,2-3 4 15,7 0 3-15,2-3-2 0,4-2-3 16,4-4-12-16,0 0-34 16,5-11-64-16</inkml:trace>
  <inkml:trace contextRef="#ctx0" brushRef="#br0" timeOffset="38129.07">18359 12941 258 0,'0'0'-27'0,"-39"-9"31"0,26 5 5 0,2 4-9 0,3 0 1 15,0 6-7-15,3 5-53 16,1-1-5-16,2 3-19 15</inkml:trace>
  <inkml:trace contextRef="#ctx0" brushRef="#br0" timeOffset="39312.65">18677 13114 142 0,'0'0'-2'15,"0"0"6"-15,0 0 2 16,0 0 11-16,39-42 5 16,-38 30 5-16,-1 2 0 15,0-2-5-15,-2 2-9 16,-5 1-5-16,-3 2 1 0,-2 4-6 16,-2 3-2-16,-2 0 1 15,-3 3-4-15,1 6 4 16,1 2-2-16,2 2 1 15,3-1-2-15,4 1-2 16,6 0 0-16,2 0-1 0,0-2-1 16,6 0 1-16,2-2 5 15,6-2-1-15,2 0-1 16,2 0 1-16,-3 2 3 16,2-1-3-16,1 4 0 15,-3 1-1-15,-1 4-1 0,-3 2 0 16,-2 1 1-16,-3 0-1 15,1-3 2-15,-5 0 0 16,-2-3 0-16,0-2-1 16,-1-3 1-16,-11 0 0 15,-2-2 0-15,-6-1 1 16,-5-1-11-16,-2-1-4 0,1-4-3 16,0 0 13-16,3 0 7 15,8-6-2-15,5-3 0 16,6-1-2-16,4-1 3 15,1 2-1-15,13-3 2 0,4 1-2 16,6 2-1-16,3-2 0 16,5-1 1-16,0 2-1 15,3-1 0-15,3-2 0 16,0-1 0-16,2-3 0 16,0 1 0-16,0-3 1 15,-1 1-1-15,-7 0 0 0,-2-1 0 16,-6 4 2-16,-7 1-2 15,-6 2 1-15,-4 2 0 16,-7 3 4-16,0 4 11 16,-5 0-16-16,-6 3 10 0,-3 0-9 15,-3 3-2-15,1 7 3 16,-2 1-3-16,1 3 0 16,5 1 0-16,3-1 1 15,0 1-1-15,6 0-1 16,1-2-3-16,2 1 1 15,0-3 1-15,7-2 1 0,3-2 4 16,4-1-2-16,2-5 1 16,1-1 2-16,4 0-1 15,-3-4 0-15,2-5 0 16,-3-1-1-16,0-2 0 16,1-3 1-16,-3 0 0 0,1-1 0 15,-3 1 0-15,-1 2-1 16,-1 0 0-16,-1 3 1 15,0 3-2-15,-3 3 0 16,2 2 0-16,-1 2-2 16,0 0-1-16,0 2 0 0,0 6 1 15,3 2 1-15,-3 3 0 16,-1-2 1-16,1 3 0 16,-1-2 0-16,-2 2 1 15,-1-4 0-15,-1 0-1 0,-1-3-1 16,-2-3-4-1,0-4 1-15,0 0 5 0,0 0 4 16,0-4-4-16,0-6 2 16,0-3-1-16,4-1 0 15,1 1-1-15,6-1-1 16,-4 0 1-16,4 1 0 0,1 3-1 16,2 2 1-16,0 3 2 15,2 2-2-15,2 3-1 16,2 0 0-16,0 1-1 15,0 8 0-15,-2 4-1 16,0 2 1-16,-5 0 0 16,1 5-1-16,-3-6-16 0,-1-4-54 15,-1-4-120-15</inkml:trace>
  <inkml:trace contextRef="#ctx0" brushRef="#br0" timeOffset="39645.68">19861 13023 136 0,'18'-5'2'0,"-5"3"7"0,-4 2-6 0,0 0-2 0,-4 3-5 15,-1 8 6-15,-2 2 1 16,0 0 5-16,1 0-7 15,0 0-1-15,2-2 2 16,1-3 0-16,-2-2 0 0,2-2 3 16,-1-4 2-16,3 0 7 15,-1 0 10-15,1-10 3 16,2-4-6-16,-2-3-4 16,3 0-7-16,1-3-5 15,2 2 2-15,-1 1-5 0,4 1-1 16,0 1-9-16,1 5-41 15,0 3-26-15,-2 2 1 16</inkml:trace>
  <inkml:trace contextRef="#ctx0" brushRef="#br0" timeOffset="41206.92">20325 12996 132 0,'0'0'2'0,"0"0"32"16,0 0 0-16,0 0-7 15,0 0-11-15,0 0-8 0,0 0-6 16,0 0 7-16,-1-18-7 16,-15 18 1-16,-5 0-2 15,1 2-2-15,0 7 0 16,1 2 0-16,3 1 0 16,5 2 0-16,4-1 0 15,2-2-4-15,5 1 2 0,0-2-2 16,4-2-2-16,6-5 10 15,6-3-2-15,3 0 1 16,1 0 0-16,4-4-1 16,-1-5 0-16,0 1-1 0,-1 3 1 15,-6 0-1-15,-3 3 1 16,-4 0 1-16,-3 2 4 16,-2 0-6-16,0 0 0 15,-1 0 1-15,1 2 0 16,-1 1-1-16,2 0 1 0,-2-2 0 15,1-1 1-15,3 0 3 16,-1-3-2-16,3-5-1 16,-2-5 0-16,3-4-1 15,0 1 0-15,-1-5-1 16,-2-4-1-16,2-2 0 16,-6-3-5-16,1-3-3 0,-4-2 4 15,0-1 1-15,0 2 3 16,0 0 0-16,0 3 1 15,0 5 1-15,-4 5-1 16,1 4 1-16,-6 4 2 16,2 6-7-16,-1 4 4 0,-1 3 5 15,1 0-5-15,-3 7-1 16,4 8-1-16,1 6 1 16,1 4-3-16,1 5 0 15,4 4 1-15,0 2 0 16,1 1 1-16,7-2-1 15,1-3 1-15,1-1 2 0,1-4 0 16,0-5 0-16,1 1 4 16,2-5 0-16,-1-6-1 15,1 3-1-15,1-7 1 16,-1-3 2-16,0-2 1 16,1-3-1-16,1 0 2 0,0-7-2 15,0-2-1-15,1-3 1 16,-4-3-3-16,1-1 1 15,-5-1-1-15,0 1-1 16,-1 0 2-16,-2 2-3 0,-2 3 1 16,-3 2 0-1,0 5-1-15,-1 0 2 0,0 2 2 16,0 2-2-16,0 0-2 16,0 5-2-16,0 4-1 15,-1 2 3-15,0 1-2 0,1 1 1 16,0 1 0-16,0-1-2 15,1-1 1-15,7 0 2 16,2-2 1-16,4-3 0 16,2 0 1-16,3-4 0 15,4-1-1-15,1-2 1 16,-1 0-2-16,1-6 1 0,-1-4 0 16,-4-3 1-16,2-3-1 15,-6 2 0-15,-1 0 0 16,-3 0-2-16,-2 3-1 15,-2 3 2-15,-5 3 0 0,-1 2-1 16,-1 3 1-16,0 0-3 16,0 0-1-16,0 4 3 15,-1 3-1-15,-1 3 0 16,2 2-2-16,0-1 1 16,0 0-2-16,2-1 4 15,9-3 1-15,3 1 2 16,1-3 1-16,6-2-1 0,4-2 1 15,2-1-2-15,4 0 1 16,-1-7-1-16,-1-3 0 16,-2-4 2-16,-4 0-2 15,-6-2 1-15,-5-2-1 16,-5 2 1-16,-4 3-2 0,-3 2 1 16,0 1-2-16,-2 5 0 15,-8 4 4-15,-1 1-2 16,-3 0-1-16,-1 5-1 15,-3 6 1-15,3 3-1 16,1 2-1-16,5-1 0 0,4 2-1 16,3-2-1-16,2-1 0 15,0 0-1-15,3-3 4 16,7-1 1-16,3-2 1 16,1-3 0-16,1-2 0 0,2-3 1 15,1 0 0-15,-2 0 0 16,3-10-1-16,-4 1 2 15,2-6-2-15,0-1 1 16,3-1-1-16,0 0 0 16,1 0 1-16,1 4-2 15,1 2 1-15,0 4-1 0,-3 4-1 16,1 3 0-16,-6 0-1 16,0 7-1-16,-2 5 2 15,0 2-3-15,-4 3 4 16,0 0 0-16,-3 0 0 15,-1 0 0-15,-4-2 0 16,-1-3 0-16,-1-2 0 0,-9-3 1 16,0-3-1-16,-1-1-7 15,2-3-22-15,4-3-34 16,5-11-61-16</inkml:trace>
  <inkml:trace contextRef="#ctx0" brushRef="#br0" timeOffset="41912.4">22166 12685 193 0,'0'-10'11'0,"-1"1"7"0,1 2 5 0,0 5-15 0,0 2-4 15,0 0-8-15,0 4-5 16,0 10 5-16,0 5 8 16,0 4-1-16,0 4-1 15,0 2-2-15,0 1 1 16,-2-3 0-16,-2-3 0 0,4-5-1 15,0-4 1-15,0-5-1 16,0-4 0-16,0-2 1 16,0-4 0-16,0 0 3 15,0 0 7-15,2-5-7 16,5-3 0-16,1-4-2 0,2 0 0 16,1 1-1-16,0 1 0 15,3 3 0-15,0 1-1 16,1 2 0-16,1 4 0 15,1 0 0-15,0 0-2 16,-1 10 1-16,-3 0-1 16,1 1 0-16,-3 3 0 0,-5 1 1 15,1 0 0-15,-4-2 1 16,-3 0 0-16,0-3 1 16,-11-3-1-16,-5-3 1 15,-5 0 4-15,-1-2-2 0,-2-2-1 16,4 0 1-16,3 0-6 15,7 0-15-15,6 0-18 16,4-3-23-16,0-1-2 16</inkml:trace>
  <inkml:trace contextRef="#ctx0" brushRef="#br0" timeOffset="43013.84">22554 12901 141 0,'0'0'5'0,"0"0"47"0,0 0-24 0,0 0-17 0,0 0 0 16,0 0-6-16,24-37-2 15,-31 34 5-15,-1 1-4 16,-3 2-3-16,0 0 0 16,-2 0-1-16,1 5-2 15,0 4 2-15,4 0-1 0,-1 0 0 16,6 1 0-16,3-3-2 15,0 2-5-15,3-3-5 16,10-1 12-16,2-1 0 16,6-2-3-16,1-2-8 15,1 0 1-15,2 0 11 0,-3-2 2 16,-1-6-2-16,-3 1 3 16,-2 0 5-16,-4 1 2 15,-1 0-4-15,-1 1 1 16,-2 2-3-16,-1 0-3 15,-1 3-1-15,0 0 0 0,-2 0-1 16,0 0-3-16,0 8 1 16,-2-2 1-16,-2 4 1 15,0-3 2-15,0 3 0 16,0-3-1-16,0-1 0 16,0 0-2-16,0-5-1 0,0-1 2 15,0 0 4-15,0 0 7 16,0-4-5-16,1-6 0 15,1 0-1-15,2-3-2 16,2 0 0-16,2-1 0 16,3 1-2-16,5-1 1 0,3 1 1 15,1 1-2-15,3 3 1 16,-3 2-1-16,4 3 0 16,-1 4-1-16,-6 0 1 15,1 0-2-15,-3 8 0 16,0 2 1-16,-4 2 0 15,0-1 0-15,-2 0 0 0,-4-1 0 16,0-1 1-16,0-2 0 16,0-2 0-16,-2-2 0 15,-1-1 0-15,0-2 1 16,2 0 5-16,1 0 1 16,1-5-5-16,0-3-1 0,3-1 0 15,-1-2 0-15,-1 3-1 16,-1-1 2-16,1 2-2 15,-5 1 2-15,-1 2-2 16,-1 1 0-16,0 3-3 0,-2 0-5 16,-7 5 10-16,1 3-3 15,-4 2 4-15,2 1-4 16,5 2 1-16,3-3-4 16,2 0-5-16,3-2 1 15,10-1 10-15,1-2-1 16,6-1 1-16,3-3-2 0,2-1 0 15,2 0 0-15,2 0 1 16,-1-2 0-16,-2-4 0 16,-2 0 1-16,-4 2 0 15,-3-2 2-15,-8 2-3 16,-2 0 0-16,-1 1 0 0,-6 3 0 16,0 0-1-16,-6 0-2 15,-1 0 4-15,0 0-2 16,2 6 0-16,3-2-1 15,0 0-2-15,2 0-6 16,3-2 8-16,7-1 3 0,3-1 0 16,3 0 1-16,1-3 2 15,0-5 1-15,1-5 5 16,-3 0 1-16,-3-2-2 16,-5-2-3-16,-5 0-4 15,-2-2-2-15,-11 2-2 0,-16 3-8 16,-15 1-16-16,-11 4-49 15,-15 0-70-15</inkml:trace>
  <inkml:trace contextRef="#ctx0" brushRef="#br0" timeOffset="43996.82">17094 13040 103 0,'0'-1'22'0,"-2"-2"-3"0,0 0 17 15,1 2-10-15,1-2-5 16,-2 2-9-16,2 1-1 0,0-1-5 15,0 1-4-15,0 0-3 16,0 0-1-16,0 0-1 16,0 0 0-16,0 2 1 15,0 2 3-15,0-1-1 16,0 2 1-16,0 1-2 0,0 4 0 16,0 1-6-16,0 4-21 15,-2 2-14-15,2-3-7 16,-2 0-22-16</inkml:trace>
  <inkml:trace contextRef="#ctx0" brushRef="#br0" timeOffset="44311.61">17308 12954 195 0,'0'0'0'0,"0"0"-2"0,0 0 4 16,45-6-1-16,-32 6-1 16,0 7 3-16,1 6 3 15,0 4 3-15,0 7-5 16,-2 6-3-16,-3 4-1 15,-6 7 4-15,-3 3-2 0,-12 2-14 16,-8-4-8-16,-6-2-2 16,-3-3 1-16,-2-6-18 15,2-5-8-15</inkml:trace>
  <inkml:trace contextRef="#ctx0" brushRef="#br0" timeOffset="44681.85">17132 13726 47 0,'0'0'76'16,"0"0"-38"-16,0 0 4 0,-2-46-18 15,11 36-8-15,-2 1-7 16,1 1-3-16,-1 3-2 16,0 4-2-16,-2 1-2 15,-2 0-3-15,0 6 3 16,-1 9-5-16,-2-1 10 16,0 6-4-16,0-1-1 0,0-2 2 15,0-2-2-15,0-2-7 16,0-4-3-16,2-2 12 15,5-3-4-15,7 0-1 16,5-4-9-16,8 0 20 16,4-5 0-16,2-8-76 0</inkml:trace>
  <inkml:trace contextRef="#ctx0" brushRef="#br0" timeOffset="44849.65">17556 13574 286 0,'0'0'5'16,"0"0"-11"-16,0 0-1 15,0 0 1-15,17 47 5 16,-11-23 2-16,-4 4 1 0,-2 7-5 16,-13 3-59-16,-16 2-72 15</inkml:trace>
  <inkml:trace contextRef="#ctx0" brushRef="#br0" timeOffset="46829.62">14727 4566 165 0,'0'0'-23'0,"0"0"28"0,0 0-2 16,0 0-1-16,0 0-1 16,-32-36-1-16,28 29 1 15,-2 1 0-15,4-1 2 16,2 0-1-16,0 0-1 15,2 0-1-15,8 0 1 16,4 0-2-16,2 0 1 0,4 2-1 16,2 0 2-16,2 0-1 15,-1 4 0-15,2 1-2 16,0 0 2-16,0 0-2 16,-2 0-2-16,-2 7 3 15,1 5-1-15,-6 2 1 0,-1 4-1 16,-3 3 0-16,-2 5-2 15,-4 2 5-15,-2 4 1 16,-2 0-2-16,-2 4 0 16,0 2-3-16,0 2 3 0,-8 6-2 15,-3 6 0-15,-1 5 3 16,-5 3 1-16,0 5-1 16,-6 3 3-16,1 3-1 15,0 1-2-15,0 1 0 16,3-1-2-16,4 1 1 15,2-4-1-15,8-1 0 0,5-5 0 16,0-6 0-16,2-3 1 16,12-7 1-16,1-4 1 15,5-5-1-15,0-6 2 16,1-2-1-16,-1-3 2 16,-2-3 0-16,-2-3-1 0,-4-5-2 15,-2 1 0-15,-3 0 0 16,-1-3 1-16,-2 2 0 15,-3 1 0-15,-1 0 1 16,0 4 2-16,0 4-1 16,-1 4-2-16,-5 3 0 0,-2 6-1 15,3 7 0-15,-5 7-2 16,3 4 0-16,1 5-1 16,2 6 1-16,-3 8 1 15,4 5 0-15,1 4 0 16,2 5-1-16,0 6 1 0,0 1-1 15,0 0 1-15,0 1 0 16,5 2 2-16,2-4 3 16,-5-1 1-16,1 0-4 15,0 0 1-15,-2-4 0 16,-1-3 0-16,0 1 0 0,-4-4-1 16,-9 1 2-16,-4-8 0 15,-10-3 1-15,-6-3-1 16,-7-4 3-16,-9-7-2 15,-5-5 5-15,-7-2 2 16,-8-3-1-16,-6-6-6 0,-6 0-1 16,-4-4 1-16,-5-3-2 15,-2 1 1-15,-3-8-7 16,0-10-68-16</inkml:trace>
  <inkml:trace contextRef="#ctx0" brushRef="#br0" timeOffset="48341.19">14599 4489 73 0,'-10'0'6'0,"3"0"14"0,-3 0-4 0,2 0-1 0,1 0-4 15,0 0-4-15,0-3 4 16,-1 1-2-16,3-2-1 16,-3 0-4-16,0 1 0 15,1-2-3-15,1 1 0 16,2-1-1-16,1 1-2 0,2-2-3 16,1 2-1-16,0-2 11 15,4 2-4-15,3-2-1 16,5 2 0-16,2 1 0 15,-1 2-1-15,3 1 0 16,1 0-1-16,4 0 1 0,0 4 0 16,0 6 0-16,2 3 0 15,-2 3 0-15,1 5-1 16,-2 3 2-16,0 3-1 16,0 6 0-16,-3 2 1 15,2 2 0-15,-4 1-3 16,-1 3 1-16,-3 1-1 0,-3 0 2 15,2 2-3-15,-4 2 1 16,1 1 2-16,-5 1 1 16,0 2 0-16,-2 2 0 15,0 4 1-15,0 2 2 16,-6 4-2-16,-3 5 4 0,-3 1-3 16,0 5-1-16,1 2-1 15,-1 0 0-15,3 2 3 16,-1-3-3-16,6-2 1 15,2-4-1-15,2-5 0 0,2-8-1 16,10-4-2-16,1-8 6 16,1-6 3-16,3-7-1 15,-1-5-2-15,0-5 1 16,0-3 0-16,-1-1-2 16,-3-3 1-16,-1-2-2 15,-1-1 2-15,-2-2-1 0,-2 0-1 16,-2 0-1-16,1-1 1 15,-1 3-1-15,-3 3 0 16,-1 1 0-16,0 6 0 16,0 1 3-16,0 4 0 15,-3 4 2-15,-1 0-3 0,0 3-2 16,2 5 0-16,1 1 0 16,1 6-1-16,0 6 1 15,0 4 1-15,0 5 0 16,0 3-1-16,0 4 0 15,3 0 1-15,1 5-2 0,2 0 4 16,-1 0-3-16,2 0 2 16,-1 2 0-16,3-1-1 15,-3-4 0-15,3 0-1 16,-1-4 0-16,-1 2 0 16,1-5 1-16,-3-3-1 15,0-2 1-15,-4-1 1 0,-1-6 0 16,0-5 3-16,-9-5 1 15,-6-4 4-15,-6-5-1 16,-5-1 0-16,-6-1-2 16,-9-3-2-16,-4 0 0 15,-5-4 0-15,-1-4-2 0,4-9 1 16,4-8-15-16,6-2-36 16,8-24-41-16</inkml:trace>
  <inkml:trace contextRef="#ctx0" brushRef="#br0" timeOffset="48866.92">15301 6759 78 0,'-2'0'5'0,"2"0"-2"0,0 0 0 16,0 0-2-16,0 0 0 0,0 0 2 16,0 0-3-16,0 0 0 15,0 5 1-15,0 5 1 16,0 4 0-16,0 1-1 15,0 0 5-15,0 2-3 16,0-5 0-16,0-5 0 0,0-5 2 16,6-2 21-16,8-15 16 15,8-9-6-15,17-15-21 16,16-12-6-16,20-14-2 16,19-13-1-16,28-10-3 15,17-9 0-15,17-9-8 16,8-11-146-16</inkml:trace>
  <inkml:trace contextRef="#ctx0" brushRef="#br0" timeOffset="86594.33">19054 12475 160 0,'2'-11'6'0,"-1"-2"7"0,1 0 0 0,1 3-3 16,-2-1-4-16,1 1-3 15,-2 0-1-15,0 3 1 16,0 1 2-16,0 0-2 16,-6 2-2-16,-4 1-2 0,-5-1 6 15,-1 3-2-15,-4-3-3 16,-5 3 2-16,-2-3-1 15,-4 0 1-15,-2-2 1 16,-1-1 5-16,-5-1-2 16,1-1 1-16,-5 2-3 0,-2 1 0 15,-6 3 11-15,-2 3-14 16,-2 0 0-16,-7 5-1 16,-4 12 0-16,0 1 0 15,-2 8 0-15,0 1 0 16,1 3 0-16,4 1 0 0,1 1-4 15,1 2 5-15,5 1 0 16,0 0-1-16,4 1 0 16,3 2-1-16,5 0 1 15,6 3 0-15,4-1-1 16,3 3-1-16,4 3 1 0,2 3-1 16,4 2 0-16,6 3 1 15,7 3-1-15,4 1-1 16,4-1 2-16,11-3-2 15,11-1-1-15,7-5 2 16,9-4 1-16,6 0 0 0,12-1-1 16,6-2-1-16,6-2 1 15,9-3 3-15,8-3 1 16,8-3 2-16,8-2 1 16,9-1 2-16,9-1-1 15,9-1-3-15,7 1 0 16,8-1 0-16,8 1-2 0,0-2 2 15,10-1-2-15,3-4 0 16,7-2 0-16,3-5 0 16,6 1 0-16,9-6 0 15,3-3 0-15,3-1-1 16,1-3 2-16,3 0-1 0,-3-3 2 16,-1-6-2-16,-2-6 1 15,0-4 0-15,0-5-2 16,-6-5-1-16,-6-4-1 15,-3-4 1-15,-7-3 0 16,-11 1 2-16,-15 0-2 0,-9-1 3 16,-12 0 0-16,-13 0 1 15,-9-5 0-15,-14 1 2 16,-5-1-3-16,-8-3 0 16,-12-3-1-16,-12-2 1 0,-7-5-1 15,-14-2 0-15,-10-3 0 16,-12 1-2-16,-8-5 0 15,-11 2-2-15,-19-2 3 16,-6-1-1-16,-11-2 0 16,-9 0 3-16,-9 0 2 15,-9 0-2-15,-6 3 1 0,-9 3-1 16,-9 3 0-16,-12 3 0 16,-10 7-1-16,-13 4 0 15,-13 5 0-15,-16 4-1 16,-13 3 0-16,-11 3-1 15,-12 3 2-15,-10 5-2 0,-14 5 2 16,-10 4-1-16,-6 3-1 16,-11 8 1-16,-9 4 1 15,-15 14-2-15,-10 19-2 16,-19 16-16-16,-15 20-14 16,-22 20-25-16,-19 19-48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40.33614" units="1/cm"/>
          <inkml:channelProperty channel="Y" name="resolution" value="40.29851" units="1/cm"/>
          <inkml:channelProperty channel="T" name="resolution" value="1" units="1/dev"/>
        </inkml:channelProperties>
      </inkml:inkSource>
      <inkml:timestamp xml:id="ts0" timeString="2026-07-26T06:54:26.34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1" timeString="2026-07-26T07:01:29.496"/>
    </inkml:context>
  </inkml:definitions>
  <inkml:trace contextRef="#ctx0" brushRef="#br0">8079 13529 0,'17'18'593,"1"-1"-577,-18 1-16,0 0 16,18-1-16,-1 1 93,-17-36-14,18 1-64,-18-19 1,0 1-1,0 17 1,35-17-16,-35 17 16,35-17-16,1 0 31,-19 17-31,1-35 16,17 36-16,-35-1 15,35 0-15,-17 1 16,0-1-16,-18 1 15,35-19-15,-17 19 16,17-19 0,-17 19-16,17-1 15,-18 18 1,-17-18 0</inkml:trace>
  <inkml:trace contextRef="#ctx1" brushRef="#br0">10078 6938 153 0,'0'0'4'0,"0"0"5"0,0 0-4 0,16-42-3 16,-10 32 1-16,1 0-2 15,0 2-1-15,4 2 0 16,0 3 0-16,3 0-1 0,1 3 0 16,-1 0 0-16,1 5 1 15,1 8-2-15,-1 5 0 16,-1 5-1-16,-3 5 1 16,0 10 2-16,-6 8-5 0,0 8 6 15,-5 8 1-15,0 8 0 16,-10 5 1-16,-3 5 3 15,-1 1-1-15,-1 1 3 16,-1 1-4-16,-1 4 0 16,1 4-1-16,2 0-3 0,0 0 2 15,4 4 0-15,5-1 2 16,5 0 1-16,0-3-2 16,0 1-1-16,13 3-1 15,1-4 1-15,2-3 1 16,4-2-2-16,1-7-1 15,2-5 0-15,-1-12 0 0,2-5-1 16,0-7 2-16,-3-5 1 16,2-5 4-16,-5-3-2 15,0 4-2-15,-4 2 0 16,-6 1 0-16,-5 8-1 0,-3 0 2 16,-4 4-4-16,-13 6 7 15,-2 4-8-15,-6 4 6 16,-2 3-4-16,2 6 0 15,-1 4 0-15,6 7 0 16,-1 1 1-16,4 1-1 16,-1 5 0-16,2-2-1 15,5-1 2-15,0-6-1 0,4 0-1 16,4-6-1-16,3-4 0 16,0-3 6-16,0-3-4 15,4-3 0-15,2-2 1 16,0-3-1-16,1-2 0 0,0 0 2 15,0-2-1-15,-3-2-1 16,-1 1 1-16,-3-3 0 16,0-1-1-16,-1-3 1 15,-5-2 1-15,-4-6 1 16,0-6-3-16,1-5 2 0,-1-9 2 16,2-6 3-16,1-2-1 15,-3-6 1-15,2 0-3 16,-1 1-1-16,-2-1-2 15,0-1 0-15,-1 2 1 16,2-1-2-16,-4 1 2 0,1 0-3 16,1-2 3-16,2-1-2 15,1-1 1-15,4-3-1 16,-2-2 0-16,4 0 0 16,0-2-1-16,2 0 0 15,1 0 1-15,-2 0 3 0,0 3-2 16,0 1-6-16,-4 5-25 15,-2-1-47-15,-3-2-52 16</inkml:trace>
  <inkml:trace contextRef="#ctx1" brushRef="#br0" timeOffset="16407.74">6415 13303 87 0,'-1'-8'3'0,"-1"0"6"0,0 3 1 15,2 1-6-15,0 2-3 16,0 2 0-16,0 0 0 16,0 0-2-16,0 9 2 15,0 6-1-15,0 6 4 0,2 8-1 16,-2 8 2-16,0 8-3 15,0 2-2-15,0 3 2 16,0-2-2-16,-2-5-5 16,0-8-7-16,0-10-16 0,-1-9-31 15</inkml:trace>
  <inkml:trace contextRef="#ctx1" brushRef="#br0" timeOffset="16843.32">6424 13340 114 0,'0'0'3'0,"0"0"0"16,0 0-3-16,58-13 1 15,-32 9 1-15,6 1-1 16,6 1-2-16,2 0 3 15,0 2-1-15,-1 0-1 16,-1 0 0-16,-5 3 0 0,-4 1 0 16,-2 2 0-16,-9-1 0 15,0-2 0-15,-8 1 0 16,-3 1 1-16,-2 0-1 16,-5 4-3-16,0 4 4 15,-9 5 8-15,-4 7-4 0,-4 4-3 16,0 2-2-16,-3 2 0 15,2 1 3-15,2-1-3 16,1-2 1-16,1-4 0 16,3-1-1-16,-1-4 0 15,4-2 0-15,-1-6-1 16,-2-3-4-16,0-4 2 0,-2-3 2 16,-5-3 0-16,-3-1-7 15,-5 0-32-15,1 0-41 16</inkml:trace>
  <inkml:trace contextRef="#ctx1" brushRef="#br0" timeOffset="17141.52">7133 13303 95 0,'0'0'46'0,"0"0"-47"0,0 0 1 0,0 0 1 16,0 0-1-16,29 40 0 16,-25-21-1-16,0 7 0 15,-1 4 1-15,-1 3-1 16,2 2 3-16,0 1 0 15,-3-3-2-15,1-5-15 0,3-4 1 16,-5-6-18-16,0-7-49 16</inkml:trace>
  <inkml:trace contextRef="#ctx1" brushRef="#br0" timeOffset="17532.96">7164 13341 117 0,'0'0'3'0,"0"0"-1"16,51-8 2-16,-25 8-2 16,2 0-1-16,5 0 0 15,0 0 1-15,1 3-2 16,-1 1 1-16,0 2-1 15,-2-2 0-15,-5 0 1 0,-4-1-1 16,-7 2 0-16,-3-3 0 16,-5 2-1-16,-3-2 4 15,-4 3 10-15,0 3 0 16,-2 4-5-16,-9 7 5 16,0 4-7-16,-5 5-2 15,3 3 1-15,-5 2-5 0,5-2 0 16,-1-2 1-16,3-2-1 15,0-5 0-15,2-3-1 16,2-3-2-16,-2-4-5 16,2 1-8-16,-4-2-8 0,0-1-13 15</inkml:trace>
  <inkml:trace contextRef="#ctx1" brushRef="#br0" timeOffset="21369.18">9756 6638 174 0,'0'0'19'0,"-10"-50"12"0,10 25-13 0,0 0-8 15,2 0-4-15,8 0-5 0,3-1 2 16,8 0-1-16,0 6-2 15,6-1 0-15,5 4 0 16,4 4-3-16,6 4-8 16,-1 3-8-16,1 6-3 15,-2 2 11-15,-4 13 2 16,-3 6 3-16,-6 7 0 0,-2 5 4 16,-5 4 2-16,-4 3-1 15,-4 4 1-15,-6 4-1 16,-6 6 1-16,0 8 4 15,-8 5-3-15,-9 6-1 0,-7 9 1 16,-3 5 2-16,-3 5-6 16,-1 2 6-16,0 5-2 15,5 5 0-15,-1 0 0 16,4 6 0-16,5 3 0 16,5 4-1-16,5 1 1 0,7 3 0 15,1 2-1-15,0-5 1 16,13 0 0-16,6-7-1 15,3-7 1-15,8-8 0 16,5-9-1-16,0-6 3 16,4-13-4-16,1-7 2 15,3-6 1-15,-2-9-2 0,0-3 3 16,-3-2-2-16,-7-2 0 16,-7 3-1-16,-8 3 0 15,-7 5 0-15,-9 4 0 16,-2 9 0-16,-19 6-1 15,-10 9 1-15,-9 7-2 0,-4 12 2 16,-6 8-1-16,1 3 0 16,2 1 2-16,2 6 0 15,7-4-1-15,5 1 0 16,6-3 0-16,6 1 1 16,7-2-1-16,7-3 1 0,3 0-1 15,4-5 0-15,0-5 0 16,0-6 1-16,8-1 0 15,-3-7-2-15,1-3 2 16,0-7-1-16,-5-4 0 16,-1-3 0-16,0-7 1 0,-13-7-2 15,-2-4 2-15,-8-6-1 16,-4-4 1-16,-6-7 8 16,-1-3 7-16,-6-2-5 15,-3-4 1-15,-4 1-8 16,-2-1-3-16,-3 1-2 0,-5-2-30 15,-4-6-133-15</inkml:trace>
  <inkml:trace contextRef="#ctx1" brushRef="#br0" timeOffset="31358.46">9855 6517 75 0,'0'0'57'0,"0"0"-54"0,0 0 4 0,-3-44 1 15,1 33-1-15,2-2 4 16,0 0 9-16,0-1-6 15,0 1-2-15,2-4-12 16,7 2 1-16,5 0-2 16,-4 0 1-16,3 2 0 0,0 0-1 15,0 5 1-15,1-1-1 16,1 5 1-16,0 1 2 16,1 3-2-16,4 0 1 15,-4 0-2-15,4 3 2 16,0 8-1-16,-4 3 0 0,2 3-1 15,-3 5 0-15,-1 2 0 16,-1 3-2-16,-3 0 0 16,0 3 3-16,-1 1-3 15,-5 0 1-15,0 0 3 16,0 2-2-16,-2 2 1 0,-2 0 0 16,0 7 1-16,-2 2-1 15,-5 2 1-15,0 1 1 16,0 2-2-16,1 4 1 15,-4 1-1-15,2 2 2 16,-1 6-2-16,-3 0 0 0,2 2 0 16,-2 3 0-16,-1-2 1 15,4-1-2-15,-2 0 1 16,1-2 1-16,6-3-1 16,-2-1 1-16,6-1-1 15,0-5 1-15,0 2-1 0,6-4 1 16,2 0-2-16,3-5 2 15,1-3 0-15,-2-4-1 16,1-4 1-16,-4-3-1 16,1 0 1-16,-3-1-1 15,-3 4 1-15,-2 3 0 16,0 4-2-16,-2 1 3 0,-10 7-2 16,0 5 1-16,-3 3-1 15,0 8 2-15,-3 6-1 16,-4 5 1-16,4 6 0 15,0 5-1-15,0 3-1 0,3 2 1 16,2 5-2-16,6 4 2 16,0 0 0-16,6 1 1 15,1 3-1-15,2 5-2 16,9-1 1-16,5 6 1 16,3 4-1-16,3 2 0 15,2 3 0-15,6 0 0 0,3 0 0 16,1-2 2-16,2-1-4 15,-2-2 2-15,-2-5-1 16,-6 0 2-16,-9-5-2 16,-11-4 1-16,-6-5-2 15,-17-4 2-15,-18-8 2 0,-15-7 28 16,-12-4-8-16,-8-6-8 16,-10-6-2-16,-1-5-5 15,-1-3-5-15,5-3 0 16,1-8-19-16,3-9-91 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55:03.4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1196 714 108 0,'0'0'-1'15,"0"0"7"-15,-52 1 8 0,33-1-1 0,-2 0 1 16,1 0-3-16,0 0-2 16,-2 0 4-16,2 0-1 0,0-2-6 15,-1 1-3-15,1 1-2 16,-2 0 0-16,-2 2-2 16,-5 5-8-16,0 3-6 15,-1 1 5-15,-1 1 6 16,2-1 3-16,0 0 1 0,-2 2 0 15,2 0-3-15,1 4 3 16,-3 0 1-16,2 2-2 16,-2 0 5-16,2 4-3 15,-1 1 1-15,-1 2 2 16,-2 5-3-16,-5 3 0 0,0 6-1 16,0 0 0-16,-2 5 0 15,6 2-1-15,3-1 1 16,4 0 0-16,7 1-2 15,4 1 2-15,3 1 0 16,6 1-1-16,1 2 0 16,5-1 1-16,1 2 0 0,0-4-1 15,10 2 0-15,3 1 3 16,5 2-1-16,2 1 1 16,5 3-2-16,4 0 2 15,4 2-2-15,7 1 2 0,3-2-1 16,4 0 1-16,6-2 1 15,3-3-1-15,9-1 1 16,2-7 0-16,2-2 0 16,4-4-1-16,4-3 0 15,-2-4-1-15,0-6 3 16,1-2-3-16,2-5 1 0,-1-3 0 16,0-3 0-16,2-2-1 15,-1-5 1-15,3 3 1 16,4-3-2-16,-3-3 1 15,3-2-1-15,2-2 1 16,0 0 0-16,-2-3 0 0,-2-7-1 16,-2-3-1-16,-2-5 3 15,-2-2-1-15,-3-3-1 16,0-4 1-16,-3-6 0 16,-2-1-2-16,-2-5 6 15,-2-6-2-15,0-3-1 0,-7-6 1 16,0-3 2-16,-6-1 0 15,-3-3-1-15,-7 1-2 16,-6-2-1-16,-3-1 0 16,-6 2-1-16,-9 0 0 15,-5-3 0-15,-8 2-1 0,-5-3 4 16,-5 1 3-16,-12-4-1 16,-8-1-1-16,-4-2-2 15,-8-1-1-15,-2 1 4 16,-6 0 0-16,-4 0 1 15,-2 3-2-15,-5 1-1 0,-2 1 1 16,-7 3-3-16,-9 2 0 16,-8 5 0-16,-12 8-1 15,-9 8-2-15,-7 15-1 16,-8 16 2-16,-14 11-4 16,-13 30-22-16,-10 23-23 0,-10 13-68 15</inkml:trace>
  <inkml:trace contextRef="#ctx0" brushRef="#br0" timeOffset="844.51">1815 3709 25 0,'18'3'8'0,"-3"1"-1"0,2-4 13 0,0 0-1 0,-1 0-3 16,1-3-1-16,-1-6 2 15,2-7 8-15,2-1 9 16,5-9-8-16,2-8-3 15,6-11-1-15,12-15-3 0,9-8-7 16,10-17-3-16,17-13-3 16,13-12-4-16,19-13-1 15,13-12-1-15,6-17-42 16,-3-10-189-16</inkml:trace>
  <inkml:trace contextRef="#ctx0" brushRef="#br0" timeOffset="15273.86">5747 10247 61 0,'0'0'5'0,"0"0"1"0,0 0 4 0,0 0-6 16,0 0 1-16,0 0 4 16,0 0-8-16,0 0 0 0,0 0 0 15,0 0 3-15,0 0-2 16,0 0-1-16,2 22 0 15,2-17 0-15,-2-1-1 16,5-3 3-16,-3-1-1 16,2 0 4-16,0-4 10 15,3-8 6-15,0-9 5 0,6-11-3 16,8-11-5-16,5-14-7 16,11-13 0-16,12-17-5 15,17-14-4-15,18-17-3 16,13-15 0-16,8-15-63 15</inkml:trace>
  <inkml:trace contextRef="#ctx0" brushRef="#br0" timeOffset="23483.2">5891 7470 124 0,'0'0'6'0,"0"0"8"0,0 0-9 0,0 0-3 16,4 0-1-16,0 0-1 0,2 2 1 16,-1 0 0-16,1-2-1 15,0 3 0-15,4-1 0 16,-3-1-1-16,2 2 2 16,2-2-1-16,2 3 1 15,0-1-1-15,3 2-1 16,1-1 1-16,2 0 0 0,6-1 0 15,0 0 1-15,3 1 1 16,4-1-1-16,-1 1-1 16,1-1 1-16,5 1-1 15,-1-1 1-15,2 1-3 16,1-3 2-16,2 3-1 0,1-3 2 16,4 3 0-16,-2-1-1 15,3 2 0-15,0-1 0 16,2 0 2-16,1 2-1 15,1-2-2-15,2 0 0 16,2-1 2-16,5-2 0 0,0 2-1 16,-2 0 1-16,4-2 1 15,2 2-5-15,0-2 4 16,1 0 1-16,0-1-1 16,0 0 5-16,2 0-1 15,-1 0-2-15,-1-1 0 0,1 0 0 16,-1 1-1-16,1 0 2 15,-3 0 2-15,2 0-5 16,1 0 1-16,-1 0-1 16,0 0-1-16,0 0 1 15,5-4 0-15,-1 1 0 0,4-2 2 16,1-1-1-16,-2 0 0 16,6-1 0-16,-3 1-1 15,2 1-1-15,-3-1 0 16,3 5 1-16,2-1-1 15,0 0 0-15,-2 1 0 0,2 0 0 16,-1-2 1-16,2 0 0 16,-2 0 7-16,3-1 1 15,2-3-4-15,4 0-2 16,6-3-1-16,2 3 0 16,1-2-2-16,4 2 1 0,-4-2-1 15,0 1 0-15,-2 1 0 16,0 0 0-16,0 3 0 15,-2-2 1-15,1 2-1 16,1 0 0-16,-3-1 0 16,2-2 1-16,-2 2 3 15,3-1 4-15,-2-1-2 0,1 1 1 16,-1 2-5-16,-2-2 0 16,-1 2-2-16,-4 1 0 15,-7-1 1-15,-1 1-1 16,-2 0 0-16,-1-1 0 0,-5 2 0 15,-2-2 0-15,0 1 1 16,-6-1-1-16,1 0 0 16,-6 1 0-16,-4-3 0 15,-4 2 0-15,-3 0 0 16,-4 1 0-16,-8-1-3 0,-10-9-70 16</inkml:trace>
  <inkml:trace contextRef="#ctx0" brushRef="#br0" timeOffset="25151.26">13987 7607 108 0,'0'0'3'0,"0"0"-1"0,0 0 0 0,0 0 0 15,47 1 1-15,-27 0-1 16,5 2-1-16,5-1-1 0,2-1 1 16,2 3-1-16,6 1 0 15,2-1 0-15,8 1 1 16,3 0-1-16,7 0 0 15,8 0-2-15,4-1 2 0,5-3 0 16,4 2 1-16,2-3-1 16,4 0 1-16,1 0-1 15,9 0 1-15,4 0-1 16,1-3 3-16,10-2-4 16,2-2 7-16,2 2-3 15,5-2 0-15,0 3 2 0,4 0-3 16,0 2 1-16,0-2-1 15,0 4-2-15,-2 0 1 16,0 0 0-16,-2 0-1 16,2 4 0-16,-1-1 1 0,6-1 1 15,0-1-1-15,4-1 2 16,0 0 1-16,1 0-2 16,-2-6 3-16,-2-1-1 15,-2-1 5-15,-4-4 1 16,-2 2-2-16,-7 2 0 15,-6-1-3-15,-8 2 0 0,-9 2-3 16,-10-1-1-16,-8 2 1 16,-8 1-1-16,-9-2 1 15,-10 1 3-15,-6-2 1 16,-9 2 2-16,-8 0-2 16,-6 1-2-16,-3 0-3 0,-3 2 1 15,-1 1-2-15,-2 0-4 16,1 0-12-16,-3-3-77 15</inkml:trace>
  <inkml:trace contextRef="#ctx0" brushRef="#br0" timeOffset="26594.7">20735 7646 128 0,'-6'-10'-15'0,"1"2"28"0,2-1 6 15,-3 2-10-15,0 1 0 16,2 2-7-16,-2 1-1 16,2 0-1-16,2 2 0 0,2 1 0 15,0 0 0-15,1 0-4 16,13 0 4-16,2 0 0 16,11 2 0-16,10 0 3 15,9 1-3-15,11-1 1 16,13 0-1-16,11-2 0 0,10 0 2 15,8 0-4-15,9 0 11 16,5 0-5-16,7-2 4 16,3-1 3-16,8-1-5 15,3 1 0-15,3 1-2 16,2 1-1-16,1 1-1 0,-5 0 11 16,-4 0-10-16,-4 0-1 15,-10 1 0-15,-7 3 3 16,-12-2 1-16,-8-1-1 15,-13 1-1-15,-7-1 1 0,-11 1-3 16,-6 0-1-16,-9 1-1 16,-6 1 0-16,-6 2-1 15,-8 0-8-15,-7-3-62 16,-6-3-82-16</inkml:trace>
  <inkml:trace contextRef="#ctx0" brushRef="#br0" timeOffset="27681.29">2575 8154 145 0,'0'-8'-20'0,"-2"-2"23"0,0 0 4 0,2 0 4 0,0 3-3 15,0 1-1-15,0 2-1 16,0 0-2-16,0 1-2 15,0 3-2-15,4 0-1 16,3 0 0-16,4 0 1 0,5 0 0 16,1 0 0-16,6 0-1 15,8 3-1-15,3 1 2 16,11-1-3-16,5 1 3 16,9-1 0-16,7 1 0 15,7-2 0-15,7-1-2 16,9 1 2-16,3-2 2 0,9 0-2 15,6-3 1-15,3-3 1 16,5-4 1-16,2 1-1 16,1-2-2-16,1 1 6 15,-3 2 2-15,-5 1-4 16,-7 4 3-16,-8 1-3 0,-6 2-1 16,-9 0-2-16,-9 3 1 15,-9 6-1-15,-8-1-1 16,-5 4 0-16,-10-1 1 15,-2-1-2-15,-6 0 0 16,-10-7-11-16,-7-3-167 0</inkml:trace>
  <inkml:trace contextRef="#ctx0" brushRef="#br0" timeOffset="30286.66">5614 9027 62 0,'0'0'13'0,"0"0"-11"0,0 0-2 0,48 4 2 16,-28-4 1-16,2 1-2 15,5-1 2-15,0 0 0 16,6 0 4-16,7 0-2 15,3-4 2-15,6-3-6 16,7 3 1-16,4-3 1 16,9 2-7-16,3-2 7 0,4 3 0 15,3 0 0-15,6 4 0 16,3 0-1-16,-2 0 2 16,5 4 0-16,3 9-1 15,2 1-1-15,3 3-2 0,1-1 2 16,5-3-2-16,-2-2 2 15,-4-4 7-15,-1-4 6 16,-4-3-2-16,-3 0-1 16,-12 0-3-16,-6-6 1 15,-6 0 3-15,-9-1 1 0,-10 0-2 16,-4 1-5-16,-10 0-1 16,-3 1-3-16,-9 2-1 15,-5-1 0-15,-2 4-2 16,-6 0 1-16,-3 0-2 15,-6 4-28-15,0-4-86 0</inkml:trace>
  <inkml:trace contextRef="#ctx0" brushRef="#br0" timeOffset="35203.39">6341 14570 70 0,'0'0'8'0,"0"0"5"0,0 0 3 0,-2 0 1 15,2 0-13-15,-2 0-3 0,2 0-1 16,0 0-2-16,0 0-1 15,0 0 2-15,0 3 1 16,0-2-2-16,0 2-8 16,0-3-4-16,0 0-6 15,0 0-18-15</inkml:trace>
  <inkml:trace contextRef="#ctx0" brushRef="#br0" timeOffset="35721.51">6547 13550 33 0,'0'0'0'0,"0"0"-7"0,0 0 0 0,0 0-8 16,0 0 11-16</inkml:trace>
  <inkml:trace contextRef="#ctx0" brushRef="#br0" timeOffset="36170.82">6362 14368 47 0,'0'0'32'0,"0"0"-28"15,0 0 3-15,0 0 10 0,0 0-2 16,0 0 0-16,0 0 2 16,0 0 3-16,0 0-7 15,-23 7-8-15,23-7-2 16,0 0-5-16,0 0-11 15,0-2-21-15,0-5 16 0,2-6-46 16</inkml:trace>
  <inkml:trace contextRef="#ctx0" brushRef="#br0" timeOffset="37087.92">6812 11414 53 0,'0'0'19'0,"0"0"0"0,0 0-8 15,0 0-6-15,0 0-3 16,0 0 1-16,0 0 0 0,0 0 5 15,0 0 1-15,0 0-2 16,0 0-4-16,0 0 1 16,0 0-3-16,0 0-1 15,0 0 2-15,0 0-1 0,0 0 8 16,0 0 3-16,0-2-4 16,0 2-4-16,0-1-1 15,0 1-3-15,-2 0 1 16,2-1 0-16,0 1 0 15,0 0-1-15,-2 0 1 0,2-2-1 16,0 2 1-16,0 0-1 16,0 0-4-16,0 0-6 15,0 0-23-15,2 0-64 16</inkml:trace>
  <inkml:trace contextRef="#ctx0" brushRef="#br0" timeOffset="37793.54">18392 11593 175 0,'0'0'14'0,"0"0"10"0,0 0 5 16,0 0-12-16,0 0-10 15,0 0-6-15,0 0 2 16,0 0-2-16,0 0 4 0,0 0-5 15,29-47-12-15,-23 29-65 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55:49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1082 3966 75 0,'0'0'3'0,"0"0"3"0,0 0-2 15,0 0-1-15,0 0-2 16,0 0 1-16,0 0 3 0,0 0 9 15,0 0-2-15,-34 2-1 16,34-2-1-16,-2 1-5 16,2 5-5-16,0 1 0 15,0 4 0-15,0 1 0 16,2 1 0-16,5 1 0 0,0-3 0 16,2-1 1-16,0-2-1 15,3-5 0-15,1-3 0 16,1 0 0-16,7-12 1 15,4-10 7-15,10-12 7 16,11-13-1-16,16-15-4 0,18-14-5 16,20-19-1-16,26-17-2 15,24-17-3-15,20-19-17 16,15-15-174-16</inkml:trace>
  <inkml:trace contextRef="#ctx0" brushRef="#br0" timeOffset="1393.1">787 5311 172 0,'0'0'-39'0,"0"0"40"0,-2 43 0 16,7-32-1-16,10-2 0 0,5-6 0 15,9-3 2-15,16-13 10 16,15-20 12-16,21-16-10 16,23-17-3-16,21-23-7 15,27-14-1-15,13-12-2 16,14-7-3-16,10-1-4 0,-7 2-39 16,-3 13-7-16</inkml:trace>
  <inkml:trace contextRef="#ctx0" brushRef="#br0" timeOffset="1792.18">1138 6781 175 0,'0'0'8'16,"40"-15"-11"-16,1-15 7 0,17-13-1 0,18-22-1 16,22-19-4-16,16-15 6 15,17-15-4-15,11-11-2 16,-2-4-49-16</inkml:trace>
  <inkml:trace contextRef="#ctx0" brushRef="#br0" timeOffset="2239.9">1029 9454 124 0,'38'-44'-7'0,"8"-20"9"0,21-17 0 0,16-15 1 16,13-15-1-16,16-11-2 16,9-10 1-16,8-3 0 15,3 1-1-15,-9 8-22 16</inkml:trace>
  <inkml:trace contextRef="#ctx0" brushRef="#br0" timeOffset="2734.48">944 11492 97 0,'0'0'12'0,"0"0"-8"0,38-44 5 15,-7 6 6-15,7-16 3 0,15-14 1 16,14-17-7-16,18-15-9 15,11-14 3-15,14-9-5 16,8-6 1-16,5-1-4 16,-2 4 2-16,-9 15-10 15,-14 16-59-15</inkml:trace>
  <inkml:trace contextRef="#ctx0" brushRef="#br0" timeOffset="3193.47">863 13378 122 0,'0'0'2'15,"31"-41"-2"-15,-6 4 2 0,13-13 7 0,11-18 6 16,9-17 2-16,14-16-12 16,13-15 1-16,11-11-1 0,8-10-2 15,13-7-2-15,4-5 0 16,2 6-2-16,-7 6-6 15,-7 15-39-15,-17 20-52 16</inkml:trace>
  <inkml:trace contextRef="#ctx0" brushRef="#br0" timeOffset="3600">1169 15607 198 0,'0'0'0'0,"0"0"0"0,25-48 5 0,4-16-2 0,17-36 1 0,24-39-1 16,29-51 1-16,30-42-3 16,30-39-6-16,26-36-87 15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683.78546" units="1/cm"/>
          <inkml:channelProperty channel="Y" name="resolution" value="1207.77734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6-07-26T06:57:14.1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13073 2191 125 0,'0'0'11'0,"0"0"5"0,0 0-7 16,0 0-4-16,0 0 1 15,0 0-3-15,0 0-1 16,0 0 1-16,0 0 1 0,0 0 0 15,0 0 6-15,0 0-5 16,0 0-3-16,-16-10-5 16,16 10-9-16,0 4 12 15,0 5 0-15,5 4 0 16,1 2-2-16,-1 5 0 0,0 0 0 16,3 3 2-16,-3 1-1 15,1 2 1-15,2-1-3 16,0 2 5-16,3-2-2 15,-2 1 1-15,4-2 0 16,4 3 1-16,0 0 0 0,2 1 2 16,2 4-1-16,6-2 1 15,0 1-3-15,4 0 2 16,1-1 2-16,3-6-3 16,-1 0 7-16,4-4 9 15,-4-6-8-15,-1-1-1 0,-1-6-1 16,1-1-5-16,1-2 4 15,1-4-5-15,-3 0 1 16,1 0 1-16,0 0-1 16,-2 0 1-16,-4-4-1 15,-2-2-21-15,-6-5-66 0,-6 0-43 16</inkml:trace>
  <inkml:trace contextRef="#ctx0" brushRef="#br0" timeOffset="163.88">13874 2718 188 0,'0'0'15'0,"0"0"18"0,0 0-28 15,0 0-9-15,0 0 9 16,0 0-3-16,0 0-2 16,0 0 1-16,25 60 3 0,-25-22-12 15,-9 5-70-15</inkml:trace>
  <inkml:trace contextRef="#ctx0" brushRef="#br0" timeOffset="961.74">16101 1789 99 0,'0'0'-12'0,"0"0"22"0,0 0 7 0,38-41 14 0,-35 31 2 16,-3 0 0-16,0 3-16 0,0 0-6 15,-2-2-1-15,-3 2-10 16,-6 1 3-16,-1 2-5 16,0 1 5-16,-5 3-6 15,-2 0 0-15,-4 3-3 16,-4 10-1-16,-2 1-6 0,-4 3 16 16,4 3-9-16,1 0 10 15,3 4-3-15,6 0-1 16,3 5-5-16,5-1 3 15,3 3 2-15,7 1-3 16,1-2-2-16,7-1-2 0,9 0 2 16,6-5 5-16,5-2 2 15,2-1 1-15,2-2 7 16,1 0-3-16,-1 2 1 16,0 2-3-16,-2 1 0 15,-2 3-3-15,-4 4 2 16,-3 3-2-16,-4 1 2 0,-6 0-4 15,-9 0 4-15,-1-2-4 16,-13-2 4-16,-9-4 4 16,-7-2-4-16,-4-3 4 15,-4-2 0-15,0-6 6 16,1-4-4-16,-1-3-2 0,5-5 6 16,-1-2-8-16,4-2-4 15,2-9-1-15,2-5 1 16,6-5-3-16,4-4 0 15,5-4-5-15,6-4-15 16,4-2-25-16,4-5-55 16</inkml:trace>
  <inkml:trace contextRef="#ctx0" brushRef="#br0" timeOffset="1459.62">16441 2238 140 0,'0'0'-8'0,"0"0"26"0,0 0 9 0,0 0-30 15,0 0-1-15,0 0 0 0,-10 42 11 16,7-20 6-16,0 2-3 16,3-1-5-16,0-2 2 15,3 0-1-15,3-5-4 16,4-2 1-16,5-4 2 16,2-3-2-16,5-4 7 0,4-3-5 15,5 0 2-15,5-10-3 16,0-8-1-16,4-5 2 15,-1-3-2-15,-2-5-5 16,-5 1-1-16,-6 3 2 16,-8 6 1-16,-6 4 1 15,-4 4 2-15,-6 7 25 0,-2 6-5 16,0 0-20-16,0 0-9 16,-2 12 11-16,-3 2-8 15,0 3 6-15,1 4-1 16,0 2-2-16,2 3 0 15,2-1-2-15,0-2-24 0,0-5-50 16,4-6-60-16</inkml:trace>
  <inkml:trace contextRef="#ctx0" brushRef="#br0" timeOffset="2093.05">17053 2208 171 0,'0'0'13'0,"0"0"1"16,0 0-11-16,0 0-2 0,43-17-1 15,-30 17 0-15,-1 10 1 16,1 1 5-16,0 5 2 16,-2 1 1-16,-1 3-4 15,-5 1-2-15,-1-1 0 16,0-2-1-16,-4-2 2 0,0-3-2 15,0-6-5-15,0-1-1 16,0-6-10-16,0 0 30 16,0-6-14-16,0-5-2 15,2-6-4-15,4 0 7 16,5-2-4-16,1 1-2 0,-1 0 2 16,5 3 2-16,-3 5 0 15,1 0 1-15,1 4 1 16,-1 2 1-16,2 3-3 15,2 1-1-15,1 1-1 16,-2 11-3-16,2 2 2 0,-1 2 2 16,-4 3-1-16,-4-2 1 15,-3 2 2-15,-5-1 0 16,-2-4-3-16,0-1 1 16,0-3 1-16,-2-3-5 15,-4-6 12-15,2-1-2 0,1 0 2 16,3-9-6-16,0-6-1 15,0-1-2-15,11-4 5 16,5-2-1-16,6 1-2 16,2-2-1-16,3 2 3 15,1 3-4-15,0 6 2 0,-2 1 0 16,0 2 2-16,-1 8-1 16,1 1-1-16,1 0-1 15,-4 5-1-15,0 8 1 16,-2 2-2-16,-5 3 2 15,-8 3 0-15,-3 5-1 16,-5-2-8-16,0-1-38 0,-2-5-72 16</inkml:trace>
  <inkml:trace contextRef="#ctx0" brushRef="#br0" timeOffset="2760.74">18037 2178 209 0,'0'0'-10'0,"0"0"38"0,0 0-13 0,35-16-13 0,-25 16-1 16,-1 9-2-16,-2 3 0 15,-1 3 2-15,-1 4 2 16,-1 0 0-16,0 2 0 15,-2-2-1-15,-2 1 0 0,0-3 0 16,0-4 0-16,0-3 1 16,0-3-13-16,0-4-4 15,0-3 5-15,0 0 21 16,0-2-6-16,0-9-17 16,0-2 0-16,7-2 5 0,4-2 4 15,2 0 5-15,3-2-1 16,1 2 1-16,2 3 7 15,2 0 2-15,3 2-3 16,1 1-5-16,1 4-2 16,1 1-2-16,-3 6 0 15,1 0-2-15,-1 4-1 0,-3 9 0 16,-3 4 0-16,-2 4-1 16,-2 1 6-16,-4 2-2 15,-5-1 1-15,-2-2 1 16,-2-2-1-16,-1-3 2 15,0-3-5-15,0-4-6 0,-4-5 4 16,0-4 5-16,1 0 11 16,1-7-2-16,2-6 0 15,0-4-6-15,0-3-3 16,10-1 10-16,5-5-10 16,4 1 2-16,3 1-3 0,2 1 0 15,3 3 0-15,-1 3 2 16,-2 6-2-16,-2 6 2 15,1 2-2-15,-5 3-2 16,2 0 0-16,-3 10-1 0,0 5 2 16,-3 0 0-16,-2 5 0 15,-1 0 0-15,-2 0-17 16,1 0-26-16,2-4-43 16</inkml:trace>
  <inkml:trace contextRef="#ctx0" brushRef="#br0" timeOffset="3190.69">19211 2183 113 0,'0'0'96'0,"0"0"-70"0,10-45 3 0,-10 34-22 16,0 1-7-16,-7 3-1 15,-3 4 0-15,-8 3 1 16,-2 0 3-16,-1 0-4 15,-1 10-2-15,2 5 10 0,1 2-5 16,4 2-2-16,3 1 1 16,5-1-3-16,5-1-3 15,2-1 2-15,0-3 0 16,6-5 2-16,4-1-5 16,9-5 12-16,1-3-4 15,5 0 2-15,3-8 0 0,2-7-3 16,1 0 0-16,-6-1-1 15,0 1 1-15,-6 0-1 16,-3 4 1-16,-7 4 0 16,-3 1 2-16,-3 2 7 0,-1 4-3 15,-1 0-8-15,-1 0-6 16,1 7 6-16,1 3 1 16,1 4 1-16,0 1 1 15,1 3-2-15,-1 0-4 16,2 0-31-16,0-4-40 15,2-3-5-15</inkml:trace>
  <inkml:trace contextRef="#ctx0" brushRef="#br0" timeOffset="3565.15">19510 2151 205 0,'0'0'-17'0,"0"0"29"0,40-26 0 0,-27 21-5 0,3 2-2 16,-2 3-4-16,1 0-1 15,-2 8-6-15,0 4 4 0,-1 2 0 16,-1 5 6-16,-4-1-1 16,-1-1-2-16,-1-1 1 15,-4-3 0-15,-1-4 0 16,0-3-2-16,0-3-3 0,0-3 6 15,0 0 37-15,-1 0-7 16,-5-8-17-16,2-4-4 16,1-2-2-16,3-5-1 15,0 0-3-15,0-3-1 16,0 1-2-16,3-1-2 16,7 3 3-16,5 0-5 0,6 2 2 15,6 3-5-15,4 0-10 16,3 5-24-16,-1-1-31 15,-1 3-57-15</inkml:trace>
  <inkml:trace contextRef="#ctx0" brushRef="#br0" timeOffset="4029.99">20002 2012 144 0,'0'0'47'15,"0"0"-25"-15,0 0-30 16,0 0 5-16,0 0 3 0,0 0 4 15,0 0 2-15,17 44-2 16,-9-31 2-16,3-2-1 16,1-1-1-16,2 0 0 15,1-4 2-15,2-2 4 16,0-4-2-16,0 0 0 0,1 0-3 16,1-1 1-16,-1-8 0 15,-2-2 0-15,1-1-2 16,-3-2-1-16,2 0-3 15,-5-2 2-15,-1 2-2 16,-4 2 3-16,1 3-2 0,-5 2 1 16,-2 1 4-16,0 5-2 15,0 1-4-15,0 0-4 16,0 1-3-16,1 8 5 16,2 4 2-16,1 3-3 15,1 3 1-15,3 4 2 16,0 1-2-16,1 1 2 0,1 2-1 15,-2-1 2-15,0 1-2 16,-5-2 2-16,-3 1-2 16,-3 0 0-16,-19 2-1 15,-10 3 1-15,-15 2 9 0,-13-1-4 16,-12 1-13-16,-10-1-18 16,-15-7-38-16,-7-4-42 15</inkml:trace>
  <inkml:trace contextRef="#ctx0" brushRef="#br0" timeOffset="4975.17">15185 2870 106 0,'0'0'-16'0,"0"0"23"0,0 0 6 0,-38 0 3 15,31-2 3-15,1-2-4 16,-1 0 0-16,2 0 1 16,-2-2-2-16,2 4-3 0,2-2-4 15,1 0-4-15,-3 3-1 16,3-1-2-16,1 1 1 16,1 0 2-16,-1 1 4 15,1 0-6-15,0 0-9 16,0 0 1-16,0 0 0 15,7 0 6-15,4 2 1 0,3 1-3 16,7 1 6-16,6-2-3 16,3 0 1-16,7-2 0 15,5 0-1-15,5 0 0 16,7 0 2-16,4-2 1 16,6-3-5-16,6 1 4 0,4-3-1 15,7 3-1-15,10-2 6 16,3 0-2-16,9 1 1 15,11-2 2-15,3 1-4 16,8-1 0-16,8-1-9 16,7 0 14-16,4 1-7 0,5-3-2 15,8-1 2-15,7-2-4 16,1 3 11-16,0-2-5 16,3 0-2-16,0-1 3 15,6 3-2-15,-2-1 1 16,0 2-6-16,7-2 8 0,0 2-2 15,-4 1 0-15,0 1-4 16,0 0 5-16,-7-2-1 16,-4 3-2-16,-7-3 2 15,-6 3-2-15,-4-1 3 16,-7 1-4-16,-6-1 0 0,-8 1 1 16,-4 0-1-16,-10 0 0 15,-9 0 3-15,-9 2-2 16,-7 0 0-16,-10 1 1 15,-8 1-1-15,-9 2 1 0,-11 0-1 16,-11 0-22 0,-18-4-61-16,-12-2-90 0</inkml:trace>
  <inkml:trace contextRef="#ctx0" brushRef="#br0" timeOffset="5380.35">20990 1495 271 0,'0'0'-31'0,"0"0"28"0,0 0-7 0,2 65 7 0,-2-19 1 16,-3 8 1-16,-3 18 4 15,3 9 0-15,3 4 1 16,0 2 1-16,2 1-2 16,10-5 0-16,1-7 0 0,1-12 0 15,-4-9-16-15,-1-12-33 16,-1-16-22-16</inkml:trace>
  <inkml:trace contextRef="#ctx0" brushRef="#br0" timeOffset="6157.54">20917 1434 175 0,'-37'-14'23'15,"-3"-2"-5"-15,-5 3-3 16,-2 2-8-16,-11 1-2 16,-7-1-7-16,-12-1 5 15,-4 2 3-15,-7-3-4 16,-6 2-1-16,-6-3 1 0,-3 3-2 15,-4 1 0-15,-9 1 0 16,-3-2 1-16,-7 5-2 16,-4-1 2-16,-7 3-1 15,-4-3 0-15,-5 3 0 16,-5-2 0-16,-2 2 0 0,-5-2 1 16,-3 2 0-16,-1 1 0 15,-2 0 2-15,2 1 0 16,0 2-1-16,0 0 0 15,4 0-1-15,2 0 1 16,3 2 0-16,-1 4-2 0,4-1 0 16,1 2 0-1,2 2 0-15,4-1 1 0,2 0-1 16,4 3 0-16,7 0 0 16,8 0 0-16,5-2 0 15,8 4 0-15,10 1 0 16,5 0 0-16,8 2 0 0,3 1 0 15,4 4 0-15,8 2-1 16,6-2 2-16,7 5-1 16,7-2 0-16,6 3-1 15,6 1 1-15,2 2-3 0,4 3 2 16,5 1-1-16,2 0 1 16,2 7 0-16,1-1 0 15,2 6 0-15,2 5-1 16,-2 8 2-16,1 5 0 15,2 7-1-15,-1 3-1 16,6 7-1-16,6-2 2 0,7-3 0 16,2-5 1-16,21-3-1 15,21-4 0-15,19-6 3 16,23 2 1-16,28-4 2 16,28-1-1-16,22-8 1 0,18-12-84 15</inkml:trace>
  <inkml:trace contextRef="#ctx0" brushRef="#br0" timeOffset="7751.86">13252 3938 52 0,'-3'0'1'0,"1"0"-1"0,0 0 1 15,0 0 1-15,0-3 1 16,0 0 14-16,1 3 1 15,-1-3-2-15,2 3 0 0,-2-1-5 16,2 1-7-16,0 0-4 16,0 0-3-16,-2 1 2 15,2 4 1-15,0 2-1 16,0 0 1-16,0 1-1 16,0 0 0-16,0 1 0 0,0-1 1 15,0 0-1-15,0 2 1 16,6-3-2-16,-1 1 1 15,3 1 1-15,2 0 1 16,3-1 4-16,3-2-3 16,2 2-1-16,6-1 7 0,6 1 0 15,1-3 0-15,6 1-2 16,-1-2 1-16,1-1-5 16,3-3 6-16,-1 2-2 15,4-1 2-15,-2-1 1 16,3 0 2-16,-2 0-1 15,-1 0-4-15,-2 0-3 0,0 0-1 16,-7 0 0-16,-1 0-1 16,-5 0 1-16,-3 0 2 15,-3 0-5-15,-7 0-43 16,-6-3-45-16</inkml:trace>
  <inkml:trace contextRef="#ctx0" brushRef="#br0" timeOffset="7929.1">14126 3956 224 0,'0'0'-45'0,"0"0"49"0,51 0 3 0,-31 10 1 15,-9 9-5-15,-6 8-2 16,-7 6-42-16,-23 4-86 0</inkml:trace>
  <inkml:trace contextRef="#ctx0" brushRef="#br0" timeOffset="9206.69">15676 3751 42 0,'0'-2'29'0,"0"1"-27"0,0 1 1 0,-3 0 2 16,0 0 5-16,1 0-2 15,-3 4 4-15,1 6 0 16,1 1 3-16,1 7-5 0,-2 4-4 16,2 2-2-16,2 1-3 15,-2 4-1-15,1-2 2 16,-1 1-1-16,-3-1-1 15,0-4-5-15,0-3-35 16,-2-6-20-16</inkml:trace>
  <inkml:trace contextRef="#ctx0" brushRef="#br0" timeOffset="9816.12">15599 3718 121 0,'0'0'-1'0,"0"0"2"15,0 0-1-15,47-17 1 16,-29 14 0-16,3-1 5 15,2-2 3-15,-2 3 5 0,5 0 0 16,-2 0-1-16,1 3-2 16,-2 0-3-16,-1 0-7 15,-5 0 0-15,-2 6 0 16,-5 4 0-16,-7 0 0 16,-3 1-3-16,0 2 5 0,-2 0-4 15,-10 1 3-15,-6 0 8 16,-2 5-7-16,-4-2 1 15,-3-2-3-15,0 1-1 16,2-2 3-16,1-2-2 16,4-4 0-16,2-4 0 15,5-1 1-15,3-1-2 0,2-2 0 16,5 0 1-16,-1 0 2 16,3 0-2-16,1-3 5 15,0-3-9-15,3 3 6 16,3 1-6-16,3 0 4 15,3 0 0-15,3 2-3 0,1 0 3 16,2 0-1-16,4 0 2 16,-1 4-1-16,3 1 0 15,1 2 3-15,-1 2-1 16,0-1 1-16,2 1-2 16,-2-1-1-16,-2 1 0 0,-3 1 1 15,3-2-1-15,-5 2 1 16,0-1-12-16,-2-3-31 15,-1-1-58-15</inkml:trace>
  <inkml:trace contextRef="#ctx0" brushRef="#br0" timeOffset="10107.73">16260 3760 216 0,'0'0'7'0,"0"0"-20"0,0 0 13 0,0 0 1 15,9 36 1-15,-4-19-1 16,-3 0 1-16,0 1-2 15,-1 1 1-15,0 1-1 16,-1-3 2-16,0-1 0 16,0-1-23-16,-1-2-49 0,-4-5-11 15</inkml:trace>
  <inkml:trace contextRef="#ctx0" brushRef="#br0" timeOffset="10492.47">16262 3763 154 0,'0'0'3'0,"0"0"1"16,0 0 1-16,48-10 5 0,-29 10-2 16,2 9-2-16,3 4 2 15,-4 5-5-15,3 2-2 16,-1 3 0-16,0-2 0 15,0-1-1-15,-3-4 0 16,1-2-1-16,-2-5 0 0,1-3 1 16,-3 0 4-16,0-3 0 15,-3-3-1-15,-1 0 6 16,-5 0 4-16,1-7 9 16,-6-5 2-16,-2-2-6 15,0-6-5-15,0-2-2 16,-2-3-8-16,-5 1 3 0,3-3-4 15,-2 6 0-15,1 1-2 16,3 4 0-16,2 5-4 16,0 4-9-16,0 4-14 15,0 2-59-15,0-1-75 0</inkml:trace>
  <inkml:trace contextRef="#ctx0" brushRef="#br0" timeOffset="10748.83">16844 3718 177 0,'0'0'9'0,"0"0"-6"16,0 0 1-16,0 0-5 0,0 0 0 15,0 0-4-15,0 0 9 16,6 45-2-16,-6-24-1 15,0 1-1-15,0-1 2 16,0 1-2-16,0-2 0 16,2-1 1-16,-2-4-14 15,0-4-31-15,0-3 4 0,0-1-17 16</inkml:trace>
  <inkml:trace contextRef="#ctx0" brushRef="#br0" timeOffset="11090.99">16866 3730 119 0,'0'0'6'16,"0"0"3"-16,0 0-6 16,50-11-1-16,-29 13 4 0,0 9-1 15,4 6 7-15,-1 1 0 16,3 5-6-16,1 0-1 15,-3 0-2-15,0-3-2 16,-5-2 0-16,2-4 0 16,-4-3 3-16,-4-3 5 0,0-4 2 15,-2-3 6-15,-4-1 1 16,2 0 3-16,-3-7 6 16,-2-6-1-16,-2-5-8 15,0-6-5-15,-1-2-5 16,-2-2-4-16,0 0-3 0,0 2-3 15,2 2-18-15,0 4-10 16,-1 1-24-16,3 4-94 16</inkml:trace>
  <inkml:trace contextRef="#ctx0" brushRef="#br0" timeOffset="11631.77">18080 3817 228 0,'0'0'-19'0,"0"0"19"0,0 0-1 0,0 0-1 0,0 0 4 16,0 0-5-16,39 20 0 15,-31-17-4-15,-2-3 3 0,-2 0 3 16,1-1 6-16,-1-8 14 16,0-4 4-16,0-1-5 15,0-2-3-15,-2-5-4 16,0 0-3-16,-1-2-3 15,1-1 0-15,0-2-1 16,4 2-2-16,-1-3-1 0,6 5-1 16,-3 0 0-16,1 4-1 15,1 4 0-15,-3 4 0 16,1 5-1-16,-4 3 2 16,3 2-4-16,-2 0 4 15,2 9-2-15,-2 4 0 0,5 1 1 16,-1 2 1-16,3 3 1 15,1-1-1-15,3 2-1 16,-2 0 1-16,1-2 0 16,-2 1 0-16,-2-1-12 15,-2-1-16-15,-4 0-24 16,-4-1-10-16,-1-5-6 0</inkml:trace>
  <inkml:trace contextRef="#ctx0" brushRef="#br0" timeOffset="12073.98">18181 3719 135 0,'0'0'-3'0,"0"0"15"0,55-31-3 0,-31 22 3 0,2 0-6 16,2 3-2-16,1 0-2 15,1 1 3-15,3 2-4 16,-1 1 0-16,-1 2 0 16,-2 0-2-16,-2 0 1 15,-2 5 1-15,-2 4 3 0,-3 1-3 16,-4 3 4-16,-1 1-2 16,-3 3-3-16,-2-4 0 15,-2 3 0-15,-6-3 0 16,0-3 1-16,-2-1 1 15,0-2 1-15,0-2-4 0,0-4 6 16,-6-1 4-16,-1 0 3 16,-2 0 0-16,2-6 8 15,-2-5-1-15,3-3-2 16,1-2-10-16,3-2 2 16,2-2-7-16,0-1-4 0,7-1 2 15,3 2 0-15,4 3-4 16,6 3-7-16,-1 3-13 15,2 2-25-15,-1 4-28 16</inkml:trace>
  <inkml:trace contextRef="#ctx0" brushRef="#br0" timeOffset="12350.71">18913 3613 228 0,'0'0'-22'0,"0"0"22"0,0 0-4 0,-41 8 3 0,29 1 0 16,-2-1 0-16,3 2 2 15,1 0-1-15,6 0 0 16,4 1 0-16,0 1 0 0,0-2-2 16,5-2-1-16,8-1 6 15,2 0 3-15,6-4 2 16,3 0-4-16,6-3 2 15,1 0-4-15,1-4-3 16,1-3-23-16,-2-6-27 16,-4-3-5-16,-2-2-27 0</inkml:trace>
  <inkml:trace contextRef="#ctx0" brushRef="#br0" timeOffset="13035.53">19115 3431 124 0,'0'0'11'0,"0"0"14"16,0 0-20-16,0 0-8 16,0 0 2-16,-38 37-2 15,35-16 7-15,2 6-3 16,1-3 1-16,0 2 0 16,0-3 2-16,8 1-5 0,-5-3-1 15,4 0 6-15,0-5 0 16,-2 1 0-16,2-4-2 15,-4-2-1-15,1 0 1 16,0-5-1-16,-2-1 0 0,0-4 1 16,-2-1-1-16,1 0 10 15,0-4 29-15,2-6-37 16,3-2 0-16,1-3-3 16,3-1-3-16,3 0-6 15,1 4 1-15,1-1-2 0,1 3 4 16,-1 0 5-16,1 4 1 15,1 0 2-15,0 1-2 16,0 5 1-16,-2 0 0 16,0 0-2-16,-3 1 1 15,-1 9 0-15,-3 0 0 16,-3 3 1-16,0 3-1 0,-2-2 3 16,1-1-1-16,-1-2 0 15,1 0-4-15,0-1 4 16,2-3-5-16,0-4 3 15,1 0-3-15,3-2 4 16,4-1 4-16,-1 0-3 0,3-7 1 16,-1-2-1-16,1-3 1 15,0-4-3-15,0 1 1 16,-3-1-1-16,0 2-1 16,-4 0-3-16,-5 4 4 0,-2 1 2 15,-2 4 1-15,0 3 4 16,0 2-3-16,-2 0-4 15,-2 0 0-15,0 9-2 16,-2 1 0-16,3 1 1 16,3 3-2-16,0-1-1 15,0 2 1-15,9-3 0 0,0-1 4 16,4 1-1-16,1-2 2 16,2-5-6-16,1-3-50 15,-1-2-75-15</inkml:trace>
  <inkml:trace contextRef="#ctx0" brushRef="#br0" timeOffset="13177.47">19524 3412 178 0,'0'0'-11'0,"0"0"11"0,0 0-44 0</inkml:trace>
  <inkml:trace contextRef="#ctx0" brushRef="#br0" timeOffset="13460.66">19869 3391 186 0,'0'0'-6'16,"0"0"12"-16,0 0 3 0,28 58-5 16,-17-34 0-16,-4 2-1 15,1 3-1-15,-3-1-1 16,3-2-1-16,-3-1 0 15,-2-2 0-15,-1-3-11 16,-2-3-26-16,0-5-22 16</inkml:trace>
  <inkml:trace contextRef="#ctx0" brushRef="#br0" timeOffset="13916.67">19865 3617 262 0,'0'0'-17'16,"0"0"24"-16,0 0-3 15,0 0-3-15,40-14 0 16,-19 11 0-16,4-1 1 0,1 1-1 16,3 0-2-16,3 0-1 15,1-2-1-15,-2 0 5 16,1-2 1-16,1 1-2 15,-2-1 1-15,-2-1-2 16,-1-2 0-16,-2 1 1 0,-8 2 0 16,-3 0-1-16,-5 0 1 15,-6 1 0-15,-2 2 1 16,-2 0 0-16,-1 2-2 16,-9 1 5-16,-7 1-8 15,0 0-2-15,-3 0 7 0,-3 6-3 16,4 5 2-16,-1 1-1 15,6 1-1-15,1 3 1 16,6-2-1-16,1 0 0 16,4 1 0-16,2-1-1 15,0-1-2-15,10 1-1 0,4-3 2 16,5-2 4-16,5-2 2 16,6-1-2-16,4-5-35 15,2-1-27-15,2 0-15 16</inkml:trace>
  <inkml:trace contextRef="#ctx0" brushRef="#br0" timeOffset="14223.63">20634 3484 124 0,'0'0'9'0,"0"0"6"0,-40 5-9 0,26 5 0 0,1 3-1 15,3 1 0-15,2 0 0 16,4 0-2-16,3-1 1 16,1 0 0-16,0-2 0 15,10-2 6-15,3-2 16 0,3-3-8 16,8 1-7-16,5-4-4 16,1 0-3-16,3-1-3 15,3 0 1-15,2-1-12 16,-4-9-5-16,-3-1 0 15,0-5 5-15,-2-3 4 0,-7-5-12 16,-1-3-27-16,-5-3-9 16,-3-2-8-16</inkml:trace>
  <inkml:trace contextRef="#ctx0" brushRef="#br0" timeOffset="14428.59">20983 3262 77 0,'0'0'1'15,"0"0"29"-15,0 0 7 16,0 0-9-16,0 0-6 15,0 0-13-15,0 0-11 16,-37-16 2-16,32 33 4 16,-1 6 2-16,2 3-2 0,2 3 1 15,1 1-9-15,1 0 4 16,0 0 4-16,0-2-4 16,2-3 2-16,0 0-2 15,-1-4 1-15,0 1-12 0,-1-5-49 16,0-4-34-16</inkml:trace>
  <inkml:trace contextRef="#ctx0" brushRef="#br0" timeOffset="15341.01">20858 3554 206 0,'0'0'-4'15,"0"0"36"-15,0 0-7 16,0 0-18-16,0 0-9 15,0 0 3-15,13-38-2 16,0 35 1-16,3 0-2 0,2-1 4 16,5 3-2-16,1-3-2 15,3-1 2-15,2 2 2 16,1-4-2-16,1 1 0 16,-3-2 0-16,-2 0-2 15,-3-1 2-15,-4 2 2 0,-5 0-2 16,-4 1 0-16,-5 2 1 15,-2 1 5-15,-3 2 5 16,0 1-5-16,0 0-5 16,-5 0 2-16,-4 4-3 15,1 3 1-15,-2 4-1 0,0 1 0 16,3 0-1-16,3 1 0 16,1 0 0-16,3 1-1 15,0-2 0-15,0-1-1 16,3-1 0-16,4-2-3 15,5-1 3-15,0-2 1 16,2-2 2-16,3-3-1 0,0 0-2 16,2 0 2-16,-2-6 1 15,0-4 0-15,3-4 1 16,-4-2 2-16,-1 2-1 16,0-2 0-16,-1 3 1 0,0 2 0 15,-2 3-2-15,-2 1 2 16,-1 2-2-16,1 2 0 15,2 3-1-15,-4 0 0 16,3 0 0-16,0 3-1 16,1 6 1-16,0-1 0 15,-3 1-1-15,3 2 1 0,-1-1 0 16,1 0 0-16,3 0 0 16,0-1 1-16,3-2-1 15,2-2 0-15,-2-2 1 16,4-1-1-16,0-2-3 15,0 0 3-15,1 0 1 0,0-8 7 16,0-1-1-16,-2-3-5 16,0-2 1-16,-3-1-1 15,1-1-1-15,-4 0 2 16,-3 2-2-16,-3 0 1 16,-1 2-1-16,-4 1 0 0,-2 4 2 15,-2 1-6-15,0 2 3 16,0 1 0-16,-1 3 0 15,-4 0 2-15,-3 0-5 16,2 3 1-16,-1 7 1 16,1 3 0-16,0 1 0 15,0 3 0-15,4 0-1 0,1-1 1 16,1-2-1-16,0-1-1 16,0-2-1-16,7-1 0 15,3-4 3-15,1-1 5 16,5-1 1-16,5-2 7 0,1-1-6 15,6 1-4-15,3-2-1 16,0 0-25-16,-4-5-121 16</inkml:trace>
  <inkml:trace contextRef="#ctx0" brushRef="#br0" timeOffset="16502.25">13391 4997 97 0,'0'-8'-8'0,"0"-2"10"0,-1 1-1 0,1 0-2 16,0 1-8-16,0 1-6 16,0 0 10-16,-1-1 5 0,0-1 2 15,-1 1 13-15,-3 1 3 16,0 2 9-16,3-2 3 16,-2 4-7-16,-1 2-12 15,2-2-3-15,2 3-4 16,-1 0-3-16,2 0-2 15,-2 0-1-15,0 4-3 0,0 4 4 16,0 3 0-16,0 3 1 16,2 0-1-16,0 2 0 15,0 2 1-15,0 2-2 16,6 0 1-16,2 1 0 16,5-1 0-16,4 3 1 15,3-3 3-15,2 1 0 0,4-1 2 16,6 1 0-16,1-1 1 15,6-1-2-15,3-1 7 16,2-2-7-16,6 1 3 16,0-4 3-16,1-1-2 0,3-4-2 15,-1-1 4-15,3-3 0 16,0-3-6-16,0-1 2 16,-1 0-1-16,-1-2 1 15,-3-6-2-15,-4 0 1 16,-3-2 0-16,2 0 0 15,-4 1-3-15,-5 1-1 0,-2-1 1 16,-5 4-1-16,-7 1-2 16,-7 1-13-16,-7 2-10 15,-5 1-28-15,-4 0-39 16,-4 0-23-16</inkml:trace>
  <inkml:trace contextRef="#ctx0" brushRef="#br0" timeOffset="16700.21">14437 5125 196 0,'0'0'-14'0,"0"0"25"0,0 0 9 0,37-34-2 0,-20 28-4 16,0 3 5-16,3 3-7 15,-2 2-7-15,-4 14-4 0,-4 9-2 16,-7 9-1-16,-3 16 0 15,-23 12-11-15,-19 8-84 16</inkml:trace>
  <inkml:trace contextRef="#ctx0" brushRef="#br0" timeOffset="18210.75">17863 4968 102 0,'0'0'8'0,"0"0"5"0,0 0-11 0,0 0 0 0,0 0-2 15,0 0-1-15,0 0 0 16,0 0 1-16,43-39 1 15,-35 35-1-15,-3 0 0 16,-3 1 1-16,2 2 1 16,-4 0 10-16,0-1 5 0,0 2 4 15,0-2-2-15,0 2-12 16,-4 0-7-16,-3 0 6 16,-6 0-2-16,-1 0-2 15,-2 5-1-15,-3 1 0 16,-1 3-1-16,-1 4 2 0,3 0-1 15,0 4 0-15,3 1 1 16,3 5 0-16,0-2 2 16,7-1-3-16,1-1 2 15,4-4 0-15,0-2-4 0,0-3 8 16,12-3 1-16,5 0 4 16,4-1 1-16,6-5-5 15,5 2-4-15,3-3-1 16,0 0-2-16,1 0-9 15,-2 0-26-15,0-3-21 16,-4-2-13-16,-1-3 32 0</inkml:trace>
  <inkml:trace contextRef="#ctx0" brushRef="#br0" timeOffset="18567.4">18167 5039 76 0,'0'0'11'0,"0"0"14"0,0 0-9 16,0 0-7-16,-42 17-2 16,34-6-5-16,4 0 1 15,2 1-1-15,2-2-2 0,0-1 4 16,2-1 1-16,9-1 0 16,1-3 0-16,5-4 5 15,3 0 2-15,2 0 4 16,1-3-7-16,1-5-3 15,-1-2-2-15,-1 0-2 16,-5-3 4-16,-2 0-2 0,-4-1 0 16,-2 0 4-16,-7 1 2 15,-2 0-2-15,-2 5-1 16,-10 2-3-16,-5 3-5 16,-5 3 8-16,-4 0-4 15,-2 5-6-15,1 7-1 0,4 0-12 16,4 2-15-16,6-3-17 15,9-1-17-15</inkml:trace>
  <inkml:trace contextRef="#ctx0" brushRef="#br0" timeOffset="19064.93">18421 5026 163 0,'0'0'2'0,"0"0"11"0,0 0-2 16,0 0 1-16,37-20-5 16,-33 20-5-16,-2 0-1 15,-2 4-1-15,0 6 2 16,0 0-3-16,0 2 6 16,0-1-3-16,0 0 2 0,0-2-3 15,0-1-7-15,0-2 5 16,-2-2 6-16,2 0-5 15,-2-1 1-15,-1-1 2 16,3-2-3-16,0 0 8 16,0 0-2-16,0-3 1 0,0-7 0 15,0 1-5-15,0-3 3 16,0 0-2-16,5-1-1 16,-1-1 0-16,2 0-6 15,3 1 4-15,3 2 0 16,1 1-3-16,1 2 3 0,2 1 0 15,1 2 6-15,1 2 2 16,0 2-5-16,0 1 1 16,-1 0-1-16,-1 1-2 15,-2 6 1-15,-5 3-1 16,-1 3 0-16,-7 0-3 0,0 1 0 16,-1 2 4-16,0-2-9 15,-6 0 0-15,-2 0-10 16,1-1-18-16,1-6-22 15,2-3-12-15</inkml:trace>
  <inkml:trace contextRef="#ctx0" brushRef="#br0" timeOffset="19320.78">18788 4832 237 0,'0'0'12'0,"0"0"3"0,0 0-21 15,0 0 7-15,0 0-1 0,0 0-1 16,23 48 2-16,-18-24 1 16,0 1 1-16,-2 1-2 15,-1 1-1-15,-2 1 0 16,0-2-11-16,-2-3-27 15,-6-4-6-15,1-3-43 0</inkml:trace>
  <inkml:trace contextRef="#ctx0" brushRef="#br0" timeOffset="19756.47">18779 5017 191 0,'0'0'8'0,"0"0"15"16,0 0-17-16,0 0-3 15,0 0 0-15,0 0 4 0,47-25 1 16,-27 22-1-16,0 0-1 16,2-1 0-16,0 1-2 15,4-1-1-15,-1-1-2 16,1 1 0-16,-5-1 0 15,0-1 0-15,-4 0 0 0,-5 0-1 16,-1 0 1-16,-3 1 0 16,-2-2 0-16,-6 4 0 15,0 1 0-15,0 0-2 16,0 2-6-16,-13 0 4 16,1 0-2-16,-3 3 6 0,1 5 1 15,-4 2-2-15,1 3 0 16,5-1 0-16,3 3 0 15,3-1 0-15,6 2-1 16,0 0-3-16,6-2 1 16,8-1-2-16,3-1 7 15,6-2-2-15,0-2-2 0,5-3-49 16,-1-2-31-16</inkml:trace>
  <inkml:trace contextRef="#ctx0" brushRef="#br0" timeOffset="20005.12">19331 4988 137 0,'0'0'26'0,"0"0"15"0,0 0-35 0,0 0-7 0,0 0 4 16,0 0 6-16,0 0 2 15,0 0-1-15,14 39-3 16,-1-30-2-16,-4 1-3 16,2-3-1-16,2 0 0 0,-1 0-1 15,0-3-15-15,0-1-28 16,-5-3-47-16</inkml:trace>
  <inkml:trace contextRef="#ctx0" brushRef="#br0" timeOffset="20213.86">19401 4952 258 0,'0'0'6'0,"0"0"-6"0,-43 14 0 16,23 2 0-16,0 4-2 15,2 0 4-15,0 1-5 16,4-1 4-16,5-2-4 15,3-1-3-15,5-1-45 16,1-5-34-16,0-2-7 0</inkml:trace>
  <inkml:trace contextRef="#ctx0" brushRef="#br0" timeOffset="20502.66">19725 4772 153 0,'0'0'-15'0,"0"0"15"15,0 0 2-15,0 48 10 16,-2-27 2-16,2 2-6 15,0 2-4-15,0 0-4 16,4 0 2-16,3-4 0 0,1 1-4 16,-3-5 1-16,4 0 0 15,-4-3 1-15,1-4-5 16,-2-4-59-16</inkml:trace>
  <inkml:trace contextRef="#ctx0" brushRef="#br0" timeOffset="20687.79">19563 4960 299 0,'0'0'-1'16,"0"0"4"-16,0 0-6 16,0 0 2-16,49-24 1 15,-15 17-2-15,6 0 4 16,6 2-1-16,4-1-28 0,-2 0-68 15</inkml:trace>
  <inkml:trace contextRef="#ctx0" brushRef="#br0" timeOffset="21114.42">20348 4753 209 0,'0'0'-18'0,"0"0"15"16,0 0 3-16,36 14 5 0,-24 1 2 15,3 7-1-15,2 1 1 16,1 2-3-16,1-2-3 16,0 1-1-16,0-3 1 15,-2-4-1-15,-1-5 2 16,-5-2-2-16,1-5 3 0,-2-3 10 16,-3-2 3-16,0 0 7 15,0-11 2-15,-1-5-5 16,-1-5-10-16,1-2-5 15,-2-2-2-15,2-2-1 16,0-2-1-16,-1 1-9 16,3 2-7-16,0 2-15 0,1 6-43 15,-5 2-98-15</inkml:trace>
  <inkml:trace contextRef="#ctx0" brushRef="#br0" timeOffset="21478.84">20695 4884 271 0,'0'0'-4'15,"0"0"2"-15,46 0 5 16,-28-3-2-16,2-1 2 0,-2-5-6 16,0 1-7-16,-2-2 5 15,-3 0 3-15,-2-3 1 16,-1 3 1-16,-3 0 1 15,-3 0 1-15,-3 3 1 16,-1-1 2-16,0 3-6 0,-3 0 4 16,-6 3 1-16,-1 2-3 15,-1 0-3-15,0 0 3 16,-2 3-1-16,2 6 0 16,-1 2 0-16,3 0 0 15,2 2 0-15,3 0 0 16,3 1 0-16,1-1-2 0,0-2 1 15,10 3-3-15,1-1 0 16,7 0 8-16,3-3-15 16,3-3-54-16,2-1-8 15</inkml:trace>
  <inkml:trace contextRef="#ctx0" brushRef="#br0" timeOffset="21733.69">21133 4823 99 0,'0'0'5'15,"0"0"49"-15,0 0-14 0,-1-41-23 16,-11 39-7-16,-3 2 7 16,0 0-9-16,-4 0-5 15,2 10-1-15,-1 3-1 16,5 2 1-16,2 3-2 16,6 1 0-16,2-2-2 0,3 2-1 15,0-5 4-15,7 1-3 16,5-3 0-16,3-3 4 15,5-3 0-15,4-1 2 16,5-5-1-16,4 0-7 16,1 0-40-16,3-10-34 0,-1-4-24 15</inkml:trace>
  <inkml:trace contextRef="#ctx0" brushRef="#br0" timeOffset="21976.62">21392 4637 177 0,'0'0'9'0,"0"0"5"15,0 0-5-15,-39 11-6 16,29 2-1-16,5 3-1 16,-1 3-2-16,4 3 0 0,2 0 3 15,0 1 0-15,2 3-2 16,6-5-2-16,0 0 3 15,3 0 0-15,-3-5 1 16,-1 1-3-16,-1-7-30 0,-5-3-31 16,-1-4-42-16</inkml:trace>
  <inkml:trace contextRef="#ctx0" brushRef="#br0" timeOffset="22701.7">21246 4813 178 0,'0'0'14'16,"0"0"-5"-16,0 0-11 15,0 0-8-15,45-10 9 16,-21 9 1-16,2-2-1 0,3 1-2 16,3-2 2-16,2-2 7 15,4 1 4-15,-2 0-4 16,0 0-1-16,-4 0-2 15,-5 1-2-15,-6 0 0 0,-5 1 0 16,-9 0-1-16,-1 3 3 16,-6 0 26-16,0 0-6 15,-9 0-18-15,-7 0 0 16,-1 3-3-16,-7 4-1 16,2 3-1-16,1-1 1 0,1 3 0 15,5 1-2-15,3-2 1 16,4 1-1-16,5-1 0 15,1-2 0-15,2-1-3 16,0-2-2-16,8-2 3 16,7 0 2-16,0-2 2 15,7-2 4-15,0 0-4 0,1 0 1 16,2-7-2-16,-1 0 1 16,-6-3 0-16,-2 1 0 15,-3-2 0-15,-1 1 0 16,-5 0 0-16,-2 2-1 15,-4-1-1-15,-1-2-3 0,0 2-3 16,0-1 3-16,-1 2 1 16,-3-1 3-16,0-1-5 15,2 4 0-15,2 1-5 16,0 3 7-16,0 0-1 16,0 2-9-16,8 0 7 0,2 0 2 15,4 1 2-15,2 7-1 16,0 1 2-16,2 4-1 15,4-1 4-15,-5 4-2 16,0 1 1-16,-3-4-1 16,-3 1 1-16,-5-1 0 15,0-3 1-15,-6-5-1 0,0 0 0 16,0-4 3-16,-6-1 25 16,-3 0-5-16,-4-8-15 15,-3-5 0-15,3-1 7 16,-1-5-5-16,4 0-7 15,7-3-5-15,0 1-15 0,3-5-45 16</inkml:trace>
  <inkml:trace contextRef="#ctx0" brushRef="#br0" timeOffset="23472.55">16954 5966 249 0,'-2'-1'-31'0,"1"-1"41"0,-2 2 10 0,3 5-28 16,0 13 5-16,3 12 0 16,3 7 0-16,3 8 6 15,2 10-2-15,3 9 0 0,-3 9-1 16,-3 5 2-16,0 6-1 15,-4 2-1-15,-3-2-24 16,-1-4-45-16,0-15 7 16,0-11 24-16</inkml:trace>
  <inkml:trace contextRef="#ctx0" brushRef="#br0" timeOffset="24459.21">17079 5935 79 0,'0'0'-1'0,"0"0"10"16,38-23-4-16,-25 16 6 15,1 4 11-15,0-3 4 16,1 2-3-16,2 0-4 0,5 1-4 15,5-1-8-15,5 1-4 16,8-1-2-16,11 1 1 16,7 0-1-16,5 0-1 15,8-2-1-15,4 0-1 16,4 0 1-16,2-1-1 0,1 0 3 16,4-2 0-16,5 1 0 15,-2-2-1-15,1-1 4 16,0-1-6-16,-1-1 5 15,-7 1-3-15,-3-3 0 0,-4 1 1 16,-7 0-1-16,-5 3 2 16,-6-1 0-16,-5 1 0 15,-3 0-2-15,-7 2 0 16,-10 2-2-16,-6 2-1 16,-7 3 3-16,-6 1 0 15,-6 0 0-15,-4 0-3 0,-2 4-1 16,-1 8-3-16,0 11 8 15,0 4 0-15,-7 10-4 16,-4 8 3-16,-2 7 4 16,0 3-2-16,0 3 3 15,0 0-5-15,2-1 1 0,5-1 0 16,-3 0 3-16,4 1 2 16,3-1 3-16,-2 0 2 15,4 0-4-15,0-1-3 16,0-2-3-16,0-1 1 15,-2 0-2-15,0-3 1 16,-1-2 0-16,1 0-1 0,0-5 0 16,-3-3 0-16,3-4 0 15,-1-3 0-15,-4-4 0 16,-1-2 1-16,-6-2-1 16,-4-2-1-16,-6-2 1 15,-5-3-5-15,-8-1 6 0,-4-3 5 16,-8-3-2-16,-7-2-2 15,-7-2 0-15,-9-5 0 16,-8 2-1-16,-12-3 2 16,-4 0 0-16,-2 0-1 0,-6 0-1 15,3-3 4-15,2 0 4 16,3-1 1-16,5 0-6 16,5 3-2-16,7-1-2 15,6 2 0-15,7 0 0 16,7 0 0-16,6 0-3 15,8 0-7-15,7 6-4 0,9-5-12 16,5-1-75-16</inkml:trace>
  <inkml:trace contextRef="#ctx0" brushRef="#br0" timeOffset="24929.04">17508 6467 171 0,'0'0'9'0,"0"0"9"0,0 0-11 0,0 0-1 0,0 0-3 15,-18-38 7-15,18 38 8 16,0 0 5-16,-2 2-21 0,1 13-4 16,1 7 1-16,0 6 2 15,0 5 1-15,0 2-2 16,0-2 0-16,3-5-1 15,5-4 1-15,-3-5-2 16,4-4 2-16,-2-5 3 16,3-1-1-16,2-4 1 0,3-2 0 15,2-3 2-15,4 0-1 16,1 0-3-16,1-3 3 16,-3-2-11-16,-2-1-16 15,-4-1-21-15,-6 1 9 16,-3-1-8-16,-3-1-33 0</inkml:trace>
  <inkml:trace contextRef="#ctx0" brushRef="#br0" timeOffset="25071.7">17568 6618 235 0,'0'0'3'0,"0"0"27"15,0 0-14-15,0 0-18 16,0 0 1-16,0 0-13 15,0 0-27-15,46-43-60 16</inkml:trace>
  <inkml:trace contextRef="#ctx0" brushRef="#br0" timeOffset="25206.73">17599 6438 222 0,'0'0'28'0,"0"0"-14"16,0 0 3-16,0 0-19 15,-28-42-3-15,38 32-46 16,3-1-34-16</inkml:trace>
  <inkml:trace contextRef="#ctx0" brushRef="#br0" timeOffset="25706.55">17833 6521 234 0,'0'0'3'0,"0"0"-1"16,0 0-1-16,0 0 9 15,0 0 10-15,0 0-1 16,0 0-9-16,1 3-6 16,-1-6-4-16,2-1-2 0,0-2 2 15,0 1 2-15,3-1 0 16,1 2-1-16,3 1-1 15,0 3 0-15,3 0-1 16,-1 0 2-16,1 0 0 16,-1 10-2-16,-1 0-2 15,-5 1-6-15,-1 3 1 0,1-2 3 16,-3-1-2-16,-2-1 2 16,0-1 8-16,0-4-3 15,0 1-1-15,0-2-1 16,-2-2 2-16,-1-2 1 15,1 0 3-15,2-2 1 0,0-8-6 16,0-2 5-16,0-3 3 16,8-2-3-16,0 0 0 15,2 2-4-15,2-1 0 16,1 6 0-16,2 2 0 16,-1 5 1-16,1 3-1 0,-2 0 0 15,-1 1 1-15,0 10-2 16,-1 1 1-16,-3 2-5 15,1 0-16-15,-2-2-35 16,0-2-34-16</inkml:trace>
  <inkml:trace contextRef="#ctx0" brushRef="#br0" timeOffset="26026.47">18160 6459 150 0,'0'0'-9'0,"0"0"38"0,0 0 6 0,0 0-16 0,0 0-8 16,0 0-9-16,0 0 2 16,0 0-1-16,0 0 3 15,0 0-4-15,-22 41-1 16,28-31-1-16,2 0-1 0,3-3 1 16,1-3-1-16,3-2 0 15,-2-2 2-15,3 0 5 16,-2-6 1-16,1-4 0 15,-4-1 1-15,-1-3 1 16,-4 1-2-16,-2 1 3 16,-4 1-4-16,0 3-2 0,0 1-4 15,-2 5-5-15,-8 2-22 16,2 0-12-16,0 2-31 16,2 5 11-16,1-2-33 15</inkml:trace>
  <inkml:trace contextRef="#ctx0" brushRef="#br0" timeOffset="26473.61">18446 6421 265 0,'0'0'0'16,"0"0"3"-16,0 0 1 15,0 0 0-15,0 0-8 16,0 0-2-16,0 0 4 15,-40-3-9-15,26 11 11 16,-1 4 5-16,-1 0-6 0,5 4 1 16,2-1-2-16,5 1 1 15,-1-2-2-15,5-1-5 16,5-3-4-16,5-3 7 16,5-3 1-16,4-3 0 15,2-1 8-15,3-1-3 0,0-9 0 16,1-2 1-16,2-2-4 15,-6-5 4-15,0 2 0 16,-3 1 6-16,-5 1 7 16,-3 4-2-16,-6 2-3 15,-4 3-1-15,0 6-4 16,-8 0-5-16,-2 5 0 0,-3 6-3 16,2 0 8-16,1 3-4 15,4-3 0-15,4-2-1 16,2-3-3-16,4-5-7 15,10-1 8-15,12-1 5 0,4-14 2 16,10-4 0-16,7-8-36 16,8-4-166-16</inkml:trace>
  <inkml:trace contextRef="#ctx0" brushRef="#br0" timeOffset="26973.2">20887 5699 182 0,'0'0'16'0,"0"0"15"0,0 0 4 0,-36-14-17 16,32 18-9-16,2 16-10 0,1 7 0 15,1 13 6-15,0 8 3 16,7 12-3-16,7 5-2 16,3 2-2-16,2 5 0 15,-2-5 2-15,1 1-2 0,-3-3 0 16,1-9-6-16,-6-8-8 15,2-7-1-15,-1-11-7 16,2-10 6-16,0-11-28 16,-2-9-35-16</inkml:trace>
  <inkml:trace contextRef="#ctx0" brushRef="#br0" timeOffset="27511.64">20969 5675 205 0,'0'0'-25'0,"-4"-43"53"16,6 29-7-16,14 4-18 16,11 0-1-16,6 2-1 15,12-1-1-15,7-1 0 0,7 2 1 16,5-2-1-16,5-2 0 15,6 2-1-15,-3-1-2 16,1-2-2-16,-2-1 2 16,2 3 2-16,-9 1 0 15,-3 1 1-15,-10 1-1 0,-5 5 3 16,-12 1 0-16,-8 2 9 16,-11 6-4-16,-8 11-9 15,-7 10 3-15,0 11 0 16,-3 10 5-16,-7 11-2 15,-1 8-1-15,2 2-2 16,5 2 0-16,4-5-1 0,0-4-2 16,5-6-1-16,7-6 4 15,-1-4 3-15,1-3 3 16,-1-1 2-16,-1-2-3 16,-2 3-3-16,2 0-2 15,-6 0 0-15,1 2 3 0,-3-3-3 16,-2-2-2-16,0-7-5 15,0-4 0-15,-11-6 3 16,-5-6-2-16,-5-3 2 16,-7-4 7-16,-4-3 6 15,-6-1-6-15,-3-5-3 0,-1-1 0 16,-4 0-7-16,-2-14-138 16</inkml:trace>
  <inkml:trace contextRef="#ctx0" brushRef="#br0" timeOffset="28056.2">19359 6286 146 0,'0'0'2'0,"0"0"12"0,0 0 4 0,-42 0-3 0,35 0-8 16,2 0 1-16,2-2 3 16,-3-1 6-16,3-1-3 15,0-2-8-15,3 1 0 16,0-2-5-16,0-2-1 0,14 1 1 16,7-2-2-16,10-2 0 15,5-2 3-15,10 1-2 16,5 1 1-16,8-1 1 15,1 4-2-15,5 2-1 16,4 3 1-16,2 1-1 0,4 3 0 16,1 0 1-16,2 0 1 15,-2 0-1-15,-3 4 1 16,-4-1-1-16,-7-1 1 16,-4-1-1-16,-7-1 0 15,-11 1-4-15,-7-1-30 16,-10 0-27-16,-10 0-23 0</inkml:trace>
  <inkml:trace contextRef="#ctx0" brushRef="#br0" timeOffset="28565.36">20022 5992 106 0,'0'0'2'0,"-42"11"29"0,19 3 3 0,2 7-16 0,2 2 0 16,1 6-6-16,5-1-4 15,2 3-1-15,5-1-4 16,5-2-1-16,1-1 0 16,3-4-2-16,10-1 1 15,4-4-1-15,6-4 6 0,6-4 0 16,4-3-1-16,5-4 1 16,3-3 2-16,1 0-5 15,-1-11-1-15,0-3 0 16,-3-2-1-16,-4-4-1 15,-1-3 1-15,-6-1-1 0,-4-4 1 16,-8-2 0-16,-5-3 3 16,-10 0 0-16,-2 1 0 15,-17 1-3-15,-8 2 2 16,-11 8-8-16,-9 5 1 16,-7 7 2-16,-3 8-3 0,-3 1 3 15,1 10-8-15,5 11 2 16,7 4-16-16,10 0-33 15,9-1-37-15</inkml:trace>
  <inkml:trace contextRef="#ctx0" brushRef="#br0" timeOffset="28808.01">20200 6257 113 0,'0'0'-14'0,"0"0"19"0,18 43 17 0,-18-20-2 15,0 1-4-15,0 1-1 16,0 2-1-16,-1-1-1 0,-2 1-8 16,1 0-3-16,2-2-1 15,0-1-17-15,0-2-13 16,0-5-15-16,0-6-51 15</inkml:trace>
  <inkml:trace contextRef="#ctx0" brushRef="#br0" timeOffset="29229.06">20246 6604 264 0,'0'0'10'0,"0"0"7"0,0 0-10 15,0 0 1-15,0 0-6 16,0 0 0-16,-12-41 0 16,3 35-2-16,-5 2-2 15,1 1-1-15,-3 3 1 0,1 3 6 16,-3 8-4-16,3 5 1 16,0 3 0-16,3 3 1 15,5 2-2-15,1-1 0 16,6-2-1-16,0-1 0 15,8-3-2-15,6-4 1 16,3-5-1-16,6-1 1 16,1-5-1-16,5-2 4 0,1 0-7 15,4-10-23-15,2-1-17 16,-3-1-2-16,-3-1 11 16,-6 3 33-16,-5 1 9 15,-6 3 24-15,-7 0 22 0,-4 5-3 16,-2 0-12-16,0 1-17 15,0 0-14-15,0 0-4 16,0 0 1-16,0 4 3 16,3-3-38-16,9-1-88 15</inkml:trace>
  <inkml:trace contextRef="#ctx0" brushRef="#br0" timeOffset="31028.24">14077 7751 117 0,'0'0'-6'0,"0"0"8"0,0 0 0 16,0 0-1-16,0 0-1 0,0 0 3 15,0 0 0-15,0 0 2 16,0 0-3-16,0 0 1 15,-28 41-3-15,28-23 1 16,0 3-2-16,8 2 1 16,3 2 0-16,9 2 0 0,1 2 0 15,5-1 0-15,1-1 1 16,6 0 0-16,0 1 0 16,1-2 1-16,4 2 1 15,5-2 6-15,5-1 3 16,4 0 1-16,1 0 1 0,6-1 0 15,0-1-2 1,5-1-7-16,-3-3 0 0,3-3-2 16,-3-5-1-16,1-4 5 15,-2-5 0-15,0-2 0 16,-1-2-2-16,-1-8-2 16,-1-4-2-16,-5-2-17 0,-9-2-61 15</inkml:trace>
  <inkml:trace contextRef="#ctx0" brushRef="#br0" timeOffset="31135.98">15443 8048 139 0,'0'0'-38'0,"46"0"13"16</inkml:trace>
  <inkml:trace contextRef="#ctx0" brushRef="#br0" timeOffset="31897.79">19890 6992 73 0,'0'0'6'0,"0"0"14"0,0 0 1 0,0 0 1 16,0 0 1-16,0 0-11 16,0 0-3-16,0 0-4 15,0 0-3-15,0 0 17 0,25-2 0 16,-4 1-6-16,4-4-7 16,4 1-1-16,0-2-3 15,3 0-2-15,1 1 1 16,-2 1 0-16,-1-2 1 0,0-1-2 15,0 1 1-15,-2 1-1 16,-1-3 2-16,-1 3-2 16,-4-1 0-16,-6 3 0 15,-3 0 1-15,-2 2-2 16,-8 0-9-16,-3 1-19 16,0 0-29-16,-7 0-9 0</inkml:trace>
  <inkml:trace contextRef="#ctx0" brushRef="#br0" timeOffset="32161.69">19970 7014 85 0,'0'0'-2'0,"0"0"15"16,0 0 10-16,57-1-2 0,-29-8 10 15,3 1-3-15,3-2 4 16,4-2-7-16,2 1-10 16,-2 1-8-16,-2 3-4 15,4 1-3-15,-2 2 2 16,-4 3-2-16,-1-1-4 0,-6 2-4 16,-4 0-12-16,-8 0-28 15,-7 0-29-15</inkml:trace>
  <inkml:trace contextRef="#ctx0" brushRef="#br0" timeOffset="32715.66">20057 7004 37 0,'0'0'19'0,"0"0"-4"0,0 0-11 16,0 0-3-16,0 0-1 15,0 0-1-15,0 0 0 0,0 0-2 16,0 0-17-16,0 0-30 16</inkml:trace>
  <inkml:trace contextRef="#ctx0" brushRef="#br0" timeOffset="33122.23">19958 7038 36 0,'0'0'5'0,"0"0"16"15,0 0-7-15,0 0-4 16,0 0 3-16,0 0-11 0,0 0 5 15,0 0 1-15,7 0 5 16,5-2 5-16,1-1 0 16,3-1-3-16,3-1 3 15,6-2 0-15,3 0-3 16,3 0-3-16,4-3-4 0,3 1-1 16,1-3-1-16,0 3-4 15,1-1 1-15,1 0-2 16,-1 2 0-16,-3-2 0 15,-3 3 1-15,-4 0-2 16,-3 2 1-16,-2-2-6 0,-3 1 4 16,-4 2-6-16,-2 0-7 15,-3 0-28-15,-7-2-30 16</inkml:trace>
  <inkml:trace contextRef="#ctx0" brushRef="#br0" timeOffset="33947.71">15274 8170 126 0,'0'0'0'0,"16"66"6"0,-9-22-2 0,-2 7-1 0,-2 7-2 15,-3 7-1-15,-3-2-48 16</inkml:trace>
  <inkml:trace contextRef="#ctx0" brushRef="#br0" timeOffset="34396.99">15889 8122 211 0,'0'0'13'0,"0"0"29"16,0 0-14-16,0 0-13 0,0 0-9 15,0 0-8-15,0 0 1 16,-15 52 1-16,15-22 0 16,0 2 0-16,0 2-1 15,0-3-4-15,0-3-12 16,-4-4-7-16,1-2-29 0,0-7-7 16,-3-5-20-16</inkml:trace>
  <inkml:trace contextRef="#ctx0" brushRef="#br0" timeOffset="34682.89">15840 8236 161 0,'0'0'4'15,"0"-53"27"-15,9 28-3 16,2 3-8-16,5 1-9 16,2 5-4-16,4 2-7 15,1 4 2-15,-1 4-1 16,-1 6-1-16,0 0 0 0,-6 8 0 15,0 7-4-15,-5 4 4 16,1 3 3-16,-6 1-3 16,-2 3 1-16,-3-2-2 15,0 0-4-15,-4-1 7 0,-8 1 5 16,-2-1-3-16,-2-1-2 16,1-5-2-16,1-2 0 15,2-3-8-15,7-6-21 16,1-6-35-16,4 0-32 15</inkml:trace>
  <inkml:trace contextRef="#ctx0" brushRef="#br0" timeOffset="35130.8">16187 8126 270 0,'0'0'-13'0,"0"0"13"16,0 0-2-16,0 0-2 15,0 0 3-15,23 50 4 16,-13-36-2-16,-3-2-2 16,3-1-1-16,3-4 0 0,1-1-2 15,1-5 4-15,1-1 0 16,3 0 0-16,-2-1 3 16,0-8-3-16,-2-2 2 15,-2-2 2-15,-2 0 0 16,-1-1 3-16,-6 1 0 15,-1 3 1-15,-2 0-3 0,-1 4 7 16,0 3-1-16,0 3-1 16,0 0-7-16,0 5-7 15,0 12 3-15,0 4 3 16,2 5 1-16,3 7-2 16,-2 2-1-16,-1 1 0 15,0-1 1-15,-2 2-5 0,0-5 1 16,-9 0 0-16,-7-2 2 15,-3-5 5-15,0-2-4 16,-6-3 1-16,1-3-1 16,0-4-4-16,3-6-4 15,4-6-20-15,3-1-15 0,5-11-16 16,5-9-19-16</inkml:trace>
  <inkml:trace contextRef="#ctx0" brushRef="#br0" timeOffset="35556.64">16506 8127 262 0,'0'0'6'0,"0"0"7"0,0 0-13 0,0 0-1 15,0 0 2-15,0 0 0 16,0 0-2-16,45 26 2 15,-38-9-2-15,1 2 3 16,-3-1-2-16,1-1 1 16,-2-2-1-16,0-4 1 0,0-3-1 15,-2-2-1-15,-2-2-3 16,2-3-6-16,-2-1-4 16,0-1 14-16,0-9 3 15,1-4-3-15,1-3 5 16,2-3-3-16,2-1 3 0,3 1-5 15,2 3 5-15,3 1-3 16,0 5 0-16,3 1-1 16,1 4 2-16,-1 1-1 15,0 5 0-15,3 0-1 0,-3 0 0 16,0 7 0-16,-4 5-1 16,0 3-1-16,-2 0-5 15,-4 2-4-15,1-1-16 16,0 1-23-16,-3-4-26 15</inkml:trace>
  <inkml:trace contextRef="#ctx0" brushRef="#br0" timeOffset="35806.62">16989 8156 261 0,'0'0'10'15,"0"0"12"-15,0 0-10 0,0 0-5 16,0 0-9-16,0 0 3 15,-38-14-1-15,24 25-1 16,1 3 1-16,1 2 1 16,4-2-1-16,4 0 0 15,4-1 0-15,0-3-2 0,2-2-3 16,9-3-1-16,5-2-2 16,3-3 9-16,1 0-2 15,5 0-19-15,0-8-23 16,2-3-19-16,-5-1-3 15</inkml:trace>
  <inkml:trace contextRef="#ctx0" brushRef="#br0" timeOffset="36411.65">17161 8127 122 0,'0'0'30'0,"0"0"20"16,0 0-7-16,0 0-17 16,0 0-11-16,0 0-11 0,0 0-9 15,0 0 1-15,11-5 5 16,-9 16 1-16,-1 2 0 15,0 1-3-15,-1 2 0 16,0-2-5-16,0-1 4 16,-1-3 5-16,-2-2 2 0,1-3-4 15,0-2 0-15,2-3-1 16,0 0 0-16,0 0-2 16,0-5-1-16,0-5-2 15,2-1 8-15,1-2-1 16,3 0-2-16,0 1 0 15,3 0 1-15,-1 4-2 0,2-1-2 16,1 1 5-16,0 2 1 16,-1 3 0-16,1 2-3 15,0 1 2-15,-2 0-2 16,0 4 0-16,2 6-3 16,-4 3 3-16,1 0 0 15,1 3 0-15,-4-1-1 0,-1-1 0 16,1 0-2-16,-5-1-3 15,0-3-4-15,0-3 1 16,0 0 1-16,0-4 8 16,0-3 1-16,0 0 4 0,0-3 6 15,2-7-11-15,0-3 0 16,2-2 5-16,1-2-4 16,2 0 0-16,0-2-4 15,0 5 7-15,1 1 0 16,0 1 4-16,2 1-1 15,1 4-1-15,1 0-2 0,-2 4-3 16,1 2 0-16,0 1-1 16,-1 0 0-16,-3 8-2 15,-1 4-6-15,-4 2 4 16,0 3-4-16,0 0 1 16,-2 3-14-16,1-3-21 0,-1 0-6 15,1-7-43-15</inkml:trace>
  <inkml:trace contextRef="#ctx0" brushRef="#br0" timeOffset="36596.71">17578 8186 266 0,'0'0'2'0,"0"0"27"0,0 0-7 0,0 0-21 16,0 0-3-16,0 0-1 0,0 0 3 15,0 0-2-15,0 0-21 16,-2 50-27-16,-3-36-32 16,2-3-24-16</inkml:trace>
  <inkml:trace contextRef="#ctx0" brushRef="#br0" timeOffset="36761.71">17637 8033 140 0,'0'0'-3'0,"0"-47"38"0,-2 32 2 16,-3 7-22-16,0 5-10 15,1 3-11-15,0 4-54 16,0 9 1-16,1 0-23 16</inkml:trace>
  <inkml:trace contextRef="#ctx0" brushRef="#br0" timeOffset="37017.87">17832 8088 188 0,'0'0'-2'0,"0"0"14"16,0 0 3-16,0 0-10 15,0 0 4-15,0 0-13 16,-37 16 2-16,20 0 2 15,4 2-2-15,2-2 5 0,5 2 1 16,4-4-1-16,2-1-3 16,0-3 2-16,11 0-5 15,7-5-2-15,7-2 10 16,6-3-14-16,3 0-76 16</inkml:trace>
  <inkml:trace contextRef="#ctx0" brushRef="#br0" timeOffset="37294.89">18429 8222 7 0,'0'0'102'0,"0"0"-61"16,0 0 7-16,0 0-10 16,0 0-33-16,0 0-8 15,0 0 12-15,0 0 11 16,56 5-13-16,-18-5-5 16,4 0 0-16,9 0-1 0,4 0-12 15,2 0-44-15,3 0-71 16</inkml:trace>
  <inkml:trace contextRef="#ctx0" brushRef="#br0" timeOffset="37621.66">19365 7774 123 0,'0'0'62'0,"0"0"-22"16,0 0 3-16,0 0-28 15,0 0-15-15,0 0-4 16,0 0 8-16,0 0-5 0,0 0-5 16,9 6-11-16,-1 4-13 15,0-2-13-15,0-2-26 16</inkml:trace>
  <inkml:trace contextRef="#ctx0" brushRef="#br0" timeOffset="37756.21">19512 7727 288 0,'0'0'-3'0,"0"0"15"16,0 0-11-16,0 0-2 15,5 41 1-15,3-17 0 16,3 1-26-16,5-3-83 0</inkml:trace>
  <inkml:trace contextRef="#ctx0" brushRef="#br0" timeOffset="38212">20013 8207 180 0,'0'0'6'16,"0"0"8"-16,0 0 9 15,0 0-2-15,0 0 2 16,0 0-15-16,0 0-7 16,0 0 0-16,-2-10-3 15,2-1-1-15,0-3 7 0,0-5-3 16,4-3-1-16,2-5 1 16,4-2 0-16,-3-4-1 15,2-5-3-15,1 1-3 16,-1-1-8-16,0 2-8 15,2 5 11-15,-2 7 3 0,0 4 7 16,2 6-1-16,-3 8 2 16,1 5 3-16,-1 1-2 15,-3 7 0-15,0 13-2 16,1 4 3-16,-2 4 11 16,1 5-6-16,1 1-4 0,-2 0-2 15,1-4-1-15,1-1 1 16,-2-5-1-16,2-2 0 15,-4-3-4-15,-2-2-21 16,0-3-24-16,0-6-26 16</inkml:trace>
  <inkml:trace contextRef="#ctx0" brushRef="#br0" timeOffset="38407.62">20002 8062 76 0,'0'0'135'0,"0"0"-131"0,0 0 0 15,47-26 0-15,-18 17-3 16,4 0 1-16,1 1-3 16,1 1-18-16,-4-2-43 15,-3 1-9-15</inkml:trace>
  <inkml:trace contextRef="#ctx0" brushRef="#br0" timeOffset="38724.89">20388 7783 138 0,'0'0'19'16,"0"0"10"-16,0 0-10 0,0 0-16 15,0 0-7-15,0 0 5 16,0 0 6-16,-8 42 4 16,6-18-2-16,1 5 1 15,1 2-2-15,0 0-3 16,0 0-1-16,0-1 1 0,0-5-3 16,3-3 0-16,1-1-1 15,0-5 0-15,1 0-1 16,2-4-2-16,0-1 2 15,3-2-2-15,-3-3 1 16,3-2-35-16,0-2-14 0,1-2-6 16,-2 0-1-16</inkml:trace>
  <inkml:trace contextRef="#ctx0" brushRef="#br0" timeOffset="38989.86">20519 7771 183 0,'0'0'-35'0,"0"0"60"16,0 0-6-16,0 0-13 0,0 0-2 16,0 0 5-16,37 40 3 15,-34-9 8-15,0 2-9 16,-1 4-4-16,1-2-4 15,-1-1-2-15,-2-4 0 0,0-3-3 16,0-4 5-16,0-2-3 16,-8-4-11-16,1-4-35 15,-5-4-39-15</inkml:trace>
  <inkml:trace contextRef="#ctx0" brushRef="#br0" timeOffset="39180.06">20322 8031 271 0,'0'0'-21'0,"0"0"27"0,0 0 2 16,37-33-8-16,-13 24 2 16,4-3-2-16,5 2 0 15,2 0 1-15,1 2-4 16,3-1-42-16,-7 2-45 15</inkml:trace>
  <inkml:trace contextRef="#ctx0" brushRef="#br0" timeOffset="39530.07">20703 7990 184 0,'0'0'19'0,"0"0"2"16,0 0-13-16,0 0-3 15,0 0-1-15,0 0-1 16,0 0-4-16,0 0 5 16,31 34 0-16,-19-41-1 0,-4-3-2 15,0 0 1-15,-2-3 0 16,1 0 1-16,-6 1-1 16,-1 2-1-16,0 1 0 15,-1 4-3-15,-10 3-6 16,0 2 13-16,0 3-4 0,-2 8 1 15,3 2 1-15,2 1 0 16,2 4 1-16,4-3-2 16,2-1-1-16,0 0-1 15,5-4-2-15,4-1 3 16,2-2-2-16,3 0-10 0,0-3-29 16,3-2-29-16,-2-2-4 15</inkml:trace>
  <inkml:trace contextRef="#ctx0" brushRef="#br0" timeOffset="39915.69">20852 8032 76 0,'0'0'30'16,"0"0"14"-16,0 0-6 0,0 0-12 15,11-39-6-15,-9 34-2 16,4 3-6-16,-2 2-7 16,3 0-3-16,-3 0 2 15,1 6-1-15,2 3-2 16,-2 3 0-16,-1 1-1 0,0-1 0 15,-2 1 2-15,-2-3-2 16,0 0-4-16,0-2 5 16,0-2-9-16,0-3 7 15,0-2-7-15,0-1 3 16,0 0 15-16,0-4-8 0,0-6-4 16,0-4 4-16,2-5-1 15,4-2 0-15,5 0-1 16,0-2 3-16,4 5-6 15,0 2 3-15,2 6-1 16,-2 5 1-16,1 4 4 0,-3 1-4 16,1 3 3-16,-4 7 0 15,-1 4-2-15,-2 3 0 16,0 2-1-16,-2 1 1 16,-1 1-15-16,-1-4-20 15,-1-1-26-15,0-5-3 16</inkml:trace>
  <inkml:trace contextRef="#ctx0" brushRef="#br0" timeOffset="40184.01">21228 7774 205 0,'0'0'29'0,"0"0"-2"0,0 0-24 0,0 0-3 16,0 0 0-16,-13 58 5 15,13-29 4-15,-2 2-4 16,2-3-2-16,0 2-1 16,0-3-2-16,0 0 1 0,0-4-5 15,0-3-10-15,0-6-39 16,0-1-13-16,0-8-5 15</inkml:trace>
  <inkml:trace contextRef="#ctx0" brushRef="#br0" timeOffset="40426.12">21144 7983 201 0,'0'0'23'16,"0"0"-8"-16,0 0-7 0,53-29-1 15,-27 21-4-15,1 1-2 16,-1 0 0-16,1 3 1 16,-3 4 3-16,-7 0 3 15,0 2-2-15,-5 8 3 16,-2 4-5-16,-1 3-3 16,-5 1-1-16,-1 0 0 0,-3-1-13 15,0-3-30-15,0-4-44 16,0-4-54-16</inkml:trace>
  <inkml:trace contextRef="#ctx0" brushRef="#br0" timeOffset="40596.62">21343 7831 239 0,'0'0'20'0,"0"0"16"16,-34-46-8-16,28 42-16 0,1 4-12 15,3 0-3-15,-3 9-14 16,5 4-19-16,0-1-38 16,0 1-47-16</inkml:trace>
  <inkml:trace contextRef="#ctx0" brushRef="#br0" timeOffset="40917.62">21534 7950 249 0,'0'0'-17'0,"0"0"22"16,0 0-6-16,-1 38 1 15,-4-23 7-15,-1-4-1 16,3 2 3-16,-2-2-3 16,4-4-6-16,1-1 0 15,0-5-5-15,8 1 3 0,3-2 0 16,1 0 5-16,3-6 3 15,-1-4-1-15,0-4 2 16,-4-3 1-16,-1 0 2 16,-4-1 2-16,-5 2-3 15,0 0-5-15,-4 3-4 0,-10 5 0 16,-3 5-11-16,-2 3-9 16,-3 0-2-16,4 9-15 15,-1 2-27-15,6-4-29 16</inkml:trace>
  <inkml:trace contextRef="#ctx0" brushRef="#br0" timeOffset="41272.64">21701 7947 250 0,'0'0'4'0,"0"0"-2"16,0 0 1-16,29 39-4 15,-27-25 1-15,-2 0-4 16,0-1-3-16,-6 2-5 16,-4-6 1-16,3 0 1 0,-4-4 10 15,2-1 1-15,2-4 0 16,1 0 4-16,2-4 9 16,3-4 7-16,1-6-9 15,0-4-1-15,9-3-1 16,5 0-2-16,1-3-3 0,5 5-3 15,0 1-1-15,0 5-1 16,1 7 1-16,-1 6-1 16,-2 0 1-16,-1 0-1 15,-5 12-1-15,-2 3 0 16,-3 4 0-16,-3 1-21 16,-4-3-20-16,0-2-81 0</inkml:trace>
  <inkml:trace contextRef="#ctx0" brushRef="#br0" timeOffset="41750.64">22585 7514 79 0,'0'0'-7'0,"-46"-1"20"0,21 1 1 0,1 5-6 15,2 5 2-15,2 3 3 16,3 4 5-16,6 2-3 15,4 0-2-15,1 0-7 16,6-2-3-16,0 0-2 0,6-3 0 16,5 0 4-16,5-2 6 15,0 1 3-15,4-1-4 16,2 1-6-16,0 2-1 16,-3 0-1-16,-2-1-1 15,-3 3 2-15,-5-1 1 0,-6-2 0 16,-3 0-1-16,0-1 4 15,-11-2 9-15,-6-2-1 16,0 1-5-16,-2 0-2 16,0 0-4-16,0-2-5 15,3-2-17-15,5 0-48 16,5-6-54-16</inkml:trace>
  <inkml:trace contextRef="#ctx0" brushRef="#br0" timeOffset="41984.3">22735 7766 266 0,'0'0'23'0,"0"0"-6"16,0 0-16-16,0 0 0 16,0 0 4-16,-53 22-5 0,33-6-3 15,1 5 5-15,6-1 1 16,3-2-5-16,4 1 0 15,6-2 0-15,0-1-1 16,5-4 0-16,9-3-8 16,6-2-9-16,2-7-37 0,4 0-58 15</inkml:trace>
  <inkml:trace contextRef="#ctx0" brushRef="#br0" timeOffset="42326.08">22908 7786 130 0,'0'0'97'0,"0"0"-80"15,-39 2-3-15,26 7-11 16,2 2-2-16,2 1-1 16,1 3-1-16,4-2 1 0,4 0-3 15,0-2 0-15,3 2 1 16,10-5 1-16,0-2 4 15,2-2-2-15,2-4 1 16,2 0 2-16,-1 0 1 16,1-4 4-16,-3-3-1 0,-5-3 1 15,-2-2 1-15,-4 1-1 16,-4-2 12-16,-1-1-8 16,-1 4-10-16,-7 0-3 15,-7 5-7-15,-2 2-17 16,-2 3-3-16,3 0 0 0,0 0-1 15,5 6-9-15,5-2-37 16</inkml:trace>
  <inkml:trace contextRef="#ctx0" brushRef="#br0" timeOffset="42638.49">23080 7785 227 0,'0'0'12'15,"0"0"2"-15,0 0 7 16,46-7-11-16,-40 7-6 0,-2 10-8 16,-1 0 3-16,0 3 3 15,-3 4-1-15,0 0-2 16,0-3-10-16,0-1-1 16,-7-2 7-16,2-2 0 15,-1-8 7-15,-1-1 10 16,0 0 3-16,-1-1 2 0,1-12-2 15,2-1-1-15,3-2-3 16,2-5-2-16,1 0-6 16,10-3-2-16,7 0-4 15,6 1-6-15,-2 4-17 0,1 4-23 16,-1 3-49-16,-6 5 5 16</inkml:trace>
  <inkml:trace contextRef="#ctx0" brushRef="#br0" timeOffset="42930.72">23256 7768 115 0,'0'0'23'16,"0"0"11"-16,0 0-14 15,0 0-7-15,0 0-5 16,0 0-3-16,39 17 0 16,-26-17-2-16,-1-4 0 0,2-6 2 15,-6 0-2-15,0 0 1 16,-4-3 4-16,-4 4 0 15,0 0-3-15,-2 3-5 16,-6 2 2-16,-4 4 3 16,-6 0-3-16,3 7-1 15,-1 5-1-15,3 3 0 0,2 2 0 16,6 0-1-16,4 0-2 16,1-2 0-16,3-1-4 15,11-3-14-15,1-1-24 16,5-6-34-16,3-4-34 15</inkml:trace>
  <inkml:trace contextRef="#ctx0" brushRef="#br0" timeOffset="43229.2">23536 7788 82 0,'0'0'10'0,"57"-42"4"16,-37 23 5-16,-6 1 3 16,-9 5-4-16,-5 0 15 0,0 7-5 15,-12 3-15-15,-4 1 0 16,-2 2-8-16,1 0-3 15,3 7 3-15,-2 4-4 16,6 2-1-16,5 1-1 16,3-1-2-16,2 2 0 0,2-1 6 15,9 1 2-15,2-4 3 16,3 2 0-16,2-3-1 16,-5 1-7-16,1-2 4 15,-6-2-6-15,-2 0 5 16,-5-4 0-16,-1 1-6 0,-6 0-2 15,-9-1 10-15,-5 0-4 16,-3 0-31-16,0-3-39 16,2 0-6-16,4 0-13 15</inkml:trace>
  <inkml:trace contextRef="#ctx0" brushRef="#br0" timeOffset="43322.21">23484 7832 52 0,'0'0'7'15,"0"0"4"-15,0 0-12 16</inkml:trace>
  <inkml:trace contextRef="#ctx0" brushRef="#br0" timeOffset="43535.69">23692 7411 253 0,'0'0'-41'0,"0"0"44"0,0 0-3 16,0 0 1-16,-16 39-7 15,14-32-95-15</inkml:trace>
  <inkml:trace contextRef="#ctx0" brushRef="#br0" timeOffset="44795.38">20740 8457 121 0,'-73'10'-10'0,"3"0"13"0,5 1-3 16,2-1-6-16,4 0 4 15,4-1 10-15,5-2 20 16,4-3 3-16,7 1 4 16,4-1-7-16,4-2-13 0,2 1-9 15,4 0-2-15,4 0-4 16,5 0 0-16,4-2 0 15,5 1 0-15,2-2 0 16,5 0 1-16,0 0-7 16,8 0-13-16,12 0 21 0,5 0-4 15,10 0 2 1,7 0 2-16,9-2-2 0,10-1-2 16,4-2-1-16,11-1-3 15,13-4 0-15,7-1 1 16,11-5 4-16,10-2 9 15,11-1 4-15,10-1-5 0,11 2-2 16,5 0-4-16,10 2 0 16,5 3 1-16,2 0-10 15,1 3-10-15,0 3-7 16,-3-3-3-16,-3 3 13 16,-4 0 5-16,-10-3-4 0,-6-1 9 15,-7-3 5-15,-13-1 10 16,-11-4 14-16,-12-3 1 15,-12-1 0-15,-11-2-6 16,-15-2-8-16,-11-3-1 16,-9-4 1-16,-7-7 2 0,-4 0-4 15,-1-8-2-15,-1-2-5 16,-1-3 1-16,-3 3 0 16,-6 0-3-16,-5 3-2 15,-10 2 1-15,-7 2 0 16,-12 0-1-16,-12 2 0 0,-6-3 3 15,-8 0 0-15,-3 4 5 16,-6 0-4-16,-6 1 1 16,-6 3-2-16,-6 4-1 15,-7 4 0-15,-8 6 0 16,-3 3 0-16,-9 9 1 0,-4 5-1 16,-4 3-1-16,-11 3 3 15,-6 0-2-15,-7 7 0 16,-7 1 1-16,-5 1-2 15,-9-2 2-15,-1 2 0 16,-3-1 1-16,4 2 5 0,-1 2-3 16,-2 2-1-16,1 0 0 15,2 3-3-15,0-1 0 16,1-2 0-16,0 0-3 16,3-4 3-16,5-3-2 15,5 0 1-15,4 2 2 16,8-3-1-16,5 2 0 0,7 2 0 15,9 0 0-15,6 1 0 16,3 2 0-16,6 3 0 16,8 4 0-16,5 3 1 15,4 6 0-15,7 5-1 16,5 5 0-16,9 3 0 0,7 5 0 16,5 4-1-16,10 7 1 15,10 5-2-15,4 5 1 16,8 2-1-16,1 3 1 15,4 0-2-15,8-2-1 16,7 0 0-16,1-4 0 0,7-4 2 16,8-4-2-16,8-5 2 15,11-7-4-15,13-5 4 16,13-5-2-16,17-3 3 16,18-12 5-16,16-9-4 15,18-11 0-15,15-6-16 0,11-20-86 16</inkml:trace>
  <inkml:trace contextRef="#ctx0" brushRef="#br0" timeOffset="47607.44">21081 8453 91 0,'-2'0'13'0,"-1"0"13"0,3 0 16 0,0-3-22 0,0 2-3 15,0-1-5-15,0-1-5 16,0 2-4-16,-2 1 0 16,2 0 0-16,-2 0-1 15,-1 0-4-15,-1 0-4 0,-4 11 7 16,-1 2 2-16,-5 5-1 15,-3 7-2-15,-1 3 3 16,-1 6-2-16,-1 6 1 16,-4 5 0-16,-1 5-3 15,-6 3 2-15,-4 2 2 16,-3 2 0-16,-6 4 4 0,0-1 4 16,-3-3 1-16,4-4 4 15,3-7 2-15,5-5-3 16,6-7-1-16,4-7-7 15,7-3-3-15,7-4-12 0,5 0 14 16,4-6-11 0,2 0-25-16,0-7-22 0,8-7-119 15</inkml:trace>
  <inkml:trace contextRef="#ctx0" brushRef="#br0" timeOffset="48247.32">19988 9588 44 0,'0'0'7'0,"0"0"9"0,0 0 7 0,0 0-6 16,0 0-13-16,0 0-2 0,0 0-9 15,0 0-7-15,0 0-25 16</inkml:trace>
  <inkml:trace contextRef="#ctx0" brushRef="#br0" timeOffset="48446.65">19988 9588 70 0,'-23'11'55'0,"23"-12"-39"16,0-5-3-16,1-1-13 15,4 1 5-15,-1 2-4 16,-1 0-1-16,-1 2 0 16,-2 1-1-16,0 1-9 0,0 0-11 15,0 0 1-15,0 0 14 16,0 3 13-16,0 1-6 15,0-1-3-15,0 0-22 16</inkml:trace>
  <inkml:trace contextRef="#ctx0" brushRef="#br0" timeOffset="48851.21">20011 9593 147 0,'0'0'20'16,"0"0"4"-16,0 0-4 15,0 0-9-15,0 0-5 16,0 0-3-16,0 0-2 16,0 0 2-16,-23-21 6 15,12 21-3-15,-2 0 5 0,2 7-3 16,0 4-1-16,0 4-4 16,4 0-1-16,4 2-3 15,3 2 1-15,0-4-2 16,0 0-1-16,7-4 0 15,5 0 1-15,0-2-3 0,2-2 9 16,2-3-2-16,0 3 1 16,0 0-2-16,1 0 0 15,-4 2-1-15,-6 1-1 16,-1 0-2-16,-4 1 3 16,-2-1-3-16,-2 2 5 0,-8-4 6 15,-1 2-2-15,-5 0 0 16,0-1-3-16,0-2 0 15,3-2-3-15,1-2 1 16,4-3-7-16,6 0-7 16,2-1-27-16,3-11-73 0</inkml:trace>
  <inkml:trace contextRef="#ctx0" brushRef="#br0" timeOffset="49200.67">20167 9725 120 0,'0'0'51'0,"0"0"-54"0,0 0 10 16,0 0 1-16,0 0-5 16,38 6-3-16,-31-6 2 15,2 0-1-15,-2 0 1 16,-2 0 2-16,1 0-1 16,-2-6-1-16,0-1 2 0,-1-3 0 15,-3-1 0-15,0 1-2 16,0-1 1-16,0 1 6 15,-4 1-6-15,-3 4-1 16,0 2-8-16,0 3-3 16,-2 0 10-16,0 3 4 0,2 8-5 15,1 5 1-15,0 2 0 16,4-1 0-16,2 0 0 16,0 0-1-16,2-4-1 15,8-3 0-15,3-3-5 16,2-4 0-16,2-3 11 0,5 0-8 15,-1-11-44-15,3-5-49 16</inkml:trace>
  <inkml:trace contextRef="#ctx0" brushRef="#br0" timeOffset="49471.63">20444 9472 187 0,'0'0'-7'16,"0"0"29"-16,0 0 10 15,0 0-4-15,0 0-21 16,0 0-10-16,0 0 12 16,0 0-9-16,-37 35-3 0,36-7 13 15,1 3-6-15,0 1-2 16,3-4-1-16,5 3 0 16,-2-4-1-16,4 2 0 15,-1-5-1-15,-3-3 3 16,0-4-2-16,3-2-1 0,-1-6-3 15,-1-7-11-15,4-2-11 16,1-2-4-16,0-15-9 16,0-4-23-16</inkml:trace>
  <inkml:trace contextRef="#ctx0" brushRef="#br0" timeOffset="50162.97">20613 9365 130 0,'0'0'-2'15,"1"-46"46"-15,-1 33-2 16,0 4-6-16,0 6-8 0,0 3-12 16,0 3-18-16,0 15-6 15,0 11 8-15,0 10 7 16,0 8 0-16,0 4-2 16,0 5-2-16,0-1-2 15,7-1 1-15,-2-3-1 16,1 2 0-16,1-4 0 0,-1 1-1 15,-1 0 0-15,-3-5-1 16,-1-1 3-16,-1-3-5 16,0-2 9-16,0-6-5 15,0-5 0-15,0-4 0 16,0-6-1-16,0-5 1 0,0-7-1 16,0 0 0-16,0-5-2 15,2-1-3-15,-1 0 16 16,0-10-3-16,2-4-5 15,0-9-2-15,0-1 1 0,-1-6 0 16,0-2-1-16,1 0-1 16,-3 1 0-16,0 1-1 15,0 3-1-15,-1 2 1 16,-4 0-2-16,-3 3-10 16,1 0 1-16,-2 4 8 15,-1 0-7-15,2 2-6 0,-3 2 10 16,4 4 6-16,1 0 1 15,1 1 0-15,3 3 0 16,2 1-4-16,0-1-5 16,0-1 11-16,3 0-1 15,7 1-1-15,6-2 2 0,-1-3-1 16,3-1 1-16,5 1-1 16,1-2 3-16,1 3-1 15,2-3 3-15,0 2-1 16,0 1 2-16,-1 1 0 15,-4-1-3-15,-2 3-1 0,-7 3-1 16,-3 1-1-16,-5 2 1 16,-3-1-2-16,-2 2 3 15,0 0 3-15,0 0-2 16,0 0-4-16,0 0 0 16,1 0 0-16,2 0-19 0,-1 0-43 15,0-2-80-15</inkml:trace>
  <inkml:trace contextRef="#ctx0" brushRef="#br0" timeOffset="50673.96">21403 8783 172 0,'0'0'28'0,"0"0"3"0,0 0-26 15,0 0-3-15,-22 62 5 16,14-15 7-16,0 10-1 16,-1 11-2-16,-1 14 0 15,2 12-4-15,-3 8-3 0,-4 13-1 16,-1 6-1-16,-7 8-1 15,-2 3-1-15,-5 0-4 16,-2 0 12-16,-3-5-5 16,1-8 1-16,-1-4-2 15,6-11-2-15,2-13 18 16,8-7-14-16,2-11-3 0,7-13-1 16,6-9-5-16,4-12-11 15,0-10-4-15,9-12-20 16,5-11-49-16</inkml:trace>
  <inkml:trace contextRef="#ctx0" brushRef="#br0" timeOffset="51101.62">21653 9387 92 0,'0'0'4'0,"0"0"2"0,0 0 7 0,0 0 24 0,0 0 15 16,16-38-17-16,-16 32-10 15,0 2-10-15,0 0-5 0,0-2-8 16,0 5-1-16,-5-1 0 16,-1 2-9-16,-1 6 8 15,-2 13 1-15,-4 9 10 16,2 6-6-16,3 0 1 16,3 4-1-16,5-5-3 0,0-6-2 15,10-3-3-15,3-6 2 16,2-5-1-16,2-3-2 15,0-7 1-15,4-3 0 16,-4 0-8-16,4-3-22 16,-2-12-27-16,-3-1-25 0</inkml:trace>
  <inkml:trace contextRef="#ctx0" brushRef="#br0" timeOffset="51678.56">21819 9447 127 0,'0'0'5'15,"0"0"49"-15,13-39-9 16,-8 33-25-16,7 3-9 0,0 3-5 15,3 0 1-15,0 4-4 16,0 8-1-16,0 4 0 16,-3 4-3-16,-1 3 0 15,-4 1 2-15,-1 0 0 16,-4-2 2-16,-2-1 1 16,0-5-3-16,-2-4-1 0,-8-2-1 15,1-3 2-15,-1-5 2 16,0-2 5-16,1 0-3 15,1-9 2-15,2-5-3 16,1-3-3-16,5-6 1 16,0-2 8-16,0-5-9 0,6-1 0 15,9 1-6-15,4 0-7 16,0 6-6-16,3 5-3 16,-4 4 10-16,-2 8-9 15,-4 4 6-15,-3 3 11 16,-5 4 0-16,0 8-4 0,-4 6 6 15,0 2 19-15,0 3 11 16,0-1-14-16,0 1-3 16,0-2-6-16,0-1-5 15,1-3 0-15,4-4-1 16,-1-2 0-16,2-5-1 0,2 1-2 16,3-5 0-16,0-2 5 15,3 0 6-15,-1-3-5 16,-2-8 1-16,2-1-1 15,-2-5 1-15,-4-4-1 16,-4 1 2-16,-2-3 1 0,-1 0-3 16,-1 2 0-16,-7 5-2 15,-3 4 0-15,-2 3-1 16,2 6-4-16,-2 3 0 16,2 0-13-16,2 4-5 15,6 4-11-15,3 0-40 0,0-4 3 16,7-1-3-16</inkml:trace>
  <inkml:trace contextRef="#ctx0" brushRef="#br0" timeOffset="52319.01">22261 9325 108 0,'0'0'12'0,"0"0"29"0,37-40 4 0,-31 29-19 16,-6 2-17-16,0 2 5 15,0 4 1-15,-9 3-13 16,-4 0 5-16,-3 6 2 15,1 8-6-15,-1 3-2 0,3 2 0 16,3 1 0-16,5-1-1 16,5 0-1-16,0-2-2 15,7-4 2-15,7-2-6 16,3-4 2-16,1 0 7 16,3-3 5-16,0-2-2 0,2 0-2 15,-5 0 0-15,-4 1-3 16,-3 0 1-16,-9 3-1 15,-2 2-1-15,-1 2 2 16,-11 1 10-16,-3 2-7 16,-2 2 0-16,1-3-3 15,0-2 0-15,5 0 0 0,5-5-4 16,3-1-15-16,3-4-13 16,7 0-42-16,7-6 22 15,6-7 17-15,1-5 0 16,3-6 20-16,1-4 18 15,1-3 3-15,-3 0 11 0,-3 3 5 16,-4 2 7-16,-3 2 14 16,-4 8-10-16,-6 4-8 15,-3 3 4-15,0 3-9 16,0 4-15-16,-8 2-6 16,1 0 3-16,-4 2 0 0,1 10-2 15,2 3-1-15,0 1-4 16,3 4 7-16,3-2-4 15,2-1 1-15,0 0-3 16,5-4 1-16,5 0-4 16,2-2 1-16,-1-2 5 0,2 1 3 15,-3-2-3-15,-2 2 1 16,-6 0 0-16,-2-1-3 16,0 1 2-16,-12 1 6 15,-5-1-1-15,-5 3-6 16,0-3-15-16,-3-4-25 0,-2-4-47 15,2-2-74-15</inkml:trace>
  <inkml:trace contextRef="#ctx0" brushRef="#br0" timeOffset="52631.33">22620 8724 109 0,'0'0'4'0,"0"0"3"0,0 0 8 0,39 10 2 0,-37 17 6 16,-2 13 16-16,0 12-6 16,0 12-9-16,3 9-9 15,3 5-7-15,3 4 0 0,2 3-4 16,1-1 1-16,-1-3-1 15,-4 2-3-15,-3-1 0 16,-4 2 0-16,0-2 0 16,0-5 0-16,0-2-1 15,0-8-8-15,0-10-16 0,4-17-48 16,3-18-57-16</inkml:trace>
  <inkml:trace contextRef="#ctx0" brushRef="#br0" timeOffset="53508.5">22880 9424 183 0,'0'0'15'0,"0"0"26"16,0 0-14-16,0 0-15 15,0 0-7-15,-29-37-2 16,26 29-6-16,2-2 1 16,1-3 5-16,0 0 1 15,0-4 1-15,0-2-3 0,0-1 1 16,0 0 1-16,0 1 2 16,0 2-1-16,0 6 1 15,0 2-5-15,0 4-1 16,0 4-1-16,4 1-3 15,-1 0-1-15,3 5 2 0,2 3 3 16,2 1 0-16,-2-1 0 16,5-1-1-16,0-2 1 15,2-2-2-15,0-3 3 16,4 0-1-16,-1-3 1 16,2-6-1-16,1-5-1 0,2-3 1 15,-5 2 0-15,-2-1 1 16,-1 3-1-16,-4 2 1 15,-3 4 0-15,-4 2 6 16,-4 4 3-16,0 1-5 16,0 0-10-16,0 8 0 15,0 5-3-15,0 6 14 0,1 2-2 16,0 1-3-16,0 0 0 16,1 2-1-16,1-3 1 15,2-3-1-15,-4 0 0 16,3-4-12-16,-1-4-17 0,3-3-31 15,-1-3-15-15,1-4 11 16,1-4 25-16,1-9 44 16,1-4 5-16,-1-2 5 15,0 0 8-15,-2-1 2 16,0 3 6-16,0 4 13 16,-5 4-6-16,1 2-13 0,-2 4-8 15,0 2-2-15,0 1-10 16,1 0-7-16,-1 2-5 15,1 5 3-15,2 4 6 16,2-1 7-16,-2 0-7 16,6 0-2-16,-3 0 0 0,3-3-2 15,-1-2 2-15,4-3-6 16,0-2-6-16,3 0 7 16,0-5 3-16,1-4 5 15,-2-1-2-15,0 0 1 0,-5 3 1 16,-1 4 4-16,-3 3 0 15,-1 0-5-15,1 2-4 16,-1 6 0-16,0 5 0 16,1-2 5-16,-1-1 1 15,1 0-5-15,1-4-22 0,-1-6-53 16,-1 0-38-16</inkml:trace>
  <inkml:trace contextRef="#ctx0" brushRef="#br0" timeOffset="53775.87">23460 8806 10 0,'0'0'143'0,"0"-45"-88"0,-1 34-12 0,-4 8-22 15,2 3-10-15,-2 3-12 0,2 14 4 16,-3 8-6-16,0 8 10 15,1 8 1-15,2 7-4 16,3 2-1-16,0-1-3 16,0-2 0-16,5-2 0 15,1-7 1-15,-1 0-1 16,-1-6 1-16,-2-5-10 0,2 0-18 16,-2-10-42-16,0-6-24 15</inkml:trace>
  <inkml:trace contextRef="#ctx0" brushRef="#br0" timeOffset="54006.42">23656 8807 232 0,'0'0'12'0,"0"0"-8"16,0 0 1-16,9 49 3 15,-6-16 5-15,-1 3-3 16,0 3-4-16,0 2-4 16,0 1-1-16,-2-4 0 0,2-4-2 15,-2-3-34 1,0-6-52-16,0-10 5 0</inkml:trace>
  <inkml:trace contextRef="#ctx0" brushRef="#br0" timeOffset="54275.51">24105 8487 270 0,'0'0'-27'0,"0"0"83"15,0 0-40-15,0 0-25 16,0 0 1-16,-31 74 17 15,0-7-3-15,-3 19 1 16,-11 18-4-16,0 5 0 16,-3 8 2-16,-1-1-1 0,1 6-4 15,-2-4 1-15,4-1 0 16,2-1-1-16,5-5-17 16,6-9-38-16,10-15-82 15</inkml:trace>
  <inkml:trace contextRef="#ctx0" brushRef="#br0" timeOffset="55606.44">23759 9595 177 0,'0'0'0'15,"11"-58"46"-15,-5 29-7 16,1 2-16-16,1-4-10 15,-1-2-4-15,3-1-4 16,-1-4-4-16,2 1 1 0,-3 3-1 16,-1 0-1-16,-2 8 0 15,-1 7 1-15,-1 7-2 16,-3 10-2-16,0 2-3 16,0 13-4-16,-3 10 16 15,1 0-3-15,2 9 0 16,0-3-4-16,0-2-1 0,7-6 0 15,2-3-1-15,0-6-3 16,3-4 0-16,0-6 1 16,2-2 2-16,0 0 3 15,1-13 5-15,0-3-1 16,2-6-1-16,-1-4-1 0,4-3 0 16,-2-1-1-16,-1 1 0 15,-2 5 1-15,-3 6-1 16,-4 5 1-16,-4 6 5 15,-4 5 6-15,0 2-11 16,0 12-10-16,-6 6 13 0,-1 5-2 16,-2 2 1-16,2 4-4 15,2-4 0-15,4 1 0 16,1-5 0-16,0-4-3 16,0-1 1-16,9-5-5 15,4-4-8-15,1-5 3 0,6-2 1 16,-1-3 11-16,2-11 2 15,-2-5-1-15,-2 1 2 16,-2-2 1-16,-5 1-2 16,-5 3 1-16,-2 5 4 0,-3 4 6 15,0 6-5-15,-11 1-9 16,-1 4 5-16,-2 7-3 16,-1 5-1-16,1 4 3 15,3-2-3-15,3 0-3 16,2-2 2-16,6-3 0 15,0-3-3-15,0-3-9 0,5-4-9 16,6-3 5-16,2 0 16 16,4 0 5-16,2-7-1 15,-2-4 0-15,3 1 1 16,-2 0 4-16,0 1-1 16,-4 5-2-16,0 1-3 0,-3 3-2 15,-1 0 0-15,-3 3-2 16,0 4-1-16,-4 2 2 15,-1 1 0-15,-2-2 2 16,0 2 3-16,0-3-8 16,-4-1-3-16,-2-2-5 0,2-4-3 15,1 0 10-15,1-3 4 16,2-7-8-16,0-4 10 16,0-4 5-16,2-5 0 15,10-3-1-15,1-2 0 16,6-3-2-16,5 1-1 15,-3 4-1-15,2 6-1 0,0 6 1 16,-4 9 1-16,-4 5-2 16,-2 0-1-16,-1 13 0 15,-2 4 4-15,-5 4 0 16,4 1 0-16,-4 1 1 0,-1 1-3 16,0-4 1-16,1-3-2 15,-2-4-9-15,-1-5-3 16,1-3-6-16,0-5 2 15,-3 0 10-15,1-7 7 16,0-6 3-16,0-5-2 0,1-1 1 16,-2-2 3-16,0 1 8 15,0 4-3-15,0 2 4 16,0 4 6-16,0 7-5 16,0 3-10-16,0 0-9 15,0 3-6-15,0 7 5 16,0 0 3-16,4 3 6 0,2 2-5 15,1-2-2-15,3-3 0 16,2-3 0-16,1 0-1 16,2-2 7-16,1-3-1 15,1-2-1-15,-4 0-2 16,1 0-2-16,-6 0 0 0,-4 0 2 16,-4 0 0-16,0 0 8 15,-4 0 1-15,-4 5-3 16,-1-1 1-16,-1 3 9 15,6 2-10-15,4-1-6 0,5-1-10 16,24-3-1-16,16-4 12 16,18 0-28-16,14-11-73 15</inkml:trace>
  <inkml:trace contextRef="#ctx0" brushRef="#br0" timeOffset="57365.17">19928 10440 271 0,'-7'0'4'0,"1"0"5"0,3 0-3 16,3 3-7-16,0-2-19 15,2-1 4-15,8 3 5 16,4-3 13-16,3 3-3 0,6-2 2 15,6-1 2-15,5 0 0 16,5 0 1-16,10 0 3 16,7-1 2-16,9-9 1 15,9-2-1-15,12-3-4 16,15-2-2-16,11-3-1 0,9 0-2 16,13-1 2-16,11-6-2 15,10 1-6-15,7-4-8 16,9 1-15-16,3-4-18 15,5-1 14-15,0 1 24 0,-1-1 9 16,0 3 2-16,-6 1 6 16,-5 2 29-16,-8 3 2 15,-7 4-24-15,-10 1-8 16,-9 3-2-16,-8 3 2 16,-13 1 2-16,-7 1-3 15,-10 1 2-15,-13 1 1 0,-7 2 0 16,-6-2-2-16,-6 2-3 15,-3-1-2-15,-2-1-1 16,-4 3 1-16,-4-3-2 16,-3 0 1-16,-2 3-1 15,-7-3 1-15,-1 0-1 0,-4-1 3 16,0 0-3-16,-2-1 1 16,-3-1 0-16,1-1 0 15,-1-1 1-15,-4 0-1 16,-1-3-1-16,-6-1 1 15,-4-1 0-15,-5-4 1 0,-4-4 0 16,-4-2 1-16,0-8 0 16,0-1-3-16,0-2-3 15,-8-6-3-15,3 2 0 16,-3-5 3-16,1 0 3 16,-5-4-4-16,0 0 3 15,-2-4-4-15,-2-1 2 0,-4-1 2 16,-3-4 2-16,-3 3-2 15,-3 1-6-15,-9 5 2 16,-3 1 2-16,-6 7-4 16,-6 9-11-16,-7 9 3 0,-7 8-3 15,-7 11 0-15,-2 8 16 16,-8 2 0-16,-5 8-3 16,-4 9 10-16,-4 1-4 15,-4 1 0-15,-8 4 4 16,-1-1 0-16,-8 1-1 0,-6 0-1 15,-6 1 1-15,-11-3-1 16,-3 0-1-16,-9-2 0 16,-2-1 2-16,-7-1 4 15,1 0-1-15,-2 0 2 16,-1-1 0-16,3-2 0 16,-1-1 0-16,8-2-3 0,1-3 0 15,5-3 0-15,7-3-3 16,3-2 0-16,7 0-2 15,6 0 0-15,8-5-2 16,3 2 1-16,11-1-1 16,8 2-2-16,9 0 2 0,5-1-1 15,12 0 2-15,7 2 1 16,12-2-1-16,3 3 0 16,10 0 1-16,5 0-1 15,6 0 1-15,6 9-1 16,4 2-1-16,4 6 1 0,1 4-3 15,5 11 0-15,-2 7 0 16,4 11 2-16,-4 10 3 16,1 11-3-16,-3 14 1 15,-3 7 0-15,-3 5-2 16,1 5-3-16,-3 2 3 16,3-5 1-16,6-7 1 0,2-4 2 15,7-4 6-15,7-4-4 16,10-8-1-16,13-6-3 15,16-4 7-15,18-8 0 16,20-8-20-16,32-10 20 0,28-13 2 16,35-17-6-16,29-13-8 15,21-36-57-15</inkml:trace>
  <inkml:trace contextRef="#ctx0" brushRef="#br0" timeOffset="59275.46">14662 10694 23 0,'0'0'4'0,"2"0"-3"0,-2-1 2 0,0 1-1 0,0 0-2 16,0 0 3-16,0 0 11 15,0 0-1-15,0 0-7 16,0 0-5-16,0 0 1 16,0 0 5-16,0 0 1 0,0 0-6 15,0 0-4-15,0 0-1 16,0 0 6-16,0 0-2 15,0 4-1-15,-2 0-4 16,-2 3 8-16,1-1-2 16,-1 2 2-16,-1 1-1 0,2 7 3 15,-1 1 2-15,0 6-2 16,0 5 0-16,4 4-3 16,0 7 0-16,4 3 2 15,10 5 0-15,5 9 3 16,8 6-1-16,4 9 2 0,9 6-1 15,6 4-1-15,5 4 2 16,4-3 2-16,9-4-6 16,3-9 4-16,2-11 5 15,4-5-9-15,1-11-1 16,2-11 1-16,1-5-4 0,-4-8 0 16,-4-6-3-16,-1-8 6 15,-7-4-3-15,-6 0 13 16,-3 0-6-16,-5-9-5 15,-5 2 2-15,-6-2-4 16,-7 1 0-16,-4 2 1 0,-7 1 0 16,-6-1 1-16,-5 5 2 15,-3-2-2-15,-3 3-2 16,-1 0 4-16,0 0-5 16,-3 0-26-16,-8 0-95 15</inkml:trace>
  <inkml:trace contextRef="#ctx0" brushRef="#br0" timeOffset="59531.41">15935 11596 136 0,'0'0'5'0,"0"0"3"0,0 0 5 0,0 0-4 0,44-16-2 16,-31 18 3-16,1 9 0 15,-1 10-3-15,3 8-2 16,1 6 1-16,-7 12-4 16,-2 13-3-16,-8 8-36 0,0 5-94 15</inkml:trace>
  <inkml:trace contextRef="#ctx0" brushRef="#br0" timeOffset="60791.74">16692 11644 257 0,'0'0'11'0,"0"0"24"0,0 0-3 0,0 0-12 0,0 0-5 15,0 0-9-15,0 0-10 16,-30 41 6-16,30-11-5 16,4 13 3-16,1 8-1 0,0 5-1 15,-4 2-12-15,0 1-1 16,-1-5-8-16,0-7 2 16,0-8-15-16,-1-12 4 15,-2-10-13-15,-6-10-24 16</inkml:trace>
  <inkml:trace contextRef="#ctx0" brushRef="#br0" timeOffset="61104.14">16358 11758 198 0,'0'0'0'0,"0"0"36"15,0 0-27-15,0 0-20 16,0 0 17-16,0 0 3 16,0 0 5-16,43-21 2 15,-23 5-4-15,6-5-7 0,6-3-4 16,-1-2 1-1,3-1-2-15,6 3 0 0,-2 1-8 16,0 5-14-16,-2 3-30 16,-1 5-24-16,-7 6-24 15</inkml:trace>
  <inkml:trace contextRef="#ctx0" brushRef="#br0" timeOffset="61481.59">16886 11798 239 0,'0'0'-2'15,"0"0"18"-15,0 0-7 16,0 0-9-16,0 0 3 16,-3-37 6-16,13 29-5 15,-1 3-1-15,4 1-1 0,3 4-2 16,1 0 1-16,0 11-1 15,3 5-1-15,-3 5 0 16,-3-1-3-16,-5 1 0 16,-1 3 0-16,-6-5 4 15,-2 2 0-15,0-3 2 16,-2-1-2-16,-6-5 0 0,1 1 3 16,-1-6-3-16,4-6 1 15,-3-1 3-15,4 0 5 16,3-14-12-16,0-7 6 15,0-5-4-15,6-5 3 0,8-2-4 16,3 0-16-16,2 2-25 16,6 4-23-16,-2 4-5 15</inkml:trace>
  <inkml:trace contextRef="#ctx0" brushRef="#br0" timeOffset="61886.47">17291 11694 94 0,'0'0'12'0,"0"0"31"16,0 0 6-16,0 0 3 16,0 0-18-16,0 0-17 15,0 0-12-15,0 0-5 0,0 0 5 16,-47 30-4-16,28-8-2 16,2 4 7-16,-1 5-4 15,3-1-4-15,1 1 3 16,7-2-1-16,1-5 0 15,4-1-1-15,2-6 0 0,0-6-4 16,8-3-5-16,1-4-6 16,3-4 5-16,2-5-1 15,1-9 14-15,0-6-2 16,5-4 0-16,-5 1 0 16,-1-2 1-16,-3 3 2 0,1 5-3 15,-7 5 1-15,-1 5-1 16,-2 2 6-16,2 4 0 15,-2 1-4-15,-1 0-3 16,2 4 0-16,4 3 1 16,-1 3 2-16,0 3 0 15,1-2-4-15,3 1-16 0,-3-1-22 16,2-1-26-16,-4-2 4 16</inkml:trace>
  <inkml:trace contextRef="#ctx0" brushRef="#br0" timeOffset="62271.6">17410 11796 174 0,'0'0'2'0,"0"0"21"0,0 0 3 16,0 0-8-16,29-37-5 0,-18 37-5 16,-1 0-6-16,1 0-3 15,-1 9 0-15,1 2 1 16,-3 4-2-16,-2 1-10 15,-3 0 1-15,0 1 10 16,-3-3 3-16,0-2-2 16,0-3 0-16,0-1-2 0,0-5 9 15,0-3 0-15,0 0 7 16,0-5-8-16,0-10-6 16,0-2 8-16,2-5-9 15,3-2 5-15,3 3-3 16,-2 1 0-16,4 3 0 0,1 6 2 15,-3 6-1-15,4 2-1 16,0 3-1-16,1 0-1 16,0 9 1-16,0 2 0 15,1 2-9-15,-1 0-9 0,1-2-8 16,-1 1-14 0,1-4-11-16,-1 0 1 0</inkml:trace>
  <inkml:trace contextRef="#ctx0" brushRef="#br0" timeOffset="62598.51">17856 11673 44 0,'0'0'121'0,"0"0"-108"16,2-44 26-16,-6 37-7 16,-4 5-12-16,-2 2-17 15,-1 1-3-15,0 10 3 0,-3 4-13 16,3 2 9-16,0-1 1 15,4 2-3-15,3-1 7 16,4 0-4-16,0-3-1 16,6-1-5-16,4-5 0 15,4 0 1-15,3-4 2 0,1-1 4 16,-1-2 3-16,-1 1-1 16,0-2 1-16,-5 1-2 15,-3-1-1-15,-4 3 2 16,-2-2-1-16,-2 3-2 15,0 1 0-15,-5 1 2 0,0 3-12 16,-4-1-22-16,-2-1-53 16,0 0-12-16</inkml:trace>
  <inkml:trace contextRef="#ctx0" brushRef="#br0" timeOffset="63020.25">18240 11147 176 0,'0'0'-28'16,"-15"-40"55"-16,-3 26-2 15,0 4-11-15,-3 6-13 16,-1 1-5-16,1 3 9 15,0 2 3-15,0 9-1 0,4 4 0 16,1 10-2-16,1 7 5 16,4 10-8-16,5 7-1 15,5 8 0-15,1 5 0 16,4 4-1-16,7-2-1 16,3-1 1-16,2-4-1 0,-3-4 2 15,3-3 7-15,-7-3-2 16,1-2-1-16,-1-2-3 15,-5-2-1-15,-1 1 1 16,-3-3-1-16,0 2-2 16,-5-3 5-16,-7-3-3 0,-1-2-4 15,-4-4-15-15,0-7-31 16,-4-8 0-16,1-5 14 16,0-11-5-16</inkml:trace>
  <inkml:trace contextRef="#ctx0" brushRef="#br0" timeOffset="63744.21">18035 11704 114 0,'0'0'49'0,"0"0"-45"16,29-40 13-16,-18 30 3 15,-1 0-9-15,3 3-8 16,-2 2-2-16,3 2 1 0,-1 3-4 16,-1 0-1-16,3 1-1 15,-2 10 4-15,1 6 1 16,-1 1 1-16,0 3-1 16,-2 0 4-16,-2 0-4 15,0-1-1-15,-4-5 4 16,1-3 4-16,-2-2-3 0,-1-4 0 15,3-2-2-15,-3-3-1 16,1-1 1-16,0 0 3 16,1-2 2-16,-3-9 10 15,1-5-5-15,-2-3-6 16,-1-8-4-16,0-1 0 0,0-3-2 16,-1 2 0-16,-6 5 0 15,-4 4-3-15,0 7 1 16,-2 9-10-16,-4 4 4 15,2 0-2-15,-3 13 1 0,3 1 3 16,3 0 14-16,4 1-6 16,7-4-4-16,1-4-6 15,3-6-8-15,10-1 3 16,3-2 7-16,4-11 12 16,-3-4-3-16,0-2-1 15,-2-2-1-15,-1 0 1 0,-3-1 3 16,-1 1 2-16,-2 3-2 15,0 1-1-15,-5 5 1 16,1 4-1-16,-2 2-1 16,2 6 0-16,-1 1-6 15,4 15 1-15,-1 8 1 16,1 6 3-16,2 7 0 0,0 1-1 16,-1 2 0-16,0-5 1 15,2-2-1-15,0-4-2 16,1-6 0-16,1-2 0 15,2-6 1-15,0-4-3 0,6-6-3 16,-2-5-8-16,0 0-3 16,4-4-8-16,-3-8-3 15,-3-6-31-15,-3-3-18 16</inkml:trace>
  <inkml:trace contextRef="#ctx0" brushRef="#br0" timeOffset="64323.14">18600 11634 99 0,'0'0'49'0,"0"0"24"0,0 0-23 0,0 0-22 0,0 0-10 16,0 0-15-16,0 0-5 16,0 0 4-16,0 0-2 15,-24 37 0-15,27-14 2 0,3 0-2 16,-2-3 0-16,-3-2-2 16,1-4-1-16,0-1 1 15,2-6 0-15,-2-2 1 16,1-5-4-16,1 0-4 15,3 0 1-15,-1-12 6 0,1-4 2 16,0-4 0-16,1-4 9 16,0 0-9-16,-2 1 4 15,-1 4-2-15,1 4-2 16,-1 7 1-16,0 4-1 16,1 4-1-16,-2 0-1 0,3 8-1 15,-2 8 2-15,2 2 1 16,-1 2 0-16,-3 3 6 15,0-2-4-15,-2-1-5 16,-1-1 5-16,0-4-2 16,0-2 1-16,0-4 0 0,0-4 1 15,-1-2 0-15,1-3 0 16,0 0 1-16,0-1-2 16,0-11 0-16,1-4-1 15,3-5 3-15,0-2 0 16,1-2-1-16,3 1-2 0,-1 2 5 15,1 7-5-15,0 4 1 16,-1 5 0-16,0 6-3 16,0 0 3-16,1 7-2 15,0 7-3-15,1 0 8 16,-1 6-3-16,1-1 2 16,0-1-3-16,-1-1-4 0,0-2-10 15,1 0 0-15,-1-4-8 16,1-1-22-16,2-3-22 15,-2-1 5-15,2-3-1 16</inkml:trace>
  <inkml:trace contextRef="#ctx0" brushRef="#br0" timeOffset="64798.64">18942 11814 47 0,'0'0'52'0,"0"0"-5"0,14-38 7 0,-12 21-16 0,0-1-10 16,0-2-11-16,-1 0-3 15,-1 1-6-15,0 1-2 0,0 1-2 16,0 3 0-16,-5 4 0 15,-3 3 0-15,4 3 5 16,-4 2 1-16,3 2-8 16,1 7-5-16,-1 6 2 15,1 8-1-15,4 2 8 0,0 3-5 16,0-1-1-16,0-2-1 16,9-4-1-16,-4-1 0 15,3-5-1-15,0-5 1 16,2 0-4-16,1-6-2 15,-3-2-1-15,3 0 3 16,0 0 1-16,2-10 3 0,-5-3 4 16,1-2 1-16,0-1-1 15,-1 1 0-15,0 3 1 16,-2 2-2-16,1 7 1 16,1 3-3-16,-1 0 0 0,3 10 0 15,-1 2-1-15,3 2 5 16,-1 0-1-16,2-3-1 15,0-1-1-15,-5-4 0 16,1-2 1-16,1-4-1 16,-5 0 2-16,1-4 7 15,-1-6 7-15,1-7-4 0,-1-3-3 16,-2-6-1-16,0-2-3 16,-2-3-3-16,3-3 0 15,-2 0-19-15,0 2-28 16,-2 4-47-16</inkml:trace>
  <inkml:trace contextRef="#ctx0" brushRef="#br0" timeOffset="65284.02">19798 11654 214 0,'0'0'-2'0,"0"0"12"0,0 0 8 0,0 0-6 15,0 0-3-15,0 0-6 16,0 0 1-16,0 0 6 0,0 0 7 15,0 0-11-15,0 0 0 16,13-32 4-16,-13 7 0 16,0-4 2-16,0-4-4 15,2-5-3-15,0-2-5 16,2-3 2-16,2 2-1 0,-1 4-1 16,3 6-1-16,0 5 1 15,0 9 0-15,0 9 0 16,1 5-3-16,2 3 0 15,-1 15-6-15,3 8 2 16,-1 8 5-16,0 4 4 16,3 3 0-16,-4-3 0 0,3 1-3 15,-4-4-8-15,1 0-10 16,-4-4-5-16,0-1-16 16,-5-3-49-16,-2-5-28 15</inkml:trace>
  <inkml:trace contextRef="#ctx0" brushRef="#br0" timeOffset="65688.42">19811 11604 283 0,'0'0'3'0,"0"0"0"16,-4-39-2-16,14 22-3 15,4 1 2-15,4-2 0 16,3 1 0-16,3 4 0 15,1 3-2-15,-1 4 4 16,0 5-1-16,3 1 0 0,0 1-1 16,1 10-1-16,-1 2 1 15,-1 4-1-15,-4-1 1 16,-3 1 2-16,-2-1-1 16,-5-1-1-16,-2-2-2 15,-5 0-3-15,-2-2 1 0,-1-4-2 16,-2-1 8-16,0-3-7 15,0-3 19-15,-1 0-5 16,-3 0 7-16,-1-7-4 16,-1-6-3-16,2-4-5 15,1-3-1-15,1 0 6 0,0 0-6 16,2 0-1-16,0 2-5 16,7 1 5-16,3 2-9 15,4 0-11-15,1 4-3 16,3 2-23-16,-1 2-32 15,2 2-6-15</inkml:trace>
  <inkml:trace contextRef="#ctx0" brushRef="#br0" timeOffset="65938.56">20385 11424 1 0,'0'0'120'16,"0"0"-82"-16,0 0 14 0,0 0-4 15,0 0-12-15,0 0-25 16,0 0-16-16,-3 37 15 15,-4-17-13-15,-2 1 4 16,4 1 0-16,1-3 4 16,4-2-4-16,2-2-1 15,10-4-3-15,0-4 1 0,7-1 0 16,-1-5-3-16,4-1-2 16,1-4 2-16,1-10-16 15,3-3-12-15,-1-6-20 16,-4-4-10-16,0-3 14 15,-3-1-13-15</inkml:trace>
  <inkml:trace contextRef="#ctx0" brushRef="#br0" timeOffset="66445.36">20638 11318 66 0,'0'0'56'0,"0"-56"4"15,-6 38 7-15,-1 4-23 16,-1 6-21-16,1 6-9 16,0 2-5-16,0 4-10 0,-1 13-1 15,2 7 1-15,-1 4 0 16,1 5 6-16,2 1-5 15,3 2 0-15,1-2-1 16,0-3 1-16,0-3-1 16,3-2 1-16,2-3 0 0,-1-5 0 15,2-4-1-15,0-2 0 16,0-8-2-16,-3-1 1 16,2-3-4-16,2-3 0 15,1-7 18-15,0-2-10 16,-1-6 1-16,2 4-2 0,2-2 0 15,-2 4 1-15,0 2-3 16,1 5 2-16,0 4-1 16,-1 1-2-16,2 1 0 15,0 8-1-15,0 4 4 16,1 2 0-16,-1 0 0 16,-1-1 1-16,2-1-1 0,-1-3-1 15,3-3 0-15,-1-5-2 16,0-2-4-16,3 0 2 15,-2-5 3-15,2-8-2 16,-3-1 1-16,-2 1 1 16,-4 0 2-16,-3 5 0 0,-2 2 0 15,0 3 9-15,-2 2 4 16,0 1-8-16,0 0-5 16,1 0-2-16,1 1 1 15,0 6 2-15,2 0-3 0,1 2-17 16,-1-5-13-16,-1-1-45 15,1-3-142 1</inkml:trace>
  <inkml:trace contextRef="#ctx0" brushRef="#br0" timeOffset="66586.49">20869 11325 307 0,'0'0'-21'0,"0"0"20"0,0 0-36 0,0 0-100 0</inkml:trace>
  <inkml:trace contextRef="#ctx0" brushRef="#br0" timeOffset="66806.36">21107 11238 303 0,'0'0'5'0,"0"0"-4"0,15 58 2 16,-5-32 0-16,2 2-3 16,-2 2 1-16,2-2-1 15,-2 0-7-15,-3-2-21 16,-4-3-63-16,-3-3-22 15</inkml:trace>
  <inkml:trace contextRef="#ctx0" brushRef="#br0" timeOffset="67187.49">21063 11472 274 0,'0'0'11'0,"0"0"-6"15,0 0-4-15,0 0 1 16,57-22-1-16,-29 15 0 16,0-1-1-16,7-3 2 15,-2 1-2-15,-1-3-7 0,1-1-12 16,-2 0 6-16,-4 0 12 16,-5 1 2-16,-4 0 0 15,-4 3 1-15,-7 5 1 16,-1 2-1-16,-6 2 12 15,0 1 10-15,0 0-7 0,-8 2-13 16,0 8-4-16,-1 3-1 16,0 4 7-16,3 3-4 15,0 0-2-15,2 2 0 16,4-3-1-16,0 1 0 16,5-4-4-16,8-2 3 15,4-3-11-15,4-4-14 0,4-7-25 16,2 0-43-16,1-1-17 15</inkml:trace>
  <inkml:trace contextRef="#ctx0" brushRef="#br0" timeOffset="67426.59">21658 11376 196 0,'0'0'59'16,"0"0"-20"-16,0 0-24 15,0 0-9-15,-41 18-3 16,29-1-2-16,0 2-4 0,5 2 6 15,1-1-2-15,4-2 1 16,2-2-3-16,2-2 0 16,9-5 1-16,5-5-3 15,3-3 1-15,5-1 9 16,4-5-5-16,3-11-1 16,1-2-1-16,2-4-6 0,0-6-15 15,-3-2-20-15,-2-8-32 16,-3 1-14-16</inkml:trace>
  <inkml:trace contextRef="#ctx0" brushRef="#br0" timeOffset="67612.17">21960 11090 259 0,'0'0'20'16,"0"0"11"-16,-32 42-16 15,23-17-8-15,5 9-2 16,-1 0-2-16,4 5-4 0,1-4-1 15,0 2 2-15,3-4-3 16,2-5-13-16,-1-1-8 16,-1-7-13-16,-3-3-38 15,0-6-40-15</inkml:trace>
  <inkml:trace contextRef="#ctx0" brushRef="#br0" timeOffset="68219.17">21832 11411 216 0,'0'0'28'0,"0"0"6"16,0 0-15-16,-18-40-13 0,18 29-1 16,5 0-7-16,5-2 2 15,4 3-2-15,4-1 1 16,-1-1-5-16,3 2-2 16,1 3 2-16,-3 2 1 15,0 3 6-15,-2 2-1 16,-3 0-1-16,-3 10 0 0,0 7 2 15,-1 3 5-15,-2 1 2 16,0 3-3-16,1-1-4 16,0-1 0-16,-1-4-1 15,1-4 0-15,3-1 0 16,-2-6-2-16,0-2-9 0,3-5-5 16,-1 0-6-16,-1-5 22 15,2-6 3-15,-1-5 1 16,0-1-1-16,1 0 6 15,0 1 2-15,0 1-3 0,-1 5-1 16,-1 0-3-16,2 3-2 16,-1 5 0-16,0 2-1 15,-3 0-1-15,2 0 0 16,-1 2-1-16,1 6 1 16,1-1 4-16,0-2-3 15,4-1-1-15,1-4-1 0,4 0 1 16,-1 0 2-16,1-1 0 15,2-7 1-15,0-6 1 16,-4 3-3-16,0-3-1 16,-2-2 3-16,-4 3-2 15,-4 2 1-15,-3 1 0 0,-3 3-1 16,-2 4 5-16,0 3 9 16,-4 3-5-16,-6 10-10 15,1 4-2-15,-2 4 6 16,4 3 5-16,7 2-2 15,0-2-6-15,23-3-5 0,8-1 1 16,11-6-13-16,6-7-40 16</inkml:trace>
  <inkml:trace contextRef="#ctx0" brushRef="#br0" timeOffset="69398.55">17058 12244 258 0,'-72'11'8'0,"8"-5"-5"0,8-1 4 0,9-2-5 0,7 0-6 15,4-3-19-15,2 0-1 16,3 0-23-16,2-3 19 15,3 3 25-15,3 0 0 16,6 3 4-16,3 7 11 16,7 2 9-16,3 4 4 0,4 3-11 15,6 2-6-15,14 6 2 16,14 0-2-16,13 4-1 16,19-1 0-16,17-3-1 15,16 0 0-15,17 0-2 16,15-4 5-16,15-2-8 0,11 1 7 15,8-2-4-15,7 1-4 16,5-3 2-16,6-4-2 16,1-2 2-16,7-5-1 15,11-7 6-15,5 0 6 16,6-3 4-16,6-9-1 0,9 1 0 16,-5-3 2-16,1 0 10 15,-4-3 8-15,-4 0-3 16,-5-2-19-16,-7-3-5 15,-7-6-7-15,-9-2 4 16,-6-5-5-16,-6-7-1 0,-11-1-1 16,-7-2 1-16,-12 0 0 15,-8 2-1-15,-12-2 1 16,-8 0-1-16,-15-2-1 16,-9-4 1-16,-9-4 0 15,-12-2-1-15,-12-3-4 16,-15-4-4-16,-12-4 0 0,-17 1-7 15,-13-2-1-15,-5 0 14 16,-20-4 7-16,-16 3-6 16,-9-1-8-16,-11 3 12 15,-12 0 3-15,-11 2-3 16,-6 5-1-16,-10 6-1 0,-7 4 6 16,-4 4-3-16,-6 7 0 15,-4 3-1-15,-6 3-1 16,-5 4 8-16,-3 5-10 15,-8 2 1-15,-7 3 0 0,-2 3 0 16,-7 4-2-16,-4 2 0 16,-6 4-1-16,-3 1-3 15,-4 1 3-15,-4-1 6 16,-2 1 0-16,-4 2-2 16,-5 1 0-16,-2 2 2 0,-5 0-2 15,2 3 1-15,0 7-8 16,1 0 16-16,2 4-9 15,5 0 5-15,3 0-7 16,3 3 10-16,3 3-8 16,2 5 0-16,7 9 2 15,2 10 0-15,8 12-3 0,4 11 0 16,8 16-1-16,14 17-5 16,13 17 6-16,18 16 0 15,17 14-9-15,22 10-2 16,24 4 1-16,27-1 0 15,11-9-1-15,33-18 3 0,26-18 0 16,22-20-2-16,19-24 1 16,24-24 5-16,25-23 5 15,26-21 0-15,27-16 1 16,24-35-2-16,20-26-2 16,15-28-41-16,10-21-162 0</inkml:trace>
  <inkml:trace contextRef="#ctx0" brushRef="#br0" timeOffset="72388.69">12132 2187 34 0,'0'0'225'0,"0"0"-220"0,6-55 3 0,-5 38 1 0,1 3-2 16,-2 0-1-16,0 3-1 15,0 0 0-15,-7 1-2 16,-2 1-3-16,-4 2 2 16,-2 5-2-16,-4 2-2 15,-4 0-1-15,-4 5-4 0,-1 9 1 16,-3 6 4-16,-4 3 2 15,1 8-6-15,-5 3 2 16,-1 10 0-16,-1 7-3 16,0 6 1-16,1 7-3 0,0 4 0 15,-2 10-6-15,1 3-1 16,1 7 5-16,4 5 7 16,-3 7 4-16,2 1 0 15,5 3 0-15,5 2 0 16,1 4 0-16,8 0 0 0,4 3 0 15,6 5 0-15,8 0 0 16,0 4 0-16,13 0 0 16,11 3 1-16,5 1 0 15,11-1 0-15,6 6-1 16,7 2 0-16,7 2 2 16,5 3 0-16,5 3 1 0,-1 5 0 15,2 7 1-15,-3 2 4 16,-4 7 3-16,-5 1-3 15,-7 6 1-15,-9 3-4 16,-9 3 0-16,-14 5 2 16,-17 10 4-16,-5 8-6 0,-25 8-1 15,-19 10-1-15,-17 8 1 16,-14 8-1-16,-15 3 0 16,-11-2-7-16,-4-7 4 15,1-10 0-15,4-19 0 16,10-16 16-16,12-18-5 0,10-18-4 15,16-14 8-15,10-12-14 16,10-11 0-16,10-9-17 16,5-9 11-16,9-6-11 15,7-10-11-15,3-4-12 0,9-8 0 16,12-4 4-16,4-6 3 16,8-2 19-16,7 3 10 15,1 2 4-15,5 5-1 16,4 5 4-16,-1 10 6 15,4 13 6-15,-1 10 10 16,-1 13-1-16,-4 17 2 0,-3 14-2 16,-4 11-2-16,-5 13-12 15,-6 14 2-15,-5 13 2 16,-2 13-4-16,-1 15 3 16,-1 18-5-16,-1 11 2 15,5 11-8-15,3 5 0 0,6-1-1 16,5-2 0-16,9-12-2 15,9-15 1-15,4-16 0 16,10-19-1-16,9-24-5 16,8-24-3-16,12-27-13 15,10-27 5-15,11-27 2 0,11-32-16 16,10-30-37-16,2-24-31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Shape 34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8" name="Shape 34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/>
      </a:defRPr>
    </a:lvl1pPr>
    <a:lvl2pPr indent="228600" latinLnBrk="0">
      <a:defRPr sz="1200">
        <a:latin typeface="+mj-lt"/>
        <a:ea typeface="+mj-ea"/>
        <a:cs typeface="+mj-cs"/>
        <a:sym typeface="Arial"/>
      </a:defRPr>
    </a:lvl2pPr>
    <a:lvl3pPr indent="457200" latinLnBrk="0">
      <a:defRPr sz="1200">
        <a:latin typeface="+mj-lt"/>
        <a:ea typeface="+mj-ea"/>
        <a:cs typeface="+mj-cs"/>
        <a:sym typeface="Arial"/>
      </a:defRPr>
    </a:lvl3pPr>
    <a:lvl4pPr indent="685800" latinLnBrk="0">
      <a:defRPr sz="1200">
        <a:latin typeface="+mj-lt"/>
        <a:ea typeface="+mj-ea"/>
        <a:cs typeface="+mj-cs"/>
        <a:sym typeface="Arial"/>
      </a:defRPr>
    </a:lvl4pPr>
    <a:lvl5pPr indent="914400" latinLnBrk="0">
      <a:defRPr sz="1200">
        <a:latin typeface="+mj-lt"/>
        <a:ea typeface="+mj-ea"/>
        <a:cs typeface="+mj-cs"/>
        <a:sym typeface="Arial"/>
      </a:defRPr>
    </a:lvl5pPr>
    <a:lvl6pPr indent="1143000" latinLnBrk="0">
      <a:defRPr sz="1200">
        <a:latin typeface="+mj-lt"/>
        <a:ea typeface="+mj-ea"/>
        <a:cs typeface="+mj-cs"/>
        <a:sym typeface="Arial"/>
      </a:defRPr>
    </a:lvl6pPr>
    <a:lvl7pPr indent="1371600" latinLnBrk="0">
      <a:defRPr sz="1200">
        <a:latin typeface="+mj-lt"/>
        <a:ea typeface="+mj-ea"/>
        <a:cs typeface="+mj-cs"/>
        <a:sym typeface="Arial"/>
      </a:defRPr>
    </a:lvl7pPr>
    <a:lvl8pPr indent="1600200" latinLnBrk="0">
      <a:defRPr sz="1200">
        <a:latin typeface="+mj-lt"/>
        <a:ea typeface="+mj-ea"/>
        <a:cs typeface="+mj-cs"/>
        <a:sym typeface="Arial"/>
      </a:defRPr>
    </a:lvl8pPr>
    <a:lvl9pPr indent="1828800" latinLnBrk="0">
      <a:defRPr sz="1200">
        <a:latin typeface="+mj-lt"/>
        <a:ea typeface="+mj-ea"/>
        <a:cs typeface="+mj-cs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36;p1:notes">
            <a:extLst>
              <a:ext uri="{FF2B5EF4-FFF2-40B4-BE49-F238E27FC236}">
                <a16:creationId xmlns:a16="http://schemas.microsoft.com/office/drawing/2014/main" id="{39AF2117-C1A9-42A5-B416-619D725073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buSzPts val="1100"/>
            </a:pPr>
            <a:endParaRPr lang="x-none" altLang="x-none" dirty="0"/>
          </a:p>
        </p:txBody>
      </p:sp>
      <p:sp>
        <p:nvSpPr>
          <p:cNvPr id="54275" name="Google Shape;37;p1:notes">
            <a:extLst>
              <a:ext uri="{FF2B5EF4-FFF2-40B4-BE49-F238E27FC236}">
                <a16:creationId xmlns:a16="http://schemas.microsoft.com/office/drawing/2014/main" id="{8481DDE9-68D6-4C5D-A85A-ECC56B4984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628191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00:notes"/>
          <p:cNvSpPr txBox="1">
            <a:spLocks noGrp="1"/>
          </p:cNvSpPr>
          <p:nvPr>
            <p:ph type="body" idx="1"/>
          </p:nvPr>
        </p:nvSpPr>
        <p:spPr>
          <a:xfrm>
            <a:off x="576575" y="1541300"/>
            <a:ext cx="4612625" cy="1460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1688" y="242888"/>
            <a:ext cx="1622425" cy="12176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29715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9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618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0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3150"/>
              </a:lnSpc>
              <a:spcBef>
                <a:spcPts val="0"/>
              </a:spcBef>
              <a:buNone/>
              <a:defRPr sz="30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54501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7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9"/>
            <a:ext cx="8229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800">
                <a:latin typeface="Arial" pitchFamily="34" charset="0"/>
                <a:cs typeface="Arial" pitchFamily="34" charset="0"/>
              </a:defRPr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244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2"/>
            <a:ext cx="4038600" cy="4525963"/>
          </a:xfrm>
        </p:spPr>
        <p:txBody>
          <a:bodyPr/>
          <a:lstStyle>
            <a:lvl1pPr marL="257175" marR="0" indent="-257175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100"/>
            </a:lvl1pPr>
            <a:lvl2pPr marL="557213" marR="0" indent="-214313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200">
                <a:latin typeface="Arial" pitchFamily="34" charset="0"/>
                <a:cs typeface="Arial" pitchFamily="34" charset="0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51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201"/>
            <a:ext cx="4040188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2"/>
            <a:ext cx="4041775" cy="82708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362201"/>
            <a:ext cx="4041775" cy="3763963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03042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9013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2"/>
            <a:ext cx="5111750" cy="452596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0202"/>
            <a:ext cx="3008313" cy="45259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776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35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411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1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2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82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1722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3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12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7" y="381002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26196"/>
            <a:ext cx="5867400" cy="19620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75" b="1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BITS </a:t>
            </a:r>
            <a:r>
              <a:rPr lang="en-US" sz="675" kern="1200" dirty="0">
                <a:solidFill>
                  <a:srgbClr val="101141"/>
                </a:solidFill>
                <a:latin typeface="Arial"/>
                <a:ea typeface="+mn-ea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46735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200" kern="1200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2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427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175" b="1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BITS</a:t>
            </a:r>
            <a:r>
              <a:rPr lang="en-US" sz="2175" kern="1200" spc="-113" dirty="0">
                <a:solidFill>
                  <a:prstClr val="white"/>
                </a:solidFill>
                <a:latin typeface="Arial"/>
                <a:ea typeface="+mn-ea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6"/>
            <a:ext cx="19050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l" rt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00" kern="1200" dirty="0">
                <a:solidFill>
                  <a:srgbClr val="FFFFFF"/>
                </a:solidFill>
                <a:latin typeface="Arial"/>
                <a:ea typeface="+mn-ea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13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3000"/>
              </a:lnSpc>
              <a:defRPr sz="3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907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60CB459-1A4D-47F4-A8EE-5438035C956C}" type="datetime1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7/26/2026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0DB935C-A2BB-404C-A6C5-67E9068028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8390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3" y="6639735"/>
            <a:ext cx="1706245" cy="182245"/>
          </a:xfrm>
          <a:prstGeom prst="rect">
            <a:avLst/>
          </a:prstGeom>
        </p:spPr>
        <p:txBody>
          <a:bodyPr lIns="0" tIns="0" rIns="0" bIns="0"/>
          <a:lstStyle>
            <a:lvl1pPr>
              <a:defRPr sz="1100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</a:pPr>
            <a:r>
              <a:rPr b="1" dirty="0">
                <a:latin typeface="Arial"/>
                <a:cs typeface="Arial"/>
              </a:rPr>
              <a:t>BITS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Pilani,</a:t>
            </a:r>
            <a:r>
              <a:rPr spc="-35" dirty="0"/>
              <a:t> </a:t>
            </a:r>
            <a:r>
              <a:rPr dirty="0"/>
              <a:t>Pilani</a:t>
            </a:r>
            <a:r>
              <a:rPr spc="-30" dirty="0"/>
              <a:t> </a:t>
            </a:r>
            <a:r>
              <a:rPr spc="-10" dirty="0"/>
              <a:t>Campus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4"/>
            <a:ext cx="8610600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24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160907" cy="1219200"/>
          </a:xfrm>
          <a:prstGeom prst="rect">
            <a:avLst/>
          </a:prstGeom>
        </p:spPr>
        <p:txBody>
          <a:bodyPr anchor="ctr"/>
          <a:lstStyle>
            <a:lvl1pPr algn="l">
              <a:defRPr sz="3600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756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56490" y="397663"/>
            <a:ext cx="6831018" cy="543226"/>
          </a:xfrm>
        </p:spPr>
        <p:txBody>
          <a:bodyPr lIns="0" tIns="0" rIns="0" bIns="0"/>
          <a:lstStyle>
            <a:lvl1pPr>
              <a:defRPr sz="3530" b="1" i="0">
                <a:solidFill>
                  <a:srgbClr val="0000C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0050" y="2476947"/>
            <a:ext cx="7326745" cy="434606"/>
          </a:xfrm>
        </p:spPr>
        <p:txBody>
          <a:bodyPr lIns="0" tIns="0" rIns="0" bIns="0"/>
          <a:lstStyle>
            <a:lvl1pPr>
              <a:defRPr sz="2824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7/26/2026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9" b="0" i="0">
                <a:solidFill>
                  <a:srgbClr val="898989"/>
                </a:solidFill>
                <a:latin typeface="Arial"/>
                <a:cs typeface="Arial"/>
              </a:defRPr>
            </a:lvl1pPr>
          </a:lstStyle>
          <a:p>
            <a:pPr marL="11206">
              <a:lnSpc>
                <a:spcPts val="1094"/>
              </a:lnSpc>
            </a:pPr>
            <a:r>
              <a:rPr lang="en-IN" spc="-53"/>
              <a:t>1</a:t>
            </a:r>
            <a:fld id="{81D60167-4931-47E6-BA6A-407CBD079E47}" type="slidenum">
              <a:rPr spc="-53" smtClean="0"/>
              <a:pPr marL="11206">
                <a:lnSpc>
                  <a:spcPts val="1094"/>
                </a:lnSpc>
              </a:pPr>
              <a:t>‹#›</a:t>
            </a:fld>
            <a:endParaRPr spc="-53" dirty="0"/>
          </a:p>
        </p:txBody>
      </p:sp>
    </p:spTree>
    <p:extLst>
      <p:ext uri="{BB962C8B-B14F-4D97-AF65-F5344CB8AC3E}">
        <p14:creationId xmlns:p14="http://schemas.microsoft.com/office/powerpoint/2010/main" val="11875224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4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3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" name="Google Shape;52;p13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3" name="Google Shape;53;p13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54" name="Google Shape;54;p134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4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4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4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1905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5" descr="\\Server\D\jyoti\FI023_BITS_v1\styleguide img\IMG_5627_b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5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61" name="Google Shape;61;p135" descr="Picture 7.png"/>
          <p:cNvPicPr preferRelativeResize="0"/>
          <p:nvPr/>
        </p:nvPicPr>
        <p:blipFill rotWithShape="1">
          <a:blip r:embed="rId3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3" name="Google Shape;63;p135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4" name="Google Shape;64;p135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5" name="Google Shape;65;p135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35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35"/>
          <p:cNvSpPr txBox="1">
            <a:spLocks noGrp="1"/>
          </p:cNvSpPr>
          <p:nvPr>
            <p:ph type="body" idx="1"/>
          </p:nvPr>
        </p:nvSpPr>
        <p:spPr>
          <a:xfrm>
            <a:off x="304800" y="4648200"/>
            <a:ext cx="84582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59839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36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136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1" name="Google Shape;71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2" name="Google Shape;72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3" name="Google Shape;73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74" name="Google Shape;74;p136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75" name="Google Shape;75;p13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3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36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78" name="Google Shape;78;p13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0" name="Google Shape;80;p136"/>
          <p:cNvSpPr txBox="1">
            <a:spLocks noGrp="1"/>
          </p:cNvSpPr>
          <p:nvPr>
            <p:ph type="body" idx="2"/>
          </p:nvPr>
        </p:nvSpPr>
        <p:spPr>
          <a:xfrm>
            <a:off x="49530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01141"/>
              </a:buClr>
              <a:buSzPts val="2800"/>
              <a:buFont typeface="Arial"/>
              <a:buNone/>
              <a:defRPr sz="2800"/>
            </a:lvl1pPr>
            <a:lvl2pPr marL="914400" marR="0" lvl="1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81" name="Google Shape;81;p136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318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37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4" name="Google Shape;84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5" name="Google Shape;85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6" name="Google Shape;86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87" name="Google Shape;87;p137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8" name="Google Shape;88;p13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9" name="Google Shape;89;p13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0" name="Google Shape;90;p137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91" name="Google Shape;91;p137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7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7"/>
          <p:cNvSpPr txBox="1"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4" name="Google Shape;94;p137"/>
          <p:cNvSpPr txBox="1">
            <a:spLocks noGrp="1"/>
          </p:cNvSpPr>
          <p:nvPr>
            <p:ph type="body" idx="2"/>
          </p:nvPr>
        </p:nvSpPr>
        <p:spPr>
          <a:xfrm>
            <a:off x="457200" y="2362199"/>
            <a:ext cx="4040188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5" name="Google Shape;95;p137"/>
          <p:cNvSpPr txBox="1">
            <a:spLocks noGrp="1"/>
          </p:cNvSpPr>
          <p:nvPr>
            <p:ph type="body" idx="3"/>
          </p:nvPr>
        </p:nvSpPr>
        <p:spPr>
          <a:xfrm>
            <a:off x="4645025" y="1535112"/>
            <a:ext cx="4041775" cy="82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6" name="Google Shape;96;p137"/>
          <p:cNvSpPr txBox="1">
            <a:spLocks noGrp="1"/>
          </p:cNvSpPr>
          <p:nvPr>
            <p:ph type="body" idx="4"/>
          </p:nvPr>
        </p:nvSpPr>
        <p:spPr>
          <a:xfrm>
            <a:off x="4645025" y="2362199"/>
            <a:ext cx="4041775" cy="3763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97" name="Google Shape;97;p137"/>
          <p:cNvSpPr txBox="1">
            <a:spLocks noGrp="1"/>
          </p:cNvSpPr>
          <p:nvPr>
            <p:ph type="body" idx="5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9757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oogle Shape;99;p138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00" name="Google Shape;100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03" name="Google Shape;103;p138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4" name="Google Shape;104;p13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5" name="Google Shape;105;p13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38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07" name="Google Shape;107;p138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38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Deemed to be University under Section 3 of UGC Act, 1956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38"/>
          <p:cNvSpPr txBox="1">
            <a:spLocks noGrp="1"/>
          </p:cNvSpPr>
          <p:nvPr>
            <p:ph type="body" idx="1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4604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39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12" name="Google Shape;112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3" name="Google Shape;113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4" name="Google Shape;114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15" name="Google Shape;115;p139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6" name="Google Shape;116;p13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8" name="Google Shape;118;p139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19" name="Google Shape;119;p139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9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9"/>
          <p:cNvSpPr txBox="1">
            <a:spLocks noGrp="1"/>
          </p:cNvSpPr>
          <p:nvPr>
            <p:ph type="body" idx="1"/>
          </p:nvPr>
        </p:nvSpPr>
        <p:spPr>
          <a:xfrm>
            <a:off x="3575050" y="1600200"/>
            <a:ext cx="511175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2" name="Google Shape;122;p139"/>
          <p:cNvSpPr txBox="1">
            <a:spLocks noGrp="1"/>
          </p:cNvSpPr>
          <p:nvPr>
            <p:ph type="body" idx="2"/>
          </p:nvPr>
        </p:nvSpPr>
        <p:spPr>
          <a:xfrm>
            <a:off x="457200" y="1600200"/>
            <a:ext cx="3008313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139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96012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40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26" name="Google Shape;126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7" name="Google Shape;127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28" name="Google Shape;128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29" name="Google Shape;129;p140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0" name="Google Shape;130;p14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1" name="Google Shape;131;p14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32" name="Google Shape;132;p14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33" name="Google Shape;133;p140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0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0"/>
          <p:cNvSpPr txBox="1"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40"/>
          <p:cNvSpPr>
            <a:spLocks noGrp="1"/>
          </p:cNvSpPr>
          <p:nvPr>
            <p:ph type="pic" idx="2"/>
          </p:nvPr>
        </p:nvSpPr>
        <p:spPr>
          <a:xfrm>
            <a:off x="1792288" y="1828800"/>
            <a:ext cx="5486400" cy="3429000"/>
          </a:xfrm>
          <a:prstGeom prst="rect">
            <a:avLst/>
          </a:prstGeom>
          <a:solidFill>
            <a:schemeClr val="lt1"/>
          </a:solidFill>
          <a:ln w="57150" cap="flat" cmpd="sng">
            <a:solidFill>
              <a:srgbClr val="DAE5F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p140"/>
          <p:cNvSpPr txBox="1">
            <a:spLocks noGrp="1"/>
          </p:cNvSpPr>
          <p:nvPr>
            <p:ph type="body" idx="1"/>
          </p:nvPr>
        </p:nvSpPr>
        <p:spPr>
          <a:xfrm>
            <a:off x="1792288" y="5711825"/>
            <a:ext cx="5486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40"/>
          <p:cNvSpPr txBox="1">
            <a:spLocks noGrp="1"/>
          </p:cNvSpPr>
          <p:nvPr>
            <p:ph type="body" idx="3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5921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>
  <p:cSld name="Title and Vertical Tex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1"/>
          <p:cNvGrpSpPr/>
          <p:nvPr/>
        </p:nvGrpSpPr>
        <p:grpSpPr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1" name="Google Shape;141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2" name="Google Shape;142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44" name="Google Shape;144;p141"/>
          <p:cNvGrpSpPr/>
          <p:nvPr/>
        </p:nvGrpSpPr>
        <p:grpSpPr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45" name="Google Shape;145;p141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6" name="Google Shape;146;p14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7" name="Google Shape;147;p141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48" name="Google Shape;148;p141" descr="Picture 7.png"/>
          <p:cNvPicPr preferRelativeResize="0"/>
          <p:nvPr/>
        </p:nvPicPr>
        <p:blipFill rotWithShape="1">
          <a:blip r:embed="rId2">
            <a:alphaModFix/>
          </a:blip>
          <a:srcRect l="1923" b="5334"/>
          <a:stretch/>
        </p:blipFill>
        <p:spPr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1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11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4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141"/>
          <p:cNvSpPr txBox="1">
            <a:spLocks noGrp="1"/>
          </p:cNvSpPr>
          <p:nvPr>
            <p:ph type="body" idx="2"/>
          </p:nvPr>
        </p:nvSpPr>
        <p:spPr>
          <a:xfrm>
            <a:off x="304800" y="152400"/>
            <a:ext cx="6324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6961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>
  <p:cSld name="Vertical Title and 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42"/>
          <p:cNvGrpSpPr/>
          <p:nvPr/>
        </p:nvGrpSpPr>
        <p:grpSpPr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154" name="Google Shape;154;p142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42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6" name="Google Shape;156;p142"/>
            <p:cNvSpPr/>
            <p:nvPr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157" name="Google Shape;157;p142" descr="Picture 7.png"/>
          <p:cNvPicPr preferRelativeResize="0"/>
          <p:nvPr/>
        </p:nvPicPr>
        <p:blipFill rotWithShape="1">
          <a:blip r:embed="rId2">
            <a:alphaModFix/>
          </a:blip>
          <a:srcRect l="5336" t="1923"/>
          <a:stretch/>
        </p:blipFill>
        <p:spPr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42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900" b="0" i="0" u="none" strike="noStrike" cap="none">
                <a:solidFill>
                  <a:srgbClr val="101141"/>
                </a:solidFill>
                <a:latin typeface="Arial"/>
                <a:ea typeface="Arial"/>
                <a:cs typeface="Arial"/>
                <a:sym typeface="Arial"/>
              </a:rPr>
              <a:t>Pilani, 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42"/>
          <p:cNvSpPr txBox="1">
            <a:spLocks noGrp="1"/>
          </p:cNvSpPr>
          <p:nvPr>
            <p:ph type="body" idx="1"/>
          </p:nvPr>
        </p:nvSpPr>
        <p:spPr>
          <a:xfrm rot="5400000">
            <a:off x="1303338" y="29686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142"/>
          <p:cNvSpPr txBox="1">
            <a:spLocks noGrp="1"/>
          </p:cNvSpPr>
          <p:nvPr>
            <p:ph type="body" idx="2"/>
          </p:nvPr>
        </p:nvSpPr>
        <p:spPr>
          <a:xfrm rot="5400000">
            <a:off x="5410200" y="2743200"/>
            <a:ext cx="5867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796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4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4" name="Google Shape;164;p14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5" name="Google Shape;165;p143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6" name="Google Shape;166;p143" descr="BITS_university_logo_whitevert.png"/>
          <p:cNvPicPr preferRelativeResize="0"/>
          <p:nvPr/>
        </p:nvPicPr>
        <p:blipFill rotWithShape="1">
          <a:blip r:embed="rId3">
            <a:alphaModFix/>
          </a:blip>
          <a:srcRect t="2" b="28592"/>
          <a:stretch/>
        </p:blipFill>
        <p:spPr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43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lang="en-US" sz="29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</a:t>
            </a:r>
            <a:r>
              <a:rPr lang="en-US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Pilani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43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 Campus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3"/>
          <p:cNvSpPr txBox="1">
            <a:spLocks noGrp="1"/>
          </p:cNvSpPr>
          <p:nvPr>
            <p:ph type="body" idx="1"/>
          </p:nvPr>
        </p:nvSpPr>
        <p:spPr>
          <a:xfrm>
            <a:off x="2514600" y="5410200"/>
            <a:ext cx="6019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143"/>
          <p:cNvSpPr txBox="1"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5659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3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5"/>
            <a:ext cx="8058150" cy="805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0"/>
            <a:ext cx="3843338" cy="2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2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3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844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760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675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0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257175" lvl="0" indent="-128588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956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514350" lvl="1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525" lvl="2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700" lvl="3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75" lvl="4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3050" lvl="5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225" lvl="6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400" lvl="7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575" lvl="8" indent="-192881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1785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04" y="2482117"/>
            <a:ext cx="6636349" cy="2130567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373633" y="2575123"/>
            <a:ext cx="6500241" cy="1936879"/>
          </a:xfrm>
          <a:prstGeom prst="rect">
            <a:avLst/>
          </a:prstGeom>
        </p:spPr>
        <p:txBody>
          <a:bodyPr vert="horz" lIns="51435" tIns="25718" rIns="51435" bIns="25718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38576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25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anose="020B0604020202030204" pitchFamily="34" charset="0"/>
                <a:ea typeface="+mj-ea"/>
                <a:cs typeface="+mj-cs"/>
                <a:sym typeface="Arial"/>
              </a:rPr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231303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3563108" y="2223656"/>
            <a:ext cx="2017786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>
            <a:normAutofit/>
          </a:bodyPr>
          <a:lstStyle>
            <a:lvl1pPr algn="r">
              <a:defRPr sz="3038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 algn="r">
              <a:buNone/>
              <a:defRPr sz="135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1"/>
            <a:ext cx="9144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9304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9;p6">
            <a:extLst>
              <a:ext uri="{FF2B5EF4-FFF2-40B4-BE49-F238E27FC236}">
                <a16:creationId xmlns:a16="http://schemas.microsoft.com/office/drawing/2014/main" id="{F25B0690-2AA3-4D32-A3BE-F758AA0F052D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5" b="118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Google Shape;10;p6">
            <a:extLst>
              <a:ext uri="{FF2B5EF4-FFF2-40B4-BE49-F238E27FC236}">
                <a16:creationId xmlns:a16="http://schemas.microsoft.com/office/drawing/2014/main" id="{893C1886-432F-4E8C-89E4-EA62A101C20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oogle Shape;11;p6">
            <a:extLst>
              <a:ext uri="{FF2B5EF4-FFF2-40B4-BE49-F238E27FC236}">
                <a16:creationId xmlns:a16="http://schemas.microsoft.com/office/drawing/2014/main" id="{144E1ABE-9DE4-4A16-BAF4-B78FB9377E0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2551114"/>
            <a:ext cx="7259638" cy="179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Google Shape;12;p6">
            <a:extLst>
              <a:ext uri="{FF2B5EF4-FFF2-40B4-BE49-F238E27FC236}">
                <a16:creationId xmlns:a16="http://schemas.microsoft.com/office/drawing/2014/main" id="{83A8598A-4A6D-4252-A238-3D78D1272072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47676"/>
            <a:ext cx="8058150" cy="8058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Google Shape;15;p6">
            <a:extLst>
              <a:ext uri="{FF2B5EF4-FFF2-40B4-BE49-F238E27FC236}">
                <a16:creationId xmlns:a16="http://schemas.microsoft.com/office/drawing/2014/main" id="{E7FD79E3-6B96-4CE0-B3D1-A3DCED65C62A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2863" y="896938"/>
            <a:ext cx="2322512" cy="108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Google Shape;16;p6">
            <a:extLst>
              <a:ext uri="{FF2B5EF4-FFF2-40B4-BE49-F238E27FC236}">
                <a16:creationId xmlns:a16="http://schemas.microsoft.com/office/drawing/2014/main" id="{F029E66F-4D8A-4B60-AB6F-AAE31A525006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176" y="4800601"/>
            <a:ext cx="3843338" cy="20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Google Shape;13;p6"/>
          <p:cNvSpPr txBox="1">
            <a:spLocks noGrp="1"/>
          </p:cNvSpPr>
          <p:nvPr>
            <p:ph type="ctrTitle"/>
          </p:nvPr>
        </p:nvSpPr>
        <p:spPr>
          <a:xfrm>
            <a:off x="3429004" y="2549772"/>
            <a:ext cx="5498123" cy="1600725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35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ubTitle" idx="1"/>
          </p:nvPr>
        </p:nvSpPr>
        <p:spPr>
          <a:xfrm>
            <a:off x="4431323" y="4452634"/>
            <a:ext cx="4495800" cy="343327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>
            <a:normAutofit/>
          </a:bodyPr>
          <a:lstStyle>
            <a:lvl1pPr lvl="0" algn="r">
              <a:lnSpc>
                <a:spcPct val="90000"/>
              </a:lnSpc>
              <a:spcBef>
                <a:spcPts val="422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 b="1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633"/>
            </a:lvl2pPr>
            <a:lvl3pPr lvl="2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570"/>
            </a:lvl3pPr>
            <a:lvl4pPr lvl="3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4pPr>
            <a:lvl5pPr lvl="4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5pPr>
            <a:lvl6pPr lvl="5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6pPr>
            <a:lvl7pPr lvl="6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7pPr>
            <a:lvl8pPr lvl="7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8pPr>
            <a:lvl9pPr lvl="8" algn="ctr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506"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body" idx="2"/>
          </p:nvPr>
        </p:nvSpPr>
        <p:spPr>
          <a:xfrm>
            <a:off x="3892060" y="4826981"/>
            <a:ext cx="5035064" cy="1108563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>
            <a:normAutofit/>
          </a:bodyPr>
          <a:lstStyle>
            <a:lvl1pPr marL="192881" lvl="0" indent="-9644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1573"/>
              </a:buClr>
              <a:buSzPts val="1700"/>
              <a:buNone/>
              <a:defRPr sz="717">
                <a:solidFill>
                  <a:srgbClr val="1C15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385763" lvl="1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578644" lvl="2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771525" lvl="3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964406" lvl="4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157288" lvl="5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350169" lvl="6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1543050" lvl="7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1735931" lvl="8" indent="-144661" algn="l">
              <a:lnSpc>
                <a:spcPct val="90000"/>
              </a:lnSpc>
              <a:spcBef>
                <a:spcPts val="21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9140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one">
  <p:cSld name="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0"/>
          <p:cNvSpPr txBox="1"/>
          <p:nvPr/>
        </p:nvSpPr>
        <p:spPr>
          <a:xfrm>
            <a:off x="8153400" y="6550026"/>
            <a:ext cx="990600" cy="14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7" tIns="25706" rIns="51427" bIns="25706" anchor="t" anchorCtr="0"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Pilani</a:t>
            </a:r>
            <a:endParaRPr kumimoji="0" sz="619" b="0" i="0" u="none" strike="noStrike" kern="1200" cap="none" spc="0" normalizeH="0" baseline="0" noProof="0">
              <a:ln>
                <a:noFill/>
              </a:ln>
              <a:solidFill>
                <a:srgbClr val="1011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0"/>
          <p:cNvGrpSpPr/>
          <p:nvPr/>
        </p:nvGrpSpPr>
        <p:grpSpPr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59" name="Google Shape;59;p110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0" name="Google Shape;60;p110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1" name="Google Shape;61;p110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pic>
        <p:nvPicPr>
          <p:cNvPr id="62" name="Google Shape;62;p110" descr="Picture 7.png"/>
          <p:cNvPicPr preferRelativeResize="0"/>
          <p:nvPr/>
        </p:nvPicPr>
        <p:blipFill rotWithShape="1">
          <a:blip r:embed="rId2">
            <a:alphaModFix/>
          </a:blip>
          <a:srcRect l="1923" b="5335"/>
          <a:stretch/>
        </p:blipFill>
        <p:spPr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110"/>
          <p:cNvGrpSpPr/>
          <p:nvPr/>
        </p:nvGrpSpPr>
        <p:grpSpPr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64" name="Google Shape;64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5" name="Google Shape;65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6" name="Google Shape;66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67" name="Google Shape;67;p110"/>
          <p:cNvGrpSpPr/>
          <p:nvPr/>
        </p:nvGrpSpPr>
        <p:grpSpPr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68" name="Google Shape;68;p1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9" name="Google Shape;69;p1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0" name="Google Shape;70;p110"/>
            <p:cNvSpPr/>
            <p:nvPr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7970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6"/>
            <a:ext cx="58674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r" defTabSz="514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9" b="1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BITS </a:t>
            </a:r>
            <a:r>
              <a:rPr kumimoji="0" lang="en-US" sz="619" b="0" i="0" u="none" strike="noStrike" kern="1200" cap="none" spc="0" normalizeH="0" baseline="0" noProof="0" dirty="0">
                <a:ln>
                  <a:noFill/>
                </a:ln>
                <a:solidFill>
                  <a:srgbClr val="101141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13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0"/>
            <a:ext cx="8229600" cy="4525963"/>
          </a:xfrm>
        </p:spPr>
        <p:txBody>
          <a:bodyPr/>
          <a:lstStyle>
            <a:lvl1pPr marL="192881" marR="0" indent="-192881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1350">
                <a:latin typeface="Arial" pitchFamily="34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9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025" b="1" spc="-85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081711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_on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58;p106">
            <a:extLst>
              <a:ext uri="{FF2B5EF4-FFF2-40B4-BE49-F238E27FC236}">
                <a16:creationId xmlns:a16="http://schemas.microsoft.com/office/drawing/2014/main" id="{388B7AC2-9338-42ED-B0AC-AFF798FA35AB}"/>
              </a:ext>
            </a:extLst>
          </p:cNvPr>
          <p:cNvGrpSpPr>
            <a:grpSpLocks/>
          </p:cNvGrpSpPr>
          <p:nvPr/>
        </p:nvGrpSpPr>
        <p:grpSpPr bwMode="auto">
          <a:xfrm>
            <a:off x="3" y="3"/>
            <a:ext cx="7059613" cy="49213"/>
            <a:chOff x="0" y="0"/>
            <a:chExt cx="7060112" cy="48665"/>
          </a:xfrm>
        </p:grpSpPr>
        <p:sp>
          <p:nvSpPr>
            <p:cNvPr id="3" name="Google Shape;59;p106">
              <a:extLst>
                <a:ext uri="{FF2B5EF4-FFF2-40B4-BE49-F238E27FC236}">
                  <a16:creationId xmlns:a16="http://schemas.microsoft.com/office/drawing/2014/main" id="{2E2AE42B-B438-40E3-A12D-DECB0826EF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1065" y="6550871"/>
              <a:ext cx="2329027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4" name="Google Shape;60;p106">
              <a:extLst>
                <a:ext uri="{FF2B5EF4-FFF2-40B4-BE49-F238E27FC236}">
                  <a16:creationId xmlns:a16="http://schemas.microsoft.com/office/drawing/2014/main" id="{CA611BA7-FBE6-4FDE-95B2-F4DBDD85F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09288" y="6550871"/>
              <a:ext cx="2235358" cy="45524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5" name="Google Shape;61;p106">
              <a:extLst>
                <a:ext uri="{FF2B5EF4-FFF2-40B4-BE49-F238E27FC236}">
                  <a16:creationId xmlns:a16="http://schemas.microsoft.com/office/drawing/2014/main" id="{C5730040-5703-4D01-B41E-68DEE797B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4535" y="6550871"/>
              <a:ext cx="2581457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pic>
        <p:nvPicPr>
          <p:cNvPr id="6" name="Google Shape;62;p106" descr="Picture 7.png">
            <a:extLst>
              <a:ext uri="{FF2B5EF4-FFF2-40B4-BE49-F238E27FC236}">
                <a16:creationId xmlns:a16="http://schemas.microsoft.com/office/drawing/2014/main" id="{7B6FCF6E-79D1-40AF-913E-45A83B4CDB7F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4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oogle Shape;63;p106">
            <a:extLst>
              <a:ext uri="{FF2B5EF4-FFF2-40B4-BE49-F238E27FC236}">
                <a16:creationId xmlns:a16="http://schemas.microsoft.com/office/drawing/2014/main" id="{C7582CFB-964D-4412-A074-E14A1A931162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8" name="Google Shape;64;p106">
              <a:extLst>
                <a:ext uri="{FF2B5EF4-FFF2-40B4-BE49-F238E27FC236}">
                  <a16:creationId xmlns:a16="http://schemas.microsoft.com/office/drawing/2014/main" id="{25E78CE8-FE67-4F17-84C6-F00B05BB4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9" name="Google Shape;65;p106">
              <a:extLst>
                <a:ext uri="{FF2B5EF4-FFF2-40B4-BE49-F238E27FC236}">
                  <a16:creationId xmlns:a16="http://schemas.microsoft.com/office/drawing/2014/main" id="{EDEAF392-8D63-4C70-89CE-1BF9B0B6A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0" name="Google Shape;66;p106">
              <a:extLst>
                <a:ext uri="{FF2B5EF4-FFF2-40B4-BE49-F238E27FC236}">
                  <a16:creationId xmlns:a16="http://schemas.microsoft.com/office/drawing/2014/main" id="{1B76DF7F-CE0E-4786-B387-FD7F28059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  <p:grpSp>
        <p:nvGrpSpPr>
          <p:cNvPr id="11" name="Google Shape;67;p106">
            <a:extLst>
              <a:ext uri="{FF2B5EF4-FFF2-40B4-BE49-F238E27FC236}">
                <a16:creationId xmlns:a16="http://schemas.microsoft.com/office/drawing/2014/main" id="{F0D82B4B-C293-468C-9CC8-E37979E1F7E5}"/>
              </a:ext>
            </a:extLst>
          </p:cNvPr>
          <p:cNvGrpSpPr>
            <a:grpSpLocks/>
          </p:cNvGrpSpPr>
          <p:nvPr/>
        </p:nvGrpSpPr>
        <p:grpSpPr bwMode="auto">
          <a:xfrm>
            <a:off x="0" y="1"/>
            <a:ext cx="7010400" cy="46039"/>
            <a:chOff x="0" y="0"/>
            <a:chExt cx="7010400" cy="45719"/>
          </a:xfrm>
        </p:grpSpPr>
        <p:sp>
          <p:nvSpPr>
            <p:cNvPr id="12" name="Google Shape;68;p106">
              <a:extLst>
                <a:ext uri="{FF2B5EF4-FFF2-40B4-BE49-F238E27FC236}">
                  <a16:creationId xmlns:a16="http://schemas.microsoft.com/office/drawing/2014/main" id="{E314DE30-AC45-4CE5-A2D0-B61F39D63F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7200" y="6553511"/>
              <a:ext cx="2328863" cy="45718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3" name="Google Shape;69;p106">
              <a:extLst>
                <a:ext uri="{FF2B5EF4-FFF2-40B4-BE49-F238E27FC236}">
                  <a16:creationId xmlns:a16="http://schemas.microsoft.com/office/drawing/2014/main" id="{7C259459-26E1-4435-9DB8-4F8CB1CB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5000" y="6553511"/>
              <a:ext cx="2362200" cy="45718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  <p:sp>
          <p:nvSpPr>
            <p:cNvPr id="14" name="Google Shape;70;p106">
              <a:extLst>
                <a:ext uri="{FF2B5EF4-FFF2-40B4-BE49-F238E27FC236}">
                  <a16:creationId xmlns:a16="http://schemas.microsoft.com/office/drawing/2014/main" id="{83B36E22-03F2-4FF9-8495-AE8691BCDA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6538" y="6553511"/>
              <a:ext cx="2328862" cy="457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lIns="91425" tIns="45700" rIns="91425" bIns="457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ctr" defTabSz="51435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x-none" altLang="x-none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Tahoma" panose="020B0604030504040204" pitchFamily="34" charset="0"/>
                <a:sym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67285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2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27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 defTabSz="514350">
              <a:buClrTx/>
              <a:defRPr/>
            </a:pPr>
            <a:fld id="{00000000-1234-1234-1234-123412341234}" type="slidenum">
              <a:rPr lang="en" sz="1013" kern="1200" smtClean="0">
                <a:solidFill>
                  <a:prstClr val="black"/>
                </a:solidFill>
                <a:latin typeface="Calibri"/>
                <a:ea typeface="+mn-ea"/>
              </a:rPr>
              <a:pPr algn="r" defTabSz="514350">
                <a:buClrTx/>
                <a:defRPr/>
              </a:pPr>
              <a:t>‹#›</a:t>
            </a:fld>
            <a:endParaRPr lang="en" sz="1013" kern="1200">
              <a:solidFill>
                <a:prstClr val="black"/>
              </a:solidFill>
              <a:latin typeface="Calibri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871636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9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9"/>
          <p:cNvSpPr txBox="1">
            <a:spLocks noGrp="1"/>
          </p:cNvSpPr>
          <p:nvPr>
            <p:ph type="body" idx="1"/>
          </p:nvPr>
        </p:nvSpPr>
        <p:spPr>
          <a:xfrm>
            <a:off x="982033" y="2304329"/>
            <a:ext cx="7555885" cy="256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65" b="0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9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9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647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2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96" b="0" i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2"/>
          <p:cNvSpPr txBox="1">
            <a:spLocks noGrp="1"/>
          </p:cNvSpPr>
          <p:nvPr>
            <p:ph type="body" idx="1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2"/>
          <p:cNvSpPr txBox="1">
            <a:spLocks noGrp="1"/>
          </p:cNvSpPr>
          <p:nvPr>
            <p:ph type="body" idx="2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25073" lvl="0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1450147" lvl="1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2175220" lvl="2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2900294" lvl="3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3625367" lvl="4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4350441" lvl="5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5075514" lvl="6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5800588" lvl="7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6525661" lvl="8" indent="-36253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2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2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0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884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039041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8494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42493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46304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7"/>
              <a:t> </a:t>
            </a:r>
            <a:r>
              <a:rPr lang="en-IN"/>
              <a:t>Pilani</a:t>
            </a:r>
            <a:r>
              <a:rPr lang="en-IN" spc="-22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915"/>
            <a:ext cx="8160907" cy="415370"/>
          </a:xfrm>
          <a:prstGeom prst="rect">
            <a:avLst/>
          </a:prstGeom>
        </p:spPr>
        <p:txBody>
          <a:bodyPr anchor="ctr"/>
          <a:lstStyle>
            <a:lvl1pPr algn="l">
              <a:defRPr sz="2699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96318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06560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21019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74869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8635" y="6639737"/>
            <a:ext cx="1706245" cy="126958"/>
          </a:xfrm>
          <a:prstGeom prst="rect">
            <a:avLst/>
          </a:prstGeom>
        </p:spPr>
        <p:txBody>
          <a:bodyPr lIns="0" tIns="0" rIns="0" bIns="0"/>
          <a:lstStyle>
            <a:lvl1pPr>
              <a:defRPr sz="825" b="0" i="0">
                <a:solidFill>
                  <a:srgbClr val="0F1141"/>
                </a:solidFill>
                <a:latin typeface="Arial MT"/>
                <a:cs typeface="Arial MT"/>
              </a:defRPr>
            </a:lvl1pPr>
          </a:lstStyle>
          <a:p>
            <a:pPr marL="9525"/>
            <a:r>
              <a:rPr lang="en-IN" b="1">
                <a:latin typeface="Arial"/>
                <a:cs typeface="Arial"/>
              </a:rPr>
              <a:t>BITS</a:t>
            </a:r>
            <a:r>
              <a:rPr lang="en-IN" b="1" spc="-41">
                <a:latin typeface="Arial"/>
                <a:cs typeface="Arial"/>
              </a:rPr>
              <a:t> </a:t>
            </a:r>
            <a:r>
              <a:rPr lang="en-IN"/>
              <a:t>Pilani,</a:t>
            </a:r>
            <a:r>
              <a:rPr lang="en-IN" spc="-25"/>
              <a:t> </a:t>
            </a:r>
            <a:r>
              <a:rPr lang="en-IN"/>
              <a:t>Pilani</a:t>
            </a:r>
            <a:r>
              <a:rPr lang="en-IN" spc="-24"/>
              <a:t> </a:t>
            </a:r>
            <a:r>
              <a:rPr lang="en-IN" spc="-8"/>
              <a:t>Campus</a:t>
            </a:r>
            <a:endParaRPr lang="en-IN" spc="-8" dirty="0"/>
          </a:p>
        </p:txBody>
      </p:sp>
      <p:sp>
        <p:nvSpPr>
          <p:cNvPr id="8" name="Content Placeholder 2"/>
          <p:cNvSpPr>
            <a:spLocks noGrp="1"/>
          </p:cNvSpPr>
          <p:nvPr>
            <p:ph idx="10"/>
          </p:nvPr>
        </p:nvSpPr>
        <p:spPr>
          <a:xfrm>
            <a:off x="228600" y="1545225"/>
            <a:ext cx="8610601" cy="45259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8602" y="401786"/>
            <a:ext cx="8160907" cy="415627"/>
          </a:xfrm>
          <a:prstGeom prst="rect">
            <a:avLst/>
          </a:prstGeom>
        </p:spPr>
        <p:txBody>
          <a:bodyPr anchor="ctr"/>
          <a:lstStyle>
            <a:lvl1pPr algn="l">
              <a:defRPr sz="2701" b="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4895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82033" y="2304329"/>
            <a:ext cx="7555885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76002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8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2855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Google Shape;14;p98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2855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Google Shape;15;p98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855" b="0" i="0" u="none" strike="noStrike" kern="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‹#›</a:t>
            </a:fld>
            <a:endParaRPr kumimoji="0" lang="en-US" sz="2855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770662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7/26/2026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02244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7/26/2026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881467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7/26/2026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81535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7/26/2026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99610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7/26/2026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5175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7/26/2026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228877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7/26/2026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225636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7/26/2026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93645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7/26/2026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0363267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4930509" y="13479795"/>
            <a:ext cx="4640479" cy="341632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725075" y="13479793"/>
            <a:ext cx="3335344" cy="341632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1D8BD707-D9CF-40AE-B4C6-C98DA3205C09}" type="datetimeFigureOut">
              <a:rPr lang="en-US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7/26/2026</a:t>
            </a:fld>
            <a:endParaRPr lang="en-US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10441079" y="13479795"/>
            <a:ext cx="3335344" cy="341632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buClr>
                <a:srgbClr val="000000"/>
              </a:buClr>
              <a:defRPr/>
            </a:pPr>
            <a:fld id="{B6F15528-21DE-4FAA-801E-634DDDAF4B2B}" type="slidenum">
              <a:rPr lang="en-IN" sz="2220" smtClean="0">
                <a:solidFill>
                  <a:prstClr val="black">
                    <a:tint val="75000"/>
                  </a:prstClr>
                </a:solidFill>
                <a:latin typeface="Arial"/>
                <a:cs typeface="Arial"/>
                <a:sym typeface="Arial"/>
              </a:rPr>
              <a:pPr defTabSz="1450147" hangingPunct="1">
                <a:buClr>
                  <a:srgbClr val="000000"/>
                </a:buClr>
                <a:defRPr/>
              </a:pPr>
              <a:t>‹#›</a:t>
            </a:fld>
            <a:endParaRPr lang="en-IN" sz="2220">
              <a:solidFill>
                <a:prstClr val="black">
                  <a:tint val="7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84142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09418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256224"/>
          </a:xfrm>
        </p:spPr>
        <p:txBody>
          <a:bodyPr lIns="0" tIns="0" rIns="0" bIns="0"/>
          <a:lstStyle>
            <a:lvl1pPr>
              <a:defRPr sz="1665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36079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1" y="1577340"/>
            <a:ext cx="3977640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862503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414857"/>
          </a:xfrm>
        </p:spPr>
        <p:txBody>
          <a:bodyPr lIns="0" tIns="0" rIns="0" bIns="0"/>
          <a:lstStyle>
            <a:lvl1pPr>
              <a:defRPr sz="2696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963590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167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image" Target="../media/image20.jpg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9.xml"/><Relationship Id="rId7" Type="http://schemas.openxmlformats.org/officeDocument/2006/relationships/image" Target="../media/image20.jpg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4.xml"/><Relationship Id="rId7" Type="http://schemas.openxmlformats.org/officeDocument/2006/relationships/image" Target="../media/image20.jpg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5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9.xml"/><Relationship Id="rId7" Type="http://schemas.openxmlformats.org/officeDocument/2006/relationships/image" Target="../media/image20.jpg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DAE0A98B-91D6-4D0A-A390-AF26B360F87A}" type="datetime1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7/26/2026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  <a:defRPr/>
            </a:pPr>
            <a:fld id="{60DB935C-A2BB-404C-A6C5-67E9068028EC}" type="slidenum">
              <a:rPr lang="en-US" kern="1200">
                <a:solidFill>
                  <a:prstClr val="black">
                    <a:tint val="75000"/>
                  </a:prstClr>
                </a:solidFill>
                <a:ea typeface="+mn-ea"/>
              </a:rPr>
              <a:pPr rtl="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kern="1200">
              <a:solidFill>
                <a:prstClr val="black">
                  <a:tint val="75000"/>
                </a:prstClr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1716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7" r:id="rId1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000" b="1" kern="1200" spc="-113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9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6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9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6217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9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97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0" y="169608"/>
            <a:ext cx="9098843" cy="66781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97"/>
          <p:cNvSpPr txBox="1"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7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7"/>
          <p:cNvSpPr txBox="1">
            <a:spLocks noGrp="1"/>
          </p:cNvSpPr>
          <p:nvPr>
            <p:ph type="body" idx="1"/>
          </p:nvPr>
        </p:nvSpPr>
        <p:spPr>
          <a:xfrm>
            <a:off x="982033" y="2304329"/>
            <a:ext cx="755588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7"/>
          <p:cNvSpPr txBox="1">
            <a:spLocks noGrp="1"/>
          </p:cNvSpPr>
          <p:nvPr>
            <p:ph type="ftr" idx="11"/>
          </p:nvPr>
        </p:nvSpPr>
        <p:spPr>
          <a:xfrm>
            <a:off x="3108960" y="6377939"/>
            <a:ext cx="292608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97"/>
          <p:cNvSpPr txBox="1">
            <a:spLocks noGrp="1"/>
          </p:cNvSpPr>
          <p:nvPr>
            <p:ph type="dt" idx="10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7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855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222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7991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22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69608"/>
            <a:ext cx="9098843" cy="6678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7/26/2026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+mn-cs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2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69608"/>
            <a:ext cx="9098843" cy="6678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Arial"/>
              <a:sym typeface="Arial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39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1D8BD707-D9CF-40AE-B4C6-C98DA3205C09}" type="datetimeFigureOut">
              <a:rPr lang="en-US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Arial"/>
                <a:sym typeface="Arial"/>
              </a:rPr>
              <a:pPr defTabSz="1450147" hangingPunct="1">
                <a:defRPr/>
              </a:pPr>
              <a:t>7/26/2026</a:t>
            </a:fld>
            <a:endParaRPr lang="en-US" sz="2855" kern="1200">
              <a:solidFill>
                <a:prstClr val="black">
                  <a:tint val="75000"/>
                </a:prstClr>
              </a:solidFill>
              <a:ea typeface="+mn-ea"/>
              <a:cs typeface="Arial"/>
              <a:sym typeface="Arial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439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450147" hangingPunct="1">
              <a:defRPr/>
            </a:pPr>
            <a:fld id="{B6F15528-21DE-4FAA-801E-634DDDAF4B2B}" type="slidenum">
              <a:rPr lang="en-IN" sz="2855" kern="1200" smtClean="0">
                <a:solidFill>
                  <a:prstClr val="black">
                    <a:tint val="75000"/>
                  </a:prstClr>
                </a:solidFill>
                <a:ea typeface="+mn-ea"/>
                <a:cs typeface="Arial"/>
                <a:sym typeface="Arial"/>
              </a:rPr>
              <a:pPr defTabSz="1450147" hangingPunct="1">
                <a:defRPr/>
              </a:pPr>
              <a:t>‹#›</a:t>
            </a:fld>
            <a:endParaRPr lang="en-IN" sz="2855" kern="1200">
              <a:solidFill>
                <a:prstClr val="black">
                  <a:tint val="75000"/>
                </a:prstClr>
              </a:solidFill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065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69608"/>
            <a:ext cx="9098843" cy="6678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1136" y="193461"/>
            <a:ext cx="8841724" cy="26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4934" y="2164959"/>
            <a:ext cx="7974132" cy="1615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39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39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39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7974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9" r:id="rId2"/>
    <p:sldLayoutId id="2147483880" r:id="rId3"/>
    <p:sldLayoutId id="2147483881" r:id="rId4"/>
    <p:sldLayoutId id="214748388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25073">
        <a:defRPr>
          <a:latin typeface="+mn-lt"/>
          <a:ea typeface="+mn-ea"/>
          <a:cs typeface="+mn-cs"/>
        </a:defRPr>
      </a:lvl2pPr>
      <a:lvl3pPr marL="1450147">
        <a:defRPr>
          <a:latin typeface="+mn-lt"/>
          <a:ea typeface="+mn-ea"/>
          <a:cs typeface="+mn-cs"/>
        </a:defRPr>
      </a:lvl3pPr>
      <a:lvl4pPr marL="2175220">
        <a:defRPr>
          <a:latin typeface="+mn-lt"/>
          <a:ea typeface="+mn-ea"/>
          <a:cs typeface="+mn-cs"/>
        </a:defRPr>
      </a:lvl4pPr>
      <a:lvl5pPr marL="2900294">
        <a:defRPr>
          <a:latin typeface="+mn-lt"/>
          <a:ea typeface="+mn-ea"/>
          <a:cs typeface="+mn-cs"/>
        </a:defRPr>
      </a:lvl5pPr>
      <a:lvl6pPr marL="3625367">
        <a:defRPr>
          <a:latin typeface="+mn-lt"/>
          <a:ea typeface="+mn-ea"/>
          <a:cs typeface="+mn-cs"/>
        </a:defRPr>
      </a:lvl6pPr>
      <a:lvl7pPr marL="4350441">
        <a:defRPr>
          <a:latin typeface="+mn-lt"/>
          <a:ea typeface="+mn-ea"/>
          <a:cs typeface="+mn-cs"/>
        </a:defRPr>
      </a:lvl7pPr>
      <a:lvl8pPr marL="5075514">
        <a:defRPr>
          <a:latin typeface="+mn-lt"/>
          <a:ea typeface="+mn-ea"/>
          <a:cs typeface="+mn-cs"/>
        </a:defRPr>
      </a:lvl8pPr>
      <a:lvl9pPr marL="580058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24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27.png"/><Relationship Id="rId4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3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34.png"/><Relationship Id="rId5" Type="http://schemas.openxmlformats.org/officeDocument/2006/relationships/customXml" Target="../ink/ink6.xml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37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3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4.png"/><Relationship Id="rId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49.png"/><Relationship Id="rId4" Type="http://schemas.openxmlformats.org/officeDocument/2006/relationships/customXml" Target="../ink/ink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7" Type="http://schemas.openxmlformats.org/officeDocument/2006/relationships/image" Target="../media/image53.png"/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34.xml"/><Relationship Id="rId6" Type="http://schemas.openxmlformats.org/officeDocument/2006/relationships/customXml" Target="../ink/ink13.xml"/><Relationship Id="rId5" Type="http://schemas.openxmlformats.org/officeDocument/2006/relationships/image" Target="../media/image52.png"/><Relationship Id="rId4" Type="http://schemas.openxmlformats.org/officeDocument/2006/relationships/customXml" Target="../ink/ink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6.png"/><Relationship Id="rId4" Type="http://schemas.openxmlformats.org/officeDocument/2006/relationships/customXml" Target="../ink/ink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59.png"/><Relationship Id="rId4" Type="http://schemas.openxmlformats.org/officeDocument/2006/relationships/customXml" Target="../ink/ink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62.png"/><Relationship Id="rId4" Type="http://schemas.openxmlformats.org/officeDocument/2006/relationships/customXml" Target="../ink/ink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65.png"/><Relationship Id="rId4" Type="http://schemas.openxmlformats.org/officeDocument/2006/relationships/customXml" Target="../ink/ink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image" Target="../media/image67.emf"/><Relationship Id="rId1" Type="http://schemas.openxmlformats.org/officeDocument/2006/relationships/slideLayout" Target="../slideLayouts/slideLayout3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71.png"/><Relationship Id="rId4" Type="http://schemas.openxmlformats.org/officeDocument/2006/relationships/customXml" Target="../ink/ink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74.png"/><Relationship Id="rId4" Type="http://schemas.openxmlformats.org/officeDocument/2006/relationships/customXml" Target="../ink/ink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3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3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3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83.png"/><Relationship Id="rId4" Type="http://schemas.openxmlformats.org/officeDocument/2006/relationships/customXml" Target="../ink/ink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86.png"/><Relationship Id="rId4" Type="http://schemas.openxmlformats.org/officeDocument/2006/relationships/customXml" Target="../ink/ink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91.png"/><Relationship Id="rId4" Type="http://schemas.openxmlformats.org/officeDocument/2006/relationships/customXml" Target="../ink/ink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94.png"/><Relationship Id="rId4" Type="http://schemas.openxmlformats.org/officeDocument/2006/relationships/customXml" Target="../ink/ink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3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slideLayout" Target="../slideLayouts/slideLayout3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emf"/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emf"/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emf"/><Relationship Id="rId2" Type="http://schemas.openxmlformats.org/officeDocument/2006/relationships/image" Target="../media/image105.emf"/><Relationship Id="rId1" Type="http://schemas.openxmlformats.org/officeDocument/2006/relationships/slideLayout" Target="../slideLayouts/slideLayout3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image" Target="../media/image107.emf"/><Relationship Id="rId1" Type="http://schemas.openxmlformats.org/officeDocument/2006/relationships/slideLayout" Target="../slideLayouts/slideLayout3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emf"/><Relationship Id="rId2" Type="http://schemas.openxmlformats.org/officeDocument/2006/relationships/image" Target="../media/image109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11.png"/><Relationship Id="rId4" Type="http://schemas.openxmlformats.org/officeDocument/2006/relationships/customXml" Target="../ink/ink2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emf"/><Relationship Id="rId2" Type="http://schemas.openxmlformats.org/officeDocument/2006/relationships/image" Target="../media/image112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14.png"/><Relationship Id="rId4" Type="http://schemas.openxmlformats.org/officeDocument/2006/relationships/customXml" Target="../ink/ink25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emf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3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emf"/><Relationship Id="rId2" Type="http://schemas.openxmlformats.org/officeDocument/2006/relationships/image" Target="../media/image117.emf"/><Relationship Id="rId1" Type="http://schemas.openxmlformats.org/officeDocument/2006/relationships/slideLayout" Target="../slideLayouts/slideLayout3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emf"/><Relationship Id="rId2" Type="http://schemas.openxmlformats.org/officeDocument/2006/relationships/image" Target="../media/image119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21.png"/><Relationship Id="rId4" Type="http://schemas.openxmlformats.org/officeDocument/2006/relationships/customXml" Target="../ink/ink2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emf"/><Relationship Id="rId2" Type="http://schemas.openxmlformats.org/officeDocument/2006/relationships/image" Target="../media/image122.emf"/><Relationship Id="rId1" Type="http://schemas.openxmlformats.org/officeDocument/2006/relationships/slideLayout" Target="../slideLayouts/slideLayout3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emf"/><Relationship Id="rId2" Type="http://schemas.openxmlformats.org/officeDocument/2006/relationships/image" Target="../media/image124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26.png"/><Relationship Id="rId4" Type="http://schemas.openxmlformats.org/officeDocument/2006/relationships/customXml" Target="../ink/ink2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emf"/><Relationship Id="rId2" Type="http://schemas.openxmlformats.org/officeDocument/2006/relationships/image" Target="../media/image127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29.png"/><Relationship Id="rId4" Type="http://schemas.openxmlformats.org/officeDocument/2006/relationships/customXml" Target="../ink/ink2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image" Target="../media/image130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32.png"/><Relationship Id="rId4" Type="http://schemas.openxmlformats.org/officeDocument/2006/relationships/customXml" Target="../ink/ink2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emf"/><Relationship Id="rId2" Type="http://schemas.openxmlformats.org/officeDocument/2006/relationships/image" Target="../media/image133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35.png"/><Relationship Id="rId4" Type="http://schemas.openxmlformats.org/officeDocument/2006/relationships/customXml" Target="../ink/ink30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7.png"/><Relationship Id="rId7" Type="http://schemas.openxmlformats.org/officeDocument/2006/relationships/customXml" Target="../ink/ink31.xml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3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image" Target="../media/image140.emf"/><Relationship Id="rId1" Type="http://schemas.openxmlformats.org/officeDocument/2006/relationships/slideLayout" Target="../slideLayouts/slideLayout3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emf"/><Relationship Id="rId2" Type="http://schemas.openxmlformats.org/officeDocument/2006/relationships/image" Target="../media/image142.emf"/><Relationship Id="rId1" Type="http://schemas.openxmlformats.org/officeDocument/2006/relationships/slideLayout" Target="../slideLayouts/slideLayout3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5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emf"/><Relationship Id="rId2" Type="http://schemas.openxmlformats.org/officeDocument/2006/relationships/image" Target="../media/image145.emf"/><Relationship Id="rId1" Type="http://schemas.openxmlformats.org/officeDocument/2006/relationships/slideLayout" Target="../slideLayouts/slideLayout3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emf"/><Relationship Id="rId2" Type="http://schemas.openxmlformats.org/officeDocument/2006/relationships/image" Target="../media/image147.emf"/><Relationship Id="rId1" Type="http://schemas.openxmlformats.org/officeDocument/2006/relationships/slideLayout" Target="../slideLayouts/slideLayout3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emf"/><Relationship Id="rId2" Type="http://schemas.openxmlformats.org/officeDocument/2006/relationships/image" Target="../media/image149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51.png"/><Relationship Id="rId4" Type="http://schemas.openxmlformats.org/officeDocument/2006/relationships/customXml" Target="../ink/ink3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58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emf"/><Relationship Id="rId2" Type="http://schemas.openxmlformats.org/officeDocument/2006/relationships/image" Target="../media/image153.emf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155.png"/><Relationship Id="rId4" Type="http://schemas.openxmlformats.org/officeDocument/2006/relationships/customXml" Target="../ink/ink3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emf"/><Relationship Id="rId2" Type="http://schemas.openxmlformats.org/officeDocument/2006/relationships/image" Target="../media/image156.emf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159.png"/><Relationship Id="rId5" Type="http://schemas.openxmlformats.org/officeDocument/2006/relationships/customXml" Target="../ink/ink35.xml"/><Relationship Id="rId4" Type="http://schemas.openxmlformats.org/officeDocument/2006/relationships/image" Target="../media/image158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emf"/><Relationship Id="rId2" Type="http://schemas.openxmlformats.org/officeDocument/2006/relationships/image" Target="../media/image160.emf"/><Relationship Id="rId1" Type="http://schemas.openxmlformats.org/officeDocument/2006/relationships/slideLayout" Target="../slideLayouts/slideLayout3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emf"/><Relationship Id="rId2" Type="http://schemas.openxmlformats.org/officeDocument/2006/relationships/image" Target="../media/image166.emf"/><Relationship Id="rId1" Type="http://schemas.openxmlformats.org/officeDocument/2006/relationships/slideLayout" Target="../slideLayouts/slideLayout3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emf"/><Relationship Id="rId2" Type="http://schemas.openxmlformats.org/officeDocument/2006/relationships/image" Target="../media/image168.emf"/><Relationship Id="rId1" Type="http://schemas.openxmlformats.org/officeDocument/2006/relationships/slideLayout" Target="../slideLayouts/slideLayout3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emf"/><Relationship Id="rId2" Type="http://schemas.openxmlformats.org/officeDocument/2006/relationships/image" Target="../media/image170.emf"/><Relationship Id="rId1" Type="http://schemas.openxmlformats.org/officeDocument/2006/relationships/slideLayout" Target="../slideLayouts/slideLayout3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emf"/><Relationship Id="rId2" Type="http://schemas.openxmlformats.org/officeDocument/2006/relationships/image" Target="../media/image172.emf"/><Relationship Id="rId1" Type="http://schemas.openxmlformats.org/officeDocument/2006/relationships/slideLayout" Target="../slideLayouts/slideLayout3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image" Target="../media/image174.emf"/><Relationship Id="rId1" Type="http://schemas.openxmlformats.org/officeDocument/2006/relationships/slideLayout" Target="../slideLayouts/slideLayout3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emf"/><Relationship Id="rId2" Type="http://schemas.openxmlformats.org/officeDocument/2006/relationships/image" Target="../media/image176.emf"/><Relationship Id="rId1" Type="http://schemas.openxmlformats.org/officeDocument/2006/relationships/slideLayout" Target="../slideLayouts/slideLayout3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emf"/><Relationship Id="rId2" Type="http://schemas.openxmlformats.org/officeDocument/2006/relationships/image" Target="../media/image178.emf"/><Relationship Id="rId1" Type="http://schemas.openxmlformats.org/officeDocument/2006/relationships/slideLayout" Target="../slideLayouts/slideLayout3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3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5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4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58.xml"/><Relationship Id="rId4" Type="http://schemas.openxmlformats.org/officeDocument/2006/relationships/image" Target="../media/image184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187.png"/><Relationship Id="rId4" Type="http://schemas.openxmlformats.org/officeDocument/2006/relationships/customXml" Target="../ink/ink3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58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catalog.ngc.nvidia.com/orgs/nvidia/teams/clara/models/megamolbart" TargetMode="External"/><Relationship Id="rId1" Type="http://schemas.openxmlformats.org/officeDocument/2006/relationships/slideLayout" Target="../slideLayouts/slideLayout58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53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emf"/><Relationship Id="rId2" Type="http://schemas.openxmlformats.org/officeDocument/2006/relationships/image" Target="../media/image191.emf"/><Relationship Id="rId1" Type="http://schemas.openxmlformats.org/officeDocument/2006/relationships/slideLayout" Target="../slideLayouts/slideLayout34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emf"/><Relationship Id="rId2" Type="http://schemas.openxmlformats.org/officeDocument/2006/relationships/image" Target="../media/image193.emf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95.e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emf"/><Relationship Id="rId2" Type="http://schemas.openxmlformats.org/officeDocument/2006/relationships/image" Target="../media/image196.emf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198.emf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9.emf"/><Relationship Id="rId1" Type="http://schemas.openxmlformats.org/officeDocument/2006/relationships/slideLayout" Target="../slideLayouts/slideLayout34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emf"/><Relationship Id="rId2" Type="http://schemas.openxmlformats.org/officeDocument/2006/relationships/image" Target="../media/image200.emf"/><Relationship Id="rId1" Type="http://schemas.openxmlformats.org/officeDocument/2006/relationships/slideLayout" Target="../slideLayouts/slideLayout3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203.png"/><Relationship Id="rId4" Type="http://schemas.openxmlformats.org/officeDocument/2006/relationships/customXml" Target="../ink/ink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451" y="2934891"/>
            <a:ext cx="5429249" cy="1008459"/>
          </a:xfrm>
        </p:spPr>
        <p:txBody>
          <a:bodyPr spcFirstLastPara="1" vert="horz" wrap="square" lIns="51427" tIns="25706" rIns="51427" bIns="25706" rtlCol="0" anchor="ctr" anchorCtr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x-none" sz="3000" dirty="0">
                <a:solidFill>
                  <a:srgbClr val="FFFFFF"/>
                </a:solidFill>
              </a:rPr>
              <a:t>Deep Neural Networks</a:t>
            </a:r>
            <a:br>
              <a:rPr lang="en-US" altLang="x-none" sz="3000" dirty="0">
                <a:solidFill>
                  <a:srgbClr val="FFFFFF"/>
                </a:solidFill>
              </a:rPr>
            </a:br>
            <a:r>
              <a:rPr lang="en-US" altLang="x-none" sz="2400" dirty="0">
                <a:solidFill>
                  <a:srgbClr val="FFFFFF"/>
                </a:solidFill>
              </a:rPr>
              <a:t>(AIML ZG511)</a:t>
            </a:r>
            <a:endParaRPr lang="x-none" altLang="x-none" sz="24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Google Shape;39;p1">
            <a:extLst>
              <a:ext uri="{FF2B5EF4-FFF2-40B4-BE49-F238E27FC236}">
                <a16:creationId xmlns:a16="http://schemas.microsoft.com/office/drawing/2014/main" id="{99520C1E-7FDD-487A-8FAD-FD1BBC4D63F1}"/>
              </a:ext>
            </a:extLst>
          </p:cNvPr>
          <p:cNvSpPr txBox="1">
            <a:spLocks/>
          </p:cNvSpPr>
          <p:nvPr/>
        </p:nvSpPr>
        <p:spPr>
          <a:xfrm>
            <a:off x="3644206" y="5169584"/>
            <a:ext cx="5429249" cy="100845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51427" tIns="25706" rIns="51427" bIns="25706" rtlCol="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lvetica Neue"/>
              <a:buNone/>
              <a:defRPr sz="18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  <a:tabLst/>
              <a:defRPr/>
            </a:pPr>
            <a:endParaRPr kumimoji="0" lang="x-none" altLang="x-none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75954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idx="1"/>
          </p:nvPr>
        </p:nvSpPr>
        <p:spPr>
          <a:xfrm>
            <a:off x="623888" y="4303061"/>
            <a:ext cx="7886700" cy="1570006"/>
          </a:xfrm>
        </p:spPr>
        <p:txBody>
          <a:bodyPr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4000" b="1" dirty="0">
                <a:solidFill>
                  <a:schemeClr val="tx1"/>
                </a:solidFill>
                <a:latin typeface="Arial" charset="0"/>
                <a:cs typeface="Arial" charset="0"/>
              </a:rPr>
              <a:t>Session 12</a:t>
            </a:r>
          </a:p>
          <a:p>
            <a:pPr algn="ctr">
              <a:spcBef>
                <a:spcPct val="0"/>
              </a:spcBef>
              <a:defRPr/>
            </a:pP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(26</a:t>
            </a:r>
            <a:r>
              <a:rPr lang="en-US" sz="2700" b="1" baseline="30000" dirty="0">
                <a:solidFill>
                  <a:schemeClr val="tx1"/>
                </a:solidFill>
                <a:latin typeface="Arial" charset="0"/>
                <a:cs typeface="Arial" charset="0"/>
              </a:rPr>
              <a:t>th</a:t>
            </a:r>
            <a:r>
              <a:rPr lang="en-US" sz="2700" b="1" dirty="0">
                <a:solidFill>
                  <a:schemeClr val="tx1"/>
                </a:solidFill>
                <a:latin typeface="Arial" charset="0"/>
                <a:cs typeface="Arial" charset="0"/>
              </a:rPr>
              <a:t> July 2026)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81FD9-A47E-4F67-8422-00D365EBB8B6}"/>
              </a:ext>
            </a:extLst>
          </p:cNvPr>
          <p:cNvSpPr/>
          <p:nvPr/>
        </p:nvSpPr>
        <p:spPr>
          <a:xfrm>
            <a:off x="953311" y="3173546"/>
            <a:ext cx="7655668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02565" marR="194945" lvl="0" indent="-635" algn="ctr">
              <a:lnSpc>
                <a:spcPct val="84500"/>
              </a:lnSpc>
            </a:pPr>
            <a:r>
              <a:rPr lang="en-US" sz="3600" dirty="0">
                <a:latin typeface="Cambria"/>
                <a:ea typeface="Cambria"/>
                <a:cs typeface="Cambria"/>
                <a:sym typeface="Cambria"/>
              </a:rPr>
              <a:t>MODULE # 9 :</a:t>
            </a:r>
          </a:p>
          <a:p>
            <a:pPr marL="202565" marR="194945" lvl="0" indent="-635" algn="ctr">
              <a:lnSpc>
                <a:spcPct val="84500"/>
              </a:lnSpc>
            </a:pPr>
            <a:r>
              <a:rPr lang="en-US" sz="3600" dirty="0">
                <a:latin typeface="Cambria"/>
                <a:ea typeface="Cambria"/>
                <a:cs typeface="Cambria"/>
                <a:sym typeface="Cambria"/>
              </a:rPr>
              <a:t>Attention Mechanism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3731321-04C6-4EAF-83DC-E26AA3367BDF}"/>
                  </a:ext>
                </a:extLst>
              </p14:cNvPr>
              <p14:cNvContentPartPr/>
              <p14:nvPr/>
            </p14:nvContentPartPr>
            <p14:xfrm>
              <a:off x="495000" y="558720"/>
              <a:ext cx="7689240" cy="5400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3731321-04C6-4EAF-83DC-E26AA3367B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5640" y="549360"/>
                <a:ext cx="7707960" cy="54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083E75-2384-4D8B-9366-6100EE8A4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6" y="310004"/>
            <a:ext cx="7243482" cy="45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B8677E-4557-43B7-9E37-D11397590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18" y="1013012"/>
            <a:ext cx="8382000" cy="53788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D7633B-F8C2-4C37-B5E3-034925617939}"/>
                  </a:ext>
                </a:extLst>
              </p14:cNvPr>
              <p14:cNvContentPartPr/>
              <p14:nvPr/>
            </p14:nvContentPartPr>
            <p14:xfrm>
              <a:off x="2270880" y="3040920"/>
              <a:ext cx="5901840" cy="3000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D7633B-F8C2-4C37-B5E3-0349256179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1520" y="3031560"/>
                <a:ext cx="5920560" cy="301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4924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99208DA-A293-496E-ABA7-CF48CC245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812"/>
            <a:ext cx="6795247" cy="474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2E088F-37D1-4352-8962-4C292D350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93" y="1102716"/>
            <a:ext cx="8695765" cy="504701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A016C70-9A8D-460E-8579-3ACC17224B5C}"/>
                  </a:ext>
                </a:extLst>
              </p14:cNvPr>
              <p14:cNvContentPartPr/>
              <p14:nvPr/>
            </p14:nvContentPartPr>
            <p14:xfrm>
              <a:off x="2599200" y="1717200"/>
              <a:ext cx="4600440" cy="2390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A016C70-9A8D-460E-8579-3ACC17224B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89840" y="1707840"/>
                <a:ext cx="4619160" cy="24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48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4D7468-A4EA-4931-AE93-79FF56987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9" y="1219200"/>
            <a:ext cx="8382000" cy="478715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5F591A1-AE10-4851-A694-413C38B5B8F7}"/>
                  </a:ext>
                </a:extLst>
              </p14:cNvPr>
              <p14:cNvContentPartPr/>
              <p14:nvPr/>
            </p14:nvContentPartPr>
            <p14:xfrm>
              <a:off x="5374800" y="2841480"/>
              <a:ext cx="2790000" cy="173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5F591A1-AE10-4851-A694-413C38B5B8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65440" y="2832120"/>
                <a:ext cx="2808720" cy="175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5087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61C45F-9B6C-4A80-B7DA-A6E582D44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72" y="1400092"/>
            <a:ext cx="8690588" cy="4559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9B92D9-370D-4273-A0D1-F894AC976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7" y="264458"/>
            <a:ext cx="6741459" cy="714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53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31C2AA-2374-4B2E-B094-FAA03E1B4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758"/>
            <a:ext cx="9144000" cy="58114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D34DFD-7633-40C3-A296-160685258D33}"/>
                  </a:ext>
                </a:extLst>
              </p14:cNvPr>
              <p14:cNvContentPartPr/>
              <p14:nvPr/>
            </p14:nvContentPartPr>
            <p14:xfrm>
              <a:off x="3081600" y="1861200"/>
              <a:ext cx="4800240" cy="423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D34DFD-7633-40C3-A296-160685258D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72240" y="1851840"/>
                <a:ext cx="4818960" cy="425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A8F92EA-0984-4674-8D13-C765D9B1ED13}"/>
                  </a:ext>
                </a:extLst>
              </p14:cNvPr>
              <p14:cNvContentPartPr/>
              <p14:nvPr/>
            </p14:nvContentPartPr>
            <p14:xfrm>
              <a:off x="622800" y="1251360"/>
              <a:ext cx="8077320" cy="3157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A8F92EA-0984-4674-8D13-C765D9B1ED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3440" y="1242000"/>
                <a:ext cx="8096040" cy="31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5639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29A2AA-2C59-4DA2-9354-06022B005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088"/>
            <a:ext cx="7754471" cy="554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AB79DA-98A0-4080-850F-FC88D20FB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3161"/>
            <a:ext cx="9144000" cy="51924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DCFFC8B-7D80-40BC-AFEE-0B6BC0254604}"/>
                  </a:ext>
                </a:extLst>
              </p14:cNvPr>
              <p14:cNvContentPartPr/>
              <p14:nvPr/>
            </p14:nvContentPartPr>
            <p14:xfrm>
              <a:off x="408960" y="1002600"/>
              <a:ext cx="8382600" cy="5409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DCFFC8B-7D80-40BC-AFEE-0B6BC02546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9600" y="993240"/>
                <a:ext cx="8401320" cy="54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2139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5DE0D6-B793-45F3-B4A9-4317D1D0A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24" y="316312"/>
            <a:ext cx="6813176" cy="452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BB22EB-3DF0-4C58-85C3-0768603DE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70" y="1169513"/>
            <a:ext cx="8355105" cy="451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881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1001158"/>
            <a:ext cx="8841724" cy="414888"/>
          </a:xfrm>
        </p:spPr>
        <p:txBody>
          <a:bodyPr/>
          <a:lstStyle/>
          <a:p>
            <a:r>
              <a:rPr lang="en-IN" b="1" dirty="0"/>
              <a:t>Transformer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" y="956332"/>
            <a:ext cx="9144000" cy="573133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810AF69-CA2F-4A85-BB06-1EE9012A32D9}"/>
                  </a:ext>
                </a:extLst>
              </p14:cNvPr>
              <p14:cNvContentPartPr/>
              <p14:nvPr/>
            </p14:nvContentPartPr>
            <p14:xfrm>
              <a:off x="2537280" y="1629720"/>
              <a:ext cx="4302360" cy="921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810AF69-CA2F-4A85-BB06-1EE9012A32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7920" y="1620360"/>
                <a:ext cx="4321080" cy="94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1729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5B3190-397F-4AE8-8D92-9253EC3A9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723"/>
            <a:ext cx="7745506" cy="619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5F7BC-EA70-42CE-A59C-386F3B40B5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5911"/>
            <a:ext cx="9000565" cy="46461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839C888-7AB2-41AC-A13C-44D34C855E1D}"/>
                  </a:ext>
                </a:extLst>
              </p14:cNvPr>
              <p14:cNvContentPartPr/>
              <p14:nvPr/>
            </p14:nvContentPartPr>
            <p14:xfrm>
              <a:off x="765360" y="1462680"/>
              <a:ext cx="8011080" cy="4311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839C888-7AB2-41AC-A13C-44D34C855E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6000" y="1453320"/>
                <a:ext cx="8029800" cy="432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7870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1B739-1852-40F8-A45E-1F6D3B065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89F86-3325-4A2F-8497-E21CF56A9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4410"/>
            <a:ext cx="9144000" cy="48691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BFEECD9-A614-43B9-AB0C-35A6154F2046}"/>
                  </a:ext>
                </a:extLst>
              </p14:cNvPr>
              <p14:cNvContentPartPr/>
              <p14:nvPr/>
            </p14:nvContentPartPr>
            <p14:xfrm>
              <a:off x="2063160" y="1500480"/>
              <a:ext cx="6591960" cy="4959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BFEECD9-A614-43B9-AB0C-35A6154F20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53800" y="1491120"/>
                <a:ext cx="6610680" cy="4978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124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A735DD-3574-46B2-B1B7-34BDD489D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12" y="1084729"/>
            <a:ext cx="8328212" cy="4787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E4F4F2-F3D9-4BD8-B130-20078DF6D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301086"/>
            <a:ext cx="7772402" cy="50048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DFAC531-8960-4C0C-9B3E-DBDDFB20401B}"/>
                  </a:ext>
                </a:extLst>
              </p14:cNvPr>
              <p14:cNvContentPartPr/>
              <p14:nvPr/>
            </p14:nvContentPartPr>
            <p14:xfrm>
              <a:off x="2149200" y="1474560"/>
              <a:ext cx="5111280" cy="2093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DFAC531-8960-4C0C-9B3E-DBDDFB20401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9840" y="1465200"/>
                <a:ext cx="5130000" cy="211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746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00475E-D608-4BFA-8B7A-FAEBFCD6C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1" y="215152"/>
            <a:ext cx="2796988" cy="672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48E26F-8525-4E75-8069-A6FDCFC16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18" y="1244818"/>
            <a:ext cx="8489576" cy="48780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0527F7-289D-4295-87C4-ECCFAB3278C3}"/>
                  </a:ext>
                </a:extLst>
              </p14:cNvPr>
              <p14:cNvContentPartPr/>
              <p14:nvPr/>
            </p14:nvContentPartPr>
            <p14:xfrm>
              <a:off x="908640" y="2639520"/>
              <a:ext cx="8132040" cy="3405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0527F7-289D-4295-87C4-ECCFAB3278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9280" y="2630160"/>
                <a:ext cx="8150760" cy="342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FD4F28D-1F6B-4A9C-8E76-865F524BCAB3}"/>
                  </a:ext>
                </a:extLst>
              </p14:cNvPr>
              <p14:cNvContentPartPr/>
              <p14:nvPr/>
            </p14:nvContentPartPr>
            <p14:xfrm>
              <a:off x="219240" y="3898800"/>
              <a:ext cx="8552880" cy="2565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FD4F28D-1F6B-4A9C-8E76-865F524BCAB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880" y="3889440"/>
                <a:ext cx="8571600" cy="258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4386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41484F-14AD-4D63-842F-416B2E9E1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3" y="255236"/>
            <a:ext cx="7377953" cy="610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349C51-4D9D-4CA5-804F-9738A8F27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12" y="1066799"/>
            <a:ext cx="8633012" cy="519953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9BB4C1E-880B-4F7C-A35B-AC720AB9E25B}"/>
                  </a:ext>
                </a:extLst>
              </p14:cNvPr>
              <p14:cNvContentPartPr/>
              <p14:nvPr/>
            </p14:nvContentPartPr>
            <p14:xfrm>
              <a:off x="1073520" y="992880"/>
              <a:ext cx="7561440" cy="481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9BB4C1E-880B-4F7C-A35B-AC720AB9E2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4160" y="983520"/>
                <a:ext cx="7580160" cy="483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6570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31F4BE-0F9F-46DD-87BD-4D7457AD7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16"/>
            <a:ext cx="7790329" cy="722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343035-E017-4E78-9E8B-CE53069C1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3004"/>
            <a:ext cx="9144000" cy="49774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053FEA-9465-45DB-B066-2F26A48479B8}"/>
                  </a:ext>
                </a:extLst>
              </p14:cNvPr>
              <p14:cNvContentPartPr/>
              <p14:nvPr/>
            </p14:nvContentPartPr>
            <p14:xfrm>
              <a:off x="199800" y="2207160"/>
              <a:ext cx="8077320" cy="35956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053FEA-9465-45DB-B066-2F26A48479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440" y="2197800"/>
                <a:ext cx="8096040" cy="361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0481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D33EBB-14BE-47A8-B76B-76DE1182A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493"/>
            <a:ext cx="7862047" cy="6992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9B7D71-FFC4-4C93-81E8-1B55BB893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9" y="1210235"/>
            <a:ext cx="8408894" cy="49305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5E9841-2AFE-4D0C-B4C8-42293B61CE33}"/>
                  </a:ext>
                </a:extLst>
              </p14:cNvPr>
              <p14:cNvContentPartPr/>
              <p14:nvPr/>
            </p14:nvContentPartPr>
            <p14:xfrm>
              <a:off x="1201320" y="1682280"/>
              <a:ext cx="6261120" cy="2900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5E9841-2AFE-4D0C-B4C8-42293B61CE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91960" y="1672920"/>
                <a:ext cx="6279840" cy="291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6647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B7636A-45C0-4444-AA80-0BEEF76D7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941"/>
            <a:ext cx="7584141" cy="6723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454C20-9483-4FC5-8F2C-222CBFF6C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76" y="1212483"/>
            <a:ext cx="8166848" cy="49373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0A48205-F5BE-4315-AA2A-F67956EC3EE0}"/>
                  </a:ext>
                </a:extLst>
              </p14:cNvPr>
              <p14:cNvContentPartPr/>
              <p14:nvPr/>
            </p14:nvContentPartPr>
            <p14:xfrm>
              <a:off x="1450800" y="1156320"/>
              <a:ext cx="7141680" cy="3907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0A48205-F5BE-4315-AA2A-F67956EC3E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41440" y="1146960"/>
                <a:ext cx="7160400" cy="392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6187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B94883-C15D-407D-83E2-384487960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6093"/>
            <a:ext cx="9144000" cy="458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889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B8AC51-28AD-4990-A7FD-7D741C646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103"/>
            <a:ext cx="7745506" cy="5926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2D3E7B-296D-4372-83D6-FE9C80353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94" y="1155699"/>
            <a:ext cx="8579224" cy="501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8929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C215D9-F394-4459-8D7C-4A86C2219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7" y="266857"/>
            <a:ext cx="7664824" cy="515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07ABBA-E66F-40D6-8349-E50D61AB8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82" y="1063094"/>
            <a:ext cx="8624047" cy="48536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FCF4B78-DAB1-4EE3-B113-7E5D6ADD14F2}"/>
                  </a:ext>
                </a:extLst>
              </p14:cNvPr>
              <p14:cNvContentPartPr/>
              <p14:nvPr/>
            </p14:nvContentPartPr>
            <p14:xfrm>
              <a:off x="240840" y="1448640"/>
              <a:ext cx="426600" cy="312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FCF4B78-DAB1-4EE3-B113-7E5D6ADD14F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1480" y="1439280"/>
                <a:ext cx="445320" cy="314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9637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7C8E75-1E05-4DF7-8AE6-0AFDAFCED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173566"/>
            <a:ext cx="7512424" cy="719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E0D166-F3CD-419B-9A43-FACCCC3D4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41" y="1232647"/>
            <a:ext cx="8453718" cy="47557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72C3DC8-F4BD-45CE-B5AE-7F64E0469C12}"/>
                  </a:ext>
                </a:extLst>
              </p14:cNvPr>
              <p14:cNvContentPartPr/>
              <p14:nvPr/>
            </p14:nvContentPartPr>
            <p14:xfrm>
              <a:off x="2845080" y="2090520"/>
              <a:ext cx="5952960" cy="4041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72C3DC8-F4BD-45CE-B5AE-7F64E0469C1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35720" y="2081160"/>
                <a:ext cx="5971680" cy="406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90597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BC8E74-9AAE-4214-8CE9-AE3B7AE1E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3" y="215152"/>
            <a:ext cx="6131859" cy="645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8B56DF-C7DB-45F8-B1A2-8770EEA27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70" y="1192306"/>
            <a:ext cx="8319247" cy="4894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882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6C4463-5890-4D6C-B406-E657A7F5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9283"/>
            <a:ext cx="7897906" cy="537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566A7D-D3B1-44BF-97D9-A1E6AF9D0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47" y="1201270"/>
            <a:ext cx="8659906" cy="428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521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ACCC23-E2BD-4F8E-881F-E9B1D9E2C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0" y="277905"/>
            <a:ext cx="6418729" cy="528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F3CF58-14E3-42A7-8490-B15BCBEC4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82" y="1400175"/>
            <a:ext cx="8489577" cy="353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9329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DA44F5-B497-4541-B62D-311636629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179"/>
            <a:ext cx="7763435" cy="602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1675F1-DA08-4290-9FA4-2D96EDF47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59" y="967541"/>
            <a:ext cx="8633012" cy="46898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C90D32C-3440-4C93-B304-C1BDCB4B7095}"/>
                  </a:ext>
                </a:extLst>
              </p14:cNvPr>
              <p14:cNvContentPartPr/>
              <p14:nvPr/>
            </p14:nvContentPartPr>
            <p14:xfrm>
              <a:off x="324360" y="204840"/>
              <a:ext cx="7065000" cy="535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C90D32C-3440-4C93-B304-C1BDCB4B709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5000" y="195480"/>
                <a:ext cx="7083720" cy="537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82096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EE1F8A-7D74-41F4-A9BC-2ACD4D9BA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352"/>
            <a:ext cx="7853082" cy="452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A11095-2E02-4B7C-988A-0456CA8C2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47" y="1034952"/>
            <a:ext cx="8507506" cy="450122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7ACA3D-B7E0-48AA-B509-AAB499B66CAB}"/>
                  </a:ext>
                </a:extLst>
              </p14:cNvPr>
              <p14:cNvContentPartPr/>
              <p14:nvPr/>
            </p14:nvContentPartPr>
            <p14:xfrm>
              <a:off x="78120" y="194760"/>
              <a:ext cx="7605000" cy="5391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7ACA3D-B7E0-48AA-B509-AAB499B66C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60" y="185400"/>
                <a:ext cx="7623720" cy="541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82714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D07765-C8FE-40A8-9F9D-78E082AF9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905"/>
            <a:ext cx="9144000" cy="48755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D95767-E091-4FCC-850D-A28D35B46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2" y="306680"/>
            <a:ext cx="7915835" cy="50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588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59E281-BF43-4A99-A241-AA5C193C4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967"/>
            <a:ext cx="7906871" cy="546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4CA403-A486-4640-95B8-0EB59E2AC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624" y="960692"/>
            <a:ext cx="8095129" cy="52593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0D34B74-DD50-4719-8F73-4F19812494D0}"/>
                  </a:ext>
                </a:extLst>
              </p14:cNvPr>
              <p14:cNvContentPartPr/>
              <p14:nvPr/>
            </p14:nvContentPartPr>
            <p14:xfrm>
              <a:off x="4617000" y="661320"/>
              <a:ext cx="3013200" cy="1416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0D34B74-DD50-4719-8F73-4F19812494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7640" y="651960"/>
                <a:ext cx="3031920" cy="143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6292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94D6B7-4687-4BF8-A1E1-0E3833F24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2" y="314653"/>
            <a:ext cx="7637929" cy="5809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071250-DECD-4288-A3D2-F5499F680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94" y="1166191"/>
            <a:ext cx="8552330" cy="452561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D571E84-5649-4545-99A8-E4C819A27673}"/>
                  </a:ext>
                </a:extLst>
              </p14:cNvPr>
              <p14:cNvContentPartPr/>
              <p14:nvPr/>
            </p14:nvContentPartPr>
            <p14:xfrm>
              <a:off x="2739960" y="1269360"/>
              <a:ext cx="5289480" cy="3827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D571E84-5649-4545-99A8-E4C819A276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0600" y="1260000"/>
                <a:ext cx="5308200" cy="384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5324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EACE27-E320-49CE-B25D-63EFE0E5D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7081"/>
            <a:ext cx="9144000" cy="45127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56D4F1-7549-4D80-8E10-D9B3B3D89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7" y="233970"/>
            <a:ext cx="7700682" cy="58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4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BE6777-77D8-4FDD-81BE-A6F6ED18A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94"/>
            <a:ext cx="7808259" cy="6544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4B78D0-E96E-4E02-AD63-B3E8A8170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6032"/>
            <a:ext cx="9144000" cy="474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2729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484517-4559-4BC7-9C52-0B2CD9040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5365"/>
            <a:ext cx="7888941" cy="4898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AD47B6-7E1A-4BBE-847A-6CE254AC9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9321"/>
            <a:ext cx="9144000" cy="445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82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5491CE-0389-4AE1-91D8-0B4FF5FA1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118"/>
            <a:ext cx="7745506" cy="636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D694A1-41F3-4E96-AEA8-5DDC4DB37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9017"/>
            <a:ext cx="9144000" cy="40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11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79E1DB4-7437-4D8A-8D0A-83333004C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4194"/>
            <a:ext cx="9144000" cy="3889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A1052E-7C4E-4984-9BF6-8E9B05242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571"/>
            <a:ext cx="7422776" cy="43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510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3C8334-697E-4AB0-B5C4-3F3787ABE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477"/>
            <a:ext cx="7754471" cy="584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E30CE5-3817-4D81-94A7-596FE95E4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5241"/>
            <a:ext cx="9144000" cy="508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0784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B00E49-07F2-4C66-B97B-D01388100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2995"/>
            <a:ext cx="7575176" cy="698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A8F09B-7AC7-497D-879D-BF7CADDF6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28" y="1108262"/>
            <a:ext cx="8364071" cy="48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0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A12378-BDCE-474E-8BBC-A86458FA2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4" y="327211"/>
            <a:ext cx="4625788" cy="5737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FEC878-D27D-4612-8E8B-3B03ED244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9382"/>
            <a:ext cx="9144000" cy="447923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F5EE1DE-3792-4A9D-8B73-B414837B48CF}"/>
                  </a:ext>
                </a:extLst>
              </p14:cNvPr>
              <p14:cNvContentPartPr/>
              <p14:nvPr/>
            </p14:nvContentPartPr>
            <p14:xfrm>
              <a:off x="190800" y="1172160"/>
              <a:ext cx="8518320" cy="5407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F5EE1DE-3792-4A9D-8B73-B414837B48C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1440" y="1162800"/>
                <a:ext cx="8537040" cy="542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1007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1ADACB-24DB-4F12-B893-1ED6C72B3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384"/>
            <a:ext cx="7763435" cy="5240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F39FF6-1F64-43B2-9B65-2D13A6D76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5623"/>
            <a:ext cx="9144000" cy="46267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B59F4E-0691-4177-A86A-578A07479C58}"/>
                  </a:ext>
                </a:extLst>
              </p14:cNvPr>
              <p14:cNvContentPartPr/>
              <p14:nvPr/>
            </p14:nvContentPartPr>
            <p14:xfrm>
              <a:off x="435240" y="877680"/>
              <a:ext cx="8457120" cy="4257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B59F4E-0691-4177-A86A-578A07479C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5880" y="868320"/>
                <a:ext cx="8475840" cy="427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5948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AD9557-7195-4A61-90C4-3A40CDBAD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"/>
            <a:ext cx="7871012" cy="6633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4F7855-B755-4D05-8DAE-07314CAA4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16092"/>
            <a:ext cx="9144000" cy="342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109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550508-A8D2-4364-9CF8-E015B5642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98681"/>
            <a:ext cx="9144000" cy="36606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CDE29D-5C85-4A54-BCFD-FA51864BF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46530"/>
            <a:ext cx="7646894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26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36B74A-8A2B-40F3-8FDD-9C68B4274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933"/>
            <a:ext cx="7826188" cy="4893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8C25C2-C977-449B-A738-5C72F3A28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8361"/>
            <a:ext cx="9144000" cy="486127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95F0E6-9F52-4736-9CD1-A0EF029E6AE0}"/>
                  </a:ext>
                </a:extLst>
              </p14:cNvPr>
              <p14:cNvContentPartPr/>
              <p14:nvPr/>
            </p14:nvContentPartPr>
            <p14:xfrm>
              <a:off x="901800" y="520200"/>
              <a:ext cx="7617960" cy="3558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95F0E6-9F52-4736-9CD1-A0EF029E6A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2440" y="510840"/>
                <a:ext cx="7636680" cy="357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9680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61890-61F6-4026-A50F-C8384BBD3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118"/>
            <a:ext cx="5450541" cy="6364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E7E2DC-18E4-4EA6-9DFF-D34BD93BD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24818"/>
            <a:ext cx="9144000" cy="360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6058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F8CC30-6150-4660-AECE-77042AA96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" y="424264"/>
            <a:ext cx="7727577" cy="3975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FCFBE6-48DE-46B7-8F8C-C78E4266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9410"/>
            <a:ext cx="9144000" cy="47991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E1E85A-13CD-4F96-96B0-2A5A8E4BCD5C}"/>
                  </a:ext>
                </a:extLst>
              </p14:cNvPr>
              <p14:cNvContentPartPr/>
              <p14:nvPr/>
            </p14:nvContentPartPr>
            <p14:xfrm>
              <a:off x="405720" y="338760"/>
              <a:ext cx="8567640" cy="5861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E1E85A-13CD-4F96-96B0-2A5A8E4BCD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6360" y="329400"/>
                <a:ext cx="8586360" cy="588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46949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9157C5-ED31-4567-9E8F-B7AC301F7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6" y="288766"/>
            <a:ext cx="7557247" cy="4713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495162-9AF3-4FAD-872E-623451854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8" y="1204971"/>
            <a:ext cx="8157883" cy="47887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4DD9C9-F396-45A5-9158-DF1D12C31DE8}"/>
                  </a:ext>
                </a:extLst>
              </p14:cNvPr>
              <p14:cNvContentPartPr/>
              <p14:nvPr/>
            </p14:nvContentPartPr>
            <p14:xfrm>
              <a:off x="2774520" y="2270880"/>
              <a:ext cx="2516760" cy="2116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4DD9C9-F396-45A5-9158-DF1D12C31D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5160" y="2261520"/>
                <a:ext cx="2535480" cy="213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19452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D9EB49-433A-40B7-A2A6-8235C124E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7" y="268940"/>
            <a:ext cx="6015317" cy="546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C47814-008D-493F-AE09-A6C863C29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08342"/>
            <a:ext cx="8077200" cy="47281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4EA6E2-30BC-4C35-BCC2-419F28D70E99}"/>
                  </a:ext>
                </a:extLst>
              </p14:cNvPr>
              <p14:cNvContentPartPr/>
              <p14:nvPr/>
            </p14:nvContentPartPr>
            <p14:xfrm>
              <a:off x="965520" y="1067040"/>
              <a:ext cx="7005600" cy="5051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4EA6E2-30BC-4C35-BCC2-419F28D70E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6160" y="1057680"/>
                <a:ext cx="7024320" cy="50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10019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DB06D4-79AB-4258-B9B7-AB4250BD3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5" y="289690"/>
            <a:ext cx="7315201" cy="5412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9F5CB3-74A2-44C8-B148-2E9AC54F51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4" y="1218287"/>
            <a:ext cx="8444753" cy="44214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390CE58-3D2F-4261-9DB3-675766D2D884}"/>
                  </a:ext>
                </a:extLst>
              </p14:cNvPr>
              <p14:cNvContentPartPr/>
              <p14:nvPr/>
            </p14:nvContentPartPr>
            <p14:xfrm>
              <a:off x="4362840" y="1635480"/>
              <a:ext cx="4627800" cy="3669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390CE58-3D2F-4261-9DB3-675766D2D8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53480" y="1626120"/>
                <a:ext cx="4646520" cy="368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55650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199898" y="1015604"/>
            <a:ext cx="5613090" cy="184038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253001"/>
            <a:ext cx="6759388" cy="679328"/>
          </a:xfrm>
        </p:spPr>
        <p:txBody>
          <a:bodyPr/>
          <a:lstStyle/>
          <a:p>
            <a:r>
              <a:rPr lang="en-US" sz="2400" b="1" dirty="0">
                <a:solidFill>
                  <a:schemeClr val="bg1"/>
                </a:solidFill>
                <a:latin typeface="+mn-lt"/>
              </a:rPr>
              <a:t>Solved example (without masking the future)</a:t>
            </a:r>
            <a:endParaRPr lang="en-IN" sz="24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8800" y="1084109"/>
            <a:ext cx="2664911" cy="175548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Playing</a:t>
            </a: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q1 = [0.212    0.04    0.63     0.36]</a:t>
            </a: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k1 = [0.31      0.84    0.963   0.57]</a:t>
            </a: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v1 = [0.36      0.83    0.1       0.38]</a:t>
            </a: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1" b="0" i="0" u="none" strike="noStrike" kern="1200" cap="none" spc="0" normalizeH="0" baseline="0" noProof="0" dirty="0">
              <a:ln>
                <a:noFill/>
              </a:ln>
              <a:solidFill>
                <a:srgbClr val="242424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Outside</a:t>
            </a: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q2 = [0.1        0.14     0.86    0.77]</a:t>
            </a: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k2 = [0.45      0.94     0.73    0.58]</a:t>
            </a: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242424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rial"/>
                <a:sym typeface="Arial"/>
              </a:rPr>
              <a:t>v2 = [0.31      0.36     0.19    0.72]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212" y="3237897"/>
            <a:ext cx="6571399" cy="12637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092" y="5052419"/>
            <a:ext cx="6936093" cy="724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304801" y="5290631"/>
                <a:ext cx="39498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14501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3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US" sz="13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𝑦</m:t>
                          </m:r>
                        </m:e>
                        <m:sub>
                          <m:r>
                            <a:rPr kumimoji="0" lang="en-US" sz="13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en-I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1" y="5290631"/>
                <a:ext cx="394980" cy="3000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04800" y="4873309"/>
                <a:ext cx="39094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145014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IN" sz="13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</m:ctrlPr>
                        </m:sSubPr>
                        <m:e>
                          <m:r>
                            <a:rPr kumimoji="0" lang="en-US" sz="13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𝑦</m:t>
                          </m:r>
                        </m:e>
                        <m:sub>
                          <m:r>
                            <a:rPr kumimoji="0" lang="en-US" sz="135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  <a:sym typeface="Arial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IN" sz="13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Calibri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873309"/>
                <a:ext cx="390940" cy="30008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F7B1F7-B926-45FA-9087-506A157C13F7}"/>
                  </a:ext>
                </a:extLst>
              </p14:cNvPr>
              <p14:cNvContentPartPr/>
              <p14:nvPr/>
            </p14:nvContentPartPr>
            <p14:xfrm>
              <a:off x="-1183320" y="804960"/>
              <a:ext cx="10091880" cy="5899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F7B1F7-B926-45FA-9087-506A157C13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-1192680" y="795600"/>
                <a:ext cx="10110600" cy="591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7551355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7C9A81-E8F4-41B8-8C38-BF0F53BC40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7" y="297387"/>
            <a:ext cx="7566211" cy="615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37E1C3-B309-4BEE-B6AA-5088B6C4E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40" y="1271503"/>
            <a:ext cx="8650941" cy="431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1864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0EC4B6-B8D6-4666-BF66-DB8F92BA1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347485"/>
            <a:ext cx="6956611" cy="4593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E0A70C-427B-4C0E-A70B-63334313D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446" y="1194990"/>
            <a:ext cx="8641977" cy="468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4509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48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86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120114-BE0C-46B9-852C-20A5AE05D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458"/>
            <a:ext cx="7422776" cy="689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95DDE5-7DE4-4A22-8464-60C542845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66630"/>
            <a:ext cx="9144000" cy="412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237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57B977-B0CD-4146-839F-EAFFCF042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7" y="319015"/>
            <a:ext cx="7673789" cy="5004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371D97-994E-4AF4-8271-80AFF8885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6579"/>
            <a:ext cx="9144000" cy="429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2486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B3F354-45DB-437C-9C55-956853DEE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0"/>
            <a:ext cx="7673788" cy="528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98F1EF-BC5C-46DB-AAD8-7B0F21101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28" y="1111624"/>
            <a:ext cx="8615083" cy="510878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8E480D6-3282-4B0F-A777-1CE3C338B5A9}"/>
                  </a:ext>
                </a:extLst>
              </p14:cNvPr>
              <p14:cNvContentPartPr/>
              <p14:nvPr/>
            </p14:nvContentPartPr>
            <p14:xfrm>
              <a:off x="1213560" y="3087000"/>
              <a:ext cx="7767360" cy="3315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8E480D6-3282-4B0F-A777-1CE3C338B5A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4200" y="3077640"/>
                <a:ext cx="7786080" cy="333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32300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46" y="382590"/>
            <a:ext cx="6509642" cy="414888"/>
          </a:xfrm>
        </p:spPr>
        <p:txBody>
          <a:bodyPr/>
          <a:lstStyle/>
          <a:p>
            <a:r>
              <a:rPr lang="en-IN" dirty="0"/>
              <a:t>Positional Embeddings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934" y="995082"/>
            <a:ext cx="7974132" cy="2814918"/>
          </a:xfrm>
        </p:spPr>
        <p:txBody>
          <a:bodyPr/>
          <a:lstStyle/>
          <a:p>
            <a:pPr marL="453171" indent="-45317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20" b="1" dirty="0">
                <a:latin typeface="+mn-lt"/>
              </a:rPr>
              <a:t>positional encoding</a:t>
            </a:r>
            <a:r>
              <a:rPr lang="en-IN" sz="2220" dirty="0">
                <a:latin typeface="+mn-lt"/>
              </a:rPr>
              <a:t> indicates the absolute and relative position of the tokens in the sequence. </a:t>
            </a:r>
          </a:p>
          <a:p>
            <a:pPr marL="453171" indent="-45317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220" dirty="0">
                <a:latin typeface="+mn-lt"/>
              </a:rPr>
              <a:t>For example, in “</a:t>
            </a:r>
            <a:r>
              <a:rPr lang="en-IN" sz="2220" i="1" dirty="0">
                <a:latin typeface="+mn-lt"/>
              </a:rPr>
              <a:t>The cat watches the dog run fast.</a:t>
            </a:r>
            <a:r>
              <a:rPr lang="en-IN" sz="2220" dirty="0">
                <a:latin typeface="+mn-lt"/>
              </a:rPr>
              <a:t>”, if the position of “cat” and “dog” were interchanged, it would alter subject and object and thus the meaning of the sentence.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E4643E-1007-4CFA-8343-C060CC18088D}"/>
                  </a:ext>
                </a:extLst>
              </p14:cNvPr>
              <p14:cNvContentPartPr/>
              <p14:nvPr/>
            </p14:nvContentPartPr>
            <p14:xfrm>
              <a:off x="858600" y="1060200"/>
              <a:ext cx="7954200" cy="2465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E4643E-1007-4CFA-8343-C060CC1808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9240" y="1050840"/>
                <a:ext cx="7972920" cy="248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9360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267932-0AE8-45A0-8E93-0B12D439C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6718"/>
            <a:ext cx="5988424" cy="5650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2B224B-ADFE-4B0B-AA2C-BF7A4523C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59" y="1086218"/>
            <a:ext cx="8157882" cy="50262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E12B17-2274-4FB6-99CB-21631285E57B}"/>
                  </a:ext>
                </a:extLst>
              </p14:cNvPr>
              <p14:cNvContentPartPr/>
              <p14:nvPr/>
            </p14:nvContentPartPr>
            <p14:xfrm>
              <a:off x="1343880" y="1331280"/>
              <a:ext cx="5288760" cy="4091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E12B17-2274-4FB6-99CB-21631285E57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4520" y="1321920"/>
                <a:ext cx="5307480" cy="411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19784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A28BC1-2E8B-4C31-8317-86FBFB9E4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82" y="338738"/>
            <a:ext cx="7611036" cy="4789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7D200C-4864-4770-981E-896C8AA4E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12" y="1335740"/>
            <a:ext cx="5611906" cy="47423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D29214-E59E-4783-8B6A-078BBE522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318" y="1561167"/>
            <a:ext cx="3128682" cy="277775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930DB8F-EB9A-44AE-ACD8-E1E733D84671}"/>
                  </a:ext>
                </a:extLst>
              </p14:cNvPr>
              <p14:cNvContentPartPr/>
              <p14:nvPr/>
            </p14:nvContentPartPr>
            <p14:xfrm>
              <a:off x="2532600" y="1591560"/>
              <a:ext cx="6054480" cy="3439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930DB8F-EB9A-44AE-ACD8-E1E733D846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23240" y="1582200"/>
                <a:ext cx="6073200" cy="345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93981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C0C7CD-2820-4A11-B25B-538411A19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5" y="341349"/>
            <a:ext cx="7189694" cy="527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0DA16A-7DAE-4093-8FA7-5A1B4A6BB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6984"/>
            <a:ext cx="9144000" cy="458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7750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454309"/>
            <a:ext cx="8841724" cy="414888"/>
          </a:xfrm>
        </p:spPr>
        <p:txBody>
          <a:bodyPr/>
          <a:lstStyle/>
          <a:p>
            <a:r>
              <a:rPr lang="en-IN" dirty="0"/>
              <a:t>Normalization(Batch and Layer)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6" y="913669"/>
            <a:ext cx="2853734" cy="202234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0901" y="913669"/>
            <a:ext cx="3082193" cy="202234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125" y="949556"/>
            <a:ext cx="2633177" cy="218809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395" y="3469701"/>
            <a:ext cx="3377957" cy="2662158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922" y="3469701"/>
            <a:ext cx="3607207" cy="266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435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DAA909-1599-43F3-9468-DD3F56FAD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506"/>
            <a:ext cx="9144000" cy="55366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A80F51-3BA8-40B4-9C9B-F0D5339E4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62872"/>
            <a:ext cx="6051176" cy="55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6083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2DA179-AC74-43F4-9A61-1476D2E47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47" y="273423"/>
            <a:ext cx="5755341" cy="5916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E571CF-3EC5-4210-B579-DDCD0D0DC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76" y="1304463"/>
            <a:ext cx="8597153" cy="482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513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E5B319-65FC-47E0-A46D-E3EA3901B3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4800" b="1" i="0" u="none" strike="noStrike" baseline="0" dirty="0">
                <a:solidFill>
                  <a:schemeClr val="tx1"/>
                </a:solidFill>
                <a:latin typeface="+mn-lt"/>
              </a:rPr>
              <a:t>TRANSFORMER</a:t>
            </a:r>
            <a:endParaRPr lang="en-IN" sz="4800" b="1" dirty="0">
              <a:solidFill>
                <a:schemeClr val="tx1"/>
              </a:solidFill>
              <a:latin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7962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9C09A9-8529-436D-959A-066DCBB90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432"/>
            <a:ext cx="7637929" cy="5654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EC3FF1-188B-40D2-A92C-98A2C7888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5915"/>
            <a:ext cx="9144000" cy="492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6773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573AED-C747-485A-8940-9C5F1DCBF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18" y="301915"/>
            <a:ext cx="6113929" cy="588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8FF9EC-F7EB-4D58-8BB9-897418FAF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8" y="1093694"/>
            <a:ext cx="8211671" cy="546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061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067C8B9-3D57-406F-BCF8-7D666178C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047"/>
            <a:ext cx="5576047" cy="618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F1290E-1E93-4FAB-BF97-44A0E2230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6447"/>
            <a:ext cx="9144000" cy="5094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7218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0D0A0D-DF3F-420D-A067-892CE4886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617"/>
            <a:ext cx="7297271" cy="6192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D26D2A-D685-4A13-BBD1-CA7824F4E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4" y="1129553"/>
            <a:ext cx="8184777" cy="493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7127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B11DDF-72E0-4F67-8635-9F2908B3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941"/>
            <a:ext cx="6472518" cy="600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D023C4-9378-4616-A9B7-6F7DAA09F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46094"/>
            <a:ext cx="8095129" cy="493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7841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5893-3FDA-4B42-8AD4-F906325E1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36" y="417580"/>
            <a:ext cx="8841724" cy="414857"/>
          </a:xfrm>
        </p:spPr>
        <p:txBody>
          <a:bodyPr/>
          <a:lstStyle/>
          <a:p>
            <a:r>
              <a:rPr lang="en-US" dirty="0"/>
              <a:t>TRANSFORMERS</a:t>
            </a:r>
            <a:endParaRPr lang="en-IN" dirty="0"/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DEBF99F-5A18-4189-A244-CD170292C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19" y="1093694"/>
            <a:ext cx="8507506" cy="510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462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Transformer encoder structure. | Download Scientific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5650" y="1837765"/>
            <a:ext cx="2810677" cy="386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748531" y="3632093"/>
            <a:ext cx="1444984" cy="30008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Self attention</a:t>
            </a:r>
            <a:endParaRPr kumimoji="0" lang="en-IN" sz="135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Arial"/>
              <a:sym typeface="Arial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6193515" y="3489021"/>
            <a:ext cx="1054289" cy="317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Content Placeholder 8"/>
          <p:cNvSpPr txBox="1">
            <a:spLocks/>
          </p:cNvSpPr>
          <p:nvPr/>
        </p:nvSpPr>
        <p:spPr>
          <a:xfrm>
            <a:off x="106627" y="467853"/>
            <a:ext cx="6174985" cy="3416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tx1"/>
                </a:solidFill>
                <a:latin typeface="Microsoft Sans Serif"/>
                <a:ea typeface="+mn-ea"/>
                <a:cs typeface="Microsoft Sans Serif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The</a:t>
            </a:r>
            <a:r>
              <a:rPr kumimoji="0" lang="en-IN" sz="2220" b="1" i="0" u="none" strike="noStrike" kern="0" cap="none" spc="-27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 </a:t>
            </a:r>
            <a:r>
              <a:rPr kumimoji="0" lang="en-IN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Transformer</a:t>
            </a:r>
            <a:r>
              <a:rPr kumimoji="0" lang="en-IN" sz="2220" b="1" i="0" u="none" strike="noStrike" kern="0" cap="none" spc="-3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 - Enc</a:t>
            </a:r>
            <a:r>
              <a:rPr kumimoji="0" lang="en-IN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Arial"/>
              </a:rPr>
              <a:t>oder</a:t>
            </a:r>
            <a:endParaRPr kumimoji="0" lang="en-IN" sz="222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75112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sz="quarter" idx="4294967295"/>
          </p:nvPr>
        </p:nvSpPr>
        <p:spPr>
          <a:xfrm>
            <a:off x="0" y="494151"/>
            <a:ext cx="6324264" cy="341632"/>
          </a:xfrm>
        </p:spPr>
        <p:txBody>
          <a:bodyPr/>
          <a:lstStyle/>
          <a:p>
            <a:r>
              <a:rPr lang="en-IN" sz="2220" b="1" spc="-3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n-IN" sz="2220" b="1" spc="-27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20" b="1" spc="-3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Transformer</a:t>
            </a:r>
            <a:r>
              <a:rPr lang="en-IN" sz="2220" b="1" spc="-3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IN" sz="2220" b="1" spc="-3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Decoder</a:t>
            </a:r>
            <a:endParaRPr lang="en-IN" sz="222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082" y="1046431"/>
            <a:ext cx="1995345" cy="458504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32735" y="4306179"/>
            <a:ext cx="1720086" cy="30008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Masked Self attention</a:t>
            </a:r>
            <a:endParaRPr kumimoji="0" lang="en-IN" sz="135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Arial"/>
              <a:sym typeface="Arial"/>
            </a:endParaRPr>
          </a:p>
        </p:txBody>
      </p:sp>
      <p:cxnSp>
        <p:nvCxnSpPr>
          <p:cNvPr id="4" name="Straight Arrow Connector 3"/>
          <p:cNvCxnSpPr/>
          <p:nvPr/>
        </p:nvCxnSpPr>
        <p:spPr>
          <a:xfrm flipV="1">
            <a:off x="5916683" y="3854393"/>
            <a:ext cx="665329" cy="4383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43426" y="2394329"/>
            <a:ext cx="759888" cy="46192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Cross </a:t>
            </a:r>
          </a:p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attention</a:t>
            </a:r>
            <a:endParaRPr kumimoji="0" lang="en-IN" sz="1201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/>
              <a:ea typeface="Calibri"/>
              <a:cs typeface="Arial"/>
              <a:sym typeface="Arial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7773446" y="2720170"/>
            <a:ext cx="483991" cy="3317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01884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jalammar.github.io/images/t/The_transformer_encoder_decoder_stack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96" y="1616313"/>
            <a:ext cx="8580053" cy="4108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6151E0E-3BC2-4C90-A8EE-3A23B7605443}"/>
                  </a:ext>
                </a:extLst>
              </p14:cNvPr>
              <p14:cNvContentPartPr/>
              <p14:nvPr/>
            </p14:nvContentPartPr>
            <p14:xfrm>
              <a:off x="2305080" y="2266920"/>
              <a:ext cx="1453680" cy="267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6151E0E-3BC2-4C90-A8EE-3A23B76054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95720" y="2257560"/>
                <a:ext cx="1472400" cy="269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61859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301910"/>
            <a:ext cx="8841724" cy="414888"/>
          </a:xfrm>
        </p:spPr>
        <p:txBody>
          <a:bodyPr/>
          <a:lstStyle/>
          <a:p>
            <a:r>
              <a:rPr lang="en-US" dirty="0"/>
              <a:t>BERT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27530" y="1737159"/>
            <a:ext cx="7745506" cy="3313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r>
              <a:rPr lang="en-US" sz="1903" kern="1200" dirty="0">
                <a:solidFill>
                  <a:prstClr val="black"/>
                </a:solidFill>
                <a:ea typeface="+mn-ea"/>
                <a:cs typeface="+mn-cs"/>
              </a:rPr>
              <a:t>BERT, which stands for Bidirectional Encoder Representations from Transformers. </a:t>
            </a:r>
          </a:p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endParaRPr lang="en-US" sz="1903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r>
              <a:rPr lang="en-US" sz="1903" kern="1200" dirty="0">
                <a:solidFill>
                  <a:prstClr val="black"/>
                </a:solidFill>
                <a:ea typeface="+mn-ea"/>
                <a:cs typeface="+mn-cs"/>
              </a:rPr>
              <a:t>In 2018, Google introduced and open-sourced BERT. In its research stages, the framework achieved groundbreaking results in 11 natural language understanding tasks, including sentiment analysis, semantic role labeling, sentence classification ,words with multiple meanings etc.</a:t>
            </a:r>
          </a:p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endParaRPr lang="en-US" sz="1903" kern="1200" dirty="0">
              <a:solidFill>
                <a:prstClr val="black"/>
              </a:solidFill>
              <a:ea typeface="+mn-ea"/>
              <a:cs typeface="+mn-cs"/>
            </a:endParaRPr>
          </a:p>
          <a:p>
            <a:pPr marL="271903" indent="-271903" algn="just" defTabSz="1450147" hangingPunct="1">
              <a:buFont typeface="Wingdings" panose="05000000000000000000" pitchFamily="2" charset="2"/>
              <a:buChar char="Ø"/>
            </a:pPr>
            <a:r>
              <a:rPr lang="en-US" sz="1903" kern="1200" dirty="0">
                <a:solidFill>
                  <a:prstClr val="black"/>
                </a:solidFill>
                <a:ea typeface="+mn-ea"/>
                <a:cs typeface="+mn-cs"/>
              </a:rPr>
              <a:t>BERT is a “deeply bidirectional” model. Bidirectional means that BERT learns information from both the left and the right side of a token’s context during the training phase</a:t>
            </a:r>
            <a:endParaRPr lang="en-IN" sz="1903" kern="1200" dirty="0">
              <a:solidFill>
                <a:prstClr val="black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97775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355698"/>
            <a:ext cx="8841724" cy="414888"/>
          </a:xfrm>
        </p:spPr>
        <p:txBody>
          <a:bodyPr/>
          <a:lstStyle/>
          <a:p>
            <a:r>
              <a:rPr lang="en-US" dirty="0"/>
              <a:t>BERT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090" y="1902327"/>
            <a:ext cx="7974977" cy="1537344"/>
          </a:xfrm>
        </p:spPr>
        <p:txBody>
          <a:bodyPr/>
          <a:lstStyle/>
          <a:p>
            <a:pPr marL="271903" indent="-271903" algn="just">
              <a:buFont typeface="Wingdings" panose="05000000000000000000" pitchFamily="2" charset="2"/>
              <a:buChar char="Ø"/>
            </a:pPr>
            <a:r>
              <a:rPr lang="en-US" dirty="0">
                <a:latin typeface="+mn-lt"/>
              </a:rPr>
              <a:t>The BERT architecture builds on top of Transformer. We currently have two variants available:– </a:t>
            </a:r>
          </a:p>
          <a:p>
            <a:pPr marL="271903" indent="-271903" algn="just">
              <a:buFont typeface="Courier New" panose="02070309020205020404" pitchFamily="49" charset="0"/>
              <a:buChar char="o"/>
            </a:pPr>
            <a:r>
              <a:rPr lang="en-US" dirty="0">
                <a:latin typeface="+mn-lt"/>
              </a:rPr>
              <a:t>BERT Base: 12 layers (transformer blocks), 12 attention heads, and 110 million parameters–</a:t>
            </a:r>
          </a:p>
          <a:p>
            <a:pPr marL="271903" indent="-271903" algn="just">
              <a:buFont typeface="Courier New" panose="02070309020205020404" pitchFamily="49" charset="0"/>
              <a:buChar char="o"/>
            </a:pPr>
            <a:r>
              <a:rPr lang="en-US" dirty="0">
                <a:latin typeface="+mn-lt"/>
              </a:rPr>
              <a:t>BERT Large: 24 layers (transformer blocks), 16 attention heads and, 340 million parameter</a:t>
            </a:r>
            <a:endParaRPr lang="en-IN" dirty="0"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25" y="3761326"/>
            <a:ext cx="2175225" cy="19637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383" y="3670692"/>
            <a:ext cx="1812687" cy="205437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9EC846F-A749-49B5-A032-99930B1E5F79}"/>
                  </a:ext>
                </a:extLst>
              </p14:cNvPr>
              <p14:cNvContentPartPr/>
              <p14:nvPr/>
            </p14:nvContentPartPr>
            <p14:xfrm>
              <a:off x="45720" y="234000"/>
              <a:ext cx="8454240" cy="5014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9EC846F-A749-49B5-A032-99930B1E5F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360" y="224640"/>
                <a:ext cx="8472960" cy="50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617198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301910"/>
            <a:ext cx="8841724" cy="414888"/>
          </a:xfrm>
        </p:spPr>
        <p:txBody>
          <a:bodyPr/>
          <a:lstStyle/>
          <a:p>
            <a:r>
              <a:rPr lang="en-IN" dirty="0"/>
              <a:t>Pre-trained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090" y="1021976"/>
            <a:ext cx="7974977" cy="4568943"/>
          </a:xfrm>
        </p:spPr>
        <p:txBody>
          <a:bodyPr/>
          <a:lstStyle/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patentBERT</a:t>
            </a:r>
            <a:r>
              <a:rPr lang="en-IN" sz="2000" dirty="0">
                <a:latin typeface="+mn-lt"/>
              </a:rPr>
              <a:t> - a BERT model fine-tuned to perform patent classification.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docBERT</a:t>
            </a:r>
            <a:r>
              <a:rPr lang="en-IN" sz="2000" dirty="0">
                <a:latin typeface="+mn-lt"/>
              </a:rPr>
              <a:t> - a BERT model fine-tuned for document classification.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bioBERT</a:t>
            </a:r>
            <a:r>
              <a:rPr lang="en-IN" sz="2000" dirty="0">
                <a:latin typeface="+mn-lt"/>
              </a:rPr>
              <a:t> - a pre-trained biomedical language representation model for biomedical text mining.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VideoBERT</a:t>
            </a:r>
            <a:r>
              <a:rPr lang="en-IN" sz="2000" dirty="0">
                <a:latin typeface="+mn-lt"/>
              </a:rPr>
              <a:t> - a joint visual-linguistic model for process unsupervised learning of an abundance of </a:t>
            </a:r>
            <a:r>
              <a:rPr lang="en-IN" sz="2000" dirty="0" err="1">
                <a:latin typeface="+mn-lt"/>
              </a:rPr>
              <a:t>unlabeled</a:t>
            </a:r>
            <a:r>
              <a:rPr lang="en-IN" sz="2000" dirty="0">
                <a:latin typeface="+mn-lt"/>
              </a:rPr>
              <a:t> data on </a:t>
            </a:r>
            <a:r>
              <a:rPr lang="en-IN" sz="2000" dirty="0" err="1">
                <a:latin typeface="+mn-lt"/>
              </a:rPr>
              <a:t>Youtube</a:t>
            </a:r>
            <a:r>
              <a:rPr lang="en-IN" sz="2000" dirty="0">
                <a:latin typeface="+mn-lt"/>
              </a:rPr>
              <a:t>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 err="1">
                <a:latin typeface="+mn-lt"/>
              </a:rPr>
              <a:t>SciBERT</a:t>
            </a:r>
            <a:r>
              <a:rPr lang="en-IN" sz="2000" dirty="0">
                <a:latin typeface="+mn-lt"/>
              </a:rPr>
              <a:t> - a </a:t>
            </a:r>
            <a:r>
              <a:rPr lang="en-IN" sz="2000" dirty="0" err="1">
                <a:latin typeface="+mn-lt"/>
              </a:rPr>
              <a:t>pretrained</a:t>
            </a:r>
            <a:r>
              <a:rPr lang="en-IN" sz="2000" dirty="0">
                <a:latin typeface="+mn-lt"/>
              </a:rPr>
              <a:t> BERT model for scientific text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+mn-lt"/>
              </a:rPr>
              <a:t>G-BERT - a BERT model </a:t>
            </a:r>
            <a:r>
              <a:rPr lang="en-US" sz="2000" dirty="0" err="1">
                <a:latin typeface="+mn-lt"/>
              </a:rPr>
              <a:t>pretrained</a:t>
            </a:r>
            <a:r>
              <a:rPr lang="en-US" sz="2000" dirty="0">
                <a:latin typeface="+mn-lt"/>
              </a:rPr>
              <a:t> using medical codes with hierarchical representations using graph neural networks (GNN) and then fine-tuned for making medical recommendations.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BE6D673-9CCE-4830-BA17-E6E04096F4DB}"/>
                  </a:ext>
                </a:extLst>
              </p14:cNvPr>
              <p14:cNvContentPartPr/>
              <p14:nvPr/>
            </p14:nvContentPartPr>
            <p14:xfrm>
              <a:off x="282600" y="1139040"/>
              <a:ext cx="551160" cy="4479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BE6D673-9CCE-4830-BA17-E6E04096F4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3240" y="1129680"/>
                <a:ext cx="569880" cy="449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96422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6" y="355698"/>
            <a:ext cx="8841724" cy="414888"/>
          </a:xfrm>
        </p:spPr>
        <p:txBody>
          <a:bodyPr/>
          <a:lstStyle/>
          <a:p>
            <a:r>
              <a:rPr lang="en-IN" dirty="0"/>
              <a:t>Pre-trained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4090" y="1550604"/>
            <a:ext cx="7974977" cy="4107278"/>
          </a:xfrm>
        </p:spPr>
        <p:txBody>
          <a:bodyPr/>
          <a:lstStyle/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+mn-lt"/>
              </a:rPr>
              <a:t>TinyBERT</a:t>
            </a:r>
            <a:r>
              <a:rPr lang="en-US" sz="2000" dirty="0">
                <a:latin typeface="+mn-lt"/>
              </a:rPr>
              <a:t> by Huawei - a smaller, "student" BERT that learns from the original "teacher" BERT, performing transformer distillation to improve efficiency. </a:t>
            </a:r>
            <a:r>
              <a:rPr lang="en-US" sz="2000" dirty="0" err="1">
                <a:latin typeface="+mn-lt"/>
              </a:rPr>
              <a:t>TinyBERT</a:t>
            </a:r>
            <a:r>
              <a:rPr lang="en-US" sz="2000" dirty="0">
                <a:latin typeface="+mn-lt"/>
              </a:rPr>
              <a:t> produced promising results in comparison to BERT-base while being 7.5 times smaller and 9.4 times faster at inference.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 err="1">
                <a:latin typeface="+mn-lt"/>
              </a:rPr>
              <a:t>DistilBERT</a:t>
            </a:r>
            <a:r>
              <a:rPr lang="en-US" sz="2000" dirty="0">
                <a:latin typeface="+mn-lt"/>
              </a:rPr>
              <a:t> by </a:t>
            </a:r>
            <a:r>
              <a:rPr lang="en-US" sz="2000" dirty="0" err="1">
                <a:latin typeface="+mn-lt"/>
              </a:rPr>
              <a:t>HuggingFace</a:t>
            </a:r>
            <a:r>
              <a:rPr lang="en-US" sz="2000" dirty="0">
                <a:latin typeface="+mn-lt"/>
              </a:rPr>
              <a:t> - a supposedly smaller, faster, cheaper version of BERT that is trained from BERT, and then certain architectural aspects are removed for the sake of efficiency</a:t>
            </a:r>
          </a:p>
          <a:p>
            <a:pPr marL="271903" indent="-271903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2000" dirty="0">
                <a:latin typeface="+mn-lt"/>
              </a:rPr>
              <a:t>AstraZeneca and NVIDIA developed </a:t>
            </a:r>
            <a:r>
              <a:rPr lang="en-IN" sz="2000" u="sng" dirty="0" err="1">
                <a:latin typeface="+mn-lt"/>
                <a:hlinkClick r:id="rId2"/>
              </a:rPr>
              <a:t>MegaMolBART</a:t>
            </a:r>
            <a:r>
              <a:rPr lang="en-IN" sz="2000" dirty="0">
                <a:latin typeface="+mn-lt"/>
              </a:rPr>
              <a:t>, a transformer tailored for drug discovery</a:t>
            </a:r>
          </a:p>
        </p:txBody>
      </p:sp>
    </p:spTree>
    <p:extLst>
      <p:ext uri="{BB962C8B-B14F-4D97-AF65-F5344CB8AC3E}">
        <p14:creationId xmlns:p14="http://schemas.microsoft.com/office/powerpoint/2010/main" val="344470419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57394"/>
            <a:ext cx="7022737" cy="4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Pre-training</a:t>
            </a:r>
            <a:r>
              <a:rPr kumimoji="0" lang="en-US" sz="2220" b="1" i="0" u="none" strike="noStrike" kern="0" cap="none" spc="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for</a:t>
            </a:r>
            <a:r>
              <a:rPr kumimoji="0" lang="en-US" sz="2220" b="1" i="0" u="none" strike="noStrike" kern="0" cap="none" spc="-1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three</a:t>
            </a:r>
            <a:r>
              <a:rPr kumimoji="0" lang="en-US" sz="2220" b="1" i="0" u="none" strike="noStrike" kern="0" cap="none" spc="-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types of architectures</a:t>
            </a:r>
            <a:endParaRPr kumimoji="0" lang="en-IN" sz="222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/>
              <a:cs typeface="Arial"/>
              <a:sym typeface="Arial"/>
            </a:endParaRPr>
          </a:p>
        </p:txBody>
      </p:sp>
      <p:grpSp>
        <p:nvGrpSpPr>
          <p:cNvPr id="4" name="object 7"/>
          <p:cNvGrpSpPr/>
          <p:nvPr/>
        </p:nvGrpSpPr>
        <p:grpSpPr>
          <a:xfrm>
            <a:off x="7310980" y="2443178"/>
            <a:ext cx="1156812" cy="771524"/>
            <a:chOff x="1007363" y="1767839"/>
            <a:chExt cx="1542415" cy="1028700"/>
          </a:xfrm>
        </p:grpSpPr>
        <p:sp>
          <p:nvSpPr>
            <p:cNvPr id="5" name="object 8"/>
            <p:cNvSpPr/>
            <p:nvPr/>
          </p:nvSpPr>
          <p:spPr>
            <a:xfrm>
              <a:off x="1007364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509" y="667258"/>
                  </a:lnTo>
                  <a:lnTo>
                    <a:pt x="182651" y="657085"/>
                  </a:lnTo>
                  <a:lnTo>
                    <a:pt x="172478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01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01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78" y="1026185"/>
                  </a:lnTo>
                  <a:lnTo>
                    <a:pt x="182651" y="1019327"/>
                  </a:lnTo>
                  <a:lnTo>
                    <a:pt x="189509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509" y="19558"/>
                  </a:lnTo>
                  <a:lnTo>
                    <a:pt x="182651" y="9385"/>
                  </a:lnTo>
                  <a:lnTo>
                    <a:pt x="172478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01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01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78" y="378485"/>
                  </a:lnTo>
                  <a:lnTo>
                    <a:pt x="182651" y="371627"/>
                  </a:lnTo>
                  <a:lnTo>
                    <a:pt x="189509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6" name="object 9"/>
            <p:cNvSpPr/>
            <p:nvPr/>
          </p:nvSpPr>
          <p:spPr>
            <a:xfrm>
              <a:off x="1065275" y="2148839"/>
              <a:ext cx="76200" cy="266700"/>
            </a:xfrm>
            <a:custGeom>
              <a:avLst/>
              <a:gdLst/>
              <a:ahLst/>
              <a:cxnLst/>
              <a:rect l="l" t="t" r="r" b="b"/>
              <a:pathLst>
                <a:path w="76200" h="266700">
                  <a:moveTo>
                    <a:pt x="44450" y="63500"/>
                  </a:moveTo>
                  <a:lnTo>
                    <a:pt x="31750" y="63500"/>
                  </a:lnTo>
                  <a:lnTo>
                    <a:pt x="31750" y="266700"/>
                  </a:lnTo>
                  <a:lnTo>
                    <a:pt x="44450" y="266700"/>
                  </a:lnTo>
                  <a:lnTo>
                    <a:pt x="44450" y="63500"/>
                  </a:lnTo>
                  <a:close/>
                </a:path>
                <a:path w="76200" h="266700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266700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7" name="object 10"/>
            <p:cNvSpPr/>
            <p:nvPr/>
          </p:nvSpPr>
          <p:spPr>
            <a:xfrm>
              <a:off x="1351788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496" y="667258"/>
                  </a:lnTo>
                  <a:lnTo>
                    <a:pt x="182638" y="657085"/>
                  </a:lnTo>
                  <a:lnTo>
                    <a:pt x="172466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14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14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66" y="1026185"/>
                  </a:lnTo>
                  <a:lnTo>
                    <a:pt x="182638" y="1019327"/>
                  </a:lnTo>
                  <a:lnTo>
                    <a:pt x="189496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496" y="19558"/>
                  </a:lnTo>
                  <a:lnTo>
                    <a:pt x="182638" y="9385"/>
                  </a:lnTo>
                  <a:lnTo>
                    <a:pt x="172466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14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14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66" y="378485"/>
                  </a:lnTo>
                  <a:lnTo>
                    <a:pt x="182638" y="371627"/>
                  </a:lnTo>
                  <a:lnTo>
                    <a:pt x="189496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8" name="object 11"/>
            <p:cNvSpPr/>
            <p:nvPr/>
          </p:nvSpPr>
          <p:spPr>
            <a:xfrm>
              <a:off x="1099489" y="2148839"/>
              <a:ext cx="348615" cy="271780"/>
            </a:xfrm>
            <a:custGeom>
              <a:avLst/>
              <a:gdLst/>
              <a:ahLst/>
              <a:cxnLst/>
              <a:rect l="l" t="t" r="r" b="b"/>
              <a:pathLst>
                <a:path w="348615" h="271780">
                  <a:moveTo>
                    <a:pt x="284261" y="41702"/>
                  </a:moveTo>
                  <a:lnTo>
                    <a:pt x="0" y="261620"/>
                  </a:lnTo>
                  <a:lnTo>
                    <a:pt x="7772" y="271780"/>
                  </a:lnTo>
                  <a:lnTo>
                    <a:pt x="292027" y="51725"/>
                  </a:lnTo>
                  <a:lnTo>
                    <a:pt x="284261" y="41702"/>
                  </a:lnTo>
                  <a:close/>
                </a:path>
                <a:path w="348615" h="271780">
                  <a:moveTo>
                    <a:pt x="332127" y="33909"/>
                  </a:moveTo>
                  <a:lnTo>
                    <a:pt x="294335" y="33909"/>
                  </a:lnTo>
                  <a:lnTo>
                    <a:pt x="302082" y="43942"/>
                  </a:lnTo>
                  <a:lnTo>
                    <a:pt x="292027" y="51725"/>
                  </a:lnTo>
                  <a:lnTo>
                    <a:pt x="311480" y="76835"/>
                  </a:lnTo>
                  <a:lnTo>
                    <a:pt x="332127" y="33909"/>
                  </a:lnTo>
                  <a:close/>
                </a:path>
                <a:path w="348615" h="271780">
                  <a:moveTo>
                    <a:pt x="294335" y="33909"/>
                  </a:moveTo>
                  <a:lnTo>
                    <a:pt x="284261" y="41702"/>
                  </a:lnTo>
                  <a:lnTo>
                    <a:pt x="292027" y="51725"/>
                  </a:lnTo>
                  <a:lnTo>
                    <a:pt x="302082" y="43942"/>
                  </a:lnTo>
                  <a:lnTo>
                    <a:pt x="294335" y="33909"/>
                  </a:lnTo>
                  <a:close/>
                </a:path>
                <a:path w="348615" h="271780">
                  <a:moveTo>
                    <a:pt x="348437" y="0"/>
                  </a:moveTo>
                  <a:lnTo>
                    <a:pt x="264744" y="16510"/>
                  </a:lnTo>
                  <a:lnTo>
                    <a:pt x="284261" y="41702"/>
                  </a:lnTo>
                  <a:lnTo>
                    <a:pt x="294335" y="33909"/>
                  </a:lnTo>
                  <a:lnTo>
                    <a:pt x="332127" y="33909"/>
                  </a:lnTo>
                  <a:lnTo>
                    <a:pt x="348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9" name="object 12"/>
            <p:cNvSpPr/>
            <p:nvPr/>
          </p:nvSpPr>
          <p:spPr>
            <a:xfrm>
              <a:off x="1696212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496" y="667258"/>
                  </a:lnTo>
                  <a:lnTo>
                    <a:pt x="182638" y="657085"/>
                  </a:lnTo>
                  <a:lnTo>
                    <a:pt x="172466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14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14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66" y="1026185"/>
                  </a:lnTo>
                  <a:lnTo>
                    <a:pt x="182638" y="1019327"/>
                  </a:lnTo>
                  <a:lnTo>
                    <a:pt x="189496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496" y="19558"/>
                  </a:lnTo>
                  <a:lnTo>
                    <a:pt x="182638" y="9385"/>
                  </a:lnTo>
                  <a:lnTo>
                    <a:pt x="172466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14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14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66" y="378485"/>
                  </a:lnTo>
                  <a:lnTo>
                    <a:pt x="182638" y="371627"/>
                  </a:lnTo>
                  <a:lnTo>
                    <a:pt x="189496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0" name="object 13"/>
            <p:cNvSpPr/>
            <p:nvPr/>
          </p:nvSpPr>
          <p:spPr>
            <a:xfrm>
              <a:off x="1101077" y="2140838"/>
              <a:ext cx="691515" cy="280670"/>
            </a:xfrm>
            <a:custGeom>
              <a:avLst/>
              <a:gdLst/>
              <a:ahLst/>
              <a:cxnLst/>
              <a:rect l="l" t="t" r="r" b="b"/>
              <a:pathLst>
                <a:path w="691514" h="280669">
                  <a:moveTo>
                    <a:pt x="617933" y="29613"/>
                  </a:moveTo>
                  <a:lnTo>
                    <a:pt x="0" y="268732"/>
                  </a:lnTo>
                  <a:lnTo>
                    <a:pt x="4584" y="280670"/>
                  </a:lnTo>
                  <a:lnTo>
                    <a:pt x="622517" y="41421"/>
                  </a:lnTo>
                  <a:lnTo>
                    <a:pt x="617933" y="29613"/>
                  </a:lnTo>
                  <a:close/>
                </a:path>
                <a:path w="691514" h="280669">
                  <a:moveTo>
                    <a:pt x="675799" y="25019"/>
                  </a:moveTo>
                  <a:lnTo>
                    <a:pt x="629805" y="25019"/>
                  </a:lnTo>
                  <a:lnTo>
                    <a:pt x="634377" y="36830"/>
                  </a:lnTo>
                  <a:lnTo>
                    <a:pt x="622517" y="41421"/>
                  </a:lnTo>
                  <a:lnTo>
                    <a:pt x="633996" y="70993"/>
                  </a:lnTo>
                  <a:lnTo>
                    <a:pt x="675799" y="25019"/>
                  </a:lnTo>
                  <a:close/>
                </a:path>
                <a:path w="691514" h="280669">
                  <a:moveTo>
                    <a:pt x="629805" y="25019"/>
                  </a:moveTo>
                  <a:lnTo>
                    <a:pt x="617933" y="29613"/>
                  </a:lnTo>
                  <a:lnTo>
                    <a:pt x="622517" y="41421"/>
                  </a:lnTo>
                  <a:lnTo>
                    <a:pt x="634377" y="36830"/>
                  </a:lnTo>
                  <a:lnTo>
                    <a:pt x="629805" y="25019"/>
                  </a:lnTo>
                  <a:close/>
                </a:path>
                <a:path w="691514" h="280669">
                  <a:moveTo>
                    <a:pt x="606437" y="0"/>
                  </a:moveTo>
                  <a:lnTo>
                    <a:pt x="617933" y="29613"/>
                  </a:lnTo>
                  <a:lnTo>
                    <a:pt x="629805" y="25019"/>
                  </a:lnTo>
                  <a:lnTo>
                    <a:pt x="675799" y="25019"/>
                  </a:lnTo>
                  <a:lnTo>
                    <a:pt x="691273" y="8000"/>
                  </a:lnTo>
                  <a:lnTo>
                    <a:pt x="606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1" name="object 14"/>
            <p:cNvSpPr/>
            <p:nvPr/>
          </p:nvSpPr>
          <p:spPr>
            <a:xfrm>
              <a:off x="2040636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496" y="667258"/>
                  </a:lnTo>
                  <a:lnTo>
                    <a:pt x="182638" y="657085"/>
                  </a:lnTo>
                  <a:lnTo>
                    <a:pt x="172466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14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14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66" y="1026185"/>
                  </a:lnTo>
                  <a:lnTo>
                    <a:pt x="182638" y="1019327"/>
                  </a:lnTo>
                  <a:lnTo>
                    <a:pt x="189496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496" y="19558"/>
                  </a:lnTo>
                  <a:lnTo>
                    <a:pt x="182638" y="9385"/>
                  </a:lnTo>
                  <a:lnTo>
                    <a:pt x="172466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14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14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66" y="378485"/>
                  </a:lnTo>
                  <a:lnTo>
                    <a:pt x="182638" y="371627"/>
                  </a:lnTo>
                  <a:lnTo>
                    <a:pt x="189496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2" name="object 15"/>
            <p:cNvSpPr/>
            <p:nvPr/>
          </p:nvSpPr>
          <p:spPr>
            <a:xfrm>
              <a:off x="1445513" y="2140838"/>
              <a:ext cx="691515" cy="280670"/>
            </a:xfrm>
            <a:custGeom>
              <a:avLst/>
              <a:gdLst/>
              <a:ahLst/>
              <a:cxnLst/>
              <a:rect l="l" t="t" r="r" b="b"/>
              <a:pathLst>
                <a:path w="691514" h="280669">
                  <a:moveTo>
                    <a:pt x="617920" y="29613"/>
                  </a:moveTo>
                  <a:lnTo>
                    <a:pt x="0" y="268732"/>
                  </a:lnTo>
                  <a:lnTo>
                    <a:pt x="4572" y="280670"/>
                  </a:lnTo>
                  <a:lnTo>
                    <a:pt x="622504" y="41421"/>
                  </a:lnTo>
                  <a:lnTo>
                    <a:pt x="617920" y="29613"/>
                  </a:lnTo>
                  <a:close/>
                </a:path>
                <a:path w="691514" h="280669">
                  <a:moveTo>
                    <a:pt x="675786" y="25019"/>
                  </a:moveTo>
                  <a:lnTo>
                    <a:pt x="629793" y="25019"/>
                  </a:lnTo>
                  <a:lnTo>
                    <a:pt x="634365" y="36830"/>
                  </a:lnTo>
                  <a:lnTo>
                    <a:pt x="622504" y="41421"/>
                  </a:lnTo>
                  <a:lnTo>
                    <a:pt x="633984" y="70993"/>
                  </a:lnTo>
                  <a:lnTo>
                    <a:pt x="675786" y="25019"/>
                  </a:lnTo>
                  <a:close/>
                </a:path>
                <a:path w="691514" h="280669">
                  <a:moveTo>
                    <a:pt x="629793" y="25019"/>
                  </a:moveTo>
                  <a:lnTo>
                    <a:pt x="617920" y="29613"/>
                  </a:lnTo>
                  <a:lnTo>
                    <a:pt x="622504" y="41421"/>
                  </a:lnTo>
                  <a:lnTo>
                    <a:pt x="634365" y="36830"/>
                  </a:lnTo>
                  <a:lnTo>
                    <a:pt x="629793" y="25019"/>
                  </a:lnTo>
                  <a:close/>
                </a:path>
                <a:path w="691514" h="280669">
                  <a:moveTo>
                    <a:pt x="606425" y="0"/>
                  </a:moveTo>
                  <a:lnTo>
                    <a:pt x="617920" y="29613"/>
                  </a:lnTo>
                  <a:lnTo>
                    <a:pt x="629793" y="25019"/>
                  </a:lnTo>
                  <a:lnTo>
                    <a:pt x="675786" y="25019"/>
                  </a:lnTo>
                  <a:lnTo>
                    <a:pt x="691261" y="8000"/>
                  </a:lnTo>
                  <a:lnTo>
                    <a:pt x="6064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3" name="object 16"/>
            <p:cNvSpPr/>
            <p:nvPr/>
          </p:nvSpPr>
          <p:spPr>
            <a:xfrm>
              <a:off x="2357628" y="1767839"/>
              <a:ext cx="192405" cy="1028700"/>
            </a:xfrm>
            <a:custGeom>
              <a:avLst/>
              <a:gdLst/>
              <a:ahLst/>
              <a:cxnLst/>
              <a:rect l="l" t="t" r="r" b="b"/>
              <a:pathLst>
                <a:path w="192405" h="1028700">
                  <a:moveTo>
                    <a:pt x="192024" y="679704"/>
                  </a:moveTo>
                  <a:lnTo>
                    <a:pt x="189496" y="667258"/>
                  </a:lnTo>
                  <a:lnTo>
                    <a:pt x="182638" y="657085"/>
                  </a:lnTo>
                  <a:lnTo>
                    <a:pt x="172466" y="650227"/>
                  </a:lnTo>
                  <a:lnTo>
                    <a:pt x="160020" y="647700"/>
                  </a:lnTo>
                  <a:lnTo>
                    <a:pt x="32004" y="647700"/>
                  </a:lnTo>
                  <a:lnTo>
                    <a:pt x="19545" y="650227"/>
                  </a:lnTo>
                  <a:lnTo>
                    <a:pt x="9372" y="657085"/>
                  </a:lnTo>
                  <a:lnTo>
                    <a:pt x="2514" y="667258"/>
                  </a:lnTo>
                  <a:lnTo>
                    <a:pt x="0" y="679704"/>
                  </a:lnTo>
                  <a:lnTo>
                    <a:pt x="0" y="996696"/>
                  </a:lnTo>
                  <a:lnTo>
                    <a:pt x="2514" y="1009154"/>
                  </a:lnTo>
                  <a:lnTo>
                    <a:pt x="9372" y="1019327"/>
                  </a:lnTo>
                  <a:lnTo>
                    <a:pt x="19545" y="1026185"/>
                  </a:lnTo>
                  <a:lnTo>
                    <a:pt x="32004" y="1028700"/>
                  </a:lnTo>
                  <a:lnTo>
                    <a:pt x="160020" y="1028700"/>
                  </a:lnTo>
                  <a:lnTo>
                    <a:pt x="172466" y="1026185"/>
                  </a:lnTo>
                  <a:lnTo>
                    <a:pt x="182638" y="1019327"/>
                  </a:lnTo>
                  <a:lnTo>
                    <a:pt x="189496" y="1009154"/>
                  </a:lnTo>
                  <a:lnTo>
                    <a:pt x="192024" y="996696"/>
                  </a:lnTo>
                  <a:lnTo>
                    <a:pt x="192024" y="679704"/>
                  </a:lnTo>
                  <a:close/>
                </a:path>
                <a:path w="192405" h="1028700">
                  <a:moveTo>
                    <a:pt x="192024" y="32004"/>
                  </a:moveTo>
                  <a:lnTo>
                    <a:pt x="189496" y="19558"/>
                  </a:lnTo>
                  <a:lnTo>
                    <a:pt x="182638" y="9385"/>
                  </a:lnTo>
                  <a:lnTo>
                    <a:pt x="172466" y="2527"/>
                  </a:lnTo>
                  <a:lnTo>
                    <a:pt x="160020" y="0"/>
                  </a:lnTo>
                  <a:lnTo>
                    <a:pt x="32004" y="0"/>
                  </a:lnTo>
                  <a:lnTo>
                    <a:pt x="19545" y="2527"/>
                  </a:lnTo>
                  <a:lnTo>
                    <a:pt x="9372" y="9385"/>
                  </a:lnTo>
                  <a:lnTo>
                    <a:pt x="2514" y="19558"/>
                  </a:lnTo>
                  <a:lnTo>
                    <a:pt x="0" y="32004"/>
                  </a:lnTo>
                  <a:lnTo>
                    <a:pt x="0" y="348996"/>
                  </a:lnTo>
                  <a:lnTo>
                    <a:pt x="2514" y="361454"/>
                  </a:lnTo>
                  <a:lnTo>
                    <a:pt x="9372" y="371627"/>
                  </a:lnTo>
                  <a:lnTo>
                    <a:pt x="19545" y="378485"/>
                  </a:lnTo>
                  <a:lnTo>
                    <a:pt x="32004" y="381000"/>
                  </a:lnTo>
                  <a:lnTo>
                    <a:pt x="160020" y="381000"/>
                  </a:lnTo>
                  <a:lnTo>
                    <a:pt x="172466" y="378485"/>
                  </a:lnTo>
                  <a:lnTo>
                    <a:pt x="182638" y="371627"/>
                  </a:lnTo>
                  <a:lnTo>
                    <a:pt x="189496" y="361454"/>
                  </a:lnTo>
                  <a:lnTo>
                    <a:pt x="192024" y="348996"/>
                  </a:lnTo>
                  <a:lnTo>
                    <a:pt x="192024" y="32004"/>
                  </a:lnTo>
                  <a:close/>
                </a:path>
              </a:pathLst>
            </a:custGeom>
            <a:solidFill>
              <a:srgbClr val="6CE9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  <p:sp>
          <p:nvSpPr>
            <p:cNvPr id="14" name="object 17"/>
            <p:cNvSpPr/>
            <p:nvPr/>
          </p:nvSpPr>
          <p:spPr>
            <a:xfrm>
              <a:off x="1102144" y="2126233"/>
              <a:ext cx="1390015" cy="295910"/>
            </a:xfrm>
            <a:custGeom>
              <a:avLst/>
              <a:gdLst/>
              <a:ahLst/>
              <a:cxnLst/>
              <a:rect l="l" t="t" r="r" b="b"/>
              <a:pathLst>
                <a:path w="1390014" h="295910">
                  <a:moveTo>
                    <a:pt x="1389595" y="98806"/>
                  </a:moveTo>
                  <a:lnTo>
                    <a:pt x="1383245" y="86106"/>
                  </a:lnTo>
                  <a:lnTo>
                    <a:pt x="1351762" y="23152"/>
                  </a:lnTo>
                  <a:lnTo>
                    <a:pt x="1351864" y="22910"/>
                  </a:lnTo>
                  <a:lnTo>
                    <a:pt x="1352257" y="22606"/>
                  </a:lnTo>
                  <a:lnTo>
                    <a:pt x="1345145" y="20650"/>
                  </a:lnTo>
                  <a:lnTo>
                    <a:pt x="1345145" y="98806"/>
                  </a:lnTo>
                  <a:lnTo>
                    <a:pt x="1345145" y="275310"/>
                  </a:lnTo>
                  <a:lnTo>
                    <a:pt x="1317548" y="252133"/>
                  </a:lnTo>
                  <a:lnTo>
                    <a:pt x="1317548" y="268617"/>
                  </a:lnTo>
                  <a:lnTo>
                    <a:pt x="1255306" y="243535"/>
                  </a:lnTo>
                  <a:lnTo>
                    <a:pt x="1255306" y="257124"/>
                  </a:lnTo>
                  <a:lnTo>
                    <a:pt x="1159865" y="231838"/>
                  </a:lnTo>
                  <a:lnTo>
                    <a:pt x="1159865" y="244894"/>
                  </a:lnTo>
                  <a:lnTo>
                    <a:pt x="1109129" y="234873"/>
                  </a:lnTo>
                  <a:lnTo>
                    <a:pt x="1112227" y="232270"/>
                  </a:lnTo>
                  <a:lnTo>
                    <a:pt x="1159865" y="244894"/>
                  </a:lnTo>
                  <a:lnTo>
                    <a:pt x="1159865" y="231838"/>
                  </a:lnTo>
                  <a:lnTo>
                    <a:pt x="1124051" y="222338"/>
                  </a:lnTo>
                  <a:lnTo>
                    <a:pt x="1138605" y="210121"/>
                  </a:lnTo>
                  <a:lnTo>
                    <a:pt x="1255306" y="257124"/>
                  </a:lnTo>
                  <a:lnTo>
                    <a:pt x="1255306" y="243535"/>
                  </a:lnTo>
                  <a:lnTo>
                    <a:pt x="1149565" y="200914"/>
                  </a:lnTo>
                  <a:lnTo>
                    <a:pt x="1193241" y="164223"/>
                  </a:lnTo>
                  <a:lnTo>
                    <a:pt x="1317548" y="268617"/>
                  </a:lnTo>
                  <a:lnTo>
                    <a:pt x="1317548" y="252133"/>
                  </a:lnTo>
                  <a:lnTo>
                    <a:pt x="1203096" y="155956"/>
                  </a:lnTo>
                  <a:lnTo>
                    <a:pt x="1293164" y="80302"/>
                  </a:lnTo>
                  <a:lnTo>
                    <a:pt x="1295615" y="86360"/>
                  </a:lnTo>
                  <a:lnTo>
                    <a:pt x="1300975" y="80314"/>
                  </a:lnTo>
                  <a:lnTo>
                    <a:pt x="1314551" y="96481"/>
                  </a:lnTo>
                  <a:lnTo>
                    <a:pt x="1313395" y="98806"/>
                  </a:lnTo>
                  <a:lnTo>
                    <a:pt x="1316507" y="98806"/>
                  </a:lnTo>
                  <a:lnTo>
                    <a:pt x="1318221" y="100838"/>
                  </a:lnTo>
                  <a:lnTo>
                    <a:pt x="1319098" y="98806"/>
                  </a:lnTo>
                  <a:lnTo>
                    <a:pt x="1345145" y="98806"/>
                  </a:lnTo>
                  <a:lnTo>
                    <a:pt x="1345145" y="20650"/>
                  </a:lnTo>
                  <a:lnTo>
                    <a:pt x="1284122" y="3873"/>
                  </a:lnTo>
                  <a:lnTo>
                    <a:pt x="1284122" y="71297"/>
                  </a:lnTo>
                  <a:lnTo>
                    <a:pt x="1193241" y="147675"/>
                  </a:lnTo>
                  <a:lnTo>
                    <a:pt x="1183386" y="139395"/>
                  </a:lnTo>
                  <a:lnTo>
                    <a:pt x="1183386" y="155943"/>
                  </a:lnTo>
                  <a:lnTo>
                    <a:pt x="1136256" y="195554"/>
                  </a:lnTo>
                  <a:lnTo>
                    <a:pt x="1125296" y="191147"/>
                  </a:lnTo>
                  <a:lnTo>
                    <a:pt x="1125296" y="204762"/>
                  </a:lnTo>
                  <a:lnTo>
                    <a:pt x="1109091" y="218376"/>
                  </a:lnTo>
                  <a:lnTo>
                    <a:pt x="1097280" y="215252"/>
                  </a:lnTo>
                  <a:lnTo>
                    <a:pt x="1097280" y="228307"/>
                  </a:lnTo>
                  <a:lnTo>
                    <a:pt x="1093216" y="231724"/>
                  </a:lnTo>
                  <a:lnTo>
                    <a:pt x="1080757" y="229273"/>
                  </a:lnTo>
                  <a:lnTo>
                    <a:pt x="1080757" y="242201"/>
                  </a:lnTo>
                  <a:lnTo>
                    <a:pt x="1040853" y="275729"/>
                  </a:lnTo>
                  <a:lnTo>
                    <a:pt x="1040853" y="234315"/>
                  </a:lnTo>
                  <a:lnTo>
                    <a:pt x="1080757" y="242201"/>
                  </a:lnTo>
                  <a:lnTo>
                    <a:pt x="1080757" y="229273"/>
                  </a:lnTo>
                  <a:lnTo>
                    <a:pt x="1040853" y="221399"/>
                  </a:lnTo>
                  <a:lnTo>
                    <a:pt x="1040853" y="213360"/>
                  </a:lnTo>
                  <a:lnTo>
                    <a:pt x="1097280" y="228307"/>
                  </a:lnTo>
                  <a:lnTo>
                    <a:pt x="1097280" y="215252"/>
                  </a:lnTo>
                  <a:lnTo>
                    <a:pt x="1040853" y="200291"/>
                  </a:lnTo>
                  <a:lnTo>
                    <a:pt x="1040853" y="170738"/>
                  </a:lnTo>
                  <a:lnTo>
                    <a:pt x="1125296" y="204762"/>
                  </a:lnTo>
                  <a:lnTo>
                    <a:pt x="1125296" y="191147"/>
                  </a:lnTo>
                  <a:lnTo>
                    <a:pt x="1040853" y="157099"/>
                  </a:lnTo>
                  <a:lnTo>
                    <a:pt x="1040853" y="154825"/>
                  </a:lnTo>
                  <a:lnTo>
                    <a:pt x="1136281" y="116395"/>
                  </a:lnTo>
                  <a:lnTo>
                    <a:pt x="1183386" y="155943"/>
                  </a:lnTo>
                  <a:lnTo>
                    <a:pt x="1183386" y="139395"/>
                  </a:lnTo>
                  <a:lnTo>
                    <a:pt x="1149616" y="111010"/>
                  </a:lnTo>
                  <a:lnTo>
                    <a:pt x="1281480" y="57899"/>
                  </a:lnTo>
                  <a:lnTo>
                    <a:pt x="1284122" y="71297"/>
                  </a:lnTo>
                  <a:lnTo>
                    <a:pt x="1284122" y="3873"/>
                  </a:lnTo>
                  <a:lnTo>
                    <a:pt x="1270088" y="0"/>
                  </a:lnTo>
                  <a:lnTo>
                    <a:pt x="1271231" y="5867"/>
                  </a:lnTo>
                  <a:lnTo>
                    <a:pt x="1268691" y="5334"/>
                  </a:lnTo>
                  <a:lnTo>
                    <a:pt x="1271536" y="16103"/>
                  </a:lnTo>
                  <a:lnTo>
                    <a:pt x="1267167" y="15748"/>
                  </a:lnTo>
                  <a:lnTo>
                    <a:pt x="1273594" y="31711"/>
                  </a:lnTo>
                  <a:lnTo>
                    <a:pt x="1254480" y="35496"/>
                  </a:lnTo>
                  <a:lnTo>
                    <a:pt x="1254480" y="55029"/>
                  </a:lnTo>
                  <a:lnTo>
                    <a:pt x="1138593" y="101739"/>
                  </a:lnTo>
                  <a:lnTo>
                    <a:pt x="1125245" y="90538"/>
                  </a:lnTo>
                  <a:lnTo>
                    <a:pt x="1125245" y="107124"/>
                  </a:lnTo>
                  <a:lnTo>
                    <a:pt x="1040853" y="141135"/>
                  </a:lnTo>
                  <a:lnTo>
                    <a:pt x="1040853" y="111645"/>
                  </a:lnTo>
                  <a:lnTo>
                    <a:pt x="1109103" y="93560"/>
                  </a:lnTo>
                  <a:lnTo>
                    <a:pt x="1125245" y="107124"/>
                  </a:lnTo>
                  <a:lnTo>
                    <a:pt x="1125245" y="90538"/>
                  </a:lnTo>
                  <a:lnTo>
                    <a:pt x="1124115" y="89585"/>
                  </a:lnTo>
                  <a:lnTo>
                    <a:pt x="1254480" y="55029"/>
                  </a:lnTo>
                  <a:lnTo>
                    <a:pt x="1254480" y="35496"/>
                  </a:lnTo>
                  <a:lnTo>
                    <a:pt x="1159027" y="54343"/>
                  </a:lnTo>
                  <a:lnTo>
                    <a:pt x="1159027" y="67246"/>
                  </a:lnTo>
                  <a:lnTo>
                    <a:pt x="1112291" y="79641"/>
                  </a:lnTo>
                  <a:lnTo>
                    <a:pt x="1109243" y="77089"/>
                  </a:lnTo>
                  <a:lnTo>
                    <a:pt x="1159027" y="67246"/>
                  </a:lnTo>
                  <a:lnTo>
                    <a:pt x="1159027" y="54343"/>
                  </a:lnTo>
                  <a:lnTo>
                    <a:pt x="1097267" y="66535"/>
                  </a:lnTo>
                  <a:lnTo>
                    <a:pt x="1097267" y="83629"/>
                  </a:lnTo>
                  <a:lnTo>
                    <a:pt x="1078572" y="88582"/>
                  </a:lnTo>
                  <a:lnTo>
                    <a:pt x="1084033" y="82067"/>
                  </a:lnTo>
                  <a:lnTo>
                    <a:pt x="1093241" y="80251"/>
                  </a:lnTo>
                  <a:lnTo>
                    <a:pt x="1097267" y="83629"/>
                  </a:lnTo>
                  <a:lnTo>
                    <a:pt x="1097267" y="66535"/>
                  </a:lnTo>
                  <a:lnTo>
                    <a:pt x="1097026" y="66573"/>
                  </a:lnTo>
                  <a:lnTo>
                    <a:pt x="1103769" y="58547"/>
                  </a:lnTo>
                  <a:lnTo>
                    <a:pt x="1117307" y="42418"/>
                  </a:lnTo>
                  <a:lnTo>
                    <a:pt x="1034618" y="22644"/>
                  </a:lnTo>
                  <a:lnTo>
                    <a:pt x="1028153" y="22009"/>
                  </a:lnTo>
                  <a:lnTo>
                    <a:pt x="1028153" y="98806"/>
                  </a:lnTo>
                  <a:lnTo>
                    <a:pt x="1028153" y="101942"/>
                  </a:lnTo>
                  <a:lnTo>
                    <a:pt x="1028153" y="276275"/>
                  </a:lnTo>
                  <a:lnTo>
                    <a:pt x="995946" y="251358"/>
                  </a:lnTo>
                  <a:lnTo>
                    <a:pt x="995946" y="267487"/>
                  </a:lnTo>
                  <a:lnTo>
                    <a:pt x="931075" y="242392"/>
                  </a:lnTo>
                  <a:lnTo>
                    <a:pt x="931075" y="256070"/>
                  </a:lnTo>
                  <a:lnTo>
                    <a:pt x="844791" y="233807"/>
                  </a:lnTo>
                  <a:lnTo>
                    <a:pt x="858888" y="228130"/>
                  </a:lnTo>
                  <a:lnTo>
                    <a:pt x="931075" y="256070"/>
                  </a:lnTo>
                  <a:lnTo>
                    <a:pt x="931075" y="242392"/>
                  </a:lnTo>
                  <a:lnTo>
                    <a:pt x="876211" y="221157"/>
                  </a:lnTo>
                  <a:lnTo>
                    <a:pt x="908443" y="208178"/>
                  </a:lnTo>
                  <a:lnTo>
                    <a:pt x="923048" y="211061"/>
                  </a:lnTo>
                  <a:lnTo>
                    <a:pt x="995946" y="267487"/>
                  </a:lnTo>
                  <a:lnTo>
                    <a:pt x="995946" y="251358"/>
                  </a:lnTo>
                  <a:lnTo>
                    <a:pt x="951014" y="216585"/>
                  </a:lnTo>
                  <a:lnTo>
                    <a:pt x="1028153" y="231813"/>
                  </a:lnTo>
                  <a:lnTo>
                    <a:pt x="1028153" y="218884"/>
                  </a:lnTo>
                  <a:lnTo>
                    <a:pt x="929970" y="199504"/>
                  </a:lnTo>
                  <a:lnTo>
                    <a:pt x="953236" y="190131"/>
                  </a:lnTo>
                  <a:lnTo>
                    <a:pt x="1028153" y="209994"/>
                  </a:lnTo>
                  <a:lnTo>
                    <a:pt x="1028153" y="196938"/>
                  </a:lnTo>
                  <a:lnTo>
                    <a:pt x="972781" y="182257"/>
                  </a:lnTo>
                  <a:lnTo>
                    <a:pt x="1021105" y="162788"/>
                  </a:lnTo>
                  <a:lnTo>
                    <a:pt x="1028153" y="165620"/>
                  </a:lnTo>
                  <a:lnTo>
                    <a:pt x="1028153" y="146253"/>
                  </a:lnTo>
                  <a:lnTo>
                    <a:pt x="1021054" y="149123"/>
                  </a:lnTo>
                  <a:lnTo>
                    <a:pt x="1004112" y="142303"/>
                  </a:lnTo>
                  <a:lnTo>
                    <a:pt x="1004112" y="155943"/>
                  </a:lnTo>
                  <a:lnTo>
                    <a:pt x="952296" y="176834"/>
                  </a:lnTo>
                  <a:lnTo>
                    <a:pt x="932751" y="171665"/>
                  </a:lnTo>
                  <a:lnTo>
                    <a:pt x="932751" y="184708"/>
                  </a:lnTo>
                  <a:lnTo>
                    <a:pt x="917676" y="190779"/>
                  </a:lnTo>
                  <a:lnTo>
                    <a:pt x="900658" y="177634"/>
                  </a:lnTo>
                  <a:lnTo>
                    <a:pt x="900658" y="193725"/>
                  </a:lnTo>
                  <a:lnTo>
                    <a:pt x="885659" y="190766"/>
                  </a:lnTo>
                  <a:lnTo>
                    <a:pt x="885659" y="203682"/>
                  </a:lnTo>
                  <a:lnTo>
                    <a:pt x="858901" y="214464"/>
                  </a:lnTo>
                  <a:lnTo>
                    <a:pt x="841603" y="207772"/>
                  </a:lnTo>
                  <a:lnTo>
                    <a:pt x="841603" y="221437"/>
                  </a:lnTo>
                  <a:lnTo>
                    <a:pt x="824128" y="228473"/>
                  </a:lnTo>
                  <a:lnTo>
                    <a:pt x="804443" y="223393"/>
                  </a:lnTo>
                  <a:lnTo>
                    <a:pt x="804443" y="236397"/>
                  </a:lnTo>
                  <a:lnTo>
                    <a:pt x="730326" y="266268"/>
                  </a:lnTo>
                  <a:lnTo>
                    <a:pt x="777786" y="229527"/>
                  </a:lnTo>
                  <a:lnTo>
                    <a:pt x="804443" y="236397"/>
                  </a:lnTo>
                  <a:lnTo>
                    <a:pt x="804443" y="223393"/>
                  </a:lnTo>
                  <a:lnTo>
                    <a:pt x="790397" y="219760"/>
                  </a:lnTo>
                  <a:lnTo>
                    <a:pt x="806030" y="207657"/>
                  </a:lnTo>
                  <a:lnTo>
                    <a:pt x="841603" y="221437"/>
                  </a:lnTo>
                  <a:lnTo>
                    <a:pt x="841603" y="207772"/>
                  </a:lnTo>
                  <a:lnTo>
                    <a:pt x="817791" y="198551"/>
                  </a:lnTo>
                  <a:lnTo>
                    <a:pt x="826300" y="191973"/>
                  </a:lnTo>
                  <a:lnTo>
                    <a:pt x="885659" y="203682"/>
                  </a:lnTo>
                  <a:lnTo>
                    <a:pt x="885659" y="190766"/>
                  </a:lnTo>
                  <a:lnTo>
                    <a:pt x="839609" y="181673"/>
                  </a:lnTo>
                  <a:lnTo>
                    <a:pt x="860437" y="165544"/>
                  </a:lnTo>
                  <a:lnTo>
                    <a:pt x="866254" y="167081"/>
                  </a:lnTo>
                  <a:lnTo>
                    <a:pt x="900658" y="193725"/>
                  </a:lnTo>
                  <a:lnTo>
                    <a:pt x="900658" y="177634"/>
                  </a:lnTo>
                  <a:lnTo>
                    <a:pt x="897864" y="175463"/>
                  </a:lnTo>
                  <a:lnTo>
                    <a:pt x="932751" y="184708"/>
                  </a:lnTo>
                  <a:lnTo>
                    <a:pt x="932751" y="171665"/>
                  </a:lnTo>
                  <a:lnTo>
                    <a:pt x="873569" y="155968"/>
                  </a:lnTo>
                  <a:lnTo>
                    <a:pt x="952360" y="135102"/>
                  </a:lnTo>
                  <a:lnTo>
                    <a:pt x="1004112" y="155943"/>
                  </a:lnTo>
                  <a:lnTo>
                    <a:pt x="1004112" y="142303"/>
                  </a:lnTo>
                  <a:lnTo>
                    <a:pt x="972820" y="129679"/>
                  </a:lnTo>
                  <a:lnTo>
                    <a:pt x="1028153" y="115011"/>
                  </a:lnTo>
                  <a:lnTo>
                    <a:pt x="1028153" y="101942"/>
                  </a:lnTo>
                  <a:lnTo>
                    <a:pt x="953249" y="121793"/>
                  </a:lnTo>
                  <a:lnTo>
                    <a:pt x="932789" y="113550"/>
                  </a:lnTo>
                  <a:lnTo>
                    <a:pt x="932789" y="127215"/>
                  </a:lnTo>
                  <a:lnTo>
                    <a:pt x="898055" y="136410"/>
                  </a:lnTo>
                  <a:lnTo>
                    <a:pt x="917752" y="121158"/>
                  </a:lnTo>
                  <a:lnTo>
                    <a:pt x="932789" y="127215"/>
                  </a:lnTo>
                  <a:lnTo>
                    <a:pt x="932789" y="113550"/>
                  </a:lnTo>
                  <a:lnTo>
                    <a:pt x="930084" y="112458"/>
                  </a:lnTo>
                  <a:lnTo>
                    <a:pt x="997432" y="99148"/>
                  </a:lnTo>
                  <a:lnTo>
                    <a:pt x="997673" y="99441"/>
                  </a:lnTo>
                  <a:lnTo>
                    <a:pt x="997851" y="99072"/>
                  </a:lnTo>
                  <a:lnTo>
                    <a:pt x="999197" y="98806"/>
                  </a:lnTo>
                  <a:lnTo>
                    <a:pt x="1028153" y="98806"/>
                  </a:lnTo>
                  <a:lnTo>
                    <a:pt x="1028153" y="22009"/>
                  </a:lnTo>
                  <a:lnTo>
                    <a:pt x="988745" y="18288"/>
                  </a:lnTo>
                  <a:lnTo>
                    <a:pt x="988745" y="87934"/>
                  </a:lnTo>
                  <a:lnTo>
                    <a:pt x="951026" y="95389"/>
                  </a:lnTo>
                  <a:lnTo>
                    <a:pt x="974178" y="77457"/>
                  </a:lnTo>
                  <a:lnTo>
                    <a:pt x="977353" y="85598"/>
                  </a:lnTo>
                  <a:lnTo>
                    <a:pt x="982522" y="79908"/>
                  </a:lnTo>
                  <a:lnTo>
                    <a:pt x="988745" y="87934"/>
                  </a:lnTo>
                  <a:lnTo>
                    <a:pt x="988745" y="18288"/>
                  </a:lnTo>
                  <a:lnTo>
                    <a:pt x="969391" y="16459"/>
                  </a:lnTo>
                  <a:lnTo>
                    <a:pt x="969391" y="65125"/>
                  </a:lnTo>
                  <a:lnTo>
                    <a:pt x="923163" y="100888"/>
                  </a:lnTo>
                  <a:lnTo>
                    <a:pt x="908558" y="103784"/>
                  </a:lnTo>
                  <a:lnTo>
                    <a:pt x="900722" y="100634"/>
                  </a:lnTo>
                  <a:lnTo>
                    <a:pt x="900722" y="118249"/>
                  </a:lnTo>
                  <a:lnTo>
                    <a:pt x="866406" y="144792"/>
                  </a:lnTo>
                  <a:lnTo>
                    <a:pt x="860323" y="146405"/>
                  </a:lnTo>
                  <a:lnTo>
                    <a:pt x="840714" y="131241"/>
                  </a:lnTo>
                  <a:lnTo>
                    <a:pt x="840714" y="164668"/>
                  </a:lnTo>
                  <a:lnTo>
                    <a:pt x="822985" y="178384"/>
                  </a:lnTo>
                  <a:lnTo>
                    <a:pt x="809663" y="175755"/>
                  </a:lnTo>
                  <a:lnTo>
                    <a:pt x="809663" y="188683"/>
                  </a:lnTo>
                  <a:lnTo>
                    <a:pt x="803871" y="193167"/>
                  </a:lnTo>
                  <a:lnTo>
                    <a:pt x="792099" y="188620"/>
                  </a:lnTo>
                  <a:lnTo>
                    <a:pt x="792099" y="202272"/>
                  </a:lnTo>
                  <a:lnTo>
                    <a:pt x="774712" y="215722"/>
                  </a:lnTo>
                  <a:lnTo>
                    <a:pt x="762101" y="212471"/>
                  </a:lnTo>
                  <a:lnTo>
                    <a:pt x="762101" y="225475"/>
                  </a:lnTo>
                  <a:lnTo>
                    <a:pt x="696429" y="276275"/>
                  </a:lnTo>
                  <a:lnTo>
                    <a:pt x="696429" y="208534"/>
                  </a:lnTo>
                  <a:lnTo>
                    <a:pt x="762101" y="225475"/>
                  </a:lnTo>
                  <a:lnTo>
                    <a:pt x="762101" y="212471"/>
                  </a:lnTo>
                  <a:lnTo>
                    <a:pt x="710539" y="199161"/>
                  </a:lnTo>
                  <a:lnTo>
                    <a:pt x="754202" y="187591"/>
                  </a:lnTo>
                  <a:lnTo>
                    <a:pt x="792099" y="202272"/>
                  </a:lnTo>
                  <a:lnTo>
                    <a:pt x="792099" y="188620"/>
                  </a:lnTo>
                  <a:lnTo>
                    <a:pt x="775144" y="182054"/>
                  </a:lnTo>
                  <a:lnTo>
                    <a:pt x="775550" y="181952"/>
                  </a:lnTo>
                  <a:lnTo>
                    <a:pt x="809663" y="188683"/>
                  </a:lnTo>
                  <a:lnTo>
                    <a:pt x="809663" y="175755"/>
                  </a:lnTo>
                  <a:lnTo>
                    <a:pt x="803490" y="174536"/>
                  </a:lnTo>
                  <a:lnTo>
                    <a:pt x="840714" y="164668"/>
                  </a:lnTo>
                  <a:lnTo>
                    <a:pt x="840714" y="131241"/>
                  </a:lnTo>
                  <a:lnTo>
                    <a:pt x="840625" y="147243"/>
                  </a:lnTo>
                  <a:lnTo>
                    <a:pt x="824280" y="142913"/>
                  </a:lnTo>
                  <a:lnTo>
                    <a:pt x="824280" y="155968"/>
                  </a:lnTo>
                  <a:lnTo>
                    <a:pt x="775233" y="168960"/>
                  </a:lnTo>
                  <a:lnTo>
                    <a:pt x="734148" y="160858"/>
                  </a:lnTo>
                  <a:lnTo>
                    <a:pt x="734148" y="179832"/>
                  </a:lnTo>
                  <a:lnTo>
                    <a:pt x="696429" y="189826"/>
                  </a:lnTo>
                  <a:lnTo>
                    <a:pt x="696429" y="166331"/>
                  </a:lnTo>
                  <a:lnTo>
                    <a:pt x="702208" y="167474"/>
                  </a:lnTo>
                  <a:lnTo>
                    <a:pt x="734148" y="179832"/>
                  </a:lnTo>
                  <a:lnTo>
                    <a:pt x="734148" y="160858"/>
                  </a:lnTo>
                  <a:lnTo>
                    <a:pt x="709523" y="155994"/>
                  </a:lnTo>
                  <a:lnTo>
                    <a:pt x="775373" y="143002"/>
                  </a:lnTo>
                  <a:lnTo>
                    <a:pt x="824280" y="155968"/>
                  </a:lnTo>
                  <a:lnTo>
                    <a:pt x="824280" y="142913"/>
                  </a:lnTo>
                  <a:lnTo>
                    <a:pt x="803592" y="137426"/>
                  </a:lnTo>
                  <a:lnTo>
                    <a:pt x="823010" y="133591"/>
                  </a:lnTo>
                  <a:lnTo>
                    <a:pt x="840625" y="147243"/>
                  </a:lnTo>
                  <a:lnTo>
                    <a:pt x="840625" y="131165"/>
                  </a:lnTo>
                  <a:lnTo>
                    <a:pt x="839546" y="130327"/>
                  </a:lnTo>
                  <a:lnTo>
                    <a:pt x="900722" y="118249"/>
                  </a:lnTo>
                  <a:lnTo>
                    <a:pt x="900722" y="100634"/>
                  </a:lnTo>
                  <a:lnTo>
                    <a:pt x="885774" y="94615"/>
                  </a:lnTo>
                  <a:lnTo>
                    <a:pt x="885774" y="108280"/>
                  </a:lnTo>
                  <a:lnTo>
                    <a:pt x="826223" y="120027"/>
                  </a:lnTo>
                  <a:lnTo>
                    <a:pt x="817689" y="113411"/>
                  </a:lnTo>
                  <a:lnTo>
                    <a:pt x="858913" y="97459"/>
                  </a:lnTo>
                  <a:lnTo>
                    <a:pt x="885774" y="108280"/>
                  </a:lnTo>
                  <a:lnTo>
                    <a:pt x="885774" y="94615"/>
                  </a:lnTo>
                  <a:lnTo>
                    <a:pt x="876223" y="90754"/>
                  </a:lnTo>
                  <a:lnTo>
                    <a:pt x="964450" y="56591"/>
                  </a:lnTo>
                  <a:lnTo>
                    <a:pt x="967714" y="60807"/>
                  </a:lnTo>
                  <a:lnTo>
                    <a:pt x="969391" y="65125"/>
                  </a:lnTo>
                  <a:lnTo>
                    <a:pt x="969391" y="16459"/>
                  </a:lnTo>
                  <a:lnTo>
                    <a:pt x="949794" y="14605"/>
                  </a:lnTo>
                  <a:lnTo>
                    <a:pt x="958710" y="37592"/>
                  </a:lnTo>
                  <a:lnTo>
                    <a:pt x="950937" y="39116"/>
                  </a:lnTo>
                  <a:lnTo>
                    <a:pt x="956360" y="46139"/>
                  </a:lnTo>
                  <a:lnTo>
                    <a:pt x="859015" y="83820"/>
                  </a:lnTo>
                  <a:lnTo>
                    <a:pt x="841692" y="76847"/>
                  </a:lnTo>
                  <a:lnTo>
                    <a:pt x="841692" y="90512"/>
                  </a:lnTo>
                  <a:lnTo>
                    <a:pt x="809701" y="102895"/>
                  </a:lnTo>
                  <a:lnTo>
                    <a:pt x="809701" y="123291"/>
                  </a:lnTo>
                  <a:lnTo>
                    <a:pt x="775601" y="130009"/>
                  </a:lnTo>
                  <a:lnTo>
                    <a:pt x="775131" y="129895"/>
                  </a:lnTo>
                  <a:lnTo>
                    <a:pt x="803859" y="118770"/>
                  </a:lnTo>
                  <a:lnTo>
                    <a:pt x="809701" y="123291"/>
                  </a:lnTo>
                  <a:lnTo>
                    <a:pt x="809701" y="102895"/>
                  </a:lnTo>
                  <a:lnTo>
                    <a:pt x="805954" y="104343"/>
                  </a:lnTo>
                  <a:lnTo>
                    <a:pt x="792137" y="93649"/>
                  </a:lnTo>
                  <a:lnTo>
                    <a:pt x="792137" y="109689"/>
                  </a:lnTo>
                  <a:lnTo>
                    <a:pt x="754240" y="124358"/>
                  </a:lnTo>
                  <a:lnTo>
                    <a:pt x="734225" y="119062"/>
                  </a:lnTo>
                  <a:lnTo>
                    <a:pt x="734225" y="132092"/>
                  </a:lnTo>
                  <a:lnTo>
                    <a:pt x="702119" y="144513"/>
                  </a:lnTo>
                  <a:lnTo>
                    <a:pt x="696429" y="145643"/>
                  </a:lnTo>
                  <a:lnTo>
                    <a:pt x="696429" y="122085"/>
                  </a:lnTo>
                  <a:lnTo>
                    <a:pt x="734225" y="132092"/>
                  </a:lnTo>
                  <a:lnTo>
                    <a:pt x="734225" y="119062"/>
                  </a:lnTo>
                  <a:lnTo>
                    <a:pt x="696429" y="109029"/>
                  </a:lnTo>
                  <a:lnTo>
                    <a:pt x="696429" y="98806"/>
                  </a:lnTo>
                  <a:lnTo>
                    <a:pt x="726719" y="98806"/>
                  </a:lnTo>
                  <a:lnTo>
                    <a:pt x="727036" y="99441"/>
                  </a:lnTo>
                  <a:lnTo>
                    <a:pt x="727519" y="98806"/>
                  </a:lnTo>
                  <a:lnTo>
                    <a:pt x="728179" y="98806"/>
                  </a:lnTo>
                  <a:lnTo>
                    <a:pt x="727913" y="98298"/>
                  </a:lnTo>
                  <a:lnTo>
                    <a:pt x="741489" y="80733"/>
                  </a:lnTo>
                  <a:lnTo>
                    <a:pt x="746467" y="86360"/>
                  </a:lnTo>
                  <a:lnTo>
                    <a:pt x="750176" y="77203"/>
                  </a:lnTo>
                  <a:lnTo>
                    <a:pt x="792137" y="109689"/>
                  </a:lnTo>
                  <a:lnTo>
                    <a:pt x="792137" y="93649"/>
                  </a:lnTo>
                  <a:lnTo>
                    <a:pt x="755116" y="64985"/>
                  </a:lnTo>
                  <a:lnTo>
                    <a:pt x="756716" y="61010"/>
                  </a:lnTo>
                  <a:lnTo>
                    <a:pt x="759498" y="57416"/>
                  </a:lnTo>
                  <a:lnTo>
                    <a:pt x="841692" y="90512"/>
                  </a:lnTo>
                  <a:lnTo>
                    <a:pt x="841692" y="76847"/>
                  </a:lnTo>
                  <a:lnTo>
                    <a:pt x="767575" y="46964"/>
                  </a:lnTo>
                  <a:lnTo>
                    <a:pt x="773645" y="39116"/>
                  </a:lnTo>
                  <a:lnTo>
                    <a:pt x="766165" y="37642"/>
                  </a:lnTo>
                  <a:lnTo>
                    <a:pt x="775042" y="15748"/>
                  </a:lnTo>
                  <a:lnTo>
                    <a:pt x="690206" y="22606"/>
                  </a:lnTo>
                  <a:lnTo>
                    <a:pt x="690079" y="22606"/>
                  </a:lnTo>
                  <a:lnTo>
                    <a:pt x="683729" y="23901"/>
                  </a:lnTo>
                  <a:lnTo>
                    <a:pt x="683729" y="98806"/>
                  </a:lnTo>
                  <a:lnTo>
                    <a:pt x="683729" y="276275"/>
                  </a:lnTo>
                  <a:lnTo>
                    <a:pt x="651522" y="251358"/>
                  </a:lnTo>
                  <a:lnTo>
                    <a:pt x="651522" y="267500"/>
                  </a:lnTo>
                  <a:lnTo>
                    <a:pt x="570699" y="236220"/>
                  </a:lnTo>
                  <a:lnTo>
                    <a:pt x="600824" y="228244"/>
                  </a:lnTo>
                  <a:lnTo>
                    <a:pt x="651522" y="267500"/>
                  </a:lnTo>
                  <a:lnTo>
                    <a:pt x="651522" y="251358"/>
                  </a:lnTo>
                  <a:lnTo>
                    <a:pt x="616343" y="224129"/>
                  </a:lnTo>
                  <a:lnTo>
                    <a:pt x="683729" y="206260"/>
                  </a:lnTo>
                  <a:lnTo>
                    <a:pt x="683729" y="192239"/>
                  </a:lnTo>
                  <a:lnTo>
                    <a:pt x="660679" y="186309"/>
                  </a:lnTo>
                  <a:lnTo>
                    <a:pt x="660679" y="199301"/>
                  </a:lnTo>
                  <a:lnTo>
                    <a:pt x="603758" y="214388"/>
                  </a:lnTo>
                  <a:lnTo>
                    <a:pt x="588251" y="202387"/>
                  </a:lnTo>
                  <a:lnTo>
                    <a:pt x="588251" y="218503"/>
                  </a:lnTo>
                  <a:lnTo>
                    <a:pt x="550659" y="228460"/>
                  </a:lnTo>
                  <a:lnTo>
                    <a:pt x="535597" y="222631"/>
                  </a:lnTo>
                  <a:lnTo>
                    <a:pt x="574255" y="207670"/>
                  </a:lnTo>
                  <a:lnTo>
                    <a:pt x="588251" y="218503"/>
                  </a:lnTo>
                  <a:lnTo>
                    <a:pt x="588251" y="202387"/>
                  </a:lnTo>
                  <a:lnTo>
                    <a:pt x="621792" y="189268"/>
                  </a:lnTo>
                  <a:lnTo>
                    <a:pt x="660679" y="199301"/>
                  </a:lnTo>
                  <a:lnTo>
                    <a:pt x="660679" y="186309"/>
                  </a:lnTo>
                  <a:lnTo>
                    <a:pt x="641959" y="181470"/>
                  </a:lnTo>
                  <a:lnTo>
                    <a:pt x="683729" y="165290"/>
                  </a:lnTo>
                  <a:lnTo>
                    <a:pt x="683729" y="146672"/>
                  </a:lnTo>
                  <a:lnTo>
                    <a:pt x="644042" y="131330"/>
                  </a:lnTo>
                  <a:lnTo>
                    <a:pt x="644042" y="155994"/>
                  </a:lnTo>
                  <a:lnTo>
                    <a:pt x="633945" y="157988"/>
                  </a:lnTo>
                  <a:lnTo>
                    <a:pt x="633945" y="170903"/>
                  </a:lnTo>
                  <a:lnTo>
                    <a:pt x="620788" y="175996"/>
                  </a:lnTo>
                  <a:lnTo>
                    <a:pt x="615315" y="174586"/>
                  </a:lnTo>
                  <a:lnTo>
                    <a:pt x="633945" y="170903"/>
                  </a:lnTo>
                  <a:lnTo>
                    <a:pt x="633945" y="157988"/>
                  </a:lnTo>
                  <a:lnTo>
                    <a:pt x="600621" y="164566"/>
                  </a:lnTo>
                  <a:lnTo>
                    <a:pt x="600621" y="183807"/>
                  </a:lnTo>
                  <a:lnTo>
                    <a:pt x="576364" y="193192"/>
                  </a:lnTo>
                  <a:lnTo>
                    <a:pt x="565124" y="184492"/>
                  </a:lnTo>
                  <a:lnTo>
                    <a:pt x="586752" y="180225"/>
                  </a:lnTo>
                  <a:lnTo>
                    <a:pt x="600621" y="183807"/>
                  </a:lnTo>
                  <a:lnTo>
                    <a:pt x="600621" y="164566"/>
                  </a:lnTo>
                  <a:lnTo>
                    <a:pt x="586930" y="167259"/>
                  </a:lnTo>
                  <a:lnTo>
                    <a:pt x="562495" y="160959"/>
                  </a:lnTo>
                  <a:lnTo>
                    <a:pt x="562495" y="198564"/>
                  </a:lnTo>
                  <a:lnTo>
                    <a:pt x="529678" y="211264"/>
                  </a:lnTo>
                  <a:lnTo>
                    <a:pt x="529678" y="234010"/>
                  </a:lnTo>
                  <a:lnTo>
                    <a:pt x="455244" y="253733"/>
                  </a:lnTo>
                  <a:lnTo>
                    <a:pt x="517931" y="229476"/>
                  </a:lnTo>
                  <a:lnTo>
                    <a:pt x="529678" y="234010"/>
                  </a:lnTo>
                  <a:lnTo>
                    <a:pt x="529678" y="211264"/>
                  </a:lnTo>
                  <a:lnTo>
                    <a:pt x="517931" y="215798"/>
                  </a:lnTo>
                  <a:lnTo>
                    <a:pt x="500265" y="208965"/>
                  </a:lnTo>
                  <a:lnTo>
                    <a:pt x="500265" y="222631"/>
                  </a:lnTo>
                  <a:lnTo>
                    <a:pt x="384327" y="267487"/>
                  </a:lnTo>
                  <a:lnTo>
                    <a:pt x="461594" y="207657"/>
                  </a:lnTo>
                  <a:lnTo>
                    <a:pt x="500265" y="222631"/>
                  </a:lnTo>
                  <a:lnTo>
                    <a:pt x="500265" y="208965"/>
                  </a:lnTo>
                  <a:lnTo>
                    <a:pt x="480301" y="201231"/>
                  </a:lnTo>
                  <a:lnTo>
                    <a:pt x="548551" y="187769"/>
                  </a:lnTo>
                  <a:lnTo>
                    <a:pt x="562495" y="198564"/>
                  </a:lnTo>
                  <a:lnTo>
                    <a:pt x="562495" y="160959"/>
                  </a:lnTo>
                  <a:lnTo>
                    <a:pt x="558368" y="159905"/>
                  </a:lnTo>
                  <a:lnTo>
                    <a:pt x="558368" y="172897"/>
                  </a:lnTo>
                  <a:lnTo>
                    <a:pt x="551802" y="174193"/>
                  </a:lnTo>
                  <a:lnTo>
                    <a:pt x="545998" y="169710"/>
                  </a:lnTo>
                  <a:lnTo>
                    <a:pt x="558368" y="172897"/>
                  </a:lnTo>
                  <a:lnTo>
                    <a:pt x="558368" y="159905"/>
                  </a:lnTo>
                  <a:lnTo>
                    <a:pt x="535241" y="153936"/>
                  </a:lnTo>
                  <a:lnTo>
                    <a:pt x="535241" y="177457"/>
                  </a:lnTo>
                  <a:lnTo>
                    <a:pt x="488772" y="186626"/>
                  </a:lnTo>
                  <a:lnTo>
                    <a:pt x="517931" y="164058"/>
                  </a:lnTo>
                  <a:lnTo>
                    <a:pt x="535241" y="177457"/>
                  </a:lnTo>
                  <a:lnTo>
                    <a:pt x="535241" y="153936"/>
                  </a:lnTo>
                  <a:lnTo>
                    <a:pt x="532053" y="153111"/>
                  </a:lnTo>
                  <a:lnTo>
                    <a:pt x="551840" y="137795"/>
                  </a:lnTo>
                  <a:lnTo>
                    <a:pt x="644042" y="155994"/>
                  </a:lnTo>
                  <a:lnTo>
                    <a:pt x="644042" y="131330"/>
                  </a:lnTo>
                  <a:lnTo>
                    <a:pt x="634060" y="127457"/>
                  </a:lnTo>
                  <a:lnTo>
                    <a:pt x="634060" y="141097"/>
                  </a:lnTo>
                  <a:lnTo>
                    <a:pt x="565150" y="127495"/>
                  </a:lnTo>
                  <a:lnTo>
                    <a:pt x="576414" y="118770"/>
                  </a:lnTo>
                  <a:lnTo>
                    <a:pt x="634060" y="141097"/>
                  </a:lnTo>
                  <a:lnTo>
                    <a:pt x="634060" y="127457"/>
                  </a:lnTo>
                  <a:lnTo>
                    <a:pt x="588137" y="109689"/>
                  </a:lnTo>
                  <a:lnTo>
                    <a:pt x="603821" y="97536"/>
                  </a:lnTo>
                  <a:lnTo>
                    <a:pt x="683729" y="118719"/>
                  </a:lnTo>
                  <a:lnTo>
                    <a:pt x="683729" y="105664"/>
                  </a:lnTo>
                  <a:lnTo>
                    <a:pt x="657847" y="98806"/>
                  </a:lnTo>
                  <a:lnTo>
                    <a:pt x="683729" y="98806"/>
                  </a:lnTo>
                  <a:lnTo>
                    <a:pt x="683729" y="23901"/>
                  </a:lnTo>
                  <a:lnTo>
                    <a:pt x="651433" y="30264"/>
                  </a:lnTo>
                  <a:lnTo>
                    <a:pt x="651433" y="97116"/>
                  </a:lnTo>
                  <a:lnTo>
                    <a:pt x="616381" y="87820"/>
                  </a:lnTo>
                  <a:lnTo>
                    <a:pt x="633793" y="74333"/>
                  </a:lnTo>
                  <a:lnTo>
                    <a:pt x="651433" y="97116"/>
                  </a:lnTo>
                  <a:lnTo>
                    <a:pt x="651433" y="30264"/>
                  </a:lnTo>
                  <a:lnTo>
                    <a:pt x="606513" y="39116"/>
                  </a:lnTo>
                  <a:lnTo>
                    <a:pt x="626021" y="64312"/>
                  </a:lnTo>
                  <a:lnTo>
                    <a:pt x="600925" y="83731"/>
                  </a:lnTo>
                  <a:lnTo>
                    <a:pt x="588365" y="80403"/>
                  </a:lnTo>
                  <a:lnTo>
                    <a:pt x="588365" y="93446"/>
                  </a:lnTo>
                  <a:lnTo>
                    <a:pt x="574294" y="104330"/>
                  </a:lnTo>
                  <a:lnTo>
                    <a:pt x="562559" y="99796"/>
                  </a:lnTo>
                  <a:lnTo>
                    <a:pt x="562559" y="113398"/>
                  </a:lnTo>
                  <a:lnTo>
                    <a:pt x="548576" y="124218"/>
                  </a:lnTo>
                  <a:lnTo>
                    <a:pt x="535266" y="121602"/>
                  </a:lnTo>
                  <a:lnTo>
                    <a:pt x="535266" y="134518"/>
                  </a:lnTo>
                  <a:lnTo>
                    <a:pt x="517893" y="147955"/>
                  </a:lnTo>
                  <a:lnTo>
                    <a:pt x="503821" y="137071"/>
                  </a:lnTo>
                  <a:lnTo>
                    <a:pt x="503821" y="158826"/>
                  </a:lnTo>
                  <a:lnTo>
                    <a:pt x="460756" y="192151"/>
                  </a:lnTo>
                  <a:lnTo>
                    <a:pt x="458165" y="192671"/>
                  </a:lnTo>
                  <a:lnTo>
                    <a:pt x="438315" y="185000"/>
                  </a:lnTo>
                  <a:lnTo>
                    <a:pt x="438315" y="209511"/>
                  </a:lnTo>
                  <a:lnTo>
                    <a:pt x="352005" y="276275"/>
                  </a:lnTo>
                  <a:lnTo>
                    <a:pt x="352005" y="226542"/>
                  </a:lnTo>
                  <a:lnTo>
                    <a:pt x="438315" y="209511"/>
                  </a:lnTo>
                  <a:lnTo>
                    <a:pt x="438315" y="185000"/>
                  </a:lnTo>
                  <a:lnTo>
                    <a:pt x="434797" y="183629"/>
                  </a:lnTo>
                  <a:lnTo>
                    <a:pt x="434797" y="197281"/>
                  </a:lnTo>
                  <a:lnTo>
                    <a:pt x="352005" y="213614"/>
                  </a:lnTo>
                  <a:lnTo>
                    <a:pt x="352005" y="165227"/>
                  </a:lnTo>
                  <a:lnTo>
                    <a:pt x="434797" y="197281"/>
                  </a:lnTo>
                  <a:lnTo>
                    <a:pt x="434797" y="183629"/>
                  </a:lnTo>
                  <a:lnTo>
                    <a:pt x="352005" y="151587"/>
                  </a:lnTo>
                  <a:lnTo>
                    <a:pt x="352005" y="119646"/>
                  </a:lnTo>
                  <a:lnTo>
                    <a:pt x="503821" y="158826"/>
                  </a:lnTo>
                  <a:lnTo>
                    <a:pt x="503821" y="137071"/>
                  </a:lnTo>
                  <a:lnTo>
                    <a:pt x="489635" y="126098"/>
                  </a:lnTo>
                  <a:lnTo>
                    <a:pt x="489635" y="142163"/>
                  </a:lnTo>
                  <a:lnTo>
                    <a:pt x="352005" y="106641"/>
                  </a:lnTo>
                  <a:lnTo>
                    <a:pt x="352005" y="98806"/>
                  </a:lnTo>
                  <a:lnTo>
                    <a:pt x="354368" y="98806"/>
                  </a:lnTo>
                  <a:lnTo>
                    <a:pt x="460756" y="119811"/>
                  </a:lnTo>
                  <a:lnTo>
                    <a:pt x="489635" y="142163"/>
                  </a:lnTo>
                  <a:lnTo>
                    <a:pt x="489635" y="126098"/>
                  </a:lnTo>
                  <a:lnTo>
                    <a:pt x="488619" y="125310"/>
                  </a:lnTo>
                  <a:lnTo>
                    <a:pt x="535266" y="134518"/>
                  </a:lnTo>
                  <a:lnTo>
                    <a:pt x="535266" y="121602"/>
                  </a:lnTo>
                  <a:lnTo>
                    <a:pt x="466204" y="107962"/>
                  </a:lnTo>
                  <a:lnTo>
                    <a:pt x="438353" y="86410"/>
                  </a:lnTo>
                  <a:lnTo>
                    <a:pt x="438353" y="102463"/>
                  </a:lnTo>
                  <a:lnTo>
                    <a:pt x="387959" y="92519"/>
                  </a:lnTo>
                  <a:lnTo>
                    <a:pt x="397725" y="79883"/>
                  </a:lnTo>
                  <a:lnTo>
                    <a:pt x="402932" y="85598"/>
                  </a:lnTo>
                  <a:lnTo>
                    <a:pt x="406082" y="77457"/>
                  </a:lnTo>
                  <a:lnTo>
                    <a:pt x="438353" y="102463"/>
                  </a:lnTo>
                  <a:lnTo>
                    <a:pt x="438353" y="86410"/>
                  </a:lnTo>
                  <a:lnTo>
                    <a:pt x="412813" y="66636"/>
                  </a:lnTo>
                  <a:lnTo>
                    <a:pt x="415353" y="57048"/>
                  </a:lnTo>
                  <a:lnTo>
                    <a:pt x="415734" y="56553"/>
                  </a:lnTo>
                  <a:lnTo>
                    <a:pt x="562559" y="113398"/>
                  </a:lnTo>
                  <a:lnTo>
                    <a:pt x="562559" y="99796"/>
                  </a:lnTo>
                  <a:lnTo>
                    <a:pt x="454406" y="57937"/>
                  </a:lnTo>
                  <a:lnTo>
                    <a:pt x="588365" y="93446"/>
                  </a:lnTo>
                  <a:lnTo>
                    <a:pt x="588365" y="80403"/>
                  </a:lnTo>
                  <a:lnTo>
                    <a:pt x="422046" y="36334"/>
                  </a:lnTo>
                  <a:lnTo>
                    <a:pt x="430491" y="14605"/>
                  </a:lnTo>
                  <a:lnTo>
                    <a:pt x="426529" y="14986"/>
                  </a:lnTo>
                  <a:lnTo>
                    <a:pt x="429094" y="5334"/>
                  </a:lnTo>
                  <a:lnTo>
                    <a:pt x="345655" y="22606"/>
                  </a:lnTo>
                  <a:lnTo>
                    <a:pt x="339305" y="35306"/>
                  </a:lnTo>
                  <a:lnTo>
                    <a:pt x="339305" y="98806"/>
                  </a:lnTo>
                  <a:lnTo>
                    <a:pt x="339305" y="103365"/>
                  </a:lnTo>
                  <a:lnTo>
                    <a:pt x="339305" y="276275"/>
                  </a:lnTo>
                  <a:lnTo>
                    <a:pt x="290677" y="238645"/>
                  </a:lnTo>
                  <a:lnTo>
                    <a:pt x="339305" y="229044"/>
                  </a:lnTo>
                  <a:lnTo>
                    <a:pt x="339305" y="216115"/>
                  </a:lnTo>
                  <a:lnTo>
                    <a:pt x="277368" y="228346"/>
                  </a:lnTo>
                  <a:lnTo>
                    <a:pt x="69964" y="67868"/>
                  </a:lnTo>
                  <a:lnTo>
                    <a:pt x="72136" y="56883"/>
                  </a:lnTo>
                  <a:lnTo>
                    <a:pt x="339305" y="160312"/>
                  </a:lnTo>
                  <a:lnTo>
                    <a:pt x="339305" y="146672"/>
                  </a:lnTo>
                  <a:lnTo>
                    <a:pt x="104305" y="55727"/>
                  </a:lnTo>
                  <a:lnTo>
                    <a:pt x="339305" y="116370"/>
                  </a:lnTo>
                  <a:lnTo>
                    <a:pt x="339305" y="103365"/>
                  </a:lnTo>
                  <a:lnTo>
                    <a:pt x="321652" y="98806"/>
                  </a:lnTo>
                  <a:lnTo>
                    <a:pt x="339305" y="98806"/>
                  </a:lnTo>
                  <a:lnTo>
                    <a:pt x="339305" y="35306"/>
                  </a:lnTo>
                  <a:lnTo>
                    <a:pt x="317639" y="78638"/>
                  </a:lnTo>
                  <a:lnTo>
                    <a:pt x="311746" y="77482"/>
                  </a:lnTo>
                  <a:lnTo>
                    <a:pt x="311746" y="90398"/>
                  </a:lnTo>
                  <a:lnTo>
                    <a:pt x="309156" y="95592"/>
                  </a:lnTo>
                  <a:lnTo>
                    <a:pt x="215036" y="71310"/>
                  </a:lnTo>
                  <a:lnTo>
                    <a:pt x="311746" y="90398"/>
                  </a:lnTo>
                  <a:lnTo>
                    <a:pt x="311746" y="77482"/>
                  </a:lnTo>
                  <a:lnTo>
                    <a:pt x="79425" y="31610"/>
                  </a:lnTo>
                  <a:lnTo>
                    <a:pt x="86042" y="14605"/>
                  </a:lnTo>
                  <a:lnTo>
                    <a:pt x="81864" y="14998"/>
                  </a:lnTo>
                  <a:lnTo>
                    <a:pt x="84531" y="4699"/>
                  </a:lnTo>
                  <a:lnTo>
                    <a:pt x="82334" y="5181"/>
                  </a:lnTo>
                  <a:lnTo>
                    <a:pt x="83362" y="0"/>
                  </a:lnTo>
                  <a:lnTo>
                    <a:pt x="1231" y="22606"/>
                  </a:lnTo>
                  <a:lnTo>
                    <a:pt x="38163" y="99441"/>
                  </a:lnTo>
                  <a:lnTo>
                    <a:pt x="53301" y="79857"/>
                  </a:lnTo>
                  <a:lnTo>
                    <a:pt x="58534" y="85598"/>
                  </a:lnTo>
                  <a:lnTo>
                    <a:pt x="61671" y="77495"/>
                  </a:lnTo>
                  <a:lnTo>
                    <a:pt x="260756" y="231622"/>
                  </a:lnTo>
                  <a:lnTo>
                    <a:pt x="0" y="283083"/>
                  </a:lnTo>
                  <a:lnTo>
                    <a:pt x="2463" y="295529"/>
                  </a:lnTo>
                  <a:lnTo>
                    <a:pt x="274066" y="241922"/>
                  </a:lnTo>
                  <a:lnTo>
                    <a:pt x="341845" y="294386"/>
                  </a:lnTo>
                  <a:lnTo>
                    <a:pt x="345668" y="289369"/>
                  </a:lnTo>
                  <a:lnTo>
                    <a:pt x="347306" y="295402"/>
                  </a:lnTo>
                  <a:lnTo>
                    <a:pt x="347916" y="295249"/>
                  </a:lnTo>
                  <a:lnTo>
                    <a:pt x="348272" y="295148"/>
                  </a:lnTo>
                  <a:lnTo>
                    <a:pt x="549719" y="241769"/>
                  </a:lnTo>
                  <a:lnTo>
                    <a:pt x="687920" y="295275"/>
                  </a:lnTo>
                  <a:lnTo>
                    <a:pt x="690143" y="289471"/>
                  </a:lnTo>
                  <a:lnTo>
                    <a:pt x="692492" y="295148"/>
                  </a:lnTo>
                  <a:lnTo>
                    <a:pt x="825106" y="241731"/>
                  </a:lnTo>
                  <a:lnTo>
                    <a:pt x="1031798" y="295071"/>
                  </a:lnTo>
                  <a:lnTo>
                    <a:pt x="1032344" y="295275"/>
                  </a:lnTo>
                  <a:lnTo>
                    <a:pt x="1033106" y="295402"/>
                  </a:lnTo>
                  <a:lnTo>
                    <a:pt x="1034643" y="289483"/>
                  </a:lnTo>
                  <a:lnTo>
                    <a:pt x="1038567" y="294132"/>
                  </a:lnTo>
                  <a:lnTo>
                    <a:pt x="1096670" y="245338"/>
                  </a:lnTo>
                  <a:lnTo>
                    <a:pt x="1350987" y="295529"/>
                  </a:lnTo>
                  <a:lnTo>
                    <a:pt x="1352194" y="289306"/>
                  </a:lnTo>
                  <a:lnTo>
                    <a:pt x="1357845" y="289306"/>
                  </a:lnTo>
                  <a:lnTo>
                    <a:pt x="1357845" y="98806"/>
                  </a:lnTo>
                  <a:lnTo>
                    <a:pt x="1389595" y="9880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145014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18452" y="1366489"/>
            <a:ext cx="6238380" cy="3561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903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8B1515"/>
              </a:buClr>
              <a:buSzTx/>
              <a:buFont typeface="Courier New" panose="02070309020205020404" pitchFamily="49" charset="0"/>
              <a:buChar char="o"/>
              <a:tabLst>
                <a:tab pos="266214" algn="l"/>
                <a:tab pos="266690" algn="l"/>
              </a:tabLst>
              <a:defRPr/>
            </a:pPr>
            <a:r>
              <a:rPr kumimoji="0" lang="en-US" sz="1903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Encoder-only models</a:t>
            </a:r>
          </a:p>
          <a:p>
            <a:pPr marL="538592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Gets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bidirectional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context</a:t>
            </a:r>
            <a:r>
              <a:rPr kumimoji="0" lang="en-US" sz="1903" b="0" i="0" u="none" strike="noStrike" kern="0" cap="none" spc="1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–</a:t>
            </a:r>
            <a:r>
              <a:rPr kumimoji="0" lang="en-US" sz="1903" b="0" i="0" u="none" strike="noStrike" kern="0" cap="none" spc="1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can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condition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on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future!</a:t>
            </a:r>
            <a:endParaRPr kumimoji="0" lang="en-US" sz="190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Calibri"/>
              <a:sym typeface="Arial"/>
            </a:endParaRPr>
          </a:p>
          <a:p>
            <a:pPr marL="538592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How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 do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we</a:t>
            </a:r>
            <a:r>
              <a:rPr kumimoji="0" lang="en-US" sz="1903" b="0" i="0" u="none" strike="noStrike" kern="0" cap="none" spc="1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train</a:t>
            </a:r>
            <a:r>
              <a:rPr kumimoji="0" lang="en-US" sz="1903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them</a:t>
            </a:r>
            <a:r>
              <a:rPr kumimoji="0" lang="en-US" sz="1903" b="0" i="0" u="none" strike="noStrike" kern="0" cap="none" spc="1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to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build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strong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representations?</a:t>
            </a:r>
          </a:p>
          <a:p>
            <a:pPr marL="538592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Also known as </a:t>
            </a:r>
            <a:r>
              <a:rPr kumimoji="0" lang="en-US" sz="1903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auto-encoding models</a:t>
            </a:r>
            <a:endParaRPr kumimoji="0" lang="en-US" sz="190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Calibri"/>
              <a:sym typeface="Arial"/>
            </a:endParaRPr>
          </a:p>
          <a:p>
            <a:pPr marL="271903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For tasks that require understanding of the input, </a:t>
            </a:r>
            <a:r>
              <a:rPr kumimoji="0" lang="en-US" sz="1903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e.g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 sentence classification and named entity recognition</a:t>
            </a:r>
          </a:p>
          <a:p>
            <a:pPr marL="271903" marR="0" lvl="0" indent="-271903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Representatives of this family of models include:</a:t>
            </a:r>
          </a:p>
          <a:p>
            <a:pPr marL="0" marR="0" lvl="1" indent="0" algn="l" defTabSz="1450147" rtl="0" eaLnBrk="1" fontAlgn="auto" latinLnBrk="0" hangingPunct="1">
              <a:lnSpc>
                <a:spcPct val="150000"/>
              </a:lnSpc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       ALBERT, BERT, </a:t>
            </a:r>
            <a:r>
              <a:rPr kumimoji="0" lang="en-US" sz="1903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DistilBERT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, , ELECTRA, </a:t>
            </a:r>
            <a:r>
              <a:rPr kumimoji="0" lang="en-US" sz="1903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RoBERTa</a:t>
            </a:r>
            <a:endParaRPr kumimoji="0" lang="en-US" sz="1903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9783768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29110"/>
            <a:ext cx="7022737" cy="4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Pre-training</a:t>
            </a:r>
            <a:r>
              <a:rPr kumimoji="0" lang="en-US" sz="2220" b="1" i="0" u="none" strike="noStrike" kern="0" cap="none" spc="8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for</a:t>
            </a:r>
            <a:r>
              <a:rPr kumimoji="0" lang="en-US" sz="2220" b="1" i="0" u="none" strike="noStrike" kern="0" cap="none" spc="-11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-3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three</a:t>
            </a:r>
            <a:r>
              <a:rPr kumimoji="0" lang="en-US" sz="2220" b="1" i="0" u="none" strike="noStrike" kern="0" cap="none" spc="-14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222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types of architectures</a:t>
            </a:r>
            <a:endParaRPr kumimoji="0" lang="en-IN" sz="222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Calibri"/>
              <a:cs typeface="Arial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0095" y="1832656"/>
            <a:ext cx="6493753" cy="2856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1515"/>
              </a:buClr>
              <a:buSzTx/>
              <a:buFont typeface="Courier New" panose="02070309020205020404" pitchFamily="49" charset="0"/>
              <a:buChar char="o"/>
              <a:tabLst>
                <a:tab pos="266214" algn="l"/>
                <a:tab pos="266690" algn="l"/>
              </a:tabLst>
              <a:defRPr/>
            </a:pPr>
            <a:r>
              <a:rPr kumimoji="0" lang="en-US" sz="1903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Decoder-only models</a:t>
            </a:r>
          </a:p>
          <a:p>
            <a:pPr marL="538592" marR="0" lvl="0" indent="-271903" algn="l" defTabSz="1450147" rtl="0" eaLnBrk="1" fontAlgn="auto" latinLnBrk="0" hangingPunct="1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Language models</a:t>
            </a:r>
          </a:p>
          <a:p>
            <a:pPr marL="538592" marR="0" lvl="0" indent="-271903" algn="l" defTabSz="1450147" rtl="0" eaLnBrk="1" fontAlgn="auto" latinLnBrk="0" hangingPunct="1">
              <a:lnSpc>
                <a:spcPct val="100000"/>
              </a:lnSpc>
              <a:spcBef>
                <a:spcPts val="487"/>
              </a:spcBef>
              <a:spcAft>
                <a:spcPts val="0"/>
              </a:spcAft>
              <a:buClr>
                <a:srgbClr val="8B1515"/>
              </a:buClr>
              <a:buSzTx/>
              <a:buFont typeface="Wingdings" panose="05000000000000000000" pitchFamily="2" charset="2"/>
              <a:buChar char="ü"/>
              <a:tabLst>
                <a:tab pos="266214" algn="l"/>
                <a:tab pos="266690" algn="l"/>
              </a:tabLst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Nice to generate</a:t>
            </a:r>
            <a:r>
              <a:rPr kumimoji="0" lang="en-US" sz="1903" b="0" i="0" u="none" strike="noStrike" kern="0" cap="none" spc="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from;</a:t>
            </a:r>
            <a:r>
              <a:rPr kumimoji="0" lang="en-US" sz="1903" b="0" i="0" u="none" strike="noStrike" kern="0" cap="none" spc="-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can’t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condition </a:t>
            </a:r>
            <a:r>
              <a:rPr kumimoji="0" lang="en-US" sz="1903" b="0" i="0" u="none" strike="noStrike" kern="0" cap="none" spc="-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on</a:t>
            </a:r>
            <a:r>
              <a:rPr kumimoji="0" lang="en-US" sz="1903" b="0" i="0" u="none" strike="noStrike" kern="0" cap="none" spc="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Arial"/>
              </a:rPr>
              <a:t>future words</a:t>
            </a:r>
          </a:p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These models are also known as </a:t>
            </a:r>
            <a:r>
              <a:rPr kumimoji="0" lang="en-US" sz="1903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auto-regressive models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.</a:t>
            </a:r>
          </a:p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Representatives of this family of models include:</a:t>
            </a:r>
          </a:p>
          <a:p>
            <a:pPr marL="0" marR="0" lvl="1" indent="0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      CTRL, GPT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 series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mbria" panose="02040503050406030204" pitchFamily="18" charset="0"/>
                <a:cs typeface="Arial"/>
                <a:sym typeface="Arial"/>
              </a:rPr>
              <a:t>, Transformer XL</a:t>
            </a:r>
          </a:p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US" sz="1903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Encoder-decoder models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 or </a:t>
            </a:r>
            <a:r>
              <a:rPr kumimoji="0" lang="en-US" sz="1903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sequence-to-sequence models</a:t>
            </a:r>
            <a:endParaRPr kumimoji="0" lang="en-US" sz="1903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Calibri"/>
              <a:cs typeface="Arial"/>
              <a:sym typeface="Arial"/>
            </a:endParaRPr>
          </a:p>
          <a:p>
            <a:pPr marL="271903" marR="0" lvl="0" indent="-271903" algn="l" defTabSz="145014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 </a:t>
            </a:r>
            <a:r>
              <a:rPr kumimoji="0" lang="en-US" sz="1903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  <a:sym typeface="Arial"/>
              </a:rPr>
              <a:t>For generative tasks that require an input, such as translation or summarization . BART/T5-like</a:t>
            </a:r>
          </a:p>
        </p:txBody>
      </p:sp>
      <p:pic>
        <p:nvPicPr>
          <p:cNvPr id="1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4525" y="1832655"/>
            <a:ext cx="1163859" cy="778669"/>
          </a:xfrm>
          <a:prstGeom prst="rect">
            <a:avLst/>
          </a:prstGeom>
        </p:spPr>
      </p:pic>
      <p:pic>
        <p:nvPicPr>
          <p:cNvPr id="16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4431" y="3043875"/>
            <a:ext cx="1417463" cy="120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4475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314CEA-64A3-45BE-87B4-44ABCE281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4" y="304800"/>
            <a:ext cx="5342965" cy="6185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24F5F1-C895-407A-8EE8-CB7EE2BF0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87141"/>
            <a:ext cx="9144000" cy="348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2455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0B4A6F-3CC6-4AB6-B4B1-37AD95FE4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320"/>
            <a:ext cx="7198659" cy="522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FCD52A-4B54-4E84-BF0A-F34E5965C1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378" y="1120588"/>
            <a:ext cx="3786888" cy="19632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7152F5-96BE-4803-9269-A67568E8B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225" y="1004047"/>
            <a:ext cx="4787154" cy="562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9577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4B8BBF-7897-4752-9367-87B8D42B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9378"/>
            <a:ext cx="7485529" cy="411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4181B-3EDC-4532-BD54-A4D84682E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518" y="972671"/>
            <a:ext cx="6185648" cy="5961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4CEB6A-E33E-4A4D-A545-7381A21AA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18" y="1654877"/>
            <a:ext cx="8435788" cy="4934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7378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04580C-4DCE-4F94-BE08-F18CF77B9B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06" y="1170636"/>
            <a:ext cx="8130988" cy="520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377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9BFA09-9E3E-4D61-930D-C251B5939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1" y="385482"/>
            <a:ext cx="2761129" cy="4034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CF8C05-B47F-47ED-886E-BEA8CE15F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2" y="1380565"/>
            <a:ext cx="8059271" cy="509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7930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Google Shape;2064;p1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34589" cy="6858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30E7A9-9A9A-44E7-9FB6-3F187AEF63F8}"/>
                  </a:ext>
                </a:extLst>
              </p14:cNvPr>
              <p14:cNvContentPartPr/>
              <p14:nvPr/>
            </p14:nvContentPartPr>
            <p14:xfrm>
              <a:off x="3969720" y="432720"/>
              <a:ext cx="4989960" cy="5155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30E7A9-9A9A-44E7-9FB6-3F187AEF63F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60360" y="423360"/>
                <a:ext cx="5008680" cy="517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7533673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32" ma:contentTypeDescription="Create a new document." ma:contentTypeScope="" ma:versionID="3cc9eea3c93da11051d03eb207c3e8d9">
  <xsd:schema xmlns:xsd="http://www.w3.org/2001/XMLSchema" xmlns:xs="http://www.w3.org/2001/XMLSchema" xmlns:p="http://schemas.microsoft.com/office/2006/metadata/properties" xmlns:ns2="15d03a25-cda5-4943-9684-7d18d97bb3bc" xmlns:ns3="1abdae7a-7178-4d1e-9626-01799792f2da" targetNamespace="http://schemas.microsoft.com/office/2006/metadata/properties" ma:root="true" ma:fieldsID="d17908732c7da64ac608df74847bd303" ns2:_="" ns3:_="">
    <xsd:import namespace="15d03a25-cda5-4943-9684-7d18d97bb3bc"/>
    <xsd:import namespace="1abdae7a-7178-4d1e-9626-01799792f2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CultureName" ma:index="13" nillable="true" ma:displayName="Culture Name" ma:internalName="CultureName">
      <xsd:simpleType>
        <xsd:restriction base="dms:Text"/>
      </xsd:simpleType>
    </xsd:element>
    <xsd:element name="AppVersion" ma:index="14" nillable="true" ma:displayName="App Version" ma:internalName="AppVersion">
      <xsd:simpleType>
        <xsd:restriction base="dms:Text"/>
      </xsd:simpleType>
    </xsd:element>
    <xsd:element name="TeamsChannelId" ma:index="15" nillable="true" ma:displayName="Teams Channel Id" ma:internalName="TeamsChannelId">
      <xsd:simpleType>
        <xsd:restriction base="dms:Text"/>
      </xsd:simpleType>
    </xsd:element>
    <xsd:element name="Owner" ma:index="16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7" nillable="true" ma:displayName="Math Settings" ma:internalName="Math_Settings">
      <xsd:simpleType>
        <xsd:restriction base="dms:Text"/>
      </xsd:simpleType>
    </xsd:element>
    <xsd:element name="DefaultSectionNames" ma:index="18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9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0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1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22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3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4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5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6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7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8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9" nillable="true" ma:displayName="Is Collaboration Space Locked" ma:internalName="Is_Collaboration_Space_Locked">
      <xsd:simpleType>
        <xsd:restriction base="dms:Boolean"/>
      </xsd:simpleType>
    </xsd:element>
    <xsd:element name="IsNotebookLocked" ma:index="30" nillable="true" ma:displayName="Is Notebook Locked" ma:internalName="IsNotebookLocked">
      <xsd:simpleType>
        <xsd:restriction base="dms:Boolean"/>
      </xsd:simpleType>
    </xsd:element>
    <xsd:element name="Teams_Channel_Section_Location" ma:index="31" nillable="true" ma:displayName="Teams Channel Section Location" ma:internalName="Teams_Channel_Section_Location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bdae7a-7178-4d1e-9626-01799792f2da" elementFormDefault="qualified">
    <xsd:import namespace="http://schemas.microsoft.com/office/2006/documentManagement/types"/>
    <xsd:import namespace="http://schemas.microsoft.com/office/infopath/2007/PartnerControls"/>
    <xsd:element name="TaxCatchAll" ma:index="38" nillable="true" ma:displayName="Taxonomy Catch All Column" ma:hidden="true" ma:list="{fbd1a042-5d1e-465b-a2c9-390947662074}" ma:internalName="TaxCatchAll" ma:showField="CatchAllData" ma:web="1abdae7a-7178-4d1e-9626-01799792f2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  <lcf76f155ced4ddcb4097134ff3c332f xmlns="15d03a25-cda5-4943-9684-7d18d97bb3bc">
      <Terms xmlns="http://schemas.microsoft.com/office/infopath/2007/PartnerControls"/>
    </lcf76f155ced4ddcb4097134ff3c332f>
    <TaxCatchAll xmlns="1abdae7a-7178-4d1e-9626-01799792f2da" xsi:nil="true"/>
  </documentManagement>
</p:properties>
</file>

<file path=customXml/itemProps1.xml><?xml version="1.0" encoding="utf-8"?>
<ds:datastoreItem xmlns:ds="http://schemas.openxmlformats.org/officeDocument/2006/customXml" ds:itemID="{1466A872-05C6-4E6F-A62C-99059FDF6D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AE58E63-E3CF-49CC-B63A-FA4D297939DB}"/>
</file>

<file path=customXml/itemProps3.xml><?xml version="1.0" encoding="utf-8"?>
<ds:datastoreItem xmlns:ds="http://schemas.openxmlformats.org/officeDocument/2006/customXml" ds:itemID="{7DE45D8D-C19B-4BF2-9DEF-529E9F9F7BE1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infopath/2007/PartnerControls"/>
    <ds:schemaRef ds:uri="e1b5d412-63f5-4184-9493-34a8c46e02d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6499</TotalTime>
  <Words>623</Words>
  <Application>Microsoft Office PowerPoint</Application>
  <PresentationFormat>On-screen Show (4:3)</PresentationFormat>
  <Paragraphs>68</Paragraphs>
  <Slides>83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83</vt:i4>
      </vt:variant>
    </vt:vector>
  </HeadingPairs>
  <TitlesOfParts>
    <vt:vector size="105" baseType="lpstr">
      <vt:lpstr>Arial</vt:lpstr>
      <vt:lpstr>Arial MT</vt:lpstr>
      <vt:lpstr>Calibri</vt:lpstr>
      <vt:lpstr>Calibri Light</vt:lpstr>
      <vt:lpstr>Cambria</vt:lpstr>
      <vt:lpstr>Cambria Math</vt:lpstr>
      <vt:lpstr>Comic Sans MS</vt:lpstr>
      <vt:lpstr>Courier New</vt:lpstr>
      <vt:lpstr>Helvetica</vt:lpstr>
      <vt:lpstr>Helvetica Light</vt:lpstr>
      <vt:lpstr>Helvetica Neue</vt:lpstr>
      <vt:lpstr>Microsoft Sans Serif</vt:lpstr>
      <vt:lpstr>Tahoma</vt:lpstr>
      <vt:lpstr>Trebuchet MS</vt:lpstr>
      <vt:lpstr>Wingdings</vt:lpstr>
      <vt:lpstr>2_Office Theme</vt:lpstr>
      <vt:lpstr>11_Office Theme</vt:lpstr>
      <vt:lpstr>3_Office Theme</vt:lpstr>
      <vt:lpstr>4_Office Theme</vt:lpstr>
      <vt:lpstr>10_Office Theme</vt:lpstr>
      <vt:lpstr>9_Office Theme</vt:lpstr>
      <vt:lpstr>Office Theme</vt:lpstr>
      <vt:lpstr>Deep Neural Networks (AIML ZG511)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Positional Embeddings</vt:lpstr>
      <vt:lpstr>PowerPoint Presentation</vt:lpstr>
      <vt:lpstr>PowerPoint Presentation</vt:lpstr>
      <vt:lpstr>PowerPoint Presentation</vt:lpstr>
      <vt:lpstr>Normalization(Batch and Layer)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TRANSFORMERS</vt:lpstr>
      <vt:lpstr>PowerPoint Presentation</vt:lpstr>
      <vt:lpstr>PowerPoint Presentation</vt:lpstr>
      <vt:lpstr>PowerPoint Presentation</vt:lpstr>
      <vt:lpstr>BERT</vt:lpstr>
      <vt:lpstr>BERT</vt:lpstr>
      <vt:lpstr>Pre-trained models</vt:lpstr>
      <vt:lpstr>Pre-trained models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BITS Pilani presentation</dc:title>
  <dc:creator>Rohit WILP</dc:creator>
  <cp:lastModifiedBy>BITS</cp:lastModifiedBy>
  <cp:revision>208</cp:revision>
  <dcterms:modified xsi:type="dcterms:W3CDTF">2026-07-26T07:03:11Z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