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4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7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ink/ink8.xml" ContentType="application/inkml+xml"/>
  <Override PartName="/ppt/notesSlides/notesSlide19.xml" ContentType="application/vnd.openxmlformats-officedocument.presentationml.notesSlide+xml"/>
  <Override PartName="/ppt/ink/ink9.xml" ContentType="application/inkml+xml"/>
  <Override PartName="/ppt/notesSlides/notesSlide20.xml" ContentType="application/vnd.openxmlformats-officedocument.presentationml.notesSlide+xml"/>
  <Override PartName="/ppt/ink/ink10.xml" ContentType="application/inkml+xml"/>
  <Override PartName="/ppt/notesSlides/notesSlide21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notesSlides/notesSlide22.xml" ContentType="application/vnd.openxmlformats-officedocument.presentationml.notesSlide+xml"/>
  <Override PartName="/ppt/ink/ink13.xml" ContentType="application/inkml+xml"/>
  <Override PartName="/ppt/notesSlides/notesSlide23.xml" ContentType="application/vnd.openxmlformats-officedocument.presentationml.notesSlide+xml"/>
  <Override PartName="/ppt/ink/ink14.xml" ContentType="application/inkml+xml"/>
  <Override PartName="/ppt/notesSlides/notesSlide24.xml" ContentType="application/vnd.openxmlformats-officedocument.presentationml.notesSlide+xml"/>
  <Override PartName="/ppt/ink/ink15.xml" ContentType="application/inkml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ink/ink16.xml" ContentType="application/inkml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  <p:sldMasterId id="2147483801" r:id="rId5"/>
    <p:sldMasterId id="2147483883" r:id="rId6"/>
    <p:sldMasterId id="2147483889" r:id="rId7"/>
    <p:sldMasterId id="2147483896" r:id="rId8"/>
  </p:sldMasterIdLst>
  <p:notesMasterIdLst>
    <p:notesMasterId r:id="rId111"/>
  </p:notesMasterIdLst>
  <p:sldIdLst>
    <p:sldId id="346" r:id="rId9"/>
    <p:sldId id="347" r:id="rId10"/>
    <p:sldId id="574" r:id="rId11"/>
    <p:sldId id="575" r:id="rId12"/>
    <p:sldId id="576" r:id="rId13"/>
    <p:sldId id="577" r:id="rId14"/>
    <p:sldId id="578" r:id="rId15"/>
    <p:sldId id="579" r:id="rId16"/>
    <p:sldId id="580" r:id="rId17"/>
    <p:sldId id="581" r:id="rId18"/>
    <p:sldId id="582" r:id="rId19"/>
    <p:sldId id="584" r:id="rId20"/>
    <p:sldId id="585" r:id="rId21"/>
    <p:sldId id="587" r:id="rId22"/>
    <p:sldId id="586" r:id="rId23"/>
    <p:sldId id="590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  <p:sldId id="339" r:id="rId86"/>
    <p:sldId id="340" r:id="rId87"/>
    <p:sldId id="341" r:id="rId88"/>
    <p:sldId id="342" r:id="rId89"/>
    <p:sldId id="343" r:id="rId90"/>
    <p:sldId id="344" r:id="rId91"/>
    <p:sldId id="345" r:id="rId92"/>
    <p:sldId id="591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573" r:id="rId110"/>
  </p:sldIdLst>
  <p:sldSz cx="9144000" cy="6858000" type="screen4x3"/>
  <p:notesSz cx="6858000" cy="9144000"/>
  <p:embeddedFontLst>
    <p:embeddedFont>
      <p:font typeface="Bookman Old Style" panose="02050604050505020204" pitchFamily="18" charset="0"/>
      <p:regular r:id="rId112"/>
      <p:bold r:id="rId113"/>
      <p:italic r:id="rId114"/>
      <p:boldItalic r:id="rId115"/>
    </p:embeddedFont>
    <p:embeddedFont>
      <p:font typeface="Calibri" panose="020F0502020204030204" pitchFamily="34" charset="0"/>
      <p:regular r:id="rId116"/>
      <p:bold r:id="rId117"/>
      <p:italic r:id="rId118"/>
      <p:boldItalic r:id="rId119"/>
    </p:embeddedFont>
    <p:embeddedFont>
      <p:font typeface="Calibri Light" panose="020F0302020204030204" pitchFamily="34" charset="0"/>
      <p:regular r:id="rId120"/>
      <p:italic r:id="rId121"/>
    </p:embeddedFont>
    <p:embeddedFont>
      <p:font typeface="Cambria" panose="02040503050406030204" pitchFamily="18" charset="0"/>
      <p:regular r:id="rId122"/>
      <p:bold r:id="rId123"/>
      <p:italic r:id="rId124"/>
      <p:boldItalic r:id="rId125"/>
    </p:embeddedFont>
    <p:embeddedFont>
      <p:font typeface="Helvetica" panose="020B0604020202020204" pitchFamily="34" charset="0"/>
      <p:regular r:id="rId126"/>
      <p:bold r:id="rId127"/>
      <p:italic r:id="rId128"/>
      <p:boldItalic r:id="rId129"/>
    </p:embeddedFont>
    <p:embeddedFont>
      <p:font typeface="Helvetica Neue" panose="020B0604020202020204" charset="0"/>
      <p:regular r:id="rId130"/>
      <p:bold r:id="rId131"/>
      <p:italic r:id="rId132"/>
      <p:boldItalic r:id="rId133"/>
    </p:embeddedFont>
    <p:embeddedFont>
      <p:font typeface="Lucida Sans" panose="020B0602030504020204" pitchFamily="34" charset="0"/>
      <p:regular r:id="rId134"/>
      <p:bold r:id="rId135"/>
      <p:italic r:id="rId136"/>
      <p:boldItalic r:id="rId137"/>
    </p:embeddedFont>
    <p:embeddedFont>
      <p:font typeface="Tahoma" panose="020B0604030504040204" pitchFamily="34" charset="0"/>
      <p:regular r:id="rId138"/>
      <p:bold r:id="rId139"/>
    </p:embeddedFont>
    <p:embeddedFont>
      <p:font typeface="Verdana" panose="020B0604030504040204" pitchFamily="34" charset="0"/>
      <p:regular r:id="rId140"/>
      <p:bold r:id="rId141"/>
      <p:italic r:id="rId142"/>
      <p:boldItalic r:id="rId1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81" roundtripDataSignature="AMtx7mgoyucjTRi3WZi56l5EEM0K4A9X8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86EDCFB-BE3F-4457-ACBE-958FB1842352}">
  <a:tblStyle styleId="{B86EDCFB-BE3F-4457-ACBE-958FB184235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2794A42-4438-4A3E-B062-442B36CB0648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EA8C661-0C53-452B-974B-BE5A31AA6B82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7184B95-C8D8-4C0B-AC8F-908946C67829}" styleName="Table_3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85" autoAdjust="0"/>
    <p:restoredTop sz="92857" autoAdjust="0"/>
  </p:normalViewPr>
  <p:slideViewPr>
    <p:cSldViewPr snapToGrid="0">
      <p:cViewPr varScale="1">
        <p:scale>
          <a:sx n="105" d="100"/>
          <a:sy n="105" d="100"/>
        </p:scale>
        <p:origin x="224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font" Target="fonts/font6.fntdata"/><Relationship Id="rId21" Type="http://schemas.openxmlformats.org/officeDocument/2006/relationships/slide" Target="slides/slide13.xml"/><Relationship Id="rId42" Type="http://schemas.openxmlformats.org/officeDocument/2006/relationships/slide" Target="slides/slide34.xml"/><Relationship Id="rId63" Type="http://schemas.openxmlformats.org/officeDocument/2006/relationships/slide" Target="slides/slide55.xml"/><Relationship Id="rId84" Type="http://schemas.openxmlformats.org/officeDocument/2006/relationships/slide" Target="slides/slide76.xml"/><Relationship Id="rId138" Type="http://schemas.openxmlformats.org/officeDocument/2006/relationships/font" Target="fonts/font27.fntdata"/><Relationship Id="rId107" Type="http://schemas.openxmlformats.org/officeDocument/2006/relationships/slide" Target="slides/slide99.xml"/><Relationship Id="rId11" Type="http://schemas.openxmlformats.org/officeDocument/2006/relationships/slide" Target="slides/slide3.xml"/><Relationship Id="rId32" Type="http://schemas.openxmlformats.org/officeDocument/2006/relationships/slide" Target="slides/slide24.xml"/><Relationship Id="rId53" Type="http://schemas.openxmlformats.org/officeDocument/2006/relationships/slide" Target="slides/slide45.xml"/><Relationship Id="rId74" Type="http://schemas.openxmlformats.org/officeDocument/2006/relationships/slide" Target="slides/slide66.xml"/><Relationship Id="rId128" Type="http://schemas.openxmlformats.org/officeDocument/2006/relationships/font" Target="fonts/font17.fntdata"/><Relationship Id="rId5" Type="http://schemas.openxmlformats.org/officeDocument/2006/relationships/slideMaster" Target="slideMasters/slideMaster2.xml"/><Relationship Id="rId90" Type="http://schemas.openxmlformats.org/officeDocument/2006/relationships/slide" Target="slides/slide82.xml"/><Relationship Id="rId95" Type="http://schemas.openxmlformats.org/officeDocument/2006/relationships/slide" Target="slides/slide87.xml"/><Relationship Id="rId181" Type="http://customschemas.google.com/relationships/presentationmetadata" Target="metadata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43" Type="http://schemas.openxmlformats.org/officeDocument/2006/relationships/slide" Target="slides/slide35.xml"/><Relationship Id="rId48" Type="http://schemas.openxmlformats.org/officeDocument/2006/relationships/slide" Target="slides/slide40.xml"/><Relationship Id="rId64" Type="http://schemas.openxmlformats.org/officeDocument/2006/relationships/slide" Target="slides/slide56.xml"/><Relationship Id="rId69" Type="http://schemas.openxmlformats.org/officeDocument/2006/relationships/slide" Target="slides/slide61.xml"/><Relationship Id="rId113" Type="http://schemas.openxmlformats.org/officeDocument/2006/relationships/font" Target="fonts/font2.fntdata"/><Relationship Id="rId118" Type="http://schemas.openxmlformats.org/officeDocument/2006/relationships/font" Target="fonts/font7.fntdata"/><Relationship Id="rId134" Type="http://schemas.openxmlformats.org/officeDocument/2006/relationships/font" Target="fonts/font23.fntdata"/><Relationship Id="rId139" Type="http://schemas.openxmlformats.org/officeDocument/2006/relationships/font" Target="fonts/font28.fntdata"/><Relationship Id="rId80" Type="http://schemas.openxmlformats.org/officeDocument/2006/relationships/slide" Target="slides/slide72.xml"/><Relationship Id="rId85" Type="http://schemas.openxmlformats.org/officeDocument/2006/relationships/slide" Target="slides/slide7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59" Type="http://schemas.openxmlformats.org/officeDocument/2006/relationships/slide" Target="slides/slide51.xml"/><Relationship Id="rId103" Type="http://schemas.openxmlformats.org/officeDocument/2006/relationships/slide" Target="slides/slide95.xml"/><Relationship Id="rId108" Type="http://schemas.openxmlformats.org/officeDocument/2006/relationships/slide" Target="slides/slide100.xml"/><Relationship Id="rId124" Type="http://schemas.openxmlformats.org/officeDocument/2006/relationships/font" Target="fonts/font13.fntdata"/><Relationship Id="rId129" Type="http://schemas.openxmlformats.org/officeDocument/2006/relationships/font" Target="fonts/font18.fntdata"/><Relationship Id="rId54" Type="http://schemas.openxmlformats.org/officeDocument/2006/relationships/slide" Target="slides/slide46.xml"/><Relationship Id="rId70" Type="http://schemas.openxmlformats.org/officeDocument/2006/relationships/slide" Target="slides/slide62.xml"/><Relationship Id="rId75" Type="http://schemas.openxmlformats.org/officeDocument/2006/relationships/slide" Target="slides/slide67.xml"/><Relationship Id="rId91" Type="http://schemas.openxmlformats.org/officeDocument/2006/relationships/slide" Target="slides/slide83.xml"/><Relationship Id="rId96" Type="http://schemas.openxmlformats.org/officeDocument/2006/relationships/slide" Target="slides/slide88.xml"/><Relationship Id="rId140" Type="http://schemas.openxmlformats.org/officeDocument/2006/relationships/font" Target="fonts/font29.fntdata"/><Relationship Id="rId182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49" Type="http://schemas.openxmlformats.org/officeDocument/2006/relationships/slide" Target="slides/slide41.xml"/><Relationship Id="rId114" Type="http://schemas.openxmlformats.org/officeDocument/2006/relationships/font" Target="fonts/font3.fntdata"/><Relationship Id="rId119" Type="http://schemas.openxmlformats.org/officeDocument/2006/relationships/font" Target="fonts/font8.fntdata"/><Relationship Id="rId44" Type="http://schemas.openxmlformats.org/officeDocument/2006/relationships/slide" Target="slides/slide36.xml"/><Relationship Id="rId60" Type="http://schemas.openxmlformats.org/officeDocument/2006/relationships/slide" Target="slides/slide52.xml"/><Relationship Id="rId65" Type="http://schemas.openxmlformats.org/officeDocument/2006/relationships/slide" Target="slides/slide57.xml"/><Relationship Id="rId81" Type="http://schemas.openxmlformats.org/officeDocument/2006/relationships/slide" Target="slides/slide73.xml"/><Relationship Id="rId86" Type="http://schemas.openxmlformats.org/officeDocument/2006/relationships/slide" Target="slides/slide78.xml"/><Relationship Id="rId130" Type="http://schemas.openxmlformats.org/officeDocument/2006/relationships/font" Target="fonts/font19.fntdata"/><Relationship Id="rId135" Type="http://schemas.openxmlformats.org/officeDocument/2006/relationships/font" Target="fonts/font24.fntdata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9" Type="http://schemas.openxmlformats.org/officeDocument/2006/relationships/slide" Target="slides/slide31.xml"/><Relationship Id="rId109" Type="http://schemas.openxmlformats.org/officeDocument/2006/relationships/slide" Target="slides/slide101.xml"/><Relationship Id="rId34" Type="http://schemas.openxmlformats.org/officeDocument/2006/relationships/slide" Target="slides/slide26.xml"/><Relationship Id="rId50" Type="http://schemas.openxmlformats.org/officeDocument/2006/relationships/slide" Target="slides/slide42.xml"/><Relationship Id="rId55" Type="http://schemas.openxmlformats.org/officeDocument/2006/relationships/slide" Target="slides/slide47.xml"/><Relationship Id="rId76" Type="http://schemas.openxmlformats.org/officeDocument/2006/relationships/slide" Target="slides/slide68.xml"/><Relationship Id="rId97" Type="http://schemas.openxmlformats.org/officeDocument/2006/relationships/slide" Target="slides/slide89.xml"/><Relationship Id="rId104" Type="http://schemas.openxmlformats.org/officeDocument/2006/relationships/slide" Target="slides/slide96.xml"/><Relationship Id="rId120" Type="http://schemas.openxmlformats.org/officeDocument/2006/relationships/font" Target="fonts/font9.fntdata"/><Relationship Id="rId125" Type="http://schemas.openxmlformats.org/officeDocument/2006/relationships/font" Target="fonts/font14.fntdata"/><Relationship Id="rId141" Type="http://schemas.openxmlformats.org/officeDocument/2006/relationships/font" Target="fonts/font30.fntdata"/><Relationship Id="rId7" Type="http://schemas.openxmlformats.org/officeDocument/2006/relationships/slideMaster" Target="slideMasters/slideMaster4.xml"/><Relationship Id="rId71" Type="http://schemas.openxmlformats.org/officeDocument/2006/relationships/slide" Target="slides/slide63.xml"/><Relationship Id="rId92" Type="http://schemas.openxmlformats.org/officeDocument/2006/relationships/slide" Target="slides/slide84.xml"/><Relationship Id="rId183" Type="http://schemas.openxmlformats.org/officeDocument/2006/relationships/viewProps" Target="viewProps.xml"/><Relationship Id="rId2" Type="http://schemas.openxmlformats.org/officeDocument/2006/relationships/customXml" Target="../customXml/item2.xml"/><Relationship Id="rId29" Type="http://schemas.openxmlformats.org/officeDocument/2006/relationships/slide" Target="slides/slide21.xml"/><Relationship Id="rId24" Type="http://schemas.openxmlformats.org/officeDocument/2006/relationships/slide" Target="slides/slide16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66" Type="http://schemas.openxmlformats.org/officeDocument/2006/relationships/slide" Target="slides/slide58.xml"/><Relationship Id="rId87" Type="http://schemas.openxmlformats.org/officeDocument/2006/relationships/slide" Target="slides/slide79.xml"/><Relationship Id="rId110" Type="http://schemas.openxmlformats.org/officeDocument/2006/relationships/slide" Target="slides/slide102.xml"/><Relationship Id="rId115" Type="http://schemas.openxmlformats.org/officeDocument/2006/relationships/font" Target="fonts/font4.fntdata"/><Relationship Id="rId131" Type="http://schemas.openxmlformats.org/officeDocument/2006/relationships/font" Target="fonts/font20.fntdata"/><Relationship Id="rId136" Type="http://schemas.openxmlformats.org/officeDocument/2006/relationships/font" Target="fonts/font25.fntdata"/><Relationship Id="rId61" Type="http://schemas.openxmlformats.org/officeDocument/2006/relationships/slide" Target="slides/slide53.xml"/><Relationship Id="rId82" Type="http://schemas.openxmlformats.org/officeDocument/2006/relationships/slide" Target="slides/slide74.xml"/><Relationship Id="rId19" Type="http://schemas.openxmlformats.org/officeDocument/2006/relationships/slide" Target="slides/slide11.xml"/><Relationship Id="rId14" Type="http://schemas.openxmlformats.org/officeDocument/2006/relationships/slide" Target="slides/slide6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56" Type="http://schemas.openxmlformats.org/officeDocument/2006/relationships/slide" Target="slides/slide48.xml"/><Relationship Id="rId77" Type="http://schemas.openxmlformats.org/officeDocument/2006/relationships/slide" Target="slides/slide69.xml"/><Relationship Id="rId100" Type="http://schemas.openxmlformats.org/officeDocument/2006/relationships/slide" Target="slides/slide92.xml"/><Relationship Id="rId105" Type="http://schemas.openxmlformats.org/officeDocument/2006/relationships/slide" Target="slides/slide97.xml"/><Relationship Id="rId126" Type="http://schemas.openxmlformats.org/officeDocument/2006/relationships/font" Target="fonts/font15.fntdata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43.xml"/><Relationship Id="rId72" Type="http://schemas.openxmlformats.org/officeDocument/2006/relationships/slide" Target="slides/slide64.xml"/><Relationship Id="rId93" Type="http://schemas.openxmlformats.org/officeDocument/2006/relationships/slide" Target="slides/slide85.xml"/><Relationship Id="rId98" Type="http://schemas.openxmlformats.org/officeDocument/2006/relationships/slide" Target="slides/slide90.xml"/><Relationship Id="rId121" Type="http://schemas.openxmlformats.org/officeDocument/2006/relationships/font" Target="fonts/font10.fntdata"/><Relationship Id="rId142" Type="http://schemas.openxmlformats.org/officeDocument/2006/relationships/font" Target="fonts/font31.fntdata"/><Relationship Id="rId184" Type="http://schemas.openxmlformats.org/officeDocument/2006/relationships/theme" Target="theme/theme1.xml"/><Relationship Id="rId3" Type="http://schemas.openxmlformats.org/officeDocument/2006/relationships/customXml" Target="../customXml/item3.xml"/><Relationship Id="rId25" Type="http://schemas.openxmlformats.org/officeDocument/2006/relationships/slide" Target="slides/slide17.xml"/><Relationship Id="rId46" Type="http://schemas.openxmlformats.org/officeDocument/2006/relationships/slide" Target="slides/slide38.xml"/><Relationship Id="rId67" Type="http://schemas.openxmlformats.org/officeDocument/2006/relationships/slide" Target="slides/slide59.xml"/><Relationship Id="rId116" Type="http://schemas.openxmlformats.org/officeDocument/2006/relationships/font" Target="fonts/font5.fntdata"/><Relationship Id="rId137" Type="http://schemas.openxmlformats.org/officeDocument/2006/relationships/font" Target="fonts/font26.fntdata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62" Type="http://schemas.openxmlformats.org/officeDocument/2006/relationships/slide" Target="slides/slide54.xml"/><Relationship Id="rId83" Type="http://schemas.openxmlformats.org/officeDocument/2006/relationships/slide" Target="slides/slide75.xml"/><Relationship Id="rId88" Type="http://schemas.openxmlformats.org/officeDocument/2006/relationships/slide" Target="slides/slide80.xml"/><Relationship Id="rId111" Type="http://schemas.openxmlformats.org/officeDocument/2006/relationships/notesMaster" Target="notesMasters/notesMaster1.xml"/><Relationship Id="rId132" Type="http://schemas.openxmlformats.org/officeDocument/2006/relationships/font" Target="fonts/font21.fntdata"/><Relationship Id="rId15" Type="http://schemas.openxmlformats.org/officeDocument/2006/relationships/slide" Target="slides/slide7.xml"/><Relationship Id="rId36" Type="http://schemas.openxmlformats.org/officeDocument/2006/relationships/slide" Target="slides/slide28.xml"/><Relationship Id="rId57" Type="http://schemas.openxmlformats.org/officeDocument/2006/relationships/slide" Target="slides/slide49.xml"/><Relationship Id="rId106" Type="http://schemas.openxmlformats.org/officeDocument/2006/relationships/slide" Target="slides/slide98.xml"/><Relationship Id="rId127" Type="http://schemas.openxmlformats.org/officeDocument/2006/relationships/font" Target="fonts/font16.fntdata"/><Relationship Id="rId10" Type="http://schemas.openxmlformats.org/officeDocument/2006/relationships/slide" Target="slides/slide2.xml"/><Relationship Id="rId31" Type="http://schemas.openxmlformats.org/officeDocument/2006/relationships/slide" Target="slides/slide23.xml"/><Relationship Id="rId52" Type="http://schemas.openxmlformats.org/officeDocument/2006/relationships/slide" Target="slides/slide44.xml"/><Relationship Id="rId73" Type="http://schemas.openxmlformats.org/officeDocument/2006/relationships/slide" Target="slides/slide65.xml"/><Relationship Id="rId78" Type="http://schemas.openxmlformats.org/officeDocument/2006/relationships/slide" Target="slides/slide70.xml"/><Relationship Id="rId94" Type="http://schemas.openxmlformats.org/officeDocument/2006/relationships/slide" Target="slides/slide86.xml"/><Relationship Id="rId99" Type="http://schemas.openxmlformats.org/officeDocument/2006/relationships/slide" Target="slides/slide91.xml"/><Relationship Id="rId101" Type="http://schemas.openxmlformats.org/officeDocument/2006/relationships/slide" Target="slides/slide93.xml"/><Relationship Id="rId122" Type="http://schemas.openxmlformats.org/officeDocument/2006/relationships/font" Target="fonts/font11.fntdata"/><Relationship Id="rId143" Type="http://schemas.openxmlformats.org/officeDocument/2006/relationships/font" Target="fonts/font32.fntdata"/><Relationship Id="rId185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47" Type="http://schemas.openxmlformats.org/officeDocument/2006/relationships/slide" Target="slides/slide39.xml"/><Relationship Id="rId68" Type="http://schemas.openxmlformats.org/officeDocument/2006/relationships/slide" Target="slides/slide60.xml"/><Relationship Id="rId89" Type="http://schemas.openxmlformats.org/officeDocument/2006/relationships/slide" Target="slides/slide81.xml"/><Relationship Id="rId112" Type="http://schemas.openxmlformats.org/officeDocument/2006/relationships/font" Target="fonts/font1.fntdata"/><Relationship Id="rId133" Type="http://schemas.openxmlformats.org/officeDocument/2006/relationships/font" Target="fonts/font22.fntdata"/><Relationship Id="rId16" Type="http://schemas.openxmlformats.org/officeDocument/2006/relationships/slide" Target="slides/slide8.xml"/><Relationship Id="rId37" Type="http://schemas.openxmlformats.org/officeDocument/2006/relationships/slide" Target="slides/slide29.xml"/><Relationship Id="rId58" Type="http://schemas.openxmlformats.org/officeDocument/2006/relationships/slide" Target="slides/slide50.xml"/><Relationship Id="rId79" Type="http://schemas.openxmlformats.org/officeDocument/2006/relationships/slide" Target="slides/slide71.xml"/><Relationship Id="rId102" Type="http://schemas.openxmlformats.org/officeDocument/2006/relationships/slide" Target="slides/slide94.xml"/><Relationship Id="rId123" Type="http://schemas.openxmlformats.org/officeDocument/2006/relationships/font" Target="fonts/font12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07T06:15:49.4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760 6965 88 0,'0'0'15'0,"0"0"-3"0,0 0-11 0,0 0 2 16,0 0 1-16,0 0-2 15,0 0 3-15,0 0 3 0,0 0 5 16,0 39 2-16,0-22-2 15,0 5-1-15,0 2-3 16,-2 3-3-16,0 1-2 16,0 3-1-16,2 2-2 15,0-2 1-15,0-1-1 0,0-2 1 16,0-2 0-16,0-3-1 16,0-3 0-16,0-3 0 15,0-2 0-15,0 0 1 16,0-4-2-16,0 0 1 15,0-4-10-15,0-7-62 0</inkml:trace>
  <inkml:trace contextRef="#ctx0" brushRef="#br0" timeOffset="841.07">752 6984 64 0,'0'0'11'0,"0"0"-4"0,0 0-3 0,0 0 1 16,0 0 4-16,0 0 3 16,0 0 1-16,0 0-2 15,0 0-3-15,10 17-4 16,-3-8 1-16,2 2 0 16,1 3-3-16,0 2 1 0,-1 0-1 15,3 2-2-15,-2 1 1 16,-3-1-1-16,2-1 1 15,0 0-1-15,-4-2 1 16,1-2 1-16,0-1-2 16,2-2 1-16,-4-3-1 15,1 0 2-15,1-3-1 0,-4-4 1 16,1 1 1-16,-1-1 2 16,0 0 13-16,1-1 27 15,-1-10-22-15,0-2-16 16,3-2-5-16,-1-4 0 15,2-1-1-15,-1-4-1 0,2 1 0 16,-3-1 1-16,3 1-1 16,-3 2 0-16,1-1 0 15,1 2 1-15,2 1-1 16,-2 2 0-16,-2 4 0 0,3-1 0 16,-1 3 0-16,0 2-1 15,-2 2 1-15,0 3 0 16,-1 0 0-16,-1 2 0 15,2 2-1-15,-2 0-2 16,1 0-1-16,4 6 1 16,-3 2 3-16,3 2 0 0,-3 2 3 15,1 2-3-15,1 0 0 16,1 0 0-16,-4 3 1 16,1 0-1-16,0 0 0 15,0 3 1-15,-1 1-1 0,-1 2 1 16,0 1-1-16,-2-1 0 15,0 2 0-15,0-1 1 16,0-3-1-16,0-3 3 16,0-1-2-16,0-1 0 15,0-3 0-15,0-2-1 16,2-4 1-16,0 0 1 0,4-1-2 16,-4-6-10-16,0-1-65 15,0-14-99-15</inkml:trace>
  <inkml:trace contextRef="#ctx0" brushRef="#br0" timeOffset="1589.32">1267 6849 51 0,'0'0'31'0,"0"0"-3"0,0 0-10 0,0 0 5 15,0 0 6-15,0 0 0 16,-2-38-4-16,2 37-8 15,-2 1-1-15,2 0-8 0,0 0-8 16,0 1-5-16,0 9 4 16,0 4 0-16,0 3 1 15,2 3 0-15,2 4 1 16,-1 0-1-16,0 1 0 16,-1 0 0-16,0 2 0 0,-2 0 1 15,0 0-1-15,0 0 1 16,0-3-2-16,0 0 2 15,2-1-1-15,-2-2 1 16,0-2-1-16,0-2 0 16,0-3 2-16,2 0-2 15,-2-2 0-15,0-2 1 0,0 1-2 16,0-3 2-16,0 1-1 16,0-2 0-16,0-1 0 15,0-1 0-15,0-1 1 16,0-2-1-16,0 1-1 15,0 0 2-15,0-2 0 0,0-1 0 16,0 2 0-16,-2-2 0 16,2 0-1-16,0 0 0 15,0 0-1-15,0 0 1 16,0 0 0-16,2 0 1 16,3 0 1-16,1-3-2 0,3 0 1 15,1-1 0-15,2 1 0 16,0 0 0-16,3 0-1 15,-1 2 0-15,1-1 2 16,2 1-2-16,-4-2 1 16,-2 3-1-16,2 0 1 15,-4 0-2-15,-2 0 1 0,-1 0 1 16,2 0-1-16,-2 0-1 16,-2 4-8-16,-3-4-52 15,3 0-92-15</inkml:trace>
  <inkml:trace contextRef="#ctx0" brushRef="#br0" timeOffset="2641.02">1927 7183 15 0,'0'0'48'0,"0"0"-23"0,0 0-13 0,0 0-2 16,0 0-6-16,0 0 2 15,0 0 7-15,0 0-5 0,0 0-1 16,0 0 10-16,0 0 6 15,0 0-8-15,0 0-13 16,0 0 1-16,2 0-1 16,-2 0-1-16,0 0 1 15,0-4 1-15,0-1 2 0,0-3-3 16,0 1-1-16,0-3 1 16,0-1-1-16,0-3 0 15,3-1 0-15,3-3-1 16,0-1 0-16,4-1 0 15,1-1 0-15,0 0 0 0,3 1 0 16,-1 0 0-16,1 3 0 16,-1 0 0-16,0 1 2 15,3 2-2-15,-1 1 0 16,3 1 0-16,1-1 0 16,2 1 0-16,2 1 0 0,2 1 0 15,0-1 0-15,3 1 0 16,-2 3 0-16,2 0 0 15,0 0 0-15,2 2 0 16,1 1 0-16,0 1 0 16,0 3 0-16,1 0 0 0,1 0 1 15,-2 3-1-15,1 3 0 16,-1 1 0-16,-2 3 0 16,-2 1 0-16,0 1 2 15,0 3-1-15,-2-1-1 16,-1 2 1-16,0 0 0 0,1 2 0 15,0 0 1-15,-3 1-1 16,0 0 1-16,1 2-1 16,-3-3 2-16,-3 2-2 15,0-1 0-15,-2-2-1 16,-1 0 1-16,-5-3 0 16,4 1 0-16,-4-3 0 0,-3 2 0 15,-1-3-1-15,1 0 2 16,0 0-1-16,0-1 0 15,-2-2-1-15,1-1-22 16,-1-4-46-16,-2-3-18 16</inkml:trace>
  <inkml:trace contextRef="#ctx0" brushRef="#br0" timeOffset="3359.39">2953 7227 46 0,'0'0'6'0,"0"0"5"0,0 0 7 0,0 0-3 16,0 0-5-16,0 0-4 16,0 0-1-16,0 0-2 15,0 0 0-15,0 0-1 16,40-10 0-16,-33 10 1 15,-3 3 0-15,3 2-1 0,-1 0 2 16,1 1 1-16,1 1-1 16,0-3-1-16,1 3 0 15,-1-2 0-15,2 2 0 16,-4-3-1-16,3 0 1 16,-4 0-2-16,4-1 3 0,-5-3 0 15,1 2 4-15,-1-1 5 16,0-1 1-16,-1 0 9 15,-1 0-3-15,0-1-6 16,3-7 1-16,-3 0-2 16,0-5-3-16,1-1-1 0,-1-2 0 15,-2-2 2-15,0-3-2 16,2-1-1-16,-2 0-4 16,0-1-3-16,2 0-1 15,2 3 0-15,3 2-2 16,-1-1-17-16,0-2-62 15</inkml:trace>
  <inkml:trace contextRef="#ctx0" brushRef="#br0" timeOffset="5465.04">3232 7483 133 0,'2'0'3'0,"-2"0"0"0,2 3-4 16,-2 1 0-16,1 2 1 0,3 2-1 15,-2 1 1-15,1 2 1 16,-1 1 0-16,1 3-1 15,1 1 1-15,0-1-1 16,0 2 0-16,-3 0 0 16,3-1 1-16,-4 1-1 0,2-7 1 15,-2 1-1-15,0-2 3 16,0-3-2-16,0-2 0 16,0 0 0-16,0-2 1 15,0-1-1-15,0-1 0 16,0 0 2-16,0 0 5 0,0 0 13 15,-2-3-14-15,-2-7-1 16,1 2-2-16,-1-4-2 16,-1-2-1-16,3-3-1 15,-2-1 1-15,1-2-1 16,3-2 0-16,0-2-1 16,0 0-1-16,0-3 1 0,3 1-1 15,4 0-3-15,1 1 4 16,-1 3 0-16,-1 2 1 15,4 1 0-15,-2 4 0 16,1 2 2-16,3 3-2 16,-4 3 2-16,3 1-2 0,1 4 1 15,-1 2-1-15,0 0-4 16,-2 5 2-16,2 5 0 16,0 4 0-16,-1 3 2 15,0 2 0-15,1 1 0 0,-1 2 0 16,-1 1 1-16,-1 1 0 15,0 0 1-15,-4 2 1 16,0-3 2-16,1 0-4 16,-3-4 0-16,0-2 1 15,0 0-1-15,0-1 1 16,-2-2-1-16,0-1 1 0,0-3-2 16,0-2-18-16,-2-2-27 15,-6-5-31-15</inkml:trace>
  <inkml:trace contextRef="#ctx0" brushRef="#br0" timeOffset="5664.05">3292 7582 153 0,'0'0'-5'0,"0"0"7"0,0 0-1 0,0 0 1 15,28-37-1-15,-14 27 0 16,5 2-2-16,1-3 1 16,2-1 0-16,0-2-13 15,3 1-67-15</inkml:trace>
  <inkml:trace contextRef="#ctx0" brushRef="#br0" timeOffset="5933.45">3605 7329 186 0,'0'0'3'0,"0"0"6"0,0 0-6 16,0 0-9-16,0 0 3 15,0 0 1-15,7 45 1 16,-2-24 2-16,-1 1-1 15,3 2 0-15,-1 2 1 16,-1-5 0-16,1 0 0 16,-3-5-1-16,0-1 2 0,-3-3-4 15,0-3-12-15,0-6-41 16,0-3-54-16</inkml:trace>
  <inkml:trace contextRef="#ctx0" brushRef="#br0" timeOffset="6353.7">3539 7388 198 0,'0'0'-5'0,"0"0"4"0,0 0 5 16,0 0-5-16,47-30 1 15,-32 30-2-15,1 0 1 16,-1 4-2-16,1 6 1 15,-1 3 2-15,1 1-1 16,2 2 1-16,-2 1 0 16,-1-3 0-16,1 2 1 0,-3-4-1 15,-2 0 1-15,-1-1-1 16,-2-4 0-16,1 0 1 16,-5-4 0-16,2-3 0 15,-2 0 1-15,-2 0 3 16,0-1 7-16,-2-9 10 0,0-5-9 15,0-2-3-15,0-3 1 16,0-2 2-16,0-3-4 16,-6 0-3-16,-2-2-2 15,2 0-1-15,-1 0-3 16,1 3 0-16,0 4 1 0,3 2-2 16,3 9-1-16,0 6 0 15,0 3-18-15,0 0-58 16,7 3-1-16</inkml:trace>
  <inkml:trace contextRef="#ctx0" brushRef="#br0" timeOffset="6695.74">3930 7274 107 0,'0'0'10'0,"0"0"-4"0,0 0 7 0,0 0-11 16,0 0-2-16,0 0-1 15,0 0 0-15,0 0 3 16,0 0 0-16,0 39 0 15,0-24 0-15,2-2 1 0,-2 3-2 16,4-2 0-16,-2 0 0 16,-1-1 0-16,1 0-1 15,0 0 1-15,-2-2-1 16,2-1-8-16,-2-2-26 16,0-4-43-16</inkml:trace>
  <inkml:trace contextRef="#ctx0" brushRef="#br0" timeOffset="7211.29">3951 7280 109 0,'0'0'3'0,"0"0"-2"15,0 0-1-15,0 0 0 16,0 0 1-16,0 0-2 16,41 3 2-16,-34 5-1 15,1 3 1-15,-1-2-1 16,1 1 1-16,0 0 0 0,-2-1 2 16,3 2-2-16,1-1 1 15,-2 0-1-15,1 0-1 16,1 0 1-16,-2 1 0 15,1-2-1-15,-4-2 1 16,2 0-1-16,-3-3 1 16,0 0 0-16,-1-2 3 0,1-2 3 15,-2 0 1-15,0 0 1 16,-1 0 2-16,-1-2 7 16,0-3-4-16,0-3-8 15,0 1-2-15,0-4 0 16,0-2 0-16,0-1 3 0,-1 0-1 15,-3-6 1-15,4-3-2 16,-2-4-1-16,2-3-2 16,0 0-1-16,0-2 0 15,6 3-1-15,4 4 0 16,-3 5 0-16,3 4-1 16,1 9 0-16,1 2-21 0,-4-1-64 15</inkml:trace>
  <inkml:trace contextRef="#ctx0" brushRef="#br0" timeOffset="7770.45">4578 6622 104 0,'0'0'3'0,"0"0"-2"0,0 0-1 0,0 0 0 15,0 0-1-15,0 0-4 16,0 0 4-16,0 0 1 15,6 41 1-15,-12-11 1 16,0 6 0-16,-2 9-4 16,-1 8 1-16,-2 9 10 15,-3 12-8-15,-3 8 1 0,-3 4 4 16,-3 3-2-16,-2-1 1 16,-1 0 1-16,-1-5 0 15,1-10 6-15,3-7-3 16,0-8-5-16,4-7 1 15,0-4-4-15,4-2 0 0,1-5 1 16,1-3-3-16,0-9-45 16</inkml:trace>
  <inkml:trace contextRef="#ctx0" brushRef="#br0" timeOffset="9498.17">4540 7268 35 0,'0'0'15'0,"0"0"12"0,0 0-4 16,0 0-6-16,0 0 0 15,0 0-7-15,0 0 0 16,0 0 1-16,0 0 0 15,0 0-1-15,0 0-3 16,0 0-8-16,-23-30 0 16,23 43-1-16,5 4 2 0,-1 5 1 15,2 3-1-15,2 1 1 16,-4 4 0-16,1-5-1 16,1 3 0-16,-3-3 1 15,-1 0-1-15,-2-3 2 16,0 0-8-16,0-2-21 0,0-6-13 15,0-6-42-15</inkml:trace>
  <inkml:trace contextRef="#ctx0" brushRef="#br0" timeOffset="9888.09">4540 7275 56 0,'0'0'10'0,"0"0"3"0,45-28 0 15,-25 21-3-15,-3 3-3 16,1 2-2-16,0 2 0 15,-2 0 0-15,-1 9 0 16,-1 2-1-16,-1 5-2 16,-3-2-1-16,-2 4 0 0,-1 1 0 15,-5-2 0-15,-2 3 1 16,0 0 2-16,-2-2-1 16,-9 3 2-16,-3 1 2 15,-1-1-2-15,-5 0-2 16,4-1 1-16,-2 0-4 15,3-3 1-15,3-3-1 0,-1-5-14 16,4-5-45-16</inkml:trace>
  <inkml:trace contextRef="#ctx0" brushRef="#br0" timeOffset="10200.58">4868 7152 109 0,'0'0'2'0,"0"0"-2"15,0 0 1-15,2 51 2 0,-2-27-1 16,0 2 0-16,0-1-1 15,0-2 0-15,2-3 1 16,0-3-1-16,2-3 0 16,0-1 1-16,0-2-2 15,-2-2 0-15,-2-3 1 16,1-1-1-16,-1-2-7 0,0-3-15 16,0 0-35-16</inkml:trace>
  <inkml:trace contextRef="#ctx0" brushRef="#br0" timeOffset="10556.62">4860 7221 121 0,'0'0'4'0,"0"0"-1"16,0 0 1-16,44-14-3 15,-28 14 0-15,-1 0-1 0,1 6 0 16,1 3 1-16,0 2 0 15,-2-1-1-15,3 0 1 16,-2 0 0-16,-1-2-1 16,-1-1 1-16,-3-1-1 15,-3-2 1-15,-1-2 1 0,-1-2 7 16,-2 0 17-16,-4 0 12 16,0-6 1-16,0-4-18 15,0-7-11-15,-2 0-2 16,-6-3-2-16,0-4-1 15,1 0-4-15,0-2 0 0,0 4 0 16,1 0-2-16,4 2 0 16,2 5-6-16,0 4-7 15,0 3-11-15,6 5-28 16,3 1-34-16</inkml:trace>
  <inkml:trace contextRef="#ctx0" brushRef="#br0" timeOffset="10855.38">5230 7035 66 0,'0'0'17'0,"0"0"-3"0,0 0-12 0,0 0-2 15,1 37 2-15,2-21 0 16,2 2 1-16,-1-2-1 16,-1 1 1-16,4-3-1 15,-3 1 0-15,-1-3-1 16,1 0 0-16,-2-2-1 0,0 0 0 16,-2-2 2-16,0-1-2 15,0-1-2-15,0-5-13 16,0-1-36-16</inkml:trace>
  <inkml:trace contextRef="#ctx0" brushRef="#br0" timeOffset="11218.81">5253 7053 107 0,'0'0'2'15,"0"0"13"-15,0 0 8 0,0 0-11 16,33-40-8-16,-22 37-2 15,0 2 0-15,1 1-1 16,1 2-2-16,3 8 0 16,-3 7 2-16,5-1 0 15,-3 2 1-15,-1-1-1 16,1 0-1-16,0-5 1 0,-3-1-1 16,-1-2 1-16,-1-4-1 15,-3 0 1-15,-1-4 0 16,-2 1 2-16,-2-2 7 15,-2 0 27-15,0-9 12 16,0-4-26-16,0-4-16 0,-4-4-3 16,-5-3 0-16,1-2 1 15,-2-1-2-15,1-1-3 16,3 2 1-16,-1 2-1 16,5 3-3-16,-3 5-21 15,-2 5-34-15,-1 2-65 16</inkml:trace>
  <inkml:trace contextRef="#ctx0" brushRef="#br0" timeOffset="12072.73">3306 8119 44 0,'0'0'5'0,"0"0"10"0,0 0 3 0,0 0-5 0,0 0 1 16,0 0-1-16,0 0-6 15,0 0-4-15,0 0-2 16,0 0 0-16,0 0 0 16,0 0-1-16,31-17 0 0,-15 13 0 15,4-2 1-15,0 0-1 16,3 1-1-16,4-1 1 16,2-1 0-16,6-1 0 15,1-1 0-15,7 0 0 16,1-5 0-16,6 0 0 15,4-3 0-15,7-3 0 0,4 0 4 16,5-4-2-16,3 0 3 16,6 0 1-16,1-3 4 15,3-2-1-15,-2 2-1 16,-1-1 6-16,2-2-1 16,1 3 0-16,-1-1-5 0,1 0-1 15,-2 0-4-15,1 3-1 16,1-1-1-16,-5 4 0 15,-4 0 0-15,-5 4 0 16,-4 2-2-16,-5 1 1 16,-4 3 1-16,-4-1-1 0,-3 2-1 15,-4 0 2-15,-1 2-1 16,-4 0-2-16,-8-3-35 16,-7-4-58-16</inkml:trace>
  <inkml:trace contextRef="#ctx0" brushRef="#br0" timeOffset="12820.12">3042 7389 84 0,'0'0'4'0,"0"0"8"0,0 0 4 0,0 0 3 16,0 0-3-16,0 0-2 16,0 0-6-16,0 0-8 15,0 0-2-15,0 0 2 16,0 0 0-16,-2 75 1 15,7-25 2-15,3 11-2 0,0 5-1 16,0 2 1-16,1 1 0 16,-2-5-1-16,0-7 1 15,-5-5-1-15,0-9-6 16,-2-9-14-16,0-8-16 16,-2-11-29-16</inkml:trace>
  <inkml:trace contextRef="#ctx0" brushRef="#br0" timeOffset="13639.45">2989 7308 113 0,'0'0'10'0,"0"0"5"15,0 0-4-15,20-41-5 16,-5 28-4-16,3-1-1 0,3 1 0 16,3-4-1-16,5 0 0 15,4 0 0-15,4-1 0 16,1-1-1-16,6 2 0 15,3-1-1-15,4 0 2 16,5 0 0-16,4 2 0 16,3-1 0-16,4-1 0 0,1 1 0 15,5-2 0-15,0-2 0 16,8 0 2-16,0-5 1 16,3-2 0-16,3-1 0 15,5-6-2-15,-2 4 2 16,-1-3-3-16,-4 1 1 0,-2 3-1 15,0 1 0-15,-5 3 0 16,-3 0 0-16,2 2 0 16,-4 1 0-16,-3-1 0 15,-3 3 0-15,-2 1 0 16,-10 4 0-16,-3 2 1 0,-8 4-2 16,-5 6 2-16,-6-2-1 15,-4 6-1-15,-5 0 1 16,-4 0 1-16,1 0-2 15,-4 0 1-15,-3 3 0 16,0 3 0-16,-1 0-1 0,-2-1-1 16,-2 2 1-16,-2 1-1 15,-2 0-1-15,-1 2 2 16,0-2 1-16,-2 2 0 16,1 2 0-16,1-1 0 0,-2 2 0 15,2 1 0-15,4-1 0 16,-4 1 1-16,5 2-2 15,-1-1 2-15,4 5-1 16,-1-1 0-16,1 6 0 16,1 2 0-16,-2 0 0 15,3 4 0-15,-1 1 0 0,-3 0 0 16,-2 1 0-16,-3 1 0 16,-4-1-2-16,-1 0 0 15,-2-1-1-15,-14 2 1 16,-3 0 0-16,-12 2 3 15,-7 5-2-15,-12 3 0 0,-15 3 5 16,-15 4-22-16</inkml:trace>
  <inkml:trace contextRef="#ctx0" brushRef="#br0" timeOffset="15532.36">1023 6561 66 0,'0'-3'6'0,"0"-3"8"0,-4-2-5 0,-2 0-5 0,-3-1-2 16,-1-1 0-16,-3 0-1 15,-1 0-1-15,0 2 0 16,0 0 2-16,0 3-1 16,-1 1 0-16,-1 2-2 15,1 2 1-15,-3 0 0 0,1 0-1 16,-2 0 1-16,-1 3 1 15,-2 4-1-15,-1 1 0 16,1 0 3-16,-3 3-1 16,3 3-2-16,-2 3 1 0,-1 1-1 15,0 1 0-15,0 3-1 16,4 2 2-16,-4 1 0 16,4 2-1-16,-1 3 0 15,4 1 1-15,2 1-1 16,1 0 1-16,1 2-1 0,4 2 1 15,1 0 1-15,2 3-2 16,0 2 0-16,2 2 1 16,1 2-1-16,4 4 1 15,0 0-1-15,0 1 1 16,0-3-1-16,9 3 0 0,0-3 1 16,4 0-1-16,3 0 0 15,0-1 0-15,6-2 1 16,-2-3-1-16,5-4-1 15,2-4 2-15,0-3-2 16,4-6 1-16,0-4 0 16,2-2 0-16,-1-5 0 0,5-2 1 15,0-1-1-15,1-2 0 16,4-3 0-16,1 0 1 16,3-1 0-16,0 0-1 15,0-1 0-15,4-3 0 0,-4 0 0 16,1 0 0-16,0-10-1 15,0-2 1-15,2-6 1 16,-2-2 0-16,0-2 5 16,-4-3-1-16,-3-3 3 15,-3-2 0-15,-3-3-1 0,-3-1-1 16,-2-3 0-16,-4-1-2 16,-2-2-3-16,-3 1-1 15,-5-1 1-15,-4-4 2 16,-1-2-2-16,-6-2-1 15,-2-5 1-15,-2 1 0 16,0-5 3-16,0 0 0 0,-9 0 8 16,-2 1 0-16,-4-3 2 15,-2 4-4-15,-5 2-2 16,0 2-3-16,-5 3-2 16,-2 5-3-16,-7 2 0 15,-1 6 0-15,-9 2 0 0,0 6 0 16,-8 4-1-16,0 8 0 15,-6 6 0-15,-1 8 0 16,-1 1-12-16,-1 11-25 16,-1 5-29-16,1-1-16 15</inkml:trace>
  <inkml:trace contextRef="#ctx0" brushRef="#br0" timeOffset="16400.18">1263 6429 110 0,'0'0'5'0,"2"-2"5"0,2-10 4 0,4-5-1 15,3-4-2-15,4-4 9 0,5-4-12 16,3-3-3-16,4 0-1 15,4-2-2-15,3-2-2 16,1-4 0-16,3 0-13 16,0-4-59-16</inkml:trace>
  <inkml:trace contextRef="#ctx0" brushRef="#br0" timeOffset="17910.09">1880 7216 1 0,'0'0'10'0,"0"0"-5"0,0 0 6 0,0 0 4 15,0 0 0-15,0 0-6 16,-40 1 7-16,33 0-9 15,0-1 4-15,1 0 5 16,3 0-3-16,-1 0-4 0,0 0-5 16,2 0 0-16,1 0-1 15,-1 0-2-15,2-2 1 16,0-5 3-16,0-1-2 16,0-1 2-16,0-3-4 15,0 0 1-15,0 0 0 0,2-5 0 16,5 0-2-16,-1-1 1 15,1-1-1-15,5-3 1 16,1-1-1-16,1 0 0 16,3 0 0-16,1-1 0 15,2 0-1-15,2 3 1 0,3 0-1 16,0 2 1-16,0 1 0 16,-2 3 0-16,4 1 0 15,0 3 0-15,0 1 0 16,2 1-1-16,1 3 1 15,1 1 0-15,0 4 0 16,0 0 0-16,1 0 0 0,1 1-1 16,0 0 1-16,5 0 1 15,1-1-1-15,1 1-1 16,0-2 1-16,-2 2 0 16,0 0-2-16,-6 0 0 15,-1 0 2-15,-4 4 0 0,-3 2 1 16,-1 3-1-16,1-1 0 15,-3 6 0-15,-2 1 1 16,-1 0-2-16,0 4 1 16,-2-1 0-16,-1-1 0 0,-3 0 0 15,1 0 0-15,1 0 0 16,1 0 1-16,-3-2-1 16,-1 0 2-16,-1 2-2 15,0-3 0-15,-4-1 0 16,1 1 1-16,-3-1 0 0,-1-3 0 15,-2 2-1-15,-1 2 1 16,0-2 1-16,0 1-6 16,-1-3-36-16,-4-3-81 15</inkml:trace>
  <inkml:trace contextRef="#ctx0" brushRef="#br0" timeOffset="18486.25">2751 7290 78 0,'0'0'4'0,"0"0"-3"0,0 0 0 16,0 0-1-16,0 0 0 16,0 0 0-16,0 0 0 0,0 0 0 15,0 0 1-15,0 0 0 16,0 0-1-16,41 45 1 16,-30-38 0-16,1 2 0 15,1-2-1-15,0 0 1 16,1 0 0-16,1-3-1 0,1-1 1 15,-3-3 1-15,1 0-1 16,-1 0 1-16,-1-4 0 16,-4-3 3-16,1-5 2 15,-2-3 4-15,2-1-5 16,-5-6 3-16,3-3 0 0,-3-3-5 16,0-4-2-16,3-3 0 15,-1-2-2-15,4-1-2 16,-3-3-15-16,1 0-34 15</inkml:trace>
  <inkml:trace contextRef="#ctx0" brushRef="#br0" timeOffset="22210.51">635 9033 3 0,'-4'4'20'0,"2"-1"7"0,-1-1-7 16,0 3-4-16,1-2-1 15,0 2-4-15,2-2 0 16,-2 3-5-16,2 1-1 16,0 1-2-16,0 2-1 15,0 0-1-15,0-1 0 0,0 0 0 16,0 2 2-16,0-2-1 16,0-1 1-16,0 0 2 15,0-1 0-15,0 3 1 16,0-3 2-16,-2 2-2 15,0-2-2-15,-1-3-2 0,1 3-1 16,0-1 2-16,-2-2 0 16,2 0 2-16,-4 0-2 15,4 1-1-15,0-1-1 16,2-1-1-16,0 1 1 16,0-2-5-16,0-2-42 0,0 0-37 15</inkml:trace>
  <inkml:trace contextRef="#ctx0" brushRef="#br0" timeOffset="22701.2">792 8904 90 0,'0'0'9'0,"0"0"16"0,0 0-8 16,0 0-16-16,0 0-1 15,0 0 2-15,0 0-1 16,0 0 1-16,35 47-1 0,-26-24 0 15,-1 4 0-15,0 4 1 16,-3 1-2-16,-1 3 1 16,-4 4 1-16,0 0-2 15,-5 2 3-15,-9-1-2 16,-1 4 1-16,-3-3-2 0,-2-4-20 16,0-7-33-16</inkml:trace>
  <inkml:trace contextRef="#ctx0" brushRef="#br0" timeOffset="24957.14">1263 8956 1 0,'0'-2'26'0,"0"-1"-24"0,0 2 5 0,0 0-4 0,0 1-2 16,0 0-2-16,0 0 1 16,-2 0 1-16,2 0-1 15,0 0 1-15,0 0 3 16,-2 0 7-16,2 0 4 15,-2 0 1-15,1 0-1 0,1 0 2 16,-2-2-9-16,2 2-1 16,0 0-4-16,0 0-3 15,0 0 1-15,0 0-1 16,0 0-1-16,0 3 2 16,0 7-1-16,0-2 1 15,0 7 4-15,0 0 0 0,0 4 4 16,-2 2 1-16,2-1 2 15,-2 3-4-15,0-1-3 16,0-3 0-16,-2 2-4 16,2-2 1-16,0-1-1 15,0-1-1-15,0-1 2 0,2-2-2 16,-2-1-2-16,2-3-24 16,-3-5-23-16,1-5-68 15</inkml:trace>
  <inkml:trace contextRef="#ctx0" brushRef="#br0" timeOffset="25549.12">1225 8992 19 0,'0'0'42'0,"0"0"-34"0,0 0 10 0,0 0-3 16,0 0 7-16,0 0-9 15,0 0-9-15,0 0-3 16,0 0 1-16,0 0 0 0,31-11 0 15,-22 20 0-15,3 1-1 16,1 1 1-16,0 3 3 16,3 3-2-16,-1-2-1 15,3 3 0-15,-2-1-1 16,0-3-1-16,2 1 1 16,-5-3 2-16,-2 0-3 0,-1-4 0 15,-2-1 1-15,-1-2-1 16,-3 0 1-16,1-3-1 15,-3 2 0-15,-1-3 0 16,1-1 1-16,0 2 0 16,-2-2 0-16,0 0 1 0,0 0 5 15,0-3 2-15,0-4 4 16,0-5 0-16,0-2 6 16,-2-3-8-16,0-3-3 15,1-4 1-15,1-2-1 16,-2-2-3-16,2 0-4 15,0-1 0-15,0 1 1 0,0 2-3 16,2 5 1-16,5 4-1 16,0 6-9-16,3 6-14 15,-2 4-38-15,0 1-22 16</inkml:trace>
  <inkml:trace contextRef="#ctx0" brushRef="#br0" timeOffset="26025.27">1681 8956 88 0,'0'0'28'0,"0"0"-10"0,0 0 2 0,0 0-8 0,0 0-10 16,-43 8 0-16,35 9-1 16,-1 3-1-16,-1 4 1 15,-1 3-1-15,3 3 0 0,1-4 1 16,0-1 0-16,5-1-1 16,-2-5 0-16,4-5 1 15,0-4-1-15,0-3 1 16,4-4-2-16,3-3 1 15,2 0 1-15,4-3 1 0,1-7 0 16,1-1 1-16,3-6-2 16,-2-2-1-16,0-2 0 15,-3 0 0-15,0-2 0 16,-6-2 3-16,-3 0 3 16,-2 1 9-16,-2 3-9 0,0 0-4 15,-2 5 0-15,-6 3-2 16,-2 6 3-16,-1 6-3 15,-2 1-2-15,-1 8 0 16,3 9-9-16,-1 2-23 16,2-1-23-16</inkml:trace>
  <inkml:trace contextRef="#ctx0" brushRef="#br0" timeOffset="26643">1800 9010 77 0,'0'0'5'0,"0"0"-3"0,0 0 3 16,0 0 6-16,0 0 12 16,0 0-5-16,0 0-4 0,0 0 5 15,0 0-15-15,0 0-5 16,7-16 1-16,-5 30 0 15,0 5 1-15,-2 1-1 16,0 2 1-16,0 1 0 16,0-2-1-16,0-2 2 0,0-2-2 15,0-3 0-15,0-2 1 16,0-1-1-16,0-3 0 16,0-2 0-16,0-1 0 15,0 0-1-15,0-5-6 16,0 0-5-16,0 0 10 0,0-3 2 15,0-7-4-15,2-3 0 16,2-1 0-16,-1-4 3 16,3-2-3-16,1-2 2 15,0 1 0-15,-1 1 2 16,1 0 0-16,2 2 0 0,0 1 1 16,2 3 2-16,1 1-2 15,1 0-1-15,-2 3 1 16,1 6 0-16,-2-2 1 15,1 3 1-15,-1 3 2 16,-2 0 0-16,-1 2 0 16,2 6-2-16,0 2 0 0,0 4-1 15,-3 2-1-15,-1 1 0 16,0 0 0-16,-3 3 0 16,0-3 0-16,-2 3 1 15,0-2-1-15,0-2 0 16,0 1-1-16,0-3 1 0,0 0-1 15,0-2 1-15,2-1-2 16,1 0-24-16,-1-3-28 16</inkml:trace>
  <inkml:trace contextRef="#ctx0" brushRef="#br0" timeOffset="26892.13">2242 9099 152 0,'0'0'7'0,"0"0"-6"0,0 0 0 0,0 0 6 16,38 0-1-16,-22-1-5 15,1-3 0-15,4-1-1 16,-1-2-23-16,0-3-38 16</inkml:trace>
  <inkml:trace contextRef="#ctx0" brushRef="#br0" timeOffset="27584.07">2740 8595 20 0,'0'0'84'0,"0"0"-77"16,0 0 20-16,0 0 0 0,-37-30-4 15,34 27-2-15,-1-1 1 16,0 4-11-16,4 0-4 16,0 0-7-16,0 6-2 15,0 8 0-15,0 7 1 16,0 6 2-16,6 7-1 0,1 2 2 15,-1 2-4-15,1 2 4 16,0 0-2-16,-2-3 0 16,-1-1 1-16,0-3-1 15,-2 0 0-15,-2-1 0 16,0 0 0-16,0-2 0 16,0-2 0-16,-6-4 0 0,2-2 0 15,1-6 0-15,-1-4 0 16,1-4 0-16,3-3-4 15,-2-3-6-15,0-2 4 16,0 0 7-16,1 0 1 16,1-4-5-16,0-6 1 0,0 0 0 15,0-4-5-15,0 1 2 16,7-1 3-16,3 1-3 16,0 1-8-16,1 0 10 15,1 4-1-15,-1-1 4 16,0 3 0-16,0 2 0 0,0 0 1 15,1 1 0-15,-1 3 0 16,0 0 0-16,0 0-1 16,0 3 1-16,-2 4 0 15,-1 2 0-15,2 1 0 16,-1 2 1-16,-3 4-1 0,4-2-4 16,-6 2-11-16,1-1-36 15</inkml:trace>
  <inkml:trace contextRef="#ctx0" brushRef="#br0" timeOffset="27861.38">3031 8974 149 0,'0'0'16'0,"0"0"17"0,0 0-17 0,0 0-13 16,0 0-2-16,0 0 0 15,-14 46 2-15,12-24-1 16,2-1 0-16,0 1-1 0,0-1 0 16,0-5-1-16,0 1 0 15,0-4 0-15,0-5-7 16,0-2-29-16,0-6-32 15</inkml:trace>
  <inkml:trace contextRef="#ctx0" brushRef="#br0" timeOffset="28023.9">3013 8737 256 0,'0'0'-31'16,"0"0"51"-16,-16-42-4 15,16 37-12-15,0 4-4 16,3 1-29-16,4 4-24 16,-1 6-44-16</inkml:trace>
  <inkml:trace contextRef="#ctx0" brushRef="#br0" timeOffset="28614.93">3138 9074 136 0,'0'0'4'16,"0"0"3"-16,0 0-1 0,0 0 2 15,0 0 20-15,0 0-4 16,0 0-11-16,0 0-3 15,-10-3-9-15,10-3 0 16,0 3-3-16,6-3 4 16,0 1-2-16,1-2 0 15,3 1 0-15,1 0 0 0,1 2 0 16,0 0 0-16,1 1 1 16,1 3-1-16,-1 0 0 15,1 0-1-15,1 10 0 16,-4 3 0-16,1 1-1 15,-4 3 0-15,-3 0 1 0,-1-3 1 16,-2-1 0-16,-2 0-2 16,0-3 4-16,0-2-2 15,-4 0 0-15,-2-2-2 16,1-1 4-16,1-4-11 0,-2-1-5 16,2 0-4-16,2-6 5 15,2-8-1-15,0-3 10 16,0-3 10-16,2-1-1 15,4-3 2-15,2 3 2 16,3 2-2-16,1 2 5 16,-2 4 0-16,2 5-4 0,3 2-4 15,-2 3-2-15,2 3-1 16,-2 0-1-16,1 7-3 16,-2 8 5-16,-1 3-2 15,-1 6 1-15,-1 3-2 0,-3 6-5 16,-4 2-32-16,-2 1-26 15</inkml:trace>
  <inkml:trace contextRef="#ctx0" brushRef="#br0" timeOffset="29028.15">3525 9142 138 0,'0'0'46'0,"0"0"-44"0,0 0-2 0,0 0 1 0,0 0-1 15,0 0 1-15,0 0 1 16,0 0 0-16,0 0-2 16,40-39 3-16,-33 29-2 0,-1-1 1 15,2-2-2-15,-4-1 3 16,1 1 5-16,-3-2-2 15,0 1 0-15,-2 1-4 16,0 1-1-16,0 1 0 16,-5 4 0-16,-1 1 0 15,-2 6 4-15,2 0-2 0,-3 0-2 16,0 12-1-16,2 5-1 16,1 4 2-16,1 4 0 15,3 1-1-15,2 1 1 16,0-3-1-16,0 0 1 15,7-4-1-15,4-5-1 0,2-3-5 16,6-2-15-16,0-4-27 16,4-5-19-16</inkml:trace>
  <inkml:trace contextRef="#ctx0" brushRef="#br0" timeOffset="30195.13">3870 9051 110 0,'0'0'2'16,"0"0"13"-16,6-44 11 16,-6 33-1-16,0 2-8 0,-7 2-4 15,-2 1-5-15,0 6 2 16,-2 0-11-16,-1 0 1 16,2 7-1-16,-3 6 0 15,1 3 1-15,3 4 0 16,0 1 0-16,5 0 1 15,-1 2 0-15,3-3-1 0,2-2 0 16,0-5 1-16,0-2 0 16,2-3-1-16,5-3 0 15,0-3-1-15,1-2 0 16,1 0 0-16,1-5 3 0,1-9 0 16,-3 0-2-16,2-3 1 15,-3 1 1-15,1 4-2 16,-3 2 1-16,-1 2-1 15,1 7 2-15,-1 1-2 16,-1 0 0-16,3 0-3 16,0 4 1-16,4 6 2 0,-1-1 3 15,-1-1-1-15,3-1-2 16,-3-2 1-16,1-1-1 16,1-4 2-16,2 0-2 15,-1 0-1-15,0-7 3 16,1-3 0-16,0-6 0 0,0-2 1 15,1-4 4-15,-4-2 3 16,0-1-4-16,0-4 0 16,-6 3-4-16,1 1-2 15,-2 5 1-15,-2 3-1 16,0 6-1-16,-2 5 1 0,-3 3-2 16,-3 3 2-16,-2 0-2 15,2 6 4-15,3 4-1 16,-2 3-2-16,3-2 2 15,4 0-2-15,0-3-1 0,0-1-4 16,7-4-6-16,1-3 5 16,6 0 5-16,-3 0 5 15,4-7 0-15,-1-1-2 16,1 1 2-16,-1 0-1 16,-1 4-1-16,1-1-1 15,-3 4-1-15,0 0 1 0,-2 0-1 16,0 7-2-16,-2 2 2 15,-1 3-1-15,2 1 4 16,-4 0-1-16,-2 1-1 16,1 3 1-16,1-4 0 15,-4 4 0-15,2-1 0 16,2-1 0-16,-2 0-1 0,1-1 1 16,2-3-1-16,1-1 2 15,-1-3-2-15,3-1 3 16,2-5-3-16,-1 1 0 15,3-2 0-15,2 0 3 0,2-7-4 16,-2-2 3-16,-3-4 0 16,1-1-1-16,0-1 2 15,-5 0-1-15,-1-2 0 16,-3 2 1-16,4-1 0 16,-5-2-3-16,0 3 1 0,0 1 0 15,-1 4-1-15,-1 0 2 16,0 3-1-16,0 4 0 15,0 0-1-15,0 2 0 16,-1-1-2-16,-1 2-1 16,2 0 1-16,-2 0-1 0,0 6 2 15,-1 3 0-15,1 2 2 16,2-1-1-16,0 3 1 16,0 0-1-16,0-2 0 15,2 0 1-15,5 1 1 16,-2-4-1-16,3 1 0 0,-1-5-1 15,0 2 1-15,2-2-1 16,-1-4 2-16,3 0-2 16,-1 0 0-16,1 0 2 15,-1-3-1-15,2-4-1 16,-3-1-19-16,-2-4-21 16,-2-1-50-16</inkml:trace>
  <inkml:trace contextRef="#ctx0" brushRef="#br0" timeOffset="30386.87">4349 8777 175 0,'-12'-6'15'0,"3"0"27"0,-1 2-13 0,4 1-15 0,3-1-11 16,1 4-3-16,2 0 0 0,0 0-3 15,0 0-41-15,0 3-22 16,2 0 11-16</inkml:trace>
  <inkml:trace contextRef="#ctx0" brushRef="#br0" timeOffset="30807.86">4551 8363 130 0,'0'0'-15'16,"0"0"37"-16,0 0 6 16,0 0-11-16,0 0-9 15,0 0 0-15,0 0-4 0,0 0-1 16,-36-21 0-16,34 27-1 15,2 5-1-15,0 4-1 16,0 4 1-16,0 7 0 16,0 1 0-16,0 6 1 15,5 3-1-15,3 3 0 16,-1-1 2-16,2-1-1 0,-4 3-1 16,1-3 0-16,-2-5 1 15,-1 1 0-15,1-3 0 16,-4-2-1-16,0-3 1 15,0 0 0-15,0-1 0 0,0-1-1 16,0-3 0-16,0-3-1 16,0-3 1-16,0-1-1 15,0-3 0-15,0-5-19 16,0 0-65-16</inkml:trace>
  <inkml:trace contextRef="#ctx0" brushRef="#br0" timeOffset="31454.46">4685 8853 232 0,'0'0'4'0,"0"0"2"0,0 0-6 16,0 0-2-16,0 0-19 16,0 0 11-16,0 0 11 15,0 0 3-15,0 51-1 16,0-35-2-16,0 0 2 15,0-3-2-15,4-2 0 0,2-3 0 16,2-2 0-16,-1-3-2 16,3-3 0-16,0 0-3 15,-1-1 6-15,1-9 3 16,2-3-3-16,-1-3 6 16,0-1-2-16,-1 0-1 0,-2 1-1 15,1 0-2-15,-2 3-2 16,-3 3 1-16,1 4 0 15,-3 0-1-15,-2 2 0 16,2 4 0-16,-2 0-3 0,0 0-2 16,0 11 1-16,0 4 3 15,0 3 4-15,0 5-1 16,0 3-1-16,0 3 1 16,2 5-1-16,-2 2 0 15,1 1-1-15,1 3 1 16,-2 1-1-16,0-1 1 0,0-1 0 15,-2-3-1-15,-3-3 0 16,-4-1 1-16,-5-8-2 16,1-1 1-16,-3-5 1 15,1-2 4-15,-3-6-2 16,3-6-1-16,-3-2 0 16,2-2 0-16,2-6 0 0,1-8 2 15,1-6-6-15,4-3 2 16,2 2 2-16,3-1-1 15,1 3 1-15,2 6 0 16,0 3-1-16,0 3 0 0,5 1-1 16,3 6 0-16,-2 0-2 15,4 0-4-15,-1 3-26 16,-2 6-2-16,-1-1-15 16,-2-2 8-16,-1-2-21 15</inkml:trace>
  <inkml:trace contextRef="#ctx0" brushRef="#br0" timeOffset="31839.12">4517 8720 100 0,'0'0'16'0,"0"0"3"0,0 0-7 16,0 0-2-16,0 0 4 16,0 0-6-16,0 0 5 15,0 0-5-15,41-14 0 0,-19 8-2 16,5 2-2-16,4-3-3 16,3-1-1-16,-1-1-26 15,-2 0-83-15</inkml:trace>
  <inkml:trace contextRef="#ctx0" brushRef="#br0" timeOffset="32614.2">1559 9551 4 0,'0'0'29'0,"0"0"-26"0,0 0 14 0,0 0 2 16,0 0-4-16,0 0-3 0,0 0-4 15,0 0-3-15,0 0-5 16,-36 1-2-16,30-6-21 15</inkml:trace>
  <inkml:trace contextRef="#ctx0" brushRef="#br0" timeOffset="33595.81">1209 8774 95 0,'0'0'4'15,"0"0"5"-15,0 0 3 16,0 0-5-16,-40-23-2 0,31 20-4 15,-2 0 1-15,0 0-1 16,2-4-1-16,-5 2 0 16,3-1 0-16,-1 3 0 15,-2-1 0-15,0 0 1 16,-2 2-2-16,-1 2 2 0,-1 0-1 16,-1 0 0-16,-2 3 0 15,1 5-1-15,4 1 0 16,-2-2-1-16,0 0 2 15,2-2 0-15,1-1 0 16,2 0 1-16,0 2-2 16,1-2 2-16,1 2-1 0,-1 1 1 15,-1 1-1-15,2 2-1 16,0 2 1-16,2 2 0 16,0 3 0-16,-1 1 0 15,2 1 0-15,1 2 0 16,1 3 0-16,-2-1 0 0,2 1 0 15,1-1 0-15,1 4 0 16,0-1 0-16,2-1 0 16,2 2 1-16,-2 0-2 15,2 0 2-15,0-3-1 16,0-1 0-16,4-1 0 0,2-1-1 16,5 0 1-16,1-2 1 15,1 2-1-15,3-1 0 16,-1 1 0-16,4-1 0 15,0 1 1-15,1-3-1 16,1 2 0-16,-1-1 0 0,4-1 0 16,-3-1 0-16,3 0 1 15,-2 0-1-15,1-1 0 16,-1 1 0-16,1-1 0 16,-1-1 1-16,4-2-1 15,-3 0 0-15,4-2 0 0,-2-2 0 16,3-2 0-16,3 0 1 15,4-3 0-15,0 3-1 16,5-1 0-16,4-2 1 16,4 2 0-16,-1 0-1 15,4-1 0-15,3 2 2 0,2-1-2 16,4 1 1-16,5-1-1 16,0 0 1-16,4-1-1 15,-2 1-2-15,-2-5-43 16</inkml:trace>
  <inkml:trace contextRef="#ctx0" brushRef="#br0" timeOffset="34970.22">1006 8608 97 0,'11'-11'2'0,"3"-4"0"0,-1 2 4 0,3 1 2 16,1 0-1-16,-3 1-3 16,0 2-1-16,0 1 0 15,3-1-2-15,-1 2-1 16,-1 1 0-16,3 0 0 0,2 1 0 15,2 0-3-15,1 0-2 16,4 3 2-16,2 0 2 16,-1-1 1-16,3 3 0 15,4-3 0-15,-2 3 0 16,3 0 1-16,2-3-1 16,0 1 1-16,7-1 0 0,-1-3 0 15,5 0 0-15,2 1 0 16,3-4 2-16,4 1 1 15,1 2-1-15,5-1-1 16,1 0-1-16,2 1 0 0,3 3-1 16,-1 0 0-16,4 2 0 15,2 1 0-15,0-2 0 16,2-2 0-16,0-3 0 16,4 0 0-16,1-6 1 15,1 1-1-15,0-3 0 16,-1 0 2-16,3 1-2 0,-1 2 1 15,1 5-1-15,-1 3 1 16,1 4-1-16,-2 0 0 16,-3 4 0-16,1 5 0 15,-3 0 0-15,0 0 0 16,-2 0 0-16,-2-4 1 0,-1 1-2 16,0-2 2-16,0 0-1 15,-4-1 0-15,-3 3 0 16,-2-3 0-16,-3 2 0 15,-8 3 0-15,-4 0 0 16,-5 2 0-16,-2 4 0 0,-3 2 1 16,-3 4-1-16,-3 1 0 15,-3 5 1-15,-2-1-1 16,-3 2 0-16,-2 3 1 16,-8 4-1-16,-1 0 1 15,-3 7-1-15,-5 2 1 0,-1 1 0 16,-3 6 0-16,-2 2 0 15,0 5 1-15,0 1 0 16,0 3-1-16,0-1-1 16,0-3 1-16,-4-6-1 15,1-11 1-15,-1-5-1 0,-4-10 1 16,-2-6 1-16,-3-5 16 16,-4-2 8-16,-4 3-7 15,-4-3-6-15,-2-1-7 16,-6 1-3-16,-1 0-2 15,-6-2 1-15,2-1 0 0,-6-1-1 16,-2 1 0-16,-7-1 0 16,-3 2-2-16,-4 0-2 15,-5 2 2-15,-4-1-2 16,-5 0 3-16,0 1 1 16,-4-4 0-16,0 2 3 0,-5-3 4 15,-2 3 6-15,1-2-2 16,-4-3-3-16,-3 1-1 15,-5-2-2-15,-5-1 0 16,0-2 2-16,-3-1-1 16,-2 2-3-16,-3-1-1 0,-1 2-3 15,1 1 1-15,-3 2-2 16,2 2-3-16,3 4-15 16,-3-1-9-16,6 3-10 15,3-2-22-15,2-7-63 16</inkml:trace>
  <inkml:trace contextRef="#ctx0" brushRef="#br0" timeOffset="42989.17">5114 8949 16 0,'2'0'21'0,"0"0"-6"0,0 0 2 0,4 0-3 0,-4 0-5 16,0 0-1-16,2 0-6 15,-2 0 0-15,3-2 3 16,-1-1-1-16,0-1-1 16,1 0-2-16,2-2 1 15,0-2-1-15,-1 1 0 16,1-2-1-16,2-2 2 0,0-2 2 16,0-3 13-16,0-2-1 15,2-5 2-15,-2-1-3 16,0-3 2-16,2-4-4 15,-2-5-5-15,-1 1-2 16,2-2 0-16,-3-1-1 16,-3 1-1-16,0-1 1 15,1 0 2-15,-3-2-3 0,3-1-2 16,1-1 0-16,1-4-2 16,2 1 0-16,0-1 0 15,-2 1 0-15,1 2 0 0,-1 2 2 16,-2 0-2-16,2 7 0 15,-5 2-2-15,-2 1 4 16,0 3-1-16,0 3-2 16,0 3 2-16,0 2 0 15,0 0-1-15,0 2 0 16,-2-2 0-16,2 2 0 0,-2 0 0 16,2 1 1-16,0 0-1 15,0 3 0-15,-3 1 0 16,1 3-1-16,1 2 2 15,1 2 0-15,-2 2 1 0,2 2 2 16,0 1-4-16,0 0-1 16,-2 1 1-16,2 0 0 15,0 0-1-15,0 0-1 16,0 0-2-16,0 0-1 16,0 0 1-16,0 1 1 0,-2 3-12 15,2 5-7-15,-2-2-22 16,-1 0-14-16,1-3-22 15</inkml:trace>
  <inkml:trace contextRef="#ctx0" brushRef="#br0" timeOffset="43380.95">5299 7669 62 0,'0'0'11'0,"0"0"-7"0,0 0 4 15,0 0 3-15,0 0-3 16,0 0 8-16,0 0-1 16,0 0 0-16,0 0-3 0,0 0-2 15,0 0-4-15,0 0-6 16,-17-10 1-16,12 25-1 15,-2 0 3-15,1 2-3 16,-1 1 2-16,1-2-2 16,0-2 2-16,0 0-2 0,-1-1 0 15,3-2 1-15,0-4-1 16,0-2 0-16,1 1 0 16,3-2 1-16,-3-3-3 15,3-1-12-15,0 0-12 16,0 0 6-16,0 0 2 0,0-7-16 15,3-3 2-15,1 0-10 16</inkml:trace>
  <inkml:trace contextRef="#ctx0" brushRef="#br0" timeOffset="43652.89">5297 7645 12 0,'0'0'22'15,"0"0"-7"-15,0 0-4 16,0 0-1-16,0 0-5 16,0 0 2-16,0 0-3 0,36-23 2 15,-27 22 2-15,0-1 1 16,4 2 2-16,1-3 1 16,3 2 1-16,0 0 1 15,2 0 0-15,1 1-4 16,1 0-5-16,-2 0-2 0,4 0-2 15,-2 1 0-15,3 4 1 16,-2 2-2-16,-4-1-2 16,-5-3-68-16</inkml:trace>
  <inkml:trace contextRef="#ctx0" brushRef="#br0" timeOffset="50630.3">1084 11889 101 0,'0'0'8'0,"0"0"7"0,0 0-7 0,0 0-5 0,0 0-2 16,0-2 0-16,-2 1 0 15,0-1 0-15,-1 2 6 16,3-1 2-16,-2-2 8 16,0 3-4-16,2 0-2 0,-2 0-4 15,2 0 0-15,0 0-2 16,0 0-3-16,-2 0-2 16,2 0 0-16,0 0 2 15,-2 4-2-15,0 2-1 0,1 0 1 16,1 1 1-16,-2 1-1 15,0 0-1-15,-1-1 1 16,1 2 1-16,0-3-1 16,-1 1 0-16,1-1 0 15,2-1 0-15,-2-2 0 16,2 0 0-16,0 0 0 16,0 1 2-16,0-1-2 0,0 0 0 15,-2 1 0-15,2-1 0 16,0-1 0-16,0 1 0 15,0-1 0-15,0 0 0 16,0-2 0-16,0 2 0 0,0-2-2 16,0 0 2-16,0 0 0 15,0 0 0-15,0 0-1 16,0 0 1-16,2 0 1 16,-2 0-1-16,2 0 0 15,3 0 2-15,-3 0-2 16,5-2 0-16,-5-1-15 0,3-2-9 15,-1 1-33-15,-2-3-60 16</inkml:trace>
  <inkml:trace contextRef="#ctx0" brushRef="#br0" timeOffset="51212.98">1109 11901 100 0,'0'0'14'0,"0"0"17"0,0 0-14 16,0 0-4-16,0 0-6 16,0 0-5-16,-40 10-2 15,31-1 0-15,-1-1 0 16,2 5 0-16,1-3 1 0,1 3-1 16,-1-1 0-16,4 2 0 15,1-1 0-15,2 0 0 16,0 0 0-16,0-1 0 15,2-4 0-15,1 2 0 0,6-5-1 16,-4-1 0-16,3 0 1 16,1-3 0-16,2 2 0 15,-4-2 0-15,2-1 1 16,-1 0-3-16,0 0 3 16,0-5 3-16,-3-2 7 0,-1-2 1 15,0-3-3-15,-3 0-4 16,4-4-2-16,-5-1 1 15,2 0 0-15,-2-3 0 16,0 2 0-16,0-2 0 16,0 3 0-16,0 1 2 15,-7-1 1-15,2 7-3 0,-2 3-2 16,1 5-3-16,-6 2-3 16,-1 12-17-16,-2 8-48 15,-7 7-73-15</inkml:trace>
  <inkml:trace contextRef="#ctx0" brushRef="#br0" timeOffset="52133.29">1154 13080 40 0,'0'0'9'0,"0"0"1"0,0 0 4 0,0 0-9 0,0 0 3 16,0 0 0-16,0 0 8 15,0 0 1-15,0 0 5 16,0 0-4-16,0 0-2 0,0 0-7 16,0 0-8-16,-27 3 1 15,27-2-4-15,0 2 0 16,0 0 1-16,0 3 1 15,0 1 0-15,0 1 0 0,0 1-1 16,2 1 1-16,1 0 0 16,3-2 0-16,0 2 1 15,-1-3-1-15,2 2 0 16,-3-3 1-16,1-1-1 16,-1-1-1-16,3-2 1 15,-3-1 1-15,1-1-2 0,0 0-1 16,1 0 4-16,-2-5 6 15,-2-4 0-15,1-1 0 16,1 0-3-16,-4-2 0 16,0-1-1-16,0 1 0 15,0-2 2-15,0 3 5 0,0-1-2 16,-6 0 1-16,1 2-2 16,-1 1 1-16,1 2 1 15,-2 1-3-15,0 2-4 16,3 4-4-16,-2 0-2 15,1 4-4-15,-1 8-35 16,-2-2-53-16</inkml:trace>
  <inkml:trace contextRef="#ctx0" brushRef="#br0" timeOffset="53340.19">3071 10761 64 0,'0'-3'12'0,"0"0"-7"16,0 0 2-16,0 0 5 0,-2 1-3 16,0-1 2-16,0 1 3 15,-2-2-4-15,0 3 0 16,2-1 3-16,0 0 4 15,-2 0-2-15,1 2-6 16,1 0-5-16,-2 0-2 0,2 4-3 16,-4 5 3-16,2 1-2 15,0 1 1-15,0 3-1 16,-1 3 1-16,1-1-1 16,0 4 0-16,0 0 0 15,1 0 0-15,3 0 1 0,0-2-1 16,0 0 1-16,0-3-1 15,2-3 0-15,5 0 0 16,-1-4 2-16,3-2-2 16,-1 0-2-16,2-4 5 0,1 0-4 15,1-2 2-15,1 0-1 16,-2-6 1-16,5-4 2 16,-3-1-1-16,-1-3-1 15,-2-1 1-15,1-3 2 16,-3 0 4-16,-2-2 5 15,-3-1-1-15,-1 3-4 0,-2-3-3 16,0 5 2-16,-2-1 0 16,-7 0-1-16,-3 3-3 15,1 1-2-15,-2 1-2 16,-3 3 1-16,5 3 1 16,-3 4-11-16,3 2-18 0,-1 0-41 15,2 8-85-15</inkml:trace>
  <inkml:trace contextRef="#ctx0" brushRef="#br0" timeOffset="54096.12">3107 12337 140 0,'0'0'33'0,"0"0"-13"0,0 0 1 0,0 0-14 16,0 0-6-16,0 0-1 16,0 0 0-16,0 0 0 15,0 0 0-15,-36-8 0 16,32 8 2-16,-2 10-4 15,2 3 1-15,0 6-1 0,2 3 1 16,0 5 1-16,2 0 0 16,0 0 1-16,2-1-1 15,4-4 0-15,2-4 0 16,1-3 2-16,1-6 0 16,2-1 0-16,-3-7 0 15,2-1-2-15,-2 0-2 0,2-7 3 16,-2-6 1-16,0-5 1 15,-2-5 3-15,-3-1 1 16,-1-3 2-16,-3-2-1 16,0-2 2-16,-1 3 0 0,-5 1-3 15,-6 3-4 1,1 2 0-16,-2 5 0 0,1 7-3 16,-2 9-4-16,-1 1-27 15,0 14-43-15,-5 12-113 16</inkml:trace>
  <inkml:trace contextRef="#ctx0" brushRef="#br0" timeOffset="54842.38">3136 14145 218 0,'0'0'1'0,"0"0"11"0,0 0-1 0,0 0-3 16,0 0-7-16,0 0-1 15,-37 20-1-15,36-15 1 0,-1 0 1 16,0 2 1-16,2 2-2 15,0 1 0-15,0 4 0 16,2 0 1-16,5 3-1 16,3 2 0-16,2-1 0 15,3-3 0-15,0 1 1 16,4-3 1-16,-1-3-1 0,-1-3-1 16,2-1 0-16,-4-5 0 15,-1-1-2-15,-1 0 1 16,-5-8 1-16,-2-8 0 15,-2 2 2-15,-4-7 5 16,0-2 0-16,-6-3 0 0,-6 1-1 16,-3-2 1-16,-6 1-3 15,-1 2 2-15,2 1-3 16,-5 5-3-16,5 5 0 16,1 6-1-16,2 7-11 15,2 0-35-15,-1 6-101 0</inkml:trace>
  <inkml:trace contextRef="#ctx0" brushRef="#br0" timeOffset="55469.14">4585 11691 187 0,'0'0'8'0,"0"0"10"0,0 0-5 16,0 0-7-16,0 0-3 0,0 0 0 15,0 0 0-15,0 0-1 16,0 0-3-16,0 0-5 16,0 0 1-16,-19 31 2 15,21-9 3-15,6 3 3 16,0-1-3-16,1-3 0 0,5-6 1 16,-3-3 1-1,3-6 2-15,-3-5-3 0,1-1-1 16,1-1 3-16,-1-10 5 15,-1-3 3-15,1-3-3 16,-5-3 2-16,-1-1-1 0,-6-1-3 16,0-2 4-16,0 3-2 15,-11-2-2-15,-3 5-5 16,-1 3-1-16,-1 8-4 16,1 7-13-16,-4 9-17 15,0 16-51-15,1 7-86 16</inkml:trace>
  <inkml:trace contextRef="#ctx0" brushRef="#br0" timeOffset="56017.16">4747 13080 106 0,'0'0'20'0,"0"41"-19"0,0-19 1 0,0 0-1 0,5 0 2 15,2-5-2-15,0-2 0 0,1-5 2 16,-2-4 4-16,4-6 9 16,-3 0 7-16,1-1-2 15,-1-11-2-15,0-5-6 16,0-3-5-16,-3-4 1 16,-2-1-4-16,-2-2 0 15,0 2-1-15,0 3 3 0,-8 2-1 16,-4 5-3-16,1 4-1 15,0 7-2-15,-3 4-2 16,1 11-20-16,-3 12-68 16</inkml:trace>
  <inkml:trace contextRef="#ctx0" brushRef="#br0" timeOffset="56630.52">6666 12025 152 0,'0'0'20'0,"0"0"-21"0,0 0 1 0,0 0 0 0,0 0 0 16,-44 21-4-16,38-18 5 0,2 1 9 16,-1 0 4-16,1 3-2 15,-1 1-8-15,2 2-6 16,3 1 1-16,0 3 2 15,0 0 1-15,5-2-1 16,3-1 1-16,2-1-1 0,1 0 1 16,1-3 0-16,-1-5 4 15,2-2 3-15,-1 0 2 16,0-3 1-16,0-10-2 16,-3-3 0-16,-2-1-2 15,-4-3-2-15,-2-1-3 0,-1 0 0 16,-4-2 0-16,-10 0-3 15,-12 1-33-15,-8-3-212 16</inkml:trace>
  <inkml:trace contextRef="#ctx0" brushRef="#br0" timeOffset="57861.05">1221 11555 152 0,'0'0'-5'0,"0"0"21"0,0 0 11 16,-43-23-4-16,32 16-12 0,0-2-6 15,-1 2-3-15,-3 0 2 16,1-1 0-16,-3-1 0 16,-3 2-2-16,-1 1 1 15,-3 1-3-15,-3 2 1 16,-2 3-1-16,0 0-1 15,0 1 1-15,0 9 1 0,2 4 0 16,2 2-1-16,3 3 1 16,-2 3-2-16,3 4 1 15,-1 2-1-15,0 4 2 16,-1 3-1-16,1 2 0 16,2 1 0-16,-2 3 0 0,1 2 0 15,2 4 0-15,0 1 0 16,1 2 0-16,3 1 2 15,-1 0-4-15,5 3 3 16,0-1-1-16,0 2 0 16,4 4 0-16,3 4 1 15,-1 5-1-15,3-1 0 0,2 3 0 16,0 0 0-16,0 0 0 16,0 0 0-16,7 2 0 15,-1 1 1-15,0 5-1 16,6-2 0-16,-3 3 0 0,2-3 1 15,5-2-1-15,1 0 0 16,6-2 0-16,2-2 1 16,4-1-1-16,4 1 0 15,3-3 0-15,2 0 0 16,0-8 0-16,4-5 0 0,-2-5 0 16,6-9 0-16,0-8 0 15,4-7 0-15,-1-7-1 16,2-5 1-16,3-8 0 15,-4-5 0-15,2 0 1 16,4-15-2-16,-2-8 3 16,0-11 1-16,-1-10 2 0,-1-9-1 15,-1-9 3-15,0-9-3 16,-1-10-2-16,0-9 0 16,-2-9-1-16,-1-3 1 15,-7-10 0-15,-2-3 0 0,-9-4 0 16,-6-3 1-16,-8-1 0 15,-7-2 2-15,-8 1-4 16,0-2 0-16,-15 7-1 16,-9-1 1-16,-8 5-1 15,-8 4 1-15,-7 8-1 0,-6 6 1 16,-5 11-1-16,-4 12 2 16,-6 15-1-16,-2 18-2 15,-5 20-1-15,-4 21-9 16,-3 23-25-16,-7 25-72 15</inkml:trace>
  <inkml:trace contextRef="#ctx0" brushRef="#br0" timeOffset="58494.49">492 15010 158 0,'-4'5'4'0,"-1"2"10"0,3 2-3 0,2 0-7 0,0 5-3 16,0 1-1-16,5 4 1 16,5 1 1-16,4 3-1 15,1 0 1-15,4 1-1 16,-2 0 1-16,3 3-1 0,-1-4-1 16,0 2 1-16,-3 0 0 15,0 0-1-15,0-1-1 16,-6 2-17-16,-1-2-33 15,-4-3-33-15</inkml:trace>
  <inkml:trace contextRef="#ctx0" brushRef="#br0" timeOffset="58835.19">615 15465 103 0,'0'0'4'0,"0"0"0"0,14-38 10 16,-5 23-4-16,1-2-4 15,2 3 0-15,-1-1-1 16,0 3 2-16,1-1-1 15,0 0-1-15,-1 3-2 0,1-2 0 16,-3 1 0-16,-1 0 0 16,0 1-1-16,-1 1-2 15,-1 0 0-15,0 2 1 16,-4-3-1-16,1 4-5 16,-3-1-15-16,0-1-11 0,0-1-35 15</inkml:trace>
  <inkml:trace contextRef="#ctx0" brushRef="#br0" timeOffset="59120.71">400 15245 77 0,'0'0'20'15,"0"0"11"-15,0 0-14 16,0 0-3-16,0 0-7 16,0 0 2-16,5-53-1 0,6 31-3 15,0-3-3-15,2 1-1 16,3-1-1-16,-1 0-5 15,2 2-62-15</inkml:trace>
  <inkml:trace contextRef="#ctx0" brushRef="#br0" timeOffset="59278.19">692 14973 223 0,'0'0'12'0,"0"0"-4"15,0 0-1-15,0 0-13 16,0 0-20-16,0 0-34 16,0 0-44-16</inkml:trace>
  <inkml:trace contextRef="#ctx0" brushRef="#br0" timeOffset="59690.29">802 14713 192 0,'0'0'0'15,"0"0"-2"-15,0 0-2 16,0 0 0-16,17 49 1 16,-11-27 2-16,3 5 0 15,1 2-1-15,2-1 1 16,-3 2 1-16,1-1 1 0,0 0-1 15,-1 1 1-15,-2-3 0 16,4 3 0-16,-2-3 0 16,0-3-1-16,1-3 1 15,0-4-1-15,-3-7 2 16,1-2-1-16,0-4 0 0,-2-4 1 16,-1 0-3-16,1 0 5 15,-1-9 6-15,4 0 5 16,-2-3-6-16,1-2-3 15,4-2 0-15,-1 1-2 16,4-3 0-16,1 1 0 0,-1-1-2 16,3-1-2-16,3 1 1 15,1-2-1-15,2 2-1 16,-5 1-25-16,0-2-120 16</inkml:trace>
  <inkml:trace contextRef="#ctx0" brushRef="#br0" timeOffset="61490.27">6668 11605 107 0,'-14'-8'14'0,"-2"0"15"0,1 1 9 0,4 1-15 16,-5-1-5-16,2 3-3 15,1-1-4-15,-1 3-9 16,-1 0-1-16,4 2-1 16,-2 0-1-16,-3 8 0 0,1 8-3 15,-1 10 6-15,2 9-3 16,0 7 1-16,1 10 2 16,1 11-2-16,4 10 1 15,2 14-1-15,3 10 0 16,3 12 1-16,0 3-1 0,7-1 0 15,9-6 0-15,3-12 0 16,6-13 0-16,6-16 1 16,1-11 2-16,3-12 0 15,1-8-2-15,2-9 0 16,1-8-3-16,0-9 3 0,-1-7-2 16,1-8-1-16,-3-20-2 15,1-9 5-15,1-11 4 16,-5-12-3-16,-2-11 2 15,-1-14 0-15,-8-9 0 16,-1-5 8-16,-10-8 0 0,-9-3-2 16,-2 3 0-16,-11 6-8 15,-14 6 0-15,-11 7 2 16,-3 10-4-16,-9 13 0 16,-1 10 0-16,-2 13-4 15,-3 14 1-15,0 18-2 16,-2 10-8-16,3 24-24 0,-5 18-31 15</inkml:trace>
  <inkml:trace contextRef="#ctx0" brushRef="#br0" timeOffset="62337.25">6191 14213 182 0,'0'0'-7'0,"0"0"23"0,0 0 17 16,0 0-14-16,0 0-13 16,-37-1-5-16,34 11-4 0,1 4 4 15,0 6-2-15,0 6 1 16,2 5-3-16,0 2 7 16,2 3-3-16,5 0 0 15,5-6 0-15,3 4 1 16,1-7-1-16,3-3 0 0,2-4 1 15,0-5-1-15,-2-3 2 16,1-8 0-16,-3-4-5 16,-3 0 2-16,-1-7 0 15,-2-9 0-15,-3-6 0 16,0-4 5-16,-4-7 0 16,-2-2 1-16,-2 0-2 0,0-4-2 15,-4 4 0-15,-7-1 2 16,-5 4-2-16,-1 3 0 15,-4 4 1-15,-1 5 4 16,-3 4 4-16,1 6-6 16,0 3-4-16,3 4-2 0,0 3 1 15,6 6-3-15,-1 9-7 16,5 4-7-16,5 8-11 16,1-2-11-16,4-2-24 15,1-2-72-15</inkml:trace>
  <inkml:trace contextRef="#ctx0" brushRef="#br0" timeOffset="62515.29">6395 14209 274 0,'0'0'6'0,"0"0"2"0,0 0-1 0,0 0-5 0,0 0-1 15,0 0-2-15,0 0-5 0,0 0-29 16,0 0-87-16</inkml:trace>
  <inkml:trace contextRef="#ctx0" brushRef="#br0" timeOffset="62814.64">6549 14005 42 0,'0'0'142'16,"0"0"-141"-16,0 0-1 16,0 0-1-16,0 0 0 15,0 0-2-15,33 39 11 0,-24-10 2 16,-2 4-5-16,0 2 1 16,2-1 1-16,-3-3-1 15,3-3-2-15,-1-7-1 16,0-4 0-16,3-6 2 15,3-5 0-15,-1-6 1 0,5 0-1 16,1-14 0-16,5-8-1 16,4-5 0-16,0-4 0 15,2 0-3-15,-2-1-2 16,-6 3-52-16,-9 6-128 16</inkml:trace>
  <inkml:trace contextRef="#ctx0" brushRef="#br0" timeOffset="63930.99">2861 14734 128 0,'0'0'6'0,"0"0"5"0,0 0 5 0,-6-41 0 0,6 34-5 16,0 3-7-16,0 3 0 15,-2 1-1-15,2 0 4 16,0 0-3-16,0 0-8 15,0 6 3-15,0 5-1 16,6 2 3-16,1 2 0 0,4 4 2 16,2 0-2-16,2-1 1 15,4 1-1-15,1-2-1 16,0 1 1-16,4-3 0 16,3 0 0-16,0 1-1 15,2-3 1-15,0-1-1 0,3-4 1 16,1-4-1-16,3-2 1 15,-1-2 0-15,1-2-1 16,0-8 0-16,-2-4-1 16,-1-3 2-16,-1-3 2 15,-1 0-3-15,0-2 0 16,-1-1 4-16,1-1-3 0,0 1 0 16,0 0 0-16,-1 2-1 15,0 5 2-15,0-1-2 16,-1 3 0-16,0 6 0 15,-1-1 0-15,1 4 0 16,-4 3 0-16,2 2-2 0,2 0 2 16,-4 6 2-16,0 5-4 15,-1 5 4-15,2-1-2 16,-3 4 0-16,2-2 0 16,-3 0 1-16,-2-2-1 15,2-3 2-15,-1-2-2 0,-1-3 1 16,2-3-1-16,-2-2 1 15,2-1 0-15,1-1-1 16,0 3 1-16,5 1 0 16,2 4-1-16,5 5 0 15,5 3-1-15,0 1 2 0,5 2 0 16,-3-5 0-16,1-3 0 16,-3-4 1-16,-4-7-1 15,-1 0 1-15,-1-7 2 16,-3-11 0-16,-2-8 3 15,-2-5 0-15,-4-9-1 0,-3-4 0 16,-4-7 1-16,-5-2-4 16,-2-4-2-16,-9 2-1 15,0 1-4-15,-10 10-46 16,-14 10-114-16</inkml:trace>
  <inkml:trace contextRef="#ctx0" brushRef="#br0" timeOffset="64479.11">3188 15608 238 0,'-2'0'-4'0,"-1"0"15"0,3 7-8 0,0 5-7 15,0 5 0-15,3 5 3 16,3 7 2-16,3 5-1 16,0 3 1-16,4 6 0 15,-2 3 0-15,3 4 0 16,-1 0 0-16,-2 1 1 0,1-1-1 16,-1-4-1-16,-1-4-8 15,2-7-10-15,-3-8-21 16,-3-10-28-16</inkml:trace>
  <inkml:trace contextRef="#ctx0" brushRef="#br0" timeOffset="64771.28">3411 15581 46 0,'0'0'69'16,"0"0"-65"-16,0 0 9 16,0 0 3-16,0 0 13 15,0 0-3-15,0 0-25 0,0 0 1 16,4 61-2-16,3-28 3 16,-1 1 0-16,4 4-2 15,-5-2 0-15,3 0 0 16,-2 0 0-16,0 0 0 15,-2-1-1-15,-2-2 0 16,0 0-6-16,-2-5-28 0,0-2-34 16</inkml:trace>
  <inkml:trace contextRef="#ctx0" brushRef="#br0" timeOffset="64979.11">3263 16068 243 0,'0'0'-18'0,"0"0"17"16,0 0 2-16,9-45 0 0,5 28 0 15,1-2-1-15,4 1 1 16,3-1-1-16,0 1 0 16,2 0-1-16,-1-1 0 15,0 2-23-15,-4 0-31 16,0 1-7-16</inkml:trace>
  <inkml:trace contextRef="#ctx0" brushRef="#br0" timeOffset="65112.85">3559 15804 180 0,'0'0'37'0,"0"0"-6"16,0 0-15-16,0 0-11 0,0 0 0 15,0 0-10-15,0 0-20 16,0 0-39-16,0-34-17 15</inkml:trace>
  <inkml:trace contextRef="#ctx0" brushRef="#br0" timeOffset="65576.53">3691 15496 228 0,'0'0'4'16,"0"0"3"-16,0 0 3 0,0 0-5 15,0 0-2-15,0 0 7 16,0 0 1-16,0 0-11 16,2 4-3-16,0 15 3 15,4 5 1-15,-2 7-3 16,4 5 2-16,-2 3 0 0,1 0 0 16,-1 1-3-16,-1-2-2 15,0-3-4-15,-1-6 3 16,-2-4 2-16,1-6 1 15,-1-5 1-15,0-4 2 16,-2-6 0-16,2-1 0 16,0-2 0-16,-2-1-1 0,1 0-2 15,1 0 0-15,2 0 2 16,-2 0-2-16,1 0 3 16,1 0 0-16,3-4 0 15,-2 1 1-15,5-2-1 16,2-2 0-16,1-1 2 0,1 1 0 15,1 0 0-15,1 0-1 16,-3 3 0-16,3-1-1 16,-5 3 0-16,2 2 0 15,-1 0 0-15,-3 0 0 16,-1 0-3-16,0 8-20 0,-4 2-40 16,-4 0-57-16</inkml:trace>
  <inkml:trace contextRef="#ctx0" brushRef="#br0" timeOffset="65754.14">4055 15787 216 0,'0'0'-5'0,"0"0"-61"0,0 0 21 0</inkml:trace>
  <inkml:trace contextRef="#ctx0" brushRef="#br0" timeOffset="66189.39">4041 15681 178 0,'0'0'33'15,"0"0"-7"-15,0 0-25 16,0 0 1-16,0 0 0 15,0 0-1-15,43-9 1 0,-28 3-2 16,1-1 2-16,-1 3-4 16,4-2 2-16,-2 1-1 15,1-2-8-15,5 1-15 16,-4-3-28-16,0-1-18 16</inkml:trace>
  <inkml:trace contextRef="#ctx0" brushRef="#br0" timeOffset="66574.33">4428 15448 213 0,'0'0'-4'0,"0"0"24"16,0 0 8-16,0 0-14 15,0 0-6-15,0 0-3 16,0 0-3-16,0 0 0 0,-11-3-2 15,11 1-3-15,0-3-5 16,0-4-4-16,0-2 9 16,0-6 5-16,0-2-7 15,-3 1 4-15,1-2-3 16,-2 3 14-16,1 6-9 16,1 1 3-16,-2 4 1 0,4 3 0 15,0 3-1-15,0 0-4 16,0 7 1-16,6 7-6 15,8 2 5-15,-1 4 1 16,4 4 1-16,0 2-2 16,1 1 1-16,-3 0-1 0,-3-1-8 15,-5 2-30-15,-1-1-8 16,-4 0 6-16,-2-2 4 16,0 2-64-16</inkml:trace>
  <inkml:trace contextRef="#ctx0" brushRef="#br0" timeOffset="66723">4476 15797 109 0,'0'0'5'0,"0"0"11"16,0 0-2-16,35-38 5 0,-22 16-3 16,3 0-9-16,-1-4-5 15,1 3-5-15,-5 1-128 16</inkml:trace>
  <inkml:trace contextRef="#ctx0" brushRef="#br0" timeOffset="75490.6">940 11444 22 0,'0'0'2'0,"0"0"-1"0,0 0-1 0,0 0 1 15,0 0 2-15,0 0 9 16,0 0 4-16,0 0-9 15,0 0-2-15,0 0-1 16,0 0-2-16,0 0-1 0,-12-23-1 16,12 23-1-16,0-1 0 15,0 0 2-15,0 1 5 16,0 0 13-16,0 0-4 16,0 0-10-16,0 0-4 15,0 0-2-15,0 0 0 0,2 0 2 16,5 0-1-16,-2-2 1 15,3-1 0-15,-1 0 0 16,3-1-1-16,0 0 1 16,-1 0-1-16,3 2 0 15,1-1 0-15,-2 2 0 16,4 1 0-16,1-2 0 0,0 2 0 16,-1 0 0-16,-1-1 0 15,3-2 0-15,-1 0 0 16,0-1 0-16,2 0 0 15,0-2 0-15,-1 3 0 16,2 0 1-16,-4 3-1 0,1 0-1 16,-3 0 1-16,3 1-1 15,-3 5 1-15,1 2 0 16,1 0 0-16,-2 1 0 16,1-2 0-16,-1 1 0 15,-1-1 0-15,-1-1 0 0,-3 0 0 16,0-1 0-16,-2-2 0 15,-1 3 1-15,-1-2-1 16,2 2 0-16,-1 1 0 16,2 0 0-16,0 0 0 0,1 2 1 15,-1 1-1-15,3 1 0 16,0 2 0-16,1 1-2 16,1 2 2-16,-3 1 1 15,1 0-1-15,0 4 0 16,-1-1 0-16,-1 4 0 15,0 0-2-15,-1 3 1 0,1 1-3 16,1 1 4-16,-2 4-2 16,2-2 1-16,-1 4-2 15,-1 2 1-15,1-2 2 16,0 3-1-16,-1 0 0 16,-1 0 0-16,1 1 1 0,2-2 0 15,0 1-3-15,-3 2 4 16,4 4 1-16,-3 0-1 15,1 1-1-15,-1 2-3 16,0-3 1-16,-3 0 1 16,-1-2 0-16,-3-3 1 0,0 1 1 15,0-2-1-15,-5-1 1 16,-2-1 1-16,-2-1 3 16,0 1-1-16,0-1 3 15,0 1-3-15,0 1-4 16,-1 1 3-16,0 3 2 0,-1 3-5 15,0 1 2-15,0 1-1 16,-2-3 0-16,1 0 0 16,-1-7 0-16,0-2 5 15,-1-2 17-15,-1-4-3 0,1 2-9 16,1-1-11-16,-1 3 1 16,1-1-1-16,-3 3 1 15,1 0-2-15,-2 2 1 16,0-2-1-16,-3-4-1 15,1 0 2-15,0-2 2 16,-2-2-2-16,2-2 0 0,-4-3 1 16,3 2 0-16,-3-5 0 15,2-1 0-15,0-1 2 16,-1-5 1-16,2 1 6 16,-4-5 6-16,1 0-7 15,-2-3 2-15,1 0-5 0,-5-2 0 16,0-2-4-16,0 0-1 15,0-3-2-15,0-7 3 16,-3-1 1-16,1-5 0 16,0-4-2-16,-2-4 1 15,1-2 1-15,-1-5-3 0,-4-3 3 16,4-4-3-16,-1 1 2 16,3-4-2-16,0-2 0 15,1-1 1-15,2 2 0 16,4-3-1-16,-1 0 1 15,2-3-1-15,1-4 0 0,2-3 0 16,0-5-1-16,-1-5 0 16,2-3 2-16,-2-3-1 15,1-6-1-15,5-1 1 16,-2-1 0-16,7-1-1 16,5 2-1-16,5 0-2 0,0 8-1 15,1 3-1 1,11 4 4-16,4 4 0 0,2 2 3 15,4 1-1-15,1 0 1 16,2 4-2-16,1-2 1 16,3 1 1-16,0-1-1 0,4 2-1 15,2-2 1-15,0 1 0 16,5 2-1-16,0 2 2 16,3 3-1-16,-3 5 0 15,3 2 0-15,0 1 0 16,1 5 0-16,-3 1 0 0,1 2 0 15,0 0 0-15,1 5 0 16,-3 2-1-16,-2 3 2 16,-1 3-2-16,-2 4 1 15,-2 3-1-15,-4 5 1 16,-1 3-1-16,0 2 0 16,-1 0 1-16,4 3-3 0,-2 8 3 15,0 3-2-15,0 6 1 16,2 3-1-16,-2 8 0 15,3 3 0-15,-3 6 1 16,2 4 2-16,-2 3-3 16,0 1 2-16,0 4 0 0,0 0 0 15,-2 1 1-15,-3 1-1 16,1-2 0-16,0 4 1 16,-2-1-1-16,1 5 0 15,-4 2 1-15,0 6-1 16,1 7 0-16,-4 9-1 0,-1 9 1 15,-1 3 1-15,1 5-2 16,-5-3 1-16,-2 0-1 16,0-9-2-16,-2-9 0 15,-5-5 1-15,-2-3 3 16,0-2-3-16,0-1-1 0,-9 0-7 16,0-2-5-16,-4-3 1 15,-1-5 4-15,1-3 3 16,-3-7 4-16,-2-2 3 15,-2-4 2-15,0-2-2 16,-2-5 0-16,-5-2 0 16,-2-3 1-16,-3-3-1 0,1-5 1 15,-2 1 1-15,-1-5 5 16,-1-2 0-16,1 0-3 16,-2-2 0-16,-2 1-2 15,-4 0-2-15,-3-1 0 0,0 1-7 16,-4-3-13-16,2-5-40 15</inkml:trace>
  <inkml:trace contextRef="#ctx0" brushRef="#br0" timeOffset="77533.08">667 14508 92 0,'-7'0'7'0,"2"0"13"0,0 0-3 15,1 0-6-15,2 0-5 0,-2-1-2 16,2-1-2-16,1 0-1 16,-3-1-1-16,0-1 1 15,1 3-1-15,-2-2 0 16,1 1 0-16,-2 1-1 15,1-2 0-15,-1 3 1 0,-2 0 1 16,2 0-1-16,-3 0 1 16,3 0-1-16,-4 0 0 15,1 0 0-15,-2 3 0 16,2 1 0-16,-2 5-1 16,0-1 1-16,-1 2 0 15,2 3-1-15,-1-1 1 0,-1 2 0 16,1 0 0-16,-3 1 1 15,3 1-1-15,-1 1 0 16,0 1 0-16,1 1 0 16,0 1-1-16,-1 3 0 15,1-1-4-15,-1 2 3 0,2 1 0 16,-1 1 1-16,-1 3 0 16,3 1 1-16,1 1 0 15,-2 3 0-15,4 3 1 16,1 2-1-16,1 2 0 0,2 1 0 15,2-2 0-15,0 1 1 16,0 1-2-16,2-3 1 16,7 1 0-16,0-2 0 15,4 1 0-15,0-4 0 16,1 2 0-16,3-3 1 0,0 0-1 16,5 3 0-16,-2-1 0 15,4 2 1-15,3 0-1 16,1-1 0-16,3 3 0 15,0-1 0-15,2-2 0 16,-1-2 0-16,1-4 0 16,-2-4 0-16,1-4 0 0,-1-5 1 15,-2-4-1-15,0-5 0 16,2-2 1-16,1-4 0 16,1-3-1-16,1 0 1 15,1-7-1-15,4-6-1 16,-5-7 0-16,3-4-5 0,-1-6-1 15,-1-4 3-15,1-3 2 16,-2-2-3-16,2-3-9 16,-3 0-16-16,-1-2-3 15</inkml:trace>
  <inkml:trace contextRef="#ctx0" brushRef="#br0" timeOffset="77675.37">1455 14918 66 0,'-26'-60'4'0,"-5"-1"-2"0,-4 0-2 0,-2 0-1 0,-1 1-9 0,-2 4-14 16</inkml:trace>
  <inkml:trace contextRef="#ctx0" brushRef="#br0" timeOffset="78673.2">602 14364 97 0,'0'0'4'0,"0"0"1"0,0 0 1 0,0 0-3 16,0 0 2-16,-8-41 2 15,8 28 4-15,8 0-4 16,1-2-4-16,3-1-2 0,7-2-1 15,-1 0 0-15,4 1 0 16,0 1 0-16,5 1-1 16,2 3 0-16,-1 3 0 15,5 1 0-15,-2 3-4 16,3 4 4-16,3 1-1 16,1 0 1-16,3 0-1 0,-1 4 0 15,0 3-1-15,1 4 2 16,-4 0-1-16,-1 4 2 15,0-1-1-15,-3 3 1 16,-4 5-1-16,0 3-1 0,-2 4 3 16,-2 5 1-16,0 5-2 15,-4 4 2-15,2 7 0 16,0 3-1-16,-4 6 1 16,2 1-1-16,-1 4-1 15,-3-2 1-15,2 3-1 16,-4-1 0-16,1-1 0 0,-5 1-1 15,-2 2-2-15,-4 0 2 16,-3 1-2-16,-2-1-3 16,-2 1-1-16,-10-2 3 15,-3 2-2-15,-5 1-25 0</inkml:trace>
  <inkml:trace contextRef="#ctx0" brushRef="#br0" timeOffset="83672.58">648 16550 101 0,'-6'0'6'0,"1"0"14"0,3 0 0 16,0-2 10-16,0 0-14 16,0 0 4-16,2 2-5 15,0 0-6-15,0 0-11 0,2 0-2 16,5 0 4-16,3 0 1 15,4 0-1-15,2 0 2 16,8-14 0-16,7-14 0 16,7-12-1-16,14-15-3 15,6-18-30-15,9-15-60 16</inkml:trace>
  <inkml:trace contextRef="#ctx0" brushRef="#br0" timeOffset="86120.54">2928 14719 85 0,'-2'0'5'0,"0"0"12"0,-1 0-4 0,1-1-4 16,2-1 0-16,0 2-6 16,0 0-3-16,0 0-3 15,0 0 0-15,2 7 1 16,3 3-1-16,1 4 3 0,2 2-1 15,0 0 0-15,1 2 1 16,0-1 0-16,3 0 0 16,-1 2 1-16,3-3-1 15,1 1 0-15,0-2 1 16,3-2 1-16,0-3-2 0,-1-2 0 16,6-1 1-16,-3-5-1 15,2-2 1-15,3 0 1 16,0 0-1-16,-2-7 1 15,3-2 0-15,-2-1 1 16,1 0-2-16,-4-2 0 0,3-1 1 16,-2-3-2-16,0 2 3 15,-1-4-1-15,-1 0 2 16,2 0-3-16,0-2 2 16,1 2-2-16,-1-1 0 15,0 1-1-15,1 1 2 0,0 0-4 16,-2 2 2-16,0 3 2 15,1 0-4-15,-2 1 4 16,1 1-2-16,3 1 0 16,-4 1 0-16,4 1 0 15,-1 1 0-15,0 3 0 0,-2 2-2 16,2 1 0-16,2 0 1 16,-3 0 0-16,2 6-1 15,1 2 0-15,0 3 1 16,0 1 0-16,1 2 1 15,-2 3-1-15,1 2 1 16,-4 2 0-16,3-3 0 0,-6-1 0 16,0 0 0-16,-3-4 0 15,-1-3 0-15,-1-2 0 16,-1 0 1-16,-2-3-1 16,1-2 1-16,-1 1 2 0,-1-4-1 15,0 0 0-15,4 0 2 16,-2-1-1-16,2-9 2 15,1-1 0-15,1-4 0 16,1-2-3-16,0-2 2 16,6 0-1-16,-3-1-2 15,5 2 1-15,-2 1-2 0,5 2 0 16,-3 3 0-16,2 3 0 16,3 4-2-16,0 1-1 15,2 3 0-15,2 0 2 16,3 1 0-16,0-2 1 15,3-2 0-15,-2-1 1 16,-3-4 0-16,-3-4 1 0,0-1 2 16,-7-3 5-16,-2-3 2 15,-3 0-1-15,-4 0 1 16,-4 0 2-16,-4-1 1 16,-3 3-1-16,-4-1-3 0,0 2-3 15,0 0-5-15,-6 0-1 16,-4 3-3-16,-1 0-28 15,-1 2-59-15</inkml:trace>
  <inkml:trace contextRef="#ctx0" brushRef="#br0" timeOffset="89800.12">3024 14613 37 0,'0'2'1'0,"0"1"2"0,-4 3 3 0,2 1-3 16,1 1-1-16,-1 1 3 16,2 1 2-16,0 2 1 15,0 0-3-15,0 1-1 0,0 1-2 16,5-2 0-16,3 0-1 15,4-2 0-15,-1 1 1 16,3-5 0-16,-1 0-1 16,3-1-1-16,-1 0 0 15,1-2 2-15,0-1-2 16,2-1 0-16,1-1 1 0,-1 0-1 16,3 0 1-16,-2 0 0 15,2-2 1-15,2-5 0 16,-2-1 3-16,0-2-2 15,-1-2 0-15,0-2 0 16,0 0 1-16,-5-3-1 16,3 0-1-16,1 0 0 0,-4-2 1 15,1 1-2-15,-1 2 2 16,1-1-2-16,-3 2 0 16,4 0 0-16,0 1 1 15,1 3-2-15,-1-2 2 0,2 3-2 16,3 3 0-16,-5 1 0 15,4 3 0-15,-1 0-1 16,-2 3 0-16,2 0 1 16,0 0 0-16,2 1-1 15,1 4 1-15,2 2 0 16,-4-1-1-16,4 1 1 0,0 3-1 16,2 1-1-16,-4 2 1 15,2 0-1-15,0 1 1 16,2 6 0-16,-2-3 2 15,-3 3-1-15,0 0 0 0,-2-2 0 16,1 1-1-16,-3-4 2 16,2 0-1-16,0-4 1 15,-3-3-1-15,4-3 2 16,2-2-1-16,-2-3 1 16,4 0 0-16,0-5 0 15,2-9 0-15,0-1-1 0,2-2 1 16,-1-3-1-16,-1 1 0 15,2-1-1-15,0 2 0 16,2 1 0-16,1 0 0 16,-1 1 0-16,3 0 0 15,2 2 0-15,-2 0 0 0,1 1 1 16,-3 0-1-16,1-1 2 16,-6-1 3-16,-2 0 7 15,-4-1 0-15,-5 0 2 16,-3-1-1-16,-6 0 0 15,0-2-2-15,-7 2-3 0,0 0-3 16,0 0-2-16,-11 3-3 16,-2-1 2-16,-4 6-24 15,-9 0-53-15,-1 2-48 16</inkml:trace>
  <inkml:trace contextRef="#ctx0" brushRef="#br0" timeOffset="99720.93">3622 15179 1 0,'-5'-5'8'0,"-4"-1"16"0,2 0-7 0,-4 2 0 15,-1 0-8-15,1-1 2 16,-1 1-6-16,0 3 0 0,-1-1-2 15,-1 1-2 1,1 1 0-16,-4 0 0 0,2 0-2 16,-1 0 1-16,-1 4-2 15,-3 3 3-15,4 0-1 16,-4 0 1-16,2 3-1 16,-4 0 0-16,1 2 0 0,-1-1-1 15,0 5 2-15,-3-2-2 16,3 1 1-16,-1 1 1 15,2 0-2-15,-2 2 3 16,1-2-5-16,4 2 11 16,-2 1-4-16,1 1 1 0,4 0-5 15,-3 1 2-15,3-1-4 16,-1 1 4-16,-2 2 0 16,2-1-2-16,-1 0 1 15,-3 2 2-15,3 0 4 16,2 1-3-16,1 1-2 0,1 1 0 15,2 0-2-15,2 0 2 16,2-1 0-16,3-1-1 16,0 0-2-16,4-1 2 15,-2-2-1-15,2 1 1 16,0 1 0-16,0 0-1 16,0-1 0-16,2 1 0 0,2 0 0 15,2 2 0-15,1-2 1 16,2 4-1-16,2-1 0 15,2 0 0-15,3 1 1 16,3-2-3-16,-2 1 2 16,6-1 0-16,-1-2 0 0,0-3 0 15,5 1 1-15,-2-4-1 16,2 1 0-16,2-4 0 16,0 2-2-16,2-1 2 15,0-2 2-15,3-1-2 16,-1 1-1-16,-1-1 1 0,3-2 1 15,-1 1 0-15,3-3 0 16,2 0-1-16,1-2 1 16,7 0 0-16,2-2 1 15,3-1-1-15,2-3 1 16,1-1 0-16,1 0-2 0,4-1 2 16,-1-8-1-16,3-5 2 15,-2-1-2-15,3-4-1 16,-1-4 4-16,3-4-2 15,0-2 2-15,-1-4-1 16,1-4 0-16,-1-3-1 0,-2-5 0 16,-4-2 0-16,-2-4 2 15,-3-2 0-15,-3-1-1 16,-8 0 2-16,-4-3 1 16,-9 0 2-16,-6-2 2 15,-8 2 0-15,-7-2 2 0,-8 1-4 16,0 2-2-16,-14-1 1 15,-6 3 0-15,-11 0-2 16,-8 1 0-16,-5 5-2 16,-6 4-3-16,-8 5 1 15,-3 3-2-15,-6 3 2 16,-4 8 1-16,-3 3-4 0,-4 8-1 16,-4 7-12-16,-1 7-11 15,-2 2-32-15,2 10-8 16</inkml:trace>
  <inkml:trace contextRef="#ctx0" brushRef="#br0" timeOffset="101186.13">3219 16785 86 0,'-4'0'16'0,"-2"0"24"0,2 0 10 0,0 0-13 15,2 0-13-15,2 9-18 16,0 4-9-16,0 5 0 0,0 9 2 15,0 5 1-15,2 3-1 16,2 0 2-16,6 1 1 16,-4-7 0-16,3-1 0 15,-3-5-2-15,1-5-10 16,-2-6-28-16,-3-7-46 0</inkml:trace>
  <inkml:trace contextRef="#ctx0" brushRef="#br0" timeOffset="101521.68">3248 16848 127 0,'0'0'5'15,"0"0"4"-15,0 0 16 16,0 0-19-16,0 0-25 16,0 0 2-16,0 0 21 15,40 37-4-15,-20-11 1 16,2 3 3-16,5-2-4 0,-2 0 0 15,2-4 1-15,0-5-1 16,-3-3 2-16,-2-5-1 16,-5-3-1-16,0-6 0 15,-5-1 2-15,-2 0 7 16,-3-7 20-16,-3-7 17 0,-2-6-22 16,-2-5-9-16,0-5-7 15,0-2-5-15,-4-6 2 16,-3 1-3-16,1 3 0 15,2 4-1-15,0 5-1 0,3 8-5 16,1 5-21-16,0 5-54 16</inkml:trace>
  <inkml:trace contextRef="#ctx0" brushRef="#br0" timeOffset="101884.27">3668 16874 231 0,'0'0'-17'16,"0"0"20"-16,0 0 2 15,0 0-5-15,0 0-1 0,0 0-2 16,-9 45 1-16,9-28-5 16,0-3 0-16,4 3-5 15,5-4-1-15,5-1-3 16,1-5 16-16,1-5 0 15,-1-2 4-15,0 0 1 0,-1-6 5 16,1-6 0-16,-4-4 0 16,-1-3 7-16,-2-3 5 15,-4-2-2-15,-2-1-1 16,-2-1-3-16,0 0-7 16,-2 2-5-16,-8 6-1 0,2 2-2 15,-1 6-3-15,-2 9-2 16,-1 1 6-16,1 14-12 15,0 10-19-15,0 4-22 16,2 2-24-16</inkml:trace>
  <inkml:trace contextRef="#ctx0" brushRef="#br0" timeOffset="102724.31">4218 16709 154 0,'0'0'-5'0,"0"0"38"0,0 0-17 0,0 0-12 15,0 0-4-15,0 0 0 16,-40 38-1-16,35-18-2 0,0-1 1 16,5 0 1-16,0-4-2 15,0-4-2-15,5-1-2 16,4-7 0-16,2-2 0 16,1-1 13-16,-1-7 0 15,-1-4 3-15,2-5-6 16,-5-1 0-16,-1-1 2 0,-4 1-1 15,-2 1-1-15,0 3 0 16,-2 3 1-16,-4 3-2 16,-5 7-6-16,-1 0 0 15,-1 0-10-15,3 9-1 16,-1-1 8-16,5-1 2 0,4-1 0 16,2-6-2-16,0 0-20 15,6-9 12-15,9-6 16 16,0-6 0-16,5-5 2 15,-2-3 2-15,2 1 1 16,0 4 2-16,-5 3 2 0,-2 5 0 16,-1 6 0-16,-1 9-3 15,-1 1-9-15,0 13-9 16,1 14 20-16,1 10-3 16,-1 11-5-16,2 9 2 15,1 9-2-15,-1 2-1 0,5-2 4 16,-3-5-4-16,1-9 1 15,-1-9-1-15,0-10 0 16,0-9 0-16,-2-7 0 16,-1-5-1-16,-2-6 0 15,0-6 2-15,-4-5 6 0,-1-11 17 16,-1-7-3-16,-4-8-12 16,0-4-4-16,0-4-1 15,-8 1-6-15,-3 2-12 16,-4 5 0-16,0 7 6 0,-3 7 8 15,1 8-9-15,-3 5 16 16,5 4-5-16,2-1 1 16,1 1 2-16,6-2 0 15,4 1 4-15,2-5-6 16,7-4 4-16,6-4-9 16,10-6 4-16,4-4 1 0,4-4-2 15,-1-6-38-15,3-1-66 16</inkml:trace>
  <inkml:trace contextRef="#ctx0" brushRef="#br0" timeOffset="103138.42">4998 16479 100 0,'0'0'3'0,"0"0"6"0,0 0 15 0,5-38 0 0,-5 23-1 16,0-2-5-16,0-1-2 15,0-1 1-15,0-3-6 16,0 2-4-16,0 0-5 0,0 4-1 16,-4 3 0-16,3 5 0 15,1 2-1-15,0 6 4 16,0 0-13-16,0 10 2 15,5 10 4-15,3 8 2 16,3 2-1-16,-1 8 0 16,3 1-3-16,0-2 5 0,-2-2 0 15,0-3 0-15,-2-3 3 16,-2-3-2-16,-2-2 1 16,-5-1-1-16,0-2 3 15,0-4 1-15,-10 2 1 16,-3-6 2-16,0-4-3 15,-1-3-3-15,-1-4-5 0,1-2-24 16,1-13-62-16</inkml:trace>
  <inkml:trace contextRef="#ctx0" brushRef="#br0" timeOffset="103364.3">5105 16277 99 0,'0'0'152'15,"0"0"-142"-15,0 0-14 0,0 0-5 16,0 0-1-16,40 9 6 16,-28 11 2-16,-4 7 7 15,3 5-3-15,-1 4-2 16,-1 1 0-16,-1 1 2 16,-1 0 0-16,-3-4 3 15,0-1 1-15,-2-3-2 16,-2-5-15-16,0-6-56 0,-10-9-89 15</inkml:trace>
  <inkml:trace contextRef="#ctx0" brushRef="#br0" timeOffset="103663.13">5076 16530 221 0,'0'0'-7'16,"0"0"1"-16,52-38 3 15,-30 23 9-15,2 1-4 0,-1 0-2 16,-3 5-1-16,-4-1-1 16,2 2 2-16,-5 5 3 15,-2 2 2-15,1 1-2 16,0 1-6-16,-3 14 3 16,-1 3 1-16,-2 3 6 0,0 3 1 15,-3-3-3-15,1-2-1 16,1-5-4-16,0-2 1 15,3-3-1-15,1-7 1 16,5-2 3-16,1 0 4 16,3-13-1-16,-2-7-40 0,-2-5-77 15</inkml:trace>
  <inkml:trace contextRef="#ctx0" brushRef="#br0" timeOffset="103784.66">5380 16281 153 0,'0'0'88'0,"0"0"-87"0,0 0 2 16,-40-7-1-16,40 7-9 16,0 7-72-16,0-1-75 15</inkml:trace>
  <inkml:trace contextRef="#ctx0" brushRef="#br0" timeOffset="104217.77">5575 16355 135 0,'0'0'53'16,"0"0"-40"-16,0 0 14 0,0 0-14 15,0 0-10-15,0 0 1 16,0 0 0-16,-41-14-5 16,27 30 0-16,1 4 3 15,5 2-3-15,0 2 0 16,8-2 0-16,0-4 0 0,1-4-2 15,12-5 0-15,0-5 1 16,3-4-2-16,2-6 2 16,2-10 3-16,3-7 0 15,-4-4 1-15,4-7-1 16,-3-1 1-16,-6-5-1 0,1-2 0 16,-6-2 1-16,-5 0 1 15,-3 1-1-15,-1 5-1 16,0 7 1-16,-1 8-1 15,-1 10 7-15,-2 8 5 16,-2 5-3-16,1 17-11 16,0 10-1-16,-1 11-1 0,5 6 1 15,1 3 1-15,0-1 0 16,4-4 1-16,11-4 0 16,2-5-14-16,-1 0-23 15,-1-2-29-15,1-8-2 16</inkml:trace>
  <inkml:trace contextRef="#ctx0" brushRef="#br0" timeOffset="105207.38">5901 16404 120 0,'0'0'27'0,"7"-44"27"0,-7 22-18 16,0 4-17-16,-2 2-9 16,-5 5-6-16,-5 5-2 15,-1 5-8-15,-3 1 10 16,-1 5-3-16,1 10-3 15,5 5 2-15,0 1-1 16,4 0-1-16,7-3-2 0,0-2-4 16,11-4-4-16,0-7 2 15,5-2-5-15,-3-3 16 16,2-6 2-16,-1-9 1 16,1-5 2-16,-3-6 2 15,-3-4 1-15,-3-5-2 0,-3-8-3 16,-3-2 1-16,0-1-4 15,-1-2 2-15,-5 1-2 16,-5 5 0-16,1 6 1 16,2 8-2-16,1 9 0 0,1 8 0 15,0 9-3-15,5 5-10 16,-2 20 14-16,3 9-5 16,0 7 1-16,0 9-2 15,4 2-1-15,6-3 1 16,3-4 3-16,1-6 1 15,1-5-2-15,2-8 2 0,0-3 1 16,-1-5-1-16,1-5-1 16,-1-5 1-16,-2-6 0 15,2 0 8-15,2-1-2 16,-1-12 0-16,1-5 0 16,-4-4 1-16,1-5-1 0,-4-2-1 15,-4 2 1-15,-5 2-4 16,-2 4 3-16,0 4-2 15,-6 7 6-15,-3 6-4 16,-1 4-2-16,0 0 4 16,1 6-6-16,2 8-2 0,0 4 2 15,3 2-1-15,3 1-2 16,1-1 1-16,0-3 0 16,10-1 0-16,1-3-1 15,0-5-1-15,5-1-3 16,1-6-9-16,2-1 14 0,1 0-3 15,-1-8 2-15,2-5 2 16,-1-4 2-16,-2-3 0 16,2-1 1-16,-5-2-1 15,1 2 0-15,-3 1 0 16,-3 6 4-16,-3 5 9 0,1 4-3 16,-4 3-8-16,3 2-3 15,1 0-3-15,0 7-3 16,-1 5 1-16,1 1 10 15,-1 5-2-15,0-1 1 16,-5 0-1-16,0 0 0 16,-2-1-2-16,0-3-1 0,0-3-3 15,-2-4 1-15,-4-4-1 16,-1-2 4-16,2 0 1 16,0-8-4-16,1-11-8 15,2-2 18-15,2-6-7 0,0 0 2 16,2-3-2-16,7 5 0 15,3 6 1-15,3 2-2 16,1 10 0-16,1 3 0 16,1 4-2-16,3 1-3 15,-4 12-1-15,-2 5-5 16,2 5 17-16,-6 1-3 0,0 0-18 16,-6-5-48-16,-1-12-115 15</inkml:trace>
  <inkml:trace contextRef="#ctx0" brushRef="#br0" timeOffset="105549.78">6719 15719 76 0,'9'18'-12'0,"0"8"19"0,-2 9 4 0,3 5-4 16,2 3-1-16,-4 1 0 15,1-3 0-15,1-3 0 0,-3-6 8 16,1-4-3-16,0-4-1 16,0-4-1-16,1-3-3 15,0-4-2-15,4-3 1 16,1-6 0-16,3-1 5 15,5-3 11-15,3-1-5 0,2-11-4 16,4-1-4-16,1-5-2 16,1-2-27-16,-2-3-42 15,-2-1 1-15,-4-1-20 16</inkml:trace>
  <inkml:trace contextRef="#ctx0" brushRef="#br0" timeOffset="105870.47">7200 15902 88 0,'0'0'37'0,"0"0"39"16,0 0-29-16,0 0-36 15,-36-28 4-15,15 33-14 16,1 10 0-16,-2 3 0 16,-2 4-1-16,3 0-1 0,6 2 1 15,5-4-2-15,4-3-1 16,6-4 1-16,0-4-3 16,6-4-3-16,8-5-1 15,2 0 17-15,8-11-5 16,-1-8-2-16,-1-2-7 0,0-4-2 15,-3 1 6-15,-6 3 2 16,-2 5 0-16,-5 6 2 16,-3 4 7-16,-1 3 14 15,0 3-17-15,-2 0-13 16,2 2 2-16,1 6 5 16,1-1 4-16,1 3-3 0,0 0 0 15,5-1-1-15,1-4 2 16,1-2-6-16,-2-3-42 15,3-1-48-15</inkml:trace>
  <inkml:trace contextRef="#ctx0" brushRef="#br0" timeOffset="106703.59">7340 15804 239 0,'0'0'23'0,"0"0"-18"15,0 0-14-15,0 0 4 16,0 0 5-16,18 40 0 0,-11-27 0 15,4-1 0-15,0-2 0 16,0-3 1-16,3-3 0 16,-1-4 1-16,-1 0 0 15,0-6 1-15,-1-8-1 16,1-2-1-16,-3-4 2 16,-2-3-2-16,2 3 2 0,-5-1 0 15,0 5-1-15,1 2 1 16,-3 4-2-16,0 6 2 15,-1 4-4-15,1 5-4 16,0 13 1-16,2 5 2 0,1 7 4 16,-2 5-2-1,3 3 1-15,-2 1-1 0,0 2 0 16,-1 0 1-16,-1 0 0 16,-2-3 0-16,0-3 0 15,0-5-4-15,-8-8-5 0,1-6-9 16,0-10 16-16,-4-4-4 15,4-2-4-15,0-10-2 16,3-10 2-16,2-4-1 16,2-3 8-16,0-1 2 15,2-1 2-15,7 1 1 16,1 5 0-16,3 2 1 0,1 3 1 16,3 2-1-16,-4 0-3 15,-2 2 0-15,1-1 0 16,-2-1 0-16,-1 0 1 15,-2 1 1-15,0-4 5 0,-3 1-5 16,0-1 1-16,-3 2-2 16,0 3-1-16,-1 3 0 15,0 3 0-15,-1 4-3 16,-4 4-1-16,-2 0 1 16,3 7-1-16,-3 5 0 0,4 5 2 15,2 1-1-15,1 1-1 16,0-1-1-16,7 1 0 15,1-4-1-15,3-2 1 16,3-3 2-16,-1-3 2 16,0-3 1-16,-1-4 0 15,1 0 2-15,1 0-1 0,-1-12 2 16,-1-3 4-16,1-3 2 16,0-5 0-16,1-1 0 15,-1 1-5-15,3 2 0 16,-1 5-1-16,1 2-5 15,0 6-2-15,1 5-3 0,1 3 2 16,0 0 1-16,0 10 2 16,0 2-1-16,2 3 2 15,1-1 0-15,-2 3 2 16,-3 0-1-16,-3 1 1 16,-10-2-41-16,-3 0-85 15</inkml:trace>
  <inkml:trace contextRef="#ctx0" brushRef="#br0" timeOffset="107336.53">2182 17308 128 0,'-5'2'4'0,"3"-2"1"0,2 0 3 0,0 0-3 0,11-2-5 15,3-5 2-15,3 1 4 16,6-2 3-16,2-5 2 0,4 0 0 16,4-1-4-16,3-3-4 15,2-1 0-15,2-1 1 16,3 0 0-16,-1-1 1 16,-5 1-2-16,-3-4-38 15,-9 2-74-15</inkml:trace>
  <inkml:trace contextRef="#ctx0" brushRef="#br0" timeOffset="107514.07">2613 16899 271 0,'0'0'12'0,"0"0"-33"15,0 0 16-15,31 37 3 16,-6-13 3-16,4 10 0 15,5 9 0-15,-1 8-8 16,-4 9-62-16,-2 4-91 0</inkml:trace>
  <inkml:trace contextRef="#ctx0" brushRef="#br0" timeOffset="107891.58">2659 18106 183 0,'0'0'-9'16,"0"0"0"-16,0 0 10 16,44-37 6-16,-20 23-2 15,0-3-1-15,5-1-1 16,2-1 2-16,6-1 4 16,-1 2-2-16,-1 0 0 0,3 2-4 15,0 2-1-15,3-2-1 16,-3 5 2-16,1 1-1 15,2 0 2-15,-3 0 0 16,-7-1-19-16,-4 0-52 16</inkml:trace>
  <inkml:trace contextRef="#ctx0" brushRef="#br0" timeOffset="108098.24">3159 17713 217 0,'0'0'19'16,"0"0"-24"-16,0 0 1 16,0 0 1-16,46-18-3 15,-21 20-1-15,6 14 6 16,0 7-1-16,-1 6 2 0,-1 8 1 16,-2 10 2-16,-8 9-3 15,-9 5-57-15,-8 4-83 16</inkml:trace>
  <inkml:trace contextRef="#ctx0" brushRef="#br0" timeOffset="109080.71">3747 17690 127 0,'0'0'8'0,"0"0"15"0,0 0 8 0,0 0-11 16,0 0-29-16,0 0 11 15,0 0-4-15,0 48 3 16,10-16 0-16,-1 0 0 0,0 2 1 16,0-4-1-16,-2-3 3 15,-3-1-3-15,-2-3 1 16,0-5-1-16,-2-2-7 16,0-9-56-16,-2-7-14 15</inkml:trace>
  <inkml:trace contextRef="#ctx0" brushRef="#br0" timeOffset="109422.72">3713 17720 232 0,'0'0'-7'0,"0"0"25"0,0 0-6 16,0 0-17-16,0 0-3 15,0 0-8-15,0 0 12 16,55 18 4-16,-32 4-3 15,2-1 3-15,2 3 0 0,1-3 0 16,-1-5 0-16,0-3-1 16,-3-6 1-16,-1 0 1 15,-1-7 1-15,-7 0-1 16,2-1 0-16,-9-9 3 16,-1-4 3-16,-3-8 7 15,-4-2 2-15,0-7-2 0,-4-3-3 16,-5-2-6-16,-2-2-2 15,-1 5-1-15,2 5 0 16,1 5-4-16,2 9-3 16,3 8-6-16,4 6-18 15,0 0-93-15,0 9 28 0</inkml:trace>
  <inkml:trace contextRef="#ctx0" brushRef="#br0" timeOffset="109851.77">4267 17649 202 0,'0'0'30'0,"0"0"12"0,0 0-12 0,0 0-28 16,-41 21-7-16,35-3-4 0,1 7-2 15,3-1 5-15,0 0 3 16,2-4 0-16,0-1-1 16,7-8 0-16,2-3-2 15,4-7 4-15,0-1 1 16,1-5-2-16,1-12 3 15,-3-4 3-15,-1-3-3 0,-5-3 4 16,-1 0-2-16,-5 0 6 16,0 4 5-16,-7 2-2 15,-5 2-4-15,-3 4-2 16,0 6-4-16,1 5-1 0,-1 4-4 16,1 12-25-16,3 12-22 15,-1 4-27-15,4 0-63 16</inkml:trace>
  <inkml:trace contextRef="#ctx0" brushRef="#br0" timeOffset="110539.12">4535 17585 209 0,'0'0'22'16,"0"0"-13"-16,0 0 1 15,0 0-7-15,0 0-9 16,0 0-14-16,0 0 11 0,-19 48 6 16,19-26 1-16,0-5 0 15,0-2-1-15,3-2-1 16,4-5 0-16,0-3-1 15,2-2-2-15,-2-3 7 16,-1 0 3-16,-1-3 2 0,-1-5-1 16,-2-5-1-16,-2-2 2 15,0-4 2-15,0-3 2 16,-2-2-1-16,-4-3-2 16,3-3-2-16,3-5-2 15,0 2-1-15,0 5-2 0,0 2-7 16,2 6 3-16,5 6 3 15,1 11-1-15,0 3-9 16,3 15-10-16,1 10 21 16,0 9 8-16,2 12 0 15,4 3-4-15,0 5-5 0,-2 3 2 16,4-6 0-16,-3-4 2 16,2-6-5-16,1-5 4 15,-5-9-3-15,3-7 1 16,-3-5 1-16,0-5 1 15,-2-2-1-15,-1-6 2 0,0-2 5 16,-3 0 3-16,-2-6 3 16,0-6 2-16,-7-4-2 15,0-2-3-15,-7-2-5 16,-7 0-4-16,-10-2-7 16,-3 3-9-16,-4 0 5 0,1 4 9 15,1 2 2-15,6-3 11 16,6 5-9-16,9-2 4 15,8-3-2-15,4-5-4 16,16-2-1-16,8-4-6 16,9-4-17-16,1-2-42 0,-2-3-80 15</inkml:trace>
  <inkml:trace contextRef="#ctx0" brushRef="#br0" timeOffset="110815.6">5259 17247 165 0,'0'0'6'0,"0"0"24"0,0 0-8 16,0 0-10-16,0 0-4 0,0 0-1 15,0 0-6-15,-31 54-4 16,31-28 2-16,0 1-1 15,0 2 2-15,2-3-1 16,3-4 1-16,-1-4 0 16,0-4 3-16,-2-4-5 0,-1-4 0 15,-1-3-10-15,0-3-9 16,0 0-13-16,0-2 0 16</inkml:trace>
  <inkml:trace contextRef="#ctx0" brushRef="#br0" timeOffset="111435.48">5218 17440 202 0,'0'0'-34'15,"0"0"33"-15,0 0 0 16,23-41 5-16,-9 27-3 16,-1-2-1-16,3 1 1 15,-3 1 6-15,1 3 9 0,-1 4-7 16,-2 5-5-16,3 2-7 15,-1 0 1-15,-1 12 4 16,3 5-1-16,-4 3 2 16,1 2 1-16,0 0 4 15,0 1-5-15,-5-1-1 0,-1-3-1 16,1-3 0-16,-5-1 2 16,0-3-2-16,0-5 2 15,-2-1-2-15,0-4 0 16,0-2 0-16,0 0 3 15,0-4-1-15,-4-10-7 16,-2-2-5-16,3-5 6 0,-1-3 3 16,2-1 2-16,2 2-2 15,0-2 3-15,0 4 4 16,4 3-7-16,3 3 0 16,1 3 1-16,4 3 2 0,-1 3 0 15,3 5-4-15,-1 1-1 16,3 1 2-16,1 12 0 15,-1 1 0-15,-2 2 0 16,1 4 3-16,-2 0-2 16,-4-2-2-16,3 1-7 0,-1-3-5 15,-3-2-13-15,2-4-15 16,-3-7-20-16</inkml:trace>
  <inkml:trace contextRef="#ctx0" brushRef="#br0" timeOffset="111741.32">5727 17281 292 0,'0'0'-7'0,"0"0"15"0,0 0 1 0,0 0-9 16,0 0-5-16,0 0 3 16,0 0-3-16,-7 44-1 0,7-26 5 15,0-2-1-15,4-3 1 16,3-4-2-16,1-7 0 15,4-2-2-15,-1-5 2 16,3-11 3-16,1-4 1 0,-1-4 0 16,-3-1-1-16,-4 1 2 15,-3 1 0-15,-2 3 3 16,-2 4 3-16,0 4 1 16,-5 5-5-16,-3 6-4 15,-1 1 0-15,-3 12-21 16,0 6-18-16,3 4-22 15,-1-1-13-15</inkml:trace>
  <inkml:trace contextRef="#ctx0" brushRef="#br0" timeOffset="112617.48">5962 17173 213 0,'0'0'-3'0,"0"0"4"15,0 0 0-15,0 0 1 16,0 0-5-16,0 0 14 0,0 0-11 16,-19 51-1-16,8-23 3 15,2 1-2-15,4-2 1 16,5-6-4-16,0-5 3 16,0-6-3-16,4-3 1 15,6-7-4-15,1 0 6 0,0-15 2 16,1-4 0-16,-1-5-1 15,1-6 5-15,-2-3 0 16,-1-4 3-16,-3-2-2 16,-4-1 0-16,-2-2-1 15,0 2-1-15,-1 3-1 16,-6 4-1-16,-2 6 0 0,-2 6 3 16,-1 8-2-16,4 6 4 15,-1 7-4-15,2 0-2 16,2 12-4-16,3 11-5 15,2 4 3-15,0 6 2 0,0 2 0 16,5 0 0-16,7 0 0 16,0-3-2-16,2-2 3 15,0-4 0-15,2-2 0 16,-2-5-1-16,3-4 1 16,0-6-2-16,-1-3 1 15,-1-5 2-15,2-1 2 0,0 0 1 16,3-9-2-16,-4-3 2 15,2-2 0-15,-3-5 3 16,-1 1-3-16,-3-3 0 16,-2-1 2-16,-6 6-1 0,-3 0-1 15,0 5-1-15,0 6-1 16,-8 5 0-16,1 0 1 16,-1 5-2-16,1 10-4 15,3 3 2-15,1 1-1 16,3 1 1-16,0-1 0 15,8-2-1-15,4-4 1 0,2-1 2 16,1-4 0-16,0-4 0 16,0-2 0-16,1-2 0 15,-1-2 0-15,1-9 1 16,-3-2 0-16,-2-4 3 16,1-4-2-16,-2 1 1 0,-1-3 0 15,0-1-1-15,2 4 1 16,-2 0-2-16,3 3 0 15,1 3 0-15,1 1 0 16,1 2-2-16,3 4 0 16,-2 2-2-16,2 4-1 0,-1 1 0 15,1 0 2-15,-2 1 2 16,-2 5-1-16,-2 3 2 16,-5-1-1-16,-2 1 0 15,-5 2-2-15,0 0-15 16,-2 1-8-16,-8-3-37 0,-2-1-35 15</inkml:trace>
  <inkml:trace contextRef="#ctx0" brushRef="#br0" timeOffset="113235.74">6851 16949 99 0,'0'0'0'0,"0"0"14"0,0 0 20 0,0 0-3 16,0 0 0-16,0 0-23 15,0 0 4-15,0 0-10 16,0 0-1-16,-18 38-1 16,15-16 2-16,2 0-4 15,1-2 1-15,0-4-1 0,4-5 1 16,2-2-1-16,1-5-1 15,2-3-4-15,0-1 15 16,-2 0-4-16,4-9 2 16,-4-4-1-16,2-3-2 15,2-3 0-15,0-2 1 16,0 0-1-16,1-2-1 0,3 2 0 16,-2 3-1-16,3 4-1 15,0 5 0-15,-3 3-1 16,-2 6-1-16,1 0 0 15,-1 3-9-15,-1 9-6 16,2 2 24-16,-3 2-2 0,-3 0-3 16,-2-2 1-16,2-1-1 15,-4-2 0-15,-2-4 1 16,2-3-1-16,-2-2-1 16,0-2 2-16,2 0 2 0,-2-4 5 15,3-7-1-15,3-4-7 16,-1-3 0-16,6-2 0 15,-2 0-2-15,4 2 0 16,1 3 1-16,-1 1 0 16,3 4 2-16,-1 3-1 15,1 4-3-15,-3 3 0 16,4 0-2-16,-3 2 1 0,0 7-1 16,-5 6 5-16,-3 2-2 15,-3 1-7-15,-3 4-16 16,-5-4-37-16,-11-1-59 15</inkml:trace>
  <inkml:trace contextRef="#ctx0" brushRef="#br0" timeOffset="113376.73">6937 16828 227 0,'0'0'4'0,"-2"-54"-4"0,4 30 0 0,12 3-32 0,1 2-101 16</inkml:trace>
  <inkml:trace contextRef="#ctx0" brushRef="#br0" timeOffset="113794.9">7670 16669 200 0,'0'0'3'0,"0"0"32"15,0 0 10-15,0 0-29 16,0 0-7-16,0 0 1 0,0 0-9 16,-46-7-3-16,32 21-2 15,3 6 1-15,3 3 0 16,0 2-1-16,4-2-1 15,4-4 0-15,0-4-5 16,2-5 4-16,8-6-1 0,-1-4 2 16,3 0 5-16,2-11 2 15,0-2 2-15,1-3 3 16,-1 2-1-16,-1 2 0 16,-2 3 1-16,-2 2-5 15,3 4-3-15,-3 2-2 16,1 1-2-16,4 0 4 0,-1 0 2 15,5 4 0-15,-2-1-1 16,4-3 2-16,-1 0 0 16,2 0 2-16,-2-14-18 15,-4-6-99-15</inkml:trace>
  <inkml:trace contextRef="#ctx0" brushRef="#br0" timeOffset="114765.39">6549 17591 167 0,'0'0'20'0,"0"0"8"0,0 0 0 0,0 0-9 16,0 0-3-16,0 0-3 16,0 0-3-16,0 0-3 15,0 0-7-15,0 0-6 16,0 0-1-16,0 0 1 0,2 65 8 15,13-28-2-15,4 3 1 16,-4-3-1-16,3-3 1 16,-2-6-1-16,-2-5 2 15,-2-6 0-15,-2-3-2 16,-2-5 1-16,-1-6 2 0,-2-3-2 16,2 0 0-16,-5-7-1 15,2-10 3-15,-1-3-1 16,3-5-1-16,-1-2 0 15,4 2-1-15,2 2-1 16,-3 6 1-16,6 6-2 16,-3 4-1-16,2 7-4 0,3 0-1 15,-3 0 4-15,5 10 2 16,-2-1 1-16,2 3 1 16,-2-1 0-16,-1-2 0 15,2-3 0-15,0-4 0 16,-1-2 1-16,-1 0 1 0,1-5 2 15,-5-10-3-15,0-6-8 16,-3-3 2-16,-2-1 1 16,-2 2 1-16,-2 2 3 15,0 6 0-15,-2 4-1 16,2 5 1-16,3 6 0 0,2 0-16 16,4 8 7-16,2 4 11 15,6 1-2-15,1 1 0 16,1-4 2-16,2-3 0 15,0-2-5-15,-4-3-37 0,-2-2-40 16,-2 0 12-16</inkml:trace>
  <inkml:trace contextRef="#ctx0" brushRef="#br0" timeOffset="114914.4">7220 17575 87 0,'0'0'5'0,"-35"-55"18"0,18 25 19 0,-1 3-31 0,3 4 11 16,-1 5 6-16,5 5 5 15,2 6-13-15,1 3-11 16,7 4-5-16,1 0-10 16,1 0-25-16,11 5-14 15,1 1-34-15</inkml:trace>
  <inkml:trace contextRef="#ctx0" brushRef="#br0" timeOffset="115477.33">7425 17474 121 0,'0'0'36'15,"0"0"16"-15,0 0-32 16,0 0-12-16,0 0-4 16,-27-39-1-16,16 33-2 0,-2 3-2 15,-1 3-8-15,-1 2 15 16,3 12-4-16,-1 4-1 16,2 6-1-16,6 3-1 15,3 3 0-15,2-1-1 16,0-4 0-16,4-2 1 15,6-6-2-15,1-4 0 0,0-8-6 16,3-5 4-16,-1 0 7 16,3-7 2-16,-1-10 1 15,-2-4-2-15,-2-6-2 16,-2-3 2-16,-3-2-1 16,-4-3 0-16,-2 0 2 0,0-3 1 15,-5-1-1-15,-4-1-2 16,0 6 1-16,0 3 1 15,0 7-1-15,2 8-2 16,3 8 6-16,2 8 1 16,2 1-11-16,0 19 1 0,0 9-3 15,6 6 3-15,5 6-2 16,5 6 1-16,-1 1 1 16,6-4 1-16,1-5 1 15,1-4-30-15,-5-5-41 16,4-6-28-16</inkml:trace>
  <inkml:trace contextRef="#ctx0" brushRef="#br0" timeOffset="116473.39">7662 17574 99 0,'0'0'28'0,"8"-58"-2"0,-8 28-4 0,0 2 1 0,-3 3-9 0,-8 4 2 16,-1 4-1-16,-1 8 3 15,-3 4-9-15,0 5-9 16,0 1 7-16,1 11-2 15,3 3-5-15,4 5-2 16,3-2 3-16,5 1-4 0,0-3 1 16,7-6-2-16,5-2-2 15,3-4-4-15,1-4 7 16,1 0 5-16,0-10 0 16,0-1-1-16,-1-6 0 15,-6-4 4-15,-1-4-4 0,-5-3 3 16,-4-3-1-16,0-5 2 15,-2-1-2-15,-6-4-1 16,-5 2 0-16,1 3 0 16,-1 4 0-16,0 4 0 15,1 8-1-15,1 8 2 0,5 6 1 16,-1 4-3-16,5 2-7 16,2 16 7-16,0 8-6 15,0 6 2-15,3 8 3 16,7 2-1-16,1-1 0 15,5 0-1-15,-1-5 0 16,4-4 0-16,4-2 1 0,0-6-1 16,2-6-1-16,0-6-2 15,-2-5-1-15,0-3 9 16,-3-2-3-16,-1-3 1 16,-4-9 0-16,-1-5 2 0,-7-5 0 15,-1-3 2-15,-4 0-2 16,-2-1 0-16,0 2 0 15,-4 6-1-15,-3 1 0 16,-5 7 6-16,4 4-1 16,-1 2-3-16,3 4-5 0,-2 0 4 15,6 0-2-15,2 9-1 16,0 2-3-16,0 3 0 16,10-1 0-16,-2-2 2 15,1-1-2-15,0 0 2 16,3-4 0-16,-1-3-4 0,2-3 1 15,0 0-1-15,0-1 3 16,-3-8 0-16,-1-3 2 16,-1-1 0-16,-2 1 1 15,-2 0 0-15,0 2 2 16,-4 1 11-16,2 1 1 16,1 1-4-16,3 1-8 0,-2 2-3 15,6 1-2-15,-3 3-3 16,3 0-2-16,-1 0 0 15,0 8 3-15,0 4-1 16,-2 1 11-16,-1 4-4 16,-1-3-3-16,0-1-5 0,-5-2 0 15,2-3-4-15,-2-4 0 16,0-4 9-16,0 0 6 16,0-9-10-16,-2-6 13 15,-3-4-7-15,3-3 1 16,2-1-1-16,0 0 0 0,0 3-1 15,1 4 1-15,5 5-1 16,1 4 4-16,3 4-5 16,2 3-6-16,1 0 8 15,3 5 1-15,1 6-4 16,0 3 1-16,0 2-1 16,1 2 6-16,-5 2-2 0,1-4-21 15,-3-4-57-15,-5-4-114 16</inkml:trace>
  <inkml:trace contextRef="#ctx0" brushRef="#br0" timeOffset="117299.17">8391 16695 215 0,'-10'-9'17'0,"1"3"13"0,3 2 3 0,2 3-17 16,2 1-12-16,2 5-3 16,0 15-9-16,0 10 3 15,4 10-6-15,7 10 13 16,3 2-5-16,1 1 1 15,3-5 3-15,2-7-1 16,2-6 0-16,-1-7-1 0,-1-10 2 16,4-5-1-16,-2-7 1 15,1-6 0-15,-1 0 0 16,0-9 1-16,1-8-2 16,-5-4-3-16,2-6 1 0,-5-2 2 15,-5 1 1-15,-4 1 0 16,-4 3 1-16,-2 4 1 15,-2 4 6-15,-7 6 2 16,-2 3-5-16,-2 3-3 16,-4 4 3-16,3 11-5 0,-1 8 0 15,2 6-2-15,3 4 0 16,0-1 0-16,6-1 0 16,0-3-2-16,4-6 2 15,0-4-1-15,6-5-3 16,6-5-7-16,1-4-1 15,3 0-1-15,-1-9 0 0,1-7 3 16,-3-2 7-16,0-4 4 16,-3 1 1-16,-6 4 2 15,0 2 6-15,-3 4 11 16,0 5 2-16,-1 3-5 16,0 1-9-16,0 2-5 0,0 0-4 15,3 0-6-15,-1 9 5 16,4 1 1-16,0 1 0 15,2 3 0-15,1-2 1 16,-1-2 0-16,4-2 0 16,-1-2 1-16,1-2-1 0,-1-4 0 15,-2 0-3-15,2-3 0 16,-4-8 3-16,-1-5 3 16,1-6-2-16,-3-1 1 15,1-3 0-15,-2 4 0 16,1 2-1-16,-2 1 2 0,0 6-2 15,-1 5 0-15,0 2 0 16,0 5-1-16,1 1-3 16,0 7-8-16,-2 11 2 15,0 5-23-15,-7 1-61 16</inkml:trace>
  <inkml:trace contextRef="#ctx0" brushRef="#br0" timeOffset="118010.32">6723 18438 116 0,'-4'2'5'0,"2"-2"2"0,2 0 6 0,0-4 8 0,2-5-18 16,9 0 4-16,2-3 10 15,6 0 0-15,4-2 0 16,9 0 4-16,4-3 0 16,6 2-11-16,6-2-5 0,1-2-4 15,2 2-1-15,-4 2 2 16,0-2-2-16,-3 2 1 15,-8 0-13-15,-2 0-43 16,-10-1-60-16</inkml:trace>
  <inkml:trace contextRef="#ctx0" brushRef="#br0" timeOffset="118193.84">7311 18031 288 0,'0'0'-27'0,"0"0"28"0,0 0-4 16,39 10 6-16,-20 7-4 16,-1 9-1-16,0 6 4 15,-2 7-2-15,-2 6 3 16,-3 3-10-16,-5-3-62 0,-4-4-86 16</inkml:trace>
  <inkml:trace contextRef="#ctx0" brushRef="#br0" timeOffset="118743.33">7693 17940 304 0,'0'0'-38'0,"0"0"42"16,0 0-3-16,-31 60-1 15,31-29-2-15,0 3 1 0,0 5-2 16,4-3 4-16,5 0-1 16,-1-6-1-16,0-3 2 15,-1-4-2-15,1-2 2 16,-2-5-1-16,0-5 1 15,-4-4-6-15,0-3-13 16,-2-4 6-16,0 0 16 0,0-14-3 16,-1-3 1-16,-2-6 2 15,1-4-2-15,2-3 1 16,0-4-2-16,0-3-1 16,0-1-1-16,2 1-3 0,0-1 2 15,0 8 2-15,1 0 0 16,1 3 0-16,0 3 2 15,0 3 1-15,2 6 0 16,0 3 0-16,1 7-2 16,-1 5-2-16,3 3-3 15,5 17 4-15,1 10 5 0,3 7 5 16,1 4-5-16,-2 7-2 16,1-3-1-16,-3-2-1 15,-2-4 0-15,-1-2 2 16,-3-5-3-16,-2-5-20 15,-7-7-76-15</inkml:trace>
  <inkml:trace contextRef="#ctx0" brushRef="#br0" timeOffset="118927.1">7771 18190 192 0,'0'0'94'0,"0"0"-89"0,0 0-10 15,0 0 4-15,48-37 2 16,-24 26-2-16,-1 0 2 16,-1-1-3-16,0 1-7 0,-1 1-19 15,0-1-23-15,-2 0-33 16</inkml:trace>
  <inkml:trace contextRef="#ctx0" brushRef="#br0" timeOffset="119170.18">8081 17976 231 0,'0'0'7'16,"0"0"17"-16,0 0 5 16,0 0-21-16,0 0-3 15,0 0-2-15,-40 14-4 16,34 5 0-16,2 6 1 0,1 2 0 16,3 0 0-16,0 0 0 15,5-4-1-15,3-2 1 16,5-4 0-16,2-6 0 15,3-6 0-15,-1-4 0 16,3-1-3-16,3-13-4 16,-3-7-6-16,4-6-12 0,1-7-21 15,-4-7-35-15</inkml:trace>
  <inkml:trace contextRef="#ctx0" brushRef="#br0" timeOffset="119370.46">8319 17678 267 0,'0'0'-10'16,"0"0"28"-16,0 0-16 16,-11 49-3-16,11-18-1 15,0 6-1-15,0 5 4 16,0 0-1-16,4-1 5 0,-1-1-4 16,5 1-1-16,-2-5 1 15,2-6-1-15,-2-3-1 16,-1-6-20-16,-3-7-32 15,-2-10-40-15</inkml:trace>
  <inkml:trace contextRef="#ctx0" brushRef="#br0" timeOffset="119654.17">8230 18008 239 0,'0'0'5'0,"0"0"-7"16,0 0-2-16,40-42 5 15,-18 23-1-15,5 1 1 16,2-2 0-16,-2 3 0 16,0 3 0-16,-2 5-1 15,-1 5 0-15,-6 4-2 0,0 4 1 16,-3 15-2-16,-3 3 5 16,-5 8 1-16,-1 0 3 15,-4 1-1-15,0-1-1 16,1-3 0-16,3-6-1 0,1-5-3 15,4-3 0 1,0-9 0-16,3-4-22 0,-1-4-63 16,-1-13-37-16</inkml:trace>
  <inkml:trace contextRef="#ctx0" brushRef="#br0" timeOffset="119799.37">8603 17705 272 0,'0'0'9'16,"0"0"1"-16,0 0-2 16,0 0-9-16,0 0-26 0,0 0-66 15,-26-37-71-15</inkml:trace>
  <inkml:trace contextRef="#ctx0" brushRef="#br0" timeOffset="120073.85">8663 17899 240 0,'0'0'-9'16,"0"0"9"-16,31 44 7 15,-19-24-2-15,1 0-3 16,-1-3 1-16,-1-2-3 16,-1-2 1-16,0-6-1 0,-4-1 0 15,1-6 0-15,-3 0 8 16,-3-7 10-16,-1-11 5 15,1-7-11-15,-1-7 2 16,0-7-11-16,0-4-3 16,3-5-5-16,1-1-9 0,3 5-5 15,2 5-12-15,2 5 8 16,3 9-7-16,1 9-10 16,1 9-25-16</inkml:trace>
  <inkml:trace contextRef="#ctx0" brushRef="#br0" timeOffset="120437.69">9008 17751 142 0,'0'0'3'0,"0"0"28"15,0 0 9-15,0 0-3 16,0 0-6-16,0 0-22 0,0 0-5 16,-19 47-3-16,9-32 2 15,0 7-3-15,1 1 0 16,3 0 0-16,0 1 0 15,3-3-2-15,3-4 2 16,0-4 0-16,0-6 0 0,3-6-2 16,7-1-2-16,1-6 5 15,3-12 2-15,1-3-2 16,-1-6 0-16,-1-3 1 16,1 4-1-16,-5 3 1 15,0 4-2-15,-1 5 2 0,-2 4 3 16,2 7-4-16,-1 3-3 15,1 0 0-15,4 10 0 16,-4 1 2-16,3 3 0 16,1-1 1-16,-1-2 0 15,3 0-1-15,-1-4-3 0,-2-3-30 16,0-4-59-16</inkml:trace>
  <inkml:trace contextRef="#ctx0" brushRef="#br0" timeOffset="120664.14">9256 17460 282 0,'0'0'8'16,"0"0"5"-16,0 0 1 16,0 0-19-16,0 0-8 0,0 0 13 15,-10 66-2-15,16-27-2 16,2 7 1-16,-2 1 4 15,3-1-1-15,1-3-1 16,-2-5 2-16,1-3 1 16,-2-6-9-16,-2-9-42 15,-5-8-61-15</inkml:trace>
  <inkml:trace contextRef="#ctx0" brushRef="#br0" timeOffset="120899.5">9170 17724 322 0,'0'0'-7'0,"0"0"15"16,0 0-8-16,21-44 0 15,-3 30-1-15,8 1 1 16,-3 2-2-16,2 5-1 16,-4 6 1-16,0 0-7 0,-4 6 10 15,0 10-2-15,-4 2 4 16,1-1-2-16,-2 3 0 15,-2-3 1-15,-3 0-7 16,1-8-31-16,-2-7-41 16,2-2-67-16</inkml:trace>
  <inkml:trace contextRef="#ctx0" brushRef="#br0" timeOffset="121026.86">9457 17501 303 0,'0'0'-8'0,"0"0"14"15,0 0-3-15,0 0-2 16,0 0-20-16,0 0-99 16,0 0 44-16</inkml:trace>
  <inkml:trace contextRef="#ctx0" brushRef="#br0" timeOffset="121561.75">9502 17656 75 0,'0'0'32'15,"0"0"5"-15,0 0-6 16,0 0 3-16,0 0-19 0,0 0-12 16,-17 47-1-16,11-26 0 15,2 2 6-15,-1-5 4 16,5-2-6-16,0-2-4 16,0-4-3-16,3-5 1 15,5-5-2-15,1 0 5 0,1-5-3 16,0-9-2-16,1-3-1 15,3-4 2-15,-5-5 2 16,0 2-1-16,0-3 2 16,0 3 0-16,-3 1 4 15,1 6 1-15,0 6-1 16,-2 2 0-16,3 5-4 0,1 4-4 16,-1 3-3-16,0 9 3 15,3 3 3-15,-4 3-1 16,4 2 1-16,-2 1-1 15,-3-2 1-15,-1-3-1 16,0-2-5-16,-3-6-13 0,0-4 3 16,-2-1 9-16,0-3 13 15,0-4 2-15,0-9-3 16,0-3 3-16,0-6 0 16,0-6-3-16,2-1-2 15,7 3 0-15,2 0-2 0,0 4-1 16,3 8 1-16,2 6-2 15,-3 8-2-15,3 0-5 16,-1 11 1-16,1 7 6 16,-1 5 0-16,4 1 1 15,0-1-2-15,1-3-8 16,1-9-20-16,-3-6-75 0</inkml:trace>
  <inkml:trace contextRef="#ctx0" brushRef="#br0" timeOffset="121858.34">10206 17078 243 0,'0'0'5'0,"-6"-65"-1"0,0 42 5 16,-3 6-6-16,3 6-2 0,-4 5 1 15,0 6-2-15,1 3 4 16,-1 17 3-16,2 11-7 15,3 13-1-15,1 11 2 16,4 12 1-16,0 8-1 0,0 11 0 16,2 5-1-16,2 5 1 15,1 2 0-15,-1-1-1 16,0-1 2-16,0-6 0 16,-3-8 0-16,-1-11-2 15,0-11-10-15,0-12-14 16,-7-15-32-16,-2-18-34 15</inkml:trace>
  <inkml:trace contextRef="#ctx0" brushRef="#br0" timeOffset="122401.48">9998 17759 227 0,'0'0'0'16,"0"0"0"-16,42-48 4 15,-20 29-1-15,1 0-2 16,-1 2-1-16,-2 1 1 0,-4 3-1 16,-2 3 1-16,-2 4 2 15,-2 0 2-15,-6 5 2 16,1 1-4-16,-1 4-3 16,-2 7 3-16,1 5 6 15,0 2-6-15,3 1-2 0,-1-1 0 16,1-2-1-16,2-6 0 15,-1-2 2-15,3-5-4 16,0-3 4-16,1 0 2 16,1-10 0-16,-1-4-1 15,0-6-3-15,-2 0 5 16,-3 2-4-16,-1 2 1 0,-3 6 2 16,-2 3 17-16,0 6 1 15,0 1-15-15,0 0-12 16,2 8 0-16,0 4 4 15,3 2 2-15,0 0-1 16,0 0 0-16,3-1 0 0,-2-6 0 16,2-1-1-16,1-5 1 15,-2-1 0-15,3 0-16 16,-2-7-5-16,0-6 10 16,-2-2 1-16,1-5 7 15,-4 1 3-15,4 5 2 0,-3 1 1 16,-2 5 3-16,2 5-2 15,1 3-10-15,-1 0-1 16,-1 11-26-16,1-1-40 16,-4-3-67-16</inkml:trace>
  <inkml:trace contextRef="#ctx0" brushRef="#br0" timeOffset="124200.3">10704 17612 77 0,'-4'2'45'0,"-6"0"-23"0,2 1 12 0,3 2-11 16,-1-3-13-16,1 1-3 15,4-1-3-15,-1 0-1 16,0 0 3-16,2-2 3 0,0 1 0 16,0-1-6-16,0 0-1 15,-2 0 3-15,-1-5 1 16,1-7-2-16,-1-2-3 16,2-6 1-16,1-7 1 15,0-4-1-15,0-4-1 0,0-3-1 16,5-3 1-16,8-2 0 15,3 3-1-15,6 0 1 16,5 1-1-16,2 3 0 16,5 4 0-16,0 3 0 15,3 4 0-15,-3 4 0 16,1 4-17-16,-2 5-35 0,-4 1-26 16,-3 4-6-16</inkml:trace>
  <inkml:trace contextRef="#ctx0" brushRef="#br0" timeOffset="124463.55">10957 16979 122 0,'0'0'3'0,"0"0"-1"0,0 0 0 0,0 0 3 16,0 0 3-16,46-10 0 0,-30 24 3 15,-1 5-4-15,2 10-4 16,-2 8 0-16,-3 14-1 16,-7 13 4-16,-5 7-11 15,-16 9-73-15</inkml:trace>
  <inkml:trace contextRef="#ctx0" brushRef="#br0" timeOffset="125736.41">11262 16624 216 0,'-3'-12'-26'0,"0"-2"46"0,3 3-7 0,0 2-5 15,0 3 0-15,0 1 5 16,0 2 5-16,0 3-3 0,0 0-11 15,0 8-15-15,0 8 7 16,0 11 2-16,0 9 5 16,3 3-2-16,3 7 0 15,-1 1 0-15,3-2-1 16,-4-1 2-16,2-3-2 0,-2-4 2 16,-2-3 0-16,-2-7-5 15,0-5-22-15,0-8-26 16,-2-7-14-16,-5-7-69 15</inkml:trace>
  <inkml:trace contextRef="#ctx0" brushRef="#br0" timeOffset="126163.28">11173 16690 175 0,'0'0'-37'0,"13"-52"57"16,1 29-5-16,1 2-5 15,2 1-7-15,2 3-1 16,0 1 2-16,-1 6 2 16,-1 3 1-16,1 5 5 15,-5 2 0-15,1 0-3 0,-1 5-7 16,1 9-4-16,-6 6-1 16,1 3 5-16,-6 5-3 15,-1 3 8-15,-2 2-7 16,-3 0-1-16,-8-2-4 15,-4-3-1-15,0-3-1 0,-2-5 7 16,2-5-5-16,-1-2-9 16,5-6 9-16,1-4 5 15,4-2 3-15,2-1-2 16,2 0 3-16,2 0 10 16,0 0-4-16,0 0-6 0,8 5-3 15,4 2 6-15,5 3 1 16,0 3-3-16,5-1 2 15,0 4-5-15,1-5-1 16,-1 1 0-16,-1-3 2 16,0-4-6-16,-3-5-34 0,-5 0-67 15</inkml:trace>
  <inkml:trace contextRef="#ctx0" brushRef="#br0" timeOffset="126483.65">11555 16848 226 0,'0'0'-3'0,"0"0"1"0,0 0-2 0,0 0 4 15,0 0-3-15,0 0 5 16,0 0-1-16,0 0-4 0,0 0 3 16,27-13 1-16,-27 3 0 15,0 2 0-15,0-2 0 16,0 2 0-16,-7 0 1 15,1 5-2-15,-4 3-3 16,-2 0-6-16,2 6 9 16,-1 8-1-16,2 6-1 0,0 3 5 15,5 1-1-15,4 0 2 16,0-3 0-16,0-1 0 16,11-10 0-16,6-2 0 15,4-8-1-15,8-2 4 16,0-14-13-16,0-13-76 0</inkml:trace>
  <inkml:trace contextRef="#ctx0" brushRef="#br0" timeOffset="126882.18">11823 16338 242 0,'0'0'-19'15,"0"0"45"-15,0 0-9 16,0 0-9-16,0 0-11 0,0 0 2 16,0 0-1-16,0 0-1 15,0 0-5-15,-33 59 15 16,33-27-7-16,0 2 1 16,0 7-1-16,5-1 2 15,3 3-1-15,1-5 0 0,0 0 0 16,-2-4-1-16,-1-6 1 15,2-3-2-15,-4-6 1 16,1-4 0-16,1-3-1 16,-1-4 1-16,4-4-1 15,-1-1 3-15,3-1 2 0,3-2 0 16,-1 0 0-16,1 0-1 16,0 0 0-16,1 0-2 15,1 0 0-15,4-2-1 16,-5-1 1-16,3 1-1 15,-1-3-30-15,-2-2-48 16,-4-2-71-16</inkml:trace>
  <inkml:trace contextRef="#ctx0" brushRef="#br0" timeOffset="127181.68">12069 16657 196 0,'0'0'0'0,"0"0"-5"0,0 0 4 15,0 0-1-15,25 49-4 16,-16-33 3-16,-2-1 2 16,4 0 1-16,-2-4 2 15,0-4 5-15,3-3-1 16,0-4 6-16,-1 0 7 15,5-7-8-15,-1-9-1 0,2-6 1 16,3-5 4-16,-3-3-6 16,0-5-6-16,2-1-2 15,-5-4-6-15,-2 3-45 16,-5 5-73-16</inkml:trace>
  <inkml:trace contextRef="#ctx0" brushRef="#br0" timeOffset="127800.58">10771 17593 96 0,'0'0'4'0,"0"0"0"0,0 0 5 0,7 38 4 15,9-25 3-15,5 2 12 16,6 2-7-16,4-3-4 15,7-1-2-15,1-4-4 16,5-2-6-16,0-4-2 0,0-3 0 16,2 0-1-16,0-9-13 15,-4-4-38-15,-2 0-30 16</inkml:trace>
  <inkml:trace contextRef="#ctx0" brushRef="#br0" timeOffset="128064.2">11409 17443 281 0,'0'0'-12'16,"0"0"29"-16,0 0-9 15,0 0-5-15,0 0-3 16,26-37 0-16,-12 37 0 0,1 3 0 15,1 11-3 1,-3 8 3-16,1 7 3 0,-1 7-2 16,0 2 0-16,0 2 4 15,-4-2-7-15,-1-1-23 16,-4-7-17-16,-2-7-67 16</inkml:trace>
  <inkml:trace contextRef="#ctx0" brushRef="#br0" timeOffset="128548.14">11440 17570 227 0,'0'0'4'16,"0"0"-6"-16,60-44 4 15,-34 28-4-15,5-1 1 16,-2 1 1-16,1 2 1 0,-2 1-1 15,-2 0-1-15,-2 1 2 16,-2-1-2-16,-4 0-1 16,-6 4-2-16,-6 0-1 15,-5 2 5-15,-1 5 1 16,-5 2 10-16,-11 2-6 0,-5 10 0 16,0 7 1-16,0 4 3 15,1 2 4-15,3 2-4 16,3-1-6-16,7-1-3 15,3-5 1-15,4-1-1 16,0-5 0-16,2-5 0 16,7-3 0-16,4-6 2 0,2 0 1 15,2-4-5-15,0-7-1 16,-1-5 0-16,-3-1 0 16,-1 0 4-16,-1 0 0 15,-5 4-1-15,-3 2 1 0,2 4-1 16,-3 3 0-16,0 2 0 15,1 2-3-15,0 0-7 16,2 0-12-16,1 0-2 16,1 4-11-16,1-1-8 15,0-3-2-15,-2 0-50 16</inkml:trace>
  <inkml:trace contextRef="#ctx0" brushRef="#br0" timeOffset="128860.39">11828 17432 208 0,'0'0'34'0,"0"0"16"0,0 0-22 0,0 0-24 0,0 0-7 16,0 0-2-16,0 0-3 15,0 0 3-15,0 0 4 16,25 28 1-16,-17-18 1 16,0 0 0-16,-4 0-3 0,0-6-23 15,-1-1 9-15,-3-3-6 16,0 0 11-16,0 0 24 15,0-6-2-15,0-5-8 16,0-2-2-16,0-1 15 16,0-1 4-16,0 2-9 0,6 1-5 15,1 2-4-15,5 5-3 16,0 2 1-16,2 3-1 16,0 0-2-16,1 3-4 15,2 5 5-15,2 2 3 16,-6-4-24-16,1-5-87 15</inkml:trace>
  <inkml:trace contextRef="#ctx0" brushRef="#br0" timeOffset="129215.47">12092 17137 171 0,'0'0'48'15,"0"0"-48"-15,0 0-6 16,0 0-4-16,0 0-11 16,9 38 12-16,-9-11 13 0,2 7-2 15,-2 0 2-15,2-2-2 16,0-2-1-16,3-7 1 16,4-3-6-16,0-9-27 15,1-5 4-15,6-6 12 16,0 0 15-16,4-10 1 0,3-5 14 15,1-3 28-15,1 0 1 16,2 2-21-16,1 2-7 16,-2 6-1-16,-2 6-6 15,-5 2-6-15,0 17-5 16,-6 7-2-16,-5 11 2 0,-5 6 6 16,-3 3-16-16,-9 1-54 15,-13-1-103-15</inkml:trace>
  <inkml:trace contextRef="#ctx0" brushRef="#br0" timeOffset="129642.54">10471 17622 121 0,'-11'41'-7'0,"9"4"13"0,2 3 0 15,5 7-2-15,17 2 3 16,4 2-5-16,13-1 4 0,5-2 2 16,6-5 17-16,6-3-11 15,1-5-2-15,1-4 5 16,0-3-11-16,3-6-1 16,-3-1 0-16,1-8 0 0,5-3 0 15,1-5 0-15,4-9 0 16,3-4 0-16,-1 0-2 15,-4-8-9-15,-5-6-22 16,-7-5-42-16,-8-2-70 16</inkml:trace>
  <inkml:trace contextRef="#ctx0" brushRef="#br0" timeOffset="129984.38">11738 18197 265 0,'0'0'16'16,"0"0"-3"-16,0 0-4 15,-19-36-6-15,15 27-2 0,0-1 0 16,2 1 0-16,-4 2-1 16,-1 0 1-16,-1 4 4 15,-4 3 5-15,-1 0-11 16,-3 3-1-16,1 9 1 16,1 2 0-16,5 2 1 0,2 3-1 15,5 1 1-15,2 1-1 16,0-2-1-16,11 1 2 15,1 0-1-15,3-3 1 16,3 1-2-16,-2-3 2 16,2-3 0-16,1 0 0 0,-3-2 0 15,0-3 0-15,-4-2 0 16,-2-1-1-16,-5 0-3 16,-5 0-6-16,0 3-5 15,-2 1 3-15,-9 0-25 16,-3 0-102-16,0-4 110 0</inkml:trace>
  <inkml:trace contextRef="#ctx0" brushRef="#br0" timeOffset="130169.4">11786 18237 79 0,'0'0'71'16,"0"0"-25"-16,0 0-13 15,38-25-8-15,-30 27-8 16,-5 14-9-16,4 4-2 15,-1 4 0-15,-3 7-2 16,3-1-2-16,-2 3-1 0,0-4-2 16,4-6-13-16,-5-5-28 15,-1-7-52-15</inkml:trace>
  <inkml:trace contextRef="#ctx0" brushRef="#br0" timeOffset="130319.39">11875 18041 255 0,'0'0'2'15,"0"-57"-1"-15,0 36-1 16,9 7-17-16,-2 5-80 0,2 7-9 16</inkml:trace>
  <inkml:trace contextRef="#ctx0" brushRef="#br0" timeOffset="130617.38">12009 18155 128 0,'0'0'35'0,"0"0"13"16,0 0-16-16,0 0-10 16,0 0-5-16,-8-46-10 15,1 41-3-15,-3 2 2 0,0 3 0 16,3 0-4-16,-3 11-1 15,2 8 0-15,3 3 0 16,1 4-1-16,4 1 1 16,0-2-1-16,0-2-2 15,4-3-6-15,5-4-3 0,3-2-8 16,-1-4 3-16,2-2-4 16,-1-1 2-16,-2-1-1 15,-1 0-8-15,-4-2-11 16,-5 3 5-16,0-3 3 15,0 1-14-15</inkml:trace>
  <inkml:trace contextRef="#ctx0" brushRef="#br0" timeOffset="130881.53">11988 18361 47 0,'0'0'36'0,"0"0"-20"15,-4-56-9-15,16 25-4 16,1-3 1-16,5-2 0 16,0 4-1-16,0 3-3 15,-1 9 0-15,-3 6 9 0,-3 10 22 16,-2 4 0-16,1 3-5 15,0 11-5-15,-1 4-9 16,3 3-6-16,-3 3-1 16,1-3-5-16,-2-1 3 0,2-3-5 15,-3-4 4-15,0-6-2 16,2-2 3-16,-1-5 0 16,1 0 2-16,1-7 1 15,-3-7 1-15,3-6 2 16,2-4-2-16,3-6-5 0,1-7-1 15,-3-4-16-15,0-6-132 16</inkml:trace>
  <inkml:trace contextRef="#ctx0" brushRef="#br0" timeOffset="133926.17">12029 16490 12 0,'0'0'0'0,"0"0"-1"0,0 0 3 0,0 0 23 15,0 0 20-15,0 0-19 16,0 0-2-16,0 0-3 0,0 0-8 15,0 0-10-15,0 0-5 16,0 0-15-16,0 0-4 16,0 0 12-16,0 0 5 15,0 0 3-15,0 0 2 16,0 0 5-16,0 0 6 0,0 0-1 16,0 3-10-16,0 5-2 15,0 3 2-15,2 2 4 16,3 5-2-16,-1 0 1 15,1 2-3-15,1 0 0 16,1-2-1-16,2 1 1 0,-3-1-1 16,4-1 1-16,3-2 1 15,-2-3-20-15,1-6-22 16</inkml:trace>
  <inkml:trace contextRef="#ctx0" brushRef="#br0" timeOffset="137733.47">12550 16394 85 0,'0'-4'14'0,"0"-2"11"0,0 3 3 16,0 1-5-16,0-2-7 16,0 4-7-16,0-1-7 0,0-1-1 15,3 2-2-15,3 0 0 16,-1 0 0-16,5 0 0 15,-1 0 0-15,3 0 1 16,0 0 0-16,2 0 0 16,0 0-2-16,1 0 2 0,-1 3 0 15,-1 4-3-15,-2 2 0 16,0 1-3-16,-1 3 0 16,-4 2 3-16,1 3 2 15,-1 5 2-15,-2 1-4 16,0 4 6-16,-2 2-1 0,-2 5 0 15,0 0-1-15,0 4-8 16,0 2 23-16,-6 2-13 16,0 2 0-16,2 0-7 15,0 1 14-15,3-1-8 16,1-1-1-16,0-6 4 0,0-3-1 16,7-4 0-16,2-4 0 15,2-6-2-15,0-1 0 16,3-3 1-16,-1-1 1 15,3-4 0-15,-2-3-1 16,2-3 0-16,-3-4 2 16,-1-1-3-16,0-1 0 0,-7 0 0 15,1 0 1-15,-4 0-1 16,-2-1 2-16,0-1-2 16,0 2-1-16,-6 0-2 15,-3 0-7-15,-2 4 0 16,-2 7 7-16,0 4 2 0,-1 3-1 15,1 5 1-15,1 5-2 16,5 6 1-16,-1 3 0 16,3 7 0-16,3 3-1 15,2 6-2-15,0-1-7 16,0 6-11-16,5-3-19 0,7 0 12 16,0-1 3-16,1-3 5 15,2-4 11-15,1-2 9 16,-1-4 5-16,-1-1 11 15,-1-3 2-15,-1-3-1 16,-6 0-3-16,1-4 0 16,-5-3-2-16,-2-6-3 0,0-4-6 15,0-1 0-15,-4-5 3 16,-7-1 7-16,-3-3 5 16,-1 1-12-16,-7-1-3 15,-1 0-4-15,-4-2-15 0,-4-2-36 16,-1-3-127-16</inkml:trace>
  <inkml:trace contextRef="#ctx0" brushRef="#br0" timeOffset="142025.51">2142 16513 70 0,'4'9'-8'0,"-2"-1"9"0,0 0 2 0,-2 0 1 15,0-2 4-15,0-1 15 16,0-1 8-16,-2 0-10 16,0-2-6-16,-2-2 5 15,-2 0 0-15,4 0-14 16,-2 0-3-16,2 0-2 0,-4 0 5 15,3 0-4-15,-1 0-1 16,-3 0-2-16,-2 1 1 16,0 1 1-16,0 0 3 15,-5 0-4-15,1 1 3 0,-1 1 0 16,1 3-1-16,-2 3-2 16,2 3-2-16,0 1 2 15,1 7 0-15,3 5-5 16,0 4 18-16,0 8-10 15,4 1-4-15,1 5 1 16,0 1 0-16,1-1 1 0,2-4-1 16,1-2 1-16,0-8 2 15,0-1-1-15,0-6 0 16,6-3-2-16,2-1-1 16,4-5-1-16,1 2-1 0,0-5 0 15,4-1 0-15,1-2 1 16,-3-2-2-16,5 0 0 15,-3-2 1-15,6 0-2 16,-2-2 2-16,0 2 5 16,2 0 0-16,-3 5-1 15,-2 2 0-15,-2 3-1 0,-3 6 5 16,-3 7-2-16,-2 5 3 16,-4 4-2-16,-3 5-1 15,-1 0-2-15,0 2 1 16,0-1 0-16,-3 0 0 15,-1 1-1-15,0-4-1 0,1 1 0 16,3-3-1-16,0-4-2 16,0-7 1-16,0-4 2 15,0-3 0-15,0-2 0 16,5 2-1-16,6 4 1 16,5 7 0-16,3 4-1 0,6 7 1 15,6-2 0-15,3 1-1 16,1-5 1-16,8-4-1 15,0-9-2-15,6-10-8 16,-3-9-45-16,-5-3 3 16,-7-21-57-16</inkml:trace>
  <inkml:trace contextRef="#ctx0" brushRef="#br0" timeOffset="142848.12">2019 16458 96 0,'-10'0'-12'0,"-1"0"17"0,3 0 1 16,-2 1-2-16,2 0-3 15,3 2 1-15,-1 4-2 16,-1 2 1-16,2 4 2 15,-2 4-3-15,1 4 1 0,-1 4-2 16,1 3 3-16,-2 4 5 16,2 4 0-16,0 1-1 15,5 4 5-15,1 3 1 16,0 1-1-16,0 2-2 16,11 0-3-16,1 0 2 15,5-2-1-15,2-1-1 0,0-1-4 16,4-5 0-16,-1-4 0 15,-1-5-1-15,-4-5 0 16,1-7 2-16,-4-8-3 16,2-5-4-16,-1-4 4 15,-1 0 3-15,1 0 4 0,3 0 0 16,-3-3-4-16,1 3 1 16,-1 0-2-16,-1 9-2 15,1 9 3-15,-2 10 2 16,0 6 3-16,-3 8-6 15,0 7 1-15,-4 5-5 0,-1 6 13 16,-1 4-7-16,2 4 1 16,-1 4 0-16,6 4-2 15,2 0-1-15,6 1-1 16,6-2-1-16,6-6 1 16,7-7-2-16,10-12 1 0,6-13-5 15,4-15-42-15,-1-16-58 16</inkml:trace>
  <inkml:trace contextRef="#ctx0" brushRef="#br0" timeOffset="149351.57">3829 6622 66 0,'0'0'7'0,"0"0"2"0,0 0 0 16,0 0-4-16,0 0-2 15,0 0 1-15,0 0 0 16,0 0-4-16,0 0 0 16,0 0 2-16,0 0-2 15,0 0-1-15,-3 6-1 16,6 0-8-16,4 1 8 0,-3 4 3 16,1-1 0-16,1 0 0 15,-2-1-1-15,1-2 0 16,0-2 0-16,-1-2-1 15,-2 0-1-15,3-3-1 0,-1 0 11 16,1-10 2-16,6-4 2 16,0-9 0-16,4-7-1 15,6-8-5-15,4-8 4 16,6-9-5-16,4-8 0 16,5-5-3-16,8-3 1 0,3-3-1 15,-2 3-22-15,-6 5-92 16</inkml:trace>
  <inkml:trace contextRef="#ctx0" brushRef="#br0" timeOffset="152259.64">6562 11430 95 0,'0'0'6'15,"0"0"5"-15,0 0 10 0,0 0-9 0,0 0 2 16,0 0-2-16,-37-36-4 16,34 26 3-16,-3 0-1 0,1 0-2 15,0-4-5-15,1 1-2 16,-1-2 0-16,3-3 1 15,-2-4-1-15,2-2 0 16,0-3 4-16,2-3-2 16,0-4 1-16,0-1-1 15,0-5 1-15,2-3-3 0,2-2 1 16,3-5-1-16,1 0 0 16,2-1 1-16,1-1-1 15,0 0 3-15,3-1 1 16,-1 0 3-16,5 3-1 0,-3-1-1 15,3 5-3-15,1-2 3 16,0 7-5-16,-1 4 3 16,-2 0-3-16,1 3 0 15,-1 4-1-15,-2 3 0 16,-4 3 0-16,0 4 1 16,-1 5-1-16,-3 3 0 0,-3 2 0 15,1 6-1-15,-2 1-6 16,0 2-15-16,-2 1-12 15,0 0-16-15,0 0-12 16,0 0-13-16</inkml:trace>
  <inkml:trace contextRef="#ctx0" brushRef="#br0" timeOffset="152522.85">6689 10096 204 0,'0'0'5'0,"0"0"-2"0,0 0-2 0,39-30 4 0,-23 26-1 16,6 4-4-16,1 0-1 15,0 16-4-15,2 13-1 16,-4 17 0-16,-8 9 3 0,-9 9-69 16</inkml:trace>
  <inkml:trace contextRef="#ctx0" brushRef="#br0" timeOffset="153250.63">6299 9314 102 0,'0'0'0'0,"-12"52"-1"0,12-25 0 0,0 4 2 15,0-5-1-15,0-2 0 16,8-5-1-16,0-5 0 16,3-7 1-16,1-4 7 0,-1-3 9 15,-2-2 8-15,4-9 3 16,-2-6-10-16,-2-2-6 15,0-5-4-15,0 0 0 16,-5-1 3-16,-4-1 5 16,0-1 7-16,0 0-4 0,-2 4-7 15,-9 1-5-15,2 2-2 16,-2 7-2-16,2 2-3 16,-3 6-3-16,4 4-3 15,1 1 11-15,1 6-8 16,3 8-18-16,0 1-19 0,3 1-10 15,0-6-25-15</inkml:trace>
  <inkml:trace contextRef="#ctx0" brushRef="#br0" timeOffset="153923.82">6429 9183 231 0,'0'0'-6'0,"0"0"9"15,0 0 3-15,0 0 0 16,0 0-6-16,0 0-9 0,0 0-10 16,0 0 13-16,0 0 3 15,17 35 3-15,-8-15 1 16,-2 0 0-16,-1 0 0 16,1-4 1-16,2-3-1 15,-2-4-1-15,0-3 1 0,-1-3 0 16,1-3 2-16,0 0 1 15,-3-3 4-15,0-7 0 16,1-4-3-16,-3-2-1 16,0-2-2-16,-2-2 2 15,0 2-3-15,0 2 1 16,0 2-1-16,0 5-1 0,0 2 0 16,0 4 0-16,0 3-1 15,3 0-9-15,4 7-7 16,-1 6 15-16,3 4 2 15,0 0-1-15,2 0 1 16,-2-4 0-16,0 0-1 0,1-6 1 16,0-5-2-16,-1-2 2 15,1 0 2-15,0-1 3 16,-1-10 0-16,0-3 0 16,-2-5-1-16,-1-2-1 15,-1-4 1-15,-3-4-2 0,-2-4 0 16,0-2 0-16,0-2-1 15,-4-3 0-15,-1 3 1 16,-1 2-1-16,-2 4 0 16,4 8 1-16,0 3-2 15,0 9 0-15,2 4-2 0,1 7 4 16,1 0-10-16,0 11-1 16,1 10 3-16,5 3 3 15,3 6 0-15,2 1 2 16,2-1-2-16,1 1 1 15,1-6 0-15,0-3 2 0,0-2 1 16,0-4 1-16,1-2 2 16,-2-4 0-16,-3-4-7 15,-1-5-46-15,-6-1-43 16</inkml:trace>
  <inkml:trace contextRef="#ctx0" brushRef="#br0" timeOffset="154051.82">6718 9048 242 0,'0'0'-1'0,"0"0"7"0,0 0-3 0,-6-37-8 0,17 23-62 0,1-6-47 16</inkml:trace>
  <inkml:trace contextRef="#ctx0" brushRef="#br0" timeOffset="154272.43">6846 8832 231 0,'0'0'4'0,"0"0"-12"15,0 0-14-15,12 43 10 16,-2-19 9-16,2 3 1 0,1 4 2 16,2 4 1-16,1 0 1 15,0 0-1-15,0 2 2 16,-4-3 1-16,-1-2 0 15,-1-3 1-15,-6-5-2 16,1-4-4-16,-5-7-26 0,0-6-48 16</inkml:trace>
  <inkml:trace contextRef="#ctx0" brushRef="#br0" timeOffset="154544.45">6916 8792 244 0,'0'0'27'16,"0"0"-21"-16,8-52-1 15,-1 38-3-15,5 6-2 16,-3 6-3-16,3 2-4 0,0 6-9 16,-3 10 13-16,-3 6 2 15,-3 3 0-15,-2 4 1 16,-1-1 1-16,0 2 2 15,-4 1-1-15,-4-1 3 16,3-3-5-16,-2-4-2 0,5-5-15 16,1-8-23-16,1-6-32 15,0-4-27-15</inkml:trace>
  <inkml:trace contextRef="#ctx0" brushRef="#br0" timeOffset="155121.65">7104 8720 256 0,'0'0'-1'0,"0"0"15"16,0 0-8-16,0 0-13 15,0 0-6-15,0 0-1 0,0 0 13 16,0 0 1-16,39 51 0 16,-32-32 2-16,0-5-2 15,0-3 1-15,-3-4-1 16,1-2 1-16,-1-3 2 15,0-2 0-15,-2 0 4 0,1-5 2 16,0-7-1-16,-1-1-4 16,0-5-1-16,0 1-1 15,0 1-1-15,0 2 0 16,3 4-2-16,1 6 0 16,1 1-6-16,4 3-2 15,1 0 4-15,2 0 0 0,-1 0 4 16,-1 4 1-16,0-1 0 15,-3-1 1-15,-1-2 1 16,-2 0 3-16,-2 0-4 16,-2-9 4-16,-2-4 3 0,0-4-4 15,0-5-1-15,0-4-2 16,-2-3 2-16,-4-2-2 16,0-1 0-16,0 2 0 15,-1 1 0-15,1 5-2 16,1 6 1-16,0 5-1 0,3 6 1 15,0 6-1-15,2 1-3 16,0 4-12-16,0 10 10 16,4 7-1-16,4 5-1 15,2 5 8-15,-1-1 0 16,3 0-1-16,1-1 1 16,-3-1 0-16,2-2 2 0,-1-1 0 15,-2-3 1-15,-2-2-27 16,-2-5-37-16,-5-7-6 15,0-8-36-15</inkml:trace>
  <inkml:trace contextRef="#ctx0" brushRef="#br0" timeOffset="155241.69">7304 8606 206 0,'0'0'8'0,"0"-41"4"0,7 15-3 0,11-2-9 16,5 0 2-16,3-3-10 0,-4-1-81 15</inkml:trace>
  <inkml:trace contextRef="#ctx0" brushRef="#br0" timeOffset="155525.06">7441 7950 238 0,'0'0'3'0,"0"0"4"16,0 0-4-16,0 0-15 15,0 0-1-15,-12 47-1 16,14-9 13-16,6 5 4 16,-1 4-1-16,3 2-3 15,4 1 2-15,-1 0-1 0,1-5 2 16,1 0 2-16,1-2 0 15,-2-3 4-15,4 1-3 16,-1-7 1-16,-1-7-51 16,-3-11-73-16</inkml:trace>
  <inkml:trace contextRef="#ctx0" brushRef="#br0" timeOffset="155889.54">7735 8288 286 0,'0'0'-2'16,"0"0"10"-16,0 0 1 0,0 0-5 16,-37-13-5-16,32 30-6 15,-1 2 2-15,-2 4-1 16,2-1 4-16,4 1 2 16,2-6-1-16,0-4-1 0,0-5 1 15,4-3 0-15,2-5 2 16,2 0-2-16,-2-2-14 15,1-9 12-15,-2-2 1 16,2-2 2-16,-3 2 3 16,-2-1-3-16,-2 7 2 15,0 2 14-15,0 2-3 0,2 3-13 16,3 0-11-16,-1 0 6 16,5 6 2-16,1 0 1 15,3 1 4-15,1 0-1 16,0-2 0-16,1-1-8 15,0-3-14-15,1-1-18 0,-6 0-42 16,1-10 7-16</inkml:trace>
  <inkml:trace contextRef="#ctx0" brushRef="#br0" timeOffset="156287.31">7866 8170 119 0,'0'0'17'16,"0"0"31"-16,0 0-10 15,0 0-38-15,0 0-19 16,0 0-4-16,0 0 17 16,0 0 10-16,28 46 2 0,-19-36-4 15,2-2-2-15,-2-4 0 16,0-4 9-16,0 0-2 16,0-2 2-16,-3-7-3 15,2-4 2-15,-4-2-2 16,-1-2-2-16,-1-2-1 15,0 2-1-15,0 2 0 0,-2 2-1 16,2 3-1-16,0 4 0 16,1 5-2-16,4 1-8 15,-1 3-5-15,1 9-9 16,0 7 6-16,4 2 24 0,-2 3-4 16,-2 3-1-16,-1 0-1 15,-2 0 1-15,-1 2 1 16,-3-1 1-16,0-1 3 15,-11 0 2-15,0 0 1 16,-3-4 2-16,-2-2-5 16,1-5-7-16,2-11-37 0,1-5-55 15</inkml:trace>
  <inkml:trace contextRef="#ctx0" brushRef="#br0" timeOffset="156651.35">8087 8049 191 0,'0'0'1'0,"0"0"-5"0,0 0 3 0,0 0 2 0,0 0-1 16,0 0 1-16,0 0-1 15,23-45 0-15,-23 34-1 16,0 1 1-16,0-1 0 15,-2 4 0-15,-4 2-3 0,-3 5-4 16,1 0 20 0,-4 6-11-16,3 9 1 0,3 5-7 15,0 3 1-15,5 0 2 16,1-1-3-16,0 1-2 16,7-6 1-16,2 0-1 15,3-7 5-15,3 0 2 0,-1-3 0 16,2-4 2-16,0-3 9 15,2 0 4-15,-2-2-15 16,-1-9-25-16,-2-3-25 16,-3-6-47-16</inkml:trace>
  <inkml:trace contextRef="#ctx0" brushRef="#br0" timeOffset="156906.48">8244 7899 136 0,'0'0'37'16,"0"0"2"-16,0 0-27 15,0 0-19-15,0 0-5 0,0 0-2 16,42 10 2-16,-29 5 6 16,-4 4 1-16,-2-3 13 15,1 2-2-15,-3-3-4 16,0-4-2-16,-5-4 1 16,2-3 0-16,-2-4 3 15,0 0 43-15,0-6 18 0,-6-9-48 16,2-7-3-16,-2-9-9 15,3-3-1-15,3-8 1 16,0-1-4-16,7-1-24 16,-1 3-45-16,-5 7-102 0</inkml:trace>
  <inkml:trace contextRef="#ctx0" brushRef="#br0" timeOffset="158287.72">6301 9798 149 0,'0'0'-9'0,"0"0"17"0,0 0 2 0,0 0-3 0,0 0-9 16,0 0-10-16,0 0 12 15,0 0-1-15,0 0-1 16,0 0 1-16,53-14-1 0,-32 1 3 16,5-5-6-16,2-7 9 15,7-4 0-15,7-8 7 16,7-6-1-16,8-4 4 16,5-5 2-16,7-4-5 15,8-2-7-15,1-3-1 0,9 1 0 16,3 0-2-16,5-2 2 15,-1 0-1-15,-2-1 0 16,-2 1 0-16,1-1-2 16,-4-1 0-16,-4 3 0 15,0-1 0-15,-1 2 0 16,-4 0 0-16,-3 4 0 0,-5 3 0 16,-5 3 1-16,-4 3-1 15,-5 3 0-15,-8 3 2 16,-2 0-2-16,-6 0 0 15,2 1 0-15,-6 3 1 16,0-4-1-16,-7 1 0 0,0 0 1 16,-6-2 0-16,-4 0 1 15,-5-1-1-15,-7 3 1 16,-1 0-1-16,-4 2 0 16,-2-1 0-16,0 4-1 15,-4 1 2-15,-5 1-1 0,-5 3 3 16,-1 1-1-16,-9 3 0 15,-1 0-2-15,-2 5 6 16,-4-2-3-16,-1 3-2 16,-1-1 0-16,-1 1 2 15,0 3 0-15,1 1-1 0,-2 4 1 16,1 2-2-16,-6 3 0 16,0 4-2-16,-2 3 0 15,-2 4-1-15,0 10-3 16,-5 2 1-16,4 4 2 15,-2 1-1-15,0 6 2 0,-2 0 0 16,0 4 0-16,-4 2-1 16,2 0 1-16,1 2-1 15,-2 1 2-15,-1 2-2 16,1 2 2-16,1 2-1 16,-5 4 0-16,0 2 0 0,-2 3 0 15,0-1 0-15,-1 1-3 16,-3-1 0-16,4-2-1 15,-4-1 0-15,1 3 1 16,1-2 0-16,-2-1 1 16,3-2 2-16,-4 2-1 15,3-1 1-15,-2-1 0 0,-1 2 0 16,0 1 1-16,3 0-1 16,-4 2 0-16,3 0 0 15,1 0-3-15,0-2-1 16,3 3 2-16,4 0 1 15,4 0 0-15,1 0-2 0,4-1 1 16,5-2 1-16,10 2 0 16,2 0-1-16,10 2 1 15,3 1-1-15,6 2 0 16,7-1-1-16,1 2 0 0,5-2-1 16,11-3-1-16,3-2 2 15,4-3 1-15,8-5-1 16,5-5-2-16,7-11 7 15,4-5-2-15,8-14 3 16,6-6 3-16,8-13 4 16,7-14-2-16,0-14-19 0,1-12-42 15</inkml:trace>
  <inkml:trace contextRef="#ctx0" brushRef="#br0" timeOffset="159290.51">6303 8104 54 0,'0'0'19'0,"0"0"0"0,0 0-9 0,0 0-4 15,0 0-3-15,0 0-2 16,0 0 0-16,0 0-1 16,0 0 0-16,0 0 0 0,0 0 0 15,0 0 0-15,0 0-1 16,0 0 1-16,0 0 0 15,0 0-1-15,5 4-1 16,-1-1 0-16,2 1-1 0,-1 1 2 16,2 1 0-16,0-1 0 15,-3-1 1-15,3 0 0 16,-1-1 0-16,0-3 1 16,0 0 1-16,0 0 2 15,1-2 3-15,-1-9 13 16,6-5 6-16,1-9-11 0,3-12-9 15,7-10-3-15,3-10-2 16,7-11 0-16,6-9-4 16,5-11-16-16,3-5-26 15,2-8-74-15</inkml:trace>
  <inkml:trace contextRef="#ctx0" brushRef="#br0" timeOffset="185459.46">7787 8777 133 0,'0'0'3'0,"0"0"5"0,0 0-2 0,0 0-3 0,0 0 9 15,0 0 16-15,-22-35-7 16,20 30 4-16,1 2-5 15,1 3-2-15,0 3-12 0,0 14-10 16,5 11 1-16,7 12 4 16,2 14-1-16,5 12 2 15,2 5-1-15,4 5 1 16,0 4-1-16,2 5-1 16,-2 3-6-16,-6-1-52 0,-4 1-41 15</inkml:trace>
  <inkml:trace contextRef="#ctx0" brushRef="#br0" timeOffset="186121.45">7731 9944 251 0,'0'0'2'0,"0"0"-3"0,0 0-1 15,6 46 3-15,7-21-1 16,0 4 1-16,0 0-1 15,0-1 0-15,-4-1 0 16,-3-5-1-16,-3-1-2 16,-2-6 0-16,-1-5 1 15,0-3 1-15,-2-5 0 0,-6-2 1 16,-1-5 0-16,-3-11-10 16,-2-8 1-16,0-4 4 15,-2-8 3-15,1-2 2 16,1 1-2-16,4 0 11 0,3 3 1 15,3 5-2-15,4 7-3 16,0 2 2-16,4 6-5 16,4 2-2-16,4 4 0 15,1 2 1-15,0 3-2 16,3 3 0-16,0 0 0 16,-1 0-3-16,-1 13 3 0,-2 1-2 15,0 3-3-15,-5 5 5 16,-5-1 0-16,0 2-1 15,-2-2 3-15,0-1-1 16,-4-2 1-16,-3-5 0 16,1 0 0-16,1-5 1 0,3-3 0 15,1 0-2-15,1-2 1 16,0 1-1-16,0-2 1 16,6 2 0-16,3 0 1 15,1 1-1-15,6-1-1 16,-3 0 0-16,4-2 0 0,0-2-12 15,-3 0-73-15</inkml:trace>
  <inkml:trace contextRef="#ctx0" brushRef="#br0" timeOffset="186823.03">7997 9990 268 0,'0'0'23'0,"0"0"-22"0,0 0-26 0,0 0 15 0,0 0 12 16,0 0 3-16,0 0-2 15,0 0-1-15,0 0 0 16,0 0 1-16,-6-43-2 16,-1 33 0-16,4 4 1 15,-3 1-1-15,2 2 0 0,-1 3 0 16,1 0 1-16,0 5-1 15,1 7-2-15,3 4 2 16,0 3-1-16,0 1 0 16,9 0 2-16,2-1 0 15,0-4-1-15,7-6-1 0,0-1 0 16,-2-5-3-16,4-3-5 16,1-1-4-16,0-11-17 15,-1-5-13-15,-3-3 0 16,2-1 9-16,-6-2 14 15,-1 1 5-15,-6 0 9 0,-2 1 9 16,-1 1 16-16,-3 3 11 16,0 1 3-16,0 3 3 15,-5 1-11-15,-1 6-5 16,-1 1-2-16,-4 3-12 16,2 2-2-16,1 0-5 15,0 7 2-15,1 6-4 0,3 1 2 16,0 2 3-16,3 1-2 15,1-1-1-15,0-2 1 16,3-4-1-16,4 0-2 16,2-6-4-16,-4-4 0 0,5 0-2 15,-3 0 7-15,4 0 0 16,-2 0 3-16,2-3 0 16,-1 3-1-16,1 0-1 15,1 6 5-15,2 6-4 16,-3 4 0-16,3 1 0 15,-3 5 0-15,-3 0 1 16,2 2-2-16,-6 2 1 0,1-2-1 16,-5 3-1-16,0-3 1 15,0-2-3-15,0-7-9 16,0-5-13-16,-5-10-20 16,1-4-30-16</inkml:trace>
  <inkml:trace contextRef="#ctx0" brushRef="#br0" timeOffset="187128.64">8279 9785 255 0,'0'0'17'16,"0"0"-11"-16,0 0-6 0,0 0 1 0,0 0-2 15,36-28-2-15,-25 29-1 16,3 9 2-16,0 4 3 15,0 2 1-15,-1-2 0 0,-3 0-2 16,-3 0 0-16,1-3 0 16,-6-4 1-16,0-2 0 15,-1-1-1-15,-1-4 3 16,0 0 6-16,0-2 18 0,-3-10-15 16,-3-5-3-16,-1-8-6 15,1-5-1-15,1-1-3 16,3-1-7-16,2 4-43 15,0 7-31-15,0 6-66 16</inkml:trace>
  <inkml:trace contextRef="#ctx0" brushRef="#br0" timeOffset="187428.3">8500 9703 212 0,'0'0'11'0,"0"0"-12"15,0 0 0-15,0 0 1 16,0 0 0-16,0 0 0 16,0 0-4-16,0 0 11 15,25-2-4-15,-32-6-1 16,-2-1-2-16,2 1 7 16,-3 1 2-16,3 1 8 0,-1 5 1 15,2 1-9-15,2 0-6 16,2 12-2-16,2 4-2 15,0 4 1-15,1 0 2 16,8-1-2-16,5-3 1 16,1-3-4-16,6-3-20 0,-3-6-18 15,0-4-35-15,2 0-30 16</inkml:trace>
  <inkml:trace contextRef="#ctx0" brushRef="#br0" timeOffset="187725.4">8677 9565 154 0,'0'0'9'16,"0"0"8"-16,-9-41 1 16,-1 35-3-16,2 6-9 15,-1 0 3-15,-2 10-3 0,2 4-3 16,2 5 0-16,1-2 0 16,3 0-1-16,3 0 1 15,0-3-2-15,3-1 0 16,5-2 1-16,3-4-1 15,1-4 1-15,1 0-2 16,0-3 3-16,-1 2 0 0,1-1 0 16,-3 0-3-16,0 1 0 15,-3 3 0-15,-3 2 0 16,-4 1-3-16,0 3 1 16,0 0 1-16,-2 2-8 15,-3-2-28-15,3-3-18 0,0-6 5 16</inkml:trace>
  <inkml:trace contextRef="#ctx0" brushRef="#br0" timeOffset="188209.01">8795 9460 37 0,'0'0'162'16,"2"-39"-158"-16,-2 28-1 15,0 1 14-15,-4 7-2 16,-3 3-10-16,-2 0 5 15,1 6-5-15,-1 8-5 0,1 3 3 16,2 4 0-16,0 0-3 16,6-3 2-16,0 1-1 15,0-4 1-15,8-5-1 16,-1-3 3-16,5-1-3 16,0-3-1-16,4-2 1 15,-3-1 2-15,2 0 0 0,2 1-1 16,1 3-1-16,-3 1-1 15,-1 4-1-15,-3 2 0 16,-4 3 1-16,-4-1-2 16,-3 1 0-16,0 0 1 0,-1-2 1 15,-6-4 0-15,-1-5 2 16,1-3 0-16,-1 0 5 16,4-6-1-16,-3-8-3 15,4-7 1-15,2 0-4 16,1-5 0-16,0 3-3 0,0 3 2 15,1 5 2-15,5 5-1 16,1 4 3-16,4 6-2 16,0 0-2-16,2 4 3 15,1 6-1-15,1 3 0 16,1 1 1-16,-3 2-3 16,-1-2-9-16,-6-4-39 0,-3-3-86 15</inkml:trace>
  <inkml:trace contextRef="#ctx0" brushRef="#br0" timeOffset="188345.54">8902 9326 255 0,'0'0'4'0,"0"0"1"0,0 0-8 15,0 0-17-15,0 0-85 0</inkml:trace>
  <inkml:trace contextRef="#ctx0" brushRef="#br0" timeOffset="188871.81">9052 9358 232 0,'0'0'9'0,"0"0"-8"15,0 0 2-15,0 0-1 16,-25 37-2-16,21-22 1 0,-1 3 0 16,2-1-1-16,3 2 2 15,0 0-1-15,0-2 0 16,0 0 0-16,3-3-1 16,2-3 0-16,-1-4-1 15,-1-1-8-15,1-5 0 0,-1-1-3 16,-1 0 2-16,0-5 18 15,-2-7 10-15,0-3-4 16,0-2-5-16,1-2-3 16,0 0-2-16,1 1 1 15,1 4 2-15,1 3 3 0,-1 2 1 16,3 2-3-16,-2 3-4 16,3 1-3-16,0 3-2 15,-1 0-1-15,1 0-1 16,0 7 0-16,0 0-7 15,-3 0 0-15,-2 0 3 16,0-1 6-16,1-4 1 0,-3-2 1 16,2 0 1-16,2-11-4 15,1-7 12-15,2-2-5 16,4-1-1-16,-2-2-2 16,6 6 2-16,1 3-2 15,2 3-1-15,1 5 0 0,2 3-1 16,-3 3 0-16,-4 0-25 15,-7 0-147-15</inkml:trace>
  <inkml:trace contextRef="#ctx0" brushRef="#br0" timeOffset="189419.71">7837 8788 113 0,'0'0'2'0,"0"0"2"0,0 0 6 0,0 0 7 0,36-13-4 16,-17 6 5-16,8-3-5 16,4-2-4-16,12-3-2 15,8 1-1-15,9 0-4 16,10-2-1-16,6-1 0 16,9 0 1-16,9 0-1 0,2-3 2 15,6 0 1-15,1-2 10 16,0-2 0-16,-2-2-3 15,-1-1-5-15,-5 4-1 16,-5-2-4-16,-6 2 0 0,-2 4 0 16,-10 4-2-16,-8 1-11 15,-12 4-56-15</inkml:trace>
  <inkml:trace contextRef="#ctx0" brushRef="#br0" timeOffset="190010.58">9725 8422 297 0,'0'0'6'0,"0"0"-4"0,0 0-6 16,0 0-9-16,0 0 6 15,0 0 5-15,5 41 2 16,-3-25 1-16,0 0-1 16,0 0 0-16,0-3 0 15,0-2 1-15,2-2-1 0,0-1 1 16,2-2 0-16,-1 0 1 15,3-5-1-15,-3-1-3 16,2 0-2-16,-1-1 1 16,-5-5 7-16,1-2-3 15,-2 1-1-15,0 2 1 0,-3 1-5 16,-3 2-9-16,-4 2 9 16,0 0-2-16,1 5 6 15,1 3 3-15,0 5-4 16,3 3 7-16,3 2-6 15,0 3 0-15,2 3 0 16,0 2 1-16,2-2-1 0,3 3 1 16,3-3 0-16,4-1 0 15,-1-4 0-15,1-4 0 16,5-2-1-16,-1-6-1 16,2-3 2-16,2-4-1 0,2-5-1 15,0-12 3-15,3-8 2 16,-3-4-5-16,1-7-17 15,-6-2-27-15,-6-3-27 16,-4-2 7-16</inkml:trace>
  <inkml:trace contextRef="#ctx0" brushRef="#br0" timeOffset="190217.54">9937 8251 104 0,'0'0'40'0,"0"0"11"0,0 0-14 0,0 0-8 15,0 0-22-15,0 0-8 0,0 0 0 16,0 0 1-16,-22 64 0 16,31-28 1-16,4 5 0 15,3 2 0-15,4 1 0 16,0-1 1-16,2-1-2 16,3-3 0-16,-2-6-15 0,-1-5-28 15,-4-9-55-15</inkml:trace>
  <inkml:trace contextRef="#ctx0" brushRef="#br0" timeOffset="190858.26">10177 8464 259 0,'0'0'17'0,"0"0"0"16,-39-22-3-16,26 20-5 15,-3 2-7-15,3 2 1 16,0 10-2-16,1 4 2 15,2 2-2-15,5 4 0 0,3-1-1 16,2 2 3-16,0-3-3 16,4-2 0-16,5-6 0 15,4-3-5-15,-1-7-5 16,3-2-11-16,-3-5 3 0,0-10 17 16,-1-3 2-16,-3-3-1 15,-2 2-1-15,-2 2 6 16,-1 4-2-16,-1 4 2 15,-2 5 6-15,2 3-2 16,0 1-12-16,1 0-5 16,2 4-6-16,2 5 1 0,1-1-10 15,3-1-28-15,-1-3-10 16,2-2 27-16,2-2 12 16,-3-1 18-16,-2-10 10 15,2-3 10-15,-2-3 6 16,-2-3 12-16,-3-1 3 0,-2-3-10 15,-2-2-8-15,0 2-10 16,0 3-6-16,-6 2-2 16,-1 7-1-16,-4 3-1 15,2 5 8-15,-2 4-4 16,0 0-7-16,1 11 2 16,6 3 1-16,0 3 4 0,4 2-3 15,0 1 1-15,6-4 0 16,8 0 1-16,0-4-2 15,4-2 3-15,1-2-2 16,-3 2 1-16,-1-3 0 0,-1 0-2 16,-1 2 0-16,-6 0 1 15,-2-1-2-15,-3 3 0 16,-2-1 1-16,0-2-1 16,0-3-2-16,0-1-9 15,-2-4-19-15,2 0-5 0,0-11-21 16,0-6 3-16</inkml:trace>
  <inkml:trace contextRef="#ctx0" brushRef="#br0" timeOffset="191179.46">10433 8275 57 0,'0'0'34'16,"13"-56"4"-16,-10 34-2 0,-1 8-2 0,-2 5-16 16,0 4 10-16,-3 5-5 15,-5 0-14-15,-1 6-9 16,-2 9 0-16,2 4 2 15,2 5-2-15,3-1 1 16,4 2-1-16,0-5 1 0,2-2-1 16,9-2 2-16,1-5-1 15,1-3 1-15,3-3-2 16,1-3 0-16,-1-2 0 16,1 0 2-16,0 0 0 15,-2 0-1-15,-1 0 0 0,-5 0-1 16,-3 4-2-16,-6 6 1 15,0 2-2-15,0 3 2 16,-8 3 1-16,-1-1-1 16,-3 0 2-16,1-4-8 15,3-3-17-15,2-6-32 0,2-4-56 16</inkml:trace>
  <inkml:trace contextRef="#ctx0" brushRef="#br0" timeOffset="191327.92">10577 8290 249 0,'0'0'23'0,"0"0"-21"16,0 0-1-16,0 0 3 15,0 0 0-15,44 35-3 16,-31-21 1-16,1-1-2 16,-3-2-35-16,-5-4-91 0</inkml:trace>
  <inkml:trace contextRef="#ctx0" brushRef="#br0" timeOffset="191463.62">10555 8145 243 0,'0'0'-1'16,"-28"-49"4"-16,18 30 3 16,4 2-6-16,2 2-42 15,0 4-134-15</inkml:trace>
  <inkml:trace contextRef="#ctx0" brushRef="#br0" timeOffset="192032.68">10555 7892 266 0,'0'0'1'16,"3"-54"11"-16,2 27 6 0,1 8 1 15,2 1-13-15,-2 5-3 16,3 9-2-16,0 4-1 15,3 3-1-15,5 18-5 16,1 15 5-16,4 13 3 0,1 13-1 16,3 7 0-16,-3 6 0 15,0-1-1-15,-4-6 1 16,0-8 1-16,-3-9-1 16,-1-7 2-16,-1-11-3 15,0-6 0-15,-2-6 2 16,1-7-2-16,-2-2 1 0,-2-5 0 15,0-6-4-15,0-1-1 16,-4-3-1-16,1-11 6 16,-6-4 0-16,0-6 1 15,-2-5-1-15,-9-2-1 16,-7-2-3-16,-2-1-12 0,-4 3 3 16,3 2 7-16,-1 5 4 15,6 6 4-15,0 2 2 16,5 3 6-16,5 2-3 15,4-2-6-15,2-1 1 16,0-2-3-16,8-1-1 0,5-1 1 16,1-2-1-16,1 2-1 15,0 2-1-15,-2 2 0 16,-2 5 2-16,-2 5 1 16,-2 4 0-16,-1 0-4 15,1 9 1-15,0 3 5 0,-1 4 0 16,1-1-1-16,-1 0 0 15,1 0 0-15,2-2 0 16,0-3-2-16,1-1-33 16,-2-5-67-16,1-4 0 15</inkml:trace>
  <inkml:trace contextRef="#ctx0" brushRef="#br0" timeOffset="192181.8">10875 7839 152 0,'0'0'50'0,"-27"-44"-2"0,17 29-23 0,2 6-15 0,3 8-11 15,-2 1-9-15,4 5-62 16,1 8-22-16</inkml:trace>
  <inkml:trace contextRef="#ctx0" brushRef="#br0" timeOffset="192416.63">10952 7869 272 0,'0'0'8'16,"0"0"-5"-16,0 0-2 16,0 0-4-16,0 0 2 15,-29 64 1-15,22-33 1 16,4 2 0-16,3-3 0 0,2-3 0 15,8-2 0-15,3-5 0 16,4-6-2-16,2-5-18 16,2-6-8-16,1-3-14 15,-3 0-45-15</inkml:trace>
  <inkml:trace contextRef="#ctx0" brushRef="#br0" timeOffset="192750.92">11119 7869 110 0,'0'0'40'0,"0"-41"22"16,0 28-9-16,0 5-26 0,1 3-11 16,2 5-7-16,5 0-8 15,-3 8-6-15,3 11 4 16,-2 9 2-16,1 4 1 16,-3 6-2-16,-2 1-4 15,-2-1-3-15,-2-4-2 16,-10-5-1-16,-1-4 2 0,-4-9 6 15,4-3 4-15,-3-8-1 16,4-5 0-16,5 0 2 16,-1-13-2-16,4-4-5 15,4-2 6-15,0-1-1 16,0 3-1-16,5 4 1 0,6 3 2 16,0 3 0-16,3 4-2 15,1 0-1-15,3 2 1 16,-1-1-1-16,2-1-7 15,-2-1-39-15,-3-2-55 16</inkml:trace>
  <inkml:trace contextRef="#ctx0" brushRef="#br0" timeOffset="192963.72">11280 7653 235 0,'0'0'13'15,"0"0"-9"-15,0 0-4 16,0 47 1-16,0-20 1 16,7 5 0-16,4 1-1 15,0-3 0-15,3 0 4 0,-1-3-5 16,1-2 0-16,-3-2 0 16,-1-4-20-16,-2-5-48 15,-4-4-29-15</inkml:trace>
  <inkml:trace contextRef="#ctx0" brushRef="#br0" timeOffset="193156.83">11254 7863 127 0,'0'0'176'0,"0"0"-170"0,0 0-4 15,0 0 0-15,33-41-2 16,-17 38 0-16,2 3 0 15,-1 0-1-15,0 2-3 16,-2 8-6-16,-1 4-21 16,-3-1-21-16,-5-2-57 15</inkml:trace>
  <inkml:trace contextRef="#ctx0" brushRef="#br0" timeOffset="193318.3">11442 7703 4 0,'0'0'293'16,"0"0"-293"-16,-12-38 2 15,10 31-2-15,0 5-6 16,0 2-33-16,1 0-62 0,-1 10 29 16</inkml:trace>
  <inkml:trace contextRef="#ctx0" brushRef="#br0" timeOffset="193554.87">11495 7771 219 0,'0'0'3'0,"0"0"-15"16,-5 40-10-16,-1-19 0 15,-1 1 13-15,3-1 7 16,-2-3 4-16,3-5-1 0,3-6 1 15,0-1-1-15,0-5 0 16,0-1 0-16,5 0 3 16,4-8 17-16,3-6-10 15,2-5-5-15,-1-1-6 0,-4 3-65 16</inkml:trace>
  <inkml:trace contextRef="#ctx0" brushRef="#br0" timeOffset="196973.58">16710 6565 211 0,'0'-7'5'0,"0"1"5"0,0 1 2 0,0 2-7 16,0 0 5-16,0 2-2 0,0 1-4 15,0 0-4-15,0 10-3 16,0 7 3-16,0 4 0 16,0 6 0-16,0 4 0 15,0 0 2-15,0 2-2 16,1-3 0-16,-1 1 0 16,0-1 0-16,0-3-11 0,-3-1-20 15,-3-5-28-15,-4-7-4 16</inkml:trace>
  <inkml:trace contextRef="#ctx0" brushRef="#br0" timeOffset="198240.54">16681 6918 82 0,'0'0'10'0,"0"-2"-5"0,1-1 11 0,4-1 0 15,0-1 1-15,3 0 2 0,4-1-6 16,1 2-5-16,3 0 5 16,1-2-3-16,0 2-4 15,5 1-2-15,-1-1 0 16,2 1 1-16,2 0-1 16,-2 2-1-16,1-1-2 0,-2 1-1 15,0 0 0-15,0 1-1 16,-3-1-19-16,-1-3-51 15</inkml:trace>
  <inkml:trace contextRef="#ctx0" brushRef="#br0" timeOffset="198481.85">17078 6743 226 0,'0'0'3'0,"0"0"-5"16,0 0-1-16,0 0 3 16,0 0 0-16,3 36 0 15,-2-22 0-15,2 0 0 16,-1 0 1-16,1-3-1 16,1 2 0-16,2-2 1 15,-3-5-1-15,2 0-13 0,1-6-53 16,-4 0-43-16</inkml:trace>
  <inkml:trace contextRef="#ctx0" brushRef="#br0" timeOffset="198624.26">17082 6609 231 0,'0'0'6'15,"0"0"13"-15,-20-42-6 16,16 35-11-16,4 4-4 15,0 0-43-15,0-1-98 0</inkml:trace>
  <inkml:trace contextRef="#ctx0" brushRef="#br0" timeOffset="199037.56">17268 6734 168 0,'0'0'-2'16,"0"0"2"-16,0 0-1 0,0 0 1 15,34 39 0-15,-30-28 0 16,-2 0 3-16,-2-2 0 16,0 0-2-16,0-1 0 15,0-2 0-15,0-1-1 0,0-2 2 16,0 0-1-16,0-3 0 15,0 0 5-15,0 0 13 16,0 0-3-16,0-10-8 16,0-1-4-16,2-5-1 15,5-1-3-15,3 0 1 16,1 0-1-16,3 1 1 16,-1 2-2-16,2 6 3 0,1 2-2 15,1 6 1-15,-1 0-1 16,0 0 1-16,-1 4-2 15,1 6 1-15,-2 3 0 16,-2 1-1-16,2 3-1 0,-5 0-12 16,-3-1-41-16,4-3-9 15</inkml:trace>
  <inkml:trace contextRef="#ctx0" brushRef="#br0" timeOffset="199351.81">17686 6804 261 0,'0'0'4'0,"0"0"0"15,0 0-4-15,0 0 1 16,0 0-1-16,0 0-2 0,39-41 0 16,-37 34 0-16,2-2 2 15,-4 2 0-15,0 1-2 16,0-1 4-16,-4 3 3 15,-1 1-2-15,-6 3-4 16,2 0-2-16,-2 2 5 0,-3 9-2 16,3 3 0-16,0 3 0 15,3 0 1-15,5 3-1 16,3-3 0-16,0 0 0 16,8-3-4-16,6-1-13 15,1-3-18-15,4-1-27 16,5-5-27-16</inkml:trace>
  <inkml:trace contextRef="#ctx0" brushRef="#br0" timeOffset="199700.46">17981 6726 109 0,'0'0'36'0,"0"0"20"15,0 0-41-15,0 0-6 16,-49-26-2-16,33 26-4 15,-2 6 1-15,-1 6-2 0,0 3-1 16,4 3 0-16,1 1 1 16,4-1 0-16,5-2-1 15,3 0-1-15,2-4 0 16,0-4 1-16,4-3-1 16,7-1-1-16,2-4 4 15,5 0 0-15,-2-5-1 0,0-7 0 16,1-2 1-16,-4 2 1 15,-3 1 3-15,-1 0 1 16,-3 4 2-16,-1 2-2 16,-3 3-1-16,0 2-5 15,-1 0-3-15,1 0-8 0,0 8-16 16,2 2-7-16,1-2-34 16,-3 0-29-16</inkml:trace>
  <inkml:trace contextRef="#ctx0" brushRef="#br0" timeOffset="200004.26">18025 6788 154 0,'0'0'16'0,"0"0"24"16,0 0-27-16,30-44-5 16,-19 38-2-16,-2 2-1 0,-2 4 0 15,4 0-4-15,-5 0-1 16,2 9 0-16,-1 2-3 15,1 2 2-15,-3 1 2 16,1 1 2-16,-3-3-6 16,-1-3 1-16,-2-4 2 0,0-2-1 15,0-1 4-15,0-2 8 16,0-2 21-16,-2-9-14 16,-3-2-7-16,1-7-5 15,1 2 1-15,2-5-3 16,1-2-3-16,4-1-1 0,10 2-1 15,3-2-57-15,1-1-101 16</inkml:trace>
  <inkml:trace contextRef="#ctx0" brushRef="#br0" timeOffset="200433.68">18627 6649 254 0,'0'0'7'0,"0"0"-2"0,0 0-3 0,37-20 0 16,-22 16 0-16,-2 1-2 15,1 3 2-15,-2 0-2 16,0 0 0-16,2 9-2 16,-3-1 4-16,2 5-4 15,-4 0 2-15,-2 1-1 0,-3-1-1 16,0-2-1-16,-4-1-2 16,0-5 0-16,0 0 2 15,-4-5 3-15,-2 0 2 16,1 0 1-16,-2-3 9 15,2-5 7-15,3-5 1 16,2-3-10-16,0-1-5 0,2-2 3 16,10-3-5-16,5 3-4 15,4-2-2-15,5 4-31 16,-1-1-50-16</inkml:trace>
  <inkml:trace contextRef="#ctx0" brushRef="#br0" timeOffset="200768.79">19067 6604 211 0,'0'0'4'0,"0"0"-1"0,0 0 4 16,0 0-3-16,41 11-2 16,-34-8-1-16,3-3 1 15,-3 0-2-15,3 0 1 16,-2 0 0-16,0-4-1 15,0-3 1-15,0-2-1 0,-3-1 1 16,-4 2 0-16,-1-1 0 16,0 2 0-16,-7 1 2 15,-3 2-3-15,-1 4 6 16,-2 0-6-16,0 0 3 16,0 10-3-16,2 1 0 15,5 4 1-15,0 1-1 0,6 0 1 16,0-2-1-16,7 2-6 15,9-5-12-15,3-2-11 16,4-3-38-16,3-3-42 16</inkml:trace>
  <inkml:trace contextRef="#ctx0" brushRef="#br0" timeOffset="201124.79">19443 6604 92 0,'0'0'5'0,"0"0"14"16,15-41 35-16,-15 32-5 0,-10 2-28 15,-6 3-13-15,-3 4 0 16,-3 0-6-16,0 0 2 16,-3 4-2-16,3 7-2 15,4-1 0-15,2 0 0 16,3 0 0-16,7 0 0 16,2-2-6-16,4-2-3 15,0 0-9-15,10-2-1 0,5-1 17 16,0 0 4-16,3 0 0 15,1 0-1-15,-2 2 3 16,-3 5 3-16,0 1-1 16,-7 5-2-16,0 3 0 0,-3 1-1 15,-4 1-1-15,0 2-2 16,0-3 3-16,-5 1-3 16,-8-3 0-16,-1 2 0 15,-5-2 0-15,-1-2-5 16,-1 1-2-16,2-5-26 15,4-7-36-15,6-5-65 0</inkml:trace>
  <inkml:trace contextRef="#ctx0" brushRef="#br0" timeOffset="201450.42">19461 6561 256 0,'0'0'5'0,"0"0"3"0,50-23 0 0,-33 23-6 0,0 0 0 16,1 3-2-16,-1 10 1 15,0 1-2-15,0 2 0 16,0 2 3-16,-4-2-2 16,-3-2-1-16,-1-1 2 15,-3-5-1-15,-2-2 0 16,-2-2-2-16,-1-4-1 0,-1 0 3 15,0 0 15-15,-1-7-5 16,-3-4-3-16,2-5 3 16,2-1-2-16,0-2-5 15,6-3-2-15,11 1 1 16,2-2-10-16,3 3-28 0,1 3-30 16,-1 4-45-16</inkml:trace>
  <inkml:trace contextRef="#ctx0" brushRef="#br0" timeOffset="201742.82">19863 6574 119 0,'0'0'16'15,"0"0"-1"-15,0 0 18 16,0 0-20-16,0 0-7 16,38 11-3-16,-26-11-2 0,-2 0-1 15,1-5-1-15,0-4-1 16,-1-2 0-16,-2-3 3 15,-2-1 1-15,-4 1 0 16,-2 1 4-16,0 2 0 16,-8 7 1-16,-4 3-6 15,-5 1-1-15,-1 5 1 0,0 9-2 16,2 2 3-16,2 2-1 16,4 1 1-16,6-1-2 15,2 1 0-15,2-4-7 16,3-2-17-16,7-4-36 15,4-4-36-15</inkml:trace>
  <inkml:trace contextRef="#ctx0" brushRef="#br0" timeOffset="202085.71">20134 6438 168 0,'0'0'-8'0,"0"0"13"16,0 0-3-16,0 0-2 16,0 0 1-16,-41 8-1 0,32 5 0 15,1 0 0-15,5 0 2 16,3 2-2-16,0 0 1 16,3-1 0-16,10 0 2 15,4 0-1-15,4-1 3 16,-2-2 1-16,2-1-4 15,-6 1-1-15,-1-2 0 0,-8-2 0 16,-3-3-1-16,-3 1 3 16,0-1 7-16,-6-2 8 15,-6-1-11-15,-1 0-3 16,1-1-5-16,4 0 2 0,0 0-15 16,7 0-67-16,1-4-52 15</inkml:trace>
  <inkml:trace contextRef="#ctx0" brushRef="#br0" timeOffset="202590.58">20350 6439 74 0,'0'0'3'15,"25"-45"7"-15,-22 26 2 16,-3 5 13-16,0 2 6 16,-9 5-6-16,-5 3-3 15,-1 4-15-15,-2 0-3 16,2 4-2-16,-1 8 0 0,1 2-1 15,5 3 3-15,2 1-3 16,6 1 0-16,2-1 1 16,0 1-1-16,10-5 0 15,4 1 2-15,2 0 0 0,6-4 1 16,-1 2-3 0,0-2 2-16,-1 1-2 0,-4-1 0 15,-2-1-2-15,-6 3 1 16,-3-3-1-16,-4 2 1 15,-1-3 0-15,0-2 1 16,-4 2-2-16,-4-5 1 16,-3 0 0-16,-1-1 1 0,0 0 0 15,3-3 2-15,1 0 0 16,2-4 0-16,6-3 2 16,0-3 1-16,2-3-11 15,8-1 10-15,3-1-5 16,0 3 1-16,1 0-1 0,-1 4 2 15,0 2 3-15,0 5 3 16,-2 1-2-16,3 0-2 16,-1 3-3-16,1 7-1 15,1 1 0-15,1 2 0 0,-3-2-1 16,-1 2-15-16,-4-2-10 16,-1-4-20-16,-2-2-21 15,-2-4-20-15</inkml:trace>
  <inkml:trace contextRef="#ctx0" brushRef="#br0" timeOffset="202718.7">20558 6472 168 0,'0'0'4'0,"-8"-47"49"0,7 31-26 16,1 3-20-16,0 6-8 0,0 6-19 15,0 1-95-15</inkml:trace>
  <inkml:trace contextRef="#ctx0" brushRef="#br0" timeOffset="203324.63">20768 6506 225 0,'0'0'6'16,"0"0"0"-16,0 0-4 15,0 0-5-15,0 0-1 0,-43-13 7 16,28 13-4-16,-2 4 4 16,3 8-3-16,0 0 0 15,4 2 0-15,-1 1 1 16,5 0-1-16,1-2 0 16,4-2 0-16,1-1 0 0,0 0 0 15,4-4-2-15,4-3-3 16,5 1 2-16,-2-4 0 15,4 0-5-15,-2 0 1 16,1 0 0-16,-3-5 6 16,-2-3 3-16,1-3 3 0,-2 1 3 15,-1-3-2-15,0 3 0 16,-1-2 1-16,2 2-1 16,-3 1-3-16,2 2 1 15,-2 1-3-15,4 2 1 16,-2 4-1-16,1 0-1 0,-1 0-1 15,3 7 1 1,-2 3-1-16,-1 3 0 0,1 1 0 16,-5-2 1-16,1 0 0 15,-2 0-1-15,-2-3 1 16,0-1-1-16,1-4 2 16,1 0-1-16,-2-4 0 0,3 0-1 15,3 0 2-15,3-4 4 16,4-3-1-16,1-4 0 15,6 0 2-15,-1 2 3 16,3 2 0-16,0 2 3 16,-1 5-3-16,-2 0-6 0,0 13-3 15,-5 8 0-15,-4 8-1 16,-8 5-14-16,-2 4-34 16,-17 2-85-16</inkml:trace>
  <inkml:trace contextRef="#ctx0" brushRef="#br0" timeOffset="204191.79">16631 7247 77 0,'0'0'9'0,"0"0"4"0,0 0-1 0,0 0-3 0,0 0-5 16,0 0-2-16,43 0 1 15,-35 2-2-15,6-1 1 16,4-1-2-16,5 0 1 16,3 0 1-16,5 0-1 0,6-3 3 15,3 0 0-15,3-3-1 16,5 1 3-16,3-1 8 15,3-1 1-15,6 0-4 16,3 0 0-16,11 0-7 16,0 0-1-16,8 1-1 15,4-1-1-15,4 2-1 0,5-1 1 16,-1 1 0-16,1 1 0 16,4-2 4-16,2 1-3 15,3-2-1-15,2 1 0 16,5-1 0-16,3-3-1 15,0 1 0-15,1 2 0 0,3-3 0 16,-2 3 0-16,2-3 1 16,-5 2 0-16,-2 0 7 15,-3 0-1-15,-2 2 1 16,-6-1-2-16,-3 0-2 16,-3 3-2-16,-4-2-2 0,-3 2 1 15,-8 0 1-15,0 0 2 16,-3-1 0-16,-4 4-3 15,-5-1 0-15,-5 2 0 16,-5 0-1-16,-6 0 0 16,-6 0 0-16,-7 0 0 0,-5 0-1 15,-4 2-6-15,-5 1-16 16,-6-2-39-16,-4-1-46 16</inkml:trace>
  <inkml:trace contextRef="#ctx0" brushRef="#br0" timeOffset="204811.64">21238 6556 52 0,'0'0'1'0,"0"0"-5"0,0 0-9 0,0 0-10 16,0 0 23-16,0 0 20 15,0 0 16-15,0 0-17 16,0 0-6-16,0 0-7 0,0 0-4 16,0 0-1-16,7-12-1 15,-8 12 0-15,1 0 0 16,-2 1 0-16,2 1 1 15,0 1-1-15,0-3 1 0,0 3 3 16,0-2 1-16,0 2-1 16,0-2-3-16,0 2-1 15,0-1 0-15,0 0 1 16,2 0-1-16,-2-1-1 16,0 2 2-16,1-3 0 15,-1 2 8-15,0-2 9 0,1 0 14 16,2 0 5-16,5 0-6 15,0-5-12-15,6-5-8 16,8-5-3-16,7-5-2 16,10-6-2-16,13-4-2 15,11-8-1-15,12-2-2 0,8-6-21 16,7-4-48-16</inkml:trace>
  <inkml:trace contextRef="#ctx0" brushRef="#br0" timeOffset="209710.42">16502 7342 108 0,'0'-3'13'0,"0"-1"10"0,0 0-6 0,0 0-11 0,0-1-6 16,0 3 0-16,0-1-6 16,0 0-3-16,-4 0 1 15,1-2 4-15,-1 0 3 16,-1-1 2-16,2-3 0 0,1-2 2 15,-2-3 7-15,2-3 3 16,0-2 3-16,0-3-1 16,1-3-10-16,-1-1 1 15,0-4-4-15,-1 0-1 16,2 1-1-16,-1-3-3 0,1 2-4 16,0-3-3-16,-1 1 7 15,2-1 1-15,-2-2 2 16,0 1 1-16,2-3 3 15,-4 3 5-15,3 0-1 16,0 1-2-16,0 3-2 0,0 2-1 16,1 2-3-16,0-1-1 15,0 2-5-15,0-1-17 16,0 2-4-16,0-1 13 16,0 0 9-16,0 3 5 15,0 0 2-15,5 2 2 16,2 2 1-16,5 1 0 0,1 0 1 15,4 3-2-15,2-1-2 16,7 3-1-16,4 0 0 16,4-1 0-16,6 2 0 15,0 0 6-15,5-1 0 16,1 3 2-16,5 0-1 0,-1 0-3 16,6 1-1-16,0 2-1 15,3-1-1-15,3 1-1 16,1 1 0-16,6-1-1 15,2 2 1-15,5-3-1 16,0 1 0-16,7-1 1 0,4 1-1 16,-2-1 2-16,0 0 3 15,2 0-2-15,2 1 0 16,-3 0-2-16,3 1 1 16,-2-1-2-16,0 1 1 0,2 0 0 15,-2-2-1-15,-1-3 0 16,1 2 0-16,0-2 0 15,0 0 2-15,4 1-2 16,1 1 0-16,1-1 1 16,0 2 0-16,1 3-1 15,-1-2 1-15,-4 3-2 0,1 1 2 16,-2-1-1-16,1-1 0 16,1 0 0-16,-3-1 0 15,0 3 0-15,-5-2 1 16,1 3-2-16,-5-1 1 15,1 0 0-15,0 0 0 0,-3 1 0 16,-1 1 0-16,0-2 1 16,-3 2-1-16,-5 0 0 15,-1 0 0-15,-4 0 1 16,-5 0-1-16,-5 0 0 16,-2 0 0-16,-2 3 0 15,-5 1 0-15,-3 1 1 0,-2-1-2 16,-2 3 1-16,0 0 0 15,-6 3 0-15,-1 0 0 16,-4 3 0-16,-3 0 0 16,-3 1-1-16,-4 0 0 0,-1 3 0 15,-3-1 1-15,-2 2-1 16,1 2 1-16,-2 1 0 16,-3 5-1-16,-1 0 1 15,0 5 0-15,-4 3 0 16,0 1 1-16,0 4-1 0,0 1 0 15,-4 2 0-15,-2-1 0 16,-3-1 0-16,-5-3 0 16,1-3 0-16,-5 0-1 15,-6-3 1-15,-6-2-2 16,-10-1-1-16,-14-1-5 16,-13-1-27-16,-11-4-18 0,-9-4-65 15</inkml:trace>
  <inkml:trace contextRef="#ctx0" brushRef="#br0" timeOffset="210933.27">19085 7197 73 0,'0'-1'6'0,"0"-3"1"0,0 2 2 16,0-2-4-16,0 2-4 15,-1-2 5-15,0 2-1 0,-1 0 7 16,-2 0 0-16,1 0 0 16,0 2-9-16,2 0-3 15,0 0 1-15,-3 0-1 16,2 0 0-16,0 4 0 16,0 2 0-16,-1-2 0 15,1 3 0-15,-2 0 0 0,2 2 0 16,1-1 0-16,1 1 1 15,0-1-1-15,0 2 0 16,0 0 0-16,0 2 0 16,2-1 0-16,3-2 0 15,-2 3 1-15,1 1-1 0,2 0 1 16,-1-1-1-16,4 3 2 16,-3-3-2-16,4 0 2 15,3 1 0-15,-2-2 2 16,4-1 3-16,4 1-1 15,5-2 4-15,-1 1 1 0,3-3 2 16,5 3-3-16,0-2-4 16,2-2-3-16,2 1 2 15,-4-1-2-15,2 1 2 16,0-3 1-16,-2 2 0 16,2-2 0-16,0-1 0 15,1-1 0-15,-1 0 0 0,0-2-1 16,1 0-1-16,-5 2-2 15,-4-2-2-15,-2 0 1 16,-4 0-1-16,-3 0 0 16,-3 1 0-16,-5-1-1 0,-2 0-8 15,-3 0-15-15,-2 0-23 16,-1 0-48-16</inkml:trace>
  <inkml:trace contextRef="#ctx0" brushRef="#br0" timeOffset="211340.35">19833 7396 166 0,'0'0'5'0,"0"0"-5"0,0 0 5 0,0 0-1 16,48 0-1-16,-37 3-1 15,-1-2 0-15,1 2 1 0,-1 0 5 16,-3 0-2-16,1 3 2 15,0 1 1-15,-1 0 1 16,1 4-2-16,-3 2 0 16,2 4-3-16,-3-1-2 15,-2 7-1-15,-2 1 0 0,0 4 1 16,-12 3 0-16,-14 12-1 16,-20 8-1-16,-22 16 0 15,-24 5-38-15</inkml:trace>
  <inkml:trace contextRef="#ctx0" brushRef="#br0" timeOffset="213071.09">20407 7659 54 0,'-2'-7'35'0,"-1"-3"-8"0,1 1 12 0,-1 2 2 0,1 0-5 16,1 3-10-16,0 0-6 15,0 2-3-15,1 2-9 16,0 0-9-16,0 6 0 15,0 5 1-15,1 4 0 16,3 3 0-16,1 2 0 0,0 1 0 16,-2-2 1-16,2-2-1 15,-3 3 0-15,-1-2-5 16,-1-6-27-16,0-3-43 16,-1-5-78-16</inkml:trace>
  <inkml:trace contextRef="#ctx0" brushRef="#br0" timeOffset="213500.65">20398 7636 243 0,'0'0'1'15,"9"-47"12"-15,-1 27 0 0,0 3-3 16,1 3-1-16,1 3-1 16,1 2 0-16,3 2-3 15,3 3-3-15,0 4-2 16,2 0 0-16,3 0 1 15,-3 3-2-15,-2 5 1 0,-1 2 0 16,-3 3-1-16,-3 3-1 16,-4 1-5-16,-4-2-2 15,-2 2-2-15,0-1 1 16,-12 0 3-16,-1-1-4 16,-2-2 6-16,-1-1 0 15,1-1 4-15,-1-1 1 0,3-3 1 16,2-3-1-16,4 2 0 15,2-2 1-15,3 0-1 16,2-1 2-16,0 1-1 16,0 1-1-16,4 2 0 0,5 0 1 15,3 0 3-15,0-1 7 16,0-1 1-16,3 1-3 16,-1-2-3-16,2 1-3 15,-1 0-2-15,1-3 1 16,0 0-2-16,0-2-11 15,-2 0-32-15,-1-4-72 0</inkml:trace>
  <inkml:trace contextRef="#ctx0" brushRef="#br0" timeOffset="213904.57">20682 7388 148 0,'0'0'4'0,"0"0"33"0,0 0-3 0,-5-43-8 16,5 36-11-16,7 1-7 16,2 2 0-16,3 1-4 15,2 2-2-15,-1 1 0 16,3 0-2-16,-3 7 0 0,-1 7 0 15,-3 3-3-15,-2 3-6 16,-5 1-2-16,-1 2 3 16,-1-3 4-16,0-2 4 15,0-5 1-15,0-2-1 16,0-3 0-16,-1-3 0 0,1-2 1 16,-1-3 0-16,1 0 7 15,0 0 6-15,1 0-1 16,10 0-3-16,2-7-8 15,6 1-1-15,4-1 0 16,6 0-2-16,-1 1-9 16,4-1-31-16,0 0-75 0</inkml:trace>
  <inkml:trace contextRef="#ctx0" brushRef="#br0" timeOffset="214203.24">21246 7616 252 0,'0'0'15'0,"0"0"15"0,0 0-17 0,0 0 9 0,0 0-7 0,0 0-10 16,0 0-4-16,43-4-1 15,-26 4 0-15,-2 0-3 16,2 0-12-16,-2 7-32 16,-5-1-15-16,-4 2-44 15</inkml:trace>
  <inkml:trace contextRef="#ctx0" brushRef="#br0" timeOffset="214338.25">21325 7757 297 0,'0'0'6'16,"0"0"-5"-16,36 0 1 16,-17-1-3-16,2-4-54 15,1-3-98-15</inkml:trace>
  <inkml:trace contextRef="#ctx0" brushRef="#br0" timeOffset="214737.63">21711 7558 270 0,'0'0'11'0,"0"0"2"0,0 0-8 15,0 0-10-15,0 0 5 16,0 0-2-16,0 0 2 15,-27 24 1-15,17-5 0 16,3-1-1-16,3-1 1 16,2 0-1-16,2-1 0 0,0-2 2 15,6-2-4-15,3-4 1 16,2 1 2-16,4-4-1 16,1-3-2-16,0-2 1 15,1 0 0-15,-1 0 1 16,0-4 0-16,0-5 1 15,-2-1 0-15,-2-4 7 0,-3-2-1 16,-3-1-2-16,-3-1 0 16,-3-1-3-16,0 2-3 15,-5 0 1-15,-5 1 0 16,-5 6-1-16,-3 1 0 16,-3 6 0-16,-2 3-2 0,0 0 5 15,-1 3-7-15,4 6-30 16,6 0-38-16,7-5-69 15</inkml:trace>
  <inkml:trace contextRef="#ctx0" brushRef="#br0" timeOffset="-214574.87">21953 7585 337 0,'0'0'5'0,"0"0"1"0,0 0-3 0,0 0 0 0,36-29-3 16,-33 25 1-16,-2 0 0 16,0 3-2-16,0-1-18 15,1 2-38-15,1 0-115 16</inkml:trace>
  <inkml:trace contextRef="#ctx0" brushRef="#br0" timeOffset="-214111.27">22305 7385 78 0,'0'0'12'0,"0"0"2"15,0 0 1-15,0 0 2 16,0 0 1-16,0 0 0 15,0 0-8-15,-41-9-9 16,28 19 0-16,-3 3 0 16,0 5 0-16,-2 1 2 15,3 4 1-15,1 1 3 0,3 0-2 16,3 0 0-16,4 1-1 16,4-3-3-16,0-3 1 15,0-2 2-15,9-3-1 16,1-4 0-16,3-2 6 15,1-2 3-15,1-5-2 0,3-1-1 16,2 0 0-16,-4-1 5 16,1-9 1-16,-3-1 0 15,1-2-3-15,-5-3 2 16,-4-1-4-16,-2 2 1 16,-4-1-7-16,0 3-1 15,-10 3-7-15,-7 4 1 0,-6 6-10 16,-4 0-11-16,-5 10-12 15,-6 7-5-15,0 2-30 16,0 1-26-16</inkml:trace>
  <inkml:trace contextRef="#ctx0" brushRef="#br0" timeOffset="-213562.97">20855 8028 91 0,'0'0'19'0,"0"0"-17"0,0 0 9 0,0 0 1 0,0 0 14 15,0 0-10-15,0 0 0 16,49-7 2-16,-23 4-5 16,9-2 0-16,0-1-3 15,9 0-3-15,7-1-2 16,5-1 1-16,6 3-4 0,3-4 2 16,8 1-1-16,1-2 1 15,4 2 4-15,1-2 3 16,2-1-6-16,-1 2-4 15,1 1 0-15,-4 2-1 0,-5 0-6 16,-10 3-10-16,-10 2-8 16,-11 1-2-16,-12 0-6 15,-14 3-7-15,-9 4-8 16,-6 0-40-16</inkml:trace>
  <inkml:trace contextRef="#ctx0" brushRef="#br0" timeOffset="-213243.09">20773 8136 187 0,'0'0'0'0,"0"0"4"0,0 0 1 16,0 0-3-16,69-7 1 15,-25 2-1-15,10-3 1 16,9 3 3-16,10 0 6 16,5-2-4-16,7 4 1 0,6-1-2 15,3 1-4-15,1 2-2 16,2-1-2-16,-1 2-24 15,-1-1-60-15,-7 0-56 16</inkml:trace>
  <inkml:trace contextRef="#ctx0" brushRef="#br0" timeOffset="-211677.49">20551 8094 92 0,'0'0'2'0,"0"0"-1"0,0 0 1 0,0 0 3 0,0 0 10 16,-44 19 0-16,32-19 0 15,-2 0 4-15,-2 0-10 16,-5 0-6-16,-3-1-3 15,-1 0 0-15,-4-2 0 0,-2-1 0 16,1-1-1-16,-1 0 2 16,1-3-1-16,3-1 0 15,0-4 0-15,2-3 0 16,2-1 0-16,1-6-1 16,4-1 1-16,2-3-4 0,1-4-12 15,1-2 10-15,4-4 3 16,5 0 3-16,3-4 2 15,2-1 14-15,2-1 5 16,11-1-10-16,7 1-9 16,5-5-1-16,7 4-2 0,7 0 1 15,6 3-2-15,7 3-3 16,8 3 3-16,7 3 1 16,7 2-1-16,2 3-3 15,7 0-6-15,2 4 0 16,-1 1-4-16,3 3 2 0,2 2 9 15,4 1 5-15,2 4-1 16,4-1 4-16,6 4 0 16,-2 2 2-16,3 0-2 15,-4 0 7-15,0 0 1 16,-6 1 4-16,-6 1 0 16,-5 0 5-16,-6 1-8 0,-8 4 3 15,-8 0-10-15,-8 0-3 16,-8 0-1-16,-5 7-2 15,-7 5 0-15,-6-1-2 16,-3 4-4-16,-7 4-3 16,-2 2-2-16,-6 5 1 0,-4 4-3 15,-5 4 4-15,-2 4 4 16,-2 5 4-16,-7 5-1 16,-4 3 1-16,-1 4-2 15,1 2-4-15,-1 0-10 16,1 0 10-16,-1-2-6 0,1-5 5 15,0-3 5-15,0-6 4 16,0-4-1-16,-5-1 0 16,-4-4 1-16,-4-2-1 15,-13-2 0-15,-9-2 0 16,-14-3-13-16,-14-5-35 0</inkml:trace>
  <inkml:trace contextRef="#ctx0" brushRef="#br0" timeOffset="-209557.02">22713 7569 33 0,'0'0'11'0,"0"0"2"0,0 0 8 0,0 0 1 16,0 0 2-16,0 0 6 0,0 0-2 15,0 0-12-15,0 0-6 16,0 0-7-16,0 0-3 16,0 0-3-16,7-8-7 15,-7 8 8-15,0 0 1 16,-2 6 2-16,1-2 1 0,0 3-2 16,1-3 1-16,0 3 0 15,0-1 0-15,0-2-1 16,1 1 1-16,5-5-1 15,4 0 3-15,4 0 14 0,3-7-1 16,6-8-6-16,4 0-3 16,5-7-1-16,4-2-1 15,5 0-5-15,2-3 1 16,1 0-7-16,1-3-96 16</inkml:trace>
  <inkml:trace contextRef="#ctx0" brushRef="#br0" timeOffset="-206746.97">22557 7696 10 0</inkml:trace>
  <inkml:trace contextRef="#ctx0" brushRef="#br0" timeOffset="-206332.15">22675 7642 86 0,'0'0'3'0,"0"0"-3"16,0 0 0-16,0 0-1 0,0 0-1 16,0 0 2-16,0 0 3 15,0 0 9-15,16-6 11 16,-16 5 2-16,0 1 5 15,0 0-10-15,0 0-15 16,0 0-5-16,0 0 0 0,-1 4 0 16,-1 2-3-16,0-2 2 15,-2 0 0-15,3-3 1 16,0-1 1-16,1 0 2 16,0 0 32-16,3-2-17 15,9-9-12-15,6-4-6 16,4 0 2-16,5-7-1 0,2 1 1 15,4-4-2-15,-1 0 0 16,0 0 1-16,2 2-1 16,1-1-14-16,-1 4-48 15,-5 2-74-15</inkml:trace>
  <inkml:trace contextRef="#ctx0" brushRef="#br0" timeOffset="-205882.02">22608 7667 91 0,'0'0'10'0,"0"0"1"15,0 0-6-15,0 0-1 0,0 0-2 16,0 0 0-16,43-29 7 16,-33 22 5-16,3 0 11 15,2-2-13-15,1 3-8 16,5-1-3-16,2 0-1 16,0 1 0-16,0 1-1 0,1 0 1 15,-1 3-1-15,-4 0-16 16,-2-1-32-16,-4 2-39 15</inkml:trace>
  <inkml:trace contextRef="#ctx0" brushRef="#br0" timeOffset="-205262.61">22545 7669 67 0,'0'0'9'0,"0"0"10"0,0 0-3 0,0 0-3 16,0 0 2-16,0 0-3 15,0 0 5-15,45-26 0 16,-32 19-7-16,3 0 1 0,2-1 1 15,4 0-3-15,-1 1 0 16,2-3-4-16,3-1-2 16,2 3 0-16,0-4-2 15,3 3 0-15,0-6-2 0,0 5 0 16,-1-1 2-16,-2 0-2 16,-3 2-3-16,-7 2 3 15,0 0 0-15,-6 4 0 16,-2 1 0-16,-5 2-7 15,-1 0-14-15,0 0-3 16,-4 0-10-16,1 2 11 0,-1 1 9 16,0 1 6-16,0 0 5 15,0 1 4-15,0-1-1 16,1-1 2-16,0-1-1 16,1 1 2-16,1 0-2 15,2 0 0-15,-1 0 0 0,1-2-17 16,0 2-50-16</inkml:trace>
  <inkml:trace contextRef="#ctx0" brushRef="#br0" timeOffset="-199524.19">17185 7328 28 0,'0'0'-7'0,"0"0"-5"0,0 0 10 16,0 0-1-16,0 0 3 15,0 0 3-15,0 0 14 16,0 0 9-16,0 0-1 16,0 0-1-16,0 0 1 0,-8-37 3 15,7 34-10-15,0 1-12 16,1 0-4-16,-1 2-3 15,0 0 0-15,0 0-4 16,-1 2 1-16,-4 5 4 0,1 2-1 16,0 4 1-16,-1 1-1 15,-1 4 2-15,-2 3-1 16,4 4-1-16,-3 6 2 16,3 4-1-16,3 3 0 15,-3 5 0-15,4 2-1 16,1-1 2-16,0-1-1 0,0-1 1 15,4-2 0-15,2 1 2 16,1-4-2-16,-1 1 2 16,1-1-4-16,-2-1 6 15,0-5-2-15,-2-1-2 16,-1-3 0-16,1-4 0 0,-3-2-1 16,0-1 0-16,0-4 0 15,-2-2-17-15,-7-6-49 16</inkml:trace>
  <inkml:trace contextRef="#ctx0" brushRef="#br0" timeOffset="-199182.09">17014 8109 75 0,'0'0'36'0,"0"0"-27"0,0 0 1 0,0 0 4 15,0 0-6-15,0 0 2 16,0 0-2-16,37 18-5 15,-30-14-1-15,1-2 1 16,2 1 6-16,-4-1 4 0,2-1-4 16,2 0-6-16,2 2-2 15,-3 0-1-15,2-1-2 16,1-2-44-16,-2 0-50 16</inkml:trace>
  <inkml:trace contextRef="#ctx0" brushRef="#br0" timeOffset="-199025.43">17206 8040 59 0,'0'0'153'0,"0"0"-143"0,0 0 17 15,0 0-22-15,0 0-4 16,0 0-1-16,0 0-1 16,38 25-1-16,-32-4-7 15,-4 4-36-15,-2 3-44 16</inkml:trace>
  <inkml:trace contextRef="#ctx0" brushRef="#br0" timeOffset="-198520.03">16850 8912 212 0,'0'0'-2'0,"0"0"20"0,0 0-5 16,0 0-3-16,0 0-4 15,0 0-4-15,0 0-3 16,0 0 2-16,0 0 1 0,-22 28-2 16,26-8 0-16,3 3 0 15,-4-1 1-15,1 4-2 16,0-2 2-16,-4-3-2 16,0-2-2-16,0-1-6 15,0-2-9-15,-4-2-22 0,-3-7-30 16</inkml:trace>
  <inkml:trace contextRef="#ctx0" brushRef="#br0" timeOffset="-198185.03">16845 8954 161 0,'0'0'1'16,"0"0"-1"-16,0 0 1 15,52 2-2-15,-38 9 2 16,4 3-1-16,-3 2 0 0,3 0 2 16,-3-1-2-16,-1-1 1 15,-3-2 0-15,1-4 2 16,-3-1-2-16,1-2 2 16,-4-4 1-16,2-1 1 15,-4 0 0-15,0-3 8 0,1-8 15 16,-3-3-7-16,-2-5-10 15,0-4-4-15,0-1 0 16,0 0-6-16,0 0 0 16,1 4-2-16,0 3-3 15,2 6-10-15,1 2-15 0,1 8-43 16,-2 1-11-16</inkml:trace>
  <inkml:trace contextRef="#ctx0" brushRef="#br0" timeOffset="-197545.37">17237 8926 132 0,'0'0'-2'15,"0"0"5"-15,0 0 0 16,0 0-2-16,0 0 2 16,0 0 20-16,0 0-26 0,0 0 1 15,0 0 5-15,-31 41-1 16,24-24 0-16,-1 0-1 15,5 0 0-15,2 2-1 16,1-4 1-16,0-2 1 16,0 1-10-16,3-5-16 0,4-5 1 15,-2-1-3-15,0-3 3 16,0 0 19-16,0-7 9 16,1-6 7-16,-3-1 0 15,4-3-4-15,1-2-1 16,-3-1 0-16,3 2-3 15,-2-2 3-15,2 3-1 0,-3 4-2 16,1 1 17-16,0 3-5 16,2 3-4-16,-1 2-5 15,2 1-5-15,1 3-1 16,2 0 1-16,-1 3 1 16,2 5-2-16,-1 4 0 0,-1 2-1 15,0 3 0-15,-6-2 0 16,1 1-1-16,-2-1 2 15,-4-3 0-15,0-2 0 16,0 0-2-16,0-3 4 16,0-2-1-16,-4-1-2 0,-1-3 0 15,1-1-3-15,0 0 3 16,1-3 2-16,2-7-3 16,1-4 7-16,0-3-1 15,0 2-1-15,8-4 0 16,3 5-1-16,-2-1 2 0,3 3-1 15,-1 5 1-15,3 3-2 16,0 4 1-16,1 0-4 16,1 0 0-16,0 8-2 15,0 2 1-15,-2 4 0 16,-4-1-8-16,0 3-17 0,1-5-31 16,-6 0-27-16</inkml:trace>
  <inkml:trace contextRef="#ctx0" brushRef="#br0" timeOffset="-197368.2">17710 8930 237 0,'0'0'1'0,"0"0"2"0,0 0-2 0,38-18 0 0,-23 13 0 16,5 1-1-16,1-3-1 15,2 1-18-15,-1-5-61 16</inkml:trace>
  <inkml:trace contextRef="#ctx0" brushRef="#br0" timeOffset="-196953.97">18008 8538 184 0,'0'0'43'0,"0"0"-29"16,0 0 7-16,0 0-14 16,0 0-8-16,0 0-3 15,0 0-1-15,0 0 7 16,0 57 1-16,0-26-1 16,2 3-2-16,0 1 1 15,1-1-1-15,-1-2 1 0,2-1-1 16,-4-2 0-16,2-5 0 15,-2-3 0-15,0-2-1 16,0-4 1-16,0-1-2 16,0-3-2-16,-2-3-2 0,-1-2-2 15,2-3-1-15,1-2 5 16,0-1 6-16,0 0-2 16,0 0 1-16,0-4 6 15,4-2 4-15,1 0 0 16,6 3-7-16,-2 1-2 15,5 0 0-15,1 1-2 0,1 1 1 16,-1 0-2-16,2 0-1 16,-1 0-14-16,1 0-30 15,-3-2-41-15</inkml:trace>
  <inkml:trace contextRef="#ctx0" brushRef="#br0" timeOffset="-196783.55">18269 8822 242 0,'0'0'24'16,"0"0"-6"-16,0 0-14 16,0 0-7-16,0 0 0 0,0 0 0 15,0 0 3-15,8 41 3 16,-5-25-3-16,0 0-10 16,-1-1-15-16,-1-5-36 15,-1 0-26-15</inkml:trace>
  <inkml:trace contextRef="#ctx0" brushRef="#br0" timeOffset="-196642.02">18264 8675 215 0,'0'0'4'0,"0"0"-8"16,0 0-61-16</inkml:trace>
  <inkml:trace contextRef="#ctx0" brushRef="#br0" timeOffset="-196235.1">18448 8757 182 0,'0'0'-12'0,"0"0"20"16,0 0 1-16,30 42-4 16,-24-30-1-16,1-1-2 15,-4 2-1-15,-1-3-1 0,0 1-1 16,-2-1 1-16,0-4-2 16,0 1 2-16,0-1 0 15,0-4-1-15,0-2 1 16,-2 0 3-16,1-1 1 15,1-10 5-15,0-1-9 0,0-6 0 16,7-2 2-16,2-1-1 16,5-1-3-16,0 1 8 15,5 3-2-15,-4 2 0 16,4 3 1-16,-3 6 1 16,0 6 1-16,-2 1 1 15,-2 0-4-15,-1 11-3 0,-1 3-1 16,-3 5 0-16,0-1 1 15,-6 2-40-15,-1-4-39 16,0-1-18-16</inkml:trace>
  <inkml:trace contextRef="#ctx0" brushRef="#br0" timeOffset="-195915.28">18786 8801 51 0,'0'0'174'0,"0"0"-173"0,0 0-1 16,40-17 1-16,-29 9 0 16,-2-1-1-16,-3-4 1 15,2 3 1-15,-6-4-2 16,0 1 3-16,-2 0-1 16,0 2 0-16,0-1-2 0,-8 5-2 15,0 3 4-15,-3 3-3 16,-3 1-4-16,2 1 5 15,-2 9 2-15,3 3-2 16,4 5 0-16,1-2 1 16,4 4 0-16,2-3 1 0,0 0-2 15,8-1 1-15,5-3-6 16,3-1-12-16,2-3-22 16,6-2-20-16,-1-6-37 15</inkml:trace>
  <inkml:trace contextRef="#ctx0" brushRef="#br0" timeOffset="-195067.98">19127 8689 210 0,'0'0'14'0,"0"0"12"0,0 0-9 16,0 0-9-16,0 0-4 15,-37-29-3-15,23 32-1 16,-3 6-1-16,1 6 3 15,2 1-2-15,1 2 1 16,1 1-1-16,6-1 1 0,4-1-1 16,2-2 1-16,0-3-1 15,2 0-2-15,5-5-12 16,4-2-5-16,-2-3 4 16,1-2 8-16,1 0 5 15,0-4 0-15,1-5 6 0,-2-2-4 16,-1-1 4-16,-1 0-1 15,-2 1 1-15,0 3 6 16,-2 1-2-16,-2 3-5 16,-1 2 0-16,1 2-3 15,0 0-3-15,0 2-1 16,0 5 3-16,0 1 2 0,0 1 0 16,1 1 0-16,1 0 0 15,1-3-1-15,0 0 1 16,1 0-1-16,-2-1 0 15,1-3 0-15,1-2-4 0,1 0 0 16,0-1 1-16,0 0 2 16,1-4 2-16,2-6 2 15,-1-2-2-15,2-3 1 16,1 1 0-16,0-3 0 16,3 5-1-16,-2-4 2 15,3 4-1-15,-1 4-2 16,1-1 0-16,-3 4 0 0,0 2 1 15,0 1-1-15,-2 2 0 16,-2 0-1-16,-3 6 1 16,1 4 0-16,-1 1 0 15,0 1 2-15,0 0-1 16,-2 1-1-16,1 0 0 0,0-2 1 16,2-1-1-16,-1-3 1 15,2 0-1-15,0-2-1 16,3-2 1-16,-1-2-1 15,0-1 1-15,2 0-1 0,2-2 2 16,-1-6-2-16,0-2 1 16,0-3 0-16,-4-1 1 15,1 1 0-15,-4 2 1 16,-3 0-2-16,-1 2 4 16,-2 5 3-16,0-2 5 0,0 6-4 15,0 0-1-15,0 0-4 16,0 0-6-16,0 4 5 15,0 6 0-15,0 2-1 16,0 0 1-16,4 1-1 16,2-1-4-16,0-1-5 0,3-3-29 15,-3-2-39-15,0-3-25 16</inkml:trace>
  <inkml:trace contextRef="#ctx0" brushRef="#br0" timeOffset="-194912.21">19511 8511 221 0,'0'0'-21'0,"0"0"24"0,0 0-64 0,0 0-19 0</inkml:trace>
  <inkml:trace contextRef="#ctx0" brushRef="#br0" timeOffset="-194649.39">19636 8376 244 0,'0'0'13'0,"0"0"-5"0,0 0-6 15,0 0-1-15,0 0-2 16,0 0 2-16,0 0 2 16,10 61-3-16,-10-31 3 15,0 4-2-15,0 4 0 16,-2 2-1-16,0 0 1 0,0 1-1 16,1-1 0-16,1-2-13 15,-2-5-55-15,1-2-17 16</inkml:trace>
  <inkml:trace contextRef="#ctx0" brushRef="#br0" timeOffset="-194298.66">19751 8775 252 0,'0'0'14'16,"0"0"-4"-16,0 0-10 15,0 0-1-15,0 0-2 0,0 0 2 16,0 0 0-16,0 0 2 15,10 29 0-15,-6-23-1 16,3-2-4-16,3-3-7 16,-1-1-5-16,2 0 4 15,2-7 5-15,0-4 7 0,0-4 0 16,1 0 9-16,-2-1 14 16,0 5-6-16,-7 2-5 15,1 4 0-15,-2 5-2 16,-2 0-7-16,0 1 0 15,-1 12 4-15,0 0-8 16,0 3 2-16,-1 3 0 0,0-3-3 16,0 4 1-16,0-2 1 15,-2 0-21-15,-3-2-22 16,-2-2-23-16,-1-4-5 16,-2-4-34-16</inkml:trace>
  <inkml:trace contextRef="#ctx0" brushRef="#br0" timeOffset="-194151.07">19819 8577 267 0,'0'0'0'16,"49"-30"1"-16,-16 17-1 15,0 0-14-15,-3 5-123 16</inkml:trace>
  <inkml:trace contextRef="#ctx0" brushRef="#br0" timeOffset="-192856.06">17078 9366 10 0,'0'0'101'0,"0"0"-100"0,0 0-1 16,0 0 0-16,0 0-1 0,0 0 0 16,0 0 1-16,0 0-1 15,0 0-2-15,2 6 3 16,-2-6 4-16,1 0 3 16,3 0 1-16,1 0-1 15,5-4-3-15,4-1-3 0,4 2-1 16,8-2 1-16,3 1-1 15,7 1 0-15,7 0-1 16,1 0-2-16,10 0-12 16,5 2 0-16,5-1 13 15,5-2 2-15,7 1 0 16,6-2 0-16,6-1 0 0,6-4 1 16,9 3-1-16,4-2 3 15,5 4 3-15,2-1 9 16,4 3-3-16,-3 0-4 15,1 3-6-15,-3 0-1 0,-3 0-1 16,-5 0 0-16,2 0 0 16,-2 0 2-16,-6-7 21 15,0 0 2-15,-4-1-4 16,-2-1-11-16,-8-1-4 16,-5 0-5-16,-9-1 0 0,-9-2-1 15,-10 2-1-15,-11-2 1 16,-6-3-1-16,-11-1 2 15,-4-4 1-15,-3-2 8 16,-2-4 5-16,-1-1-11 16,-1-5-3-16,-2-2-1 0,-1-2-1 15,-2-3-15-15,-4-1-10 16,-2-2-5-16,-2 2 10 16,0-2 11-16,-2-1 12 15,-10 0-3-15,-1 2 6 16,-1-1 4-16,-3 3-1 15,-4 1 0-15,0 3 1 0,-4 3-1 16,-4 5-6-16,-3 2-5 16,-5 6-4-16,-6 6 1 15,-5 3 2-15,-6 2 0 16,-5 5 3-16,1 4-1 0,-6 0-1 16,1 0 5-16,0 0-1 15,-3 3-1-15,1 4 1 16,0 0 0-16,-4-1-2 15,-3 0 1-15,-1 1 0 16,1-2 0-16,-4 2 1 16,2-2-1-16,-6 0 0 0,2 0 1 15,-1 0 0-15,-1 1 0 16,1 0-2-16,-3 1 1 16,2-2-1-16,1 1 0 15,1-1-1-15,2-2 2 16,1 2 1-16,-1-1 0 0,2 0-1 15,-1 1 0-15,-2 0 0 16,-2 1-3-16,3 1-32 16,1 0 18-16,5-1 3 15,3 0 3-15,4-1 8 16,3 1 0-16,5-2 0 0,2 2 2 16,0-2 1-16,2 2 1 15,3-1 0-15,2 1 0 16,2 1 2-16,4-1-3 15,1 2-2-15,3 1-3 16,0-1-25-16,5 1-26 0</inkml:trace>
  <inkml:trace contextRef="#ctx0" brushRef="#br0" timeOffset="-192657.02">16556 8599 41 0,'0'0'22'0,"0"0"-1"0,-46 59-11 0,34-28-7 15,0 4-1-15,2 8-2 0,4 2 0 16,-3 4 0-16,4 0-3 15,3-2-2-15,0-3 4 16,2-3 1-16,0-4 2 16,0-5 7-16,2-3 12 15,10 0 1-15,1-5-6 16,9 1-2-16,12-5-1 0,10-1-8 16,15-8-1-16,11-7-9 15,8-4-60-15</inkml:trace>
  <inkml:trace contextRef="#ctx0" brushRef="#br0" timeOffset="-191532.49">17150 7351 66 0,'0'0'5'0,"0"0"7"0,0 0-1 0,0 0-2 15,0 0 2-15,0 0-4 16,0 0-1-16,0 0 0 16,0 0-2-16,0 0-1 15,0 0-2-15,0 0 0 16,0 0 1-16,-14-15-4 0,11 15 0 16,0 5 2-16,0 5 0 15,-4 4 0-15,1 3 0 16,0 4 1-16,0 5-1 15,-2 7 1-15,3 2-1 16,-3 3 2-16,3 4-2 0,-2 0 0 16,3-2 0-16,1 1 0 15,3-5 0-15,0 2 1 16,0-4-2-16,0 2 2 16,5-3-1-16,4 2 0 15,-4-2 1-15,3-2-1 16,1-3 1-16,0-1-1 0,2-4 1 15,1-2 1-15,2-4 0 16,0-1 3-16,0 1-1 16,-3-6 0-16,0 2-4 15,-2-4 1-15,0-1-1 16,-4-2 1-16,-1-2-1 0,-2-1 0 16,-2 0-1-16,0-2-15 15,-2-1-15-15</inkml:trace>
  <inkml:trace contextRef="#ctx0" brushRef="#br0" timeOffset="-190948.74">16877 8183 100 0,'0'0'15'0,"0"0"7"0,0 0-10 0,0 0-8 16,0 0-2-16,0 0-2 15,0 0 0-15,0 0 2 16,43 16-2-16,-28-6 0 16,2 3 0-16,0 1 1 0,3 1-2 15,0 3 1-15,0 0 2 16,1-1-1-16,3 1 0 15,-5-2 0-15,4-3 0 16,-5-3-1-16,2-2 2 16,-2-5-1-16,-4-1 1 0,0-2 4 15,-2 0 0-15,-1 0 1 16,0-2-2-16,-1-2-1 16,0-3-2-16,-3-1 0 15,1 0-1-15,-2-3 0 16,0-4 0-16,0-3 1 0,3-6 5 15,-2-6 6-15,1-7-3 16,5-1-8-16,1-9 0 16,4-4 0-16,3-6-3 15,4-3-12-15,-1-4-70 16</inkml:trace>
  <inkml:trace contextRef="#ctx0" brushRef="#br0" timeOffset="-189305.12">22530 7733 39 0,'2'0'18'0,"0"0"11"0,-2 0-8 15,0 0-18-15,0 0-4 16,2 1-7-16,-1-1 2 16,0 0-2-16,2 0 4 0,1 0 4 15,0 0 1-15,1 0 12 16,2 0 1-16,1 0-1 15,2-3-3-15,4-1-4 16,3-1-1-16,6-2 0 16,6-1 0-16,6-4 1 0,6-5-4 15,6-5-4-15,6-5-17 16,0-5-19-16,1-4-8 16</inkml:trace>
  <inkml:trace contextRef="#ctx0" brushRef="#br0" timeOffset="-184842.79">20236 8814 163 0,'0'0'8'0,"0"0"1"0,0 0-5 0,0 0-2 0,0 0 0 16,0 0-1-16,0 0-1 15,0 0 1-15,0 0 1 16,0 0 1-16,0 0 0 16,0 0 1-16,46 4 4 15,-29-4 3-15,5 0-1 0,3 0-4 16,6 0 1-16,2-1-2 16,4-4-2-16,0 3-3 15,2-2 1-15,-1 0-1 16,-1 2 0-16,3-1 0 15,-4 1 0-15,2 1-1 0,-2-1-6 16,-3 2-11-16,-3 0-35 16,-6-3-37-16</inkml:trace>
  <inkml:trace contextRef="#ctx0" brushRef="#br0" timeOffset="-184601.09">20914 8707 174 0,'0'0'6'0,"0"0"15"16,0 0-3-16,45-4-6 16,-30 4-6-16,1 8-4 15,-3 8-1-15,0 5-2 16,-5 2 2-16,-2 4-2 0,-6 0-4 15,0 4-12-15,-4-4-25 16,-5-2-1-16,1-6-42 16</inkml:trace>
  <inkml:trace contextRef="#ctx0" brushRef="#br0" timeOffset="-184267.84">21456 8707 168 0,'0'0'20'0,"0"0"-8"16,0 0-14-16,0 0 4 16,0 43-1-16,5-26 0 15,-1 1 0-15,1 1-1 16,-1-1 0-16,-2-1 0 16,0-3 0-16,-2-1 0 0,0-3 0 15,0 2-5-15,0-5-30 16,0-2-20-16</inkml:trace>
  <inkml:trace contextRef="#ctx0" brushRef="#br0" timeOffset="-183973.22">21438 8761 188 0,'0'0'-9'0,"0"0"22"15,19-47 7-15,-2 36-7 0,2 1-7 16,5 0 4-16,3 3-2 15,0 3-5-15,1 2-2 16,-3 2 0-16,-1 0-1 16,-3 9 0-16,-6 5-1 15,-3 3 0-15,-3 0 1 16,-2 3 0-16,-1 0 1 16,-5-2-2-16,-1-1 0 0,0 0-2 15,-8-4-3-15,-7 0 5 16,-4 0 3-16,-2-2 2 15,-5-2-3-15,2 0 0 16,0-3-12-16,2-3-31 0,4-3-31 16</inkml:trace>
  <inkml:trace contextRef="#ctx0" brushRef="#br0" timeOffset="-183448.08">21841 8695 212 0,'0'0'-24'0,"0"0"21"16,0 0 4-16,16 52-3 16,-12-32 2-16,-4-2 1 15,2 1 0-15,-2-1 1 16,1-4-2-16,1-1 0 15,0-4 2-15,0-4-2 0,-1 0 0 16,-1-4 1-16,0-1-1 16,0 0 4-16,-1 0 13 15,-3-8-15-15,-1-2-1 16,-1-3-1-16,2-3 2 16,2-2 3-16,2-1-3 0,0 2 1 15,0 0 1-15,6 1-1 16,2 5-3-16,3 4 3 15,3 4-2-15,-1 3 1 16,3 0-2-16,2 8 0 16,4 5 1-16,1 3-2 0,0 0 1 15,0-1 0-15,-2 0 0 16,-1-5 0-16,-4-3 1 16,-3-4-1-16,-4-1 0 15,-2-2 3-15,-3 0 14 16,2-8 6-16,-3-3 0 15,-3-4-9-15,0-3-3 0,0-2-7 16,0-1-3-16,0-1-1 16,0 1-7-16,0 1-25 15,1 2-24-15,1-1-65 16</inkml:trace>
  <inkml:trace contextRef="#ctx0" brushRef="#br0" timeOffset="-182976.93">22274 8700 219 0,'0'0'-2'0,"0"0"2"0,0 0 1 0,20 47-1 16,-16-33 0-16,1 2 0 15,-4-1 0-15,1-3-1 16,-2-1 0-16,0-1-5 0,0-3-3 15,0-1-3-15,0-2 1 16,-3-4 4-16,-3 0 6 16,2-3 4-16,-1-7-2 15,2-1 3-15,2-5 11 16,1-1 0-16,0 0-4 0,1 2-8 16,6 2 2-16,2 3-1 15,3 6-1-15,-1 2-2 16,3 2 0-16,3 3-1 15,-1 7 1-15,2 1-1 16,2 2 0-16,0 0 1 0,-1-3-2 16,1-2 2-16,-3-1-1 15,-2-5 0-15,-2-2 0 16,-3 0 5-16,1 0 16 16,-6-11 3-16,-1-3 3 15,0-4-8-15,-2-3-9 0,-2-3-8 16,0-2-1-16,0 2-2 15,0 0-8-15,0 4-30 16,0 0-28-16,0 0-51 16</inkml:trace>
  <inkml:trace contextRef="#ctx0" brushRef="#br0" timeOffset="-182757.93">22711 8319 241 0,'0'0'12'0,"0"0"5"0,0 0-10 0,0 0-6 15,0 0-1-15,17 42 0 16,-16-1 1-16,-1 13 1 0,0 7 0 16,0 7-2-16,0 4 0 15,-7 0-15-15,0-2-32 16,-2-7-48-16,4-11-28 15</inkml:trace>
  <inkml:trace contextRef="#ctx0" brushRef="#br0" timeOffset="-182351.14">22996 8869 209 0,'0'0'5'0,"0"0"5"16,0 0 0-16,0 0 0 16,-20-45-2-16,16 33-1 0,1-2 0 15,1-2-3-15,1-1 4 16,1-1-4-16,0-2-2 15,2-1 0-15,6-2 1 16,-1 0-1-16,6 1-1 0,-1 3-1 16,0 1 1-16,0 2 1 15,-1 6 2-15,3 6-1 16,-5 4-2-16,5 0 0 16,-1 6-1-16,1 9 1 15,1 5-1-15,0 1 0 16,-1 6 0-16,-2-3 0 0,-2 5 0 15,-3-4-4-15,-4 0-21 16,-3-5-45-16,0-2-46 16</inkml:trace>
  <inkml:trace contextRef="#ctx0" brushRef="#br0" timeOffset="-182239.04">23023 8785 200 0,'0'0'0'15,"0"0"-9"-15,50-37-46 0,-24 23-36 16</inkml:trace>
  <inkml:trace contextRef="#ctx0" brushRef="#br0" timeOffset="-181753.7">23320 8646 187 0,'0'0'18'0,"0"0"16"16,0 0-20-16,0 0-11 15,0 0-2-15,0 0 0 16,0 0 2-16,42 36-2 16,-35-17 1-16,1 1-2 15,-2 1 0-15,1-6 0 0,-6-2-2 16,-1-5-2-16,0-2-11 16,0-5-1-16,-3-1 15 15,-5 0 10-15,2-7-3 16,-2-4-3-16,1-5-2 15,1-4 2-15,3 2-1 16,3-5-2-16,0 2-1 0,2-1-5 16,7 4 5-16,-2 4-1 15,2 3 4-15,2 6-1 16,-2 5 1-16,1 0 0 16,5 7-1-16,0 8-1 15,5 3 0-15,-3 3 0 0,4-1 1 16,-2 0-3-16,-4-4-4 15,1-5 4-15,-5-1 2 16,-3-5 1-16,-2-5 3 16,-1 0 16-16,0-5 17 15,-5-8-8-15,2-4-13 0,-2-3-8 16,0-4-2-16,0-3-3 16,-4-1-1-16,0 2 0 15,0 2 0-15,0 3-6 16,0 5-20-16,0 2-34 0,1 2-79 15</inkml:trace>
  <inkml:trace contextRef="#ctx0" brushRef="#br0" timeOffset="-181248.33">23718 8488 252 0,'0'0'2'0,"0"0"-3"0,43 10 2 0,-32 2-1 16,-2 0-3-16,1 4 0 0,-6 2 3 15,2 1 0-15,-3 4 1 16,-2-2-1-16,-1-3 0 16,0-1-1-16,0-2-11 15,-3-7-5-15,-5-2 1 16,-3-3 12-16,-1-3 3 0,0 0 1 15,0-10 2-15,0 0 1 16,3-4 0-16,4-3 2 16,4 0-2-16,1-2-4 15,0 2-3-15,8 0 8 16,3 4-5-16,2 5 2 16,1 2 0-16,-1 6 1 0,1 0-1 15,1 11 0-15,0 5-1 16,3 3 0-16,-2 3 1 15,0-2-1-15,2 0 2 16,-1-2-2-16,1-3 0 16,-4-5 1-16,0-5-1 0,-2-3 9 15,-2-2 18-15,1-3 1 16,-3-11 10-16,1-5-13 16,-2-2-6-16,0-5-7 15,-3-3-9-15,-1-1-3 16,-3 3-8-16,0 1-36 15,-9 2-39-15,-12 6-104 0</inkml:trace>
  <inkml:trace contextRef="#ctx0" brushRef="#br0" timeOffset="-180749.79">21728 9192 231 0,'0'0'0'0,"0"0"23"0,0 0 12 0,0 0-12 16,0 0-12-16,0 0-9 15,0 0-3-15,17-37 1 0,10 32 0 16,9 4 6-16,10-5-6 16,10 2 1-16,8-2 0 15,8-1-1-15,8 0-1 16,4-1 4-16,4 0-1 15,7 0-2-15,8 1 1 0,6 0 4 16,6 1 1-16,8 0-4 16,8 2-2-16,1 0 1 15,4 1-1-15,-4 1-2 16,-5 1 1-16,-6 0-3 16,-13 1-9-16,-10 0-8 15,-20 0 1-15,-13 1-1 0,-16 5-9 16,-18 2-19-16,-14 0-16 15,-17 1-40-15</inkml:trace>
  <inkml:trace contextRef="#ctx0" brushRef="#br0" timeOffset="-180387.26">21701 9160 256 0,'0'0'1'0,"0"0"0"0,0 0 0 0,0 0-9 0,0 0-18 16,0 0 28-16,0 0-1 15,75 5 5-15,-17-5-8 16,11 0 1-16,10 0 1 16,14-5-2-16,11-2-2 0,10 1 11 15,12-1 6-15,9 0 6 16,12 0-3-16,3 0-1 16,9 1-3-16,7 5-6 15,5 1-3-15,-4 0-3 16,-8 0-5-16,-11 0-59 0</inkml:trace>
  <inkml:trace contextRef="#ctx0" brushRef="#br0" timeOffset="-172742.32">16876 9386 6 0,'0'0'2'0,"0"0"-1"0,0 0-4 16</inkml:trace>
  <inkml:trace contextRef="#ctx0" brushRef="#br0" timeOffset="-171994.96">16876 9386 24 0,'0'0'37'0,"0"0"-15"16,0 0-8-16,0 0-3 16,0-35-3-16,-3 33 1 15,-1-1-2-15,1 2-2 16,1-1 2-16,0 2-4 0,1-1-2 15,0 1-1-15,1 0-10 16,0 0-8-16,0 0 12 16,0 0 4-16,0 0 2 15,2 0-1-15,2 0 2 16,1 0 2-16,3 0 3 0,-2 0 2 16,6 0 1-16,-1 0-5 15,1-2-1-15,3 1-3 16,1-2 1-16,1-1-1 15,6 1 0-15,-1 2 0 16,3-2 0-16,6-1 0 16,2-1 0-16,-1 1 0 0,4 0 0 15,0-2 1-15,1 1-1 16,1-2-1-16,6 1 1 16,0 0-1-16,5-4 2 15,2 3 0-15,-1 1-1 16,4-1 0-16,-2 3 0 0,2 0 0 15,-2 2 0-15,2-1 0 16,-2 1 0-16,1 0 1 16,-1-2-2-16,2 2 2 15,-2-2-1-15,4 1 0 16,-2-1 1-16,4 0-1 0,-3-2-1 16,1-1 0-16,1 3 2 15,-1-2-1-15,0 0 1 16,0 1 0-16,0 0 1 15,0 0 0-15,0 1 1 16,1-1-3-16,-4 1 1 0,1 1-1 16,2-1 0-16,-1 0-1 15,2 1 1-15,1-1 1 16,-3 1 0-16,2 0-2 16,-1 0 1-16,-3 2 1 15,-5-2-1-15,-2 3 0 0,-4-1 0 16,-8-1 1-16,-1 1 1 15,-4-1 3-15,-2 1 4 16,-4-1-2-16,-2-1-3 16,-3 1 0-16,-1-1 0 15,0 1-1-15,-3 0-3 0,-4 0 0 16,0 2 0-16,-1 0 0 16,-4 0 0-16,-2 0 0 15,2 0 0-15,-3 0-5 16,-1 0-8-16,1 0-14 15,0 4 2-15,0-2-32 16</inkml:trace>
  <inkml:trace contextRef="#ctx0" brushRef="#br0" timeOffset="-169659.18">18389 10103 137 0,'0'0'18'0,"0"0"2"0,0 0 19 0,0 0-18 0,0 0-5 16,0 0-3-16,0 0-6 15,0 0-1-15,0 0-5 16,-41-14-1-16,27 35-1 15,-1 5 0-15,0 1 3 0,3 4-1 16,5 0 0-16,1-6 0 16,6-3 1-16,0-5-2 15,4-1 0-15,7-5 0 16,5-2 0-16,-1-5 0 16,6-2 0-16,1-2-3 0,2-5 2 15,0-6-1-15,-1-8 3 16,0-2 3-16,-7-6-3 15,0 0 0-15,-6-1 0 16,-5-3-1-16,-4 4 1 16,-1 0-1-16,-3 8 2 0,-9-1 0 15,-2 9-2-15,-3 5-1 16,-3 6-3-16,-1 0-3 16,0 13-20-16,0 4-22 15,1-1-28-15</inkml:trace>
  <inkml:trace contextRef="#ctx0" brushRef="#br0" timeOffset="-168910.98">18672 10096 114 0,'0'0'19'0,"0"0"2"0,0 0-10 15,0 0-10-15,0 0-1 16,0 0 0-16,-26 47 0 0,22-32 0 15,2 3 0-15,2-1 1 16,0-2-1-16,0 2 3 16,0-4-2-16,2 0 1 15,5-3-1-15,0-3 0 16,4-4 1-16,-1-3 0 0,3 0 3 16,3-6-3-16,1-7 1 15,0-2 6-15,0-4-1 16,-3 1 9-16,-3-1 5 15,-1 1-3-15,-5 7-13 16,0 1 2-16,-3 4 0 0,0 3 7 16,-2 3-9-16,0 0-5 15,0 3-2-15,0 7 2 16,0 1 1-16,3 2-1 16,2 0-1-16,2-2 1 15,3-2 0-15,1-4-2 0,3-2 2 16,1-3-2-16,5 0 1 15,-2-10 3-15,6-5-3 16,-3-4 2-16,0-5-2 16,2-4 0-16,-4-1 1 15,-2-2-2-15,-2-3-1 0,-4 3-2 16,-2 2 1-16,-6 5 0 16,-1 4 3-16,-2 7 1 15,0 6 3-15,0 6-2 16,-5 1-5-16,-3 10 2 15,1 7 2-15,-1 4-1 16,0 4 1-16,3 3 0 0,3-1-1 16,2 0 1-16,0 0 0 15,1-3-1-15,5-1 0 16,3-2-1-16,1-4-6 16,2 1-21-16,0-9-38 0,-3-2-28 15</inkml:trace>
  <inkml:trace contextRef="#ctx0" brushRef="#br0" timeOffset="-168760.92">19002 10125 253 0,'0'0'11'0,"0"0"5"0,0 0-13 0,0 0-4 15,32-43-1-15,-5 32-16 16,6 1-26-16,0-2-51 15</inkml:trace>
  <inkml:trace contextRef="#ctx0" brushRef="#br0" timeOffset="-168568.63">19332 10007 117 0,'0'0'18'0,"0"0"-9"0,0 0 7 15,0 58-4-15,0-30-2 16,0 5-2-16,0 3-3 15,-6 3-2-15,-2-2-1 16,-2 0 0-16,2-4 0 16,-4-2-1-16,2-4 0 0,-2-4-1 15,-1-2-21-15,1-10-44 16</inkml:trace>
  <inkml:trace contextRef="#ctx0" brushRef="#br0" timeOffset="-168297.9">19249 10079 158 0,'0'0'0'15,"35"-39"12"-15,-15 23 9 16,2 4-11-16,0 4-3 16,1 2-2-16,-5 5-1 0,-1 1-3 15,-3 2-1-15,-5 10 3 16,-2 6-1-16,-5 2 0 15,-2 4 2-15,0-1 1 16,-11 1-4-16,-1-1 1 0,-3-3 0 16,0-2-1-1,-4-3 1-15,4-1-2 0,1-3 1 16,6-4-17-16,1-4-61 16,4-3-72-16</inkml:trace>
  <inkml:trace contextRef="#ctx0" brushRef="#br0" timeOffset="-167665.2">19501 10071 239 0,'0'0'9'0,"0"0"-6"0,0 0-5 16,0 0 3-16,0 0-1 15,0 0-1-15,16 48 1 16,-14-28 1-16,2-2 0 15,-1 3 0-15,1-5-1 16,4 0 0-16,0-2 1 0,2-7-1 16,3-1 0-16,-2-5 0 15,2-1-1-15,3-1 2 16,-1-8 0-16,0-8 0 16,-1-1 1-16,0-4 2 15,-1 0-1-15,2-1 2 16,-4 3 0-16,-2 4-3 0,-1 5 0 15,-2 5 3-15,-3 4 1 16,-1 2-6-16,1 2-3 16,2 8 5-16,-1 3 0 15,1 1-1-15,3 2 0 16,2-3 0-16,-1-2-1 0,1-3 0 16,1-2 0-16,-1-1 0 15,2-5 0-15,-2 0 0 16,1-3 1-16,1-9 0 15,-1-6-1-15,-2-5 2 0,2-4-2 16,-2-4 0-16,0-5 0 16,-1 2 0-16,-2-3 0 15,0 2 0-15,-5 7 7 16,1 3-6-16,-2 4 0 16,0 7 1-16,0 7 7 15,0 7-6-15,-3 0-3 0,-1 10 0 16,-3 8-1-16,3 5 2 15,-3 7-1-15,3 0 1 16,2 2-1-16,1 1 1 16,1-3 0-16,0-2 0 15,0-2-1-15,0-4 0 0,4-3-3 16,3-2-17-16,1-6-19 16,2-6-37-16,-3-5-32 15</inkml:trace>
  <inkml:trace contextRef="#ctx0" brushRef="#br0" timeOffset="-167529.91">19954 9971 256 0,'0'0'8'0,"0"0"9"0,29-38-13 0,-3 26-3 16,6 3-3-16,3 1-24 15,4-2-72-15</inkml:trace>
  <inkml:trace contextRef="#ctx0" brushRef="#br0" timeOffset="-167051.64">20484 10062 99 0,'0'0'2'0,"0"0"-1"0,0 0 4 16,34 0-4-16,-15 0 0 15,3 0 1-15,2 0 6 16,3-1 7-16,5-2 0 16,5 0 3-16,-1-1 3 15,3 1-4-15,1 1 1 0,1-2-2 16,0 2-6-16,0 1-7 15,1-1 0-15,-2 0-1 16,2-1 0-16,2 2 0 16,-2-2 1-16,-2 3-3 15,-2 0 0-15,-6 0-2 16,-5 0-13-16,-9-3-39 0,-4-1-66 16</inkml:trace>
  <inkml:trace contextRef="#ctx0" brushRef="#br0" timeOffset="-166839.22">21245 9928 147 0,'0'0'1'0,"0"0"0"15,40 0 4-15,-22 0 16 0,-1 6-1 16,-2 4-3-16,-1 6-8 15,-5 5-7-15,-6 6-1 16,-3 9 1-16,-15 6-5 16,-14 5-20-16,-16 1-35 0</inkml:trace>
  <inkml:trace contextRef="#ctx0" brushRef="#br0" timeOffset="-160166.5">21876 9923 59 0,'0'0'24'0,"0"-2"-3"0,0 2 1 0,0-1 2 0,0 0 4 16,0-1-3-16,0 2-2 15,0 0-1-15,0-1-3 16,0 1-5-16,0 0-12 15,0 1-2-15,2 8 1 16,0 4-1-16,1 3 2 0,2 2 0 16,-2 2-1-16,0 2 0 15,1-1-1-15,-1 1-4 16,-1-1-10-16,-1 0-10 16,-1-2-21-16,0-2-31 15</inkml:trace>
  <inkml:trace contextRef="#ctx0" brushRef="#br0" timeOffset="-159931.58">21805 10171 165 0,'0'0'8'0,"0"0"18"15,0 0-8-15,0 0-8 16,0 0-5-16,36-21 0 15,-20 20-4-15,1-2 0 16,2 0-1-16,3 3 0 0,-5 0 1 16,2 0-1-16,1 0-6 15,-5 0-10-15,1 0-12 16,-4 0-11-16,0 0-18 16</inkml:trace>
  <inkml:trace contextRef="#ctx0" brushRef="#br0" timeOffset="-159155.7">21731 9936 186 0,'0'0'15'0,"0"0"11"0,0 0-13 0,0 0-5 15,41-29-7-15,-19 22 3 16,-1 2-4-16,6 3 0 0,3-1-6 16,2 3-41-16,0-1-24 15,3-2-36-15</inkml:trace>
  <inkml:trace contextRef="#ctx0" brushRef="#br0" timeOffset="-158749.9">22288 9993 88 0,'0'0'31'16,"0"0"-16"-16,0 0 1 0,0 0-4 16,0 0 1-16,0 0 0 15,0 0-2-15,0 0-5 16,-4-32-3-16,-5 32 1 15,-3 0-3-15,-2 10 1 16,-1 6 0-16,0 4 2 0,1 1-2 16,1 2-2-16,4-1 1 15,5-1 0-15,4-5 1 16,0-1 0-16,2-5 1 16,10-3-4-16,3-5 4 15,5-2-2-15,3 0 1 0,0-1-2 16,2-10-10-16,0-4-38 15,-4-3-41-15</inkml:trace>
  <inkml:trace contextRef="#ctx0" brushRef="#br0" timeOffset="-158536.53">22335 9737 211 0,'0'0'10'0,"0"0"-4"0,0 0-5 16,0 0 2-16,-32 48-3 16,28-21 1-16,2 5-1 15,2 0 2-15,0 2-2 16,0 0 0-16,7-3-3 16,4 1-18-16,-2-5-22 0,1-6-20 15</inkml:trace>
  <inkml:trace contextRef="#ctx0" brushRef="#br0" timeOffset="-158221.9">22531 10058 261 0,'0'0'-14'0,"0"0"12"15,0 0 6-15,0 0 0 16,0 0-1-16,43-33 0 0,-37 23-3 15,-2 0 2-15,0-1-4 16,-2-1 0-16,-2 0-1 16,0 0 2-16,-6 1 4 15,0 1 2-15,-3 4 0 16,-1 3 1-16,0 3-3 16,0 0-2-16,-1 4 0 0,1 8-1 15,2 1 0-15,1 4 1 16,5-1-1-16,2 1 1 15,0-2-2-15,8-1-2 16,3-1-20-16,5-6-38 16,1-2-44-16</inkml:trace>
  <inkml:trace contextRef="#ctx0" brushRef="#br0" timeOffset="-157837.95">22768 9964 244 0,'0'0'3'16,"0"0"4"-16,0 0-5 16,0 0-1-16,0 0-1 15,0 0-1-15,0 0 3 16,0 0-1-16,29 44-2 0,-29-31 1 16,0-2 0-16,0-1 0 15,0-1 0-15,0-4-1 16,0 0 2-16,0-4-1 15,0 1-1-15,0-2-2 16,0 0 2-16,2-6 3 0,5-3-4 16,2-5 1-16,4-3 1 15,2 0 0-15,1 0-2 16,5 1 1-16,-4 3-1 16,2 2 3-16,-1 7 1 15,-3 1-1-15,0 3-4 0,-3 0 7 16,0 7-3-16,-3 4 1 15,-2 2-3-15,-2 0 2 16,-2 1-9-16,-2-1-28 16,-1-3-28-16,0-4-10 15</inkml:trace>
  <inkml:trace contextRef="#ctx0" brushRef="#br0" timeOffset="-157575.33">23195 9735 232 0,'0'0'11'0,"0"0"17"0,0 0-15 0,0 0-12 16,0 0-2-16,0 0 0 15,0 0 1-15,-7 57 1 0,6-31-1 16,-1 1 1-16,2 1-1 15,0-2 0-15,0-4 1 16,0 0-2-16,0-4-4 16,0-1-14-16,2-3-20 15,-2-5-30-15,0-3-6 0</inkml:trace>
  <inkml:trace contextRef="#ctx0" brushRef="#br0" timeOffset="-157289.39">23074 9933 135 0,'0'0'82'0,"0"0"-64"16,0 0-2-16,0 0-10 15,41-40-6-15,-19 32 4 16,4 1-1-16,0 2-3 16,1 0-10-16,-1 2 9 15,-3 3 4-15,-2 0-3 0,-2 0 0 16,-4 2 1-16,-3 7-1 15,-5 4-1-15,-4 2 0 16,-3 0 7-16,0 0-6 16,0-1 0-16,-1-1 3 15,-1 0-3-15,2-4 0 0,0-2 0 16,0 1 1-16,0-5-12 16,8-3-42-16,-3 0-40 15</inkml:trace>
  <inkml:trace contextRef="#ctx0" brushRef="#br0" timeOffset="-157134.59">23371 9707 259 0,'0'0'5'0,"0"0"-1"0,0 0-2 15,0 0-3-15,0 0-27 16,0 0-55-16,-24-40-55 15</inkml:trace>
  <inkml:trace contextRef="#ctx0" brushRef="#br0" timeOffset="-156868.33">23488 9547 264 0,'0'0'-13'15,"0"0"32"-15,0 0-9 0,0 0-10 16,0 0 0-16,0 0 0 16,2 38 1-16,-2-12-1 15,-4 3 2-15,2 5-1 16,-2 3 0-16,1 0-1 0,3 0 1 16,0 1-1-16,0-5 0 15,0 0 0-15,5-5-4 16,0-5-19-16,1-2-23 15,2-7-21-15,2-3-30 16</inkml:trace>
  <inkml:trace contextRef="#ctx0" brushRef="#br0" timeOffset="-156540.95">23605 9950 225 0,'0'0'11'0,"0"0"22"15,0 0-27-15,0 0-6 16,0 0 1-16,0 0-1 0,0 0 0 15,0 0 0-15,22 14 0 16,-17-10-2-16,2-2-3 16,3-2 3-16,-3 0 3 15,3 0-1-15,2-6 0 16,-3-1 2-16,2-3-1 0,-1 0-1 16,-4 4 1-16,-1-1-1 15,-2 3 0-15,-2 4 2 16,-1 0-6-16,0 8 1 15,-2 8 0-15,-1 7 8 16,-4 3-2-16,2 3 0 0,0 1-2 16,2 3 0-1,-2-3 0-15,-1 2-1 0,0-3-4 16,1-4-21-16,-2-3-11 16,3-8-15-16,-3-8-28 15</inkml:trace>
  <inkml:trace contextRef="#ctx0" brushRef="#br0" timeOffset="-156384.95">23616 9747 96 0,'0'0'165'0,"40"-23"-177"16,-14 9-42-16,2 1-93 15</inkml:trace>
  <inkml:trace contextRef="#ctx0" brushRef="#br0" timeOffset="-156007.92">24306 9397 203 0,'0'0'-51'0,"4"-46"64"0,-4 27 5 16,0 5-15-16,-8 1-5 16,1 2-11-16,-3 6 3 15,-2 5 10-15,-3 0 5 16,-2 12 0-16,-3 15-3 15,-2 8 1-15,-2 12-1 0,0 6 0 16,1 9 1-16,2 5-3 16,3 1 2-16,5-3-2 15,5-5 1-15,6-5 0 16,2-6 0-16,1-10 1 16,8-6 1-16,1-4-1 0,2-5-1 15,-1-3-1-15,-1-5 0 16,-1-9-38-16,-2-4-100 15</inkml:trace>
  <inkml:trace contextRef="#ctx0" brushRef="#br0" timeOffset="-155522.84">23990 9856 63 0,'0'0'9'16,"46"-5"18"-16,-20 0-12 15,5-2-5-15,-1 0-2 16,1-1-5-16,0-1-2 0,-7 1 0 16,-4 0-2-16,-5 1 3 15,-4 2 26-15,-6 0 8 16,-2 4-4-16,-2 1-9 15,-1 0-14-15,0 0-4 16,0 1-12-16,-1 7 9 0,-1 3 0 16,1 0 0-16,1 2-1 15,0-2 3-15,0-2-1 16,8-1 0-16,-1 0-1 16,5-2-3-16,-1-4 1 15,4 2-1-15,1-4 2 16,2 0-4-16,-1 0 4 0,0-5-2 15,-3-5 0-15,0 0 2 16,-3-2 0-16,-4 2 1 16,-1 0 0-16,-6 5 4 15,3 2-2-15,-3 2-1 16,0 1-9-16,0 0-4 0,0 4-1 16,0 4-10-16,0 2-30 15,0-1-18-15,0-3-39 16</inkml:trace>
  <inkml:trace contextRef="#ctx0" brushRef="#br0" timeOffset="-155188.95">24532 9808 170 0,'0'0'17'0,"0"0"2"0,0 0-1 0,0 0-11 15,0 0-6-15,0 0-1 0,0 0-1 16,0 0-1-16,0 0 2 15,21 3 2-15,-20 5-1 16,1 1-1-16,-2-2 0 16,0-3-1-16,0 1 1 15,0-3-3-15,0-2-1 16,0 0 1-16,0 0 13 0,3-4-4 16,-2-6-1-16,4 0 1 15,2-2 7-15,3-3-4 16,0 4-1-16,2 1-5 15,-1 4 1-15,2 2 0 0,-2 4-4 16,0 0 1-16,-1 4-1 16,1 7 0-16,3 4-1 15,-4-2-19-15,-1-1-27 16,1 1-49-16</inkml:trace>
  <inkml:trace contextRef="#ctx0" brushRef="#br0" timeOffset="-154796.15">24836 9775 198 0,'0'0'16'15,"0"0"11"-15,0 0-18 0,0 0-12 16,0 0-1-16,0 0 3 16,-49 6-1-16,40 5 2 15,2-1-2-15,5-1-7 16,2-1 2-16,4-2 2 15,8-2-2-15,4-2 1 0,4-2-2 16,4 0-8-16,1-3 1 16,-1-9-11-16,1-2 13 15,-1-3 0-15,-4-5 8 16,-4-3-6-16,-2-2 2 16,-3-1 5-16,-2 1 5 15,-5 0 3-15,0 4 11 0,-4 5 17 16,0 6 20-16,-4 5-26 15,-5 6-16-15,-3 1-8 16,-1 4-2-16,0 10 1 16,-5 5-1-16,4 2 1 15,0 3 0-15,6 4 1 0,1 1-2 16,4-2-27-16,2-3-29 16,1-4-34-16</inkml:trace>
  <inkml:trace contextRef="#ctx0" brushRef="#br0" timeOffset="-154669.27">25010 9731 261 0,'0'0'-5'0,"0"0"-20"15,0 0-68-15</inkml:trace>
  <inkml:trace contextRef="#ctx0" brushRef="#br0" timeOffset="-149405.95">16291 11651 153 0,'1'-2'5'0,"-1"-4"9"0,1 0-4 0,-1-1 0 15,0 0-3-15,0-1 4 16,0 0 10-16,0 1-4 0,-2 0-1 16,-2 0-4-16,-1 3-3 15,1 1-4-15,-4 3-5 16,2 0-2-16,-2 0-3 16,-1 10 1-16,0 5 0 15,0 4 6-15,2 7-2 16,1 3-11-16,2 1 17 0,4 0-2 15,0-2-4-15,2-1 1 16,8-5 1-16,2-5-2 16,4-2 2-16,1-2 0 15,5-4 0-15,-1-2 2 0,4-4-5 16,0-2 1-16,3-1 1 16,1-6-8-16,-1-11-30 15,-1-7-87-15</inkml:trace>
  <inkml:trace contextRef="#ctx0" brushRef="#br0" timeOffset="-149143.61">16526 11353 258 0,'0'0'6'0,"0"0"5"16,0 0-2-16,0 0-8 15,0 0-3-15,0 0 2 16,-18 59 0-16,18-27 0 16,0 9 0-16,0 6 1 0,0 0 0 15,0 0-1-15,6 3 0 16,4-4 0-16,-2-3-1 16,2-5-9-16,2-4-24 15,0-7-3-15,-1-5-37 16,1-11-31-16</inkml:trace>
  <inkml:trace contextRef="#ctx0" brushRef="#br0" timeOffset="-148752.71">16779 11772 101 0,'0'0'45'0,"0"0"-4"0,0 0 12 15,6-46-22-15,-16 38-17 16,-2 2-5-16,-2 2-2 15,-2 3 0-15,1 1-4 16,-1 0 6-16,3 10-5 16,0 5-2-16,2 4-2 0,6 1 0 15,-1 2 1-15,6-3 2 16,0-1-3-16,0-2 0 16,8-5-3-16,6-3-3 15,-1-4-7-15,3-4-5 16,-1 0 0-16,4-7 10 0,-2-6-7 15,-1-3 10-15,-3-1 5 16,1 2 1-16,-5 2 6 16,-3 1 9-16,-1 4 4 15,-1 4-3-15,-2 4-6 16,2 0-10-16,1 1-5 0,2 6 3 16,0 6 2-16,4 0 2 15,1-1-4-15,1 0-21 16,3-4-23-16,-1-1-42 15,0-5-47-15</inkml:trace>
  <inkml:trace contextRef="#ctx0" brushRef="#br0" timeOffset="-148402.89">17112 11682 180 0,'0'0'18'0,"0"0"42"0,2-43-23 16,-2 34-15-16,-6 5-15 15,-4 1-5-15,-1 3-3 16,-2 0 1-16,-5 7 0 16,1 7 0-16,3 3 2 15,3 2-2-15,3-1 3 0,2-1-3 16,5 0 0-16,1-3 0 16,0-2 0-16,10-2 0 15,2-2 0-15,3 1-3 16,2 0 6-16,4-1-3 15,-5 0 1-15,0 1-1 0,-3 0-1 16,-3-1-5-16,-5-1-3 16,-5 0-1-16,0-2 4 15,-3 0 4-15,-8-1 2 16,-1-1-2-16,-3 1 4 16,1-2-2-16,0-2-14 15,3 0-35-15,5 0-53 0</inkml:trace>
  <inkml:trace contextRef="#ctx0" brushRef="#br0" timeOffset="-147982.45">17275 11676 208 0,'0'0'0'0,"0"0"3"15,27-44 1-15,-23 31 0 16,-2 1 5-16,-2 4 10 0,0 0 0 15,-8 3-3-15,1 2-9 16,-5 3-5-16,1 0-1 16,1 3 0-16,0 10-1 15,1 2 1-15,1 1-1 16,1 1-1-16,6 3 2 16,1-4-1-16,0-1 1 0,6-2-1 15,4-3 2-15,1-3-2 16,1-3-2-16,1-1 2 15,3-2 0-15,-3 2 2 16,3 0-2-16,-3-1 1 16,-4 2-1-16,1 0 0 0,-4 2 0 15,-2 0 0-15,-4-1 0 16,0 2-1-16,0 0 1 16,-6 2 0-16,-4-2 0 15,-3 0 0-15,0 2-12 16,-3-2 24-16,3 1-12 0,1-2 0 15,3-2-16-15,5-4-36 16,2 0-74-16</inkml:trace>
  <inkml:trace contextRef="#ctx0" brushRef="#br0" timeOffset="-147784.89">17483 11668 264 0,'0'0'5'0,"0"0"-5"0,0 0 0 0,0 0 1 16,15 43-1-16,-13-29 1 15,0-2 0-15,-1 0 1 16,3 0-2-16,-1-4 0 16,1 1 0-16,-2-4-35 15,-2-3-59-15</inkml:trace>
  <inkml:trace contextRef="#ctx0" brushRef="#br0" timeOffset="-147643.02">17482 11580 307 0,'0'0'4'0,"0"0"-2"0,0 0 0 15,-3-38-11-15,7 35-40 16,1-1-81-16</inkml:trace>
  <inkml:trace contextRef="#ctx0" brushRef="#br0" timeOffset="-146937.45">17664 11376 213 0,'0'0'5'0,"0"0"24"15,0 0-6-15,0 0-9 0,0 0-8 16,0 0-3-16,0 0-6 16,0 0-2-16,-9-19 3 15,14 33 2-15,-1 9 0 16,-1 9 0-16,-1 10 0 0,0 6 0 15,0 9 0 1,-1 3 0-16,2 4 0 0,-3-2 1 16,0 1 0-16,0-1-1 15,2-5 0-15,0-4 1 16,1-8-1-16,4-5-1 16,-1-12-3-16,3-5-5 15,-2-10 7-15,5-8 2 0,-1-5-5 16,1 0 5-16,2-7 3 15,-5-7-2-15,-1-8-14 16,-2-1-21-16,-4-6-10 16,-2-2 21-16,-4-1 21 0,-9 0 2 15,-1 0 0-15,-4 3 18 16,2 1 15-16,-4 2-10 16,3 5-5-16,4 2-5 15,1 4-3-15,4 2-3 16,2 0-2-16,5 2 1 0,1-1 0 15,0-2-3-15,10 1-3 16,5-2 2-16,3 0-2 16,5-3 0-16,2 4 0 15,2 0 0-15,1 4 0 16,-3 1 0-16,-4 6 0 0,0 3 0 16,-6 0-2-16,-1 5 1 15,-3 9 0-15,-1 4 1 16,-2 2 0-16,-2 3 1 15,-1 0-1-15,-1-3 0 16,1-2 3-16,0-1-3 16,0-4 0-16,1-4 0 0,1-4 0 15,2-1-25-15,-4-4-35 16,1-5-55-16</inkml:trace>
  <inkml:trace contextRef="#ctx0" brushRef="#br0" timeOffset="-146787.71">17954 11484 124 0,'0'0'150'0,"0"0"-145"0,0 0 0 16,0 0-4-16,0 0-4 0,0 0-36 16,0 0-37-16,0 0-25 15</inkml:trace>
  <inkml:trace contextRef="#ctx0" brushRef="#br0" timeOffset="-146524.99">18140 11546 52 0,'0'0'210'0,"0"0"-207"15,0 0 10-15,0 0 1 0,0 0-11 16,0 0-3-16,0 0 2 15,-40-2-1-15,31 20 0 16,-3 3 1-16,4 6-1 16,3 3 0-16,3 1 0 15,2 1 1-15,0-3-1 16,6-2 0-16,6-4 0 0,3-6-1 16,2-4-3-16,4-9-13 15,0-4-23-15,-1 0-85 16</inkml:trace>
  <inkml:trace contextRef="#ctx0" brushRef="#br0" timeOffset="-146117.86">18287 11555 281 0,'0'0'25'0,"0"0"-25"15,0 0 4-15,0 0-4 16,0 0 1-16,41-29-1 15,-28 29 0-15,-6 0 0 16,2 10-2-16,-1 7 2 16,-2 2 0-16,-2 5-1 15,-2 1 0-15,-2 1-1 0,0 0-5 16,-6-2-5-16,-5-3 5 16,-2-4-3-16,-3-1-2 15,0-6-6-15,-1-5 8 16,2-2 9-16,1-3 2 15,4 0 2-15,5-7 9 0,3-6 2 16,2-1-4-16,2 0-4 16,6 0-2-16,6 1-2 15,0 5-1-15,3 2 1 16,1 4 0-16,-1 2 2 16,0 0-2-16,3 0 1 0,-3 4 0 15,-2 4-3-15,0 0-2 16,-1-1-11-16,-4 0-17 15,0-4-37-15,-3-1-51 16</inkml:trace>
  <inkml:trace contextRef="#ctx0" brushRef="#br0" timeOffset="-145869.85">18564 11410 268 0,'0'0'1'0,"0"0"6"0,0 0-5 16,0 0-5-16,0 0-2 15,0 0 5-15,-4 47 0 16,4-19 1-16,0 6 0 0,0 2-1 16,1-1 2-16,4 1-1 15,2-2 0-15,-3-3-2 16,-1-5-10-16,2-4-25 15,-5-6-34-15,0-5 4 16</inkml:trace>
  <inkml:trace contextRef="#ctx0" brushRef="#br0" timeOffset="-145627.61">18509 11573 248 0,'0'0'4'15,"0"0"6"-15,46-27 2 16,-24 22-8-16,3 3-3 16,0 2 0-16,-3 0 0 15,0 14 2-15,-6 1-2 16,-2 3 5-16,-1 3-4 0,-4-2-2 16,-4 2 1-16,0-2 0 15,-1-3-1-15,-2-4-20 16,-2-5-21-16,0-3-45 15,1-4 8-15</inkml:trace>
  <inkml:trace contextRef="#ctx0" brushRef="#br0" timeOffset="-145513.27">18725 11494 132 0,'0'0'19'16,"-10"-50"34"-16,8 36-26 15,1 5-13-15,1 5-11 0,0 4-17 16,0 0-86-16</inkml:trace>
  <inkml:trace contextRef="#ctx0" brushRef="#br0" timeOffset="-144858.11">18931 11564 282 0,'0'0'1'15,"0"0"-4"-15,0 0 2 16,0 0-10-16,0 0-4 0,0 0 14 16,-43-18 3-16,32 18 1 15,-2 2 4-15,0 10-3 16,2 3-3-16,-2 3-1 16,5 4 0-16,-2 0-1 15,7-1-8-15,-1-1-2 0,3-5-3 16,1-3 4-16,0-5 3 15,5-2 2-15,2-5 3 16,2 0-3-16,4 0-7 16,0-5 1-16,-1-2-12 15,-2-4-2-15,-2 2 3 0,-2-1 9 16,1-1 13-16,-4-2 0 16,0-1 12-16,0 0 9 15,1 3 2-15,-2-2 24 16,1 3-12-16,3 1-11 15,-1 2-7-15,4 3-10 16,-2 4-1-16,3 0-4 0,2 0-1 16,1 6 2-16,-4 4-3 15,4 3 0-15,-3 3 1 16,-2-1-2-16,-2 0-5 16,-4 1-7-16,-1-5 1 0,-1 0 2 15,0-3 1-15,0-4 0 16,0-4-3-16,0 0 8 15,0 0 6-15,2-12 1 16,6-6 13-16,4 0-1 16,2-2 3-16,2 1-4 15,6 2-3-15,-1 6-3 0,4 7-4 16,-2 4-4-16,4 0 3 16,-5 11-4-16,-1 10 1 15,-6 6 0-15,-6 6 1 16,-4 1-4-16,-5 6 3 0,-13 1-7 15,-10 0-19-15,-11 3-29 16,-12-1-70-16</inkml:trace>
  <inkml:trace contextRef="#ctx0" brushRef="#br0" timeOffset="-144153.77">16428 12182 97 0,'0'0'29'0,"0"0"16"0,0 0 1 0,0 0-18 16,0 0-19-16,0 0-9 0,0 0 4 16,43-4-1-16,-17 3-2 15,4-1 1-15,9 1-2 16,1 0 0-16,6 1 0 16,4 0 0-16,4 0 1 15,5 0 0-15,5 0 7 0,1 0-2 16,7 0-2-16,1 0-2 15,3 0 2-15,5 0-1 16,6 0 5-16,1 0-1 16,7 0 3-16,5 0-2 15,3 0-3-15,3 0-3 0,-1 0-2 16,2 0 1-16,-4 0-4 16,-3 0-5-16,-1 0 3 15,-5 0 3-15,-8-2 2 16,-5-2 0-16,-4 2 1 15,-6 1 4-15,-4 1 0 0,-5 0 2 16,-6 0-3-16,-7 0-1 16,-4 0-3-16,-9 4 1 15,-5 1-1-15,-8-1 0 16,-6-1 0-16,-1 0 2 16,-9-1-5-16,1 0-8 0,-4-2-30 15,0 0-53-15</inkml:trace>
  <inkml:trace contextRef="#ctx0" brushRef="#br0" timeOffset="-143835.02">19550 11575 186 0,'0'0'6'0,"0"0"39"15,0 0-7-15,0 0-14 0,0 0-7 16,0 0-3-16,0 0-6 15,0 0-4-15,0 0-2 16,0 0-6-16,0 0-20 16,-14-15-8-16,14 23-17 0,0 0-69 15</inkml:trace>
  <inkml:trace contextRef="#ctx0" brushRef="#br0" timeOffset="-143690.64">19558 11812 264 0,'0'0'8'0,"0"0"-16"15,0 0-4-15,0 0-66 16,0 0-90-16</inkml:trace>
  <inkml:trace contextRef="#ctx0" brushRef="#br0" timeOffset="-143520.75">19762 11752 248 0,'0'0'9'16,"0"0"0"-16,0 0 0 15,0 0-8-15,0 0-26 0,0 0-138 16</inkml:trace>
  <inkml:trace contextRef="#ctx0" brushRef="#br0" timeOffset="-139582.2">20794 11382 248 0,'0'0'2'0,"0"0"0"0,0 0-1 16,0 0-1-16,0 0 0 0,14-40 0 15,-12 34 1-15,-2 0-1 16,0 1 1-16,0-1 3 15,0 2 5-15,-1 1 2 16,-3 0-5-16,-2 3-5 16,1 0-4-16,-1 0 2 15,0 1 0-15,0 8 3 0,3 3 0 16,-4 3-1-16,4 3-1 16,2 0 0-16,1 1 2 15,0 1-2-15,0-3 0 16,4-1 1-16,3-2-1 0,-1-2 2 15,3-1-1-15,-2-1 1 16,3-2-1-16,-2 2 1 16,1-1-2-16,0-1 0 15,-4 2 0-15,-1 2 0 16,-2-2-2-16,-2 1 0 16,-2 0-1-16,-7 2-1 15,-5-2 4-15,-4-1-1 0,-1 0 0 16,0-1 1-16,0-3 2 15,1-4 1-15,5 0-1 16,3-2-1-16,2 0 0 16,5-2-11-16,3-8-64 15,0-5-96-15</inkml:trace>
  <inkml:trace contextRef="#ctx0" brushRef="#br0" timeOffset="-139383.97">20930 11464 240 0,'0'0'38'0,"0"0"-36"0,0 0-1 16,0 0-3-16,0 0 2 16,28 48-2-16,-26-32 2 0,-1 0 0 15,-1 1-8-15,0-3-21 16,0-3-15-16,-1-4-51 15</inkml:trace>
  <inkml:trace contextRef="#ctx0" brushRef="#br0" timeOffset="-139234.98">20953 11349 288 0,'0'0'-4'0,"0"0"5"0,0 0-2 15,0 0-11-15,0 0-57 16,0 0-47-16</inkml:trace>
  <inkml:trace contextRef="#ctx0" brushRef="#br0" timeOffset="-138786.14">21126 11447 254 0,'0'0'22'16,"0"0"1"-16,0 0-5 0,18-46-9 16,-18 36-1-16,0 2-2 15,0 1 3-15,-4 4 1 16,-4 3-3-16,-3 0-6 16,1 3 4-16,-1 10-3 15,4-1-1-15,1 3-2 0,3-3-4 16,3 1 2-16,0-4 0 15,0-1-3-15,6-5 2 16,4 0-1-16,3-3 2 16,0 0 0-16,3 0 0 15,-3-5 4-15,-1 0 1 0,0 1 0 16,-3 3 0-16,-2 1-2 16,1 4-1-16,-2 11 1 15,0 6 1-15,-3 5-2 16,-1 7 3-16,-2 2-2 15,0 3 0-15,-4-1 0 16,-7-3-2-16,-2-3 3 0,-1-3 0 16,-3-7-1-16,0 0 1 15,-1-7-2-15,1-1 4 16,0-4-4-16,5-5-4 16,2-4-17-16,5 0-14 0,3-14-45 15</inkml:trace>
  <inkml:trace contextRef="#ctx0" brushRef="#br0" timeOffset="-138179.68">21249 11393 297 0,'0'0'-3'0,"0"0"10"0,0 0-1 15,0 0-4-15,0 0-1 16,0 0-1-16,0 0 2 0,38 3-2 15,-34 12 0-15,3 2 1 16,-4-1 1-16,1 0-2 16,2-2 1-16,-3-1 0 15,3-4-1-15,2 0 1 16,-1-5-6-16,1-2-5 0,2-2 2 16,-1 0 4-16,1-9 2 15,1-2 3-15,0-2-1 16,-4-1 2-16,1-1 1 15,0 3 0-15,-2 0 3 16,-1 5-3-16,1 0-1 0,-1 4 0 16,1 2-1-1,1 1-1-15,-1 0 0 0,2 4 1 16,-2 3 2-16,2 1-2 16,-2 3-1-16,-1-1 1 15,0 0 0-15,0 0 0 16,-1-2-1-16,1-2 0 0,0 1 0 15,-1-3 0-15,-1-2-7 16,1-2-2-16,0 0 2 16,1 0 3-16,1-7 3 15,1-5 1-15,2-2 0 16,0 1-1-16,2 0 1 0,0 1 0 16,0 3 0-16,0 2 1 15,-3 3-2-15,0 4 4 16,0 0-2-16,-2 0 2 15,-2 8 3-15,1 2-4 16,-1 2-1-16,0 2 1 0,0 0-2 16,2 0 0-16,-4 2 2 15,-1-3-3-15,1-2-18 16,0-2-53-16,0-5-72 16</inkml:trace>
  <inkml:trace contextRef="#ctx0" brushRef="#br0" timeOffset="-137837.85">21752 11421 59 0,'0'0'109'0,"0"0"-97"0,0 0-1 0,0 0-4 0,-9 46-3 15,8-34-2-15,1 1-1 16,0 0 0-16,1-6 2 15,7 2-3-15,6-6 1 16,-1-3 0-16,4 0 1 0,1 0 2 16,1-6-4-16,0-3 1 15,-5-4-1-15,0 1 3 16,-3-4 16-16,-6-1-1 16,-2 1-2-16,-2 0-4 15,-1 1-1-15,0 1-6 0,-8 3-1 16,-3 5 0-16,-4 5-8 15,-2 1-8-15,-3 2 4 16,2 10-14-16,2-1-11 16,0 2-26-16,7-4-44 15</inkml:trace>
  <inkml:trace contextRef="#ctx0" brushRef="#br0" timeOffset="-137619.53">22013 11386 254 0,'0'0'10'15,"0"0"-7"-15,0 0-4 16,0 0 4-16,0 0 7 16,0 0-5-16,0 47-4 0,0-36 2 15,0-2 0-15,1-1 1 16,8-2-2-16,3-3-2 15,-1-3-33-15,1 0-73 16</inkml:trace>
  <inkml:trace contextRef="#ctx0" brushRef="#br0" timeOffset="-137482.93">22067 11279 261 0,'0'0'17'16,"0"0"16"-16,0 0-20 15,0 0-12-15,0 0-11 0,0 0-63 16,0 0-34-16</inkml:trace>
  <inkml:trace contextRef="#ctx0" brushRef="#br0" timeOffset="-137038.18">22203 11387 242 0,'0'0'10'16,"0"0"-6"-16,0 0-3 0,0 0 3 15,0 0 0-15,0 0-8 16,0 0 4-16,-37 12 5 16,23 0-2-16,1 2 2 15,4 2-3-15,1-3-1 16,4 1-1-16,3-4 1 0,1-3-3 15,0 0-8-15,8-5-3 16,3-2 5-16,2 0 5 16,1-3-1-16,2-9 6 15,0-2-2-15,1-4 2 16,1-3 1-16,-3-4 5 16,-1 0-4-16,-1-5 4 0,-2-2 1 15,-2-3-1-15,0 3-2 16,-5 2-4-16,1 4-1 15,-4 6 1-15,-1 5 7 16,0 8 7-16,0 7-7 0,-8 0-6 16,-1 15 1-16,0 7-3 15,1 4 1-15,5 8-1 16,1-1-1-16,2 0-1 16,2-3-29-16,6-5-60 15</inkml:trace>
  <inkml:trace contextRef="#ctx0" brushRef="#br0" timeOffset="-136734.91">22824 10972 283 0,'0'0'-5'0,"0"0"19"0,0 0 4 0,0 0-13 0,0 0-5 16,-51 30-2-16,20 14 4 15,-10 9 0-15,-3 16 3 16,-7 9-3-16,-2 7-1 16,0 8 4-16,-5 4-5 15,0-1 0-15,2-2-3 16,0-4 1-16,3-5-10 0,6-10-18 15,8-7 2-15,8-8-22 16,9-12-43-16</inkml:trace>
  <inkml:trace contextRef="#ctx0" brushRef="#br0" timeOffset="-136087.53">22688 11617 175 0,'0'0'1'0,"0"0"7"0,0 0-1 0,0 0-5 0,-39-10 1 15,24 13 3-15,3 7 7 16,-1 2-3-16,3 2-6 15,4 0-1-15,3 1 1 16,1 1-1-16,2 0 1 0,0-2 0 16,6 1 2-16,5 1 0 15,0 0-1-15,5-1-2 16,-3 1-2-16,1-1-1 16,-5-3 0-16,-1 2-2 15,-4-2 0-15,-2-3 2 16,-2 0 0-16,0-3 0 0,-8 2 0 15,-3-3 1-15,-1-1-1 16,-4 0 1-16,1-2-3 16,1-2-45-16,2 0-78 15</inkml:trace>
  <inkml:trace contextRef="#ctx0" brushRef="#br0" timeOffset="-135355.24">22843 11660 271 0,'0'0'8'0,"0"0"-4"15,0 0-8-15,0 0 5 16,0 0-2-16,2 51 2 16,-4-33 0-16,-1 1 1 0,1-2-1 15,2-4 0-15,0-2 0 16,0-2 1-16,0-4 0 15,7-2-1-15,2-2-2 16,2-1-9-16,-1 0 0 16,0-8 1-16,2-5 4 15,-2-4 5-15,-3 0 3 0,-1-3 7 16,-5-1 0-16,0-2-3 16,-1 3-3-16,0 2-2 15,-7 2-4-15,-1 5 3 16,-2 5-1-16,0-1 1 15,4 4 0-15,3 1 0 0,0 0-1 16,3-2 0-16,0-2-10 16,6-1 0-16,6-3 5 15,4-1 4-15,3-5 1 16,0 3 0-16,0-1 1 16,-2 4-1-16,-2 2 1 0,-3 3 0 15,-2 5 0-15,-3 6-1 16,0 11 3-16,-1 10 0 15,0 7 0-15,-1 6-1 16,-1 4-1-16,0-2-1 16,-3-2 1-16,0-3-1 0,0-7 1 15,2-3-1-15,0-4 2 16,1-5-2-16,-1-5 1 16,4-3 0-16,-2-3 0 15,0-5-1-15,2-2-3 16,-2 0-2-16,4-6 3 0,-4-7 4 15,3-5-2-15,-5-1 1 16,0-4-14-16,-2 0-17 16,-1 1-7-16,0-1 22 15,-5 5 15-15,-5 1 6 16,0 4 11-16,2 3 2 0,1 2 6 16,4 2-2-16,2 1-7 15,1 0-9-15,2 0-6 16,9-1-1-16,3-1-4 15,4-2-4-15,3-4-13 16,1-1-27-16,-1-2-46 16</inkml:trace>
  <inkml:trace contextRef="#ctx0" brushRef="#br0" timeOffset="-135164.16">23300 11443 148 0,'0'0'25'0,"0"0"34"0,0 0-17 0,0 0-24 0,0 0-8 15,0 0-9-15,0 0 1 16,0 0 0-16,-13 58 3 16,11-24-1-16,0 1-2 15,1 2-1-15,1-3-1 16,0-4-1-16,0-1-12 0,0-7-25 16,0-3-30-16,0-8-22 15</inkml:trace>
  <inkml:trace contextRef="#ctx0" brushRef="#br0" timeOffset="-135012.58">23218 11600 264 0,'0'0'1'16,"0"0"0"-16,0 0-2 15,42-47-3-15,-20 33-30 0,1 4-40 16,0 0-10-16</inkml:trace>
  <inkml:trace contextRef="#ctx0" brushRef="#br0" timeOffset="-134495.04">23408 11505 88 0,'0'0'34'0,"0"0"15"15,0 0-12-15,35 51-14 16,-27-32-12-16,0-1-2 0,0 3-6 16,-1-2 0-16,1-1-2 15,-2-2-1-15,-3-5 0 16,1 1 0-16,-2-5-7 15,-2-3-6-15,0-1 1 16,0-3-2-16,0 0 15 0,-5-4 1 16,3-8 0-16,1-2-1 15,0-4-2-15,1-2 2 16,0-1-1-16,0-1 4 16,5 5-1-16,2 1 13 0,2 2-2 15,2 4 0-15,0 3-4 16,2 3-1-16,-1 3-3 15,1 1-2-15,1 0 1 16,-1 5-4-16,1 5 1 16,-2 4 0-16,-3 2-2 15,-1 1-3-15,-4 2-4 0,-2-1 2 16,-2-4-4-16,0 2 1 16,0-5 0-16,-5-5 4 15,1-1 4-15,-2-4 0 16,3-1 2-16,1 0 0 15,0-3 5-15,2-6-3 0,0-6 2 16,0-1-2-16,6 0-3 16,3-3 0-16,0 1 0 15,1 4 0-15,3 1 0 16,0 4 0-16,2 4 2 16,0 2-2-16,2 3-1 15,-2 0 0-15,1 2-2 0,-2 4-12 16,2 5-15-16,-3-4-8 15,0 0-36-15,5-1 11 16</inkml:trace>
  <inkml:trace contextRef="#ctx0" brushRef="#br0" timeOffset="-134280.2">23957 11514 168 0,'0'0'40'0,"0"0"13"0,0 0-25 0,0 0-15 0,0 0-14 15,-41-23 1-15,27 28 3 16,1 6 0-16,-1 1-2 16,5 1 0-16,3-2-1 15,3 1 1-15,3-3-3 16,0-1-2-16,3-1-10 0,8-3-7 16,5-2-10-16,0-2-19 15,5 0-21-15</inkml:trace>
  <inkml:trace contextRef="#ctx0" brushRef="#br0" timeOffset="-134072.77">24027 11514 187 0,'0'0'44'0,"0"0"-11"16,0 0-23-16,0 0-5 15,0 0-1-15,0 0 10 16,0 0 1-16,0 0-4 0,32 15-7 15,-20-8-1-15,1 1-1 16,3-1-2-16,0-2-6 16,0 0-31-16,-3-4-10 15,1-1-41-15,-5 0-38 16</inkml:trace>
  <inkml:trace contextRef="#ctx0" brushRef="#br0" timeOffset="-133938.2">24193 11518 142 0,'0'0'70'0,"0"0"-34"15,0 0-4-15,0 0-11 16,0 0-6-16,-54-6-12 0,31 30 0 16,-10 9-3-16,-4 10 0 15,-5 3-6-15,-4 3-48 16,1-4-127-16</inkml:trace>
  <inkml:trace contextRef="#ctx0" brushRef="#br0" timeOffset="-130325.64">20857 12701 266 0,'0'0'10'0,"0"0"22"0,0 0-10 0,0 0-11 15,0 0-1-15,-38-31-1 0,29 29-4 16,-2 2-1-16,0 0-2 16,-1 10-1-16,-2 6 1 15,2 8-1-15,-1 4 0 16,3-1-1-16,4 0 1 15,1-2-2-15,4-4 0 16,1-7-2-16,0-3 0 0,7-5-2 16,5-5-8-16,2-1 2 15,0-4 7-15,4-10-1 16,0-6 0-16,1-1 9 16,-4-1-3-16,-3 0-1 0,-4 5 4 15,-2 3-1-15,-1 5-1 16,-3 6 0-16,0 3 1 15,0 0-6-15,1 7 0 16,0 5 0-16,4 2 8 16,0 1-4-16,4 1-22 0,2-6-23 15,1-6-50-15</inkml:trace>
  <inkml:trace contextRef="#ctx0" brushRef="#br0" timeOffset="-129919.99">21155 12647 256 0,'0'0'6'15,"0"0"2"-15,0 0-3 16,0 0-4-16,-36 38 4 16,20-18-10-16,3 1 14 0,2-1-6 15,4-1 0-15,4-5-2 16,3-2-1-16,1-3-2 15,9-4-2-15,3-3 1 16,5-2-2-16,3-1-20 16,-1-12-16-16,3-3-38 0,-3-5 58 15,1-3 3-15,-3-6 18 16,-3-2 5-16,-3-4 7 16,-2-2 1-16,-4-2 2 15,-3 3 6-15,-1 3 8 16,-2 11 1-16,0 5 10 0,-4 11 0 15,-2 7-22-15,-2 10-14 16,-1 15 1-16,1 6 0 16,1 6-5-16,2 3 0 15,2 1 0-15,3-2-1 16,0-1-12-16,0-2-11 0,0-4-22 16,0-4-89-16</inkml:trace>
  <inkml:trace contextRef="#ctx0" brushRef="#br0" timeOffset="-129641.77">21189 12730 321 0,'0'0'-3'0,"0"0"-6"0,0 0 7 0,44-36-1 16,-25 24 4-16,1 1-2 0,-1 4 3 15,2 0-2-15,-4 4 1 16,-1 3-1-16,-2 0-1 16,-1 11 0-16,-2 6 2 15,1-1-4-15,-4 4 4 16,-2 0 0-16,2-2 1 0,-2-3 6 16,1-3-8-16,2-2-7 15,3-6-16-15,1-4-31 16,-1-3-95-16</inkml:trace>
  <inkml:trace contextRef="#ctx0" brushRef="#br0" timeOffset="-129506.67">21482 12501 339 0,'0'0'7'0,"0"0"-2"0,0 0-5 16,0 0-13-16,0 0-85 15</inkml:trace>
  <inkml:trace contextRef="#ctx0" brushRef="#br0" timeOffset="-129228.2">21546 12616 311 0,'0'0'-2'15,"0"0"4"-15,41 45 6 0,-23-26-5 16,-3-1-1-16,1-1-4 16,-5-3-4-16,-3-4 3 15,-3-1 1-15,0-3 2 16,-1-4-2-16,-1-2-2 0,-1 0 2 16,1-5 6-1,2-8 0-15,-1-7 0 0,6-4-3 16,-3-4-7-16,4-4 0 15,5 2-10-15,-1 2-11 16,3 4-44-16,-1 4-38 16</inkml:trace>
  <inkml:trace contextRef="#ctx0" brushRef="#br0" timeOffset="-128908.89">21901 12592 267 0,'0'0'5'0,"0"0"15"16,-40 11-5-16,27-5-3 16,-1 2-10-16,1 7 0 15,-1-3-2-15,4 5 0 16,5-3 0-16,-1 0-2 16,6-2 1-16,0-2-2 0,0-3-8 15,8-3-9-15,3-4 1 16,3 0 17-16,1 0-2 15,1-7 1-15,0-3 7 16,2-1-1-16,-1 1 9 16,-1 3-3-16,-3 1-5 0,1 2-3 15,-3 4 0-15,1 0 1 16,2 0-1-16,-1 0 1 16,0 3-4-16,-2-3-36 15,0 0-82-15</inkml:trace>
  <inkml:trace contextRef="#ctx0" brushRef="#br0" timeOffset="-128694.85">22110 12425 311 0,'0'0'19'15,"0"0"-4"-15,0 0-15 16,0 0-1-16,0 0-8 15,4 40 7-15,-4-16 5 16,0 5 1-16,0-1 0 0,0 3-3 16,0-4-7-16,0-1-20 15,0-5-23-15,0-1-44 16</inkml:trace>
  <inkml:trace contextRef="#ctx0" brushRef="#br0" timeOffset="-128466.87">22116 12540 303 0,'0'0'-1'16,"0"0"1"-16,50-21 10 0,-30 20 3 16,-1 1-3-16,-2 0-5 15,-3 11 0-15,-2 6 0 16,-5 5-4-16,0 0 1 15,-3 4 1-15,-2-2-4 16,0-3-18-16,0 0-34 0,1-6-22 16,2-7-58-16</inkml:trace>
  <inkml:trace contextRef="#ctx0" brushRef="#br0" timeOffset="-128214.02">22545 12542 308 0,'0'0'13'15,"0"0"-9"-15,-36-10 1 0,15 10-19 16,-3 0-12-16,0 3 15 16,-3 8 7-16,-1 5-2 15,5 1 15-15,5 1-8 16,4 2 0-16,4-3-2 15,7 0 0-15,3-3-1 16,0-5-6-16,13-3-13 16,2-4-16-16,2-2-52 0</inkml:trace>
  <inkml:trace contextRef="#ctx0" brushRef="#br0" timeOffset="-127912.06">22464 12630 69 0,'0'0'39'15,"0"0"7"-15,0 0-2 0,43-40-11 16,-36 36-5-16,1 3-11 15,-2 1-9-15,2 0-2 16,-3 1-3-16,0 7 1 16,1 2-4-16,-2 2 0 0,-1 0-4 15,-1 1-8-15,-2 0-2 16,0-3-8-16,0-1-20 16,0-2-22-16,0-4 33 15,2-2 18-15,1-1 8 16,2 0 18-16,2-6 17 15,5-6-3-15,-1-3 11 0,4 1-2 16,2-1-11-16,3 2-8 16,-1 1-7-16,-2 4 2 15,2 4-5-15,-1 4-6 16,1 0-1-16,-3 1-8 16,1 7-19-16,-3 2-25 0,0-2-68 15</inkml:trace>
  <inkml:trace contextRef="#ctx0" brushRef="#br0" timeOffset="-127619.78">23372 12273 270 0,'24'-38'0'0,"-6"1"5"15,-6 10 4-15,-7 3 5 0,-4 5 1 16,-1 5-2-16,-4 3 1 16,-8 6-12-16,-5 5 2 15,-2 5-1-15,-2 16-3 16,-4 12 4-16,-2 11-2 0,2 10 0 16,-1 10-2-16,6 0 2 15,1 1-2-15,3-1-4 16,4-3-15-16,-1-4-88 15,1-7 73-15,1-5-85 16</inkml:trace>
  <inkml:trace contextRef="#ctx0" brushRef="#br0" timeOffset="-126899.58">23019 12570 249 0,'0'0'68'0,"36"-8"-75"15,-15-1 7-15,6 0-3 16,2 0 3-16,1-1 2 0,-1-3-1 16,-2 2-1-16,1-1 1 15,-2 5-1-15,-5-1 1 16,-3 6-1-16,-5 2 1 15,-2 0-1-15,-5 13 4 0,-3 5 1 16,-2 2-1-16,1 3 3 16,-1 3-2-16,1-4-2 15,2-2-2-15,3-2-2 16,0-3-10-16,2-7-11 16,2-2 3-16,0-6-6 15,4 0-1-15,1 0 19 0,-3-11 8 16,3-2 3-16,-2-3 13 15,-1 1 1-15,-2-1 0 16,-4 2-3-16,2 3-2 16,-5 3-3-16,0 3-1 15,-1 3-5-15,0 2-5 0,1 0-1 16,-2 5 4-16,0 4-1 16,2 2 0-16,0-1 2 15,-3 1 2-15,1 0-8 16,-1-4-7-16,1 0-1 15,-2-4-7-15,4-1-5 16,0-2 8-16,2 0 0 0,5-5 17 16,2-7 6-16,4-3 0 15,3-2 3-15,2 0-1 16,4 3 0-16,-2 0 2 16,0 5-4-16,1 5-1 15,-5 4-2-15,-2 0-2 0,0 4-4 16,-5 6 1-16,-3 3 3 15,0 0-2-15,-3-2 0 16,-2 1 3-16,1-4-3 16,-1-1 1-16,-1-3-1 15,1-2-1-15,0-2-1 0,6 0-1 16,1-9 5-16,7-5 1 16,7-6 3-16,4-11-5 15,10-11-8-15,1-11-92 16</inkml:trace>
  <inkml:trace contextRef="#ctx0" brushRef="#br0" timeOffset="-122977.64">16319 13651 88 0,'-8'0'1'0,"2"0"0"0,-3 2 0 0,4-2-1 0,1 1 1 16,-2-1 4-16,3 0 26 15,-1 0 8-15,-3 0-3 16,4 0-5-16,-1 0-10 15,1-3-9-15,0 3-2 0,1-1-5 16,2 1-2-16,-1-2-2 16,1 2 1-16,0 0-1 15,0 0-1-15,0 0-3 16,0 7 1-16,2 6 1 0,5 1 0 16,0 5 0-16,4 2 0 15,0 3 0-15,0 2 0 16,-1 0 0-16,-1-1 0 15,1 0 0-15,-2 0 1 16,0 0 0-16,1-1 0 0,4 0 1 16,3-1 1-16,2 0-1 15,0-2-1-15,6-2-4 16,3-1 3-16,0-4-1 16,2-1 5-16,0 0-1 15,0-3-1-15,-1-3-1 0,-1 0 0 16,-1-3-3-16,-1-4 3 15,-1 0-1-15,-2 0-28 16,-4-4-20-16,-4-6-76 16</inkml:trace>
  <inkml:trace contextRef="#ctx0" brushRef="#br0" timeOffset="-122785.05">16725 13982 285 0,'0'0'8'0,"0"0"-9"0,0 0 4 0,0 0-3 15,0 0 0-15,33 38 0 16,-19-18-4-16,-3 6-7 16,-2 5-12-16,-2 4-32 15,-7 3-44-15</inkml:trace>
  <inkml:trace contextRef="#ctx0" brushRef="#br0" timeOffset="-122377.98">17257 13966 182 0,'0'0'60'15,"0"0"-23"-15,0 0-12 16,0 0-4-16,0 0-5 16,0 0-8-16,0 0-11 15,0 0-5-15,0 39 6 0,3-8 3 16,1 7-2-16,0 6 4 16,0 6-4-16,1 1-6 15,-1-2-12-15,-3-6 1 16,1-6-74-16,0-8 65 15,0-11-36-15</inkml:trace>
  <inkml:trace contextRef="#ctx0" brushRef="#br0" timeOffset="-121800.97">17315 13982 242 0,'0'0'5'0,"0"0"9"16,0 0-1-16,18-40-6 0,-11 32 0 15,1 1-2-15,2 2-1 16,-1 2-4-16,2 3 0 16,2 0-2-16,0 6-2 15,-1 8 4-15,1 2 1 16,-3 5-1-16,-1 3-11 0,-3-1-9 15,-4 4-5-15,-2 0 1 16,0-2 22-16,-9-1 8 16,-1-3-1-16,2-6-2 15,0-2 1-15,3-4 0 16,3-5 4-16,2-3-6 0,0-1-8 16,0 0-2-16,4 0 3 15,2 0 3-15,3 0 7 16,0-3 3-16,2 3-4 15,1 0 0-15,0 0 2 16,2 1-1-16,0 7-3 16,-1 3 0-16,-1 2 2 0,1 2-1 15,-6 1-8-15,-1 0 0 16,-5-2 2-16,-1 1 0 16,0-1 2-16,-8 0 7 15,-4-3 5-15,-5 2-5 16,-1-3 4-16,-5-1-4 0,2 0-1 15,-4-3 1-15,0-1 0 16,2-2-1-16,3-1-2 16,1-2 2-16,6 0-5 15,3 0-1-15,4 0-5 16,6 0-9-16,2-1-52 0,9-7-63 16</inkml:trace>
  <inkml:trace contextRef="#ctx0" brushRef="#br0" timeOffset="-121338.71">17869 14283 162 0,'0'0'3'0,"0"0"12"0,4-38 17 0,-4 23-5 0,0 3 0 15,-6-1-5-15,-1 3 0 16,-3 2-1-16,-2 3-11 16,0 2-4-16,0 2-4 15,-5 1 0-15,2 0-11 16,-1 8 1-16,2 4 13 0,-2 4-3 16,5 3 1-16,3 0-3 15,2 2 0-15,3-1-2 16,3 0 1-16,0-4-1 15,0-2-1-15,5-4-6 16,5-2 2-16,2-4 0 0,1-4-2 16,1 0-1-16,1-1 5 15,0-10 6-15,0 1 6 16,-1-2-3-16,0 1-1 16,-3 4-4-16,-1 1 2 15,-5 2-1-15,0 4 0 0,0 0-3 16,1 0-1-16,0 0 4 15,1 7 2-15,1 1 3 16,2-2-8-16,-2-1-19 16,1-1-40-16,0-4-39 15</inkml:trace>
  <inkml:trace contextRef="#ctx0" brushRef="#br0" timeOffset="-121032.56">18088 14184 290 0,'0'0'7'0,"0"0"-2"0,0 0 0 15,0 0-2-15,0 0-5 16,0 0 0-16,-45-13 1 16,34 21 2-16,2 4 4 0,-2 3-3 15,3 5 4-15,2-1-3 16,2 2-3-16,4-1 0 15,0-3 0-15,0 0-2 16,5-4-1-16,6-3-1 16,2-5 3-16,4-2-2 15,3-3-1-15,1 0 2 0,4-8 0 16,0-6-2-16,-2-2-19 16,1-5-36-16,0-2-28 15,-5-3 7-15</inkml:trace>
  <inkml:trace contextRef="#ctx0" brushRef="#br0" timeOffset="-120819.89">18294 13995 203 0,'0'0'48'16,"0"0"-11"-16,0 0-28 0,0 0-5 16,0 0-4-16,-13 38 0 15,13-15 1-15,0 1 0 16,0 4 0-16,0 0-1 15,0 0 0-15,0-1 0 16,2 1 0-16,0-4-1 0,-1-1-5 16,1-2-10-16,0-5-26 15,0-5-45-15,2-9-19 16</inkml:trace>
  <inkml:trace contextRef="#ctx0" brushRef="#br0" timeOffset="-120533.29">18455 14023 179 0,'0'0'93'0,"0"0"-81"16,0 0-14-16,0 0-11 0,0 0-6 16,0 0 3-16,0 0-12 15,-32 46 14-15,17-28 17 16,1 2 5-16,1 0 0 15,1 0 0-15,3-2 8 16,6 1-1-16,3-2-6 0,0-3-9 16,11-1-2-16,2-2 3 15,4-2 0-15,4-1-4 16,2-1 4-16,2-1-1 16,2-2 4-16,2-1-27 15,-3-2-92-15</inkml:trace>
  <inkml:trace contextRef="#ctx0" brushRef="#br0" timeOffset="-120256.04">18851 14000 330 0,'0'0'39'0,"0"0"-31"16,0 0-5-16,0 0-7 0,0 0-12 16,0 50 16-16,0-21 3 15,0 3-1-15,0 4-3 16,-1 1-6-16,1 1-6 16,-2-1 2-16,0-2-5 15,-3-2 2-15,1-3-25 0,2-6 36 16,-5-10-48-16,4-7-35 15</inkml:trace>
  <inkml:trace contextRef="#ctx0" brushRef="#br0" timeOffset="-119992.78">18844 14001 237 0,'0'0'4'0,"25"-38"0"15,-12 23 6-15,2 6-3 0,0 2-3 16,0 5-4-16,-4 2-2 16,0 0-3-16,1 11 3 15,-4 3 9-15,-1 4-3 16,-2 2 0-16,-1 2-1 16,-2-1-4-16,-2 0 1 0,-2-1-5 15,-8 0 0-15,-2-3-8 16,-4-1-7-16,2-1-1 15,-4-5-12-15,-1 0-19 16</inkml:trace>
  <inkml:trace contextRef="#ctx0" brushRef="#br0" timeOffset="-119658.43">19076 13998 210 0,'0'0'3'0,"0"0"6"16,47-9 3-16,-31 9-11 15,-3 2-4-15,-2 9 2 16,-1 0 4-16,-3 3 0 0,-2 2-1 16,0-2 0-16,-3-2 0 15,-2-1 0-15,0-1-3 16,0-4-1-16,0-2 5 15,0-2-5-15,0-2 2 16,-2 0 5-16,-1-2-1 16,3-9-1-16,0-4 8 0,0-2-6 15,9-4 0-15,4-2-4 16,3 0-4-16,5-1-30 16,1 4-29-16,0 3 0 15,-1 6 1-15</inkml:trace>
  <inkml:trace contextRef="#ctx0" brushRef="#br0" timeOffset="-119402.7">19393 13941 59 0,'0'0'25'0,"2"43"12"16,-2-18-11-16,0-1-11 15,0 0-1-15,0-1 9 16,0-5-5-16,0-2-7 0,0-5-3 16,6-3-3-16,4-4-2 15,-1-3-6-15,3-1 1 16,-1-1 12-16,3-9-9 15,-2-3 0-15,0-1 1 16,-4-3 3-16,-1-3 6 16,-4 0 12-16,-3-3-5 0,0 1-6 15,0 3-8-15,-3-1 0 16,-8 7-4-16,-1 3 0 16,0 6-15-16,-2 4-6 15,-1 0-41-15,-1 8-84 16</inkml:trace>
  <inkml:trace contextRef="#ctx0" brushRef="#br0" timeOffset="-119095.98">19628 13921 3 0,'0'0'105'16,"0"0"-93"-16,7 37 16 15,-6-12-13-15,1 7 14 16,0 3-11-16,-2 5-12 16,0 0 21-16,0 2-11 0,0 2-8 15,0-1-7-15,0 1-1 16,-1-3-6-16,-4-2-31 15,-3-7-17-15,2-6-2 16,1-9 25-16,1-10 1 16,0-7-3-16</inkml:trace>
  <inkml:trace contextRef="#ctx0" brushRef="#br0" timeOffset="-118847.86">19705 13918 202 0,'0'0'21'0,"0"0"12"15,0 0-12-15,44-40-7 16,-32 35-10-16,0 3-2 16,0 2-1-16,-5 0-2 0,0 6-10 15,-5 7-5-15,-1 5 13 16,-1 3-5-16,-2 2-11 15,-9 1 1-15,-4 3-6 16,-1-1 0-16,-2-2-20 16,-3-4-38-16</inkml:trace>
  <inkml:trace contextRef="#ctx0" brushRef="#br0" timeOffset="-117815.11">17308 14682 216 0,'0'0'37'0,"0"0"-13"0,-37 7-11 0,34-5-10 0,1-2-2 16,0 0 0-16,2 0-3 16,0 2-6-16,0-1-3 15,0 0 6-15,4 2 4 16,1 1 0-16,4 2-4 15,4-1 2-15,1-2 1 0,8 2 2 16,3-1-1-16,8-1 4 16,2-1 0-16,6-2 0 15,8 0-1-15,2 0-1 16,9 0-2-16,2-4 2 16,8-4 2-16,4-2 0 0,7-3 1 15,3 0 1-15,6 1-2 16,7 0 1-16,5-1-3 15,2 2 0-15,2 1 0 16,1 1-8-16,1 2-10 16,-5 0-15-16,1 0-1 0,-5 3 9 15,-2 1 20-15,-4-1 6 16,-6-2 10-16,-7 3 17 16,-4-3 3-16,-8 1-11 15,-5-1-8-15,-8 1-1 16,-7 0-4-16,-6 2-1 0,-9 2-2 15,-6 1-2-15,-8 0-1 16,-5 0-1-16,-5 0 1 16,-5 0-6-16,-2 0-8 15,-2-3-17-15,0-3-39 16,0-3-87-16</inkml:trace>
  <inkml:trace contextRef="#ctx0" brushRef="#br0" timeOffset="-117565.77">19963 14056 202 0,'0'0'120'0,"0"0"-117"0,0 0-10 0,0 0-12 15,0 0 0-15,0 0-35 16,0 0-76-16</inkml:trace>
  <inkml:trace contextRef="#ctx0" brushRef="#br0" timeOffset="-117445.9">20052 14188 355 0,'0'0'-1'15,"0"0"-51"-15,0 0-221 16</inkml:trace>
  <inkml:trace contextRef="#ctx0" brushRef="#br0" timeOffset="-168930.12">13528 9997 60 0,'0'0'6'0,"0"-3"-2"0,0 1 9 16,0 0 0-16,0 2-7 16,0-2 4-16,-1 1 3 15,0 0-2-15,-1-1-2 0,2-1-2 16,-2 2 1-16,0-1-2 16,-2-2-2-16,1 1-1 15,-1-1 1-15,-2 0 4 16,0-1-2-16,2 1-4 15,-3-2 1-15,1 2-1 0,-1-1-2 16,0 0 0-16,-2-1 0 16,0 2 0-16,-2-3 0 15,-2 2 0-15,0 0 0 16,-5-2-2-16,1 3 5 16,0-2-1-16,-4 3 3 0,2 1-3 15,-5 0 3-15,1 1-4 16,0 1-1-16,-1 0 3 15,1 0-2-15,1 0 2 16,-3 0-3-16,4 0 1 0,0 0 1 16,-2 0-1-16,1 0 0 15,0 0-1-15,0-2 1 16,1 2 0-16,-4 0 0 16,2 0-1-16,0 0 0 15,-4 0 0-15,0 6 2 16,-2 1-4-16,0 3 2 0,0-3 2 15,-4 2-2-15,3 1 0 16,-1 1 0-16,-3 0 0 16,1-1-3-16,0 2 3 15,-1 1 0-15,3-1-1 16,-2 1 1-16,3 1 0 0,1 1-1 16,0 1 1-16,0 3 0 15,0 2-4-15,0-1 4 16,-3 3 2-16,2-1-2 15,2 1 2-15,2 1-3 16,1-1 2-16,5-3-1 0,-2 3 0 16,5-1 1-16,3-2-1 15,1 0 0-15,4 1 1 16,1 2-1-16,0 0 1 16,3 2-1-16,1 1 2 15,-1 3-2-15,2 3 0 0,2-1-2 16,1 2 4-16,0-2-2 15,0-2-2-15,3-2 1 16,8-2 0-16,1-1-1 16,4-1 2-16,0 0 0 15,6-2 1-15,0 1-2 0,3-1 5 16,0 0-2-16,4-3-1 16,-1-2-1-16,1 3 2 15,3-4-2-15,-1 1 2 16,-1-3-2-16,5-2 0 15,1 0 1-15,3-2 0 0,3 0 0 16,3-3 0-16,1 2 1 16,1-3-1-16,0 1 0 15,3 1-1-15,-2-1 1 16,2 1-1-16,2-3 2 16,0 2-2-16,2-2 1 15,-2 0-1-15,4-4 0 0,-1 0 1 16,3 0-3-16,2 0 3 15,3-4 0-15,-2-6-2 16,4-1 2-16,2-3 1 16,0-2-3-16,-3-1 3 15,2-2 0-15,-2 1-1 0,0-3-1 16,-1-1 1-16,-4 1 0 16,1-3 0-16,-4-2-1 15,-4 2 1-15,-1-2-1 16,-2 1 2-16,-5-2-1 15,2 0 1-15,-4 0 0 0,3-4 1 16,-7-2-3-16,0-1 1 16,-5-1-1-16,-4-2 1 15,-4 1-1-15,-6 3 0 16,-5-2 0-16,-5 5 0 16,-5-1 1-16,-4 0 1 0,0 1-2 15,-2-3 1-15,-9 3-2 16,-3 0-1-16,1 1 4 15,-5 3-1-15,1-1 1 16,-2 3-2-16,0 1 1 16,-3 2-1-16,-3 0-1 0,-1 2 1 15,-2-1-1-15,-3 3 3 16,1 0-2-16,-1 0 2 16,-3 0-3-16,1 3 2 15,-3-3-1-15,-1 3 2 16,-6-1-2-16,-1 1 2 0,-8 2-2 15,-3 0 4-15,-9 5-7 16,-7 4 4-16,-7 3-1 16,-7 0 3-16,-7 9-3 15,-8 9-1-15,-5 6-11 16,-4 2-20-16,-4 0-30 16</inkml:trace>
  <inkml:trace contextRef="#ctx0" brushRef="#br0" timeOffset="-166586.3">16471 15791 78 0,'0'0'16'0,"0"0"-2"0,0-2 1 0,0-5 8 16,0-1 2-16,0 0-4 15,0 1 0-15,1-2-6 16,0 2-4-16,-1-2-3 0,0 3-5 16,0 0 2-16,-2 0-2 15,-3 2-3-15,-3 1 3 16,-2 0-2-16,1 3-1 16,-5 0-3-16,1 0 2 15,-5 7 1-15,1 2 1 16,0 2-2-16,2 3 1 0,-3 0-1 15,5 2 0-15,1 1-1 16,1 0 1-16,1-3 2 16,5 2-2-16,3-1 2 15,2 1 0-15,0-2 2 16,0 2 3-16,4 0-5 0,2-1 1 16,4 1-1-16,4-3 1 15,-1 0 5-15,5-1-1 16,1-2 1-16,0-1 0 15,5-3-5-15,-2-1 1 16,4-3-2-16,4-2-1 0,-3 0-14 16,2-12-58-16</inkml:trace>
  <inkml:trace contextRef="#ctx0" brushRef="#br0" timeOffset="-166181.78">16797 15770 63 0,'0'0'163'0,"0"0"-166"15,0 0 2-15,-52 9 1 0,32 2-1 16,0 3 1-16,-1 0-2 16,4 2 7-16,3 1 5 15,1 1-2-15,6 0-2 16,5-1-3-16,2-2 0 15,0-1-1-15,6-3 0 0,8-3 4 16,0-2-2-16,4-4 3 16,4 0 1-16,-4-2-1 15,4 0-2-15,-3-8-3 16,2-3 0-16,-4-3 2 16,-2 0-1-16,-2-2 6 0,-4-2-4 15,-5 1-1-15,-3 1 2 16,-1-1 0-16,-2 5-1 15,-9 0-1-15,-4 7-4 16,-2 3 0-16,-5 2-4 16,1 1 1-16,2 9 0 15,1 4-6-15,6-1-27 0,7-1-32 16,5-5-92-16</inkml:trace>
  <inkml:trace contextRef="#ctx0" brushRef="#br0" timeOffset="-165719.8">17022 15786 175 0,'0'0'8'0,"0"0"-8"0,0 0 0 0,0 0 1 16,0 0-1-16,0 45 1 15,0-29 1-15,0-2 0 16,0 0 0-16,1-1 0 16,1 1 1-16,2-4-1 0,-4 1-1 15,2-2 0-15,-2-2 0 16,0-1-1-16,0-2 1 16,0-2 0-16,0-1 0 15,0-1 9-15,0 0 28 16,2-3-10-16,1-7-18 0,1-1-8 15,4-3-1-15,2-1 4 16,-1 0-1-16,5-1-1 16,3 0-1-16,1 3 1 15,-1 1 4-15,4 3-3 16,-1 2 0-16,3 5 1 0,-5 2-4 16,4 0-2-16,-4 6 1 15,0 4 0-15,-4 3 0 16,1 1 0-16,-5 2-3 15,0 0 1-15,-3-1-14 16,-1-2-18-16,-3-3-17 0,-1-7-109 16</inkml:trace>
  <inkml:trace contextRef="#ctx0" brushRef="#br0" timeOffset="-165340.5">17453 15759 167 0,'0'0'10'0,"0"0"-11"0,0 0-1 0,0 0 3 16,0 0 1-16,20 45 3 15,-14-26-2-15,2 1 1 16,0-1 0-16,0 0 1 15,3-2-1-15,-4-3 2 16,1-1-1-16,0-2 0 0,-2-3-2 16,-1-2-1-16,-1-4-1 15,1-2 7-15,-1 0 14 16,3-7 9-16,-4-6-10 16,1-4-14-16,2-4-1 15,-4-3-1-15,2-1-3 0,1 0-1 16,2 1-2-16,-2 0 0 15,3 4-1-15,1 1-2 16,5 6-32-16,-4 1-52 16,5 3-90-16</inkml:trace>
  <inkml:trace contextRef="#ctx0" brushRef="#br0" timeOffset="-164628.09">17835 15744 222 0,'0'0'4'0,"0"0"-6"0,0 0-7 16,0 0 6-16,0 0 6 15,0 0-2-15,-48 47-1 16,36-34 0-16,2 2 1 16,2-3 3-16,3 4 0 15,2-2 0-15,3-2-1 0,0-1 0 16,0-1-2-16,7-3 2 15,0-2 1-15,3-2-2 16,0-1-4-16,1-2 6 16,2 0-3-16,1-6 0 15,-1-4-1-15,-1-3-2 0,-5-1-4 16,-4-3-3-16,-3 2-11 16,0-2 1-16,-10 0 1 15,-5 1 18-15,0 2 11 16,-5 2 1-16,2 2 7 15,3 3 0-15,4 2-7 0,1 1-2 16,6 3-3-16,2 1-5 16,2 0-5-16,6 0-9 15,9-2 16-15,3 0-4 16,2-1 0-16,4-3-3 16,2-2-2-16,-2 0-4 0,-3-3 8 15,1-3-1-15,-4 1 2 16,0-1 0-16,-1-4 1 15,-3 2 1-15,-1-3 0 16,-2-2 2-16,-2 0 5 16,-2-2-6-16,-2 1 1 0,0-1-3 15,-3 4 1-15,-2 1-2 16,0 2 0-16,0 6 2 16,0 2 6-16,0 2 3 15,-2 5-5-15,0 1-2 16,1 0-6-16,-2 7-3 0,1 8 1 15,-3 4 2-15,1 7 1 16,0 1 0-16,0 4 2 16,0-1 0-16,0 3 0 15,2 0-1-15,2 0 1 16,-2 1 0-16,0-4 2 16,2 0-1-16,0-2 1 0,2-2-1 15,6-6-4-15,2-2-24 16,1-7-23-16,3-5-47 15</inkml:trace>
  <inkml:trace contextRef="#ctx0" brushRef="#br0" timeOffset="-164224.24">18214 15737 267 0,'0'0'4'0,"0"0"-5"0,0 0-1 0,0 0 1 16,0 0 1-16,-12 49 0 16,10-34 1-16,2-1 0 15,0-2-1-15,0-1 2 0,4 0-1 16,6-4 4-16,1-1-2 16,0-3 0-16,5 0-2 15,-2-3-1-15,5 0-2 16,-5-7 0-16,3-5 1 15,-1-4 2-15,0-1-1 16,-5 1 0-16,0-2-1 0,-4 2 0 16,-3 5 2-16,-3 1 3 15,-1 3 15-15,0 2 2 16,0 5-5-16,0 0-9 16,0 0-5-16,0 5-4 15,0 7 1-15,0 3 1 0,2 0 1 16,0 5 0-16,4-4-2 15,-2-1-13-15,6-1-19 16,-3-7-31-16,3-5-74 16</inkml:trace>
  <inkml:trace contextRef="#ctx0" brushRef="#br0" timeOffset="-163953.23">18685 15473 221 0,'0'0'34'0,"0"0"-22"0,0 0 13 0,0 0-20 0,0 0-14 16,0 0 1-16,0 0 5 0,1 50 2 15,-1-22 5-15,0 1-1 16,0 2-2-16,0-2 0 15,0 0 0-15,0-2 2 16,0-3-1-16,-1-2-11 16,-1-5-34-16,-4-3-42 15,-2-7-43-15</inkml:trace>
  <inkml:trace contextRef="#ctx0" brushRef="#br0" timeOffset="-163640.3">18535 15696 239 0,'0'0'1'15,"0"0"-1"-15,54-14 0 16,-29 9 0-16,1 0 0 0,1-1 0 16,0 2 0-16,0-1 0 15,-2 0-1-15,1 2 2 16,-4-1-1-16,-5 3 0 15,-4 1 3-15,-2 0 2 16,-6 5-3-16,-3 5 4 16,-2 5 2-16,0 0-1 0,0 2 2 15,0 0-4-15,0 2-2 16,0-5 0-16,0 0 1 16,2-1-1-16,4-5-2 15,4-3-29-15,-3-5-51 16,3-2-80-16</inkml:trace>
  <inkml:trace contextRef="#ctx0" brushRef="#br0" timeOffset="-163504.53">18898 15546 311 0,'0'0'-6'15,"0"0"0"-15,0 0-2 16,-38-9-52-16,26 9-50 15</inkml:trace>
  <inkml:trace contextRef="#ctx0" brushRef="#br0" timeOffset="-163140.65">19067 15659 155 0,'0'0'-20'16,"0"0"20"-16,0 0 1 16,-40 30-1-16,24-17 1 15,-1-4 14-15,8 0 10 16,2 0-6-16,5-1-11 0,2 0-1 16,2-1-4-16,10-3 9 15,2-1-6-15,3-3 2 16,2 0 0-16,0 0 5 15,-1-5 1-15,-1-3 5 16,-7-1 3-16,1-2-3 0,-5 1 1 16,-6-1 0-16,0 1-10 15,-2 1-11-15,-9 1 2 16,-3 2-8-16,-4 6-7 16,1 0 2-16,0 0 1 15,2 0 0-15,5 4-35 16,4-1-45-16</inkml:trace>
  <inkml:trace contextRef="#ctx0" brushRef="#br0" timeOffset="-162721.25">19282 15644 178 0,'0'0'4'15,"0"0"-1"-15,0 0-2 0,0 0-1 16,0 0 0-16,0 0 16 16,0 0 1-16,0 0-8 15,0 0-3-15,23 45-3 16,-23-34-1-16,0-3-3 16,0-1 0-16,0-2 1 15,0-2 0-15,0-1 2 0,0-2-9 16,0 0 30-16,0 0 6 15,0-7-16-15,0-5 10 16,0 1-10-16,5-3-11 16,3-2 7-16,5 2-5 15,0 0-2-15,3 2-1 0,0 2 1 16,2 5 0-16,1 2 0 16,0 1 2-16,1 2-2 15,-5 2-2-15,1 9-2 16,-3 2 1-16,-1 0-3 15,-4 4-12-15,0-3-8 16,-1-1-25-16,2-2-18 0,1-5-46 16</inkml:trace>
  <inkml:trace contextRef="#ctx0" brushRef="#br0" timeOffset="-162407.56">19763 15638 277 0,'0'0'4'15,"0"0"23"-15,0 0-8 16,0 0-16-16,0 0-3 16,0 0 0-16,-38-33 0 0,20 33-3 15,-1 2 6-15,-2 5-3 16,2 3 1-16,4-2-1 16,1 2 0-16,4-1 1 15,7-2-1-15,1-3 1 16,2 2-4-16,8-5 0 15,7 2 7-15,6-3-2 0,4 0-2 16,2 0 1-16,0 0-1 16,-5 0 0-16,3 0 1 15,-3 0-1-15,-5-3 0 16,0 3 0-16,-4 0 0 16,-1-1-26-16,-5-2-41 0,-2-1-59 15</inkml:trace>
  <inkml:trace contextRef="#ctx0" brushRef="#br0" timeOffset="-162110.29">19831 15246 216 0,'0'0'9'0,"0"0"-2"0,0 0 23 15,0 0-14-15,0 0-8 16,0 0-9-16,0 0-1 0,0 0 0 16,2 37 1-16,5-2 3 15,1 8-2-15,2 1 1 16,2 3 0-16,1 0 0 15,1-5-2-15,1-3-52 16,1-9-76-16</inkml:trace>
  <inkml:trace contextRef="#ctx0" brushRef="#br0" timeOffset="-161845.61">20776 15438 86 0,'0'0'109'15,"0"0"-106"-15,2 48 1 16,-2-27-1-16,0-1-2 15,-2 3 1-15,-4-3-5 16,-2-1-27-16,0-3-16 0,-2-5 1 16</inkml:trace>
  <inkml:trace contextRef="#ctx0" brushRef="#br0" timeOffset="-161490.55">20643 15397 231 0,'0'0'3'16,"0"0"6"-16,47-36 4 16,-25 35-11-16,0 1-1 15,5 5 1-15,-2 11-1 0,0 5 2 16,2 4-1-16,0 2 1 16,-1-1-1-16,1 0 0 15,-1-5-1-15,0-1 0 16,-2-4-1-16,-1-5 0 15,-1-3 1-15,-1-3-1 0,-1-5 0 16,-5 0 2-16,0-1 1 16,-3-10 12-16,-4-4 22 15,-3-4-5-15,-3-3 0 16,0-5-3-16,-2-2-20 16,0-1-3-16,0 2 0 0,0 4-4 15,-2 1-2-15,2 6-1 16,0 7-7-16,0 4-49 15,0 1-4-15,4 4-85 16</inkml:trace>
  <inkml:trace contextRef="#ctx0" brushRef="#br0" timeOffset="-161133.74">21316 15480 276 0,'0'0'3'0,"42"2"-1"15,-19-2 1-15,1 0-3 16,-3-4 0-16,-3-4-4 16,-1-1 3-16,-6-2 2 15,-3-1 0-15,-4 0 1 16,-2 0 5-16,-2 0 6 0,0 2-8 16,-10 2-1-16,-1 5-3 15,-3 1-2-15,-3 2 2 16,1 0-4-16,0 11 4 15,2 1-1-15,0 5 0 16,5 0 0-16,3 1 1 16,2 0 2-16,2-2-1 0,2 1 0 15,0-2 2-15,6-2-3 16,5-2 1-16,6-1 2 16,3-1-1-16,1-6-6 15,5 0-22-15,2-3-22 0,1 0-43 16,-3-6-38-16</inkml:trace>
  <inkml:trace contextRef="#ctx0" brushRef="#br0" timeOffset="-160520.35">21672 15405 239 0,'0'0'17'0,"0"0"28"16,0 0-20-16,0 0-15 15,0 0-7-15,0 0-4 16,0 0 0-16,0 0 0 15,0 0 1-15,-14 31 0 16,12-15 0-16,2 1 1 0,0-2-1 16,0 0 1-16,0-4-1 15,5-1 1-15,4-3-2 16,-1-1 1-16,2-2 0 16,2-4-3-16,0 0-1 15,2 0 3-15,-1-5 1 0,-1-5 0 16,0-2 1-16,-3-2 0 15,-1 1-1-15,-4 0 1 16,1 2 2-16,-2 4 2 16,-3 1 1-16,0 5-2 15,2 1-3-15,-1 0-2 16,1 4-1-16,4 6 1 0,-1 1 1 16,4 1 0-16,0 1 1 15,2-1-1-15,0-3 0 16,-1 1 1-16,0-3-5 15,1-3-5-15,-2 0 2 16,-2-2-10-16,2-2 7 0,-1 0 8 16,-1-4 3-16,0-6 0 15,0-3-1-15,0-3 1 16,0-2-1-16,1-2 0 16,1 1 1-16,1 1 3 0,2 2 0 15,-1 2 4-15,-1 6-2 16,1 2 3-16,0 4-4 15,0 2-1-15,-1 0-3 16,3 5-2-16,-4 6 2 16,2 5-1-16,2 0 0 15,-2 1 0-15,-3 1 1 0,3-2-1 16,1-2 1-16,1-2-5 16,2-3-17-16,3-2-17 15,4-3-28-15,2-4-42 16</inkml:trace>
  <inkml:trace contextRef="#ctx0" brushRef="#br0" timeOffset="-160229.67">22381 15469 120 0,'0'0'33'0,"0"0"26"0,37-47-9 0,-33 36-13 0,-4 1-6 16,0 3-15-16,-5 4-14 0,-7 2-1 16,-4 1-1-16,-1 0 0 15,0 5 2-15,-1 2-2 16,4 3-10-16,3-3 15 15,3 3-4-15,5-3 0 16,-1 0 0-16,4 0-6 16,0-1-9-16,4-1 0 0,8-1 5 15,0-3 5-15,5 2 4 16,-2-2 1-16,0 1 0 16,1-1-1-16,1-1 1 15,-1 2-1-15,3-1 0 16,-3 1 0-16,4-2-5 0,1 0-22 15,-2 0-6-15,1-2-38 16,-2-6-63-16</inkml:trace>
  <inkml:trace contextRef="#ctx0" brushRef="#br0" timeOffset="-159994.89">22603 15111 58 0,'0'0'197'0,"0"0"-188"0,0 0 24 16,0 0-25-16,0 0-4 15,0 0-3-15,0 0-5 16,0 0 2-16,0 0 2 16,-8 29 3-16,8-3-1 15,1 7-1-15,6 4 1 0,-2 3-1 16,3 0 2-16,-1 2-24 15,0-2-86-15</inkml:trace>
  <inkml:trace contextRef="#ctx0" brushRef="#br0" timeOffset="-159553.52">21557 16193 134 0,'0'0'142'0,"0"0"-144"0,0 0 2 0,0 0-4 0,34 53 8 16,-26-30-4-16,-2 1 2 16,-1 0-3-16,-2-3-12 15,-3-1-12-15,0-3-27 16,0-6-19-16,0-5-20 16</inkml:trace>
  <inkml:trace contextRef="#ctx0" brushRef="#br0" timeOffset="-158963.69">21557 16217 72 0,'0'0'145'0,"0"0"-133"0,0 0 0 15,0 0-11-15,46-31-1 16,-28 44 0-16,3 1 1 16,4 6-1-16,-3-1 0 15,3 2 1-15,1-4 2 16,-1-1-2-16,-2-4 0 0,-1-2 0 15,-2-5-1-15,-2-4 0 16,-3-1 2-16,-2 0 0 16,-1-7 13-16,-5-5 17 15,-1-5 2-15,-2-4-6 16,0-2-2-16,-3-1-11 0,-1 0-6 16,0 4-8-16,0 0-5 15,0 9 0-15,0 4 4 16,0 4-12-16,0 3-23 15,5 4-13-15,2 9 13 16,3 1-2-16,5 2-26 16,1-2 32-16,5-1 24 0,1-5 8 15,1-2 11-15,1-3 22 16,-1-2 4-16,-1-1-5 16,-2 0-12-16,0 0-10 15,-4-4-4-15,-2-2 0 16,-4-1-2-16,-5-3-1 15,-2 2 8-15,-3 1-1 0,0-2-7 16,-6 2 3-16,-4 3-1 16,-3 2 0-16,-3 2-2 15,0 2-5-15,-2 9 1 16,1 3-1-16,3 4 1 0,3 0 0 16,2 0 0-16,6 0 0 15,3-3 0-15,0-1 0 16,7 0-3-16,8-2 3 15,4-5 4-15,1 0-1 0,7-1-15 16,3-6-18-16,2 0-29 16,0-10-82-16</inkml:trace>
  <inkml:trace contextRef="#ctx0" brushRef="#br0" timeOffset="-158735.85">22451 15929 333 0,'0'0'4'0,"0"0"-3"0,0 0-2 0,0 0-2 0,0 0 0 16,-4 38 2-16,2-13-2 16,-2 3 6-16,4 6-2 15,0 2 0-15,0-1 0 16,0-1 0-16,3-1-1 15,4-5-19-15,-2-5-41 0,1-7-38 16</inkml:trace>
  <inkml:trace contextRef="#ctx0" brushRef="#br0" timeOffset="-158073.23">22321 16158 297 0,'0'0'5'0,"0"0"-8"16,0 0 3-16,0 0-15 0,0 0 16 15,0 0-3-15,47-3-2 16,-24 0-3-16,6 0-1 16,2-1 5-16,0-1 0 15,1-3 2-15,-2 1 1 16,-1 1 1-16,-3-1-1 15,-6 2 1-15,-6 2-1 0,-5 0 2 16,-1 1 2-16,-6 2 13 16,-2 0 8-16,0 0-17 15,0 5-4-15,-7 5-4 16,2 3 1-16,0 2 0 16,3 0 0-16,1 3 0 0,1-3 0 15,0-3-1-15,7 1-2 16,7-5-5-16,0-1-7 15,5-4 6-15,-3-3 0 16,4 0 5-16,2-3 2 16,-4-7 2-16,2-1-1 0,-5 1 1 15,-1 1 0-15,-5 0 0 16,-2 3 2-16,-3 0 2 16,-4 5 8-16,0-1 0 15,0 2-2-15,0 0-11 16,0 0 1-16,0 2 0 0,0 3-2 15,0 1 0-15,5 1 1 16,4 0 0-16,2-2 2 16,2-2-1-16,2-2 0 15,2 2 0-15,2-3-1 16,-3 0 1-16,-2 0 0 0,0-5 1 16,-2-2 1-16,-6-2 2 15,2-2 1-15,-7 0 2 16,-1-2 8-16,0 0-8 15,-3 1 0-15,-8-1-2 16,2 2-6-16,-1 2 1 0,1 5-1 16,-1-2-17-16,5 5-42 15,-1-3-95-15</inkml:trace>
  <inkml:trace contextRef="#ctx0" brushRef="#br0" timeOffset="-157703.81">23187 16077 302 0,'0'0'4'0,"0"0"-2"16,0 0-7-16,0 0-8 0,0 0 7 16,0 0 8-16,-42 14 1 15,30-1-2-15,5 1 0 16,-1 2 0-16,5 1 0 15,3 0-1-15,0-3-1 0,0-3 2 16,9-3-4-16,2-3 3 16,4-5-2-16,0 0-5 15,2 0 4-15,-1-7 4 16,0-6 2-16,-3 0 1 16,-1-5 7-16,-4 0 1 15,-3-1-1-15,-3-1-1 0,-2 2-6 16,0-1 0-16,-5 6-1 15,-5 2-5-15,-4 7-6 16,0 2-12-16,0 2-8 16,0 0-4-16,3 3-33 15,2 0-43-15</inkml:trace>
  <inkml:trace contextRef="#ctx0" brushRef="#br0" timeOffset="-157338.16">23328 16048 282 0,'0'0'2'0,"0"0"8"15,51-11-5-15,-33 11-3 16,1 0-2-16,-4 0 1 16,-2 4-1-16,0 6 0 0,-2 2 0 15,-2 3-1-15,0 1-1 16,-4 1 1-16,-1-3 0 15,-2 1-14-15,-2-6-6 16,-2-4-12-16,-7-4 19 16,-7-1 18-16,-1 0-6 15,-2-10 0-15,1-1 3 0,3-1 3 16,2-3 18-16,4-1 2 16,6 0 0-16,3-2-8 15,0 1-10-15,5-3 3 16,8 2-8-16,7-1-2 15,-1-1-8-15,7 2-5 0,1 2-1 16,0-1-8-16,-1 4-37 16,-3-2-42-16</inkml:trace>
  <inkml:trace contextRef="#ctx0" brushRef="#br0" timeOffset="-157140.8">23655 15844 200 0,'0'0'29'15,"0"0"-17"-15,0 0 13 16,0 0 1-16,13 47-7 16,-11-27-7-16,0 2-3 0,2 1-4 15,-2 4-1-15,-1-1-3 16,3 1 1-16,0-3-1 16,3-1-1-16,0-4-8 15,0-3-17-15,1-6-32 0,2-7-83 16</inkml:trace>
  <inkml:trace contextRef="#ctx0" brushRef="#br0" timeOffset="-156840.95">23870 15890 315 0,'0'0'-7'16,"0"0"10"-16,0 0-1 15,0 0-2-15,0 0-8 0,0 0 1 16,0 0-2-16,0 0-10 16,-50-2 26-16,31 13-6 15,-3 2-1-15,4 3 0 16,-2 1 0-16,5 0 1 16,3 1 0-16,6-1-1 15,4 2 1-15,2-1-2 16,0-1 2-16,10 0 2 0,6-1 4 15,0-2-1-15,6-1-5 16,3-4-1-16,0-1-34 16,0-5-65-16</inkml:trace>
  <inkml:trace contextRef="#ctx0" brushRef="#br0" timeOffset="-156514.36">24073 15968 133 0,'0'0'14'0,"0"0"44"16,3-37-28-16,-3 29-12 16,-7 3-2-16,-2 1-11 15,0 2-5-15,-1 2 0 16,-1 0 1-16,3 0-1 16,-4 10 0-16,2 0 0 15,5 3 0-15,-1 1-1 0,4 4 1 16,2 1-4-16,0-1 5 15,6 2 2-15,2 0 0 16,4-1 1-16,-2-2 0 16,1-2 0-16,-6-1-3 15,1-3 0-15,-2-3 1 0,-3-2-2 16,-1-1 1-16,0-3 2 16,-8-1-3-16,-8-1-2 15,-1 0-18-15,-7 0-38 16,-1-7-74-16</inkml:trace>
  <inkml:trace contextRef="#ctx0" brushRef="#br0" timeOffset="-153081.46">16140 16223 116 0,'-1'0'10'0,"1"0"13"0,0 0-23 0,0 2-14 0,0-1 9 15,3-1 5-15,3 1-4 16,-1 1 3-16,-2-1 1 15,2 1 0-15,0-1 1 16,2 0-2-16,-1 1 0 16,1-1-11-16,2-1 0 0,0 1 7 15,1-1 2-15,2 0 3 16,2 0 0-16,4 0 2 16,2 0 4-16,2 0 4 15,0-1 1-15,3 0-4 16,2 1 0-16,0 0-3 0,-3 0-2 15,3 0-1-15,0 0 1 16,0 0-2-16,-2 0 0 16,6-3 1-16,-2 0-1 15,2 0 0-15,1-1 0 16,1 1 0-16,-2 0 0 0,0-2 0 16,1 1 0-16,1 1 0 15,-1-1 0-15,1 1 1 16,2-2-2-16,3 2 2 15,3-1-1-15,-1-1 0 16,4 0 0-16,-1 1-1 0,5-3 2 16,-4 1-1-16,4-1 0 15,0 3 0-15,-1-2 0 16,0 2-1-16,-1 0 1 16,-3 1 0-16,-4 0 0 15,-1 0 0-15,-4 3 1 0,-1-3-1 16,-2 3 0-16,1-2 2 15,3 1 9-15,-1 0 10 16,3-2-3-16,-1 3-10 16,2-2 0-16,-1 1-4 15,0 1 1-15,-3 0-4 0,1 0 1 16,-1 0-1-16,4 0-1 16,-4 0 0-16,4 0 0 15,-1 1 1-15,1-1-2 16,-1 0 2-16,3 0-1 15,0 0 0-15,2 0 4 0,3 0 5 16,2-2-1-16,0-1-1 16,4 2-4-16,-4-1-1 15,3 2-1-15,-4 0-1 16,3 0-1-16,-4 0 1 16,4-1-3-16,-1-2 2 0,2 1 1 15,-1-2 0-15,3 0 0 16,2 0 0-16,0 0 0 15,0-1 0-15,0 2 0 16,-2 0 0-16,-2-1 0 16,-2-1 0-16,-1 2-1 15,-3-1 1-15,2 0 0 0,-3 0 0 16,2 0 1-16,-2 0-1 16,-2 0 0-16,-1-1 1 15,-4 0-1-15,-6-1 0 16,-4 0 0-16,-2-2-1 15,-6-1 0-15,0 1 1 0,-3-4 0 16,1 0 1-16,0-3-1 16,0-1 0-16,1-3 0 15,3-1 0-15,-1-3 0 16,1-1 0-16,0-2 0 16,-3-2 0-16,-2 0 0 0,-2 2 2 15,-2 1 6-15,-5-1 10 16,-1 5 2-16,-1-2-8 15,-2 2-6-15,0 1-4 16,-1-3-1-16,-1 3-1 16,0-4 4-16,0 2-7 15,0-4 2-15,-3 2 0 0,-1-5 2 16,-2 2 3-16,0 0-3 16,0-1 0-16,0 4-1 15,1-2-1-15,-1 6 1 16,-1-1 1-16,-1 1-2 15,2 3-3-15,-4 2 4 0,2 0-2 16,-1 3 1-16,-1 0 0 16,1 2 1-16,-3 0-3 15,-2 2 1-15,-3 1-6 16,-1 1 8-16,-6 0-1 16,0 2-1-16,-3-1-2 0,1 4 5 15,0-2-1-15,-4 2 1 16,0 1-1-16,-2 0-23 15,-1 0 33-15,-3 0-8 16,-2 0-1-16,0 0 1 0,0 0-2 16,-5 0 0-16,3 0 1 15,-2 2-1-15,-5 1-1 16,2 2 2-16,-4-1-2 16,3-2 2-16,0 2-1 15,-1-3 0-15,2 1 1 16,1 1-2-16,-3 0 1 0,0-1 0 15,-4 1 1-15,1 1-2 16,0-2 1-16,0 1 0 16,0 1 0-16,-1-1 0 15,-1 1 0-15,-1 0 0 16,0 2 1-16,-3-2-1 0,-2 0 0 16,1 1 0-16,-1 0 0 15,0-2 0-15,-3 1 0 16,1 1 0-16,3-1 0 15,-7 2 0-15,5-1 0 16,-5 1 0-16,5 1 0 0,-4-1-2 16,0 2-2-16,3-1 4 15,0-2-1-15,2 2 2 16,-2-3-1-16,4 3 0 16,0-1 0-16,2 0 0 15,1 0 0-15,-3 0-1 0,0 1 3 16,-2-1-3-16,0 1 1 15,1-1 0-15,0 1 0 16,-1 0 1-16,0 0-1 16,3 0-1-16,0 0 3 15,1-1-3-15,5-1 1 0,2-1 1 16,5 1-1-16,3-3 0 16,1 2 2-16,3 2-2 15,-1-1 0-15,1 1 0 16,1 1 0-16,1 0 0 15,1 1-2-15,1 1 4 0,2-2-2 16,2 2 0-16,2-2 0 16,2 3 0-16,4-3 0 15,-1 3 0-15,4-1 0 16,-2 2 0-16,3-1 0 16,1 1 0-16,1 3 0 0,-1 2 0 15,1-1 0-15,1 1-3 16,1 3 3-16,-2-1 0 15,0 4 0-15,2 0 0 16,-3 3 0-16,3 3 0 16,0 0 0-16,1 2 0 15,0 3 0-15,3-1 0 0,1-2-1 16,4 0 1-16,2-2 0 16,0-2-2-16,2-2 1 15,10-1-1-15,6 1 3 16,6-3 5-16,10 0 1 15,9-4-3-15,5-1-2 0,11-2-1 16,9-2 1-16,5-2-4 16,1-6-48-16,2-4-102 15</inkml:trace>
  <inkml:trace contextRef="#ctx0" brushRef="#br0" timeOffset="-151693.93">15912 15581 100 0,'0'0'11'0,"-2"-3"4"0,1 3-7 16,-1 0-6-16,0 0-4 15,-1 0 3-15,-2 0 10 16,1 3-5-16,0 4-1 16,-3 4-3-16,1 1-2 15,-3 2 1-15,2 3 0 0,-1 3 0 16,0-1-1-16,1 1 1 16,-1-1-1-16,3 4 0 15,1-1 0-15,-1 0 0 16,2 0 2-16,0-1-2 15,3-2 0-15,0-3 0 0,0 0 1 16,0-2 0-16,7 0 2 16,1-1-1-16,-1 1 2 15,4-2 0-15,1-1-2 16,2 2 0-16,7-2 0 16,-2 0-1-16,2 0 0 0,2 0-1 15,4-3 1-15,0 2 0 16,0 0 0-16,2-3-1 15,-1-1 1-15,1 0-1 16,0-1 1-16,0 1-1 16,-2-2 0-16,2 1 0 15,2 0 0-15,-3 1-1 0,4-1 0 16,0-2 0-16,0 2 1 16,-1 0 0-16,2-2 1 15,1 2-1-15,2 0 1 16,0 1 0-16,3 0 1 15,2 1-1-15,0 0-1 0,-1-2-1 16,0 0-4-16,2-2-1 16,-2-2 5-16,0-1-4 15,3 0 11-15,0 0 2 16,8-6-2-16,-4 3-4 16,4-1 0-16,-4 1-2 0,3 1 0 15,-1 0 0-15,-3 1 1 16,2-1-1-16,1 1 2 15,2 0 9-15,-1-1-2 16,3-2-5-16,3 2-2 16,0-1-2-16,4 1 0 0,-2 0 0 15,0 2 0-15,-3-3-2 16,2 0-1-16,1-1 3 16,0 0 1-16,2-2 1 15,0-2 6-15,3 0-3 16,0 0-3-16,2 1 1 0,0 0-3 15,1-1 1-15,-4 0-4 16,2 3-4-16,3-2-7 16,-4 2 1-16,1-2 3 15,1-1-15-15,-4-2-39 16</inkml:trace>
  <inkml:trace contextRef="#ctx0" brushRef="#br0" timeOffset="-150349.69">16068 15549 20 0,'-2'-2'25'0,"-2"-1"6"0,1 2-4 0,0-1-8 15,-1 0-3-15,-2 0-5 0,3-1-3 16,-1 2-4-16,-1-1-2 16,2-2 0-16,2 4 6 15,-1-1 10-15,-1-1 1 16,3 1-4-16,0 1-4 15,0-1-11-15,0-1 5 0,5 2-4 16,1-4-2-16,5 4 1 16,4-3-1-16,0 0 0 15,7-1 1-15,1-2 0 16,3 1 0-16,5-2-8 16,4 1 11-16,5-3-2 15,6-1-1-15,-1-1 0 16,2 2-4-16,4-2-39 0,-1-2 7 15,-1 2 26-15,5-2 10 16,2 0 2-16,0-1 0 16,4 1 2-16,1-1 1 15,0 1-2-15,2 1-2 0,2-2 0 16,-2 2 0-16,2 1-1 16,1-2 0-16,3 1 0 15,1 1 1-15,-1-2-1 16,4 2 3-16,-1-2 2 15,2 3 7-15,-2 1-3 0,-3 0 0 16,-1 0 0-16,-1 1-1 16,1 2-1-16,1-1 0 15,2 0-3-15,1 0-1 16,2 1-2-16,1-1 0 16,0 0-1-16,-3 1 1 0,-2-2-2 15,-1 1 1-15,-1-2 0 16,2 2 0-16,-5-2 0 15,2 1 0-15,0 2 1 16,-1-1-2-16,-1 0 2 16,-3 3-1-16,0 1 0 0,-4 0-1 15,-2 0-2-15,-2 1-2 16,-3 0 5-16,-2 2-1 16,-1-1 1-16,-2-1 0 15,1 2 1-15,-2 0-2 16,-1 0 2-16,-2 0-1 15,-1 0 0-15,-3 3 0 0,0 3 0 16,-7-2 0-16,-3 0 0 16,-2 2 0-16,-2 1 0 15,-3 0 0-15,1-1 0 16,-6 4-1-16,0-2 1 0,-3 2 1 16,-1 3-2-16,0-3-1 15,-4 3 0-15,0-2 1 16,1 3 0-16,-2 0 2 15,-1 2 0-15,0-2 0 16,1 3 0-16,1 0 1 16,0 2-2-16,-1 1 0 0,1 0 1 15,2 4-2-15,0-1 2 16,-1 2-1-16,0-2 0 16,-1 4 0-16,0-2 2 15,-3 1-1-15,0-1 2 0,-1 1-2 16,-4 1-2-16,0 3 1 15,-7 1 1-15,-6 2-11 16,-8 5-35-16,-10-2-1 16</inkml:trace>
  <inkml:trace contextRef="#ctx0" brushRef="#br0" timeOffset="-140716.42">17765 16208 100 0,'-1'0'3'0,"0"0"7"0,1 0-6 0,0 0-4 15,0 0 2-15,-1 0-2 16,1 0 1-16,0-2 2 16,0 1 4-16,0-2-3 0,0 1-3 15,0 1-1-15,0-2 0 16,0 3-2-16,0-1 1 16,4 1-1-16,3-2 2 15,3 2 0-15,1-1 0 16,2 0 2-16,5 0-2 0,2 1 0 15,-2 0 1-15,2 0-1 16,-2 0 0-16,1 0 0 16,-2 2 0-16,-2 4 0 15,-4 1 0-15,1 0 0 16,0 4-1-16,1-1 1 0,-2 3 0 16,1 0 0-16,0 2 0 15,-3 2 0-15,2-1 0 16,0 4 0-16,-2 1 0 15,-2 0 1-15,-3 1-1 16,1 1 0-16,-5-1 1 0,0 0-1 16,0-1 1-16,-5 0 0 15,0-1 0-15,-1-2 0 16,-1 1 0-16,1-2-1 16,-3-1 1-16,2-2 0 15,1 0 0-15,1-4 1 16,-3-1-1-16,4-1 0 0,2-2 0 15,-1-2-1-15,3-1 0 16,-1-3-9-16,1 0-46 16</inkml:trace>
  <inkml:trace contextRef="#ctx0" brushRef="#br0" timeOffset="-139989.92">17939 16631 122 0,'0'0'6'0,"0"0"6"0,0 0-8 0,0 0-4 0,0 0-2 16,0 0 2-16,0 0 2 15,0 0-1-15,0 0 1 16,0 0 6-16,0 0 3 16,0 0-6-16,0 0-4 0,2-4-2 15,-1 4 0-15,1 0 1 16,0 0 0-16,0 1 0 16,2 2 0-16,-2 0 0 15,0 1 0-15,0 0 0 16,0 2 1-16,-1-2-1 0,0 3 0 15,2 0 0-15,0 0 1 16,-3 0-1-16,3-1 0 16,-1-1 1-16,2 0-1 15,0-2 0-15,-2 0 0 16,3-3 1-16,3 0 2 0,0 0 10 16,5-2 5-16,7-8-3 15,5-5-7-15,7-4-7 16,7-5 1-16,5-4-7 15,3-6-52-15,1-6-76 16</inkml:trace>
  <inkml:trace contextRef="#ctx0" brushRef="#br0" timeOffset="-138610.43">16839 17213 111 0,'0'-9'39'0,"0"0"15"0,0-3-26 0,0-2-17 16,0 0-5-16,0 0-5 15,-2 0 0-15,-2-1 0 16,0 4-1-16,0 1 1 0,-2 0 3 16,1 4 3-16,-4 1-2 15,3 3 0-15,-4 2-5 16,1 0-2-16,1 0 2 16,-3 4-2-16,0 5 4 15,4 3-2-15,-4 3 2 0,6 2-2 16,-3 2 0-16,7 2 0 15,-1 4 0-15,2-2 0 16,0 1 1-16,0-1 0 16,5-2-1-16,3-1 1 15,0-4 0-15,0-2-1 0,3-3 1 16,-1-1 0-16,1-4-1 16,0-2 0-16,2-2 0 15,0-2-1-15,-2 0 1 16,3-2-4-16,1-6-14 15,0-3-17-15,0-3-36 0,1-2-22 16</inkml:trace>
  <inkml:trace contextRef="#ctx0" brushRef="#br0" timeOffset="-138269.49">17000 17168 240 0,'0'0'8'0,"0"0"19"15,0 0-19-15,0 0-8 16,0 0-2-16,0 0-1 16,0 0 2-16,0 0 1 0,-7 49 1 15,7-29-1-15,0 2 0 16,1-1 1-16,7-3-1 16,-1-3 1-16,2-3-1 15,-1-3-1-15,2-6 1 16,1-2 0-16,0-1-2 0,-2-3 3 15,2-8 2-15,0-5-1 16,-4-1 0-16,-1-4 1 16,-3 2-3-16,-3-2 1 15,0-1-1-15,0 1 1 16,-7 4-2-16,-4 2 1 16,0 4-5-16,-2 7-1 0,-2 4-14 15,0 0-30-15,2 2-36 16</inkml:trace>
  <inkml:trace contextRef="#ctx0" brushRef="#br0" timeOffset="-137984.12">17151 17138 15 0,'0'0'145'0,"0"0"-121"0,0 0-20 0,0 0-5 15,0 0 2-15,0 0 1 0,0 0 0 16,26 52-1-16,-20-34 2 16,-1 0-1-16,1-1-2 15,-3-2 0-15,0-3 0 16,-1 1-20-16,-2-5-6 15,0-1-4-15,0-4-5 16,0-3-52-16</inkml:trace>
  <inkml:trace contextRef="#ctx0" brushRef="#br0" timeOffset="-137593.44">17210 17199 192 0,'0'0'9'15,"0"0"18"-15,0 0-10 0,31-44-12 16,-20 37-3-16,1 3-2 15,-4 2 0-15,2 2-1 16,1 0 0-16,-2 10-1 16,1 3 2-16,2 3 0 15,-3 1-1-15,-2 1-1 0,1 0 0 16,-4-1-3-16,-3-1-4 16,-1-2 1-16,0-4-4 15,0-1-2-15,0-4 3 16,0-4 3-16,0-1-6 15,0 0 9-15,0-11-8 0,0-1 5 16,0-4 9-16,4-4 7 16,3 0 8-16,-1 2 7 15,2 0 2-15,3 2 0 16,0 3-6-16,0 2-5 16,3 4-2-16,-1 4-7 0,1 2-4 15,0 1-2-15,0 1 0 16,-1 7 0-16,-1 5-1 15,-1 0-4-15,-5 2-15 16,1-1-14-16,-4-5-25 16,-1 0-37-16</inkml:trace>
  <inkml:trace contextRef="#ctx0" brushRef="#br0" timeOffset="-137136.99">17637 17087 244 0,'0'0'-7'0,"0"0"6"0,0 0 1 16,0 0-33-16,0 0 23 16,0 0 9-16,0 0 2 0,0 44 2 15,0-27-1-15,-2 0-2 16,0 0 1-16,0-1-1 15,1-2 1-15,0-2-1 16,-2-3 0-16,2-2-5 16,1-5-11-16,0-2 0 0,0 0 13 15,0-1 3-15,0-7-5 16,0-3 0-16,4-2 4 16,4-1 0-16,-1-1 1 15,4 2 1-15,2 0 2 16,0 1 5-16,1 3 7 0,-3 1 2 15,2 3-1-15,1 3-9 16,-1 2-5-16,-3 0 3 16,1 1-5-16,-3 9 2 15,0 2-2-15,0-1 0 16,-5 3-2-16,-2 0 1 0,0-2-5 16,-1 0-10-16,0-1-5 15,-4-2-7-15,-5 0-12 16,1-5-22-16</inkml:trace>
  <inkml:trace contextRef="#ctx0" brushRef="#br0" timeOffset="-136951.96">17738 17236 31 0,'0'0'38'0,"0"0"-6"0,2-41-8 15,7 24-4-15,4-2-8 16,2 4 2-16,0 0-5 16,1 2 2-16,2 5 0 15,-2 1-2-15,2 4-4 0,-5 3-4 16,1 0 0-16,-3 6-1 15,-1 5-8-15,-3 3-17 16,-3 2-10-16,-2 1 7 16,-2-3 3-16,0 0 4 15,0-5-55-15</inkml:trace>
  <inkml:trace contextRef="#ctx0" brushRef="#br0" timeOffset="-136568.44">18008 17084 212 0,'0'0'4'15,"0"0"23"-15,0 0-5 16,0 0-18-16,0 0-7 16,0 0 2-16,0 0 1 0,0 0 1 15,7 38-1-15,-1-25 1 16,-1-2-1-16,4-2 0 15,-4-1 1-15,3-4-2 16,1-2-2-16,1-2 0 16,2 0 1-16,0-3 1 0,-3-7-1 15,0 0-1 1,-1-1-1-16,-1-2 3 0,-2 2 1 16,-1 2 0-16,-4 2 13 15,2 3-4-15,-2 1 2 16,0 2 6-16,0 1-9 15,0 0-12-15,2 1-8 0,1 6 0 16,3 2 14-16,2 1-1 16,1 1 0-16,1-3-16 15,0-3-47-15,-1-5-80 16</inkml:trace>
  <inkml:trace contextRef="#ctx0" brushRef="#br0" timeOffset="-136169.7">18258 17080 64 0,'0'0'219'0,"0"0"-213"15,0 0-4-15,0 0-2 16,0 0 1-16,0 0-1 16,0 0 0-16,0 0 1 15,34 45-1-15,-28-32 0 16,-5-2-1-16,1-1-2 0,-1-2-6 15,-1 0-5-15,0-4-2 16,0-1 0-16,0-3 11 16,0 0 7-16,0 0 2 15,0-6-3-15,1-3 5 16,4-3-5-16,1-2 4 16,0-2 4-16,2 0-2 0,5 2-3 15,-5 0 0-15,3 3 0 16,2 4-3-16,0 2 0 15,1 5 0-15,-2 0-1 16,2 0 0-16,-2 3-1 0,-2 6 1 16,-2 2 0-16,0 0-1 15,-3 2-14-15,-1-3-12 16,0 0-22-16,-3-6-28 16</inkml:trace>
  <inkml:trace contextRef="#ctx0" brushRef="#br0" timeOffset="-135972.17">18571 17058 270 0,'0'0'8'0,"0"0"-8"0,0 0 2 16,0 0-3-16,0 0-2 15,0 0 3-15,0 0 0 16,0 0 1-16,5 43 0 15,-5-32-1-15,0 2 1 16,1-1-1-16,0-4-40 0,-1-4-64 16</inkml:trace>
  <inkml:trace contextRef="#ctx0" brushRef="#br0" timeOffset="-135800.24">18538 16949 115 0,'0'0'122'0,"-11"-38"-120"16,9 22 12-16,1 5-11 0,1 2-4 15,0 4-2-15,0 4-18 16,2 1-42-16,3 0-8 16</inkml:trace>
  <inkml:trace contextRef="#ctx0" brushRef="#br0" timeOffset="-135515.52">18765 16987 264 0,'0'0'-7'0,"0"0"7"0,0 0-4 15,0 0-15-15,10-37 16 16,-16 34 6-16,-4 3 7 15,-2 0 4-15,-2 5-4 16,4 6-6-16,-3 6-4 0,2 2 3 16,3 1-2-16,3 1 0 15,5-3 1-15,0 2-1 16,0-4 0-16,10-1 0 16,4 1-1-16,1-3-3 15,1-3-14-15,4-6-41 16,2-4-80-16</inkml:trace>
  <inkml:trace contextRef="#ctx0" brushRef="#br0" timeOffset="-135174.29">19059 17006 214 0,'0'0'27'15,"0"0"-24"-15,0 0 12 16,-48-7-10-16,32 9-5 15,0 7 1-15,1 1 1 16,2 4 1-16,6-4-1 0,-1 2 0 16,5-1-1-16,3-3-1 15,0 0 1-15,0-3-2 16,3-2 0-16,7-2-4 16,4-1-2-16,-1 0 0 15,2-5-3-15,1-3 4 16,1 1 3-16,-4 0 3 0,-1 4 2 15,-1 2 8-15,1 1 0 16,0 0-6-16,1 0 0 16,-2 6-2-16,3 1-1 15,-2 0-1-15,1-1 0 0,-3-2-10 16,-1-3-20-16,-2-1-87 16</inkml:trace>
  <inkml:trace contextRef="#ctx0" brushRef="#br0" timeOffset="-134918.67">19235 16740 221 0,'0'0'6'0,"0"0"17"15,0 0-18-15,0 0-5 16,0 0 1-16,0 0 4 15,20 50-2-15,-16-22 2 16,0 2-2-16,-2 1 0 16,0 2-3-16,0-2 2 15,-1-4-2-15,0-1 0 0,-1-6-21 16,0-5-30-16,0-5-28 16,0-4-47-16</inkml:trace>
  <inkml:trace contextRef="#ctx0" brushRef="#br0" timeOffset="-134660.44">19186 16949 262 0,'0'0'2'0,"0"0"-1"16,0 0 2-16,47-36-2 0,-29 29-1 15,4 0 1-15,-5 6 4 16,1 1-1-16,1 0-1 15,-1 7-3-15,-1 7 1 16,-3 3 0-16,-2 1 1 16,-2 0 0-16,-7 0-2 15,-1-4 0-15,-2 0 0 0,0-2 0 16,0-4 1-16,0-3-11 16,0-4-43-16,0-1-97 15</inkml:trace>
  <inkml:trace contextRef="#ctx0" brushRef="#br0" timeOffset="-134532.52">19435 16831 264 0,'0'0'-10'0,"0"0"7"16,0 0-19-16,0 0-96 15</inkml:trace>
  <inkml:trace contextRef="#ctx0" brushRef="#br0" timeOffset="-133906.86">19569 16963 120 0,'0'0'103'0,"0"0"-117"16,0 0 11-16,0 0-43 15,0 0 14-15,0 0 34 16,0 0 17-16,-35-30 25 16,24 33-10-16,-1 8-17 15,2 1-9-15,3 2-6 16,1 5 0-16,3-3-2 0,1-4 1 16,2 1-1-16,0-5 0 15,0-1-1-15,5-4 0 16,1 0 3-16,1-3-3 15,4 0 3-15,0 0-3 0,2-8 5 16,-1-3-1-16,1-4-3 16,1-1 0-16,-3 2 1 15,0-1-1-15,0 2 1 16,-4 3 9-16,-1 1 8 16,0 6-2-16,1-1-8 0,0 4-7 15,0 0-1-15,2 0-1 16,-3 6-1-16,1 2-1 15,-1 4 1-15,-4-1-2 16,0 3-2-16,-2-2-1 16,0 0-3-16,0-3-2 15,-5 1 1-15,-2-5-5 0,1-2-4 16,1-1 4-16,-1-2 7 16,4 0 10-16,2-4-2 15,0-8 2-15,5-1 7 16,6-3 1-16,2-2 11 15,4 3-5-15,1 1-1 0,1 4-2 16,0 4 1-16,1 4-2 16,-1 2-8-16,-4 6-2 15,1 7 0-15,-5 5-2 16,-1 2-7-16,-2 4-12 0,-6 0-12 16,-2-1-20-16,0 0-82 15</inkml:trace>
  <inkml:trace contextRef="#ctx0" brushRef="#br0" timeOffset="-131417.47">17749 16181 64 0,'7'-3'21'16,"-1"0"-4"-16,-1 1 1 0,1 1-9 0,-2 1-3 15,2 0-4-15,2 0 1 16,-3 0 4-16,3 0 3 0,2 0-2 16,1 0 0-16,2 0-2 15,1 0-3-15,1 4-2 16,1 1 0-16,-1 0-1 15,1 4 0-15,-3 2 0 16,1 3 0-16,-1 3 0 0,-4 1-1 16,1 2 4-16,-2 3-3 15,-2 1 1-15,1 3 0 16,-1-1 0-16,-2 4 1 16,0 1-1-16,-1-1 2 15,0-3 0-15,-1 0-1 0,-1-3 1 16,-1-3 2-16,0-2 0 15,0-3 3-15,0-1-2 16,-1-2-1-16,-3-1-1 16,0-1-2-16,-2-3-2 15,2 2 1-15,-2-1-1 0,-2-1 0 16,3-1-16-16,-4-1-56 16,0-5-13-16</inkml:trace>
  <inkml:trace contextRef="#ctx0" brushRef="#br0" timeOffset="-130940.46">17816 16583 126 0,'0'0'-6'0,"0"0"0"0,0 0 3 0,0 0-4 15,0 0 7-15,0 0 7 16,0 0 15-16,0 0 0 15,0 0-10-15,0 0-11 0,9-5-2 16,-8 5 1-16,2 6 1 16,1 1-1-16,1 3 3 15,4 1-2-15,0 1 0 16,2 2 0-16,1 0 0 16,0 0 0-16,0-2 0 0,1-2-1 15,-2-1 2-15,1-4 2 16,-3-1 1-16,2-1 8 15,1-3 2-15,2 0-3 16,3-4-3-16,4-6-4 16,1-6-3-16,4-4-2 15,5-4-6-15,2-3-56 0,-2-4-45 16</inkml:trace>
  <inkml:trace contextRef="#ctx0" brushRef="#br0" timeOffset="-130164.16">17709 16130 63 0,'0'0'3'0,"0"0"17"0,39 0-3 0,-25 0-3 16,2 0-5-16,2 0 2 16,4 0 0-16,-2 0-4 15,2 0-1-15,1 0-2 0,-4 4-3 16,1 2-1-16,-1 3 1 15,-2 0-1-15,0 5 3 16,2 2 2-16,-2 2 0 16,-1 5 0-16,1 0-2 15,-4 5-1-15,-1-1-1 0,-2 3-2 16,-5 0 2-16,-3 0-1 16,-2-1-1-16,0 1 1 15,0-3 1-15,0-1 0 16,-4-1-1-16,1-2 1 15,-5 1 1-15,1-1-1 0,-1-3-2 16,0-1 1-16,0-3-2 16,-1 0 1-16,-1-5-2 15,0 0 4-15,1-3-2 16,1-3 1-16,-2 0-4 16,1-3-20-16,2-2-52 15</inkml:trace>
  <inkml:trace contextRef="#ctx0" brushRef="#br0" timeOffset="-129944.26">17846 16548 74 0,'0'0'4'0,"0"0"8"0,0 0 5 16,0 0-11-16,45 33-5 15,-33-23 0-15,0 0-21 16</inkml:trace>
  <inkml:trace contextRef="#ctx0" brushRef="#br0" timeOffset="-129160.9">16911 16805 69 0,'0'0'69'0,"0"0"-49"0,0 0 11 0,0 0-17 16,0 0-9-16,0 0-1 15,0 0 1-15,0 0 0 16,-42-26-2-16,35 21 1 16,-1 1-2-16,-4 2-1 15,1-2-1-15,-3 3-1 0,-2 0 1 16,-2 1 0-16,-3 0 0 16,2 0 0-16,-6 5-2 15,-2 3 0-15,-1 3-1 16,-2 3-3-16,-2 1 5 15,0 4-1-15,0 2 2 0,-1 2 0 16,1 4 0-16,1 4 4 16,4 2 1-16,0 4 0 15,6 4 1-15,6 5-3 16,9 3 1-16,6 6-1 16,7 4 0-16,17 2-2 0,10 3-1 15,6 0 1-15,10-1 1 16,8-6-2-16,7-3-1 15,5-5 1-15,7-8 2 16,3-10-1-16,5-8 6 16,2-10 4-16,5-6-1 0,6-7 2 15,2-5-5-15,6-12-5 16,-1-8 0-16,1-6-14 16,-6-8-54-16,-10-8-134 15</inkml:trace>
  <inkml:trace contextRef="#ctx0" brushRef="#br0" timeOffset="-128103.61">16825 16835 90 0,'0'0'5'0,"0"0"4"0,0 0 14 0,0 0-3 0,0 0-8 15,0 0-6-15,0 0-6 0,0 0 1 16,0 0-1-16,0 0 0 16,0 0-1-16,29-20 1 15,-12 18-3-15,1 0-4 16,3 2 4-16,4 0 3 15,2 0 0-15,2-3 0 0,3 2 0 16,7-2 0-16,-1 0 3 16,3-2 2-16,3-1 5 15,2-1-3-15,2 1 2 16,0-1-3-16,2 0-2 16,2 1-1-16,0 1 0 15,1 0 0-15,1 1-2 0,1-2-1 16,2 3 0-16,3-1 0 15,-2-1 0-15,3 2-2 16,2-3-11-16,3-1-11 16,-2 0 19-16,3-3-2 15,0 0 5-15,0-3 2 0,-1 3 1 16,-3-1 7-16,-1-1 13 16,-6 1-2-16,1 4-8 15,-2 1-3-15,0 1-1 16,-2 2-3-16,1 0-1 15,-2 3-3-15,0 0 0 16,-1 0 0-16,0 0-1 0,-2 4 1 16,1 3 0-16,-1 3 1 15,0 2-1-15,2 3 0 16,-3 4-1-16,-2 1-1 16,-1 5-5-16,-4 2 3 0,-2 1 1 15,-3 2 3-15,2 0 1 16,-2 3-1-16,-1 0 2 15,2-1 0-15,2 1 0 16,-2-2-1-16,0-3 0 16,1 1-1-16,-3-4 0 0,-1 1 1 15,-6 0-1-15,-2-1 0 16,-6 4-4-16,-6-1-5 16,-4 0 4-16,-5 1 3 15,-4-1 3-15,-1-1-2 16,-3-3 3-16,-10 2 0 0,-4-3 4 15,-7 2 3-15,-6-3 2 16,-7 2-5-16,-8 0-1 16,-10-2-3-16,-8 0 6 15,-12-1-1-15,-11 0-1 16,-12 1-1-16,-10 0-2 16,-10 2-2-16,-12 1-1 0,-8 3-1 15,-7-1 1-15,-7 1 0 16,-6 0 0-16,-3 0-4 15,-4-2-10-15,1-3-24 16,1-4-66-16</inkml:trace>
  <inkml:trace contextRef="#ctx0" brushRef="#br0" timeOffset="-122187.43">20159 14979 72 0,'8'-6'40'0,"-1"-1"-31"0,4 2 14 15,-2 0-5-15,3 1-8 0,5 0-6 16,-1 4-3-16,6-2-1 16,2 2 1-16,2 0-1 15,-1 0 0-15,2 5 0 16,-6 3 0-16,0 2 0 16,-6 7-1-16,-2-1-1 0,-6 2-1 15,-3 8 2-15,-4 1 0 16,0 4-1-16,0 3 4 15,-9 5-2-15,-2 5 1 16,2 5 0-16,-2 8 0 16,-3 0 0-16,4 5-1 15,1 1 0-15,-1 0 1 0,4-3-2 16,2-3 2-16,4 0-1 16,0-3-3-16,0-5-7 15,10-4 2-15,4-7-1 16,-1-7 4-16,5-5 4 15,-1-6 1-15,2-6 0 0,-1-3 0 16,-3-4 3-16,-2-1 0 16,-1-2-3-16,-7-1 1 15,-1 3-2-15,-2 1 0 16,-2 4-4-16,-2 8 2 0,-9 4 5 16,-3 9 0-16,-5 9 4 15,-4 6 2-15,-2 7 3 16,-1 4-6-16,2 2 0 15,5 1 0-15,3-4 2 16,8-4 4-16,5-4-5 16,3-2 2-16,2-3-3 0,10 1 1 15,3 0-3-15,2 0-2 16,2 2 0-16,1-2 0 16,2-1-1-16,-2-2 2 15,-1 1-2-15,-2 0 0 16,-5 2 0-16,-7 5 0 0,-5 3 1 15,-6 7-1-15,-14 1 0 16,-9-2 0-16,-6 1 0 16,-5-5-4-16,-7-1-5 15,-5-4-4-15,-1-3-23 16,-6-7-30-16</inkml:trace>
  <inkml:trace contextRef="#ctx0" brushRef="#br0" timeOffset="-117396.34">20080 15015 122 0,'0'0'10'0,"0"0"30"0,0 0-1 0,0 0-16 0,-27-39-10 16,28 29-8-16,10 2-4 15,2-2 2-15,3 4-1 16,-1 0-1-16,3 1-4 0,-2 0 5 16,1 4-1-16,0 1-1 15,2 0 0-15,-1 0 2 16,0 2-2-16,2 7 0 15,-2-1 0-15,4 4 0 16,-4 3-2-16,0 3 2 0,2 6-2 16,-4 5 0-16,1 3 1 15,-2 6-1-15,-2 8-2 16,-4 5-4-16,-4 6 6 16,-3 2 5-16,-2 0-2 15,0-1-3-15,0-4 2 0,-1-4 1 16,0-5-1-16,1-2 1 15,0-2-1-15,0-1 2 16,9-3-1-16,3 0 1 16,6-4-1-16,-1-4-1 15,4-1 0-15,-3-5 1 0,4-3-1 16,-5-4-2-16,-1-3 2 16,-1-4 2-16,-4-1-1 15,-3-3-1-15,-4-1 1 16,-1 1-1-16,-3-1 0 15,0 3 0-15,-2 0 1 0,-3 5 1 16,-6 3-2-16,0 5 0 16,-2 5 1-16,0 4 0 15,-2 6-1-15,0 4 0 16,0 4 0-16,1 3 1 16,1 4-2-16,1 1 0 0,4 0 1 15,1 0 0-15,6-1 1 16,1-3 0-16,0 0 0 15,5-2 0-15,4 1-1 16,-2 3 2-16,-1 1-4 16,-1 4 4-16,-3 2-4 15,-2-1 2-15,-2-1 0 0,-10 3-1 16,-7 1 0-16,-7 0 1 16,-10 8 0-16,-8 6 1 15,-11 3-6-15,-12-1-68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07T06:21:17.5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10171 6328 42 0,'0'-3'24'0,"0"-1"-2"0,0 1-8 0,0-2-6 15,8-1-5-15,-1-1-1 16,3 3 2-16,4-2-1 16,-3 0 3-16,5-1 2 15,-1 1 1-15,2 1-3 16,4-1-3-16,-2 3 1 0,5 0-2 15,-4 2-2-15,2 1 0 16,-3 0-1-16,0 0-1 16,-1 4 3-16,-4 3-1 15,2 1 0-15,-1 1-1 16,0 1 1-16,-1 2 0 16,2 0 0-16,-3 1 0 0,1 2 1 15,-3 2-1-15,0-2-1 16,0 4 1-16,-2 0-2 15,-3 1 4-15,-1 0-1 16,-1 0 1-16,1 1 0 0,-4 1 1 16,1-3-2-16,-1 2 3 15,0-2-2-15,-1 0 1 16,0 1-2-16,0-1 1 16,0 2 2-16,-1 1-1 15,-3 4-1-15,-3 1-1 0,-2 4 0 16,-2 2 0-16,-2 1 0 15,1 1 7-15,-1 1-6 16,-2 1 0-16,2-2-1 16,0 2 1-16,3 1-2 15,-2-1 2-15,2 2-2 16,3-2 1-16,0 1 1 0,-2 0 0 16,4 2 1-16,-1 0-1 15,0 2 1-15,1 5-2 16,-3 3 1-16,4 3 1 15,2 2-1-15,-2-1-3 16,2 0 2-16,2-4-1 0,0-3 2 16,1-5-2-16,6-1 0 15,1-4 3-15,1-1 0 16,3-4 0-16,2-2-1 16,1-6 0-16,2-1 1 15,2-6 0-15,-1-4 0 0,3 0-1 16,-4-5 1-16,1-1 1 15,-2-1-1-15,-2-2-2 16,-3 3 0-16,-1-2-2 16,-2 0 1-16,-2 3-1 15,-4 0 0-15,-1 0 1 0,-1 3-3 16,0 3 3-16,-1 1 0 16,-5 4 0-16,-6 1 0 15,1 3-2-15,-2 2 2 16,-1 3 0-16,1 2 2 15,-3 4-4-15,3 0 4 16,-1 3-2-16,1 3 0 0,2 0 1 16,0 1-1-16,4 0 2 15,-1 4-2-15,2-2 0 16,4 1 0-16,-2 2 1 16,3-1-1-16,0 5 1 0,1 2-1 15,0 2 0-15,0 2 1 16,0-1-1-16,0 2 0 15,0-3 1-15,3 0-1 16,2-2 1-16,0 1-1 16,-2-2 1-16,3 1 0 0,0-2 2 15,1-1-3-15,0-2 1 16,0 2 1-16,0 0-2 16,1 3 1-16,2 5 1 15,-4 2-1-15,3 2 0 16,-3 6 1-16,4 0-2 0,-4 4 1 15,3 1 0-15,-3 1 1 16,2 1-1-16,-4 0 0 16,1-1 4-16,-1 1 4 15,-1-1-1-15,3-4 0 16,-2 0-5-16,2-3-1 0,2 1-1 16,-2-1 0-16,3 0 2 15,1 0-3-15,-2 0 0 16,1-1 1-16,-4 0 2 15,2-3-1-15,-5-1-1 16,-2-3 1-16,0-1-2 0,0-2 1 16,-4-3 0-16,-6-3-1 15,1-3 1-15,-1-3-2 16,-2-4 2-16,1 1 1 16,-3-5-2-16,-3 1 1 15,-2-4-1-15,0 1 1 0,-5-3 0 16,-3-3 0-16,1 0 1 15,-2-4 0-15,-2 1 2 16,-1-4-1-16,-3-2-2 16,1-2-1-16,-4-1 1 15,-1-2-3-15,-1-3-5 16,1 0-5-16,-2-6-25 0,-3-4-95 16</inkml:trace>
  <inkml:trace contextRef="#ctx0" brushRef="#br0" timeOffset="6740.88">9767 12862 142 0,'0'0'6'0,"0"0"22"0,0 0-1 0,0 0-9 15,0 0-14-15,0 0-3 16,0 0 1-16,0 0-2 16,0 0 0-16,0 0-1 0,0 0 1 15,0 0 7-15,14 53-3 16,-5-20-1-16,1 1-2 15,2-1 0-15,-3-2 0 16,-1-5 0-16,0-2 2 16,-3-4-2-16,1-6 1 15,-2-1-2-15,1-5 0 0,-1-5-20 16,-4-3-76-16</inkml:trace>
  <inkml:trace contextRef="#ctx0" brushRef="#br0" timeOffset="7361.16">9786 12846 139 0,'0'0'20'0,"0"0"14"16,0 0-18-16,0 0 2 15,0 0-7-15,0 0-5 16,-3-41-2-16,9 32-2 16,3-2 0-16,5 2-1 0,0 1-1 15,3 2 1-15,3 3 0 16,1 3-1-16,1 0 0 16,-3 13 0-16,0 5-2 15,-1 4 3-15,-9 2-1 16,-3 1 0-16,-6 1 0 0,0-2-2 15,0 0 1-15,-10-2 4 16,3-1-2-16,-3-3 0 16,0-2 0-16,3-2-1 15,3-7-2-15,-1 0 1 16,3-4-3-16,2-3-17 0,0 0-15 16,1 0 29-16,7-1 5 15,-1-5 1-15,5 0 3 16,0-2 1-16,1 2 5 15,3 1-5-15,-2 0-1 16,1 4-1-16,1 1 0 0,-3 0-1 16,-1 1 1-16,-4 8-1 15,-3 2 1-15,-5 2 3 16,0 1 0-16,0 2 5 16,-7 1-4-16,-2 0 5 15,-5-1-4-15,-1-1-1 16,-3 1 0-16,3-5-1 0,-1 1 0 15,1-5-1-15,3 0 1 16,3-5-1-16,2-1 2 16,5-1-5-16,2 0-7 15,0-10-21-15,0-2-48 16,7-5-74-16</inkml:trace>
  <inkml:trace contextRef="#ctx0" brushRef="#br0" timeOffset="7602.09">10192 12869 200 0,'0'0'21'0,"0"0"22"0,0 0-21 0,0 0-11 0,0 0-9 0,0 0 0 16,-2 41-2-16,2-21 0 15,2 2 1-15,3 1 0 16,4 0-1-16,-3-2-4 16,1 1-13-16,-3-5-20 15,-2-6-43-15,-2-7-85 0</inkml:trace>
  <inkml:trace contextRef="#ctx0" brushRef="#br0" timeOffset="7760.28">10140 12769 304 0,'0'0'1'15,"0"0"3"-15,0 0-3 16,0 0-2-16,0 0-22 16,0 0-70-16,0 0-72 15</inkml:trace>
  <inkml:trace contextRef="#ctx0" brushRef="#br0" timeOffset="8186.33">10344 12890 262 0,'0'0'5'0,"0"0"-7"15,0 0 3-15,0 0-1 16,0 0-1-16,0 0 0 15,36 21 1-15,-25-10 0 0,-2 1 0 16,0 0 0-16,-1 0 0 16,0-1 0-16,-2-1 0 15,-2-4 0-15,1 2 1 16,-3-5-1-16,0 1 0 16,-2-4-1-16,0 0 3 0,0 0 2 15,0-7-2-15,0-6-2 16,0-3 2-16,0-3-2 15,0-4 1-15,0 2 0 16,2 0-1-16,6 2 0 16,-1 2 0-16,3 2 1 0,-1 5-1 15,5 1 0-15,1 5-1 16,1 3 2-16,1 1-2 16,1 0 1-16,1 7-1 15,-2 4 1-15,-2 1-1 16,1 0-3-16,1 1-8 0,-6-2-15 15,3-2-29-15,-3-5-25 16</inkml:trace>
  <inkml:trace contextRef="#ctx0" brushRef="#br0" timeOffset="8599.35">10816 12715 171 0,'0'0'38'0,"0"0"-26"0,-5-37 14 0,-4 30-1 16,-1 3-16-16,0 2-7 0,-1 2-2 16,-1 3-2-16,2 11 1 15,3 2-2-15,-1 5 7 16,5 1-3-16,0-1-1 16,3-1 1-16,0-2 1 15,3-4-1-15,6-5-1 16,0-2-1-16,4-4 2 15,-2 0-2-15,0-3 1 0,1 0 1 16,-4-9 1-16,-1-2-1 16,-2-2-1-16,-1-5-1 15,-2 2-1-15,-1 0 2 16,-1-2-1-16,0 5 2 0,0 3 1 16,0 3 0-16,0 0 2 15,0 6 7-15,0 1-5 16,0 0-6-16,0 0-5 15,2 7 4-15,5 1 1 16,1 2 0-16,3 0-7 0,-1 2-10 16,0-3-15-16,1-3-22 15,1-3-30-15</inkml:trace>
  <inkml:trace contextRef="#ctx0" brushRef="#br0" timeOffset="8934.94">10974 12651 229 0,'0'0'5'16,"0"0"13"-16,0 0-2 15,7-40-6-15,-4 33-8 0,3 3-1 16,-1 4 0-16,3 0-3 16,0 0 0-16,2 6 2 15,-1 5 1-15,1 2 1 16,1 3-3-16,-3-1 0 15,-1-1-2-15,0-2-1 0,-3-1 0 16,-3-4 4-16,0 0 0 16,0-4 1-16,-1-3-1 15,0 0 7-15,0 0 11 16,0-7-4-16,-3-7-6 16,-1-3-5-16,2-3-1 0,-2-3-1 15,4 0-2-15,0 1 2 16,4 1-5-16,3 1-17 15,3 1-26-15,2 2-65 16</inkml:trace>
  <inkml:trace contextRef="#ctx0" brushRef="#br0" timeOffset="9527.32">11211 12461 215 0,'0'0'16'0,"0"0"-18"0,0 0 4 15,0 0-2-15,16 42 0 16,-11-33 1-16,3 2-1 16,-2-2 0-16,4-2-1 15,-1-3 1-15,-1-1 0 16,4-3 0-16,-3 0 0 0,2 0 4 16,-1-7-1-16,0-3 1 15,-1-2 1-15,-3-2 4 16,2-4 2-16,-6 1-3 15,0-3-4-15,-2 2-3 16,0 2 1-16,0-1-1 16,0 4 0-16,-4 3 1 0,-1 3 7 15,3 2 2-15,0 3-4 16,1 2-2-16,1 0-5 16,0 0-1-16,0 2-3 15,0 9 3-15,0 3 0 16,6 3 3-16,3 6-2 0,3-2 0 15,0 3 2-15,1 0-2 16,0 2 1-16,3 0-1 16,-1 3 0-16,-1 5 0 15,1 1 0-15,0 1 0 16,-2 3 0-16,1 1 1 0,-2-1-1 16,-1 0 0-16,-3-4 0 15,0 1 0-15,-5-4 1 16,-3-2-1-16,0-4 0 15,-1-5-3-15,-7-1 3 16,-4-6 1-16,-3-5 3 0,-3-3 6 16,2-5 2-16,-4-1-1 15,-2-5 2-15,4-9-1 16,-1-7-1-16,7-8-4 16,7-10-6-16,5-11-9 15,1-8-45-15,18-11-72 0</inkml:trace>
  <inkml:trace contextRef="#ctx0" brushRef="#br0" timeOffset="10344.71">20976 10055 178 0,'0'-3'0'0,"0"3"12"0,2 0-11 16,0 4-3-16,0 12 1 0,2 5 3 16,1 8 4-16,1 3 2 15,0 3-2-15,2 0-1 16,2-2 3-16,-3-1-3 15,1-3-2-15,0-5-2 16,0-1-1-16,-1-5 2 0,0-4-10 16,-3-4-39-16,-1-6-47 15</inkml:trace>
  <inkml:trace contextRef="#ctx0" brushRef="#br0" timeOffset="10835.98">21045 10085 186 0,'0'0'-4'15,"0"0"39"-15,0 0 5 16,0 0-19-16,0 0-13 0,0 0-6 16,0 0-2-16,0 0-2 15,20-23 2-15,-9 39 0 16,3 0 0-16,1 3 0 15,-1 4 2-15,1-1-2 16,-1 1 1-16,-1-3-1 0,1-3 0 16,-3-2 1-16,-1-5-1 15,1-4 0-15,-1-4 1 16,1-2 0-16,0 0-1 16,1-9 1-16,2-8-1 15,-1-5-1-15,-1-3-15 16,2-4-7-16,-4-1 9 0,1 3 9 15,-4 3 5-15,-1 4 2 16,-1 6 10-16,-3 5 7 16,2 3-5-16,0 6-9 15,-2 0-5-15,1 6-1 0,1 8 1 16,1 3 1-16,0 6 1 16,3 0-1-16,-2 1 0 15,3 0-1-15,1-1 1 16,-1-6-1-16,3 1 0 15,1-5-2-15,1-3-9 0,-1-4-17 16,0-6-18-16,-1 0-24 16,-2-2 13-16</inkml:trace>
  <inkml:trace contextRef="#ctx0" brushRef="#br0" timeOffset="11191.42">21520 10082 71 0,'0'0'38'0,"0"0"16"0,0 0 5 0,-6-36-10 15,5 34-25-15,1 2-20 16,0 2-6-16,0 8 2 16,0 3 0-16,4 4 0 15,-1 0 1-15,4-1-1 0,1-2 0 16,3 0 0-16,0-4 0 16,0-4 1-16,2-2-1 15,0-4 2-15,0 0-1 16,-1 0-1-16,-2-11 2 15,1-3-1-15,-4-2-1 0,-1-3 0 16,-2 2 1-16,-1 2-1 16,0 2 1-16,-1 7 0 15,0 1 2-15,-2 5 5 16,3 0-8-16,1 1-2 16,4 8 1-16,0 3 2 0,4 3-1 15,0 0 0-15,2-1 0 16,-1 1-1-16,2-4-11 15,-3-1-23-15,0-5-28 16,0-5-44-16</inkml:trace>
  <inkml:trace contextRef="#ctx0" brushRef="#br0" timeOffset="11469.73">21819 9690 240 0,'0'0'13'0,"0"0"20"0,0 0-18 0,0 0-12 0,0 0-4 16,0 0 1-16,0 0-1 0,0 52 1 16,4-19 2-16,2 3 0 15,2 3 0-15,0 0-1 16,1-4 0-16,0-1 0 15,-2-4-1-15,2-3 0 16,-3-2-6-16,1-7-18 0,-4-1-18 16,-1-7-38-16,-2-6-21 15</inkml:trace>
  <inkml:trace contextRef="#ctx0" brushRef="#br0" timeOffset="11682.93">21783 9980 51 0,'0'0'142'0,"0"0"-127"16,0 0 13-16,0 0-23 15,0 0-4-15,0 0 0 16,0 0-1-16,0 0 0 0,45-19 0 16,-35 19-4-16,0 0-9 15,-3 0-4-15,-1 0 3 16,-3 0-2-16,-1 0-9 15,-2 0-13-15,0 0-78 16</inkml:trace>
  <inkml:trace contextRef="#ctx0" brushRef="#br0" timeOffset="12131.53">22049 9622 265 0,'0'0'3'0,"0"0"5"0,0 0-9 0,0 0-2 15,0 0 3-15,7 44 2 16,-4-17 1-16,1 1 0 15,2 6-1-15,-2 0 0 16,3 0-1-16,-2-4 2 16,-1 0-2-16,3-5 0 0,-6 0-1 15,1-5 0 1,-2-2-4-16,0-2-18 0,0-3-29 16,-9-5-45-16</inkml:trace>
  <inkml:trace contextRef="#ctx0" brushRef="#br0" timeOffset="12410.07">21973 9892 243 0,'0'0'6'16,"0"0"13"-16,0 0-6 16,0 0-11-16,53-40-1 0,-28 33 0 15,4 1 0-15,-2 0-1 16,-2 2-1-16,0 3 1 15,-4 1 0-15,-6 0 0 16,-2 0 1-16,-5 1-2 16,0 8 1-16,-2 2 1 0,-2 0 2 15,-2 2-1-15,0 1 0 16,-1-1-1-16,1 0 2 16,0-2-3-16,2-1-3 15,-1-4-24-15,0 0-34 16,1-6-45-16</inkml:trace>
  <inkml:trace contextRef="#ctx0" brushRef="#br0" timeOffset="12552.33">22234 9707 217 0,'0'0'18'0,"0"0"11"0,0 0-21 16,0 0-9-16,0 0-51 15,0 0-41-15</inkml:trace>
  <inkml:trace contextRef="#ctx0" brushRef="#br0" timeOffset="12844.95">22449 9771 258 0,'0'0'0'0,"0"0"13"16,25-41 1-16,-21 30-8 16,-4 3-4-16,0 3 0 15,-2 2-2-15,-7 3-1 16,-5 0-1-16,1 5 1 16,0 8 4-16,1 6-2 0,3 2 1 15,2 0-2-15,5 4 1 16,2-3 0-16,0-2-1 15,9-3 2-15,5-4-2 16,6-2 1-16,2-4-12 0,6-4-21 16,2-3-17-16,0 0-52 15</inkml:trace>
  <inkml:trace contextRef="#ctx0" brushRef="#br0" timeOffset="13733.58">22934 9593 184 0,'0'0'0'0,"0"0"0"0,0 0-1 15,0 0-28-15,0 0 5 16,0 0 22-16,-49-12 10 0,36 24 14 16,-1 5 3-16,4 1-5 15,4 1-9-15,4 0-3 16,2-2 7-16,1-3-7 15,11-3-1-15,6-2 2 16,6-5-3-16,4-4-3 16,5 0-1-16,3-3-2 15,0-8-10-15,-2-9-54 0,-2 0-23 16</inkml:trace>
  <inkml:trace contextRef="#ctx0" brushRef="#br0" timeOffset="13968.98">23185 9221 216 0,'0'0'5'0,"0"0"11"15,0 0-8-15,-41-3-8 16,31 19 0-16,2 5 2 0,-2 5-1 16,1 1 0-16,3 7 0 15,2 0 1-15,2 3-1 16,2-4-1-16,0-1-1 15,5-2 1-15,5-6 0 16,2-1 0-16,5-6 0 0,1-4-40 16,1-3-15-16,0-4-26 15</inkml:trace>
  <inkml:trace contextRef="#ctx0" brushRef="#br0" timeOffset="14702.61">23328 9501 57 0,'0'0'47'15,"0"0"-9"-15,-14-37 28 16,2 33-25-16,-3 1-26 16,0 3-8-16,-2 3-7 15,0 8 4-15,1 3-3 0,3 1 1 16,1 2 0-16,4-2 1 16,5-2 0-16,3 2-1 15,0-6-4-15,2 1 2 16,7-3 4-16,1-4-3 15,0 0-1-15,2-3 0 16,0 0 0-16,0-6 1 0,0-4 0 16,-4 0 0-16,-1 1-1 15,-3 1-1-15,-1 1 2 16,-2 4-1-16,0 3 1 16,-1 0-3-16,0 0-3 15,2 6 3-15,-2 3 4 0,5-1-14 16,1 2-23-16,1-1-16 15,4-2 2-15,3-2 14 16,0-3 4-16,1-2 22 16,0 0 10-16,2 0 14 15,0-8 6-15,-2-1 4 0,-2-4 4 16,0-5 5-16,-3-1-13 16,-1-4-14-16,-1-1-3 15,-2-1-4-15,-4 0 1 16,-2 6 0-16,0 2 0 15,0 5-3-15,-8 5 2 0,-2 6-3 16,-3 1 0-16,-1 1 2 16,1 10 2-16,1 4 0 15,2 2 1-15,6 1 1 16,4 2-2-16,0-3 0 16,6-1 2-16,9 1 0 0,3-6 4 15,1-1 1-15,5-1 1 16,-3-2-3-16,0 0-4 15,-3 0-1-15,-5-1 0 16,-4 1-2-16,-7 1 1 16,-2-1-1-16,-1-1-4 15,-10 0 4-15,-2-2 4 0,-3 0-2 16,0-2 1-16,-2 0-1 16,5-2-2-16,4 0-13 15,3 0-13-15,6 0-10 16,0-9-7-16,8-3 16 15,6-1 20-15,4-5 4 0,4-3 2 16,2-5-15-16,-1-4-64 16</inkml:trace>
  <inkml:trace contextRef="#ctx0" brushRef="#br0" timeOffset="14914.88">23638 9331 85 0,'0'0'3'0,"0"0"4"0,0 0 0 0,-43 15-1 15,37-1 0-15,4-2 2 16,2 3 3-16,0 0 6 16,9 2 15-16,5 1 8 0,0 0-12 15,4-2-14-15,-2 1-4 16,2-1-6-16,-9-2-2 16,-2 0-1-16,-7 1 1 15,0 3-2-15,-19-1-13 16,-12-1-20-16,-11-4-102 0</inkml:trace>
  <inkml:trace contextRef="#ctx0" brushRef="#br0" timeOffset="21235.24">10109 13411 100 0,'20'0'-1'15,"1"-10"1"-15,6 0 2 0,4-1 0 0,3-1 4 0,7-4 15 16,9-2 3-16,3-2 2 15,8-4-1-15,11-4-7 16,6-1-9-16,6 0-4 16,4 0-3-16,1 1-2 0,-6 5 1 15,-5 3-10-15,-20 3-93 16</inkml:trace>
  <inkml:trace contextRef="#ctx0" brushRef="#br0" timeOffset="21946.3">1954 15134 214 0,'0'0'7'0,"0"0"8"0,0 0 3 0,0 0-3 16,0 0-1-16,0 0-9 15,0 0-11-15,0 0 0 16,-29 59 0-16,29-13 5 0,0 10 6 16,0 0-1-16,0 2-3 15,0-6 1-15,0-6 0 16,0-9-2-16,0-6-2 15,2-9-21-15,-2-8-19 16,0-10-34-16,0-4-25 0</inkml:trace>
  <inkml:trace contextRef="#ctx0" brushRef="#br0" timeOffset="22451.41">1913 15260 223 0,'0'0'-4'0,"-11"-40"14"15,11 22 5-15,0 4-7 16,1 1-5-16,9-1-1 16,4 3-1-16,-1 1-1 15,3 2 0-15,2 3 1 0,0 3-1 16,-1 2-1-16,0 3 1 16,0 11-1-16,-6 6 0 15,-2 7-2-15,-5 5 3 16,-4 4-4-16,0 4 2 15,-6 1 2-15,-5 0-8 0,-3-1 7 16,1-5 1-16,1-7-1 16,2-6 2-16,5-10-1 15,1-4 1-15,2-5-1 16,2-3-5-16,0 0-18 16,9-4 24-16,1-4-1 15,4-3 2-15,-1 0-1 0,3 1-1 16,-3 3 0-16,1 1 0 15,-1 4 1-15,-2 2-2 16,-1 0 2-16,-2 2-2 16,-1 8 2-16,-3 3-2 0,-4 1-1 15,0 3 2-15,-2 0-1 16,-9 2 1-16,-7-1 4 16,-1 2 2-16,-2-3 4 15,-4 0-5-15,1 0-5 16,4-4 4-16,-1-3-1 15,6-6-2-15,6-4 2 0,2 0-3 16,5-8-9-16,2-11-48 16</inkml:trace>
  <inkml:trace contextRef="#ctx0" brushRef="#br0" timeOffset="22685.97">2200 15364 275 0,'0'0'8'0,"0"0"-11"0,0 0 4 0,0 37-2 16,2-19 1-16,-2 2 0 16,0 0 0-16,0 3-1 15,2-5 1-15,-2 1 1 16,1-2 0-16,3-3-1 0,0-3-17 15,-2-6-41-15,0-5-47 16</inkml:trace>
  <inkml:trace contextRef="#ctx0" brushRef="#br0" timeOffset="22829.41">2130 15273 276 0,'0'0'-6'15,"0"0"11"-15,0 0-1 16,-20-37-7-16,20 34-36 0,7 2-74 16</inkml:trace>
  <inkml:trace contextRef="#ctx0" brushRef="#br0" timeOffset="23283.58">2300 15395 172 0,'0'0'16'0,"0"0"12"0,0 0-20 16,0 0-10-16,0 0 1 15,0 0 1-15,9 39 0 16,-7-21 0-16,2 2 1 15,-1-3-1-15,-3 0 0 16,0-3 2-16,0-3-1 0,0-2-1 16,0-2 2-16,0-3-1 15,0-1 0-15,0-3 2 16,0 0 3-16,0 0 3 16,0-10-8-16,0-4-1 15,0-6 0-15,5-3 1 0,2-2-1 16,3-1 0-16,4 2 0 15,-1 0-1-15,0 8 1 16,3 1 1-16,-1 5-1 16,0 4 1-16,2 6 0 15,-3 0 0-15,1 6-1 0,-3 8 0 16,-1 4 0-16,-1 4-2 16,-5 2 5-16,0 0-3 15,-1-1-12-15,-2-3-28 16,0-5-44-16</inkml:trace>
  <inkml:trace contextRef="#ctx0" brushRef="#br0" timeOffset="24011.03">2680 15387 174 0,'0'0'-7'0,"0"0"11"0,0-46-1 16,0 32-2-16,-2 3 2 15,-5 1 6-15,-1 1 12 16,0 5-1-16,-2 0-4 16,1 4-8-16,-1 0-6 15,1 2-2-15,-1 8-1 0,3 5 2 16,0 2-1-16,2 4 1 16,1-1 0-16,4 0 0 15,0 1-1-15,0-4 1 16,4-3 0-16,1-1-2 15,4-6 0-15,0-1 2 0,-2-5 0 16,3-1-1-16,-2 0 2 16,0-5 1-16,-1-7-2 15,-3-1 1-15,0-1-1 16,0-1 0-16,-2 0-1 16,0 3 1-16,-2 3-1 0,0 3 0 15,0 2 0-15,0 4 1 16,2 0-3-16,2 4-3 15,1 5 3-15,-1 2 1 16,6 2 2-16,-4 1-1 16,3-2 2-16,-2-4-2 15,4 1 0-15,-2-3 0 0,-2-2 0 16,6-3 0-16,-4-1 0 16,-2 0 0-16,1 0 1 15,0-3 0-15,-2-7 1 16,-2-2-1-16,1-3 0 15,-1-2-1-15,-2-3 1 0,2-4-1 16,4-1 0-16,-4 0 1 16,3 0-2-16,1 1 1 15,2 4 0-15,-3 6 0 0,1 1 1 16,1 3-1-16,-2 8-1 16,0 2 0-16,-1 0-1 15,1 12 0-15,-1 5 0 16,0 4 2-16,-2 2-3 15,0 1 6-15,1 0-3 16,1-4 0-16,-2 0 1 0,4-6 0 16,-1-5-1-16,5 1 0 15,0-6 1-15,1-4-1 16,3 0-3-16,-1-4-21 16,0-9-48-16,-2-6-14 15</inkml:trace>
  <inkml:trace contextRef="#ctx0" brushRef="#br0" timeOffset="24432.09">3082 15168 172 0,'0'0'47'0,"0"0"-11"0,0 0-37 0,0 0 4 0,0 0-3 16,-15 47 1-16,15-29-1 15,0 1 1-15,4-2-1 16,3-4 0-16,-1-4-1 15,4-1 1-15,-1-6 0 0,1-2 0 16,0 0 0-16,1-4 6 16,-2-6-4-16,2-4-1 15,-2-2 1-15,-3-2-1 16,3 0-1-16,-6-1 2 16,4 3 0-16,-5 1-2 15,0 3 0-15,0 4 1 0,-2 2 1 16,0 6 5-16,2 0 2 15,-2 10-14-15,0 9 2 16,0 6 1-16,0 8 4 16,0 4-1-16,0 3 1 15,0 2 0-15,0-2-3 0,0-2 2 16,-2-4-1-16,-6-1-1 16,-6-2-4-16,-2-1 4 15,-2-3 3-15,-4 0-2 16,2-4-6-16,-5-5-25 15,1-4-26-15,-1-8-25 0</inkml:trace>
  <inkml:trace contextRef="#ctx0" brushRef="#br0" timeOffset="24858.95">2134 15909 85 0,'0'0'2'0,"77"-12"0"0,-33 7 8 0,6 1-5 16,6 0 0-16,2 1-3 15,4-3 1-15,1 0 8 16,4-2 8-16,0-4-2 16,2-3 6-16,1 0-2 15,-3 0-5-15,-2-2-6 0,-1 2-6 16,-6 2-3-16,-6 0 0 15,-7 1 0-15,-4 4-1 16,-7 1 1-16,-7 1-2 16,-5 4 2-16,-8 0 0 0,0 1-1 15,-8-1-1-15,-4-2-60 16</inkml:trace>
  <inkml:trace contextRef="#ctx0" brushRef="#br0" timeOffset="25605.04">3530 15186 129 0,'0'0'32'0,"0"0"18"0,0 0-24 0,0 0-7 15,0 0 1-15,0 0-14 16,0 0-4-16,-36-24-7 16,27 32 1-16,0 6 5 15,2 4-1-15,-2 9 0 16,4 4 1-16,3 5-1 0,2 2 1 15,0-2 0-15,7-4 1 16,9-3-1-16,-1-8 0 16,5-7 0-16,1-4 0 15,1-10-1-15,2 0 1 16,-1-8-2-16,2-10-5 16,-6-5-12-16,1-5-2 0,1-5-6 15,-6-2 6-15,-1-3 9 16,-3-1-1-16,0-4-10 15,-4 0 0-15,-2-4 1 16,1 2-3-16,-6 0 5 16,0 2 7-16,0 3 2 0,0 8 12 15,0 8 12-15,-7 5 27 16,3 7 2-16,-3 8-1 16,2 4-12-16,1 0-19 15,2 11-9-15,0 12-2 16,2 7 0-16,0 8 1 0,0 9-1 15,0 1 3-15,0 5-3 16,4-1 1-16,3-2 1 16,2-2-2-16,2-4-3 15,-2-5-45-15,5-7-21 16</inkml:trace>
  <inkml:trace contextRef="#ctx0" brushRef="#br0" timeOffset="25974.54">3978 15304 204 0,'0'0'10'0,"14"-38"-5"0,-11 19 3 0,-3 2 2 0,0 3-4 15,0 2-2-15,-9 3-4 16,-1 3 0-16,-5 3-2 16,1 3 2-16,1 0 2 15,-1 7 1-15,3 5 0 0,0 4 1 16,4 2-4-16,3 2 0 15,0 0 1-15,4-3 0 16,0-1-1-16,0-3-1 16,6-4 0-16,3-2 2 15,2-4-1-15,2-3 0 16,1 0 0-16,1-3 3 0,-1-5 0 16,-3-5-6-16,1 1 6 15,-6 3-3-15,-1 1 1 16,-1 3 1-16,-2 3 6 15,0 2-1-15,-1 0-7 0,8 0-2 16,0 0 1-16,2 2-8 16,5-1-12-16,-1-1-24 15,1 0-31-15</inkml:trace>
  <inkml:trace contextRef="#ctx0" brushRef="#br0" timeOffset="26331.44">4207 15170 191 0,'0'0'5'16,"2"-42"21"-16,-2 22-12 16,0 3-10-16,0 3-3 0,-2 3 0 15,-6 7-2-15,0 3-6 16,-3 1 0-16,2 3-3 16,-4 10 7-16,4 4 7 15,0 0-4-15,0 6 1 16,8-2-1-16,1 0 2 15,0-1-1-15,1-1-2 0,10-2 1 16,0-4-2-16,2-2 6 16,1-4-4-16,1 0 0 15,-1-3 2-15,-1 1 1 16,1-2-2-16,-5-1-1 16,-3 1 2-16,-3 3-2 0,-2-2 0 15,-1 3-3-15,-1-2 2 16,-6 4 5-16,-2-2-3 15,-3 1 3-15,0-2-3 16,3-1-2-16,1-4-50 16,4-1-57-16</inkml:trace>
  <inkml:trace contextRef="#ctx0" brushRef="#br0" timeOffset="26715.01">4357 15177 139 0,'0'0'85'0,"0"0"-84"16,0 0 1-16,0 0 0 16,6-39-2-16,-10 37-3 15,-4-3-1-15,0 3 5 16,1 1 2-16,-1 1 0 0,-2 0-5 16,2 3 4-16,1 3-4 15,1 1 6-15,0 1-4 16,2 2 0-16,4-1 0 15,0-1 0-15,0 0-2 16,9-2 0-16,2 0 6 0,2-1-4 16,3-1 1-16,-1 0 1 15,2 2-1-15,-2-2 0 16,-1 0-1-16,-3 3 1 16,-2-3-1-16,-6 2 1 15,-1 0-1-15,-2 1 0 0,0 2 5 16,-10 2 3-16,-1 0-6 15,0 2 0-15,-3 0 0 16,3-3-2-16,3-2-22 16,2-6-37-16,4-2-18 15</inkml:trace>
  <inkml:trace contextRef="#ctx0" brushRef="#br0" timeOffset="26915.05">4488 15165 257 0,'0'0'32'0,"0"0"-12"0,0 0-17 16,0 0-4-16,0 0-1 15,0 0-5-15,0 0 6 16,7 36 1-16,-3-21 6 16,-2 2-6-16,1-3-8 15,4-2-11-15,-3-5-16 0,0-3-38 16,-1-4-46-16</inkml:trace>
  <inkml:trace contextRef="#ctx0" brushRef="#br0" timeOffset="27063.07">4493 15063 256 0,'0'0'41'15,"-23"-40"-31"-15,15 25 3 16,3 2-9-16,3 4-3 15,2 2-2-15,0-1-19 0,0 2-89 16</inkml:trace>
  <inkml:trace contextRef="#ctx0" brushRef="#br0" timeOffset="27738.96">4622 14570 243 0,'0'0'1'0,"0"0"-1"0,0 0 0 16,0 0-1-16,0 0-4 16,43 18-2-16,-36 15 2 15,1 10 5-15,1 9 2 16,-1 11-1-16,4 9 1 15,-5 5-1-15,2 0 1 0,-2 1-1 16,-3-3 0-16,-1-3 1 16,-1-8-2-16,0-3-2 15,-2-4 10-15,2-7-1 16,3-6 1-16,2-6 8 16,0-5-8-16,3-5-5 0,2-4-1 15,-1-2-2-15,-2-5-2 16,4-6 4-16,-2-6-2 15,-2-5 1-15,-2 0 1 16,0-9 1-16,-3-7 5 16,-2-5 2-16,-2-3-5 15,-2-3-4-15,-12-1-4 0,-3-1-20 16,-4-1-13-16,-4 2 5 16,4-2 7-16,-2 0 10 15,5 2 12-15,5-1-4 16,3 1-3-16,6-2-4 0,4 3 1 15,0-1 1-15,12-1 3 16,3 2 8-16,3 0 0 16,5 4 0-16,-3-2 1 15,4 4 7-15,-3 4 14 16,-4 5 7-16,-3 5-11 0,-1 7-11 16,-3 0-6-16,-2 9-1 15,-1 9-1-15,-3 1 5 16,0 2 5-16,1 0-1 15,0-2 2-15,0-1-4 16,1-4-2-16,1-2-2 0,1-2 0 16,-1-3-1-16,2-1 1 15,0-5-3-15,-3-1-26 16,2-3-63-16</inkml:trace>
  <inkml:trace contextRef="#ctx0" brushRef="#br0" timeOffset="27896.03">4924 14887 282 0,'0'0'2'0,"0"0"13"0,0 0-6 0,-31-43-7 16,31 42-2-16,0 1-3 16,0 0-48-16,0 5-59 15,0 4 43-15</inkml:trace>
  <inkml:trace contextRef="#ctx0" brushRef="#br0" timeOffset="28167">5095 14934 259 0,'0'0'8'0,"0"0"4"0,0 0 3 16,0 0-12-16,0 0-9 15,0 0 6-15,-48 42 1 16,35-14-1-16,1 1 1 16,4-1 0-16,5-1 0 15,3-3-1-15,0-3 3 0,5-4-4 16,4-5 1-16,6 0 1 16,1-5-2-16,4-5-6 15,-1-1-18-15,0-1-17 16,2 0-44-16,-2-8-49 15</inkml:trace>
  <inkml:trace contextRef="#ctx0" brushRef="#br0" timeOffset="28522.76">5231 15013 108 0,'0'0'4'16,"8"-50"20"-16,-2 30 19 0,0 3-13 16,0 7-14-16,-1 5-6 15,3 2-4-15,-1 3-5 16,0 4-1-16,2 10 0 15,-2 8 0-15,-1 3 0 16,-4 6 2-16,-2 1-3 16,0-4 2-16,-4-1-3 0,-7-3 2 15,-2-5 0-15,-1-4 2 16,1-5 3-16,-1-4-4 16,5-5 1-16,-1-1 0 15,4 0 5-15,0-9-4 16,4-4-1-16,2-4 0 0,0-3 0 15,4 1-2-15,7 0 1 16,1 4-2-16,1 1 2 16,1 6-1-16,0 3 0 15,5 5 1-15,-4 0 1 16,3 0-2-16,-2 7-2 0,0 1 0 16,0-3-20-16,-3-1-51 15,-3-4-36-15</inkml:trace>
  <inkml:trace contextRef="#ctx0" brushRef="#br0" timeOffset="28777.97">5514 14705 114 0,'0'0'12'0,"0"0"34"0,0 0-10 0,0 0-36 0,0 0 3 15,-7 40-4-15,7-12 4 16,0 6 2-16,0 0 3 16,7 2 1-16,0-1-5 15,2 1-1-15,-3-2-2 0,-1-3 0 16,-3 0 0-16,-2-4-1 16,0-2-4-16,0-6-14 15,-2-3-37-15,-7-9-24 16</inkml:trace>
  <inkml:trace contextRef="#ctx0" brushRef="#br0" timeOffset="28992.35">5441 14986 212 0,'0'0'20'16,"0"0"-16"-16,25-40-3 15,-6 30 1-15,3-1 1 0,-1 4-1 16,3 4 3-16,-2 3-4 15,1 1-1-15,-4 10 0 16,-2 5 1-16,-4 0-2 16,-4 5 1-16,-3-1-8 15,-3-1-17-15,-1-2-24 0,-2-5-2 16,0-6-22-16</inkml:trace>
  <inkml:trace contextRef="#ctx0" brushRef="#br0" timeOffset="29091">5684 14912 141 0,'0'0'4'16,"0"-47"-5"-16,0 29-5 16,0 2-17-16,0 6-43 15</inkml:trace>
  <inkml:trace contextRef="#ctx0" brushRef="#br0" timeOffset="29491.13">5795 14884 165 0,'0'0'41'16,"0"0"-16"-16,0 0-18 0,0 0 7 15,0 0 0-15,0 0-14 16,0 0-1-16,-19 28 3 16,11-14-2-16,2 4 1 15,-1 1-1-15,5 4 1 16,2-5-1-16,0 1 1 0,0 0-2 15,0-5-4-15,2-4-2 16,3-2-9-16,-1-2 1 16,0-5 4-16,2-1 9 15,-2 0 0-15,1-10 4 16,1-3 13-16,0-3 4 16,2-6-7-16,1 0-5 0,1-3-4 15,2 3-2-15,1 2-1 16,0 3 0-16,3 5 0 15,-1 5 0-15,0 7 1 16,-1 0-1-16,2 3-1 0,0 13 1 16,0 4 0-16,-5 5 1 15,-2 4-14-15,-9-1-45 16,0 3-55-16</inkml:trace>
  <inkml:trace contextRef="#ctx0" brushRef="#br0" timeOffset="30044.99">3382 15669 99 0,'0'0'37'0,"0"0"-16"0,0 0-13 0,0 0-8 0,0 0 1 16,0 0-1-16,42 10 0 16,-11-5 0-16,8-1 0 15,8 1 0-15,13 1 1 16,7-1-1-16,9-3 0 15,11 0 0-15,8-2-1 0,11 0 0 16,11-8-1-16,8-6 2 16,11-4 11-16,7-2 2 15,7-3-2-15,2 2-3 16,0-2-1-16,0 5-2 16,-5-1 0-16,-8 6-2 0,-10 2-2 15,-10 7 0-15,-17 4 0 16,-17 0-7-16,-17 0-88 15</inkml:trace>
  <inkml:trace contextRef="#ctx0" brushRef="#br0" timeOffset="32186.59">6287 15174 88 0,'0'1'12'0,"0"-1"0"0,-2 0-10 0,-4 1-1 16,3 1-2-16,-3-1 0 0,0 1-1 15,2-1 2-15,0-1 1 16,-1 0 0-16,3 0 2 16,2 0 5-16,0 0 4 15,0 0-9-15,0 0-7 16,9 0 6-16,3-3-3 0,5-4 3 16,4-3-2-16,4-1 0 15,3-3 7-15,6-5 5 16,4-5 2-16,6-1-2 15,4-4 0-15,7-2-1 16,4-3-5-16,3 0-4 0,5-2-1 16,2 1-1-16,2-1 1 15,-1 2-1-15,0-1 1 16,-2 2 0-16,-5 3 3 16,-5 3 6-16,-8 3-7 15,-8 6-3-15,-7 6 0 0,-7 5 0 16,-6 4 1-16,-11 3-6 15,-5 0-53-15,-6 3-46 16</inkml:trace>
  <inkml:trace contextRef="#ctx0" brushRef="#br0" timeOffset="34343.68">1971 15786 171 0,'-4'-3'1'0,"-2"-4"2"0,1-3 7 0,-2 5-5 15,1-2 0-15,1 2 0 16,1-1 6-16,-3 0-1 15,3 2-2-15,-4 3-1 16,0-1-5-16,1 0-1 16,-1 0-1-16,-4-2 1 15,1-2-1-15,-3-4 1 0,-1-1 0 16,-1-5 1-16,-4-2-1 16,2-3 1-16,-2-1-1 15,2-3-1-15,0-2 1 16,1-5-2-16,3-2 1 0,3-5 0 15,4-4-3-15,5-3 2 16,2-5 0-16,2 2-3 16,11-2-4-16,4 0-13 15,2-1-31-15,4 0 54 16,1 2-2-16,3 5 2 16,-3 0-3-16,1 6 2 0,2 2-1 15,0 3 1-15,2 5 1 16,0 2-2-16,4 3 0 15,3 1 0-15,4 5 0 16,3 4-7-16,3 3 7 16,0 5-5-16,2 1-1 0,2 4 3 15,4 1 0-15,4-1 2 16,4-1-1-16,5-2 1 16,7-5 0-16,9-2 1 15,2-5 0-15,4-2 0 16,5-2 0-16,4-1-1 15,3-1 1-15,1 4 0 0,4-1-1 16,3 4 1-16,3 1 0 16,0-2-1-16,1 1 3 15,6-2-1-15,-3-2 1 16,3-1 1-16,-2-4 16 0,-4 0-14 16,-3-2 5-16,-3 2-5 15,-6 1 2-15,-7 2-1 16,-3 3 1-16,-6 2-4 15,-5 2-1-15,-7 2-1 16,-4 1 1-16,-5 1-1 0,-5 0 0 16,-4 2-1-16,-4 0 1 15,-1 1 0-15,-6 0-1 16,-2 3 1-16,-3 1-1 16,-3 3 0-16,-5 0 1 15,-4 2-2-15,-4 9-3 16,-2 3-4-16,-1 3 2 0,-5 7 3 15,4 3 1-15,-4 6 1 16,-1 4-2-16,-1 5 0 16,1 8-1-16,-3 6 2 15,-2 8 3-15,2 8 0 16,-4 7 0-16,-1 8 1 0,-3 7 1 16,-3 4-3-16,0-1-3 15,0 0 1-15,0 0 1 16,-7-4-1-16,-4-7-1 15,-3-5 3-15,-3-6-1 16,-8-1 1-16,-2-4 2 0,-9-2-2 16,-7-2-5-16,-10-4-50 15</inkml:trace>
  <inkml:trace contextRef="#ctx0" brushRef="#br0" timeOffset="37489.06">7721 14529 28 0,'0'0'8'0,"0"0"-9"0,0 0-5 0,0 2-9 16,0 1 1-16</inkml:trace>
  <inkml:trace contextRef="#ctx0" brushRef="#br0" timeOffset="37819.57">7721 14529 54 0,'-26'26'27'0,"26"-28"-25"16,0 1-1-16,0-1-1 15,0 2 0-15,0-2 0 16,1 1 0-16,1 1 0 15,0-1 0-15,-2-1 1 16,2 2 5-16,-2-1 5 0,2 1-1 16,-2 0-6-16,2 0-1 15,-2 0-3-15,1 0-3 16,-1 1 2-16,1 5-1 16,-1 3 0-16,1 1 3 0,-1 2-1 15,0 1 1-15,3 2 1 16,-1 1 0-16,-2 0 0 15,0 4-1-15,0-3-7 16,0-1-32-16</inkml:trace>
  <inkml:trace contextRef="#ctx0" brushRef="#br0" timeOffset="40122.08">7184 14486 58 0,'-3'0'5'0,"-3"0"5"0,2 2-2 0,3-1-3 0,-3 0-4 15,2 0 0-15,2 1-1 16,0 0 0-16,0 0 0 0,0 1 0 15,0 0 0-15,0 2 0 16,4 0 2-16,1 1-1 16,5 1 0-16,4 0-1 15,1 0 2-15,6 1 0 16,2 1 1-16,3 0-3 16,1-2 2-16,3-3-1 0,2 2 0 15,-3-2 3-15,2-3 1 16,-4 2 0-16,-2-1 2 15,-4 1-4-15,-4 2 0 16,-3 2-1-16,-6 3-2 0,-6 9-3 16,-2 8 0-16,-4 7 7 15,-14 14 2-15,-8 10-2 16,-11 11 1-16,-4 6-40 16</inkml:trace>
  <inkml:trace contextRef="#ctx0" brushRef="#br0" timeOffset="41971.92">7709 14559 13 0,'0'-6'57'0,"0"0"-42"0,0 2 6 16,0 0-2-16,0-1 9 0,0 2 3 15,0 1-13-15,1-1-3 16,3 0-4-16,0 3-7 16,1 0-2-16,5 0-5 15,4 0 1-15,2 8 0 16,6 4 0-16,3 4 1 16,2 2-6-16,2 5 9 0,2 1-2 15,-3 2 3-15,-1-1-2 16,0-2 0-16,-2-2 0 15,-5-2 0-15,-5-3-1 16,0-6 1-16,-4-4-1 16,-1-3 2-16,-3 0 0 0,0-3 1 15,-3 0 1-15,-4-3 3 16,0-8 14-16,0-4-6 16,0-6-7-16,-4-3-3 15,-4-3-1-15,0-3-1 16,1-2-2-16,1-1-1 0,0 0 0 15,3 2 2-15,3 1-2 16,0 3-2-16,0 4-15 16,0 5-19-16,4 1-39 15,3 7-41-15</inkml:trace>
  <inkml:trace contextRef="#ctx0" brushRef="#br0" timeOffset="42763.67">8256 14577 8 0,'0'0'42'0,"0"0"-4"0,0-44-11 0,0 33 9 0,-6 2 11 15,1 3-20-15,-1 2-9 16,-1 4-13-16,0 0-4 16,0 4-3-16,3 8-3 15,-3 2 2-15,3 6 4 16,1 0-2-16,3 0 0 0,0-2 2 16,0 1-1-16,0-4 1 15,6-3-2-15,2-4 2 16,1-2 0-16,-1-5 1 15,4-1 0-15,1 0 1 16,-1-6-1-16,-3-5 0 0,0-3 0 16,2-1 1-16,-5-3-2 15,1-2 2-15,-5 2-2 16,1 1-1-16,-3 1 2 16,0 4-2-16,0 2 4 15,0 4 0-15,0 2 4 0,0 2-6 16,0 2-4-16,0 0-8 15,0 6 2-15,4 4 4 16,0 2 4-16,1 0 0 16,2 2 0-16,-1-1 0 15,3 0-1-15,1-3 1 0,-2 1 1 16,5-5-1-16,-1-2 1 16,3-3 1-16,-1-1 1 15,1 0-1-15,0-6 1 16,0-5-1-16,-2-3 1 15,1-1-1-15,-2-2-1 0,1-2 1 16,-3 2-1-16,-1-2-1 16,0 2 1-16,-6 2-2 15,1 1-3-15,-4 2 2 16,0 4 0-16,0 2 0 16,0 2 1-16,0 2 1 15,0 2 0-15,0 0-3 0,-4 0-2 16,4 10 0-16,0 2 1 15,0 2 1-15,0 0 2 16,4 1-2-16,2-1 2 16,3-2 1-16,0-2 1 15,1-1 2-15,2-2-1 0,2-3 0 16,-1-2-5-16,1-2-19 16,-1 0-44-16,-2-9-49 15</inkml:trace>
  <inkml:trace contextRef="#ctx0" brushRef="#br0" timeOffset="42919.63">8631 14307 279 0,'0'0'4'0,"0"0"6"0,-23-41-6 0,18 32-4 15,2 4-5-15,1 1-30 16,-2 2-35-16,2 2-63 15</inkml:trace>
  <inkml:trace contextRef="#ctx0" brushRef="#br0" timeOffset="43525.36">8694 14400 162 0,'0'0'3'0,"0"0"-7"16,0 0 3-16,0 0 2 15,0 0-1-15,39 32-2 16,-32-20 0-16,1 3 2 0,-2-1 0 16,2 1 1-16,-4-2 0 15,1 0-1-15,-1-2-5 16,0-3 10-16,-2-1 1 15,0-2-4-15,1-3 3 16,-3-2-2-16,0 0 7 0,0-5 13 16,0-6-9-16,0-4 1 15,0-1 16-15,2-2-29 16,1 0-1-16,1-1 2 16,3 5-2-16,-1 1-1 15,6 2 0-15,-3 2 0 16,2 5 0-16,1 1 0 0,0 3-1 15,0 0-3-15,1 0 2 16,0 0-2-16,-1 0 4 16,-1 0 0-16,2 0 1 15,-5 0-1-15,0 0 0 16,-3-1 0-16,-3-2 0 0,-1 0 0 16,-1 0 0-16,0 0-1 15,-4 3-8-15,-7 0 4 16,-2 0-2-16,-2 4 5 15,0 5-1-15,2 2-6 16,0 5 14-16,6-2-7 0,3 2 4 16,4 0-1-16,0-2 0 15,4-2-1-15,8-1 1 16,3-2-2-16,5-3 7 16,4-2-3-16,3-4 2 15,5 0-20-15,4-8-87 16</inkml:trace>
  <inkml:trace contextRef="#ctx0" brushRef="#br0" timeOffset="43781.14">9550 14127 201 0,'0'0'-3'0,"0"0"0"0,0 0 6 0,0 0-5 0,0 0-1 16,-27 53 1-16,23-28 1 16,2 0 2-16,2 2 1 15,0-1 0-15,0-6 1 16,4 1-2-16,1-5 2 16,2-3-4-16,-3-2-17 15,-4-4-19-15,1-1 6 0,-1-5-10 16</inkml:trace>
  <inkml:trace contextRef="#ctx0" brushRef="#br0" timeOffset="44252.2">9511 14283 46 0,'0'0'6'15,"-7"-57"31"-15,7 29-11 0,0 1 0 16,0 1 5-16,4 1-4 16,5 3-12-16,7 4-4 15,1 2-8-15,2 4-2 16,3 4 1-16,2 3-2 15,-3 3 0-15,3 2 0 0,-4 0-2 16,0 11 1-16,-4 2-1 16,-5 5-3-16,-5 1-7 15,-3 1 1-15,-3 3 2 16,0 0 4-16,-11-3 4 16,0-3 1-16,-3-3-4 0,3-3 5 15,0-3 2-15,4-3 0 16,5-4 4-16,0-1 3 15,2 0 10-15,2 0-12 16,7-4-4-16,5-4-3 16,1 1 0-16,1 0 0 0,1 2-1 15,-1 5-2-15,0 0 2 16,0 0 0-16,2 9-1 16,-5 2 0-16,-3 2-1 15,0 2 1-15,-9 3-3 16,-1 0-1-16,0-1 0 0,-11 0 3 15,-4 0 1-15,-3-2 1 16,-3-1 1-16,0-1 1 16,-1-4 2-16,4 1-2 15,-3-3 0-15,4-4-1 16,5-3-8-16,4 0-33 0,2-7-26 16</inkml:trace>
  <inkml:trace contextRef="#ctx0" brushRef="#br0" timeOffset="44726.83">10011 14130 153 0,'0'0'-6'0,"0"0"8"0,0 0 1 0,0 0 2 0,0 0-8 16,0 0 2-16,-49 10 5 15,31-2 4-15,3 2 5 16,1 3 0-16,3 4-5 16,1 0-5-16,4 3-1 15,1-2 0-15,4 2 0 16,1-3-1-16,0-3-1 0,10-5 4 16,2 1-1-16,3-7 4 15,4-3-1-15,3 0 2 16,-2-2-3-16,4-10 0 15,-1 0-2-15,-3-3 0 16,-3-3-1-16,-3 1 0 0,-4 2-1 16,-2-2 0-16,-6 1 2 15,-2 4 3-15,0 3 3 16,0 0 3-16,-2 4-3 16,-4 3-2-16,1 2-6 15,-3 0-3-15,2 9-1 0,4 4 0 16,0 1 2-16,2 1 1 15,0 2 0-15,0 0 0 16,7-2 1-16,4-1-2 16,0-3-16-16,0-2-21 15,5-6-39-15,-3-3-12 0</inkml:trace>
  <inkml:trace contextRef="#ctx0" brushRef="#br0" timeOffset="45462.91">10237 14127 262 0,'0'0'-4'0,"0"0"0"0,0 0 3 0,0 0 1 0,0 0 0 16,-3 48 0-16,3-35-6 16,5-3-2-16,4 0 3 15,2-5 3-15,3-2 1 0,1-3 1 16,1 0-7-16,3-1-14 15,0-9-7-15,1-3 5 16,-2-1 16-16,0-2 7 16,-3-1 1-16,-3 0 3 15,-3 3 14-15,-3 1-2 0,-2 5 0 16,-3 2 2-16,0 5-5 16,-1 1-7-16,0 1-16 15,-2 12 9-15,-6 5-4 16,1 5 5-16,-2 7 0 15,4 4 0-15,-1 2 0 0,2 2 1 16,3 1 0-16,-3-3 0 16,-2 1 0-16,0-3 0 15,2-4 0-15,-4-6-1 16,1-6 0-16,0-2 1 16,0-8-1-16,1-3 3 0,1-5-3 15,-3 0 7-15,5 0 4 16,-2-12 4-16,2-2-9 15,3-4 0-15,0-3-4 16,3-2 0-16,7-1-1 16,3-1 0-16,3 1 0 15,3-1 0-15,-1 1-1 16,-2-2 1-16,4 2-1 0,0-3 0 16,0 3-2-16,-2 0 3 15,-2 3-1-15,-3 1 0 16,-2 3-1-16,-3 2 1 15,-4 4-1-15,-4 1 0 0,0 4-2 16,-2 2-1-16,-6 3 0 16,0 1 2-16,1 0-1 15,-2 4 0-15,0 7-1 16,3 4 1-16,1 3 0 16,1 2 1-16,1 1 1 0,3-1-1 15,0-2 2-15,1-1-2 16,7-4 4-16,3-1-2 15,1-5 1-15,3-3 2 16,3-4 1-16,1 0-9 16,2-9-37-16,-1-8-46 0</inkml:trace>
  <inkml:trace contextRef="#ctx0" brushRef="#br0" timeOffset="45640.07">10663 13741 235 0,'0'0'2'0,"0"0"2"0,0 0-4 16,-40-1-5-16,34 18-15 0,0 6-7 16,0 4-29-16,4 3 8 15</inkml:trace>
  <inkml:trace contextRef="#ctx0" brushRef="#br0" timeOffset="45954">10872 14044 249 0,'0'0'1'15,"0"0"1"-15,0 0-1 0,0 0 0 16,22-37-4-16,-22 35-9 15,-7 0 9-15,-2 2 1 16,0 0 0-16,-1 6-1 16,0 5-1-16,1 5 2 15,-1 1 1-15,3 4 0 16,1 0-1-16,4-2 0 0,2-1 0 16,0-2-1-16,4-3 1 15,6-2 6-15,1-1 0 16,0-1 3-16,-1-2-1 15,-2 3-3-15,-5 0-1 16,-3 4-2-16,-7 0-15 0,-18 2-60 16</inkml:trace>
  <inkml:trace contextRef="#ctx0" brushRef="#br0" timeOffset="46572.83">6466 15263 139 0,'0'0'2'0,"0"0"4"0,0 0 4 15,0 0 8-15,0 0 2 16,0 0-16-16,0 0-8 0,0 0 7 15,48 21-1-15,-10-8-1 16,10 3 0-16,6 2 0 16,8 1 0-16,5-1-1 15,5-2 0-15,4 2-2 16,1-4 3-16,0-1 12 16,2 0-2-16,-4 0 0 0,-5-2-4 15,-3 3-2-15,-6-1-3 16,-6 1 0-16,-5-1 0 15,-6 3 0-15,-4-2 2 16,-6-3-27-16,-5-3-69 16</inkml:trace>
  <inkml:trace contextRef="#ctx0" brushRef="#br0" timeOffset="47085.04">7923 15395 269 0,'0'0'11'16,"0"0"-25"-16,0 0-40 15,0 0 32-15,2 51 15 0,-2-27 4 16,0 1 7-16,0 2-3 16,0-2 0-16,0 0-1 15,3-4 1-15,1-1 1 16,1-2-1-16,-1-5-2 15,-1-3-9-15,1-5-16 16,-4-3-2-16,0-2 6 0,0-2 21 16,0-9-4-16,-2-5 4 15,-3-2 1-15,1-5 1 16,-2 2 1-16,3-2 2 16,0-1 7-16,1 0 10 15,2 1 12-15,2 2-6 0,10-1-13 16,5 3-7-16,4 0-4 15,8 6-1-15,0 3-1 16,2 1-1-16,3 7-1 16,-5 2-1-16,-2 0 0 15,-4 11-4-15,-6 5-2 0,-6 3 5 16,-4 3 5-16,-5 0-1 16,-2 0 2-16,-8 4 1 15,-8-3 2-15,-7 1 0 16,-1-1-2-16,-5-1-2 15,0-1 5-15,2-1-4 0,2-3 0 16,3-4-2-16,6-3-27 16,0-7-80-16</inkml:trace>
  <inkml:trace contextRef="#ctx0" brushRef="#br0" timeOffset="47454.98">8272 15519 159 0,'0'0'-5'0,"0"0"4"0,41 1 2 0,-28-1 2 16,3 0 0-16,-3 0-1 16,0-7 1-16,-4-2 3 15,-1-2 5-15,2 0 2 16,-7-2 2-16,1 0-7 0,-4-1-4 15,0 1-3-15,-4 2-1 16,-5 2-6-16,-5 4-10 16,-1 3 13-16,-3 2 10 15,4 0 13-15,-1 9-7 16,4 2-8-16,3 1-1 16,2 2-2-16,3 0-1 0,3-1-1 15,0-2 0-15,3 0 1 16,9-1 0-16,1-4 2 15,7 0 1-15,3-2 1 16,3-3-18-16,3-1-36 16,0-1-44-16</inkml:trace>
  <inkml:trace contextRef="#ctx0" brushRef="#br0" timeOffset="47940.64">8665 15318 224 0,'0'0'19'15,"0"0"2"-15,0 0-23 16,0 0-4-16,0 0 3 16,-44-4-1-16,26 17 0 15,2 3 0-15,0 3 5 16,3 1-4-16,3 2 2 0,5-2-8 16,5-1 12-16,0-1-1 15,2-3-2-15,9-3 2 16,0-3-1-16,5 0 2 15,1-5-1-15,0-1 0 16,3-1 3-16,-1-2 0 0,2 0 5 16,0-3-5-16,2-5 1 15,0-3-2-15,1-3-2 16,-1-2 1-16,-4-2-2 16,2-1 3-16,-3-2-3 15,-2 0 1-15,-2 0-2 0,-2 2 1 16,-3 1 0-16,-5 3-1 15,-1 4 0-15,-3 4 0 16,0 3-1-16,0 4-2 16,0 0-1-16,0 5 2 15,-2 7-3-15,2 3 1 16,0 1 3-16,0 1-1 0,0 1 2 16,9-6 0-16,0 2 0 15,2-3 3-15,0-1-1 16,0 0 2-16,0-5-9 15,1-3-53-15,-3-2-26 16</inkml:trace>
  <inkml:trace contextRef="#ctx0" brushRef="#br0" timeOffset="48052.65">9044 15136 265 0,'0'0'0'0,"0"0"2"0,0 0-12 0,0 0-100 0</inkml:trace>
  <inkml:trace contextRef="#ctx0" brushRef="#br0" timeOffset="48593.94">9213 15201 163 0,'0'0'19'0,"0"0"16"16,0 0-21-16,0 0-14 15,0 0-15-15,0 0 7 16,-44-19 5-16,28 31 1 16,0 2 1-16,2 3 0 0,4-1-1 15,5 2 3-15,1 0 1 16,4-1 1-16,2-1-2 15,9-1 1-15,5-3 1 16,1-2 1-16,3 0-1 16,3-2 3-16,-1-1-2 0,-4 0-3 15,-3 2-1-15,-3 2 2 16,-8 2-2-16,-4 0-2 16,0-2 0-16,-4 2 3 15,-12-1 2-15,1-4 0 16,-1-4 0-16,-1-1 1 0,1-3-2 15,4 0 2-15,4-8 0 16,1-8 1-16,7-4 3 16,0-5-11-16,13-1-7 15,1-1-3-15,6 1 7 16,-1 5 6-16,2 4 2 16,-3 6 2-16,1 2 8 0,0 5 2 15,-1 4-10-15,-3 0-4 16,1 10-2-16,-3 1 2 15,-2 2 0-15,-1 3 0 16,-3-4 0-16,-1 1-5 0,0-3-13 16,-3-1-19-16,4-8-69 15</inkml:trace>
  <inkml:trace contextRef="#ctx0" brushRef="#br0" timeOffset="48742.62">9521 15155 326 0,'0'0'4'0,"0"0"0"0,0 0-4 0,-39-13-15 0,28 16-51 0,-1 4-13 16,1 3-23-16</inkml:trace>
  <inkml:trace contextRef="#ctx0" brushRef="#br0" timeOffset="49370.3">9508 15254 182 0,'0'0'44'16,"0"0"-32"-16,0 0-6 15,0 0-7-15,0 0 0 0,-20 35 0 16,13-18 0-16,1 0 2 15,2 1-1-15,2-1 0 16,2 0-1-16,0-2 2 16,1-1-2-16,6-2 2 15,0-2-1-15,3-3 1 0,2-4-12 16,-1-3 11-16,-1 0 3 16,3-5 0-16,0-7-2 15,-1-3 2-15,0-1 4 16,-1 0 2-16,1-2 2 0,-3-2-2 15,1 4-4-15,0-1-3 16,-3 5 2-16,1 3 1 16,2 2-1-16,-4 6-2 15,3 1-3-15,-3 0-2 16,4 0 0-16,-3 9 0 16,3 0 0-16,-3 2 2 0,0 4 0 15,-3-4 1-15,1 3-1 16,-3 0-4-16,-2-1-6 15,0-4 5-15,0-2-1 16,0-3 2-16,-2-4 5 16,0 0 4-16,-1 0 2 0,1-10 3 15,2-3 4-15,0-5-2 16,0-2-4-16,5-1-4 16,4 1-3-16,5 0 1 15,-1 3-1-15,3 4 1 16,3 5-1-16,-1 5 0 15,-2 3 0-15,4 0-2 0,0 7-1 16,-3 7 2-16,2 3 0 16,-1 2-25-16,-3 1-1 15,-1 3-12-15,1-7-19 16,0-2-35-16,4-7 83 0</inkml:trace>
  <inkml:trace contextRef="#ctx0" brushRef="#br0" timeOffset="49604">10326 15081 270 0,'0'0'10'0,"0"0"9"0,0 0-21 15,0 0-2-15,0 0 1 0,0 0 3 16,-7 56 0-16,7-34 0 15,0 1 1-15,3 0-1 16,6-2 0-16,-4-4-2 16,1-1-10-16,-2-2-7 15,-4-3-21-15,0-4-44 0</inkml:trace>
  <inkml:trace contextRef="#ctx0" brushRef="#br0" timeOffset="49988.86">10172 15182 176 0,'0'0'8'0,"0"0"34"15,0-44-26-15,12 33-9 16,2-1-4-16,5 2 4 16,3 2 0-16,0 2-2 15,7 4-1-15,-2 2-2 0,4 0-2 16,-1 5 0-16,1 5-1 15,-2 1 1-15,-4 2 1 16,-6 0 0-16,-1-2-4 16,-7-1-11-16,-4 0 11 15,-2-3 3-15,-5 0-2 0,0-4 1 16,0 0 2-16,-2-2 7 16,-5-1-5-16,-4 0 2 15,2 0 2-15,0-7-1 16,-2-5 2-16,4-4 0 15,-1-1 1-15,5-3 0 16,1-3-6-16,2-1-1 0,0-2-2 16,7 3-11-16,4 0-13 15,5 3-22-15,0 1-42 16,3 6-43-16</inkml:trace>
  <inkml:trace contextRef="#ctx0" brushRef="#br0" timeOffset="50472.32">10603 15068 88 0,'0'0'19'16,"0"0"-13"-16,0 0 9 0,0 0 3 15,0 0 1-15,0 0 8 16,0 0-5-16,45 33-7 16,-32-37-4-16,1-6-4 15,1-3-4-15,-1-2-1 16,1-1-1-16,-3-4 1 0,-1 2 0 15,-5-1-2-15,-3 2 2 16,-2 3-2-16,-1 4 2 16,-1 4-6-16,-6 5-3 15,-4 1-1-15,-5 5 6 16,1 10 0-16,-1 3 1 0,5 6-2 16,-1-1 4-16,6 1-2 15,4-1 1-15,2-2-2 16,4-5 1-16,8-2 4 15,5-4 2-15,2-4-1 16,5-3 1-16,2-3 0 0,3 0 0 16,3-7 3-16,1-5-3 15,1-2-2-15,-2-5-2 16,-1-1 0-16,-5-1 1 16,-4-1 0-16,-5 1-1 15,-7 3-1-15,-7 1 1 0,-3 7 3 16,-3 9 4-16,-12 1-9 15,-9 10 2-15,-5 11-5 16,-1 9-5-16,-5 2-5 16,1 0-16-16,-2-4-47 15,4-3-62-15</inkml:trace>
  <inkml:trace contextRef="#ctx0" brushRef="#br0" timeOffset="51225.76">6354 15429 70 0,'0'0'5'0,"0"0"15"0,-28-48-2 0,20 32-2 0,0-1 4 0,1 2-8 16,1 0-8-16,-1 1 1 15,4 4 1-15,-1 2 2 16,-1 1 1-16,3 1 3 16,0 3-3-16,2 2-2 15,0 1-6-15,0 0-13 0,6 10 5 16,7 5 3-16,8 5 1 16,4 6 2-16,6 8-1 15,7 4 1-15,7 4 1 16,8 4 1-16,6 6 1 0,7 3-2 15,7 0 1-15,6 3 1 16,4 2-2-16,4 0 1 16,5 1 0-16,4-3-1 15,2 3 2-15,-1-1 9 16,2-2-1-16,1-1-1 0,-4-2-4 16,-6-4 0-16,-3 0 0 15,-6-2 2-15,-4-4 3 16,-8-1 3-16,-10-7-4 15,-5-3-2-15,-6-7-2 16,-5-6-1-16,-5-6-1 16,-3-5 1-16,-1-6 0 0,-5-4-10 15,-5-7-61-15</inkml:trace>
  <inkml:trace contextRef="#ctx0" brushRef="#br0" timeOffset="53668.72">3123 16725 106 0,'0'-12'0'0,"0"1"1"0,2 0 0 0,0 1-2 0,1 2 1 16,-1 1 0-16,-2 0 2 15,0 4 11-15,0-1 22 16,0 4-12-16,0-1-15 0,0 1-1 15,0 0-10-15,0 0-10 16,0 1 4-16,4 6 9 16,-2 6 2-16,2 1 1 15,3 2-1-15,1 5 1 16,2 1 0-16,-1 3-2 16,3 1 1-16,-1 0 1 0,-1 0 3 15,2-4-10-15,-3 1-16 16,-3-7-12-16,-3-6-8 15</inkml:trace>
  <inkml:trace contextRef="#ctx0" brushRef="#br0" timeOffset="54558.02">3055 17037 87 0,'0'0'52'0,"0"0"-51"0,0 0-4 0,0 0 1 0,0 0 2 15,0 0 0-15,0 0 1 16,0 0 3-16,39 1 7 16,-26-1 4-16,5-1 1 15,0-5-6-15,6-2-1 16,1-2-4-16,0-1-1 0,-1 1-1 16,3-2-2-16,-2-1 1 15,-1 2-1-15,-4 0 0 16,0-1 2-16,-4 2-3 15,-5-1-19-15,-7-2-68 16</inkml:trace>
  <inkml:trace contextRef="#ctx0" brushRef="#br0" timeOffset="54856.36">2917 16722 183 0,'0'0'3'16,"0"0"-3"-16,0 0 2 15,0 0 1-15,56-39 2 16,-34 25 0-16,5 0-2 0,2 0-2 16,4 2 0-16,1-2-4 15,-1 3-45-15,-2-2-29 16</inkml:trace>
  <inkml:trace contextRef="#ctx0" brushRef="#br0" timeOffset="55711.35">3390 16729 196 0,'0'0'18'0,"0"0"-5"0,0 0 9 16,0 0-10-16,0 0-7 15,0 0-2-15,0 0-4 16,0 0-3-16,-15-7-5 16,20 8 7-16,-1 6-1 0,5 0 2 15,-2 3 0-15,2-1 0 16,-3 2 1-16,5-2 0 15,-1 0 1-15,-4 0-1 16,3-2 1-16,-3 0-2 16,2-2-2-16,-4-1 0 15,-1-1-2-15,1-1 3 0,-2 0-1 16,-2-2 2-16,0 0 2 16,0 0 6-16,0-2 1 15,0-6-7-15,0-2 1 16,0-3-1-16,0-2 0 15,0 0-1-15,0 1 0 0,0-3 1 16,2 4-1-16,2 1 2 16,1 0 2-16,0 2-1 15,2 3-1-15,1 3-2 16,1 0-2-16,3 2-1 16,-2 2 1-16,4 0 0 0,-3 6-1 15,0 1 0-15,3 4-2 16,-3-1 4-16,-2 0 0 15,2 2 0-15,-4-1 0 16,1-1 0-16,-3-1 1 0,-1 0-1 16,1-2 1-16,-4-2 0 15,3-1 0-15,-4-2 1 16,0-1-1-16,0-1 2 16,0 0 12-16,0-4 11 15,0-5-20-15,0-4-2 16,0-4-1-16,0-1-6 0,0-2-1 15,4-1 2-15,-2-1 0 16,5 2 3-16,-1-1 0 16,2 4 0-16,0 3 0 15,1 4 0-15,1 3 0 16,0 4-1-16,1 3-5 0,1 0 2 16,-1 10-2-16,0 3 2 15,-1 4 2-15,0 1 1 16,-1 0 0-16,0-1 1 15,2 1 0-15,-2-1 1 16,5-1 0-16,-3-2-14 0,2-4-33 16,-1-5-30-16</inkml:trace>
  <inkml:trace contextRef="#ctx0" brushRef="#br0" timeOffset="56174.98">4036 16520 251 0,'0'0'-7'0,"0"0"18"0,-15-36 0 0,4 31-9 15,0 3-8-15,0 2-8 0,-3 3-5 16,-1 10 4-16,3 3 13 16,-3 2 2-16,5 5 0 15,2-1-1-15,3-2 2 16,5 1-1-16,0-3-1 15,0-3-1-15,4-2 1 16,8-4-1-16,-1-5 2 0,4-3 6 16,0-1-3-16,0-1 1 15,1-9 0-15,-1-3-1 16,3-5-1-16,-5-1 1 16,-1-3-3-16,-5-1 1 15,1-1 1-15,-4 0-1 0,-4 2 1 16,0 5 0-16,0 2 4 15,0 2 14-15,0 8-3 16,-4 1-4-16,2 4-11 16,0 0-2-16,2 3-4 0,0 7 3 15,0 4-3-15,0 0 1 16,0 3 2-16,8 0 0 16,0-2 2-16,2 0-1 15,4 0 2-15,2-4-14 16,2-1-33-16,-1-3-35 0,2-7-16 15</inkml:trace>
  <inkml:trace contextRef="#ctx0" brushRef="#br0" timeOffset="56785.25">4392 16372 126 0,'0'0'63'0,"0"0"-8"0,0 0-24 0,-22-38-21 16,4 38-10-16,2 0 0 15,-4 7-2-15,0 9-6 16,-2 2 10-16,4 4-11 16,3 0 13-16,6 2-5 0,-1-1 1 15,8-3-1-15,2-4 0 16,0-4-7-16,6-4-10 16,6-6 2-16,3-2 13 15,1-2 4-15,2-11-2 16,0-4 1-16,-1-2 1 0,-1-5 0 15,-3 1 0-15,2-1 1 16,-5 2 1-16,0-1 0 16,-4 4 0-16,-1 3-3 15,-1 1 1-15,-4 6-1 16,0 4 1-16,0 2 7 0,0 3-2 16,0 0-8-16,0 10 3 15,0 7-3-15,0 0 0 16,0 10 2-16,0 0 0 15,0 7 0-15,2-4 0 16,5 6-1-16,2 0 0 0,0 1 1 16,2 2 0-16,0-3 1 15,0 2-1-15,-4 1 0 16,0-2 1-16,0-2-13 16,-5-2 14-16,-2-6-1 15,0-3-1-15,0-7-6 16,-8-5 9-16,0-8-6 0,-1-1 14 15,-7-3 2-15,3-4-2 16,-5-9 0-16,3-5 1 16,-3-4-5-16,2-3-1 15,2-4-1-15,3-1-3 0,5-1 1 16,2-2-3-16,4 1 0 16,0-1-6-16,8 2-6 15,8-1-15-15,4 4-18 16,0 1-53-16</inkml:trace>
  <inkml:trace contextRef="#ctx0" brushRef="#br0" timeOffset="57205.4">4589 16449 110 0,'0'0'1'0,"0"0"-1"0,0 0 1 0,0 0 1 0,0 0 3 15,0 0-3-15,0 0 1 16,24-37 5-16,-22 24 9 16,1-2 7-16,-1 3-1 15,-2-5-8-15,0 2-8 16,0 0-4-16,0 1-2 15,0 3 1-15,-5 2-2 0,-1 2 2 16,0 3-1-16,-4 3-4 16,2 1 5-16,1 1-3 15,-3 10 2-15,1 4-3 16,1 6 0-16,2 3 2 16,3 0-1-16,1 2 1 15,2-2 0-15,0-3 0 0,2-2 0 16,7-4 0-16,4-1 1 15,3-4 0-15,1-5 1 16,6-4 1-16,2-1-26 16,2-3-49-16</inkml:trace>
  <inkml:trace contextRef="#ctx0" brushRef="#br0" timeOffset="57574.91">4937 16261 40 0,'0'0'93'16,"0"0"-79"-16,0 0 14 16,-28-43-21-16,14 37-10 15,-1 3-2-15,-4 3-4 16,1 0-5-16,1 0 9 0,-3 8 6 16,4-2-2-16,0 4 0 15,1 0 2-15,3-1-2 16,2 5 1-16,3-3-1 15,3 5-1-15,1-2 1 16,3 1 0-16,0 0 0 0,9 0 1 16,2 0 1-16,1-2 0 15,3 0 2-15,1 1 0 16,-1 1 1-16,1-3-1 16,-3 1 0-16,0 0-2 15,-3 0 0-15,-4 0 0 0,-3-2 1 16,-1-1-2-1,-2 1 0-15,0-2 3 0,-5 1 0 16,-3-4-5-16,-2-3-41 16</inkml:trace>
  <inkml:trace contextRef="#ctx0" brushRef="#br0" timeOffset="57782.36">4803 16310 250 0,'0'0'7'16,"0"0"4"-16,0 0-9 15,0 0-13-15,0 0-9 16,0 0 9-16,0 45 11 16,0-16-2-16,0 6 0 15,-2 1-33-15,-6-1-20 0,-2-6-57 16</inkml:trace>
  <inkml:trace contextRef="#ctx0" brushRef="#br0" timeOffset="58372.14">3132 16407 45 0,'94'-38'43'0,"6"-4"-32"0,6-4 16 0,3-2 6 0,3-1-9 0,6 1-9 15,-2 1-7-15,0 4-3 16,-1 3-3-16,-5 6 0 15,-4 4 0-15,-8 3-1 16,-11 6 0-16,-9 2-1 0,-10 5 2 16,-13 4-1-16,-11 3-1 15,-9 4 1-15,-13 3-1 16,-13 0-32-16,-9 6-65 16</inkml:trace>
  <inkml:trace contextRef="#ctx0" brushRef="#br0" timeOffset="59390.41">2463 16412 115 0,'0'0'2'0,"0"0"7"0,0 0 2 0,0 0-2 15,0 0-5-15,0 0-2 0,0 0-1 16,0 0 1-16,0 0-2 16,-2 40 3-16,4-13 0 15,5 5-4-15,4 7 1 16,2 3 0-16,4 6 0 15,2 3 1-15,4 7 0 0,1 1 0 16,1 5-1-16,1 0 0 16,-1-1 2-16,2-1-1 15,2-4 0-15,-2-4 2 16,0-4-1-16,0-3 0 16,0-4-1-16,-3-5-1 0,0-3 0 15,1-3 2-15,0-5 0 16,-2-3-1-16,0-3 1 15,2 0-6-15,0-6 2 16,0-3-13-16,2-3 14 16,4-8-5-16,0-1 4 15,3-3 2-15,3-12 1 0,1-6 1 16,2-4 3-16,5-5 1 16,0-4 3-16,2-1 2 15,2-5-5-15,7 1 3 16,0 0-1-16,4-1-3 15,5 3-3-15,2-1 3 0,7 4 1 16,1 0-2-16,4 1-1 16,3 1-1-16,4 3-1 15,3-2-1-15,-2 2 1 16,-2 3-1-16,0 3 1 16,-2 3-1-16,-5 3 1 0,-4 1-2 15,-5 5 1-15,-4 1 1 16,-5 0-2-16,-6 1 1 15,-7 1 1-15,-7 1 1 16,-8 2 5-16,-5-1 1 0,-3 1 1 16,-9-1-4-16,-1 1 1 15,-5-4 0-15,-3 1 0 16,-3-4 0-16,-1 0 2 16,-2-5-2-16,0-2 1 15,-4-2-3-15,-3-3-1 16,-2-5 0-16,-3-3-2 0,1-4-1 15,-2-5 3-15,-2-5-3 16,-1-3 1-16,0-4 0 16,-4-1 0-16,-2-3 0 15,-3-1-1-15,-2 2-1 16,-4 0 2-16,-2 6-2 0,-3 3-7 16,-5 5-19-16,-3 2-82 15</inkml:trace>
  <inkml:trace contextRef="#ctx0" brushRef="#br0" timeOffset="61639.08">11050 13853 54 0,'3'-6'13'0,"1"2"-8"0,0-2 0 0,1 2 0 16,4-2 1-16,-3 3 5 16,3-1-1-16,1 0-3 15,-2 1 0-15,3 0-4 16,1 2-1-16,-1 1-1 16,2 0 0-16,-1 0-1 15,-1 0 0-15,3 4 0 0,-3 4-1 16,1 1 0-16,0 4 0 15,-3-2 0-15,-1 5 0 16,2 1 0-16,-5 1 0 16,1 1 1-16,-4 3-1 15,-2-2-1-15,0 3-2 0,0 1 3 16,-2-1 2-16,-5 2 2 16,0 1-3-16,-1 1 2 15,3 2-2-15,-3 2 2 16,3 1-2-16,-1 2 1 15,3 1 0-15,2-1 0 0,1 0 0 16,0-2-1-16,1-2 1 16,8-1 0-16,0-4 2 15,1-1-1-15,2-2-1 16,1-6 1-16,0-3 0 16,1-3 0-16,-1-3 2 15,1-5-2-15,-1 1 2 0,-1-3-1 16,-5 0 1-16,1 0-1 15,-4-4-1-15,-3-1 0 16,-1 3-2-16,0 0 0 16,0 2 1-16,-7 0 0 15,-2 0-1-15,-2 5 0 0,2 8-2 16,-2 3 2-16,-1 5-2 16,1 2 1-16,2 7 0 15,2-2 0-15,0 2 1 16,3 3-2-16,2-2-9 15,2 3 21-15,0 3-7 0,0 5 2 16,6 1-4-16,4 4 3 16,-3 6-2-16,-1 1-1 15,1 1-1-15,-3 2 0 16,-1-2 1-16,0 2 10 0,-1-3 0 16,2-6 1-16,-2-2 1 15,1-4-3-15,-1-2-7 16,2-2 0-16,0-2-1 15,-2 2-1-15,1-1 0 16,-1 3 0-16,-2 0-1 16,0 1 1-16,0 0-1 0,0-2 0 15,0-1 1-15,-4-4 0 16,-1-3-4-16,-2-5 9 16,1-5-3-16,1-7 10 15,0-4-5-15,1-3-6 0,2-3 4 16,2-2 0-16,-4-1-2 15,-3 2 10-15,-7 3-5 16,-5 4 2-16,-4 0-15 16,-8 1 1-16,-1-1 9 15,-1 1-3-15,0-5 1 0,1-1-4 16,-1-3 0-16,2-2-15 16,2-8-52-16,6-16-78 15</inkml:trace>
  <inkml:trace contextRef="#ctx0" brushRef="#br0" timeOffset="62294.87">11548 14963 64 0,'0'-7'3'0,"0"-1"0"0,0 5-2 0,0-1 0 0,0 1 0 15,0 1 10-15,0 0 5 16,0 0 4-16,-1 2 5 15,1-1 1-15,-1-1-8 16,1 2-5-16,0 0-9 16,0 0-4-16,0 0-3 15,0 3 1-15,0 4 0 0,0 2 2 16,3 1 1-16,3 1 0 16,-2 0-1-16,0-3 0 15,2-1 1-15,-4-2 0 16,3-5 0-16,1 0 4 0,1 0 3 15,4-11 9-15,2-5 0 16,3-3-2-16,4-6-1 16,0-2-1-16,1-2-4 15,1-3-2-15,4 0 1 16,1-4-5-16,3-1-2 0,3-1-1 16,-2 4 1-16,1 1-3 15,1 3-12-15,-4 5-21 16,-6 6-18-16,-1 4-54 15</inkml:trace>
  <inkml:trace contextRef="#ctx0" brushRef="#br0" timeOffset="77992.17">12668 13972 27 0,'0'0'33'0,"0"0"-8"0,0 0-7 0,0 0-10 0,0 0-7 16,0 0-1-16,0 0 1 15,0 0-1-15,0 1 0 16,0 2 2-16,0 0 0 15,3 1-2-15,-1 2 2 16,2 0-1-16,1 2 1 0,0 2 0 16,1 0-1-16,0 4 0 15,1-1 0-15,0 1-1 16,-2 1 1-16,3-1-1 16,0 0 5-16,1 2 0 15,1-1-1-15,-2 2-1 0,3 3-2 16,-1 2-1-16,-5 3 0 15,-1 1 0-15,-1 3 1 16,-3 1 1-16,0 0 0 16,0 1 1-16,-3-1 5 15,-1 0-2-15,3 0-2 0,1-2-1 16,-1 2-1-16,1 0 1 16,0 0 0-16,0 3 0 15,0 0 1-15,0 3-2 16,0-1 4-16,0-2-3 15,0 0 2-15,0-3 1 16,0 0 1-16,2-1 2 0,2 4 1 16,-1-2-3-16,2 3 1 15,-1 0-5-15,2 0 0 16,-1-2-1-16,1 0 1 16,0-2-3-16,0 0 1 0,-2-2 1 15,1-2 0-15,1 1-1 16,-2 0 1-16,2-2 0 15,0 2-1-15,-3-2 0 16,2 0-1-16,0-2 1 16,-1-2-2-16,0-1 1 15,2-4-1-15,-2-5-18 0,-1-8-31 16,3-3-44-16</inkml:trace>
  <inkml:trace contextRef="#ctx0" brushRef="#br0" timeOffset="79045.59">12706 13995 40 0,'0'0'48'0,"0"0"-41"0,0 0 0 0,0 0-5 16,0 0-2-16,3-5 0 15,1 1 10-15,-1 0 2 16,1-2 4-16,0 2 2 0,0 0-10 16,1 1-3-16,2 0-3 15,-2 0-2-15,1 2 0 16,0-1 0-16,2 1 0 16,-1 1-1-16,3-3 2 15,-1-1-1-15,3 2 0 0,3-3 8 16,3 0 5-16,2-3-5 15,4 1-2-15,4 0 1 16,5-2 0-16,2 2-3 16,4-1-1-16,1-2-3 15,4 0 0-15,2 0 0 0,5 0 1 16,2 0 1-16,1-1 0 16,4 1 0-16,-2 1 1 15,3 1 0-15,3-1-3 16,1-1 1-16,1 3 1 15,3-1-2-15,2-1 0 16,-2 0 1-16,1 0-1 0,-5 0 0 16,-1 1 0-16,-9-1 1 15,-4 2-1-15,-4 1 0 16,-8 1 0-16,-4 2 1 16,-6 0-2-16,-5 2 1 0,-4 1 0 15,-5 0-8-15,-5 0-12 16,-4 0-24-16,-4 1-33 15</inkml:trace>
  <inkml:trace contextRef="#ctx0" brushRef="#br0" timeOffset="84627.6">14318 13752 81 0,'4'-2'13'0,"-1"0"4"0,1-1-11 0,3 0-4 16,-3 0-1-16,0 0 0 0,-1 2 1 16,1 1 4-16,-1 0-2 15,3 0-4-15,-1 0 1 16,2 0-3-16,1 0-16 16,1 0-30-16</inkml:trace>
  <inkml:trace contextRef="#ctx0" brushRef="#br0" timeOffset="85688.32">14349 13730 3 0,'0'0'31'16,"0"0"-12"-16,0 0-5 0,0 0-4 15,0 0-4-15,0 0-4 16,0 0 3-16,0 0 2 15,0 0 7-15,11 0 2 16,-5-1-3-16,2-2-2 16,-1-1-1-16,5 0-6 0,-2 0-2 15,-1-1 7-15,2 1-7 16,-2 1-1-16,-2 2 0 16,-1 0 1-16,-2-1-1 15,0 2 0-15,2 0-1 16,-3 0 0-16,-1 0 0 15,2 0-1-15,0 0 0 0,-2 0-1 16,1 0 1-16,-1 3 1 16,2 1 1-16,1 2-1 15,-3-1 0-15,1 1 0 16,0 4 0-16,0 0 0 0,1 0-1 16,-2 1 1-16,0 2 0 15,0 1 0-15,1-1 1 16,-1 0-1-16,0 1 0 15,-2 0 0-15,2 0 0 16,-1 1 0-16,0 2 2 0,0-2-2 16,0 1 0-16,3-1-2 15,-2 1 4-15,1 1-2 16,1 0 0-16,0-3 0 16,0 2 1-16,0 0-1 15,0-1 0-15,-2 1 0 16,0 0 0-16,0 0 0 0,-2 0 0 15,1 0 1-15,1 1-2 16,0 0 3-16,4 1 1 16,-2 1-1-16,0 2 0 15,4 0-1-15,-4 2 1 16,3 0-2-16,-3 0 1 0,0 1 1 16,1-3-2-16,-2 2 1 15,0-2 3-15,-1 0 2 16,1 1-2-16,2 0-2 15,-2-1 0-15,1 4 0 16,2-1-2-16,1 3 2 16,0 0 0-16,-2 2 1 0,3 3 2 15,-3-1-2-15,0 1 0 16,1-1-1-16,-4-3 1 16,1-1 0-16,3-3 1 15,-4-1-2-15,3-2 0 0,2 0 0 16,-2-2 0-16,1 1 0 15,0 1 0-15,-2-1-1 16,1 0 1-16,0 1-1 16,-4-1-1-16,2-1 1 15,-1-1-1-15,1 1 2 0,-3-2-2 16,0 1 1-16,2 0 0 16,-2-3-1-16,0 0 1 15,0 1 0-15,2 0 1 16,-2-1-2-16,0 1 0 15,0-2-4-15,-4-2-50 0,-7-5-93 16</inkml:trace>
  <inkml:trace contextRef="#ctx0" brushRef="#br0" timeOffset="87525.47">12881 15458 95 0,'0'0'24'0,"1"0"-3"0,-1 0-10 16,1 0-11-16,0 0-1 15,3 0 2-15,-2 1 0 0,0 2-1 16,0-2 0-16,-2 2 1 15,1 1-1-15,0 1 0 16,-1-1-1-16,2 0-2 16,1 2 3-16,-3-2 2 15,2 2 1-15,0-1-2 16,1-2 1-16,0 3 0 0,0-3-2 16,2 3 1-16,-2-1 2 15,1 0-1-15,2 0-2 16,-3-1 1-16,1 2 0 15,2 1-1-15,-1-4 1 16,0 3 1-16,1-1-2 0,-1-1 0 16,1 0 1-16,-2 0 2 15,2-2 0-15,0 0 2 16,-3 1-2-16,0-1 0 16,2 0 0-16,-1-2-1 15,0 2-2-15,2-1 0 0,-1-1 2 16,1 0-1-16,1 0 1 15,2 0-2-15,-1 0 1 16,1 0 2-16,2 0 0 16,-1 0 2-16,1 0 0 15,1-1 3-15,0-2-2 0,-1 1-1 16,3 0-5-16,-3 0 2 16,3 1-2-16,1-1 1 15,1 2-1-15,-1-1 1 16,2-1-1-16,2 1 1 15,2-1 1-15,1 0 0 0,-1 1 0 16,2-2-2-16,4 0 2 16,-4 1-2-16,1 1 1 15,1-1 0-15,-1-2-1 16,1 1 0-16,-2 0 0 16,2-1 0-16,1 1 0 15,2-1 1-15,2 1-1 0,-1-1 0 16,2 0 0-16,0 1 0 15,-1-1 0-15,0 1 0 16,-2 0-1-16,0 0 1 16,0 0 0-16,-2 0-1 15,-1 2 1-15,1-1 0 0,1-2 2 16,-2 1 3-16,0 1-2 16,0 0 0-16,-1-2-2 15,2 2 1-15,-1-1-2 16,0 1 0-16,-5-1 0 0,2 0 0 15,-3 0 0-15,0 0 0 16,-1-1 0-16,0 3 1 16,-2-2 1-16,4 0 0 15,-2 0-1-15,0-1 0 16,2 2 0-16,-3 1-1 16,0-2 0-16,-3 2 2 0,0 0-4 15,-2 0 4-15,0 0-2 16,0 0 0-16,-1-1 1 15,-1 2 0-15,2-1 0 16,-2-1 0-16,3 2 0 16,-5-2-2-16,2 1 1 0,0 0 1 15,2-2-1-15,-3 1 1 16,0 0-1-16,3-1 0 16,-2 0 0-16,2 2 0 15,-4-2 0-15,3 0 0 16,-2 2 1-16,-1-2-1 0,2 0 0 15,-4 0 0-15,1 2 1 16,1-1 1-16,-4 0 0 16,0 0 1-16,-1 2-2 15,-1-1 0-15,0-1 0 16,0 1 1-16,0 0 1 0,-2-1 2 16,2 1 0-16,-2-2-1 15,2 1 3-15,1-1 0 16,-2 1 0-16,3-1-2 15,-2-1-2-15,0 0 2 16,0 0-2-16,1 0-1 0,3 0-2 16,-3-2 0-16,6 2 0 15,-3-2-3-15,5 2-6 16,1 1-8-16,-1-2-5 16,4 2-2-16,1 0-20 15,-1-1-27-15,1 0-49 0</inkml:trace>
  <inkml:trace contextRef="#ctx0" brushRef="#br0" timeOffset="104891.02">12717 13286 62 0,'-4'-3'23'0,"0"0"6"0,0 0 3 0,2 1 0 16,1-1-6-16,-2 0-2 16,1 2-4-16,2-1-1 15,-2 2-9-15,2 0-9 16,-3 0-3-16,1 6 2 15,0 4-1-15,0 4 1 0,-2 2 1 16,0 2-1-16,1 2 0 16,1 0 1-16,0-2-1 15,-3 2 0-15,3-3 1 16,2 0-1-16,0-2 0 16,0-4-22-16,0-5-38 0,0-6-45 15</inkml:trace>
  <inkml:trace contextRef="#ctx0" brushRef="#br0" timeOffset="105154.27">12615 13502 208 0,'0'0'3'0,"0"0"10"16,0 0 7-16,0 0 0 15,0 0-4-15,0 0-8 16,0 0-11-16,0 0 2 16,0 0 5-16,20-4-2 15,0-2-2-15,2-1 1 16,3 1 1-16,-3-2-3 0,3-1-2 16,-1-1-15-16,-1 2-14 15,-7-4-39-15,-3 1-43 16</inkml:trace>
  <inkml:trace contextRef="#ctx0" brushRef="#br0" timeOffset="105361.2">12594 13318 226 0,'0'0'-2'0,"0"0"14"0,0 0 4 15,0 0-6-15,0 0-4 16,0 0-4-16,25-43 0 16,-2 36 0-16,-1-2-2 15,6 4-5-15,0-1-46 0,1-1-50 16</inkml:trace>
  <inkml:trace contextRef="#ctx0" brushRef="#br0" timeOffset="105996.61">12905 13275 209 0,'0'0'6'0,"0"0"18"16,0 0-9-16,0 0-10 16,0 0-5-16,0 0 0 15,0 0 3-15,-9 40-3 0,7-26 2 16,-2 0-2-16,2 0 0 15,-2-2 0-15,3-1 0 16,1-3 0-16,0-1 0 16,0-4 0-16,0 0 0 15,0-3 0-15,0 0 1 0,0 0 2 16,0-1-3-16,0-6-1 16,0-2 0-16,0 0 2 15,9-2-1-15,0 0-2 16,2-1-8-16,3 1-1 0,1 3 7 15,1 0-1 1,-1 0 7-16,1 2-2 0,-3 3 0 16,3 1 0-16,-5 0 1 15,1 2 1-15,-1 0-1 16,0 3-1-16,0 4 1 16,-4 2-2-16,-1 0 1 15,-2 0 0-15,-1 1-1 0,-1 0 1 16,-2-4 1-16,0-1-1 15,0-2 1-15,0-3-1 16,0 0 5-16,0 0 4 16,0-2-4-16,-2-7-2 0,-1 0-2 15,2-1-1-15,1-2 0 16,0-2 1-16,1 2-3 16,8-1 3-16,1 2 1 15,-2 1-1-15,2 3 0 16,3 3-2-16,-2 3 3 15,3 1-2-15,-3 0 1 0,0 6-2 16,1 6 0-16,-2 0 0 16,-1 1 0-16,1 2 2 15,-2 0-3-15,1-1-11 16,1-1-24-16,0-3-58 16</inkml:trace>
  <inkml:trace contextRef="#ctx0" brushRef="#br0" timeOffset="106414.99">13392 13256 159 0,'0'0'15'0,"0"0"32"0,1-47-25 0,-1 38-15 16,-3 1-6-16,-3 6-1 16,-3 2-1-16,-2 0 0 15,0 2 2-15,-1 8 0 0,-1 3 0 16,2 1-1-16,-1 0 1 15,3 1-1-15,5 0 1 16,0-3-1-16,4-1 0 16,0-4-1-16,4 0-2 15,9-3 1-15,1-4-1 16,2 0 7-16,4-2-2 0,-1-7-1 16,-2-2-2-16,-3-2 1 15,1-4 0-15,-5 3 0 16,-3-1 1-16,-4 3-1 15,-1-1 1-15,-2 3-1 16,0 6-2-16,-2 2 4 16,-5 2-2-16,2 0 3 0,1 10-3 15,1 3 1-15,2 1-1 16,1 2 0-16,0-2 0 16,4-1-2-16,4-2-3 15,5-3-11-15,0-1-12 0,3-5-21 16,3-2-8-16</inkml:trace>
  <inkml:trace contextRef="#ctx0" brushRef="#br0" timeOffset="106849.21">13679 13174 67 0,'0'0'11'16,"0"0"31"-16,7-49-8 16,-11 42 11-16,-6 5-23 15,-3 2-18-15,-5 2-2 16,0 10-1-16,0 8 2 15,-2 1-2-15,6 0 1 0,2 1-2 16,6-2 1-16,4-4-1 16,2-1 0-16,0-5 0 15,4-5-1-15,8-2-5 16,1-3 5-16,3 0 1 16,-2-3 1-16,4-8-1 15,-1-2 3-15,-1-2-3 0,-1-1 0 16,-3 2 1-16,-3 1 1 15,-1 3-2-15,-5 4 1 16,3 4 2-16,-1 2-2 16,-4 4-3-16,1 8-1 0,1 4 5 15,2 4-1-15,-3 1 0 16,-1 1 0-16,1-4 0 16,-2 1-1-16,0-4 0 15,0 1-2-15,-3-3 1 16,-7-1 0-16,-1-3 3 0,-1 1-2 15,-1-6 1-15,-1 2-1 16,1-5 1-16,1-1-3 16,2 0-21-16,7-7-24 15,1-7-12-15</inkml:trace>
  <inkml:trace contextRef="#ctx0" brushRef="#br0" timeOffset="107218.8">13851 13148 146 0,'0'0'1'0,"0"0"-1"0,0 0 0 0,0 0 0 16,0 0-1-16,0 0 2 16,0 0 0-16,0 0-1 15,0 0 1-15,38 26 1 16,-34-32-1-16,-4-4 1 0,2 0-1 15,-2-1 1-15,0 1-1 16,-2-3 0-16,-5 6 0 16,1 0 0-16,-6 4 5 15,1 3 2-15,-1 0 4 16,0 10-4-16,3 4-3 0,0 3 0 16,1 3-1-16,5 0-2 15,3 0 1-15,0-3-1 16,9 0 1-16,2-3 3 15,2-4-4-15,5-1 0 16,-1-5 0-16,4-1-6 16,0-3-20-16,3 0-32 0,0-11-35 15</inkml:trace>
  <inkml:trace contextRef="#ctx0" brushRef="#br0" timeOffset="107533.32">14126 13068 70 0,'0'0'7'0,"0"0"16"15,2-39-9-15,-12 32 1 16,0 3-5-16,-2 4-2 16,-2 0-8-16,2 0 4 15,1 4-2-15,-1 4-1 0,1 2 2 16,5 0-1-16,-2 2 0 16,6-1 2-16,2 3-3 15,0-1 4-15,2-1 6 16,10 0-1-16,-1 0-4 15,5-1-1-15,-3-3 1 16,1 1-2-16,-1-1-1 0,-4-1-2 16,-1 1 0-16,-4-3-1 15,-3 1 0-15,-1 0 0 16,0 1-1-16,-9 1 2 16,-4-1 2-16,0 1-3 15,-5-1-22-15,2-3-47 0,2-4-53 16</inkml:trace>
  <inkml:trace contextRef="#ctx0" brushRef="#br0" timeOffset="107652.47">14016 13137 122 0,'0'0'5'0,"0"0"21"16,0 0-27-16,0 0-5 15,-8 45-7-15,-6-15-35 16</inkml:trace>
  <inkml:trace contextRef="#ctx0" brushRef="#br0" timeOffset="108386.17">12849 14042 94 0,'0'0'51'0,"0"0"-17"0,0 0-4 0,0 0-5 16,0 0-9-16,0 0-10 15,0 0-6-15,0 0 2 16,0 0 2-16,0 0-2 0,0 0-2 16,3 1 0-16,-3-1 0 15,1 0 0-15,2 0 1 16,2 0-1-16,1 0-1 16,1-3-31-16,-1-1-61 15</inkml:trace>
  <inkml:trace contextRef="#ctx0" brushRef="#br0" timeOffset="108591.91">13030 14019 252 0,'0'0'5'0,"0"0"13"15,0 0-11-15,0 0-3 0,0 0-4 16,0 0-7-16,41-31-21 16,-28 29-36-16,0-1-13 15</inkml:trace>
  <inkml:trace contextRef="#ctx0" brushRef="#br0" timeOffset="108763.36">13334 13944 248 0,'0'0'20'16,"0"0"-3"-16,0 0-10 15,0 0-2-15,0 0-3 0,0 0-3 16,0 0-2-16,21 0-17 16,-12 1-30-16,2-1-49 15</inkml:trace>
  <inkml:trace contextRef="#ctx0" brushRef="#br0" timeOffset="108934.36">13652 13919 254 0,'0'0'10'0,"0"0"1"16,0 0-3-16,0 0-2 0,0 0-4 15,0 0-2-15,43-21 0 16,-37 21-8-16,3 0-28 15,2-1-44-15,2-5-24 16</inkml:trace>
  <inkml:trace contextRef="#ctx0" brushRef="#br0" timeOffset="109083.14">14069 13789 257 0,'0'0'1'0,"0"0"2"0,38-16-2 15,-25 15-1-15,-3 1-9 16,-1 0-39-16,-2 0-20 16,2 0-2-16</inkml:trace>
  <inkml:trace contextRef="#ctx0" brushRef="#br0" timeOffset="109212.48">14272 13753 277 0,'0'0'4'0,"0"0"-6"0,0 0-30 16,0 0-78-16</inkml:trace>
  <inkml:trace contextRef="#ctx0" brushRef="#br0" timeOffset="109588.98">12745 14234 139 0,'0'0'2'0,"0"0"3"16,0 0-9-16,0 0 4 16,0 0-12-16,0 0-44 15</inkml:trace>
  <inkml:trace contextRef="#ctx0" brushRef="#br0" timeOffset="109738.61">13082 14137 250 0,'0'0'1'15,"0"0"-1"-15,0 0-24 16,0 0-71-16</inkml:trace>
  <inkml:trace contextRef="#ctx0" brushRef="#br0" timeOffset="109902.17">13420 14061 252 0,'0'0'4'0,"0"0"-3"16,0 0-1-16,0 0-13 15,0 0-44-15,39 0-39 16</inkml:trace>
  <inkml:trace contextRef="#ctx0" brushRef="#br0" timeOffset="110067.05">13887 13976 189 0,'0'0'3'0,"0"0"-2"15,0 0-2-15,0 0-24 16,0 0-35-16</inkml:trace>
  <inkml:trace contextRef="#ctx0" brushRef="#br0" timeOffset="110229.16">14211 13907 255 0,'0'0'3'16,"0"0"-2"-16,0 0-1 16,46-9 0-16,-31 8-20 15,-3-1-43-15,-1-2-67 16</inkml:trace>
  <inkml:trace contextRef="#ctx0" brushRef="#br0" timeOffset="110600.2">12842 14323 244 0,'0'0'-1'0,"0"0"1"16,0 0 1-16,0 0-24 15,46-12-65-15</inkml:trace>
  <inkml:trace contextRef="#ctx0" brushRef="#br0" timeOffset="110756.23">13133 14259 213 0,'0'0'4'0,"0"0"-9"16,0 0-1-16,0 0-45 16,49 1-69-16</inkml:trace>
  <inkml:trace contextRef="#ctx0" brushRef="#br0" timeOffset="110926.3">13551 14169 229 0,'0'0'3'0,"0"0"1"0,0 0-3 15,0 0-1-15,0 0-2 16,0 0-33-16,40-1-25 15,-32-2-2-15</inkml:trace>
  <inkml:trace contextRef="#ctx0" brushRef="#br0" timeOffset="111098.24">14007 14094 286 0,'0'0'6'0,"0"0"-3"16,0 0-1-16,0 0-6 16,40 0-19-16,-30 0-29 15,-2 0-43-15</inkml:trace>
  <inkml:trace contextRef="#ctx0" brushRef="#br0" timeOffset="111261.9">14296 14047 258 0,'0'0'3'0,"0"0"1"15,0 0-3-15,43-3 0 16,-31 3-2-16,-6 0-16 16,-3 0-42-16,-3 0-32 15</inkml:trace>
  <inkml:trace contextRef="#ctx0" brushRef="#br0" timeOffset="111618.43">12785 14557 250 0,'0'0'5'16,"0"0"1"-16,0 0-8 15,0 0-3-15,0 0-24 16,54-14-42-16,-34 8-17 0</inkml:trace>
  <inkml:trace contextRef="#ctx0" brushRef="#br0" timeOffset="111775.02">13163 14458 174 0,'0'0'2'16,"0"0"-2"-16,0 0 1 16,44 0-1-16,-29 0-1 15,2 0-40-15,1-2-40 0</inkml:trace>
  <inkml:trace contextRef="#ctx0" brushRef="#br0" timeOffset="111925.1">13540 14381 252 0,'0'0'3'0,"0"0"-4"15,0 0-2-15,0 0-1 16,0 0-34-16,0 0-49 15,36 0-35-15</inkml:trace>
  <inkml:trace contextRef="#ctx0" brushRef="#br0" timeOffset="112080.98">13889 14336 254 0,'0'0'2'0,"0"0"-8"16,0 0-1-16,45 1-50 16,-32-2-68-16</inkml:trace>
  <inkml:trace contextRef="#ctx0" brushRef="#br0" timeOffset="112243.86">14296 14241 313 0,'0'0'8'0,"0"0"1"16,0 0-9-16,0 0 0 15,38-12-4-15,-30 12-21 16,-3 0-36-16,-5 0-59 16</inkml:trace>
  <inkml:trace contextRef="#ctx0" brushRef="#br0" timeOffset="112600.22">12894 14758 206 0,'0'0'-10'0,"0"0"-1"0,0 0 5 15,42-4-58-15</inkml:trace>
  <inkml:trace contextRef="#ctx0" brushRef="#br0" timeOffset="112757.91">13207 14672 264 0,'0'0'0'0,"0"0"-12"16,0 0-12-16,0 0-8 16,46-3-31-16</inkml:trace>
  <inkml:trace contextRef="#ctx0" brushRef="#br0" timeOffset="112907.29">13703 14550 209 0,'0'0'3'0,"0"0"-4"15,46 0 2-15,-29-3-34 16</inkml:trace>
  <inkml:trace contextRef="#ctx0" brushRef="#br0" timeOffset="113056.64">14103 14471 217 0,'0'0'10'16,"0"0"-11"-16,38-2 2 15,-24-2-17-15,-1 0-94 0</inkml:trace>
  <inkml:trace contextRef="#ctx0" brushRef="#br0" timeOffset="113221.28">14443 14398 295 0,'0'0'2'0,"0"0"-4"16,0 0-34-16,0 0-5 0,0 0-63 15</inkml:trace>
  <inkml:trace contextRef="#ctx0" brushRef="#br0" timeOffset="113619.17">12986 14919 249 0,'0'0'4'16,"0"0"-2"-16,0 0-9 15,0 0-4-15,0 0-14 16,0 0-29-16,44 0-42 0</inkml:trace>
  <inkml:trace contextRef="#ctx0" brushRef="#br0" timeOffset="113768.22">13390 14827 270 0,'0'0'-11'0,"0"0"10"16,38 0-25-16,-21 0-24 15,-4 0-29-15</inkml:trace>
  <inkml:trace contextRef="#ctx0" brushRef="#br0" timeOffset="113931.16">13882 14708 183 0,'0'0'91'16,"0"0"-112"-16,0 0 13 15,45-2-55-15,-30-3-75 16</inkml:trace>
  <inkml:trace contextRef="#ctx0" brushRef="#br0" timeOffset="114080.99">14184 14626 252 0,'0'0'6'0,"0"0"-10"16,0 0-3-16,0 0-18 16,40-5-80-16</inkml:trace>
  <inkml:trace contextRef="#ctx0" brushRef="#br0" timeOffset="114224.69">14449 14574 270 0,'0'0'42'0,"0"0"-42"16,0 0-47-16,0 0 5 15,0 0-53-15</inkml:trace>
  <inkml:trace contextRef="#ctx0" brushRef="#br0" timeOffset="114608.19">12932 15181 203 0,'0'0'12'0,"0"0"17"16,0 0-20-16,0 0-8 0,0 0-1 16,42-23 0-16,-26 20-3 15,0 0-29-15,0-2-45 16</inkml:trace>
  <inkml:trace contextRef="#ctx0" brushRef="#br0" timeOffset="114743.21">13238 15068 175 0,'0'0'-9'0,"0"0"3"16,0 0-24-16,38-6-67 0</inkml:trace>
  <inkml:trace contextRef="#ctx0" brushRef="#br0" timeOffset="114900.39">13636 14958 224 0,'0'0'-2'16,"0"0"-3"-16,0 0-10 15,0 0-47-15,40 1-18 0</inkml:trace>
  <inkml:trace contextRef="#ctx0" brushRef="#br0" timeOffset="115071.22">13989 14894 254 0,'0'0'1'0,"0"0"-6"0,0 0-53 16,0 0-17-16</inkml:trace>
  <inkml:trace contextRef="#ctx0" brushRef="#br0" timeOffset="115233.87">14285 14818 195 0,'0'0'4'16,"0"0"8"-16,39-16-4 16,-25 12-4-16,-1 3-4 0,1 1-1 15,-1-1-15-15,-2-1-50 16</inkml:trace>
  <inkml:trace contextRef="#ctx0" brushRef="#br0" timeOffset="115611.33">13001 15387 1 0,'0'0'270'16,"0"0"-264"-16,0 0-5 16,0 0-18-16,0 0-8 15,0 0-13-15,39-9-22 16,-22 3-26-16</inkml:trace>
  <inkml:trace contextRef="#ctx0" brushRef="#br0" timeOffset="115761.36">13276 15318 288 0,'0'0'9'0,"0"0"-14"16,0 0-13-16,38 3-15 16,-22-8-26-16,3-1-63 15</inkml:trace>
  <inkml:trace contextRef="#ctx0" brushRef="#br0" timeOffset="115923.57">13728 15205 209 0,'0'0'6'0,"0"0"4"15,0 0-9-15,0 0-1 16,0 0-13-16,0 0-46 15,0 0-6-15</inkml:trace>
  <inkml:trace contextRef="#ctx0" brushRef="#br0" timeOffset="116080.97">14133 15100 222 0,'0'0'3'15,"40"-12"-2"-15,-16 8 0 16,-4 1-9-16,0-2-63 16,-1-3-5-16</inkml:trace>
  <inkml:trace contextRef="#ctx0" brushRef="#br0" timeOffset="116244.97">14541 15005 344 0,'0'0'4'16,"0"0"-8"-16,0 0-8 15,0 0-7-15,0 0-4 16,0 0-27-16,0 0-61 16</inkml:trace>
  <inkml:trace contextRef="#ctx0" brushRef="#br0" timeOffset="116529.2">13397 15512 258 0,'0'0'-19'0,"0"0"20"16,0 0-43-16,0 0 3 15,0 0 16-15,52-10-25 16</inkml:trace>
  <inkml:trace contextRef="#ctx0" brushRef="#br0" timeOffset="116686.55">13949 15357 255 0,'0'0'14'16,"0"0"-16"-16,0 0-8 0,0 0-21 15,45 3-48-15,-36-3-2 16</inkml:trace>
  <inkml:trace contextRef="#ctx0" brushRef="#br0" timeOffset="116834.95">14311 15326 193 0,'0'0'20'0,"0"0"-19"0,43 1-2 16,-23-3-79-16</inkml:trace>
  <inkml:trace contextRef="#ctx0" brushRef="#br0" timeOffset="116984.99">14557 15281 271 0,'0'0'12'0,"0"0"-1"16,0 0-14-16,0 0-11 15,0 0 1-15,0 0-25 0,0 0-41 16</inkml:trace>
  <inkml:trace contextRef="#ctx0" brushRef="#br0" timeOffset="117106.08">14737 15236 133 0</inkml:trace>
  <inkml:trace contextRef="#ctx0" brushRef="#br0" timeOffset="117633.51">12856 16149 120 0,'0'0'-1'0,"0"0"2"0,0 0-19 0,0 0-9 16,0 0-35-16</inkml:trace>
  <inkml:trace contextRef="#ctx0" brushRef="#br0" timeOffset="117960.26">12939 16136 196 0,'0'0'9'15,"0"0"0"-15,-5 48-5 0,5-22 0 16,1 7-2-16,7 3 0 16,-1-1-2-16,2-2 1 15,-4-5-1-15,1-1 1 16,0-4 0-16,-2-6-1 15,0-4 0-15,0-5-1 0,-4-1-13 16,0-4-24-16,0-3-5 16,0 0 9-16</inkml:trace>
  <inkml:trace contextRef="#ctx0" brushRef="#br0" timeOffset="118245.43">12934 16352 95 0,'0'0'16'0,"-8"-52"17"15,8 25-11-15,0 1-13 16,4 5 1-16,1 0 0 15,3 4 4-15,2 2 2 16,3 1-7-16,1 6-6 16,1 2-2-16,3 2-1 15,-3 4 0-15,1 0 1 0,-3 0-1 16,-2 10-1-16,1 1 1 16,-5 3-3-16,-1 0 7 15,-4-2-4-15,-2-1 0 16,0 2-1-16,0-5 5 0,-2 1 5 15,-7-2-1-15,-1-2-2 16,0 0-2-16,-1 2-1 16,2-4-1-16,-4 4-1 15,3-1-2-15,4-2-12 16,-2-1-36-16,5-3-60 0</inkml:trace>
  <inkml:trace contextRef="#ctx0" brushRef="#br0" timeOffset="118508.31">13234 16166 188 0,'0'0'53'16,"0"0"-28"-16,0 0-7 15,0 0-1-15,0 0-7 16,0 0-6-16,0 0-3 0,0 0-1 15,0 0 0-15,-35 46 1 16,33-32-1-16,2 0 1 16,0-4-2-16,0-1-1 15,5-2-5-15,4-4-3 16,2-3-8-16,5 0-8 0,-3-6-28 16,2-10-58-16</inkml:trace>
  <inkml:trace contextRef="#ctx0" brushRef="#br0" timeOffset="118649.97">13243 16034 294 0,'0'0'5'0,"0"0"2"16,0 0-4-16,-36-23-1 16,36 23-7-16,0 0-43 15,0-1-68-15,4-2 51 0</inkml:trace>
  <inkml:trace contextRef="#ctx0" brushRef="#br0" timeOffset="118912.93">13348 16111 254 0,'0'0'2'15,"0"0"-1"-15,0 0 6 16,0 0-5-16,0 0 1 0,46 7 2 16,-31 4-1-16,2 2-1 15,-1 1 1-15,0 3-1 16,2 0-2-16,-3-2 0 16,1-1 0-16,-3-3-1 15,-1 1-1-15,-2-4-6 0,-3-1-35 16,-3-3-49-16</inkml:trace>
  <inkml:trace contextRef="#ctx0" brushRef="#br0" timeOffset="119133.22">13497 16128 231 0,'0'0'-12'16,"0"0"16"-16,0 0-2 15,0 0 2-15,0 0 4 0,0 0 4 16,0 0-6-16,0 0-4 16,-26 27-2-16,18 0 1 15,2 3 0-15,-2 2-3 16,3-2-12-16,3-3-8 16,0-6-32-16,2-9-10 0</inkml:trace>
  <inkml:trace contextRef="#ctx0" brushRef="#br0" timeOffset="119518.84">13652 16209 261 0,'0'0'0'15,"0"0"-16"-15,0 0 15 16,0 0 0-16,0 0 3 0,0 0-4 15,0 0 6-15,0 0 4 16,22-26 1-16,-19 15-5 16,1-5-2-16,1 2-1 15,-3 2 0-15,-2 0 1 16,0 2-1-16,0 4 0 0,0 3-2 16,-2 3-2-16,-5 0 3 15,0 1-10-15,1 10 1 16,-1 5 3-16,0 1 6 15,4 1 1-15,3 1 0 16,0-2 1-16,0-3 0 16,1-3 3-16,10-1 4 0,-2-3-5 15,4-3 0-15,3-2-4 16,2-2 1-16,-2 0-1 16,3-6-10-16,-1-7-60 15,-2-5-81-15</inkml:trace>
  <inkml:trace contextRef="#ctx0" brushRef="#br0" timeOffset="119789.17">13829 15831 225 0,'0'0'7'15,"0"0"8"-15,0 0-4 16,0 0-10-16,0 0-2 15,0 0 1-15,0 0-1 0,0 0 1 16,0 0 1-16,-13 64 3 16,13-28 0-16,0 0 0 15,0 1-2-15,1 0 1 16,8-2-3-16,-2-6 1 16,6 0-1-16,-1-7 0 15,2-2-9-15,0-6-14 0,0-6-41 16,3-6-22-16</inkml:trace>
  <inkml:trace contextRef="#ctx0" brushRef="#br0" timeOffset="120152.18">14043 16105 234 0,'0'0'4'0,"0"0"-2"15,0 0-3-15,-4-42 4 16,1 30-2-16,-1 4-1 15,-2 1-1-15,0 1-1 0,2 3 3 16,-5 3 10-16,3 0-9 16,0 0-2-16,0 10-1 15,-1 3-3-15,3 2-1 16,-1 1 4-16,3 2 0 16,1-2 1-16,1 0 1 0,0-3 0 15,2-1 2-15,6-2-1 16,-2 0-1-16,4 0-1 15,1-3 2-15,0 2-2 16,-1-2 2-16,-1-1-1 16,1 1 0-16,-4-2-1 15,2 1 1-15,-6-2-1 0,-2-1-1 16,0 1 0-16,0-1 1 16,-2 2 0-16,-9 0-2 15,1-1-53-15,0-2-53 16</inkml:trace>
  <inkml:trace contextRef="#ctx0" brushRef="#br0" timeOffset="120337.53">14053 16134 264 0,'0'0'3'0,"0"0"2"15,0 0 0-15,0 0-3 16,0 0 0-16,0 0-8 15,0 0-1-15,0 0 3 16,-45 64-1-16,28-29-28 16,-4 2-23-16,2 0-30 0</inkml:trace>
  <inkml:trace contextRef="#ctx0" brushRef="#br0" timeOffset="124977.57">15160 14520 27 0,'10'-4'2'0,"-4"1"0"0,-3 0-2 0,-3 2-6 16</inkml:trace>
  <inkml:trace contextRef="#ctx0" brushRef="#br0" timeOffset="126459.54">15020 14661 85 0,'0'0'12'0,"0"0"-8"0,0 0-2 0,0 0-1 16,0 0-1-16,0 0 0 15,0 0 0-15,0 0 0 16,0 0 0-16,0 0 0 0,0 0 2 16,9 0-2-16,-9 0 0 15,1 0 1-15,0 0-2 16,-1 0 2-16,0 0-1 16,0 0 3-16,0 0 17 15,0 0 15-15,1 0-15 0,-1 0-15 16,0-2-3-16,0 1-2 15,0-2 1-15,0 2-2 16,1-2 2-16,1 0-1 16,0 2-1-16,0-2 2 15,-1-1-2-15,5 0 1 0,-1-1 0 16,0-1 0-16,3-1-1 16,-2 2 1-16,4-3 1 15,-3 1-1-15,1 0 0 16,2 0 0-16,-2 0 0 15,-1 0 0-15,0 0 0 0,3 0 1 16,0-2-1-16,-3 4 2 16,2-3-2-16,0 3 0 15,-2-1 1-15,1-1-2 16,-2 4 2-16,4-3 1 16,-5 1-2-16,3 0 1 15,-1 1-1-15,3 0 1 0,0 1-1 16,1-3 0-16,3 4 0 15,-3-1 0-15,3-1 0 16,-1 2 0-16,1-1 0 16,-1 1 0-16,0-1 0 15,1 1 1-15,0-1-2 0,-1 2 3 16,1 1 1-16,-1 0-2 16,0 0 1-16,0 0-2 15,1 0 0-15,-2 0 0 16,2 3 0-16,-1 2 0 15,1-2 1-15,-1 3-1 0,4-2 0 16,0 2 0-16,3 0 0 16,-2-1 0-16,4-1 1 15,0 2-1-15,2-1 0 16,-1 0 0-16,4-2 0 16,0 3 2-16,-2-2-1 15,4 1 0-15,0-2 0 0,0 0 0 16,0 0-1-16,1-3 1 15,0 0 0-15,2 0 0 16,-1 0 1-16,2 0 1 16,1-6 1-16,-2 1 4 15,3-1-3-15,-3-1-3 0,-1-1-1 16,2-2-1-16,-4 1 1 16,0-2 1-16,-2-1-2 15,-6-2 1-15,-2 3 0 16,-3-1 4-16,-5 1-1 0,-4-2 2 15,-5 2-4-15,-2 3-2 16,0 0-4-16,-11 1-37 16,-7 4-72-16</inkml:trace>
  <inkml:trace contextRef="#ctx0" brushRef="#br0" timeOffset="127861.37">15241 14831 86 0,'0'0'9'0,"0"0"10"0,0 0-13 0,0 0-5 0,0 0-1 16,0 0 0-16,0-1-2 15,0 0-7-15,0-1 3 0,0 2 5 16,0-3 1-16,0 2 1 16,0-1 1-16,0 1 4 15,0-1 1-15,0 0 0 16,0-1 1-16,0 0-3 16,0 0-4-16,2-2-1 0,2 0 0 15,1 1 0-15,2-2 0 16,-3 0 0-16,1 1 0 15,0-1 0-15,0 0 1 16,2 2-1-16,-1 0 6 16,0 0-2-16,1 0-3 0,1 1-1 15,-3 1 0-15,4-2-2 16,-2 1-2-16,1 3 2 16,-3-3 0-16,4 2 2 15,0-2 2-15,-2 0-2 16,4 0 1-16,-3 1 1 0,2 0 0 15,2-1-1-15,-2 0-1 16,3 1 0-16,-1 0 0 16,-1-1 0-16,1-1 0 15,1 3 0-15,-2-2 1 16,3 0 1-16,-2 1 3 16,-1-2-2-16,3 4 7 0,-1-3-4 15,3 3 4-15,-1-2-5 16,2 0 1-16,2 2-5 15,-3 0 0-15,2 0-1 16,-4 0 0-16,1 0 0 16,-2 6 0-16,-1 0 0 0,1 1 0 15,-2 0 0-15,3 3 0 16,-5-2 1-16,3 2-1 16,1 0 1-16,0-1-1 15,1-1 0-15,-1-2 0 16,1 1 1-16,2-1-1 0,0 1 0 15,4 0 0-15,-3 1 1 16,1-3-1-16,3 2 0 16,-2-2 0-16,0 1 0 15,0 0 0-15,-1-1 0 16,1-2 1-16,2 0-1 0,-2 0 0 16,2-2 3-16,3-1-1 15,1 0 0-15,-1 0-2 16,3 0 1-16,4 0 0 15,-4-4-1-15,2 0 0 16,0-3 0-16,0 0 1 0,-4-1-1 16,0 1 0-16,-3-3 1 15,0 1-1-15,-1-1 7 16,0 0-4-16,-4 0-1 16,0 0-2-16,-3 0 1 15,-3 1-1-15,-2 1 2 0,-4 1 4 16,-2 2 12-16,0 0 2 15,-3 2-11-15,0 0-4 16,0 3-5-16,0 0-3 16,0 0-7-16,0 0-24 15,-3 0 2-15,-1 4-15 16,-3-4-6-16</inkml:trace>
  <inkml:trace contextRef="#ctx0" brushRef="#br0" timeOffset="128886.17">17241 14080 66 0,'1'0'16'0,"-1"0"6"0,2 3-7 0,0-2-2 0,2 2 2 16,-2 1 3-16,0 0 5 16,-1 2-2-16,1 1-4 15,3 3-2-15,-1 2-3 16,-2 3-7-16,0 2-2 15,1 3-2-15,-1 0 1 16,0 1 0-16,0-1-1 0,1-1 0 16,-1-4-1-16,0 0 1 15,3-4-1-15,-1 0 0 16,-2-2-7-16,0-3-18 16,-2-4-44-16,0-2-35 15</inkml:trace>
  <inkml:trace contextRef="#ctx0" brushRef="#br0" timeOffset="129519.21">17269 14148 124 0,'0'0'1'16,"0"0"7"-16,0 0 3 15,0 0-7-15,0 0 6 16,0 0-2-16,0 0-1 15,0 0 4-15,29-38 5 0,-18 36-6 16,2 2-6-16,-2 0 0 16,0 0-3-16,1 2-1 15,1 6 0-15,0 0 0 16,-1 0 2-16,-1 3-2 16,0 2 0-16,-4-2 0 0,1 2 1 15,-3 0-2-15,1-3 2 16,-1 1-1-16,-2-1 0 15,0-2 1-15,2-2-1 16,-3-1 0-16,-1-2 0 16,1 0 1-16,-1-2-1 15,0-1 1-15,0 0 1 0,2 0 0 16,-3-4 0-16,2-4-2 16,-2 0 1-16,4-3 1 15,0-1-2-15,2-2 1 16,-1 1 0-16,3-1 1 15,-1-2 0-15,2 2 3 0,-1 2-1 16,3 0-2-16,0 2-1 16,1 2-1-16,0 2 0 15,1 2 0-15,-3 1 0 16,2 0-1-16,-1 3 1 0,0 0-1 16,-1 7 1-16,-4 2-1 15,1 2 0-15,-2 3 0 16,-1 2 1-16,0-1 0 15,-1 2 1-15,-1 0-1 16,-2-2 0-16,2-1 1 16,-1-1-1-16,1-2 0 0,1-2 0 15,2 1 1-15,-2-2-1 16,3-1 0-16,1 0-9 16,-2-4-18-16,3-3-34 15,-4 0-13-15</inkml:trace>
  <inkml:trace contextRef="#ctx0" brushRef="#br0" timeOffset="129926.64">17814 14106 178 0,'0'0'2'0,"0"0"3"0,0 0-4 0,0 0 0 15,0 0 0-15,0 0 2 16,0 0 1-16,0 0-3 16,0 0 1-16,0 0-2 0,0 0 0 15,18 22 2-15,-18-5-1 16,0 3 0-16,1-1 0 16,0-1 0-16,1-1-1 15,1-3 1-15,0-2 0 16,1-4-1-16,-1-1 2 0,0-1-2 15,3-2 1-15,-3-2 3 16,5-1 18-16,-1-1-3 16,4 0-1-16,-2 0-1 15,4-1-7-15,0-2-3 16,-1-2-3-16,3 1-2 0,-2 1-1 16,0 2-1-16,1 0 2 15,1 1-4-15,-1 0-1 16,3 0-18-16,-2 0-29 15,3-2-73-15</inkml:trace>
  <inkml:trace contextRef="#ctx0" brushRef="#br0" timeOffset="130424.04">18549 14253 128 0,'0'0'17'0,"0"0"15"0,0 0-24 15,0 0-9-15,0 0-6 16,0 0 0-16,0 0 0 15,0 0 6-15,-7-38 2 0,11 25 4 16,-2 0 5-16,3-1 3 16,2 0-6-16,-3-2-5 15,5-2-1-15,-2 0-1 16,5 0 0-16,-2-2 0 16,2 2 0-16,-4 1 0 15,2 0 1-15,-2 3 1 0,0 4 7 16,-2 1 0-16,-1 2-5 15,1 4-2-15,0 3 1 16,-1 0-3-16,2 3-2 16,-2 4 2-16,3 5 0 15,-1 3 2-15,2 2-2 0,2 1 1 16,-2 2-1-16,2-1 2 16,-2 0-2-16,0-1 0 15,-1-2-3-15,-4-4-10 16,2 0-7-16,-4-5-36 0,-2 0-39 15</inkml:trace>
  <inkml:trace contextRef="#ctx0" brushRef="#br0" timeOffset="130637.6">18669 14153 242 0,'0'0'5'0,"0"0"-2"0,0 0-2 16,0 0 2-16,0 0-2 16,41-33-1-16,-26 28 6 0,3 1-3 15,2 0-2-15,2 0-1 16,1 1 0-16,-4 0-12 16,2-3-74-16,-4-2-62 15</inkml:trace>
  <inkml:trace contextRef="#ctx0" brushRef="#br0" timeOffset="130944.66">18976 13837 106 0,'0'0'6'0,"0"0"1"16,0 0 9-16,-8 47 4 15,7-27 3-15,1 3-10 16,0 1-1-16,0 0 0 16,0-1-4-16,0-2-4 15,6-1-2-15,-2-6 0 16,6 2-2-16,-3-5 0 0,4 2-2 15,4-5-14-15,-1-5-37 16,4-3-47-16</inkml:trace>
  <inkml:trace contextRef="#ctx0" brushRef="#br0" timeOffset="131528.22">19264 13993 217 0,'0'0'-12'16,"0"0"11"-16,0 0-11 16,0 0-31-16,-52-7 32 15,35 7 9-15,1 4 4 16,0 2 1-16,3 3 0 16,4-1-1-16,0 1-1 15,6 1 0-15,2-2-1 0,1 0 0 16,2-3-2-16,8 1 2 15,2-4 0-15,2 0-5 16,2-2-3-16,-1 0 2 16,1 0 4-16,-1-7 2 15,-1-2 3-15,-2 1 8 0,1-2 2 16,-4-3 1-16,1 5 6 16,-4 0-2-16,-3 3-3 15,0 0 0-15,-1 4-1 16,-2 1-5-16,2 0-9 15,-2 6-4-15,0 4 3 16,0 5 1-16,0 5 2 0,0 1-2 16,0 2 0-16,2 1 1 15,0 0-1-15,1-1 1 16,-1 1-1-16,0-2 0 16,0 0 1-16,-2-3-1 0,0-1 0 15,0-2 1-15,0-3-1 16,-4-5-5-16,-1-2 8 15,-1-2-2-15,-4-2-2 16,0-2 3-16,0 0 4 16,-1-2-2-16,0-5-1 15,2-3 2-15,3-3 2 0,-1-1 0 16,5-3-3-16,2 0-1 16,0-4-5-16,11 2 0 15,4-2-21-15,4-2-46 16</inkml:trace>
  <inkml:trace contextRef="#ctx0" brushRef="#br0" timeOffset="131912.53">19479 14012 269 0,'0'0'6'0,"0"0"-3"0,0 0-3 0,0 0-6 16,0 0-1-16,0 0 7 15,0 0 0-15,0 0 1 16,0 0 0-16,-39 36-1 16,37-24 1-16,0-1-1 0,2 1 0 15,0-2 0-15,0-3-3 16,5-3-3-16,6-1 4 16,-3-3 3-16,2 0 0 15,3 0 2-15,0-5 0 16,1-3 2-16,-1-3 4 15,-2-1 2-15,-1 1-6 0,-1-1-1 16,-3 0 2-16,-2-4 10 16,-2 4-14-16,-2 0-2 15,0 2-1-15,0 0-1 16,-2 6 0-16,-6 1 0 0,1 3-6 16,-5 2-15-16,0 6-5 15,1 3-7-15,2-3-39 16,6 1-26-16</inkml:trace>
  <inkml:trace contextRef="#ctx0" brushRef="#br0" timeOffset="132338.63">19809 13968 127 0,'0'0'1'16,"0"0"3"-16,43-45 4 0,-37 30 7 15,1 4 10-15,-4-2 1 16,-3 2-5-16,0 2-5 16,0 3-12-16,0 2-6 15,-1 3 0-15,-8 0-5 16,0 1-10-16,0 0 10 0,-1 2 6 16,-1 7-1-16,1-1-3 15,0 1 1-15,1 6 2 16,1-2 2-16,3 2 0 15,3 1 0-15,2-1-2 0,0 0 4 16,0 0-2-16,7-1 1 16,-1-3-1-16,2-1 3 15,-3 0 0-15,3-3 1 16,-2 0-2-16,0 0 1 16,-2-4 0-16,0 3 1 15,-2-2-4-15,-1-1 1 0,-1 1 0 16,0-1 0-16,0 0-2 15,-4 1 2-15,-3-1-3 16,-3 0-1-16,0-2-29 16,-1-1-26-16,1 0-17 15</inkml:trace>
  <inkml:trace contextRef="#ctx0" brushRef="#br0" timeOffset="132752.45">19827 13959 70 0,'0'0'6'0,"0"0"12"0,0 0 1 0,0 0-2 16,0 0 1-16,0 0-11 15,0 0-7-15,0 0-1 0,0 0 0 16,0 0-1-16,-4-1 2 15,0 8 0-15,-2 1 0 16,2 2 1-16,-2 2-2 16,1-2 1-16,-2 3 1 15,1 1-1-15,-3-2 0 0,4 3 0 16,-4-1 1-16,3 0-1 16,-2-1 1-16,4-2-1 15,-2-1 0-15,0-1 0 16,3-2 0-16,1-3 3 0,-2 2 5 15,1-5 16-15,1 2 0 16,2-3-5-16,0 1 3 16,0-1 2-16,0 0-9 15,0 1-11-15,0 1-4 16,0-2-8-16,0 0-42 0,-1-8-182 16</inkml:trace>
  <inkml:trace contextRef="#ctx0" brushRef="#br0" timeOffset="137318.63">12851 14198 11 0,'-2'0'-5'0</inkml:trace>
  <inkml:trace contextRef="#ctx0" brushRef="#br0" timeOffset="137378.35">12851 14198 36 0,'-15'4'1'0</inkml:trace>
  <inkml:trace contextRef="#ctx0" brushRef="#br0" timeOffset="138340.38">12775 14191 22 0,'0'0'2'0,"0"0"-2"0,0 0-8 0,0 0-8 16,0 0 16-16,0 0 0 15,0 0 26-15,0 0 8 16,0 0-6-16,0 0-10 0,0 0-5 16,0-9-9-16,3 9-4 15,-1 0 0-15,0-2 1 16,-1 1-1-16,1 1 0 15,0-1 0-15,-1 0 0 16,2 1 0-16,0 0 0 0,-1 0-1 16,1 0 1-16,-1-2-2 15,2 2-3-15,-2 0-1 16,0 0-1-16,1-1 3 16,-1-2-3-16,2 3 1 15,-2-2 4-15,0-2 0 16,1 4 2-16,-3-1 0 0,1-1 2 15,-1 2 0-15,2 0 1 16,-2 0-2-16,0 0-3 16,0 0-5-16,0 0-24 15</inkml:trace>
  <inkml:trace contextRef="#ctx0" brushRef="#br0" timeOffset="138501.22">12775 14191 0 0</inkml:trace>
  <inkml:trace contextRef="#ctx0" brushRef="#br0" timeOffset="139437.66">12775 14191 0 0,'43'-34'41'0,"-45"34"-37"0,2 0 12 15,0 0-4-15,0-2-10 0,0 2-1 16,0 0 8-16,2-1-2 15,-2 1-5-15,2 0-1 16,0 0 0-16,2 0-1 16,0 0 0-16,0 0 0 15,1 0 1-15,3-1 1 0,-3 0-2 16,2-1 0-16,0 0 0 16,-1-1 2-16,0 2 0 15,-2 0 2-15,2-1-3 16,-2 2 0-16,1 0-1 15,1-1 0-15,-1 1 0 0,4-2 0 16,-1 1 1-16,1-2-1 16,0 1 0-16,-1 0 0 15,2 0 1-15,-1 1 3 16,2-1 0-16,1 1-1 16,1 0-2-16,0-2-1 15,0 1 1-15,0 2-1 0,1-3 0 16,-2 2 0-16,1-2 0 15,0 1 0-15,1 0 1 16,-1-1-1-16,3 0 0 16,-3-1 0-16,6 1 0 0,0-2 0 15,-1 0 0-15,1 1 1 16,2 0-1-16,-1 0 1 16,1 1 0-16,-3 0 0 15,2 1-1-15,1 1 1 16,-3-1-1-16,1 0 0 15,-1 0 0-15,2 0 2 0,-2 0-2 16,-3-1 0-16,2 1 1 16,-1 1 1-16,1-2-2 15,-2 2 1-15,1 0-1 16,-1-1 1-16,2 1-1 16,0-2 0-16,3 0 1 15,-2 2-1-15,2-2 0 0,-2 0 2 16,1-1-1-16,2 1 2 15,-3 0-1-15,0 2 0 16,0-2 0-16,-1 0-1 16,-2 2 0-16,0-2-1 15,1 0 3-15,-3 1 2 0,5 0 1 16,-3-1-2-16,1-1-2 16,-1 2 0-16,0-1-1 15,2 1 0-15,-1 0-1 16,1-1 1-16,-1-1 0 15,0 0 0-15,-3 1 0 0,1 0 3 16,1-1 0-16,-2 1 0 16,2 0 0-16,0 0-2 15,2-1-1-15,1 2 0 16,-2 0-1-16,-1-1 1 16,-1 1-1-16,-1-1 1 0,-1-1 0 15,-1 0 0-15,2 1 4 16,-3-1 1-16,2-2 2 15,2 2-3-15,-1 0-1 16,3-1 0-16,0 1-2 16,2 1-2-16,-1-2 0 0,2-1 1 15,0 2-1-15,0 1 0 16,1-1 1-16,-3 0-1 16,-1 1 1-16,0 1-1 15,-1 1 1-15,-2-1-1 16,2 2 1-16,-2 0-1 0,-1 3-1 15,0 1-2-15,-6-3-82 16</inkml:trace>
  <inkml:trace contextRef="#ctx0" brushRef="#br0" timeOffset="140339.88">16985 14837 79 0,'0'-1'20'0,"0"-2"-5"0,0 1 1 0,0 2-4 16,0 0-9-16,0 0-3 15,0 0 0-15,0 0-1 0,0 0 2 16,0 0 3-16,-1 0 7 16,0 0 2-16,1 0-1 15,0 0-9-15,0 3 0 16,2 1-2-16,4 5 0 16,-1 1 1-16,3 3-4 0,-3 4 4 15,4 1-2-15,-3 6 1 16,3 2-1-16,-3 5 2 15,2-1 0-15,-2 2 0 16,1 3 1-16,-2-2 1 16,-1 2-2-16,1-2-1 0,-2 1 0 15,1 0 3-15,0 0 2 16,0-1 2-16,-1 2 2 16,0-2-2-16,2-1-4 15,-3-1-1-15,2-2-2 16,-2-2 0-16,2-6 0 15,-4-1-1-15,0-3 0 0,0 0 0 16,0-5-1-16,0-1-21 16,-6-10-44-16,0-1-94 15</inkml:trace>
  <inkml:trace contextRef="#ctx0" brushRef="#br0" timeOffset="141379.35">17049 14804 135 0,'0'0'20'0,"0"0"23"0,0 0-20 0,0 0-13 16,0 0-2-16,0 0-6 15,0 0 1-15,0 0-2 16,0 0-2-16,0 0 2 16,43-38-2-16,-32 38 1 0,3-3 3 15,-1 0-3-15,3 1 0 16,-3-1 1-16,3 0 0 15,-1-2-2-15,1 1 2 16,1 0-1-16,-1-2 0 16,-3 2 0-16,1 0 0 15,-6 0 0-15,0 2-1 0,-3 1 0 16,1 1-1-16,-6 0 0 16,2 0-3-16,-2 0-8 15,0 0 7-15,0 0 6 16,0 1 2-16,0 2-1 15,0 1-1-15,1 0 1 0,0 2-2 16,0 1 2-16,1 0-1 16,-1 2-1-16,1 1 1 15,1 2-1-15,-1 1 1 16,-1 3 1-16,1 1-4 16,2 3 5-16,0 1-1 15,0 2 0-15,-1 1-1 0,1 4 0 16,1-2 0-16,-2 0 0 15,1-1 0-15,0-1 1 16,1-2-1-16,-1 0 0 16,1 0 0-16,-1-1 1 0,-2 0 0 15,1 1 0-15,1-1 0 16,-2 3 2-16,-2 0-3 16,2 2 1-16,-2-2-1 15,0 2 0-15,0-1 2 16,0-1-2-16,0-2 0 0,0-1 1 15,0 0 0-15,0-3 4 16,0 1 7-16,0-4-3 16,0 1-3-16,0 0-2 15,0 0 0-15,0-2-3 16,0 1 0-16,0 0-1 16,0-1 1-16,0 1-1 0,0-2 1 15,0 1 0-15,0-2 0 16,0-2-1-16,0-2 1 15,0-1-1-15,0-2 1 16,0-2-1-16,0-1 1 16,0 1-1-16,0-1 0 0,0 0 0 15,0 1 0-15,0 2-2 16,-2-3-7-16,-4 1-33 16,-1-3-61-16</inkml:trace>
  <inkml:trace contextRef="#ctx0" brushRef="#br0" timeOffset="141878.42">17114 15662 147 0,'0'0'44'0,"0"0"-29"0,0 0-17 0,0 0-4 16,0 0-1-16,0 0 6 15,0 0 0-15,0 0 1 0,0 44 1 16,0-34-1-16,2 0 1 16,-1 0 0-16,1-1 0 15,1-2 1-15,-1-3-1 16,3-3 1-16,-2-1-2 15,6 0 2-15,-1 0 14 16,3-7 13-16,4-3-10 0,2-4-9 16,3 1-2-16,3-2 1 15,3-1-5-15,1 2-2 16,4-2-2-16,1 0-18 16,-3-2-99-16</inkml:trace>
  <inkml:trace contextRef="#ctx0" brushRef="#br0" timeOffset="142825.1">12794 14408 99 0,'0'0'14'0,"0"0"15"0,0 0-9 0,0 0-4 16,0 0-9-16,0 0-3 15,0 0 3-15,0 0 0 16,0 0 4-16,0 0 3 0,0 0-2 15,0 0-4-15,-11-26-5 16,14 25-4-16,7 1 2 16,1 0-1-16,4 0-1 15,3 0 0-15,7-1-1 16,2-2-3-16,7 0 5 0,4-3-1 16,7-1 1-16,5-1-1 15,4-2 2-15,5-2 0 16,5-1-1-16,1-2 1 15,2 2-3-15,2-2 4 16,3-1-2-16,-1 0 0 0,2-1 1 16,4 0-1-16,0 3 0 15,2-3 0-15,0 0 0 16,-4 3-2-16,-5 1 4 16,-5 3-1-16,-6 0-1 15,-6 4 2-15,-10 1-1 0,-5 3-2 16,-5 1 2-16,-11 1-1 15,0 0 0-15,-8 0-3 16,-6 1-44-16,-3-1-115 16</inkml:trace>
  <inkml:trace contextRef="#ctx0" brushRef="#br0" timeOffset="143765.63">17154 15807 46 0,'0'0'5'0,"0"0"-3"0,0 0-3 0,0 0 0 0,0 0 1 16,0 0 1-16,0 0 9 15,0 0 29-15,0 0-2 16,0 0 5-16,0 0-8 0,0 0-13 16,0 0-11-16,-6 4-4 15,6-4-5-15,0 0-1 16,0 0-1-16,0 7 0 15,0 3 1-15,0 5 1 16,1 3 0-16,0 5 0 16,-1 2-1-16,1 2 0 0,-1 5 1 15,0 0-2-15,0 1 1 16,0-1 1-16,0 3-1 16,0-3 1-16,-2 1 0 15,0-2 0-15,1 0-1 16,-1-3 1-16,1-2-1 0,-1-1 1 15,2-3-1-15,0-1 0 16,0-1 0-16,0-5 2 16,0 0-2-16,0-5 0 15,0 0 1-15,0-4 1 16,0-2-4-16,2-2 1 16,-1 0-17-16,-1-2-37 0,0 0-16 15</inkml:trace>
  <inkml:trace contextRef="#ctx0" brushRef="#br0" timeOffset="144769.47">17246 15728 39 0,'0'0'3'0,"0"0"11"15,38 0 4-15,-23 0-1 0,1-3-6 0,4-2-5 16,-4 1-3-16,0 1-1 16,-3-1-1-16,-1 1 2 15,-2 3 3-15,-5 0-4 0,-1 0 1 16,-1 0 3-16,-1 0 0 16,0 0-1-16,-2 0 0 15,0 0-3-15,0 2 1 16,0 3 0-16,0 1-3 15,0 1 0-15,0 0 0 0,-2 3 1 16,0 1 0-16,-2-2 1 16,3 2 4-16,0 2 5 15,1 1 0-15,0 1-5 16,0 0-3-16,0 5 0 16,1-2-1-16,4 3-1 0,-1 0-1 15,-2 1 1-15,-1 1-1 16,1 2 0-16,-2 3 0 15,1 0 0-15,-1 3 0 16,0 1 0-16,0 0 0 16,0-2 0-16,0 1-3 15,0-1-1-15,0-3 4 0,0-3-1 16,-2-4 1-16,0-1 0 16,0-5 0-16,2-3 1 15,0 1 2-15,0-4 4 16,0 2-1-16,0-3-2 0,0 0 0 15,0 1-3-15,0-1-1 16,0 0 0-16,0-2 0 16,0 1 0-16,0-2 0 15,-2 1 1-15,-3 0-1 16,1-1 1-16,1-1 0 16,-5 1 0-16,3-1-1 0,-4 1 0 15,0 0 0-15,-2-3 0 16,-3 3 1-16,-1 0 1 15,-2-1-2-15,1-1 3 16,-2 1-2-16,2-1-1 16,0 1 1-16,0-1 0 15,1-1-2-15,2 0-6 0,4 1-1 16,-3-2 0-16,4 0-7 16,3 0-11-16,1-2-10 15,0-6-64-15</inkml:trace>
  <inkml:trace contextRef="#ctx0" brushRef="#br0" timeOffset="145759.46">12897 14705 38 0,'6'-7'16'0,"-4"0"11"0,3 0-5 0,2 2-2 16,-2-2-8-16,1 4-7 16,0-1-3-16,1 1-2 0,1 0 0 15,2 2 0-15,3-2 2 16,3 2-2-16,2-2 0 15,6 0 0-15,3 0 0 16,3-3 0-16,7 0 1 16,4-2-1-16,3-2 0 0,6-1 0 15,0-3 1-15,4 1-1 16,1-1 0-16,2-1 1 16,4 3-1-16,1-3 1 15,3 1-1-15,4-1 0 16,2-1 0-16,6 3 0 15,-1-5 0-15,2 2 0 0,0 1 1 16,0-2-1-16,0 1 2 16,-3 0 7-16,-2 2-3 15,-4 2-4-15,-1 3-2 16,-8 2 0-16,-7 3-1 16,-4 1-13-16,-6 0-51 0</inkml:trace>
  <inkml:trace contextRef="#ctx0" brushRef="#br0" timeOffset="146711.84">17102 16644 14 0,'0'0'48'0,"0"0"-13"0,0 0-10 0,0 0-2 15,0 0 14-15,0 0-4 16,0 0-17-16,0 0-5 15,0 0 2-15,0 0-4 16,0 0-3-16,0 0-2 16,0 0-6-16,0-32 4 15,1 32-2-15,3 0 0 0,-1 6-3 16,-1 3 1-16,0 5 7 16,-2 4-2-16,0 3-2 15,0 5-1-15,0 5 2 16,0 2-1-16,0 3-1 15,0 2-1-15,0-1 1 0,0 1 0 16,0-2 0-16,0-1 1 16,0-5 0-16,0 1 0 15,0 1 2-15,-2-3-1 16,2 5-1-16,-2 0 0 0,0 2 0 16,0 2-1-16,-2-1 1 15,-3 0-1-15,1-4 0 16,0-6 0-16,-1 0 1 15,-2-7-1-15,4-2 0 16,-4-1-1-16,4-3-5 0,-2-4-26 16,3-3-54-16</inkml:trace>
  <inkml:trace contextRef="#ctx0" brushRef="#br0" timeOffset="147771.97">17127 16608 42 0,'0'0'43'0,"0"0"-8"0,0 0-23 0,0 0-2 16,0 0-5-16,41-27-4 16,-28 22 0-16,3 1-1 15,-1-1 1-15,-1 1-1 16,2 0 0-16,-2 0 1 15,1-1 8-15,-2-1 9 0,-1 3 2 16,0 0-1-16,-1 1-12 16,-2 0-4-16,0 1-2 15,-2 1-1-15,1 0 0 16,-3 0 0-16,0 0-2 16,-3 0-7-16,-1 0 0 0,0 0 5 15,-1 0 9-15,0 1-2 16,0 5-2-16,0 1 1 15,0 3 0-15,0 3 0 16,0 4 2-16,0 3-3 16,0 2 0-16,0 5-1 15,0 0 1-15,0 5-1 0,0 0 1 16,-1 1-1-16,0 0 1 16,-1 1 0-16,2-2 1 15,0 2-1-15,0-1 1 16,0-2-1-16,0-4 0 0,2 0-1 15,-2-3 1-15,1 0 1 16,-1-2 6-16,0 1-1 16,0 1-3-16,1 0 0 15,-1 0-2-15,1 2-1 16,0-1 0-16,-1 1 0 0,0-2 2 16,0 1 6-16,0 1-2 15,0 0-7-15,-3 1 11 16,0 1-3-16,-2 2-5 15,1-3-3-15,-1-2 1 16,3 0 0-16,-4-1-1 0,3-3-4 16,-1-1 8-16,0-4-3 15,2 0-1-15,0-3 1 16,2-3-1-16,0-3 1 16,0-1-3-16,0-2 2 15,0-1 1-15,0-3-2 16,0 0 3-16,0 0 4 0,-3 0 8 15,-5 0-11-15,0 0-2 16,-2 0 0-16,-2 0 1 16,0 0-2-16,0 0 0 15,-3-3 1-15,1 0-2 16,-2-1-3-16,2 0-11 0,-1-2-4 16,1-2-18-16,0-4-60 15,2 2-35-15</inkml:trace>
  <inkml:trace contextRef="#ctx0" brushRef="#br0" timeOffset="148304.9">17098 17817 186 0,'0'0'53'0,"0"0"-33"16,0 0-14-16,0 0 5 0,0 0-2 15,0 0-6-15,2 52-3 16,-2-28 1-16,0 3 0 15,-2 3 0-15,-2 5 0 16,2 0-1-16,0 3 2 16,1-3 8-16,-1 1-1 15,2-5-4-15,0-1-2 0,0-3-2 16,0-2 0-16,0-4-1 16,2-4-1-16,1-4-2 15,-1-2-8-15,2-5-7 16,-4-1-5-16,0-5-16 0,0 0-21 15,0 0 6-15</inkml:trace>
  <inkml:trace contextRef="#ctx0" brushRef="#br0" timeOffset="148932.5">17132 17853 89 0,'0'0'39'0,"0"0"24"16,0 0-32-16,0 0-14 15,0 0-1-15,0 0-6 16,40-27-7-16,-27 20-2 0,1 2-1 15,-1-1 0-15,1 0 0 16,3-1 1-16,-3 3-2 16,3-2 2-16,0 1-1 15,-4 1 1-15,2 1-1 16,1 0-1-16,-5 0 0 16,1 2-4-16,-2 1-8 0,-1 0 1 15,-1 0 1-15,-2 3 1 16,-3 5 5-16,-1 3 3 15,-2 3 2-15,0 3 5 16,0 5-2-16,0 1 2 0,-2 3-2 16,-1 3-1-16,1-1 0 15,-2 2-1-15,2 1 1 16,2-1-1-16,0 0 1 16,0-1 0-16,0-2-1 15,0-2 1-15,2-1 0 16,4-5 4-16,-3-1 1 0,2-2 0 15,0-5-6-15,-4 0 0 16,-1-3-1-16,0-1 0 16,0-2-1-16,-3 0 0 15,-8-1 1-15,-3 0 0 0,-1 0 1 16,-7 2 0-16,-2 0 1 16,-1 1 14-16,0-1-3 15,-2 3-8-15,1-2 0 16,2-1-4-16,3 0-11 15,0-6-38-15,3 0-138 0</inkml:trace>
  <inkml:trace contextRef="#ctx0" brushRef="#br0" timeOffset="150703.79">12770 14905 20 0,'2'0'15'0,"1"0"-14"0,2 0-4 0,-2 0-13 15,1 0 10-15,3 0 6 16,-3 0 2-16,-2 0 8 15,3 0 3-15,1 0-7 16,-1 0-4-16,1 0-1 0,0 0-4 16</inkml:trace>
  <inkml:trace contextRef="#ctx0" brushRef="#br0" timeOffset="151010.16">12849 14905 21 0,'0'0'32'0,"0"0"-22"16,0 0-3-16,0 0-6 15,0 0-3-15,0 0-6 16,0 0 3-16,16-14 1 16,-15 11 3-16,2 2 2 15,0 0 0-15,1-1 2 0,0 0-1 16,2 1 1-16,3-3 6 16,3 2-1-16,7-3-1 15,6 0-1-15,8-2-2 16,5 0 0-16,8-3-4 15,6-4 1-15,8 3-1 16,3-4 0-16,4-2 1 0,4-1-1 16,3 2-1-16,0-2 3 15,4-1 0-15,-4 1 0 16,4 0-4-16,-4-1 2 16,2 2-12-16,-5-3-35 15</inkml:trace>
  <inkml:trace contextRef="#ctx0" brushRef="#br0" timeOffset="154376.29">17172 14979 21 0,'0'1'83'0,"0"-1"-59"0,0 0-6 0,0 0 6 15,0 0 14-15,0 0-5 16,0 0 1-16,0-4-15 15,3-1-12-15,1-3-2 0,2-3-2 16,1 1-3-16,3-3 0 16,0 0 0-16,1 1 0 15,5-2 0-15,-3 1-12 16,3 2-27-16,-2 3-32 16,1 1-33-16</inkml:trace>
  <inkml:trace contextRef="#ctx0" brushRef="#br0" timeOffset="154768.13">17202 15236 116 0,'0'0'20'0,"0"0"37"0,0 0-24 0,0 0-20 0,0 0-12 16,0 0 0-16,0 0 0 0,0 0 0 15,39-42-1-15,-25 34 0 16,4-2 0-16,2-1-2 16,0 4 1-16,2-1-34 15,-3 0-43-15</inkml:trace>
  <inkml:trace contextRef="#ctx0" brushRef="#br0" timeOffset="155046.01">17189 15563 106 0,'0'0'80'16,"0"0"-45"-16,0 0-8 15,0 0-17-15,0 0-4 16,0 0-6-16,0 0 0 16,23-50 3-16,-9 37-2 15,6-1-1-15,2-3 1 0,5 0-4 16,1-2-36-16,0 2-46 15</inkml:trace>
  <inkml:trace contextRef="#ctx0" brushRef="#br0" timeOffset="155331.26">17231 15879 145 0,'0'0'4'0,"0"0"12"16,0 0-2-16,0 0-11 15,0 0 3-15,15-41 10 0,-4 27 3 16,5-1-6-16,4 0-7 15,0-2-4-15,5 1-2 16,3 2-2-16,-1-2-50 16,0 3-51-16</inkml:trace>
  <inkml:trace contextRef="#ctx0" brushRef="#br0" timeOffset="155580.24">17266 16147 103 0,'0'0'10'16,"0"0"21"-16,0 0-16 0,0 0-9 15,0 0 11-15,0 0-9 16,49-28-5-16,-27 13-1 15,1-1-1-15,-3 0-1 16,2 0-1-16,-2 1-52 16,-3 0-47-16</inkml:trace>
  <inkml:trace contextRef="#ctx0" brushRef="#br0" timeOffset="155836.25">17234 16584 119 0,'0'0'15'16,"0"0"40"-16,0 0-12 0,0 0-20 15,0 0-16-15,0 0-4 16,43-41-3-16,-25 25 1 15,-1 0-1-15,1-1-2 16,0 3-13-16,-4 4-11 0,-1 2-43 16,-5 2-19-16</inkml:trace>
  <inkml:trace contextRef="#ctx0" brushRef="#br0" timeOffset="156056.89">17281 16896 99 0,'0'0'87'15,"0"0"-72"-15,0 0-4 16,0 0 1-16,0 0 3 16,0 0-7-16,0 0-5 0,41-21-2 15,-28 7-3-15,3-2-7 16,0 2-17-16,0 1-14 15,-1 2-6-15,-4 2-12 16</inkml:trace>
  <inkml:trace contextRef="#ctx0" brushRef="#br0" timeOffset="156309.35">17291 17459 120 0,'0'0'5'0,"0"0"18"0,0 0 8 16,0 0-7-16,37-1-6 16,-27-10-3-16,0 1-3 15,2-1-7-15,1 1-3 16,-1-1-1-16,0 1-10 15,0 3-40-15,-1 0-63 0</inkml:trace>
  <inkml:trace contextRef="#ctx0" brushRef="#br0" timeOffset="156512.25">17293 17909 166 0,'0'0'7'16,"-8"44"4"-16,8-28 9 16,0-1-8-16,2-2-3 15,6-2-3-15,-1-4-2 0,5-2-1 16,1 2-1-16,0-6-1 16,3-1-14-16,-1-4-58 15</inkml:trace>
  <inkml:trace contextRef="#ctx0" brushRef="#br0" timeOffset="157139.75">18123 16165 6 0,'0'0'4'0,"-39"1"-2"0,23-1-1 0,1 2-1 0,2-2 1 16,0 1-1-16,3-1 7 15,3 3 34-15,0-3 0 16,4 0-6-16,1 0 3 15,0 0-10-15,2 0-23 16,0 1-6-16,0 1 2 0,4-1-1 16,1 2 1-16,3-1 2 15,2 0 2-15,0-1 2 16,2-1-1-16,5 0 3 16,0 0 1-16,6 0-2 15,6 0 0-15,3-3-2 16,5-3-2-16,3-3-2 0,5 2-1 15,-1-1-1-15,2 1 1 16,-2-1-1-16,1 1 0 16,-5 0 0-16,2 0 1 15,-3 2-2-15,-3-1 2 16,1 2-1-16,-3-1 0 0,-1 1-5 16,-8 1-34-16,-2-2-64 15</inkml:trace>
  <inkml:trace contextRef="#ctx0" brushRef="#br0" timeOffset="157374.07">18734 16031 183 0,'0'0'25'0,"0"0"-19"0,0 0 7 16,0 0-2-16,38 26-6 16,-28-8-1-16,-3 6-3 15,-2 8 2-15,-5 6-2 0,0 5 0 16,-13 1-23-16,-8 0-77 16</inkml:trace>
  <inkml:trace contextRef="#ctx0" brushRef="#br0" timeOffset="164407.65">12706 14130 92 0,'1'0'7'0,"1"0"-4"0,-2 0-3 0,0 0 0 16,0 0 0-16,0 0 0 16,0 0 1-16,0 0 3 15,0 0 17-15,0 0 5 16,0 0-14-16,0 0-4 0,0 0-6 16,2 0-1-16,0 0-1 15,0 0 0-15,1 0 0 16,3 0-1-16,-2 0 0 15,4 0-1-15,0 0-3 16,1 0 7-16,3 0-4 0,1 0 2 16,5-2 0-1,-1 0-1-15,6-3 1 0,2 2 0 16,4-4-1-16,2 3 2 16,0-2-1-16,5 0 0 15,4 1 0-15,-2-2 0 16,5 1 0-16,3 0 1 0,1 1 1 15,3 0-2-15,3 0 1 16,1-1-2-16,0 3 2 16,1-2-1-16,1 0 0 15,1-2 0-15,2 0 0 16,4-1 1-16,0-2-1 0,0-2 1 16,1 1 2-16,-1-2-1 15,-3 2 2-15,-4 0 0 16,-2 0 0-16,-7 2 2 15,-2 0-1-15,-6 3 0 16,-3 1-2-16,-3 0-1 0,-3 3-2 16,-3 0 0-16,-2 1 1 15,-3-1-1-15,-5 2 0 16,-3-1 0-16,-3 1 0 16,-2 0 0-16,-2 0 0 15,-4 0-8-15,-3-1-41 0,0-2-50 16</inkml:trace>
  <inkml:trace contextRef="#ctx0" brushRef="#br0" timeOffset="165271.29">12695 14141 44 0,'0'0'4'0,"54"-9"10"0,-21 4-6 15,3 1-5-15,4-3-1 16,5 2-1-16,1-2 0 16,4 3 3-16,0-1 1 0,3-1 4 15,0 1-2-15,5 0-1 16,3-1-3-16,2 1-2 16,1-2 1-16,3-1-2 15,1 2 1-15,-1-1-1 16,-2 0 0-16,1 0 2 0,2-3 3 15,-2 2 1-15,2-2 8 16,-5 1-6-16,-1-3-1 16,-5 1-4-16,-5 0-1 15,-3 2 1-15,-6 0 0 16,-5 0 5-16,-4 3-4 0,-3-1 0 16,-9 3-3-16,-2 1 0 15,-7 0 0-15,-1 1-1 16,-5 0 1-16,-3 2 0 15,-2-1 0-15,0 1-1 16,-2 0 2-16,0 0 4 0,0 0-1 16,0 0-3-1,0 0-2-15,0 0 1 0,1 0-6 16,-1 0-18-16,2 0-8 16,-1 0 14-16,0 0-1 15,1 0-21-15</inkml:trace>
  <inkml:trace contextRef="#ctx0" brushRef="#br0" timeOffset="166398.85">12753 14422 13 0,'0'0'51'0,"0"0"-24"0,0 0-9 15,6 0-11-15,4 0 2 16,3 0-5-16,3-3-1 0,1-1-2 15,8 0 0-15,1 0-1 16,5-2 0-16,6 0 1 16,3 0-2-16,6-1 2 15,5 0-1-15,6 0 0 16,6-3-2-16,7 0-14 16,-1-1-6-16,4-2-1 0,6-2-4 15,2-1-9-15,3-2 27 16,-3 0 12-16,4 0 23 15,-1 0-7-15,-1-1-13 16,-4 3 9-16,-6 0-11 16,-2-1 6-16,-5 2 6 0,-4 2-3 15,-6 2 0-15,-6 1-8 16,-7 4-6-16,-7 2 6 16,-9 3-6-16,-10 1-18 15,-9 0-36-15</inkml:trace>
  <inkml:trace contextRef="#ctx0" brushRef="#br0" timeOffset="167014.82">12878 14658 73 0,'0'0'5'16,"60"-16"9"-16,-20 7-4 0,5-3 0 0,7 2-5 15,5-3 0-15,7-2-3 16,3-2 0-16,4 1 0 16,-1-1 8-16,8 0 6 15,0-1 0-15,2 3-6 0,1-2-5 16,2-1-3-16,1 4-1 15,1-2-1-15,-4-1 1 16,-2 0-1-16,-4 1 0 16,-3 1 1-16,-9 2-1 15,-5 0 0-15,-7 4 0 0,-6 2 0 16,-9 3 0-16,-9 0-7 16,-7 4-28-16,-13 0-19 15</inkml:trace>
  <inkml:trace contextRef="#ctx0" brushRef="#br0" timeOffset="167555.56">12724 14962 101 0,'0'0'2'0,"0"0"5"0,0 0 6 0,0 0 0 0,0 0 0 16,0 0-5-16,0 0-4 15,0 0-4-15,0 0 0 16,0 0 1-16,56-16-2 16,-29 11 2-16,5-2 2 0,7-1 2 15,8-2 0-15,4 2-2 16,10-3 2-16,5 0-2 16,9-2 1-16,6 1 5 15,5-1 1-15,9 1-6 16,6 0-2-16,7 2-2 0,0-4-60 15,1-4-95-15</inkml:trace>
  <inkml:trace contextRef="#ctx0" brushRef="#br0" timeOffset="168351.3">13402 17058 11 0,'0'0'25'0,"0"0"8"0,0 0-8 0,0 0 0 0,0 0 19 15,0 0 7-15,0 0-24 16,0 0-12-16,0 0-2 16,0 0-4-16,0 0-5 0,42-38 0 15,-29 31-1-15,1 0 1 16,-1 0 0-16,1 2-3 16,2 1-1-16,-2 4 0 15,1 0 1-15,-1 0-1 16,0 0 0-16,-2 9-1 15,-1 1 0-15,-6 1 1 0,-4 6-3 16,-1 0 2-16,0-1 1 16,-9 2 1-16,-2-2 2 15,2-2-1-15,3-1 4 16,0-2-1-16,5-1-3 16,1 0-2-16,0 0 3 0,5-2-1 15,4 0-2-15,2-1 0 16,4-2 2-16,1-1-2 15,4-3 0-15,-1-1 0 16,5-1 1-16,2-8-2 0,1-6-2 16,0-3-23-16,-2-3-29 15,-5-2-92-15</inkml:trace>
  <inkml:trace contextRef="#ctx0" brushRef="#br0" timeOffset="168607.93">13835 16973 209 0,'0'0'5'0,"0"0"19"0,0 0-23 16,0 0-3-16,0 0 2 15,0 0 1-15,0 0-1 16,0 0 0-16,10 47 1 0,-2-32-1 16,-1-2 3-16,4-1 4 15,2 0 0-15,1 1-1 16,0-3-4-16,0 0-1 15,0 0 1-15,-3-3-1 16,-5-1-1-16,-1-3 1 0,-2 2-1 16,-3-1 0-16,-3 1 1 15,-10 1-7-15,-8-1-97 16</inkml:trace>
  <inkml:trace contextRef="#ctx0" brushRef="#br0" timeOffset="168742.31">13801 17031 62 0,'0'0'176'16,"27"-39"-174"-16,-8 16 1 15,6 0-2-15,0-1-3 0,2 0-42 16,0 1-72-16</inkml:trace>
  <inkml:trace contextRef="#ctx0" brushRef="#br0" timeOffset="169119.41">14143 16827 242 0,'0'0'15'16,"0"0"6"-16,0 0-17 16,0 0-4-16,0 0-3 0,0 0 3 15,-6 54 0-15,2-29-1 16,1 2 2-16,1 3-1 15,2-1 1-15,0-3-1 16,2-3 1-16,4-4 0 16,4-4 0-16,1-2-1 0,0-6 0 15,1-1-2-15,0-3-2 16,-1-3 2-16,1 0 5 16,-3-3 0-16,-4-3 0 15,-1-2 4-15,0 0 8 16,-4-1 2-16,0 0-3 15,-3-1-3-15,-3 3-7 0,-3 1-3 16,1 5-4-16,-3 1 1 16,-1 0-7-16,-2 10-12 15,2 4-13-15,3 2-2 16,1-5-36-16,4-1-25 0</inkml:trace>
  <inkml:trace contextRef="#ctx0" brushRef="#br0" timeOffset="169361.33">14324 16950 297 0,'0'0'-3'16,"0"0"4"-16,0 0-2 15,0 0-1-15,0 0 1 16,0 0-2-16,0 0 4 0,42 23 0 15,-29-10 0-15,4-5-1 16,0 2 1-16,4-3 0 16,-3-4-1-16,4 0 0 15,-4-3-23-15,-2-3-61 16,-1-9-76-16</inkml:trace>
  <inkml:trace contextRef="#ctx0" brushRef="#br0" timeOffset="169560.12">14457 16867 241 0,'0'0'3'15,"0"0"1"-15,0 0-4 16,-27 38-1-16,19-17 2 16,2 3-1-16,-1 3 0 15,3 0 0-15,0 0 0 0,0-4 0 16,4-2 0-16,0-4-5 15,0-4-24-15,0-6-59 16</inkml:trace>
  <inkml:trace contextRef="#ctx0" brushRef="#br0" timeOffset="169938.69">14526 16911 267 0,'0'0'19'16,"0"0"-17"-16,0 0-1 16,0 0 2-16,0 0-2 15,40-39 0-15,-26 34-1 16,-3 2 0-16,3 1 0 16,3 2-1-16,-4 0 1 0,-1 0-1 15,-2 0-1-15,-1 6-4 16,-3 0-1-16,-2 5-2 15,-2-2 2-15,-2 2 3 16,0 3 3-16,0 0 1 16,-6 2 2-16,0-2-2 15,2 0 3-15,-2 1 0 0,5-3-2 16,0-3 2-16,1-2-1 16,0 0 2-16,4-4-2 15,6-2 0-15,5-1-4 16,5-4 5-16,2-9 0 15,4-4-8-15,1-7-43 0,0 0-79 16</inkml:trace>
  <inkml:trace contextRef="#ctx0" brushRef="#br0" timeOffset="170208.44">14872 16807 129 0,'0'0'1'15,"0"0"1"-15,0 0 0 16,-9 48 1-16,9-33 13 16,0 2 10-16,1-2-4 0,5 1-5 15,1-2 3-15,1-1-4 16,4-2-2-16,-5 0-2 16,3-3-3-16,-4 1-7 15,2-3 0-15,-5 1-1 16,-1-3 0-16,-1-1 1 0,-1 1-2 15,0 1 1-15,-4-1 2 16,-10-1-7-16,0 1-42 16,-5-2-86-16</inkml:trace>
  <inkml:trace contextRef="#ctx0" brushRef="#br0" timeOffset="170329.26">14891 16815 250 0,'0'0'0'16,"39"-41"1"-16,-16 19-4 16,-3 0-98-16</inkml:trace>
  <inkml:trace contextRef="#ctx0" brushRef="#br0" timeOffset="170680.89">15131 16643 215 0,'0'0'20'0,"0"0"-5"0,0 0-14 16,0 0-1-16,-18 49 0 16,12-25 0-16,-3 3 0 15,5 3 0-15,3 2 1 16,1 0 0-16,0-1 3 15,0-4-2-15,7-3 0 0,3-5-1 16,2-5 1-16,2-6-2 16,-1-5 0-16,0-3 1 15,1 0 6-15,-3 0 5 16,0-9-2-16,-4-2 0 16,-3-1 1-16,-4-1 4 15,0 0-8-15,-3 2-2 0,-12 5-5 16,-4 6-23-16,-10 0-51 15,-5 8-145-15</inkml:trace>
  <inkml:trace contextRef="#ctx0" brushRef="#br0" timeOffset="172136.42">15281 16483 151 0,'0'0'-1'0,"0"0"1"0,0 0-1 0,-40-7-13 0,31 4 1 16,-3 2 12-16,2-2 4 15,1-1 8-15,-3-1-2 16,-1 1-4-16,-3 0-4 0,-3 1 0 15,-4 1-8-15,-2 2-15 16,-2-1 0-16,-2 1 10 16,3 0 9-16,-3 0 3 15,0 0 1-15,0 0 1 16,-3 0 11-16,1 0 3 0,-2 0 1 16,-2 0-10-16,0 1-4 15,2 1-2-15,-1 1 0 16,-3 1-1-16,1-1 0 15,0 1 1-15,-5 1-1 0,1 0 4 16,-2 1 8 0,-3-1-1-16,1 3-8 0,0 0-2 15,2 1 0-15,-3 0-1 16,3 0 5-16,-2 1 12 16,-1-1 0-16,1-1 0 15,0-1-7-15,2 4 0 0,0-2-3 16,-1 1-4-16,3 3-2 15,-2 1-1-15,1 0 0 16,1 3 0-16,2-1-1 16,-4-1 0-16,6 2 1 15,0-1 0-15,3 0 0 0,1-2 0 16,-1 0 0-16,0-1 0 16,1 1 0-16,1-1 0 15,-1 1 0-15,1 0 0 16,2 3 0-16,0 2 0 15,0 1 1-15,0 4-1 16,4 0-1-16,-2 3 1 0,1 0 0 16,4-2 0-16,3 0 0 15,1-3 0-15,3 2 0 16,4-2 0-16,2 1 0 16,4-1 0-16,5 2-2 15,0-1-3-15,0-1-2 0,5-1 6 16,6-1-3-16,2-2 3 15,3-1 2-15,0 2 3 16,4-1-2-16,-1-1 0 16,4 3 1-16,4 0-3 15,0-2 5-15,4 2-2 0,0-1-3 16,5 2 2-16,-2-2 1 16,3 0 3-16,2 0 0 15,1-3-1-15,0-1 0 16,3-2-1-16,1-3 0 15,8-2 0-15,2-2 1 0,1 0-2 16,1-2-2-16,2-4 0 16,-1 0 1-16,1 0-2 15,2 0 1-15,-5-5 0 16,3-2 2-16,1-4 3 16,3 1 1-16,-1-4-2 15,3-2-2-15,-2 1 1 0,1-2-2 16,3-2-1-16,-5 2 0 15,1-2 0-15,0 1 0 16,1 0-1-16,-3-3 0 16,2-1 0-16,-1 1 1 0,-4-2-2 15,0-1 2-15,-3 0-1 16,-1-1 0-16,-8 0 0 16,2 0 2-16,-7 1-1 15,-4-2 1-15,-1 1 0 16,-1-1-2-16,-4 0 1 0,-4 0-1 15,-2 0 0-15,-8 0-1 16,-4-1 1-16,-2 0 1 16,-7-1-1-16,-1 0 0 15,-2-2 1-15,0 0-1 16,0 0 0-16,-10-1 0 16,-2-1-1-16,-6 0 0 0,0 2 1 15,-6-1-3-15,-2 3 3 16,-2 2-1-16,-1 3 1 15,-1 2-1-15,-3 4 0 16,-2 4 0-16,0 2 2 16,0 3 1-16,-1 4-4 0,2 4-1 15,-1 0-2-15,4 7-16 16,1 5-9-16,3 1-8 16,0-2-34-16,1 0-61 15</inkml:trace>
  <inkml:trace contextRef="#ctx0" brushRef="#br0" timeOffset="172612.95">14695 16338 29 0,'0'0'4'0,"1"0"2"0,3 0 5 16,1 0-2-16,0 0 1 16,0 0 7-16,2 0 4 15,2 0 2-15,0 0 5 0,2-4 3 16,0-3-7-16,5-3-13 16,2-3-6-16,2-1-3 15,2-7 1-15,4-3-1 16,3-3 1-16,2-7 2 0,3-5 4 15,3-2 0-15,3-7 0 16,5-2 1-16,2-2-6 16,3-3-1-16,1 1-3 15,-4-1-13-15,-3 2-23 16,-6 2-83-16</inkml:trace>
  <inkml:trace contextRef="#ctx0" brushRef="#br0" timeOffset="174627.83">14685 16284 34 0,'2'6'35'0,"2"-5"-22"0,-4 2-3 0,2 1-5 15,1 0-3-15,0 0-2 0,3-1 0 16,-2-1 0-16,-1 0 1 16,3-1 0-16,-2-1 8 15,2 0 13-15,3 0-2 16,1 0-12-16,-1-5-5 15,7-3 0-15,3-3 6 0,4-7-2 16,6-7 2-16,3-2 1 16,7-7 4-16,4-5-4 15,1-6-4-15,9-5-3 16,2-2-5-16,1-6-21 16,-2-4-179-16</inkml:trace>
  <inkml:trace contextRef="#ctx0" brushRef="#br0" timeOffset="175801.36">19892 15172 130 0,'0'-6'24'0,"-3"2"28"0,2 0-16 0,0 1-6 15,1 2-10-15,0 1-6 16,0 0-10-16,0 0-6 15,7 5 1-15,1 8 1 16,3 4-1-16,1 3 2 16,1 7-1-16,0-1 0 0,-1 2 0 15,-2 1 1-15,1-1-1 16,0-2 0-16,0-4 0 16,0-1 0-16,-2-4 0 15,3-4 1-15,-2-3-1 16,1-4 1-16,-3-3-2 0,0-3 0 15,-2 0 2-15,1-7 1 16,-2-7 2-16,-2-4-2 16,3-4 0-16,-5-5 2 15,2-2-1-15,0-3 3 16,1-1-2-16,-1 0-1 16,1 2-3-16,3 1 0 0,-1 6 0 15,3 3-1-15,-2 4-7 16,4 5-25-16,0 5-39 15,-2 3-42-15</inkml:trace>
  <inkml:trace contextRef="#ctx0" brushRef="#br0" timeOffset="177111.8">20292 15216 163 0,'0'0'-1'0,"0"0"1"0,0 0 1 0,0 0 1 16,0 38 0-16,-6-23 3 16,1 3 1-16,-3 1 6 15,3 2-2-15,4-1-4 0,-1-2-1 16,2-4-2-16,0-1-1 16,0-4-2-16,5-1 1 15,4-5 0-15,1-3 0 16,1 0 3-16,3-3-3 15,-1-8 2-15,2-3-1 16,-3-2 0-16,-1-4-2 0,-1-1 1 16,-7 2 1-16,0-2-2 15,-3 3 1-15,0 1-1 16,-3 3 1-16,-4 4-1 16,-3 1 0-16,2 5 2 15,1 2-1-15,-2 2 0 0,6 0-2 16,-1 0 1-16,2 0-1 15,2 2 0-15,0-1-2 16,1-1 0-16,7 0 3 16,3 0 0-16,2-1 1 15,1-6 1-15,1-3-2 0,-1-2 0 16,0-3 1-16,0-2 1 16,0-1 9-16,3-6 3 15,0 0 1-15,1-4-6 16,-2 0-5-16,0-2-2 15,-3 1 0-15,0 4-1 0,-7 2 1 16,1 6-2-16,-6 3 7 16,1 6 1-16,-1 3 1 15,-1 5-5-15,0 0-5 16,0 5-2-16,0 7 0 16,0 9 2-16,-3 5 2 0,2 4 0 15,-1 4-1-15,0 1 1 16,1 2-1-16,1-3 0 15,0 0 1-15,0-4-1 16,0 0 1-16,3-1 0 16,4-4 0-16,2-1-1 0,4-4 1 15,-2-4-1-15,3-3 0 16,-1-4 0-16,1-3-1 16,1-3-1-16,-4-3 1 15,5 0 3-15,2-10-2 16,-4-3 0-16,1-4 1 15,3-3-1-15,-2-1 0 0,-3 0 0 16,-2 2 0-16,-2 1-1 16,-5 3 3-16,-3 3-2 15,-1 3 5-15,0 2-2 16,0 1 4-16,0 5 2 0,-1 0-7 16,-2 1-3-16,0 1 1 15,0 9 0-15,1 1-1 16,1 3 1-16,1-1 1 15,0 4-1-15,0-4 0 16,0 0 0-16,6-3 1 16,-3 1-1-16,4-2 0 0,1-2 1 15,3-3-2-15,0 0-2 16,2-4-4-16,1 0-4 16,-1 0-10-16,-1-4-13 15,-3-7 3-15,-1-2 12 16,-3-2 11-16,-1-1 8 0,1-1 1 15,-3 0 4-15,0 2 3 16,-1 3 6-16,0 2 5 16,0 3-4-16,-1 2 1 15,1 4-2-15,-1 0-4 16,0 1-7-16,0 0-3 16,0 0-1-16,1 5 0 0,-1 4 1 15,1 2 0-15,0 2 1 16,1 0-1-16,-2 4 0 15,0-4 1-15,0 1-1 0,0-3 0 16,0-1 1-16,2-2-1 16,-2-3 0-16,0-1 0 15,0-1-4-15,1-3-8 16,0 0 3-16,1 0 8 16,-1-2 1-16,1-5 0 15,0-3 0-15,2-1 0 0,0 0 1 16,-1-2-1-16,2 3-1 15,0 0 1-15,2 0 0 16,2 3-2-16,1 0 2 16,-2 3-3-16,2 1-18 15,0 1-8-15,-3 2-23 0,-1 0-57 16</inkml:trace>
  <inkml:trace contextRef="#ctx0" brushRef="#br0" timeOffset="177915.67">21103 15138 117 0,'0'0'9'0,"0"0"35"0,0 0-2 0,0 0-13 16,0 0-14-16,0 4-14 16,0 6-3-16,0 0 3 15,-4 5-1-15,2 1 1 16,-1-1-1-16,2 2 1 15,0-5-1-15,1 1 0 0,0-4 0 16,0-2-2-16,0-3-2 16,0-1-7-16,0-3 1 15,1 0 4-15,3-3 7 16,2-5-1-16,-3-4-1 0,4 0 1 16,0-1 1-16,3-3 2 15,0 3-1-15,-1 0 1 16,-1 2-2-16,0 1 1 15,2 5 0-15,-4 0-1 16,1 4 1-16,0 1-2 16,1 0 0-16,-2 0 0 0,0 3-1 15,-1 4 1-15,1 1 1 16,-3 2 0-16,1 0 1 16,-1 1 0-16,-1 0-1 15,-1-1-1-15,-1-1 1 0,0-2-1 16,0-3 0-16,0-2-5 15,0 0 3-15,0-2 4 16,-1 0 1-16,-1-2-2 16,0-3 1-16,1-3-1 15,1-1 1-15,0-1-2 16,0-1 1-16,0-1-2 0,5 0 2 16,2 0 1-16,3 2 3 15,2 0-2-15,1 3 1 16,3 1-1-16,0 0-2 15,2 2-1-15,-2 3 2 16,1 1-2-16,-2 0 0 0,-1 1 1 16,-4 9-1-16,-2 0 0 15,0 3 0-15,-3 3 1 16,-4 0-1-16,-1 0-2 16,0 1-8-16,0-3-5 15,-5-2 1-15,-2-3-10 0,2-3-26 16,-2-4-20-16</inkml:trace>
  <inkml:trace contextRef="#ctx0" brushRef="#br0" timeOffset="178292.44">21476 15178 136 0,'0'0'2'0,"0"0"-1"0,0 0 0 0,0 0-1 15,0 0 0-15,41-9 1 0,-35 5 0 16,3 1 14-16,-1-1 12 16,2-2 1-16,0-1-13 15,1 0-8-15,-2 0-5 16,-1-3 0-16,-2 1-2 16,-1 1 1-16,-2 0 0 0,-3-1 3 15,0 3 1-15,0-2 0 16,-5 3 0-16,-3 1 0 15,-1 4-4-15,0 0 1 16,-3 0 0-16,-1 10-1 16,0 0 0-16,4 4 0 0,2 0 1 15,-1 1 0-15,5-1-2 16,3-1 1-16,0-2 1 16,0 1-1-16,7-3 0 15,4-2 0-15,5-1-3 16,1-6-26-16,0 0-63 15</inkml:trace>
  <inkml:trace contextRef="#ctx0" brushRef="#br0" timeOffset="178539.96">21768 14783 228 0,'0'0'9'0,"0"0"15"0,0 0-23 16,0 0-4-16,0 0 3 15,0 0-3-15,-1 37-29 0,1-26-46 16,0-3-42-16</inkml:trace>
  <inkml:trace contextRef="#ctx0" brushRef="#br0" timeOffset="178703.93">21797 14782 259 0,'0'0'6'0,"0"0"1"16,0 0-7-16,0 0-2 15,0 0-1-15,0 0-10 16,4 38-23-16,-10-21-33 0,-1-3-33 16</inkml:trace>
  <inkml:trace contextRef="#ctx0" brushRef="#br0" timeOffset="179877.96">20544 14701 168 0,'0'0'-1'0,"-40"-25"7"0,20 14 12 15,-4 0-7-15,1-1-4 16,-1 3-5-16,1-1-1 16,-4 1 0-16,0-1 2 0,2 4 6 15,-1 1 1-15,-2 0-8 16,1 5 0-16,-4 0-2 16,-1 2 1-16,-4 9-1 15,-5-1 0-15,0 6 1 16,-1 2-1-16,-2 2-1 15,0 2 1-15,-1 3 0 0,2 1 0 16,0 1 0-16,0 1 0 16,2 0 1-16,2 2-1 15,1 3 0-15,3 2 0 16,4 2 1-16,4 4 1 16,1 1-2-16,3 2 0 0,5 0 1 15,3 1 1-15,4-2-2 16,5 0 2-16,5 0-2 15,1-1 5-15,7-1 5 16,7 1-4-16,5 0-2 16,6 0 0-16,4 2-3 0,4-1 1 15,4 1 1-15,9-1-2 16,2-1 2-16,5 1 0 16,7-5 1-16,5 0-1 15,5-2 0-15,1-1-3 16,4-1 1-16,0-2-1 0,4-5 0 15,2-5 0-15,0-3-1 16,3-8 1-16,4-4 1 16,4-3 0-16,1-4 1 15,3 0 2-15,2-4-1 16,-1-5-2-16,-1-2 1 0,0-3-2 16,-2-3 0-16,-2-3 1 15,-3-4 4-15,-2 0 6 16,-2-3-5-16,-3-4-5 15,-3 0 0-15,-7-4 0 16,-6-3-2-16,-8 0-1 16,-8-5 1-16,-10 2 1 0,-10-6 1 15,-4 1 0-15,-8-6 0 16,-1-2 1-16,-6-1 1 16,-1-5-1-16,-6 2-2 15,-3 1 0-15,-1 2 1 16,-1 1-1-16,-11 1 0 0,-2 1-1 15,-5 3 1-15,-2 2 1 16,-2 4 2-16,-6 1-2 16,-1 5 0-16,-4 3 1 15,-4 2-4-15,-5 2 1 0,-6 3 1 16,-1 1-2-16,-6 4 3 16,0 4-2-16,-2 3 1 15,-3-1 0-15,-3 6 1 16,1 2 0-16,-6-1 0 15,-5 5 1-15,-4 1-3 16,-5 0 3-16,-1 3-3 0,-10 0 2 16,-9 0-2-16,-2 3-1 15,-12 8 3-15,-8 5-2 16,-8 7-8-16,-6-2-42 16,-3-1-98-16</inkml:trace>
  <inkml:trace contextRef="#ctx0" brushRef="#br0" timeOffset="191734.67">17092 14997 57 0,'-2'0'32'0,"1"0"-26"0,-1 0-2 0,2 0-2 16,-2 0 0-16,2 0-1 0,0 0 5 15,0 0-1-15,0 0 5 16,0 0-1-16,0 0-7 16,0 0-2-16,0 0-1 15,0 0 1-15,0 0 0 16,0 0 0-16,0 0-1 16,0 0 2-16,4 0 11 0,1 0 0 15,4-1-4-15,2-2-1 16,2-2 1-16,3 0-4 15,0-2-2-15,3 2 1 16,2-1-2-16,-2 0 0 16,4-1 1-16,-2 3-6 0,-2 0-19 15,0 1-12-15,-4 0-2 16</inkml:trace>
  <inkml:trace contextRef="#ctx0" brushRef="#br0" timeOffset="192103.01">17200 15136 106 0,'0'0'1'0,"0"0"0"0,0 0-1 0,0 0 1 16,37 0-1-16,-24-2 0 16,1 0 1-16,1 1-1 15,3-3 0-15,0-2-14 0</inkml:trace>
  <inkml:trace contextRef="#ctx0" brushRef="#br0" timeOffset="192387.29">17252 15266 35 0,'0'0'2'0,"48"-14"-5"15</inkml:trace>
  <inkml:trace contextRef="#ctx0" brushRef="#br0" timeOffset="192722.41">17189 15463 49 0,'0'0'11'15,"0"0"-11"-15,0 0 2 16,48-29 3-16,-33 20 5 0,2-1 4 15,5-1-3-15,-1 1-3 16,5 0-5-16,0 1-2 16,-1 2-1-16,-4 1-11 15,-2-1-57-15</inkml:trace>
  <inkml:trace contextRef="#ctx0" brushRef="#br0" timeOffset="199171.41">12751 14111 8 0,'0'0'6'0,"0"0"0"0,2 0 8 0,-2 0 3 15,0 0 8-15,0 0 1 0,0 0-6 16,0 0-9-16,0 0-6 16,0 0-3-16,0 0-1 15,0 0-3-15,0 0 1 16,0 0 1-16,0 0-1 16,0 0 1-16,0 0 1 0,2 0-2 15,-2 0 2-15,0 0-1 16,0 0 0-16,0 0 0 15,0 0 1-15,0 0 0 16,0 0-1-16,3 0 0 16,-1 0 1-16,1 0-1 15,1 0 0-15,-1 0 0 0,1 0 0 16,2 0 0-16,-1 0 0 16,4 0 0-16,-2 0 0 15,3 0 1-15,1 0-1 16,3 0 0-16,-3 0 0 15,5-1 2-15,-3-2-2 0,3 0 0 16,-3 1 0-16,3 0 1 16,-2-1-1-16,2 1 0 15,-3-2 0-15,1 0 1 16,-1 3-2-16,-1-2 2 0,0 0 0 16,1 3 1-16,-4 0-2 15,3-1 1-15,-1 1-1 16,2 0 0-16,0 0 0 15,0 0 0-15,3 0 0 16,-1 0 1-16,1 0-1 16,1 0 0-16,0 0 0 0,-1 0 0 15,-2 0 0-15,2 0 0 16,-1 0 0-16,3 0 1 16,1 0-1-16,1-2 1 15,4-1-1-15,3 0 1 16,0-2 0-16,1 0-1 0,2 0 0 15,-3-1 0-15,-1 2 0 16,0-2-1-16,-1 3 2 16,0-1-1-16,-1 0 4 15,5-2-2-15,0 3 2 16,4-2-1-16,1-1 0 16,3 0-2-16,2 1-1 0,-3-2 1 15,-2 2-1-15,1-4 1 16,1 3 0-16,0-1-1 15,0-2 0-15,4 2 3 16,0-1 3-16,1 0-1 0,-1-2-1 16,-2 3-1-16,-1-1-1 15,-5 2-2-15,-3 0 1 16,-2 1 0-16,-3-1 0 16,-2 2 0-16,-2 1-1 15,-4 1 1-15,-1 1 1 0,0 0-2 16,-4-1-13-16,-2-1-58 15</inkml:trace>
  <inkml:trace contextRef="#ctx0" brushRef="#br0" timeOffset="200418.38">12809 14381 47 0,'-2'0'2'0,"0"0"-1"0,0 0-1 0,0 0 2 15,0 0 12-15,1 0 5 16,-1 0-3-16,0 0-1 15,2 0-4-15,0 0-8 0,0-1-4 16,0 1-15-16,0 0 13 16,0 0 1-16,5 0 3 15,1 0-1-15,0 0 0 16,1 0 2-16,3-2 1 0,-2 1 4 16,3-1-1-16,-1-2-1 15,2 3-3-15,-1-1-1 16,1-1 0-16,1 1-1 15,1 0 1-15,-3-1-1 16,2 1 0-16,1-1 0 16,3 1 0-16,-1 1 0 0,1-3 0 15,2 2 0-15,1-1 0 16,0-1 0-16,0 1 1 16,-3 0-2-16,2-1 2 15,0 1-1-15,-2-1 0 16,3 0 0-16,-2-1 0 0,0 1 0 15,2-1 0-15,1 0 0 16,2 1 0-16,0-2 0 16,0 1 0-16,1 0 0 15,0-1 0-15,-1 1 0 16,-1-1 0-16,-2 3 0 0,0-1 0 16,-1-1 0-16,0 3 1 15,-1-1-1-15,1-1 0 16,0 1 0-16,2-4 1 15,1 4-1-15,0-4 0 16,3 2 0-16,2-1 0 0,4 0 0 16,-2 1 0-16,3-1 0 15,-1 1 0-15,2-2 0 16,1 2 0-16,1-1-1 16,0-1 0-16,2 1 1 15,-3 2 1-15,1-2 1 16,-4 1 3-16,-1 1 3 0,-1 0 5 15,-4 0 0-15,-2 1 0 16,0 1-5-16,-2 0-5 16,0-1-1-16,-1 3 0 15,3-3-1-15,-5 2 0 0,4-2 0 16,-3 1-1-16,0 1 0 16,1 0 1-16,-3-2 0 15,4 2-1-15,-2 0-8 16,-1-1-35-16,-1-1-29 15</inkml:trace>
  <inkml:trace contextRef="#ctx0" brushRef="#br0" timeOffset="201621.23">12674 14709 1 0,'0'0'24'0,"3"0"-18"0,2 0 1 0,-1 0 0 16,-2 0-2-16,1 0 4 16,-2 0 4-16,2 0 2 0,-1 0-2 15,0-1-2-15,2 1-6 16,2-2-4-16,-2 2 1 15,3 0-2-15,1-1 0 16,2 0 0-16,-2-2 0 16,2 0 0-16,1 0 0 0,2-3 0 15,-2 3 0-15,3-2 0 16,1-1 1-16,1 1-1 16,-1 0 0-16,1-2 0 15,-1 3 0-15,0-2 1 16,2 0-1-16,-1 1 0 0,-1 0-1 15,3 0 2-15,3-2-1 16,-1 1 0-16,4-1 1 16,1 0-1-16,-1 0 0 15,2-2 0-15,1 4 0 16,3-1 0-16,1-1 0 0,0 1 0 16,3 1 0-16,0 0 0 15,0 0 0-15,1 2 0 16,-2 0 0-16,1-2 1 15,-2 3-2-15,0-3 2 16,2 1-2-16,-2 0 1 16,1 0 1-16,1-1-1 0,0 1 0 15,-1-1 0-15,-2 0 0 16,-1 0 0-16,1 0 0 16,-2 1 0-16,-3-2 0 15,1 1 0-15,-1 0 0 0,2 0 0 16,1-1 0-16,2-1 0 15,-2 1 0-15,2 1 0 16,-1 0 0-16,1-1 0 16,-4 2 0-16,-5 0 0 15,0 0 0-15,-4 1 0 0,-2-1 0 16,-2-1 0-16,-1 1 4 16,1 1 8-16,-2-1 0 15,3 0-2-15,-3 1-6 16,2 0-4-16,-1 0 1 15,-2 2 0-15,1-1 0 16,-5 2-1-16,1 0-1 0,-3 0 1 16,1 0 0-16,0 0-1 15,0 0-4-15,0 0-12 16,-1 0-8-16,1 0-24 16</inkml:trace>
  <inkml:trace contextRef="#ctx0" brushRef="#br0" timeOffset="202617.45">12874 14937 39 0,'7'0'17'0,"4"-1"-14"0,0-1 10 0,0-3 0 15,3 2-6-15,1 1-4 16,-1-1-1-16,1 0 0 0,3 0-2 16,-1 1 1-16,4 0-1 15,-2-1 0-15,2 0 0 16,0 0 1-16,3-1 1 16,1 1 1-16,2-1-1 15,4 0-2-15,-1-2 1 16,5 0 0-16,1-1-1 15,1 3 0-15,1-2 0 0,-1-1 1 16,1 0-1-16,-1 1 0 16,1-1 0-16,-1 0 0 15,3-1 0-15,1 2 0 16,2 0 0-16,2-3 0 0,-3 1 0 16,1 1 0-16,-1 0 0 15,-2 0 3-15,1 3 2 16,-3-2-2-16,4 2-2 15,-1-1 0-15,-3 1 0 16,2 0-1-16,-2-2 0 0,2 1 0 16,-5-1-1-16,0-1 1 15,0 1 0-15,-1-1 1 16,-1 0-1-16,0 0 1 16,-4 0 1-16,0 1-1 15,-1 1 0-15,-2 0 1 0,-1 1-2 16,-5 0 0-16,2-1 0 15,-3 1 2-15,-3 1-2 16,1-1 0-16,-4 2 1 16,-1 1-2-16,-3 0 2 15,-1 1-2-15,-3 0-5 0,-1 0-13 16,-4 0-26-16</inkml:trace>
  <inkml:trace contextRef="#ctx0" brushRef="#br0" timeOffset="203507.7">12816 15213 84 0,'0'0'4'0,"0"0"-4"0,0 0 1 0,0 0-1 16,0 0 0-16,37-4 1 15,-24 1-1-15,1 1-1 16,1-1 2-16,1 1 0 0,3-2 5 16,0 1-2-16,2 0-1 15,0 0-1-15,3-1-1 16,1 1 0-16,1 0-1 15,5-1 2-15,-1 2-2 16,6-3 1-16,2 1-1 0,4-2 1 16,3 2-1-16,2-2 1 15,0-1-1-15,1 1 1 16,2-1 1-16,-1-2 1 16,3 1 0-16,4 0 1 15,1-3 5-15,1 1-4 0,3-3 0 16,-2 1 1-16,5-2 6 15,-3 1 3-15,1-1-7 16,1-1-5-16,-1 3-1 16,-3-1-1-16,-2 1 0 15,-5 2 1-15,-1 2-2 16,-7 1-3-16,-1-2-14 0,-11 2-29 16,-5-2-10-16</inkml:trace>
  <inkml:trace contextRef="#ctx0" brushRef="#br0" timeOffset="204340.42">12832 14182 11 0,'0'0'33'0,"0"0"-5"0,0 0-5 0,0 0-7 0,0 0-11 16,0 0 0-16,0 0-5 15,0 0-8-15,0 0 1 0,0 0 7 16,0 0-2-16,0 0 4 16,15-20-2-16,3 19 0 15,5-2 0-15,3 0 0 16,3-1 1-16,6 0 0 16,4 0-13-16,-1-2 1 15,6 1 5-15,0-2 9 0,4 0-3 16,1-3 1-16,4 0 6 15,2 1 2-15,-2-3-2 16,4 1 0-16,5-2-1 16,-2 0-2-16,0 0 0 15,3-1 2-15,-2-1 1 0,1 1 11 16,-3-1 2-16,0 1 0 16,0 3-15-16,-3-1-2 15,-1 1 0-15,-1 2-2 16,-4 1 0-16,-2 1-1 0,-5 1 0 15,-7 1 0-15,-3 2-1 16,-6 0-5-16,-6 3-15 16,-7 0-32-16,-7-2-35 15</inkml:trace>
  <inkml:trace contextRef="#ctx0" brushRef="#br0" timeOffset="208179">8548 13958 66 0,'-1'0'5'0,"1"0"7"0,-2 0 4 0,0 0-4 15,2-4-2-15,-5 1 4 16,3 0 1-16,-1 2-3 15,1 0-2-15,0 0 0 16,0 1-4-16,2 0-1 0,0 0-5 16,0 0 0-16,0 3-2 15,0 4 1-15,0 2 0 16,0-1 1-16,2 3-1 16,2-1 0-16,1 0 0 15,0 3-1-15,2 3 1 0,1 0 0 16,1 4 1-16,2 2 0 15,1 3 0-15,3 7 1 16,1 5-1-16,0 5 0 16,1 8 1-16,0 5-1 15,4 9 0-15,0 7-2 0,5 5-1 16,1 2 1-16,4 4-3 16,3 0-2-16,1 2 4 15,3-4 2-15,0-2 0 16,3 0 0-16,-1-3 0 15,0 0 0-15,1-3 2 16,1-3 0-16,0 2 0 0,-1-3 0 16,-1 2 3-16,-2-5 3 15,0-1-3-15,-4-3-2 16,-1-3 0-16,-3-5 0 16,-3-6-1-16,-2-6 1 15,-2-7 0-15,-2-7 0 0,-2-5 0 16,1-9-1-16,-4-8-20 15,0-5-55-15</inkml:trace>
  <inkml:trace contextRef="#ctx0" brushRef="#br0" timeOffset="209124.47">9425 13574 57 0,'0'0'10'0,"0"0"5"0,0 0-3 0,0 0-2 16,0 0 1-16,0 0-2 15,0 0-5-15,0 0 0 16,0 0-4-16,0 0 1 0,-40 40 0 15,34-27 0-15,-4 1 0 16,-1 7 0-16,-2 1-1 16,-3 6 1-16,1 3 0 15,-1 5-1-15,-4 5 2 16,2 7-1-16,-5 2-1 0,3 4 0 16,-1 4 2-16,-2 5-2 15,2 2 0-15,2 6 0 16,-3 3 0-16,-1 6 0 15,3 3 1-15,0 1 0 16,-3 0-2-16,3 1 2 0,0 2-1 16,0-1 0-16,-3 1 0 15,-1 0 0-15,-2 6 0 16,1 4 1-16,-3-2-1 16,4-1 0-16,0 2 0 15,0-3 0-15,0 2 0 16,2-5 0-16,3 0 0 0,0-2 0 15,-1-5 0-15,3-5 0 16,1-6 1-16,3-5-1 16,-1-7 0-16,5-5 1 15,-2-5 0-15,3-6 1 0,0-6-7 16,2-8-23-16,1-14-41 16</inkml:trace>
  <inkml:trace contextRef="#ctx0" brushRef="#br0" timeOffset="210042.96">8454 14022 25 0,'0'0'66'0,"0"0"-41"0,0 0 3 0,0 0-10 15,0 0-12-15,0 0-4 16,0 0-4-16,0 0-5 15,0 0-2-15,0 0 6 0,0 0 2 16,0 0 3-16,24 42-2 16,-15-23 1-16,2 2-1 15,5 3 1-15,-1 2 0 16,3 2 0-16,0-1 0 16,4 5-1-16,-1 2 0 0,1 0 0 15,2 3-1-15,-1 3 1 16,4 2 0-16,-2 3-1 15,0 5 2-15,1 6-1 16,2 2 0-16,-3 3-1 16,2 4 2-16,-2-1-1 0,-1 3 0 15,1-3-2-15,-1-2 3 16,-1 1 1-16,-2-4-2 16,4 0 2-16,-2-1-1 15,0 2 1-15,3-1 1 0,-1-1-1 16,1 1 0-16,1 0 1 15,0-5-1-15,-2-1-1 16,-2-5 0-16,1-1 0 16,0-6 0-16,1-7 1 15,-5-4 3-15,2-7 3 16,-4-5 2-16,-2-4-2 0,2-5-1 16,-5-2-1-16,3-5-2 15,-3-2 2-15,3-3 0 16,-3-17-23-16,-1-12-68 15</inkml:trace>
  <inkml:trace contextRef="#ctx0" brushRef="#br0" timeOffset="210804.45">9363 13593 75 0,'0'0'14'0,"0"0"6"0,0 0 8 0,0 0 3 0,0 0-17 15,0 0-11-15,0 0-4 16,0 0 8-16,-36-11-3 16,28 25-4-16,0 4 0 15,-1 5-2-15,-2 5 2 16,-3 5 0-16,-1 7 0 15,-1 5 0-15,-1 9-4 0,-5 2 4 16,1 3 0-16,-3 5-1 16,-1 6 0-16,-1-1 1 15,-2 5 0-15,0 4 1 16,1 6-2-16,-1 4 1 0,-1 6 0 16,-2 4-3-16,-4 7-5 15,1 5-17-15,-4 2-3 16,2 0 11-16,1 0-1 15,2-8 11-15,2-8 0 16,3-9 18-16,2-7-7 0,3-5 2 16,-2-7 0-16,4 0 2 15,0-3 2-15,1-1-3 16,4-3-3-16,-2-1 0 16,5-6-3-16,1-6 1 15,2-5-1-15,5-8 1 16,3-9-1-16,2-7 2 0,0-10-12 15,4-9-31-15</inkml:trace>
  <inkml:trace contextRef="#ctx0" brushRef="#br0" timeOffset="211524.41">8556 14016 15 0,'0'0'94'0,"0"0"-91"0,0 0 9 0,0 0 9 0,0 0 1 15,0 0-16-15,0 0-11 16,0 0 7-16,0 0-1 16,0 0-1-16,27 44 0 15,-12-24 0-15,1 3 1 0,-1 4-1 16,2 5 0-16,0 3 0 15,3 4 0-15,-2 1 0 16,2 2-1-16,1 0 0 16,3 1-2-16,1 2 2 0,-1 3 0 15,3 3-1-15,2 3 2 16,2 0 0-16,0 0 2 16,3 3-4-16,-3 4 0 15,5 3 3-15,-2 1-1 16,-2 5 1-16,3 2 1 15,-3 1-1-15,3-1-1 0,-2-1 0 16,1-4 0-16,-3-5 0 16,0-5 1-16,-3-3 5 15,-1-8 0-15,-1-5 2 16,-1-3-5-16,-3-5 0 16,1-6 2-16,1-6-2 15,-5-11-22-15,2-10-50 0</inkml:trace>
  <inkml:trace contextRef="#ctx0" brushRef="#br0" timeOffset="212313.41">9416 13476 121 0,'0'0'-21'0,"0"0"18"0,0 0 5 0,0 0-7 15,0 0-2-15,0 0-3 16,0 0 9-16,0 0 1 16,0 0 0-16,-41 22 0 15,33-12 0-15,1 0 1 16,-1 4 0-16,-2 2 2 0,-1 5-2 16,-2 4 0-16,-3 5-1 15,1 4 1-15,-7 4-1 16,1 5 2-16,0 3-2 15,-2 8 4-15,-2 2 0 16,-2 3 1-16,2 5-4 0,-4 5 1 16,0 6 0-16,3 6-2 15,-5 6 3-15,0 8-2 16,0 3-2-16,-1 0-3 16,-2 4-2-16,2 1-1 15,1-3 5-15,2-3 2 0,3-4 1 16,-1 0 1-16,4-2 4 15,1-7 3-15,3-5-4 16,2-3-1-16,2-4 3 16,-1-4 0-16,5-3 0 15,1-2-3-15,4-2 0 0,0-4-1 16,4-1-1-16,1-4-1 16,1-5 1-16,0-3 0 15,0-6-1-15,0-7-1 16,3-4 2-16,5-7-2 15,-3-6-3-15,4-7-9 0,-4-7-55 16</inkml:trace>
  <inkml:trace contextRef="#ctx0" brushRef="#br0" timeOffset="-204648.63">7242 3256 45 0,'-7'0'6'0,"0"0"14"0,1 0-6 0,1 0-4 16,0 0 1-16,1 0 0 0,0 0 5 15,2 0 1-15,0 0-2 16,2 0-2-16,0 0 1 16,0-1-5-16,1-3-7 15,8 1-1-15,3 0 0 16,-1-3-1-16,7 2-1 0,-2-1 3 16,2 0-3-16,1 2 2 15,-1 0-1-15,3 0 3 16,-4 0-2-16,1 3-1 15,-3 0 1-15,0 0-1 16,-2 0 0-16,-2 8 0 0,0-1 0 16,-2 1 0-16,-3 4 0 15,-3-1 1-15,2 3-1 16,-5 0 0-16,0-1 0 16,-5 3 4-16,-2-4-4 15,-4 0 1-15,-3-2-1 16,1 0 0-16,-1-3 0 0,4-3 0 15,3-1 1-15,0-3-1 16,3 0 0-16,-1 0 1 16,1 0 1-16,3 0-1 15,1-3-1-15,0-2-1 0,0-2-1 16,2-2 1-16,8 0 0 16,-1 0 0-16,2 0 1 15,-1-1-2-15,3-1 1 16,-1 2 0-16,-2-2 0 15,1 2 1-15,-3-1 0 0,2 0 0 16,-4 2 1-16,3-2-1 16,0 0-1-16,1 3 2 15,0-2-1-15,-1 1-1 16,-1 1 2-16,0 1-2 16,-5-1 1-16,1 3 0 0,-2-1-1 15,-2 2 2-15,0 0-1 16,0 1 0-16,0 0 1 15,0 2 1-15,-4 0-3 16,1 0 2-16,-3 0-1 16,0 6-1-16,0 1 2 15,0 3-1-15,3 0 0 0,-3 0 0 16,2 3 0-16,2-3 1 16,1 4 0-16,-1-3-1 15,2-1 0-15,0 2 0 16,0-3 0-16,5 0-1 0,3-2 2 15,1 0 0-15,1 0-1 16,1-1 1-16,-1 1-2 16,2-2-1-16,-1-3-29 15,0 0-43-15</inkml:trace>
  <inkml:trace contextRef="#ctx0" brushRef="#br0" timeOffset="-204463.32">7735 3263 111 0,'0'0'59'0,"0"0"-40"0,0 0-18 0,0 0 7 0,0 0 2 16,5 36-3-16,-9-15 1 16,-1 8-5-16,-3 6-3 15,1 0 1-15,-5-3-6 16,5-5-140-16</inkml:trace>
  <inkml:trace contextRef="#ctx0" brushRef="#br0" timeOffset="-203858.38">8708 3159 66 0,'0'0'10'0,"0"0"13"0,0 0 3 0,0 0 1 16,0 0-3-16,0 0-9 16,0 0-4-16,21-38-7 15,-11 31 1-15,1 4-2 16,1-1-1-16,-1 2 0 16,-2 2 1-16,2 0-2 0,-2 0-1 15,-3 6 1-15,3 4-1 16,-3 0 1-16,2 3-1 15,-4-2 1-15,-3 2-2 16,1-1 2-16,-2-1-1 16,0-1-1-16,-9 1 4 15,-3 0-4-15,-1-2 1 0,-3 2-4 16,5-5-13-16,4-2-15 16,4-4-19-16,3 0-71 15</inkml:trace>
  <inkml:trace contextRef="#ctx0" brushRef="#br0" timeOffset="-203544.75">8952 3073 0 0,'0'0'61'16,"0"0"-59"-16,0 0-1 15,0 0 6-15,-43 7 6 16,34 0 0-16,-2 2 0 16,0 2-1-16,2 0-1 0,2 2 1 15,1-1-3-15,-2-2-1 16,6 0-3-16,0-2 4 16,2-1-3-16,0 0-2 15,0 0 1-15,5-1 2 16,4 1-6-16,2 0 1 0,3 0-1 15,1-1 0-15,3 0-1 16,0-2-5-16,2-1-65 16</inkml:trace>
  <inkml:trace contextRef="#ctx0" brushRef="#br0" timeOffset="-203111.99">9052 3232 141 0,'0'0'4'0,"0"0"8"16,0 0 3-16,0 0-2 0,0 0 0 16,0 0 2-16,0 0-13 15,0 0-1-15,13-26 0 16,-7 25 1-16,2 1 1 16,-1 0-3-16,1 0 1 15,-2 0-1-15,0 4 0 16,-1 3 0-16,-3 0 1 0,2 2-2 15,-4 1 0-15,0-1 1 16,0 2 1-16,-3 0-1 16,-3-2 1-16,-2 2-1 15,0-4 1-15,1 2-1 16,1-1 0-16,-2-2 1 0,2-2-2 16,2 1 2-16,0-1-1 15,1-3 0-15,1 1 0 16,2 0 1-16,0-2-1 15,0 0-3-15,0 0 1 0,7 0 3 16,2 0 0-16,2 0 0 16,2 0 1-16,3 0 2 15,-1-3 1-15,6 2-3 16,1 1-1-16,5 0-1 16,-3-3 0-16,3-1-67 0</inkml:trace>
  <inkml:trace contextRef="#ctx0" brushRef="#br0" timeOffset="-202349.07">9979 3093 188 0,'0'0'-5'0,"0"0"13"0,0 0-7 0,0 0 5 0,39-33-3 15,-24 26 6-15,0-1-1 16,4 1-4-16,1 1-1 16,0 1-1-16,2 1-2 15,-1 3 4-15,-2 1-3 16,0 0-1-16,-4 4 0 0,-1 6 0 15,-3 3 0-15,-2 1 0 16,-5 0 0-16,-1 3 0 16,-1-4 0-16,-2 1-1 15,0-1 2-15,-4-3 1 16,1-3-1-16,-4 0-2 0,0-1 2 16,3-3-2-16,2-1 1 15,-2-1 1-15,4-1 0 16,0 0 2-16,0 0 0 15,0-6-3-15,4 0 0 0,3-4 0 16,4-1-1-16,-2-2 2 16,2-2-1-16,0 0-1 15,0 1 0-15,-2 1 0 16,-3 2 1-16,-1 1 0 16,0 1 1-16,-5 2-1 15,2 2 2-15,-2 1-1 16,0 2 4-16,0 1-1 0,0-1 3 15,0 2-2-15,0 0-5 16,0 2-3-16,0 5 6 16,0 0-3-16,0 4 0 15,0-1 0-15,0 3 0 0,0 1 0 16,2 2 0-16,3-1 0 16,3-2-6-16,2 0-21 15,3-4-66-15</inkml:trace>
  <inkml:trace contextRef="#ctx0" brushRef="#br0" timeOffset="-201915.91">10482 3134 202 0,'0'0'3'0,"0"0"8"0,0 0-2 15,0 0-2-15,0 0 0 16,41-38 5-16,-33 35-7 15,2 1-3-15,1 2 1 16,-4 0 0-16,1 0-3 16,-1 8 0-16,0 2 0 15,-3 1 0-15,-1 0-3 0,-3 3-5 16,0-2-3-16,0 0 7 16,-7-1 2-16,-2-2 1 15,0 1 1-15,0-4 0 16,3 1 0-16,-1-3 2 15,4-1-2-15,1 0-1 0,2-2 2 16,0 0-4-16,5 0 0 16,8-1 1-16,0 0 2 15,3 0 5-15,0 1-3 16,0 1-1-16,-1 1 0 16,-5 1-1-16,-2 0 0 15,-4 0 1-15,-4 2 0 0,0 1 0 16,-8 0 1-16,-13 3 2 15,-3 1-3-15,-5 1 0 16,-1-1-2-16,1-1-9 16,5-6-70-16</inkml:trace>
  <inkml:trace contextRef="#ctx0" brushRef="#br0" timeOffset="-200863.16">11793 2874 3 0,'0'0'26'0,"0"0"-14"0,0 0 11 16,0 0 0-16,0 0-8 15,0 0-5-15,0 0-7 16,0 0 1-16,0 0-2 16,0 0-1-16,0 0 0 15,0 0 0-15,2 2 7 0,-2-1 1 16,0-1-8-16,1 4-1 15,-1 0 2-15,1 2-2 16,1 1 1-16,0 2 1 16,0 1-2-16,0 0 2 15,2 1 0-15,2-1-1 0,-2-3 1 16,1 2 1-16,3-2 0 16,0-2 2-16,1 1 3 15,3-3 1-15,0-3 0 16,3 0 0-16,-1 0 0 15,1 0-1-15,3 0-1 16,0-7-4-16,-2 0 1 0,0-2-4 16,-1-1 3-16,-2 2-3 15,1-1 1-15,-5-1 0 16,-2 2 0-16,1 1 0 16,-4 0 0-16,-2 2 2 0,0 2 4 15,-2 2 1-15,1-2-3 16,-1 3 0-16,0 0-3 15,0 0-2-15,0 0-4 16,0 0 3-16,0 3 1 0,0 4 0 16,0 2 0-16,0 0 0 15,0 3 0-15,0 1 0 16,0 1 0-16,0 0 0 16,0 3 0-16,0-1 0 15,0-2 0-15,0 2 0 16,0-2 0-16,0 0 1 0,0-1-1 15,-1-2 0-15,-1 2 1 16,-1-2 0-16,-4-1-1 16,0 0 2-16,-6 0-1 15,-1 2 1-15,-3-1-2 16,-8 3 0-16,0 1-1 0,-3-1-2 16,-1-2-54-16</inkml:trace>
  <inkml:trace contextRef="#ctx0" brushRef="#br0" timeOffset="-199673.79">7262 3869 0 0,'-8'-2'19'0,"2"-2"4"0,1 2-4 0,2-2-5 0,0 1 0 0,1 0-2 15,0 2 3-15,2-1-3 16,-2-1-6-16,2 2-1 15,0 0-2-15,0-1-1 16,0 2-1-16,4-1-1 16,2 1 1-16,4-1-2 15,-1 0 1-15,4 1 0 0,3-1 0 16,1 0 0-16,6-1 3 16,4-1 0-16,2-1 0 15,2 1 0-15,3-2-3 16,3 0 1-16,1 1 1 15,3-3-2-15,1 3 0 0,8-2 0 16,-1 0 1-16,4-1-2 16,3 2 2-16,1-1-1 15,2 0 0-15,2-1 0 16,0 2 0-16,1 0 0 16,3-2 0-16,-2 0 0 0,5 3 1 15,-1-2-2-15,5 0 1 16,0-1 1-16,3 2-1 15,4-3-1-15,-1 1 1 16,3 0 1-16,1 0-1 16,0 2 0-16,2-1 1 15,5 0-1-15,-2-1 0 0,5 0 2 16,2 0-4-16,2 0 4 16,2-2-2-16,2 2 0 15,6 0 3-15,2 0 5 16,5 0 1-16,1 1 1 0,-2 0-3 15,3 2 1-15,2 0 0 16,-3 0-1-16,0 1-1 16,2-2-1-16,-1 1 0 15,-3 0-2-15,1 0 2 16,-1-2-3-16,-8 2 1 0,-1-3-2 16,-4 1 1-16,-7-1 0 15,-8 1 0-15,-9-1-1 16,-6 2-1-16,-9 0 0 15,-9 1-4-15,-10-2-20 16,-10-2-33-16,-11 1-36 16</inkml:trace>
  <inkml:trace contextRef="#ctx0" brushRef="#br0" timeOffset="-198721.67">8100 3093 57 0,'0'-6'5'0,"0"0"14"0,0 1 6 16,0-1-2-16,0 2-8 15,0 0 1-15,0 1-5 16,0 0 0-16,0 3-2 16,0 0 0-16,0 0-4 0,0 0-6 15,0 0-2-15,0 0 2 16,-2 10 2-16,0 2 0 16,-1 4-1-16,1 3 0 15,-4 3 1-15,0 2-1 16,2 2-1-16,-2 2 2 0,1 4-1 15,1 1 1-15,0 6-1 16,4 7 1-16,0 4-1 16,0 5 0-16,8 3 1 15,7 5-2-15,1 6 1 16,3 4 1-16,0 2-1 0,-1 3 2 16,-2 1-2-16,-2 4 1 15,-5 2 1-15,-1-2 1 16,-4 3 2-16,4 6 5 15,-4 0-1-15,5 0 0 16,-1 3-5-16,5 4-3 0,1-1 0 16,-2 0 0-16,1 0 0 15,-2-3-1-15,3-9 0 16,-6-11-1-16,2-13 0 16,1-12-5-16,0-15-16 15,1-16-18-15,3-16-34 0</inkml:trace>
  <inkml:trace contextRef="#ctx0" brushRef="#br0" timeOffset="-198022.49">9444 2901 179 0,'0'0'9'0,"0"0"9"0,0 0-2 16,0 0-9-16,0 0-2 16,0 0-5-16,0 0-6 0,0 0 6 15,0 0 0-15,0 0 1 16,-5 53-2-16,7-14 1 15,1 10 0-15,3 9 0 16,-4 13 1-16,1 10-1 16,1 11 0-16,2 7 0 0,4 8 0 15,0 7 0-15,5-2 0 16,2 0 0-16,4-4 2 16,3-4 1-16,0-9-1 15,0-8 6-15,0-5-7 16,-2-1 3-16,-4-8-2 15,-2-4 0-15,-6 2-1 0,-5 1 1 16,-4 1-2-16,-1 1 1 16,-1-3-3-16,-6-5-30 15,-1-10-72-15</inkml:trace>
  <inkml:trace contextRef="#ctx0" brushRef="#br0" timeOffset="-197246.97">11063 2694 162 0,'0'0'4'0,"0"0"9"0,0 0-1 0,0 0-5 0,0 0-2 16,0 0-3-16,0 0-1 16,0 0-2-16,0 0-3 0,0 0 5 15,0 0 0-15,-23 18-1 16,17 5 0-16,-4 8 0 16,3 2 0-16,-2 5 0 15,-2 2 1-15,4 4-1 16,-2 4 0-16,2 2 0 15,0 4 0-15,1-1 0 0,-1 2 0 16,3 0 0-16,0 5 0 16,-1 3 0-16,2 3 0 15,1 2 0-15,0 6 0 16,2 5 1-16,0 1-1 16,0 4 0-16,0-1 3 15,0 3 0-15,8-4 1 0,4-3 2 16,2-5 0-16,2-2-1 15,-1-3 1-15,3-3-2 16,-3-2-1-16,-1-2 1 16,-3 1-2-16,-7-2-1 0,-2 0 0 15,-2 4 1-15,-10-7-10 16,-5-9-53-16,1-14-80 16</inkml:trace>
  <inkml:trace contextRef="#ctx0" brushRef="#br0" timeOffset="-196501.62">12461 2624 122 0,'0'0'-7'0,"0"0"12"0,0 0-1 0,0 0 1 16,0 0 11-16,0 0 1 0,0 0-12 16,0 0-5-16,0 0 1 15,0 0 1-15,0 0-2 16,0 0 0-16,-33 61 0 16,27-24 0-16,-1 3 0 15,3 4 0-15,-2 3 0 16,1 4 0-16,1 3 0 15,-1 4 1-15,1 3 1 0,-1 3 0 16,1 3 3-16,0 5 2 16,2 2 1-16,1 4-2 15,1 3-1-15,0 0-1 0,0 6-1 16,7-2 1-16,6-3 2 16,3 1-1-16,-1 0 1 15,1 1-2-15,1-3 0 16,-4-1-1-16,-1-2 3 15,-2-1-1-15,-6-2 3 0,-2-7 0 16,-2-1-3-16,0-6-1 16,0-3-3-16,0-3-1 15,-2-5 0-15,-12-9-4 16,-3-9-43-16,-8-15-151 16</inkml:trace>
  <inkml:trace contextRef="#ctx0" brushRef="#br0" timeOffset="-195661.56">7754 5473 198 0,'0'0'14'0,"-38"3"-4"0,24 0-6 16,1 4-4-16,1 0-1 15,2 2 0-15,3-2-1 16,1 0-4-16,3-3-4 0,3-1-8 15,0-1-4-15,3 0 8 16,9-2 11-16,4 0 2 16,6 0 1-16,5-4 0 15,5-2 0-15,5-2 1 16,6-4-2-16,1 1 6 0,10 1-3 16,2-3 17-16,7 0-11 15,6 0-3-15,5 1-2 16,8 0-1-16,8-1-2 15,2 1 1-15,6 1 1 16,8-1-5-16,2-3 2 0,0 1 0 16,1-1 2-16,1 0-1 15,-1 1 1-15,-1-1 6 16,0 4 11-16,2-2-7 16,1 3-3-16,0 3-3 15,3-2-2-15,0 2-2 0,-1-4 1 16,2 4-2-16,-3-3 3 15,-5 0-3-15,-2 0 1 16,0-1 0-16,-4 2 0 16,4-2 4-16,-1 1-1 15,2 0-1-15,1 0-2 16,0 2 0-16,-2-2-1 0,-2-1-1 16,-2-1 2-16,-2-1 1 15,-6-1-2-15,-3-2 6 16,-4 1 4-16,-3 0-5 15,-2 0 0-15,-7 3-5 16,-5-2 2-16,-5 3-6 0,-12-3-25 16,-14-6-70-16</inkml:trace>
  <inkml:trace contextRef="#ctx0" brushRef="#br0" timeOffset="-194707.53">6837 2921 74 0,'2'-1'14'15,"0"-1"-2"-15,-1 2 3 0,3 0-7 16,1 0-6-16,1 0 1 0,1 0 1 15,2 7-2-15,0 5-1 16,0 2 1-16,-3 7 1 16,3 6 1-16,-3 9-1 15,0 5-1-15,0 7 0 16,-1 6 0-16,-1 10 2 0,1 11 0 16,2 8 1-16,0 12 1 15,1 11 1-15,3 9 3 16,3 3-4-16,1 4-2 15,5 3 1-15,-1-1 0 16,2-2 3-16,0 0 4 0,-1-2-1 16,-2-4 1-16,2-1-3 15,-2-6-2-15,-2-6-3 16,-1-4-1-16,-3-2-1 16,0-8-1-16,-4-9 0 15,-1-8-2-15,-1-11 1 0,-4-17-9 16,-2-24-60-16</inkml:trace>
  <inkml:trace contextRef="#ctx0" brushRef="#br0" timeOffset="-193738.44">6786 2820 157 0,'0'0'-30'0,"0"0"31"0,0 0-3 0,0 0-1 0,0 0 3 16,0 0 0-16,0 0 16 16,0 0-1-16,53-10-8 15,-26 3-3-15,5 0-3 16,8 0-2-16,7 1 2 16,7 1 0-16,8 0-1 0,5 1 1 15,11-3-2-15,5 0 2 16,9-2-1-16,12-2 0 15,10-1 2-15,9-2-6 16,9-4 6-16,12-2-2 16,14-3 2-16,6-4 0 0,7 0-2 15,2 0 1-15,2 0-1 16,3 3 1-16,-4 1 1 16,-6 2 1-16,-1 4 5 15,-1 0 3-15,-4 4-10 16,0 2 3-16,-7-2-3 15,-1 3-1-15,-3 0 0 0,-6-2 0 16,-4-1-1-16,-7-2 1 16,-6 1-1-16,-5 0 2 15,-3-3-1-15,-8 3 0 16,-5-2 1-16,-3 1 0 16,-6-1 0-16,-4 2 4 0,-3-2-1 15,-6 1-1-15,-3 0-2 16,-5 0 1-16,-6 4-2 15,-8-1 0-15,-6 2 0 16,-7 3 0-16,-10-3 1 16,-4 6-1-16,-5-1 0 0,-4 3 0 15,-4 2 0-15,0 0 1 16,-5 0-2-16,-1 4 1 16,-2 3 0-16,-1 6-1 15,-3 0-1-15,-4 2 2 16,1 5-2-16,0 3 2 15,-2 5 1-15,0 6-1 0,1 9 1 16,-3 6-1-16,0 6 0 16,-2 11 0-16,-2 8 2 15,0 13-1-15,-8 8-1 16,-7 12-1-16,-7 9-6 0,-6 3-32 16,-9 5-13-16</inkml:trace>
  <inkml:trace contextRef="#ctx0" brushRef="#br0" timeOffset="-192293.72">5439 4171 7 0,'0'0'16'0,"0"0"6"0,0 0-6 16,0 0-1-16,0 0 8 15,0 0-6-15,0 0 0 16,0 0 1-16,0 0-1 15,0 0-3-15,0-23 2 0,-1 23-3 16,1 0-7-16,0 0 0 16,0 0-5-16,0 0-3 15,0 0-1-15,5 0 2 16,1 6 1-16,3-1 0 16,3 2 0-16,-1 2 0 0,0-2 0 15,2 2 0-15,-2-1 0 16,1-1 0-16,-4-1 0 15,3-2 0-15,-1-2-1 16,1-2-3-16,-2 0 1 16,5-9 2-16,1-8 0 15,3-7 3-15,2-3-2 0,2-7 1 16,1-3 1-16,3-1 0 16,2-5 2-16,1 0 6 15,2 0-2-15,3 1-2 16,1 1-2-16,-2 6-4 15,-2 6 1-15,-3 9-5 0,-7 9-25 16,-7 7-36-16,-7 4-39 16</inkml:trace>
  <inkml:trace contextRef="#ctx0" brushRef="#br0" timeOffset="-191780.36">5537 4124 83 0,'0'0'1'0,"0"0"-1"0,0 0 0 0,2 45 1 16,2-32-1-16,5 0 0 15,0-5 0-15,0-2 0 16,0-4 0-16,4-2 1 0,1-2 13 16,4-8 3-16,-1-8-5 15,6-5-2-15,4-5 0 16,2-6 1-16,4-5 2 16,1-5 1-16,6-5 1 15,1-3 1-15,-1-3 0 16,-1-2-2-16,2 3-8 0,-7 6-1 15,-3 5-2-15,-2 8-1 16,-3 9-2-16,-7 9-5 16,-5 6-36-16,-8 5-75 15</inkml:trace>
  <inkml:trace contextRef="#ctx0" brushRef="#br0" timeOffset="-188491.54">7595 3584 109 0,'2'0'-7'0,"-2"0"-13"0,1 0-21 0</inkml:trace>
  <inkml:trace contextRef="#ctx0" brushRef="#br0" timeOffset="-188021.58">8954 3401 82 0,'0'0'0'0,"0"0"1"16,0 0-1-16,0 0 1 0,0 0 4 16,0 0 9-16,0 0-4 15,0 0 2-15,0 0 1 16,-6 2-1-16,4-1-7 15,1 0-3-15,1 2-4 16,0 0 1-16,0-1 0 0,0 2-2 16,0-1-6-16,5-2-10 15,3-1-21-15</inkml:trace>
  <inkml:trace contextRef="#ctx0" brushRef="#br0" timeOffset="-186470.22">11998 3245 42 0,'0'0'24'0,"0"0"-13"0,0 0-7 16,0 0-1-16,2 0 1 15,0 0-1-15,1 0 0 0,-1 0-2 16,0 0 0-16,-2 0 0 16,0 0 1-16,0 0 0 15,0 0 3-15,0 0-3 16,0 0-1-16,2 0 1 16,-2 0 0-16,0 0 4 0,0 0 8 15,0 0-3-15,0 0-5 16,0 0-1-16,0 0-2 15,0 0-3-15,0 0 0 16,0 0 0-16,0 0 0 16,0 0-1-16,0 0 1 0,0 0 0 15,0 0 1-15,0 0-1 16,0 1 0-16,0-1-1 16,0 3-6-16,0-3-11 15,0 2-3-15,0-2-14 16</inkml:trace>
  <inkml:trace contextRef="#ctx0" brushRef="#br0" timeOffset="-182782.94">7429 4023 88 0,'0'-4'19'0,"0"2"-3"0,-2 1-2 0,2-2-4 0,-2 3-2 16,2-1 2-16,0 1-4 15,-4-2 3-15,2 2 4 16,1-1-6-16,-3 1-3 15,2-2 4-15,-2 2-2 16,1-1-2-16,0 1-2 0,1 0-2 16,2-1 2-16,0-1 0 15,0 2 4-15,0-1-2 16,0-2-5-16,0 2-5 16,6-1 4-16,2 1 5 15,-3-1-3-15,3 1 2 16,0 1-1-16,2 0-1 0,-3 0 0 15,1 1 0-15,0 5-3 16,-4 1-3-16,-2 1-2 16,-1 3 1-16,-1 0 1 15,0-1 10-15,-3 4-4 16,-7 0 0-16,2-1 0 0,-3 3 0 16,-3-1-1-16,3 1 1 15,-1-2-6-15,0 0-10 16,5-1 2-16,-1-3 7 15,5-3 7-15,1 0 0 16,-1-4 0-16,3 0 0 0,0-2 0 16,0-1 0-16,0 0 0 15,5 0 0-15,4 0 8 16,-2 0 1-16,3 0 1 16,4-7-1-16,-1 0 2 15,3 0-1-15,0-3-4 0,2 3 4 16,2-3-1-16,-2 2-6 15,4 2-1-15,-1 0-2 16,0 5 0-16,0-1 0 16,-3-1-21-16,-5-1-82 15</inkml:trace>
  <inkml:trace contextRef="#ctx0" brushRef="#br0" timeOffset="-181372.07">8820 3804 95 0,'0'-4'8'0,"0"0"26"0,0 4 0 0,0-1-9 16,0 1-4-16,0 0-10 15,0 0-7-15,0 0-4 16,0 5-1-16,0 8 2 15,0 0-1-15,0 2 3 0,0 1-1 16,0 1-2-16,0-1 0 16,0-2 1-16,2-4-1 15,1 1 0-15,1-1 0 16,2 0 0-16,1-3 0 16,0-1-1-16,4-2 1 15,0-2-1-15,3-2 2 0,3 0 2 16,0 0 0-16,2-2 1 15,1-5-1-15,-2 0-1 16,0 0 0-16,0-2-2 16,-3 1 0-16,1 0 0 0,-2 0 0 15,0 0-6-15,-2-1-32 16,-3 2-40-16,-2-6-54 16</inkml:trace>
  <inkml:trace contextRef="#ctx0" brushRef="#br0" timeOffset="-181145.59">9063 3806 162 0,'0'0'4'15,"0"0"2"-15,0 0-6 16,0 0 1-16,0 0 2 15,-2 47 0-15,4-29 1 16,3 3-1-16,-2 1-3 0,5-1 1 16,-3 1-2-16,3-3-9 15,4-6-53-15</inkml:trace>
  <inkml:trace contextRef="#ctx0" brushRef="#br0" timeOffset="-180774.9">10047 3824 195 0,'0'0'0'16,"0"0"-3"-16,0 0 2 0,0 0 0 15,0 0 1-15,0 0 0 16,0 0 0-16,38 0 0 16,-27 0 0-16,-2-3-30 15,5-2-72-15</inkml:trace>
  <inkml:trace contextRef="#ctx0" brushRef="#br0" timeOffset="-180584.41">10425 3827 254 0,'0'0'1'16,"0"0"-1"-16,0 0 0 16,0 0 0-16,0 0-2 15,0 0-25-15,0 0-22 0,0 0 17 16,4 4-36-16</inkml:trace>
  <inkml:trace contextRef="#ctx0" brushRef="#br0" timeOffset="-180426.35">10646 3803 291 0,'0'0'-36'0,"0"0"-43"16,0 0-56-16</inkml:trace>
  <inkml:trace contextRef="#ctx0" brushRef="#br0" timeOffset="-179457.1">11561 3674 73 0,'0'0'28'0,"0"0"9"0,0 0-9 0,0 0-9 15,0 0-9-15,0 0-6 16,0 0-2-16,0 0 0 0,0 0-1 16,0 0 0-16,0 0-2 15,0-13-1-15,0 14 3 16,2 4-1-16,4-1 1 16,0 3 1-16,1-3 1 15,-1-1-2-15,2 0 0 16,-1-3-2-16,-1 0 7 15,0 0 10-15,4-3 4 0,-5-7-8 16,3 1-6-16,-3-3 0 16,1-1-2-16,-1 2 1 15,-2-2 0-15,-2 4-3 16,1 2-1-16,-1 2 0 0,-1 2 0 16,0 1 1-16,0 2-2 15,0 0-6-15,0 0-14 16,0 0 6-16,0 2 14 15,0 5-2-15,0 4 2 16,0 2 2-16,0 3 0 0,-2 2 0 16,1-1-1-16,1 3-2 15,0-3 4-15,0 1-3 16,0-2-2-16,0 0 4 16,1-3-2-16,-1 1 0 15,1 0-2-15,-1 2-13 0,0-1-48 16,-6-3-22-16</inkml:trace>
  <inkml:trace contextRef="#ctx0" brushRef="#br0" timeOffset="-179308.04">11553 3914 214 0,'0'0'1'0,"0"0"2"0,0 0 0 0,49-18-1 16,-22 10 0-16,7-2-2 15,-3 0 1-15,3-1-24 0,-1 0-106 16</inkml:trace>
  <inkml:trace contextRef="#ctx0" brushRef="#br0" timeOffset="-178354.32">7541 4482 10 0,'0'0'21'0,"0"0"2"0,0 0-1 15,0 0 2-15,0 0 0 0,0 0-2 16,0 0 2-16,0 0-4 16,0 0-5-16,0 0-5 15,0 0 0-15,0 0 4 16,-25-33-2-16,23 33-11 15,0 12-3-15,-2 2 3 0,1 4 0 16,0 6 0 0,2 2 1-16,-1 0 0 0,2 2-1 15,0-4-1-15,0 3 0 16,0-3 0-16,0 2 0 16,3-4-2-16,5-6-36 15,-2-3-60-15</inkml:trace>
  <inkml:trace contextRef="#ctx0" brushRef="#br0" timeOffset="-177236.85">9025 4314 120 0,'0'0'6'0,"0"0"20"0,0 0-10 0,0 0-7 15,0 0-6-15,-38-14 0 16,27 14-2-16,0 3-1 16,-2 5 1-16,-1 1-1 15,-3 2 0-15,1 4 1 0,2 3-1 16,-1 2 1-16,4 3-1 15,4 1 0-15,1 1 0 16,5-1 0-16,1-4-1 16,1-2 0-16,10-5-4 15,2-5-1-15,4-4 6 0,4-4 1 16,-2 0 1-16,4-4 1 16,0-8 0-16,-2-2-1 15,2-1 0-15,-5-3 0 16,-4 1 5-16,-1-4 6 0,-6 1 2 15,-1 0-3-15,-6-1-3 16,0 0 0-16,0-2-5 16,-8 5 2-16,-4-1-5 15,-1 8 0-15,-5 2-2 16,2 9 0-16,-4 0-13 16,0 5-44-16,0 4-34 15</inkml:trace>
  <inkml:trace contextRef="#ctx0" brushRef="#br0" timeOffset="-176845.93">10027 4314 199 0,'0'0'-12'0,"0"0"26"0,0 0-2 0,0 0-3 0,0 0-8 16,0 0-6-16,0 0 4 16,0 0 3-16,46 0-2 15,-16 0 0-15,7-7-58 16</inkml:trace>
  <inkml:trace contextRef="#ctx0" brushRef="#br0" timeOffset="-176154.33">11645 4159 149 0,'0'0'-5'0,"0"0"15"15,0 0 4-15,0 0 0 0,0 0-3 16,0 0 1-16,0 0 4 16,0 0-6-16,0 0-2 15,-3-22-4-15,-1 22-4 16,-2 0-2-16,-1 4-2 15,-2 5-1-15,0 2 4 0,-2 3-3 16,1 0-1-16,-2 2-1 16,1 0 0-16,1 1-5 15,3 1 2-15,1-1-1 16,3-4 1-16,2 1 3 16,1 0 2-16,0-4 4 0,4 0 0 15,2-1 0-15,3-2-1 16,5-1-2-16,-3-2 3 15,5-3 4-15,1-1 1 16,0 0 3-16,4 0-4 16,-2 0 1-16,3-7-8 15,-5-1 10-15,-1-1-4 0,-2-1 3 16,-1 0 2-16,-4-4 10 16,-4-2 3-16,-3 1-3 15,-2-4-3-15,0 2-8 16,0-1 3-16,-7-2-2 0,-2 1-6 15,-4 2-1-15,0 3-2 16,-3 3-8-16,0 3-21 16,-5 6-43-16,-1 2-15 15</inkml:trace>
  <inkml:trace contextRef="#ctx0" brushRef="#br0" timeOffset="-174247.11">6992 3266 10 0,'4'37'3'0,"3"6"5"0,-2 2 13 0,3 2-2 15,1 3-3-15,1-1-7 16,2 4-1-16,-3 2-2 16,0 5-3-16,0 1 1 15,-4 7-2-15,1 2 0 0,-3 5 1 16,-1 2 2-16,0 2 1 15,0-1 5-15,3 0-2 16,-3-2-3-16,0-6 0 16,3-4-2-16,1-5-2 15,-2-1 1-15,3-3 1 16,-1 0-2-16,0-1 0 0,0 2-1 16,-3 1 0-16,1 0 0 15,0 0 0-15,0-1-1 16,-1-3 1-16,2-2-1 15,2-6 0-15,3-3 0 16,0-3-1-16,1-7 1 16,-2-3 1-16,2-3-2 15,0-6 1-15,-4-3 1 0,4-3-1 16,-2-3 0-16,-1 0-1 16,4-3 2-16,-1 0-2 15,4 1 1-15,2-4 1 16,3 2-2-16,0 2-1 0,4-2-2 15,1-4-13-15,0 0 11 16,-4-3 4-16,2 0 2 16,-1-2 0-16,1 0 1 15,-3 0-2-15,0 0 3 0,5 0-2 16,-1-2 1-16,5-2-1 16,4-1 0-16,2-3 0 15,3-1 0-15,0-3 0 16,1 2 0-16,2 0 1 15,-1 0-2-15,-2 1 2 16,3 1-1-16,1 0-1 16,0 1 1-16,1 0 1 0,1-1 1 15,-2 1 2-15,3 0-3 16,2-1 4-16,-2 1 2 16,5 0 0-16,-1-1-1 15,5 0-3-15,1-3 2 0,1 1 4 16,4-2 0-16,2 1-1 15,1-3-3-15,5 0 0 16,-3 2-3-16,4 1 1 16,4-2-1-16,2 3-1 15,4-1-1-15,4 4 0 0,2-2-6 16,5-1-33-16,-3-3-15 16</inkml:trace>
  <inkml:trace contextRef="#ctx0" brushRef="#br0" timeOffset="-172838.15">12570 2198 124 0,'4'0'2'0,"-2"-3"1"0,2-1 2 0,-2 3-3 0,2-1 1 15,-2 1-2-15,-2 1 1 16,2 0 0-16,-2 0-2 16,0 0 0-16,0 0 1 15,0 8-1-15,0 4 0 0,0 5 3 16,0 4-2-16,0 7-1 16,0 5 0-16,-2 5 0 15,2 5 0-15,-2 1 0 16,-2 3 1-16,1 2-1 15,0 1 0-15,1 4 1 0,-3 2-1 16,4 0 0-16,1 1 2 16,0 3 0-16,0 1 2 15,2 2-1-15,4-1 0 16,-2 2-1-16,2-2-1 16,-2 1 2-16,-2-3-1 0,1-2-1 15,1 1 0-15,0-3 0 16,-3-1 0-16,1 0 0 15,1 1 1-15,-3 1 1 16,1 0-2-16,2 2 0 16,-3 0-1-16,2 0 1 0,2 2-1 15,-3-1 0-15,3 2 1 16,0-2-1-16,0-3 3 16,4-8 5-16,-1-4 2 15,3-7 0-15,-2-7-1 16,1-1-4-16,-1-3-2 15,-4-3-1-15,-1 2 0 0,-3-2-1 16,0-1 0-16,0-1 1 16,0-2-2-16,-1 0 1 15,-1-3-1-15,-4 0 0 16,1 0 0-16,-2-1 1 16,1-2-1-16,1-1 2 0,-2-2-2 15,3-2 1-15,0-2-1 16,-3 0 0-16,2 0 0 15,1 0 0-15,-2-1 0 16,1 1 0-16,-1 0-1 0,-2 0 1 16,-1-1-2-16,-4 0 4 15,-5 2-4-15,-5-1 4 16,-7 4-2-16,-8 2 1 16,-7 6-1-16,-15 2 0 15,-17 9-3-15,-15 1-32 0,-22 0-92 16</inkml:trace>
  <inkml:trace contextRef="#ctx0" brushRef="#br0" timeOffset="-171210.34">11368 5229 51 0,'0'0'3'0,"0"0"-1"0,0 0 0 0,0 0-1 0,0 0-1 15,0 0 0-15,0 0 0 16,0 0 1-16,0 0 2 16,0 0 13-16,0 0-3 15,0 0-3-15,27-27 0 0,-27 27-2 16,0 0-1-16,0 0 1 15,0 0-5-15,0 0-1 16,0 0-1-16,0 0-1 16,-3 7-5-16,1 1 8 15,-3 4-2-15,2 2-1 16,0 3 0-16,-4 2 0 0,3 2 1 16,1 0-1-16,1 5 0 15,0-2 0-15,-2 1 0 16,3 2 1-16,0-1-1 15,1 4 0-15,0 1 2 16,0 2-2-16,0 4 0 0,0 1 0 16,0 2 1-16,0 1-1 15,0-4 0-15,0 0 0 16,2-2 0-16,0-2 1 16,0-4-1-16,0-2 0 15,0-2 1-15,1 1 1 0,-1-4 0 16,2-1 0-16,1-2 2 15,-3-1-1-15,2-2 2 16,1 0 1-16,-1-2-4 16,0 0-1-16,1-4 0 15,-3-1-1-15,1-1 0 0,-3-2 1 16,0-2-1-16,0-1 0 16,0 0 0-16,0-2 0 15,0 1-4-15,0-1-35 16,-3-1-75-16</inkml:trace>
  <inkml:trace contextRef="#ctx0" brushRef="#br0" timeOffset="-170713.01">11265 6145 26 0,'0'0'11'0,"0"0"4"0,0 0 0 16,0 0-4-16,0 0-2 16,0 0-5-16,38 26-1 0,-30-21 0 15,0 0 1-15,-1-1 2 16,3-1 1-16,-3-2 2 15,2 0 1-15,0-1-1 16,-1 0 3-16,2-4 12 16,1-7-1-16,0-5-7 0,1-2-2 15,1-5-2-15,1 0-3 16,-1-2-3-16,-1-1 0 16,1 2-4-16,-1 1-2 15,-5 4 0-15,0 4-13 16,-7 5-65-16</inkml:trace>
  <inkml:trace contextRef="#ctx0" brushRef="#br0" timeOffset="-169864.06">11421 6615 92 0,'0'0'21'16,"0"0"16"-16,0 0 1 16,-27-38-8-16,21 29 2 15,0 6-11-15,3-1-6 0,1 3-3 16,2 1-7-16,0 3-10 15,0 9 4-15,2 4 1 16,3 4-2-16,3 0 2 16,-3-1 0-16,1-1-1 15,0-3-1-15,0-1-1 0,-4-1-6 16,0-3 5-16,0-1-4 16,-2-2-1-16,0 0-1 15,0-3 1-15,-2-4 7 16,-4 0 3-16,2 0 0 15,0-9-2-15,2-7-2 16,0-3-2-16,2-3 1 0,0-1 8 16,0-2-6-16,0 2 2 15,0 1-1-15,2 5 2 16,3 4-1-16,-2 2 2 16,3 4-4-16,-1 2 4 15,3 3-2-15,0 2 1 0,2 0-1 16,3 0 0-16,-1 2 2 15,1 6-2-15,1-1 0 16,-3 4 1-16,-2-1-1 16,2 0 0-16,-2-3 0 15,-2 2-1-15,1-4-2 0,0-1-1 16,0-2 3-16,-2-2-2 16,1 0 1-16,-2-4 3 15,4-7 0-15,-4-2 3 16,3-3 1-16,-4-4 0 15,4 0 0-15,-3 2 0 0,0 0-2 16,0 2 2-16,0 3 2 16,1 3-4-16,1 0-3 15,-2 6 0-15,3-2 0 16,-1 3 0-16,-1 3 0 16,2 0 0-16,-2 0-1 0,1 10 1 15,-1 4 2-15,-2 3 1 16,2 2-2-16,-4 2 0 15,0-1-1-15,0 0 1 16,-1 0-1-16,1-5 0 16,2 0 2-16,0-3-2 15,1-3-5-15,4 0-19 0,-4-4-5 16,3-4-24-16,-1-1 0 16,2 0-37-16</inkml:trace>
  <inkml:trace contextRef="#ctx0" brushRef="#br0" timeOffset="-169524.37">11844 6426 153 0,'0'0'-11'0,"0"0"24"0,0 0-9 0,0 0-2 16,11-38-2-16,-9 35 0 15,0 3 0-15,0 0 0 0,-2 0-3 16,1 11 8-16,-1 5-3 15,0 5 3-15,0 2-2 16,0 1 0-16,0 2-1 16,0-5 2-16,1-1 0 0,5-6 0 15,0-1 2-15,-2-3 1 16,3-4 2-16,1-1 0 16,4-3 5-16,-1-2-5 15,4 0 1-15,0 0 0 16,2-6-6-16,3-3-2 0,-1 0 0 15,5-3-2-15,-2 1 2 16,0-4-4-16,3 1 1 16,-2 0-14-16,-3-3-36 15,0 0-40-15</inkml:trace>
  <inkml:trace contextRef="#ctx0" brushRef="#br0" timeOffset="-169153.08">12449 5830 145 0,'0'0'15'0,"0"0"24"0,-6-42-4 0,3 31-18 0,1 4-9 15,2 3-2-15,0 4-4 16,0 0-1-16,0 7-4 16,0 14 0-16,0 9 5 15,3 11 4-15,-2 12-5 0,-1 9 0 16,0 5 1-16,0 9-2 16,-2 4 1-16,-7 5 0 15,0-5-1-15,-1-5 1 16,2-5-1-16,2-9 1 15,-1-10-1-15,4-11 0 0,3-6-1 16,0-10-7-16,3-7-22 16,4-11-49-16,4-6-69 15</inkml:trace>
  <inkml:trace contextRef="#ctx0" brushRef="#br0" timeOffset="-168620.44">12630 6159 150 0,'0'0'12'0,"0"0"9"16,0 0-20-16,0 0 1 15,0 40 1-15,0-16-1 16,0 2-1-16,0-2-1 15,0 0 1-15,0-1-2 0,0-5 1 16,0-4 0-16,0-2 0 16,0-4 0-16,0-2 0 15,0-3-3-15,-2-3-8 16,2 0 3-16,-2 0-1 16,-2-13-12-16,2 1 14 0,1-6 4 15,-1-3 2-15,0-2 1 16,2 0 1-16,0 1 1 15,0 0-2-15,4 0 2 16,3 3 0-16,1 3 1 16,4 1 4-16,1 2 1 0,1 2 0 15,-1 1 0-15,3 1-5 16,-2 6 1-16,2 3-2 16,-3 0 1-16,-1 9-2 15,-2 6 1-15,-3 4 2 16,-1 1-1-16,-6 3-2 0,0-2 1 15,0-3-2-15,-2 0 1 16,-7-3 1-16,-4 2 1 16,1-3-2-16,-2 3-1 15,0-1 0-15,2-2-11 16,0 0-28-16,4-8-6 0,2-6-62 16</inkml:trace>
  <inkml:trace contextRef="#ctx0" brushRef="#br0" timeOffset="-168100.46">12825 6141 148 0,'0'0'3'0,"0"0"12"0,0 0 2 0,0 0-12 16,0 0-3-16,38-36-1 15,-35 42 0-15,-1 8 7 0,0 3-4 16,-2 2-2-16,1 2 0 15,-1-3-1-15,0 2 0 16,0-4-1-16,0-3 0 16,0-5-1-16,0-1 0 15,-3-4-1-15,0-2 0 0,-1-1 4 16,-2 0 0-16,0-4-1 16,2-6 0-16,0-1-1 15,4-3 1-15,0-2 0 16,0-1-2-16,6 2-1 15,2 2 1-15,2 0-1 16,3 7 2-16,1 3 0 0,-1 3 0 16,1 0 0-16,1 3 0 15,1 3 0-15,0 4 0 16,4-3 0-16,-3 2 0 16,-1-4 0-16,-2 1 0 15,1-3 0-15,-3-2 0 0,-1-1 2 16,-2 0-2-16,-3 0 2 15,-3-3 6-15,-1-7 11 16,-2-1 6-16,0-5-15 16,0-1 0-16,-4-4-3 15,-3-2-4-15,1 2-1 0,-2 0-2 16,3 4 0-16,3 4-5 16,-2 4-15-16,4 2-24 15,0 3-51-15</inkml:trace>
  <inkml:trace contextRef="#ctx0" brushRef="#br0" timeOffset="-167523.68">13180 5996 103 0,'0'0'1'0,"0"0"3"0,0 0-1 0,0 0-2 15,0 0 1-15,0 0 0 16,0 0 2-16,25 42-1 16,-21-24 1-16,-2 3 1 0,2-3-3 15,1 2-1-15,-3-1 0 16,1-4 0-16,-2-1-1 16,1-5 0-16,0-2 1 15,0-1-1-15,0-5 0 16,-2-1 1-16,0 0 14 15,0 0 52-15,0-5-53 0,0-8-13 16,0-1 0-16,0-5-1 16,0 0 0-16,0 0-2 15,4 0 3-15,-1 2-2 16,3 5 1-16,2 1 0 16,2 4 0-16,-3 3 1 0,3 0-1 15,3 4 0-15,-2 0 1 16,3 4-1-16,-2 5 0 15,1 1 0-15,1 1 0 16,-3 2 0-16,0-2 1 16,-1-1-1-16,1-1 0 15,0-4 1-15,-4-1-1 0,1-2-1 16,-2-2 1-16,2 0 3 16,-6 0 10-16,1-9 14 15,-1-5-7-15,-1-1-11 16,2-5-4-16,-3 0-3 15,0-3-1-15,0 3 0 0,0 0-1 16,0 5-6-16,-6 5-16 16,-4 4-21-16,-3 6-47 15,-9 2-66-15</inkml:trace>
  <inkml:trace contextRef="#ctx0" brushRef="#br0" timeOffset="-167081.66">12736 6622 95 0,'0'0'6'0,"0"0"20"0,0 0-9 0,0 0-7 15,0 0 4-15,0 0 4 0,0 0 4 16,42-37-3-16,-24 29-8 16,4-4-5-16,5-1-1 15,4-1-4-15,1-2 0 16,8 0-1-16,0-4 0 15,2 1 1-15,2-2-1 0,0 1 1 16,3 0-1-16,-2-1 0 16,2 2 1-16,-1 1 0 15,-1 2 1-15,-7 2-3 16,-2 3 2-16,-5 1-2 16,-7 4-4-16,-4 3-12 15,-3-1-16-15,-4 4-15 0,-2 0-2 16,-9 0-52-16</inkml:trace>
  <inkml:trace contextRef="#ctx0" brushRef="#br0" timeOffset="-166720.45">12807 6729 99 0,'0'0'10'0,"0"0"-11"0,0 0 5 0,0 0 5 15,56-16-1-15,-27 5 0 16,5-6 4-16,5 0 4 16,7-4-3-16,3-1 1 0,5-1-2 15,4-1-6-15,4 3-3 16,-1-2-2-16,1 2-1 16,-4 1 0-16,-1 2-15 15,-3 3-19-15,-10-2-17 16</inkml:trace>
  <inkml:trace contextRef="#ctx0" brushRef="#br0" timeOffset="-161997.84">4778 7827 14 0,'0'4'3'0,"0"0"0"0,0 0-2 0,2 2-1 0,-1-3-7 16</inkml:trace>
  <inkml:trace contextRef="#ctx0" brushRef="#br0" timeOffset="-161834.08">4817 7802 160 0,'0'0'7'16,"0"0"1"-16,0 0 2 0,0 0-9 15,0 0-7-15,0 0-11 16,0 0-33-16</inkml:trace>
  <inkml:trace contextRef="#ctx0" brushRef="#br0" timeOffset="-161677.86">4837 7804 239 0,'0'0'4'0,"0"0"-3"0,0 0-5 15,0 0-20-15,0 0-41 16,0 0 11-16</inkml:trace>
  <inkml:trace contextRef="#ctx0" brushRef="#br0" timeOffset="-160517.65">4660 7464 45 0,'0'0'16'0,"0"0"5"0,0 0-11 0,0 0-5 0,0 0-3 16,0 0-2-16,0 0 0 15,36-12 0-15,-27 12 0 16,-3 0 0-16,3 1 0 0,-3 5 0 16,0 2 0-16,0-1 0 15,1 2 1-15,-2 2 0 16,2-1 0-16,0 0 1 15,1 0-2-15,0-3 2 16,4-2-1-16,-1 0 0 0,0-5 0 16,1 0 0-16,-1 0 0 15,3-3 2-15,1-8 0 16,3-5 5-16,2-5 1 16,4-4-3-16,4-4 1 15,5-1-1-15,-2-1 1 0,7-3-2 16,-2 1-2-16,2 2 0 15,-6 1-2-15,1 3 0 16,-6 6-1-16,-8 7 0 16,-3 8-1-16,-7 6-4 15,-5 0-29-15,-4 11-21 0</inkml:trace>
  <inkml:trace contextRef="#ctx0" brushRef="#br0" timeOffset="-160268.79">4710 7632 150 0,'0'0'11'0,"0"0"-12"0,0 0-2 0,56-37 7 0,-17 9-10 15,7-11-32-15</inkml:trace>
  <inkml:trace contextRef="#ctx0" brushRef="#br0" timeOffset="-159248.67">13049 3655 72 0,'0'0'1'0,"0"0"0"0,0 0 0 0,0 0 0 16,0 0 0-16,0 0 0 15,0 0 2-15,0 0-2 0,0 0-1 16,39 13 1-16,-32-3-1 15,1-3 0-15,0 4 0 16,-1-2 0-16,1-1 0 16,-2-2 1-16,2-1-1 15,-3-4 1-15,5-1 0 0,0 0 2 16,3 0 10-16,3-9-2 16,1-3-3-16,6-4-4 15,2-2-1-15,-1-4 2 16,4-2-3-16,4-2 2 15,-1-3 4-15,-1-1 4 0,0 0 1 16,-2-1-6-16,-1 4-4 16,-2 4-3-16,-3 4 0 15,-4 6-4-15,-2 7-1 16,-6 4-28-16,-6 2-18 16</inkml:trace>
  <inkml:trace contextRef="#ctx0" brushRef="#br0" timeOffset="-158845.52">13187 3666 85 0,'0'0'4'0,"0"0"-4"0,0 0-1 0,0 0 1 15,0 0 0-15,0 0 1 16,0 0-1-16,0 0 1 16,0 0-1-16,0 0 1 0,-3 5 0 15,3-5 1-15,2 0 0 16,8 0 11-16,3-3-2 15,5-6-2-15,6-2-4 16,4-3-1-16,5-6-2 0,4 0 2 16,0-4-1-16,1-3 0 15,-4 1 0-15,1-2 1 16,-2 3-2-16,-5 0-2 16,-1 6 0-16,-3 2-5 15,-7 5-19-15,-5 2-43 16</inkml:trace>
  <inkml:trace contextRef="#ctx0" brushRef="#br0" timeOffset="-143283.3">19129 3060 89 0,'0'3'39'0,"0"-3"-39"0,0 4-4 0,1 2 3 16,0-2 4-16,1 3 1 15,4 3 2-15,-4 2 3 16,1 2-1-16,3 0 2 16,-1 5-1-16,0-1-3 15,0 3 1-15,2-1-3 0,0 0 0 16,-4 1 3-16,1-1-2 15,0 0 1-15,-2-2 0 16,-2-2-5-16,0 1-19 16,0-7-29-16,0-1-60 15</inkml:trace>
  <inkml:trace contextRef="#ctx0" brushRef="#br0" timeOffset="-142963.08">19096 3080 136 0,'0'0'35'16,"0"0"-29"-16,0 0 6 15,0 0 0-15,0 0-5 0,0 0 2 16,0 0-2 0,46-36 0-16,-29 29-2 0,5 0-2 15,1 0-1-15,-2 0 1 16,2 0-2-16,2 3 2 16,-3 0 0-16,0 2 1 15,-1 1-9-15,-1 1-33 16,-5 0-32-16</inkml:trace>
  <inkml:trace contextRef="#ctx0" brushRef="#br0" timeOffset="-142747.83">19236 3184 111 0,'0'0'98'16,"0"0"-91"-16,0 0-9 15,0 0 0-15,0 0 7 16,0 0 18-16,0 0 1 16,37-3-11-16,-16-3-8 0,4 0 2 15,2 1-2-15,1 0-20 16,-2-1-41-16,-1-1-57 16</inkml:trace>
  <inkml:trace contextRef="#ctx0" brushRef="#br0" timeOffset="-141974">19563 3195 241 0,'0'0'4'0,"0"0"-10"0,0 0 5 15,0 0 1-15,0 0 6 16,0 0 3-16,0 0 2 15,0 0-5-15,39-7-2 16,-28 0-2-16,3-2 2 0,-1-1-2 16,-1-1-1-16,-1 1 0 15,-1 0 1-15,-6 2 1 16,-2-1-2-16,-1 1 2 16,-1 2 5-16,0 2 0 15,-3 2-4-15,-5 2-5 0,1 0-3 16,-6 0 0-16,2 10-1 15,-1 2-2-15,3 3 5 16,1-1 0-16,3 0 0 16,5 1 4-16,0-2-2 15,3-1-3-15,10-2 3 0,5 2 4 16,6-5-2-16,2 0 1 16,5-3-2-16,4 0-11 15,3-4-26-15,2 0-15 16,-1 0-3-16,0-5-11 15,-3-3 32-15,-4-1 27 0,-4 0 14 16,-8-2 22-16,-2 2 2 16,-9-1-6-16,-2 2 3 15,-4 0-5-15,-3 0 4 16,0 1-8-16,-6 2-9 16,-5 0-12-16,-2 2 5 0,-3 0-3 15,-1 3 0-15,-1 0-1 16,1 2 3-16,2 5-2 15,1 0-1-15,1 4 1 16,3-1 0-16,5 2 1 16,0-2-2-16,4 0 1 0,1-2-1 15,1 1 0-15,9-2 2 16,3-3 2-16,5-2-1 16,2-2 3-16,4 0-2 15,-1 0 4-15,0-8-6 16,-2 1-7-16,-2-3 1 0,-5 2 3 15,-4 2 1-15,-5 2 1 16,-2 0 0-16,-1 2 5 16,-2 2 2-16,0 0-8 15,1 0-6-15,1 4 5 16,2 2 1-16,-1 4 2 16,6-3-2-16,-2 2-12 0,1-4-34 15,1-3-25-15</inkml:trace>
  <inkml:trace contextRef="#ctx0" brushRef="#br0" timeOffset="-141664.31">20267 2898 237 0,'0'0'16'0,"0"0"-15"0,0 0-2 0,0 0-7 15,0 0 1-15,0 0 4 0,0 0 0 16,-2 50 6-16,5-26 0 16,2 5 1-16,3 0-1 15,-3 0 1-15,1-2 0 16,-1-3 0-16,-1-3 3 15,3-2-4-15,-4-5-2 16,0 2-17-16,-2-5-24 16,-1-3-55-16</inkml:trace>
  <inkml:trace contextRef="#ctx0" brushRef="#br0" timeOffset="-140685.77">20172 3124 190 0,'0'0'8'15,"0"0"-17"-15,0 0 2 0,0 0 4 16,0 0 6-16,37 2 3 16,-18-7-3-16,3 0 2 15,0 0-3-15,2-1-2 16,1 1-8-16,-4-1-12 15,1 1-11-15,-4-1 16 0,-5 3 11 16,-1 0 6-16,-4 2-1 16,-5-1 3-16,-1 1 11 15,-2 1 19-15,0 0-18 16,0 0-7-16,0 0-6 16,-3 0-5-16,-2 0 1 0,1 1 1 15,0 6 1-15,2 1 0 16,-3 1 1-16,5 0-1 15,0 2 2-15,0 1 1 16,1-2-1-16,7-2 0 16,1-1 2-16,0-1-3 15,3-3 1-15,2-1 0 0,1-2 3 16,1 0-2-16,3 0 3 16,-3-2-5-16,2-4 0 15,-3-1-1-15,0-3 0 16,-4 0-1-16,-3 2-3 15,-1-1 3-15,-3 2 0 0,-4 3 0 16,0 1-1-16,0 2 6 16,0 1 0-16,0 0-4 15,0 1-8-15,0 6 7 16,0 2-1-16,0 2 0 16,2 0 0-16,2-1 0 0,5-3 2 15,1 1-1-15,0-3 1 16,0-2-1-16,3-3 3 15,0 0-1-15,1 0-1 16,-3 0-1-16,0-7 2 16,-1-2-2-16,0 0 1 0,-5-4 1 15,3-3-2-15,-5 2 1 16,3-2 0-16,-1 2 0 16,-2 0-2-16,0 5 0 15,-1 4 2-15,1 3-2 16,-1 2-2-16,1 0-4 0,3 2 6 15,1 6-1-15,2 3 2 16,1 2 0-16,2 0 0 16,0-3 0-16,2 1 1 15,-1-2 0-15,4-5 0 16,1-1 1-16,1-3 3 0,0 0-2 16,4 0 0-16,1-6-1 15,-4-4 2-15,2-1-2 16,-3-2 1-16,-2 0-2 15,-3 0 1-15,-4 1-1 16,-3 2-1-16,-4 1 1 0,-3 4-5 16,-3 3 5-16,-8 2-3 15,-3 0 1-15,-5 7-7 16,1 6 8-16,1 3 1 16,3 0 3-16,5 2 0 15,6-2-2-15,3-1 1 0,1 1-1 16,15-5 0-16,8-1-7 15,12-7-28-15,2-3-50 16</inkml:trace>
  <inkml:trace contextRef="#ctx0" brushRef="#br0" timeOffset="-140073.09">21638 2949 166 0,'7'0'4'0,"1"0"6"0,0-1-2 0,4-5-6 0,0-1 0 16,-1 0-2-16,-2-1 1 15,-1 0-1-15,-2 1 0 16,0 0 2-16,-5 0-1 16,-1 3-1-16,0-2 0 15,0 2-4-15,-4 3-1 0,-7 1 3 16,1 0 2-16,-4 0 3 16,2 8 4-16,1 3-4 15,0 2 1-15,2 1-1 16,2 2 1-16,2-3-1 15,2 2 1-15,2-3 1 0,1-1-2 16,0-1 4-16,4-3-1 16,4 0-2-16,1-1-1 15,3-3 4-15,3-2-3 16,-1-1-1-16,0 0 1 16,-3 0-2-16,-1 0-2 15,-6 0 1-15,-3 0 3 0,-1 0 22 16,-4 2-10-16,-10 3-15 15,0 3-2-15,-5 3-2 16,1 2 3-16,1 2 3 16,3-1-2-16,5-1-2 15,4 0-1-15,4-2 1 0,1-1-1 16,0-2 2-16,11-3 3 16,5 1 0-16,3-4 4 15,5 1-2-15,4-3-9 16,3 0-34-16,-1 0-29 0,1-11-53 15</inkml:trace>
  <inkml:trace contextRef="#ctx0" brushRef="#br0" timeOffset="-139824.04">21870 3012 232 0,'0'0'5'0,"0"0"-14"0,0 0 9 0,0 0 1 15,0 0 2-15,39 31 2 16,-18-22 1-16,0 1 1 0,4 1-1 16,-1-4-3-16,2 2-3 15,-1-4 7-15,-1 1-5 16,-2-2 0-16,-3-3-21 16,-3-1-24-16,-3 0-19 15,-6 0 10-15,-5-7 25 0,-2-4 20 16,0-3-3-16,-3-2-21 15</inkml:trace>
  <inkml:trace contextRef="#ctx0" brushRef="#br0" timeOffset="-139682.55">22098 2993 122 0,'0'0'52'0,"0"0"-9"16,0 0-28-16,0 0-11 0,0 0 0 16,-45 26 4-16,34-9-2 15,-1 3-1-15,2 1 1 16,1 2 1-16,4 0-2 15,2-3-17-15,3-2-30 16,0-8-62-16</inkml:trace>
  <inkml:trace contextRef="#ctx0" brushRef="#br0" timeOffset="-139404.43">22320 2820 245 0,'0'0'-8'15,"0"0"12"-15,0 0 8 16,0 0-7-16,0 0 3 0,0 0-6 16,0 0-11-16,0 0 6 15,1 37 5-15,-1-9-1 16,1 4 2-16,1 2-1 15,4 1 1-15,-4-2-2 0,1-2-5 16,-1-4-10-16,-2-4-10 16,0-6-12-16,0-4-47 15</inkml:trace>
  <inkml:trace contextRef="#ctx0" brushRef="#br0" timeOffset="-139096.71">22280 2962 182 0,'0'0'6'0,"0"0"29"16,0 0-10-16,0 0-23 0,0 0-2 15,44-14-1-15,-21 14 4 16,2 3-2-16,0 5-1 16,2 4 2-16,-4 2 0 15,-2-1-1-15,-3-1 0 16,-3-1 2-16,-6-2-4 15,-3-4-3-15,-2-1 1 16,-4-4-1-16,0 0 4 0,0 0 12 16,0-3 11-16,0-7-19 15,-6-3 5-15,4-1-1 16,0-3-4-16,2-1-4 16,0-1-1-16,10 1-24 0,6 1-40 15,0 5-64-15</inkml:trace>
  <inkml:trace contextRef="#ctx0" brushRef="#br0" timeOffset="-138743.06">22814 2908 182 0,'0'0'29'0,"0"0"-30"16,-42 2 0-16,21 5-4 0,0-2 7 15,1 4 1-15,2 1 2 16,3-1-2-16,6 2-2 16,4-1 2-16,4 1-2 15,1 0 0-15,2-2 1 16,9-2 2-16,6-3-4 0,6-4 2 16,0 0 1-16,3 0-14 15,1-4 2-15,-3-4 8 16,-5 2 0-16,-6 0 6 15,-4 2 10-15,-5 1 14 0,-2 3 0 16,1 0-9-16,-3 0-20 16,0 0-4-16,2 2 5 15,1 3 1-15,3 5-5 16,3-3-29-16,3-1-14 16,5-2-25-16</inkml:trace>
  <inkml:trace contextRef="#ctx0" brushRef="#br0" timeOffset="-138451.62">23108 2939 74 0,'0'0'14'0,"0"0"46"16,0 0-30-16,0 0-12 0,0 0-14 16,0 0-3-16,-46-32 2 15,29 32-3-15,-2 7 7 16,2 4-4-16,3 2 4 15,0 0-3-15,9 0-1 0,0 1 3 16,5 0-1-16,0-3 0 16,8-1 0-16,8 0 0 15,5-3-2-15,2-4 4 16,5-1-3-16,4-2-2 16,-1-2-14-16,-1-8-18 0,-4-5 2 15,-1-5 13-15,-5-6 1 16,1-5-11-16,-3-2-42 15</inkml:trace>
  <inkml:trace contextRef="#ctx0" brushRef="#br0" timeOffset="-138243.43">23338 2645 231 0,'0'0'6'0,"0"0"-8"15,0 0-2-15,0 0 2 16,-3 49 4-16,3-21-1 15,0 6 3-15,0-1-2 0,1 2 1 16,4-2-1-16,1-2 0 16,-3-5 1-16,1-2-1 15,-3 0-1-15,-1-4-2 16,0-3-15-16,-3-6-19 16,-2-5-38-16</inkml:trace>
  <inkml:trace contextRef="#ctx0" brushRef="#br0" timeOffset="-137967.9">23297 2853 198 0,'0'0'10'0,"0"0"19"16,0 0-8-16,0 0-13 16,0 0-4-16,0 0-5 15,42-37 3-15,-19 31-1 16,3 2 1-16,2 1-4 0,-1 0 4 15,-3 3-2-15,-3 0 0 16,-5 0 0-16,-3 6-4 16,-7 4 1-16,-2 2 1 15,-4 3 1-15,0-1 1 16,0 2 0-16,-3-1 2 16,-1-2 1-16,3 0-1 0,1-2-11 15,2-5-45-15,10-4-88 16</inkml:trace>
  <inkml:trace contextRef="#ctx0" brushRef="#br0" timeOffset="-137839.05">23673 2830 211 0,'0'0'7'15,"5"-55"-3"-15,-5 31-3 16,0 1-1-16,0 7 3 16,-8 5 11-16,-2 8-7 15,1 3-12-15,-2 0-15 16,-1 0-82-16</inkml:trace>
  <inkml:trace contextRef="#ctx0" brushRef="#br0" timeOffset="-137190.21">23754 2810 226 0,'0'0'3'16,"0"0"-1"-16,0 0-7 15,0 0-29-15,0 0 7 0,-41-7 19 16,29 10 8-16,-2 4 0 16,5 3 3-16,1-1 2 15,3 3-2-15,2-2 0 16,1 0 2-16,2 0 2 16,0-1 1-16,5-1 0 15,0-1-2-15,4-4-1 0,-1 1-2 16,4-2 1-16,1-1 0 15,3-1-2-15,-1 0-1 16,3 0-1-16,-3 0 1 16,0 0-1-16,-2-1 1 15,-1-5-1-15,0-1 1 0,-5 0-1 16,1-3 1-16,-3-1-1 16,2-1-1-16,-2 1 0 15,1 0-2-15,-1 2 1 16,-1 3 0-16,1 2 4 15,-1 4-2-15,-3 0 0 0,2 0-2 16,0 3 1-16,-1 4 1 16,3 2 1-16,-3 3 1 15,3-2 0-15,1 0 0 16,-3 0 0-16,2-1 3 16,0-3-2-16,-3-2 0 0,-1-2-1 15,0-1 1-15,0 1-1 16,1-2 4-16,0 0 11 15,2-2 3-15,2-5-16 16,2-4-3-16,2 0 0 16,4-3 0-16,-2 2-2 15,1 1 0-15,1 4-1 0,-1 4 2 16,-1 3-2-16,-2 0 1 16,-1 0-2-16,2 10 2 15,-1 4 0-15,3-2 1 16,0 2-2-16,-2-1-29 0,0-5-21 15,0-4-85-15</inkml:trace>
  <inkml:trace contextRef="#ctx0" brushRef="#br0" timeOffset="-136964.3">24273 2535 195 0,'0'0'8'0,"0"0"5"0,0 0-13 0,0 0-1 0,0 0 1 0,-44 31 0 16,37-16 0-16,2 3-7 15,5-3-13-15,0-2-27 0,4-5-16 16</inkml:trace>
  <inkml:trace contextRef="#ctx0" brushRef="#br0" timeOffset="-136863.98">24301 2623 100 0,'0'0'62'16,"0"0"-15"-16,0 0-11 15,42-40-1-15,-41 40-11 0,-1 0-13 16,-7 6-35-16,-10 3-46 16,-3 0-67-16</inkml:trace>
  <inkml:trace contextRef="#ctx0" brushRef="#br0" timeOffset="-136308.92">18824 2681 292 0,'0'0'5'0,"0"0"-16"0,0 0 7 0,-12 47 0 16,9-24 5-16,2-2 2 0,1 0-23 15,0-5-30-15,5-8-30 16</inkml:trace>
  <inkml:trace contextRef="#ctx0" brushRef="#br0" timeOffset="-136189.27">18904 2719 254 0,'0'0'17'0,"0"0"-3"16,0 0-23-16,0 0-2 15,0 0 2-15,43 47-72 16</inkml:trace>
  <inkml:trace contextRef="#ctx0" brushRef="#br0" timeOffset="-131937.66">19236 3718 111 0,'0'0'0'0,"0"0"2"0,0 0 4 0,0 0-2 0,0 0-1 16,-41 0 0-16,36 0 2 15,2 0 0-15,2 0 5 16,1 0 1-16,0 0-3 15,1 0-9-15,8-2 6 0,5 2-6 16,2-3 2-16,7 2-1 16,3-2-1-16,5 2 2 15,2-2-1-15,5 0 1 16,4 0-1-16,4-1 0 16,3-3 0-16,4 1 1 0,8-1-1 15,5 0 0-15,5-2-2 16,5-2 2-16,6 0 0 15,4-2 3-15,3 0 0 16,9 1 1-16,3-1 0 16,7 0 0-16,3 1 1 15,9 1-2-15,-1 1 0 0,2 2-1 16,1 1-1-16,0 1-1 16,0 3 1-16,-2-3 0 15,1 2-1-15,-1-2 2 16,2-1 0-16,-2-1 7 15,2-3 10-15,5-2 5 0,-4-3-6 16,2 2-3-16,0-3-3 16,0 1-1-16,-1 2-3 15,-2 1-1-15,-4 3-2 16,-4 2-1-16,-2 1-1 16,-8 5-2-16,-5 1 0 0,-7 1 0 15,-6 0 0-15,-9 0-1 16,-12 6-1-16,-18 0-21 15,-18-1-50-15,-20-4-153 16</inkml:trace>
  <inkml:trace contextRef="#ctx0" brushRef="#br0" timeOffset="-131119.17">20851 3912 104 0,'-2'-3'10'0,"1"-1"38"0,0 2-7 0,1 0-10 0,0 1-8 15,0 1-2-15,0 0-8 16,0 0-13-16,0 9-1 15,4 6 1-15,2 3 0 0,0 6 1 16,0 5-1-16,-1 0 1 16,-3 0-2-16,-1 2 3 15,-1-4-2-15,0-3-9 16,-3-2-19-16,-4-7-35 16,-2-6-72-16</inkml:trace>
  <inkml:trace contextRef="#ctx0" brushRef="#br0" timeOffset="-130627.62">20858 3929 127 0,'0'0'3'0,"0"0"5"16,0 0-5-16,0 0 0 15,0 0 1-15,0 0 7 16,33-37 9-16,-22 29 2 0,0-2-7 16,1 3 1-16,1 1 0 15,-2 1-6-15,5 2-4 16,-4 0-5-16,5 3 1 16,-4 0-1-16,3 4 0 15,-2 8-1-15,2 3 1 16,-4 4-1-16,-1 3 2 0,-1 2 0 15,-2 1-1-15,-1 0 0 16,-2-2 0-16,1-1 0 16,-1-2 0-16,-3-1-1 15,-2-5-2-15,0-1-21 16,0-6-30-16,0 0-49 0</inkml:trace>
  <inkml:trace contextRef="#ctx0" brushRef="#br0" timeOffset="-130443.36">20916 4061 239 0,'0'0'-8'15,"0"0"9"-15,0 0-1 0,54-21 2 16,-28 15-5-16,1-1-39 15,1-3-48-15</inkml:trace>
  <inkml:trace contextRef="#ctx0" brushRef="#br0" timeOffset="-129915.64">21332 3961 201 0,'0'0'52'0,"0"0"-51"15,0 0-1-15,0 0 0 0,0 0-1 16,0 0 1-16,25 48 1 16,-25-33 0-16,0 1 0 15,0 0 0-15,0-2 0 16,0 2-1-16,-4-4 1 16,-1-2-1-16,2-1-1 0,-2-2-1 15,-1-4-6-15,0-3 2 16,-1 0 6-16,0-3 0 15,-1-8 1-15,2-3 1 16,2-3 2-16,1-2-1 16,3-2-5-16,0 1-3 15,5 3-13-15,1 4 7 0,3 3 12 16,3 6 3-16,-1 4 3 16,2 0-1-16,5 7 3 15,1 4 0-15,2 6-5 16,2 0-2-16,0-2-1 15,3-1-1-15,-2-3 2 0,-1-4-1 16,0-2 1-16,-4-5-2 16,-1 0 2-16,-5-1 12 15,-1-7 7-15,-4-2 1 16,-1-3-5-16,-5-2-1 16,-2-4-3-16,0 1-5 0,0-2-6 15,0-3-4-15,0 3-6 16,0 1-17-16,1 4-11 15,3 7-4-15,0 3-11 16,1 5-25-16,-1 0 36 16,3 0 5-16</inkml:trace>
  <inkml:trace contextRef="#ctx0" brushRef="#br0" timeOffset="-129488.16">21741 3932 89 0,'0'0'10'0,"0"0"10"0,0 0-6 0,0 0 2 0,31 48 6 0,-25-32-11 16,-4 1 5-16,1 0-6 16,0-1-4-16,-3-3 1 15,0-2-4-15,1-1-1 16,-1-6-1-16,0-1 0 0,0-3-1 16,0 0 3-16,-5 0 1 15,1-6-3-15,-2-5 1 16,2-2-1-16,1-4 0 15,-1-4 4-15,4 1-1 16,0 0-4-16,0 3-2 0,0 4-1 16,4 3 3-1,1 6 3-15,0 4-6 0,1 0 3 16,5 7 1-16,-2 4 1 16,4 2 0-16,3 0 1 15,3-1-1-15,0-4 1 16,5-1 2-16,1-4 1 0,-2-3 5 15,-1 0-1-15,-3-2 2 16,-3-3 6-16,-6-4 1 16,-4-2 6-16,-3-2 3 15,-1 1-6-15,-2-4-18 16,0-3-9-16,0 0-27 16,0 0-36-16,0-4-55 0</inkml:trace>
  <inkml:trace contextRef="#ctx0" brushRef="#br0" timeOffset="-129231.74">22264 3657 261 0,'0'0'-2'0,"0"0"7"0,0 0-5 15,0 0 0-15,0 0 0 16,0 0 0-16,33 38 3 0,-33-4 5 15,-3 10 2-15,-5 7 0 16,-3 0-3-16,0 3-4 16,-1-2-1-16,-2-3 0 15,-1-5-1-15,0-4-5 16,1-5-9-16,0-6-12 0,4-11-15 16,5-8-26-16,5-10-35 15</inkml:trace>
  <inkml:trace contextRef="#ctx0" brushRef="#br0" timeOffset="-128755.06">22407 3867 212 0,'0'0'4'0,"0"0"-5"0,0 0 2 16,0 0 5-16,0 0 3 15,13 49-2-15,-13-28-4 16,0-1-3-16,0 2 1 16,-4-6 0-16,1-2-1 15,-1-4-1-15,2-4 1 0,1-4 1 16,1-2 4-16,0 0 15 16,0-9-10-16,0-3-8 15,1-2-1-15,3-4 1 16,1 1-2-16,0 1 0 15,2 0-2-15,1 5 1 0,0 4 0 16,2 1 1-16,3 6 0 16,0 0 0-16,3 0-1 15,0 2 2-15,1 6-1 16,-1 1 0-16,2 3 0 16,-3 1-1-16,-3 1 1 0,-7 3 1 15,-4 0-2-15,-1 0 1 16,-9-2-1-16,-8-1 1 15,-3-3 2-15,-2-4-1 16,-1 2 4-16,1-6 1 16,4 1-2-16,4-3-2 0,3-1-1 15,7 0-4-15,4-1-34 16,0-9-89-16</inkml:trace>
  <inkml:trace contextRef="#ctx0" brushRef="#br0" timeOffset="-128271.25">22728 3901 258 0,'0'0'0'0,"0"0"1"0,0 0 4 0,21 38-3 16,-19-25-1-16,0 1 1 0,-2 1 0 15,0-1-1-15,0 0 1 16,0-3-2-16,0 1-2 15,-2-5 2-15,-1-3 0 16,-2-1-1-16,-2-3 0 16,0 0 5-16,0-1-2 0,1-7-1 15,-2-3 0-15,3-2 1 16,3-1-1-16,2 0 0 16,0-2-2-16,0 6 0 15,0 0-2-15,6 3 2 16,2 4 0-16,-1 3 1 0,2 0 0 15,2 2 1-15,2 5 0 16,0 1 0-16,3 0-1 16,0-1 1-16,4 0-1 15,0-4 1-15,-2-2-1 16,2-1 4-16,-3 0 9 0,-2 0-2 16,-2-6-1-16,-2-2 8 15,-4-1 1-15,-3-2 7 16,-2-3-11-16,-2-2-9 15,0-1-5-15,0 1-4 16,0-1-7-16,0 3-21 0,-2 3-1 16,2 4-9-16,0 1-23 15,0 3-52-15</inkml:trace>
  <inkml:trace contextRef="#ctx0" brushRef="#br0" timeOffset="-127829.96">23032 3827 113 0,'0'0'25'0,"0"0"26"0,0 0-22 0,0 0-16 0,41 33-1 0,-37-16 0 16,2 2-2-16,-2 2-3 15,-2 0-4-15,1-2-1 0,-2-3-1 16,0-3 0-16,-1-3-1 16,0-3 1-16,0-4-2 15,0 0 1-15,0-3 3 16,0 0 13-16,0-3 5 15,0-4-16-15,0-6-4 0,-1-2 1 16,1-1 1-16,0-4-3 16,0 3-7-16,4 0-11 15,1 7 2-15,3 0 9 16,-2 7 6-16,-2 3 0 16,2 0 1-16,-1 6 0 0,3 4 2 15,2 1 0-15,3-2-1 16,3 1 2-16,-1-3-2 15,3-3 0-15,-4-2 6 16,1-2 4-16,-3 0 5 16,-2-2 7-16,-2-4 10 15,0-3-4-15,-6-3 14 0,-1-2-18 16,-1-3-3-16,0-3-13 16,0 0-10-16,-3-4-8 15,-4 3-32-15,1 2-49 16,0 1 11-16,3 2-76 15</inkml:trace>
  <inkml:trace contextRef="#ctx0" brushRef="#br0" timeOffset="-127565.8">23477 3628 251 0,'0'0'-3'0,"0"0"4"0,0 0 0 0,0 0-2 16,0 0 0-16,0 0-5 16,0 0 3-16,0 0 6 0,12 39 2 15,-26-5 1-15,1 6-2 16,3 1-2-16,1 1 1 16,4-3 0-16,2-4-1 15,1-8-1-15,2-3 0 16,-1-7-3-16,1-4-14 15,0-8-13-15,0-5-60 0</inkml:trace>
  <inkml:trace contextRef="#ctx0" brushRef="#br0" timeOffset="-127124.31">23619 3800 267 0,'0'0'5'0,"0"0"-5"15,0 0 0-15,0 0 2 16,5 51-2-16,-5-35-2 16,0-3 4-16,0 0-2 0,0-5 0 15,0-1-7-15,-2-3-6 16,-2-2 3-16,2-2 13 16,-1 0 0-16,1-3 3 15,1-7 2-15,0 0-3 0,1-6 1 16,0-1 0-16,0-1 1 15,5-3-7-15,5 1 2 16,4 1-2-16,0 5 0 16,1 1-1-16,0 6 0 15,0 4 1-15,-1 3-2 16,1 0 2-16,-1 3 0 0,3 7 0 16,-4 0-1-16,0 1 2 15,-2 2-2-15,-3 0 2 16,-2 1-2-16,-4-2 1 15,-2-1-1-15,-2-1 1 16,-8-3-1-16,-5 0 0 0,-3 0 3 16,-2-1-1-16,1 1 5 15,1-4-7-15,2 0-8 16,6-3-25-16,6 0-61 16</inkml:trace>
  <inkml:trace contextRef="#ctx0" brushRef="#br0" timeOffset="-126874.86">23959 3681 189 0,'0'0'1'0,"0"0"-1"0,0 0 1 16,7 44 4-16,-20-17 4 15,-6 1-5-15,1 1 4 16,2-1-3-16,3-5 0 15,4-6 3-15,4-3 2 0,5-7 11 16,0 0 1-16,11-5-1 16,7 0 0-16,11 0-11 15,10-2-6-15,9 0-4 16,6 0-28-16,6-13-117 16</inkml:trace>
  <inkml:trace contextRef="#ctx0" brushRef="#br0" timeOffset="-125949.74">21959 4361 160 0,'0'0'43'0,"0"0"-6"0,0 0-22 15,0 0-6-15,0 0 3 16,0 0 0-16,0 0-6 0,0 0 2 16,46 26-1-16,-34-9-3 15,3 4-1-15,0 2-1 16,2 4-1-16,1 1-1 16,1-1 1-16,5-1-1 15,-4-5 1-15,4-1-6 0,2-9-19 16,-2-5-16-16,0-3-57 15</inkml:trace>
  <inkml:trace contextRef="#ctx0" brushRef="#br0" timeOffset="-125722.24">22385 4500 235 0,'0'0'21'0,"0"0"-18"16,0 0-4-16,0 0 4 16,0 0 0-16,0 0 4 15,0 0 0-15,12 41 0 16,-12-18-3-16,0 4-2 16,-10 3-2-16,-4 3-1 0,-8-3-25 15,-6-2-68-15</inkml:trace>
  <inkml:trace contextRef="#ctx0" brushRef="#br0" timeOffset="-125111.08">22731 4789 209 0,'0'0'10'0,"0"0"-8"0,0 0 8 0,0 0-2 0,16 39-4 16,-12-20-2-16,2 1 0 15,-4 2-1-15,2 3-1 16,1 3 1-16,-3 0-2 16,0-1-23-16,1-4-58 15</inkml:trace>
  <inkml:trace contextRef="#ctx0" brushRef="#br0" timeOffset="-124861.52">22675 5128 278 0,'0'0'11'0,"0"0"-10"15,0 0-3-15,0 0 8 0,0 0-3 16,0 0-2-16,45 2 2 16,-23-2-2-16,-1-2-4 15,3-2-4-15,1-3-6 16,1 0-2-16,-4-1-5 16,-1-3-36-16,-3-3-56 0</inkml:trace>
  <inkml:trace contextRef="#ctx0" brushRef="#br0" timeOffset="-124621.21">22626 4863 258 0,'0'0'7'16,"0"0"0"-16,0 0-3 16,0 0 1-16,0 0 2 15,40-39-6-15,-18 28-1 16,1-2-6-16,2-5-46 0,2 2-134 16</inkml:trace>
  <inkml:trace contextRef="#ctx0" brushRef="#br0" timeOffset="-123885.96">23037 4922 123 0,'0'0'3'0,"0"0"8"0,0 0 14 16,0 0-1-16,0 0-12 16,0 0-4-16,0 0-1 15,0 0 6-15,36-1-1 16,-34 1-5-16,0 2-1 0,2 6-1 16,1 0-3-16,-3 2 4 15,2 3-6-15,-1-2 3 16,1 1-2-16,-1-4-1 15,-1-1 0-15,0-1 0 16,-2-2 0-16,0-2-10 0,0-1 1 16,0-1 13-16,0 0 0 15,0 0-3-15,-3 0 3 16,0-6 0-16,2-2 0 16,1-2-2-16,0-2 2 15,0-2 3-15,2 0-5 16,5 0 1-16,2 1-2 0,0 3 3 15,1 2-2-15,1 2-2 16,2 3 0-16,-1 3-1 16,1 0 1-16,0 0 0 15,1 9 0-15,-1 3-1 16,0 1 1-16,-2 1 1 0,-2 1-1 16,-2-2 3-16,-2-2-3 15,-2 0 0-15,-2-4 0 16,0-1 0-16,-1-2-3 15,0-2 0-15,0-2-2 0,0 0 7 16,-1 0-1-16,-3-5 1 16,2-3 0-16,2-5-2 15,0-2-2-15,0-2 6 16,2-1-2-16,8 0-4 16,1 2 1-16,3 1 0 0,-1 3-3 15,1 5 3-15,-1 6 2 16,0 1-1-16,0 0 1 15,4 7 0-15,-2 4 1 16,2 3-1-16,1 1 0 16,1 2-1-16,-1-3 0 15,0-4-16-15,-3-2-40 0,-1-3-54 16</inkml:trace>
  <inkml:trace contextRef="#ctx0" brushRef="#br0" timeOffset="-122691.85">23699 4803 256 0,'0'0'0'0,"0"0"0"0,-43 0-3 0,26 7 0 0,-2 6-8 16,0 1 7-16,3 2 4 15,3-1 0-15,3 2 0 16,6-2-1-16,4-3-2 16,0-3-5-16,4-4-3 15,10 0 7-15,3-5 0 0,2 0-7 16,5 0-8-16,-4-9-13 16,2-1 4-16,-1-3 15 15,-2-1 12-15,-2-1 2 16,-5 0 1-16,0 4 5 0,-6 3 27 15,-3 2 24-15,-1 3-6 16,-2 3-23-16,0 0-10 16,-4 0-15-16,-3 9-1 15,-3 3-2-15,2 1-1 16,4 3 0-16,3-1-13 0,1-2-25 16,9 0-6-16,7-6-10 15,4-1 7-15,4-5 5 16,4-1-14-16,1-3 40 15,1-8 30-15,-1-2 24 16,0-1-9-16,-2-3 0 16,-3-2-14-16,-1 0-10 0,-5 0-6 15,-4 2-11-15,-7-1 10 16,-2 6 4-16,-5 2 15 16,-1 3 34-16,-12 3-13 15,-2 2-30-15,-4 2-2 0,-5 2-2 16,1 9 0-16,-1 2 1 15,1 4 0-15,3 2-3 16,5-2-1-16,8-2-1 16,-1-1 0-16,7-5-1 15,1 1-1-15,0-5 0 0,9-3 1 16,1-2 8-16,4 0 6 16,4 0 0-16,-4 0-4 15,3-2-2-15,-3 0-2 16,-2 2 0-16,-2 0 1 15,-2 4-5-15,0 10-1 0,-5 5 1 16,-2 5 2-16,-1 4-1 16,0 5-2-16,0-2 2 15,-4-1-1-15,-8-3-1 16,2-3-2-16,1-4-3 16,-1-7 1-16,0-5 3 15,2-3-1-15,1-4 4 0,1-1 7 16,2 0-1-16,2-6 2 15,2-5 3-15,0-5-3 16,2-1-7-16,12-4-6 16,1-3-5-16,5-3-1 15,7-2-3-15,0 1 6 0,-1-2 0 16,4 2-2-16,1 1 1 16,-2 1-3-16,-1 2-11 15,-2 1 1-15,-3 1 11 16,-2 2 7-16,-3 0 2 15,-1 0-3-15,-1 1-3 0,-2 1 7 16,-4 1 1-16,-4 3-3 16,0 2 1-16,-6 2 2 15,0 3 6-15,0 3-7 16,-8 3-2-16,1 1-1 0,-1 0 2 16,-3 2 0-16,-1 9 0 15,3 1 0-15,-5 4 1 16,4 2-1-16,-2 0 0 15,7 3 1-15,0-1 1 16,3-1 2-16,2 0 5 16,0-2 2-16,2 0-3 0,5-3 0 15,3-3 1-15,1-2-1 16,1 0 2-16,5-4 1 16,2-1 1-16,2-4-1 15,5 0-1-15,4 0-8 16,4-7-2-16,1-5-5 0,-1-5-29 15,-3-3-104-15</inkml:trace>
  <inkml:trace contextRef="#ctx0" brushRef="#br0" timeOffset="-116197.02">4745 7450 20 0,'0'0'11'0,"0"0"-7"0,0 0 1 15,0 0 3-15,0 0-2 16,0 0 4-16,0 0 2 15,0 0-1-15,0-37-1 0,0 32-6 16,2-1-3-16,0 0-1 16,-1 1 0-16,-1 2-1 15,1 0-1-15,-1 0-1 16,0 3 2-16,0 0 2 16,-1 0 5-16,-2 0 2 0,-1 0-1 15,-3 0 0-15,3 0-3 16,0 0 1-16,1 0-3 15,0 0 0-15,1 0-2 16,2 0 0-16,0 3-1 16,0 0 1-16,0 0 0 0,0-1 1 15,3 1-1-15,-1 0 0 16,1 0 0-16,-3-2 1 16,0 2-1-16,2-1 2 15,-2-1-1-15,2 3 0 16,0-2-1-16,0 3 0 0,1-1 2 15,1 1-2-15,-2-1 0 16,2-1 0-16,-2 2 0 16,2-1 0-16,0 0 1 15,-2 1-1-15,0 0 0 16,-1 0 0-16,3-1 1 0,-4 2-1 16,2-4 0-16,0-1 0 15,0 2 1-15,0-2-1 16,-1 0 2-16,2 0-1 15,3-1-1-15,0 0 1 16,-1 0 0-16,3 0-1 0,-1 0 0 16,0 0 1-16,2 0-1 15,-2 0 0-15,1 0 0 16,4 0 0-16,-3 0-1 16,1-1 2-16,2-5 0 15,1-3 4-15,3-4-1 0,-1-1 0 16,4-4 2-16,3-2-3 15,-2-4 0-15,3-3 2 16,3-4 6-16,2-4 2 16,1-3 0-16,4-2-3 15,0-4-3-15,-1 2-2 0,1-1 0 16,-1 5-3-16,1 2-1 16,-6 7-1-16,-3 5 1 15,-2 6-2-15,-1 6 0 16,-5 6-2-16,-5 4-20 15,-5 2-57-15</inkml:trace>
  <inkml:trace contextRef="#ctx0" brushRef="#br0" timeOffset="-114781.22">5197 10860 4 0,'2'-4'2'0,"0"1"-2"0,0-1 2 0,3-2-1 16,-1-1-1-16,-2 1 1 16,2 1-1-16,-1-1 0 15,0 1 3-15,-3-1 6 0,2 3 9 16,-2-1-4-16,2 2-5 16,-2-1-2-16,0 0-3 15,0 2 1-15,0 0 16 16,0-1 1-16,0 2-5 15,0 0 1-15,0 0 1 16,0-1-3-16,0 1-5 0,0-1-4 16,0 1-5-16,0 0-1 15,0 0-3-15,0 0 2 16,3 0 0-16,5 2 0 16,-1 3-1-16,4 2 0 0,-2 0 0 15,-1-1-1-15,2-1 4 16,1 1-1-16,-2-2-1 15,0-4 1-15,0 0-1 16,0 0 0-16,3-11 1 16,2-8-1-16,5-5 0 0,0-7 0 15,4-6 3-15,4-7 1 16,4-2 0-16,1-3 0 16,3-2 2-16,3-1 1 15,-3 0-3-15,4 4-2 16,-1 2 0-16,-3 2-1 15,1 4-2-15,-4 6 1 0,1 6 0 16,-4 5-3-16,-4 8-5 16,-5 6-40-16,-9 7-28 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07T06:28:38.7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9551 3630 62 0,'0'0'5'0,"0"0"17"0,0 0-8 15,0 0-9-15,0 0-4 16,2 0-2-16,0 1 1 16,0 2 1-16,3-2-1 0,-3 2 2 15,2-3 1-15,3 0 3 16,6 0 6-16,12-13 15 16,8-9-4-16,19-14-7 15,19-12-4-15,28-9-6 16,24-10 0-16,26-11-3 0,26-7 0 15,21-4 4-15,8-8-38 16,2-8-151-16</inkml:trace>
  <inkml:trace contextRef="#ctx0" brushRef="#br0" timeOffset="2104.04">20455 5455 12 0,'2'0'2'0,"0"0"1"0,-2 0 13 16,1 0 5-16,-1 0 0 15,0 0-4-15,0 0-10 16,0 0-15-16,0 0 6 16,0 0 8-16,0 0-2 15,0 1-3-15,0 2 0 0,0-3 1 16,0 3-1-16,3 1 2 16,-2 0 0-16,1 1 0 15,-1 0 0-15,3 1 1 16,-1 1-1-16,0 0-1 15,0 0 2-15,1-2 0 0,-1-3 2 16,1 1 7-16,3-3 9 16,-1 0 2-16,4 0-3 15,5-8-3-15,2-8-3 16,9-1-6-16,9-9-3 16,8-3 1-16,10-8-2 0,5-6-2 15,13-4 0-15,8-4 1 16,6-10-15-16,1-10-139 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07T06:28:51.8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11260 6712 94 0,'0'0'5'0,"0"0"16"0,0 0 4 16,0 0-5-16,0 0 5 16,0 0-6-16,0 0-5 15,0 0-6-15,0 0-7 16,0 0 2-16,0 0-2 0,0 0-2 16,-15 44 0-16,21-26 1 15,0 5 0-15,2-5 0 16,-1-1-2-16,3-4 1 15,0-6-4-15,-1-7-2 16,5 0 1-16,5-12 17 0,3-13 9 16,8-9-7-16,8-11-4 15,7-8-5-15,6-12 0 16,11-6-3-16,5-8 0 16,3-6-27-16,-1-5-70 15</inkml:trace>
  <inkml:trace contextRef="#ctx0" brushRef="#br0" timeOffset="575.92">12478 5711 121 0,'0'0'1'0,"0"0"12"0,0 0 6 0,0 0-5 16,0 0-10-16,0 0-4 0,0 0-1 15,0 0 2-15,0 0 2 16,0 0 0-16,0 0-2 16,2 35 0-16,4-26 1 15,2 2-1-15,-3-4 0 16,3-1-2-16,-1-4-2 16,4-2 11-16,3-2 13 0,4-14 10 15,6-8-7-15,5-9-13 16,7-7-6-16,4-8-2 15,3-5-1-15,10-5-1 16,3-7-1-16,4-2-11 0,3-4-61 16,-1-1-128-16</inkml:trace>
  <inkml:trace contextRef="#ctx0" brushRef="#br0" timeOffset="1102.66">13895 4445 82 0,'0'0'2'0,"0"0"9"0,0 0 7 0,0 0-4 15,0 0-7-15,0 0-5 16,0 0-1-16,0 0-1 16,0 0 1-16,0 0 0 15,-24 45 2-15,24-33 1 0,0-4 0 16,0-1 0-16,0-2 0 16,0-3-1-16,2-2 6 15,3 0 6-15,2 0 24 16,3-11-7-16,4-5-14 15,6-8-9-15,7-4-3 16,8-9-3-16,12-8-2 0,9-11 1 16,12-5 1-16,14-6-2 15,12-8-5-15,2-10-43 16,5-7-201-16</inkml:trace>
  <inkml:trace contextRef="#ctx0" brushRef="#br0" timeOffset="3267.22">16973 10081 120 0,'0'0'6'0,"0"0"27"0,0 0-13 0,0 0-8 0,0 0-5 16,0 0-3-16,0 0-2 15,16-41 2-15,-14 36 0 16,0-1 0-16,-1 1-1 15,-1 2 0-15,0-1-1 16,0 2 0-16,-3 2-1 0,-6 0-2 16,-4 0-7-16,-2 7 4 15,-4 5 3-15,-1 1 1 16,0 5 0-16,-2 2 0 16,3 3 0-16,2 2 0 15,1 3 0-15,5 1-1 16,0 4 1-16,2-5-1 0,6 2-2 15,2-5 1-15,1 0 4 16,2-4 3-16,9-3 9 16,0-1-3-16,7-4-6 15,-2 0 1-15,6-2-2 16,-3-5-1-16,6-2-2 16,-2-1 1-16,0-3-3 0,0 0 1 15,-3-1-5-15,1-7 1 16,-4-3 0-16,0-1 1 15,-3 0 3-15,-2-2 0 16,-3 0-10-16,-6 0-18 0,-1-1-9 16,-2 2-6-16,0 1 1 15,0 0 22-15,0 0 21 16,0 3 12-16,0 0 15 16,0 2 1-16,4 0-17 0,6 0-5 15,3 1-2 1,4-1 3-16,3 2 2 0,0 0 0 15,2 1-2-15,-3 4 4 16,3 0-5-16,-6 0-1 16,0 10-5-16,-3 2 2 15,-1 2 0-15,-4 1-1 16,-2 0 2-16,-3 1-3 0,-2 0 2 16,-1 1-1-16,0-2-8 15,-1-1-23-15,-5-6-37 16</inkml:trace>
  <inkml:trace contextRef="#ctx0" brushRef="#br0" timeOffset="3615.09">17410 10211 180 0,'0'0'56'0,"0"0"-57"0,53-28 6 0,-31 23-2 0,-1 5-4 15,0 0 1-15,-4 0 0 16,-3 11-2-16,0 1 0 16,-3 4 1-16,-4 0 2 0,-3 0-1 15,-4 0 1-15,0 0 0 16,-3-3 0-16,-5-1-1 16,-3-2 0-16,-2-3 1 15,2-4 0-15,2-3 0 16,-1 0 2-16,2 0 1 0,3-5 9 15,3-8 3-15,2 1-2 16,0-5-7-16,5-4 0 16,9 1-7-16,7-3-1 15,4 1 3-15,4 3-6 16,0 2-25-16,-2 2-35 0,-3 3-44 16</inkml:trace>
  <inkml:trace contextRef="#ctx0" brushRef="#br0" timeOffset="3964.54">17848 10183 204 0,'0'0'6'0,"0"0"-13"16,0 0 8-16,0 0-3 15,42 20 3-15,-29-20-1 16,3 0 0-16,-1-2-1 0,3-6-1 15,0-4 10-15,-2-2-7 16,2-3 0-16,-4 3 0 16,-2-2-1-16,-3 3 1 15,-8 2 1-15,-1 4-3 0,0 4 1 16,-9 3 4-16,-5 0-2 16,-1 10 0-16,-3 4-1 15,4 5 1-15,0-1 0 16,4 2-1-16,5-3 0 15,3 0-1-15,2 0-1 16,0-4 2-16,7 0-2 0,6-2 0 16,3-3-4-16,3-4-50 15,-1-4-99-15</inkml:trace>
  <inkml:trace contextRef="#ctx0" brushRef="#br0" timeOffset="4427.26">18183 10129 249 0,'0'0'8'0,"0"0"4"15,0 0-16-15,0 0 4 0,0 0 2 16,0 0-2-16,35 41-1 16,-26-30 1-16,-1 1 0 15,3-5 0-15,1-1-2 16,-4-4 0-16,3-2 2 15,-2 0-3-15,1-1 8 0,-4-8-4 16,2 0 1-16,-3-2 0 16,-1-4-1-16,0 2 0 15,0 0 0-15,-4 2 1 16,2 2-1-16,0 2-1 16,-1 5 2-16,4 2-2 15,-3 0-1-15,1 7 0 0,1 7 1 16,0 3 1-16,1 3 0 15,0 4 0-15,0 1 0 16,1 0-1-16,0 2 0 16,-1-2-1-16,-3-1 1 15,-1 0-1-15,-1 1 1 0,0-3-1 16,-6 1 3-16,-5-3-3 16,-3-3 2-16,-3 0 1 15,-5-3 0-15,1-7-2 16,4 0 0-16,0-7-2 15,8 0 0-15,6-7-11 0,3-11-57 16</inkml:trace>
  <inkml:trace contextRef="#ctx0" brushRef="#br0" timeOffset="4889.24">18947 9886 129 0,'0'0'4'0,"0"0"10"0,34-47-2 0,-28 34 6 0,-6 3 3 16,0 2-6-16,-2 1 0 15,-8 1-12-15,-1 5 1 16,-2 1-2-16,-2 0-2 0,-3 1 1 15,0 11-1-15,-2 0-1 16,4 5 2-16,0 0-1 16,3 3 0-16,2-1-1 15,8-1 2-15,3 0-2 16,0-2 0-16,3 1 0 0,10-3 1 16,2 1 2-16,2-3-1 15,5 3 6-15,-5-1-4 16,4-1-2-16,-6 1 0 15,1-3 0-15,-3 2-1 16,-5-3 1-16,-2-2-1 0,-5 0 0 16,-1-1 0-16,-6 1 2 15,-8 1 2-15,-3-2-1 16,-1 0-3-16,-3 0-2 16,5-3 0-16,2-1-24 15,7-3-48-15,2 0-66 16</inkml:trace>
  <inkml:trace contextRef="#ctx0" brushRef="#br0" timeOffset="5167.24">19163 9967 172 0,'0'0'-15'0,"0"0"33"0,0 0 5 16,0 0-9-16,0 0-8 15,0 0-2-15,0 0-5 16,0 0 1-16,-51 4 0 0,30 12 2 16,4 1-2-16,5-2 4 15,4 3 1-15,1-2 1 16,6 0-3-16,1-2-1 16,5-1-1-16,9-3 2 15,7-3-1-15,5-2 0 0,5-4 0 16,5-1 0-16,-2 0-35 15,2-4-65-15</inkml:trace>
  <inkml:trace contextRef="#ctx0" brushRef="#br0" timeOffset="5629.29">19438 9928 170 0,'0'0'10'0,"0"0"34"0,0 0-37 16,0 0 0-16,41-25-6 15,-26 25 0-15,3 0-1 16,-2 1 2-16,0 8-1 16,-4 6 1-16,-2 0 0 0,-3 3-1 15,-3 2 0-15,-4-3 0 16,0 0 0-16,-12 0 0 15,-1-3 0-15,-5-4 0 16,-3-2 0-16,-2-3 0 16,3-3-1-16,4-2 0 0,0 0 0 15,5-6 1-15,3-3-1 16,7-3 1-16,1 0-2 16,0 2-1-16,9 0 4 15,4 3 5-15,1 3-5 16,2 3 3-16,4 1-2 15,1 0-1-15,2 0 0 0,1 2-1 16,0 3 1-16,1-1-1 16,-1 0-1-16,-5-1 0 15,0 0-12-15,-2-3-14 16,-1 0-10-16,-5 0-4 16,-1-3 0-16,-2-7 0 0,-3-3-48 15</inkml:trace>
  <inkml:trace contextRef="#ctx0" brushRef="#br0" timeOffset="5971.27">19734 9498 162 0,'0'0'-5'0,"0"0"25"0,0 0 15 0,0 0-24 16,0 0-16-16,0 0 6 16,0 0-1-16,0 0 6 15,10 57-2-15,-2-30-1 16,3 4 1-16,0 2-1 0,1 0 0 16,-2 2 0-16,-2-1-1 15,1-1 1-15,-3-2-1 16,2-1-1-16,-4-3 0 15,1 1-1-15,0-4 1 16,0-2-1-16,1-1 1 0,-3 0-2 16,3-5-16-16,0-5-35 15,-2-2-11-15,4-6-11 16</inkml:trace>
  <inkml:trace contextRef="#ctx0" brushRef="#br0" timeOffset="6256.39">19941 9967 76 0,'0'0'32'0,"0"0"19"15,0 0-6-15,39-30-8 16,-29 26-14-16,-3-1-10 16,3 1-7-16,0 0-3 15,-1 1 0-15,1-2-3 0,0 0 0 16,-3 1 1-16,2-3-1 16,-4 0 0-16,-1-2 0 15,-2 1 0-15,-2-1-1 16,0 2 1-16,-9 2-3 15,-4 3 1-15,0 2 3 0,-3 0 3 16,0 4-2-16,0 9-1 16,3 1 0-16,2 5-1 15,6 1 0-15,1 1-2 16,4 2 3-16,0 2-2 16,12 1 0-16,0-1-12 15,-1-2-80-15</inkml:trace>
  <inkml:trace contextRef="#ctx0" brushRef="#br0" timeOffset="7610.35">17502 11255 202 0,'0'0'-4'0,"1"0"16"0,1 3-16 0,1 14 1 16,3 4 2-16,-3 2 8 15,2 5-6-15,0 1 0 16,-1-1 0-16,-1 1-1 0,-3-5-3 16,0-3 5-16,0-2-4 15,0-2-7-15,0-6-21 16,0-4-18-16,-2-4-20 16</inkml:trace>
  <inkml:trace contextRef="#ctx0" brushRef="#br0" timeOffset="8065.24">17469 11350 144 0,'0'0'8'15,"0"-38"25"-15,8 20 4 0,6 0-37 16,5 0 0-16,1 4-3 16,6-1 3-16,1 4-2 15,-4 1 0-15,0 3 2 16,-4 4-1-16,0 2 0 15,-5 1 1-15,0 0 0 0,-3 7-3 16,-6 3-1-16,1 4 2 16,-4 0-1-16,-2 5-5 15,-2 1 10-15,-7 1-1 16,-4 0 1-16,-7-2-2 16,-1-2 1-16,0-3 2 0,1-3 0 15,1-4 3-15,1-1 0 16,3-2 1-16,6-1-3 15,1-3-1-15,3 0-3 16,3 0 1-16,2 3 2 16,0-3-4-16,0 3-11 0,2-1 18 15,5 4-11-15,4 0 7 16,3 3-3-16,0 1 6 16,4 2 2-16,2 0-3 15,-3-1-2-15,4 0 1 16,-1-1-1-16,-2 2-2 0,0-2 1 15,1-2-1-15,1-2-3 16,-3-2-30-16,-1-4-50 16</inkml:trace>
  <inkml:trace contextRef="#ctx0" brushRef="#br0" timeOffset="8726.98">18183 11169 49 0,'0'0'84'0,"0"0"-79"0,0 0 16 0,0 0-8 16,0 0-3-16,0 0-6 15,0 0-6-15,0 0 7 16,0 0-1-16,-48-15-1 0,28 22-1 16,-1 3-2-16,-1 0 3 15,2 3-2-15,-1 4-1 16,2 5 1-16,1 3-1 15,0 2 0-15,3 0 1 16,3 1 0-16,4 1 0 0,1-4-1 16,5-1 0-16,2-2 0 15,0-4-1-15,0-3-2 16,9-3-3-16,-3-5 5 16,3-1-1-16,0-3 2 15,-1-3 6-15,0 0-4 0,-2 0 2 16,1 0 0-16,-2-5-1 15,-1 0 1-15,-1-5 1 16,1 1-1-16,-1-2-1 16,2-3-2-16,2-2-1 15,3 2 0-15,-4 0 2 0,3 1-4 16,-2 2 4-16,3 3-1 16,2 3 4-16,-3 3-2 15,4 0 1-15,3 2-3 16,-2 0 2-16,1 0-1 15,2 4-1-15,-2 3 0 0,-1 0-1 16,-2 4 0-16,2-2 1 16,-5 1-1-16,-2-1-12 15,-1-2-20-15,-6-2-30 16,2-3-65-16</inkml:trace>
  <inkml:trace contextRef="#ctx0" brushRef="#br0" timeOffset="8990.06">18396 11201 204 0,'0'0'-32'0,"0"0"34"0,0 0-1 0,0 0 1 15,0 0-1-15,0 0 4 16,0 0 3-16,0 0 2 15,0 0-3-15,42 47-4 0,-36-26-2 16,1-1-1-16,-2 0 0 16,1-1 0-16,-3-1-1 15,-3-4-12-15,0-4-22 16,0-1-6-16,-1-4 0 0,-8-3-7 16</inkml:trace>
  <inkml:trace contextRef="#ctx0" brushRef="#br0" timeOffset="9289.46">18396 11201 115 0,'0'0'5'0,"0"0"15"16,0 0-5-16,44-44-10 16,-27 34-2-16,3 4-1 15,1-1-2-15,0 3 0 16,0 0 0-16,-1 4 1 0,-2 0 6 15,0 0 4-15,-3 0-6 16,-1 11-2-16,-5 1-2 16,-1 3 1-16,-4 5 1 15,-3-1-6-15,-1 2 1 16,-2 1 10-16,-10-3-7 0,-3 3 1 16,-3-3 4-16,-7 1-5 15,-4 0 0-15,-2-1 0 16,-2-2-2-16,1-5-35 15,1-5-62-15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07T06:26:46.1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13268 8998 66 0,'0'0'6'0,"0"0"8"0,0 0 2 0,0 0-4 16,0 0 0-16,0 0-2 15,-42 10 1-15,36-10 12 16,0 0-1-16,1 0-2 16,1 0-4-16,-2 0-10 15,3 3-5-15,-6 1-2 0,2 1-1 16,-1 2 1-16,-1 0-4 16,-3-1-2-16,2 1 5 15,-2-3 2-15,1 0 0 16,-2-3 0-16,-3 1 1 15,1-2 2-15,-4 0-1 16,0 2 1-16,0-1-2 0,-4 2-1 16,3 1 0-16,-3 0 1 15,0 3-1-15,0 0 0 16,-2-1-1-16,2 3 2 16,0-2-1-16,0 1 0 15,-1 1 1-15,2-1 1 0,-3 1-2 16,-2 1 1-16,0 1 1 15,-4 2-1-15,-3 1-1 16,-1 3 0-16,-3 3 0 16,-2-1 0-16,1 2 1 15,1 0-1-15,1 2 2 0,-2 1 1 16,-1 2 3-16,2 2-4 16,-2 2 0-16,2 0-1 15,2 2 0-15,-1-2-1 16,5-1 0-16,1 0 0 15,4 0 0-15,0-1 1 0,-2 3-1 16,0 1-1-16,-3 3 2 16,-1 3-1-16,-1 2 0 15,-1 1 0-15,-2 1 0 16,0-1 0-16,1 2-1 16,1 1 2-16,1 1-2 15,0 0 2-15,3 2-1 0,0-3 0 16,2-3 0-16,0-1 0 15,4 0 0-15,1-3 0 16,4 3 0-16,0 2 0 16,4 5 0-16,-2 4 0 0,3 3 0 15,1-1 0-15,1 1 0 16,-1-1 0-16,3-3 0 16,2-3 0-16,-1 1 0 15,4-3 0-15,0-1 0 16,1-1 0-16,3-1 0 15,2 0 1-15,0-2-1 0,0 3 0 16,0-3-1-16,2 1 2 16,7-3-1-16,2-1 0 15,3-1 0-15,1-2 0 16,5-2 0-16,3-1 0 16,4 2 0-16,1-3 0 0,1 3 0 15,4-1 0-15,4 2 0 16,-5-2 0-16,3-1 0 15,1-3 0-15,-1 1-1 16,1-5 0-16,5 0-1 16,1-4 1-16,2 0 0 0,3 0 1 15,3-2-1-15,-1-1 2 16,3 0 0-16,2 0 1 16,2-1-2-16,5-3 0 15,0-1-1-15,1-5 1 16,6-2 0-16,-3-4 1 0,2-1 0 15,0 0 2-15,2-7-1 16,3-4 1-16,-1-2-3 16,0-4 0-16,1 1 1 15,-5-4 1-15,2 1-2 16,-2-4 0-16,-3 0 0 0,-1-4 0 16,-2 0 0-16,1-5 0 15,-4-3 0-15,-4-3 1 16,0-3 1-16,-1-2 0 15,-3-1 0-15,1-3 2 16,-2-1 0-16,-2-3-1 0,-2-5 0 16,2 0 1-16,-3-3-1 15,-1 0-1-15,-3-4-1 16,0-1 1-16,1-2-2 16,-7-2 1-16,-1-1-1 15,-4 0 0-15,-5-1 0 16,-2 0 0-16,-1 0 0 0,-3-2 1 15,-2-1-1-15,-1-3-1 16,-2-1 2-16,-1-2-1 16,1 2 0-16,-4-1 0 15,-2 0 0-15,-1 3-1 0,-6 1 0 16,0 6-1-16,-2 3 1 16,-9 1-1-16,-5 4 3 15,-1-1-1-15,-2 4 1 16,-3-1 2-16,0 1-3 15,0 6 4-15,1 0-2 0,-3 1 1 16,0 2-1-16,-1 3-1 16,-2 0 1-16,0 1-2 15,-1 2 0-15,1 2 1 16,-4 3 0-16,1-1-1 16,-1 4 2-16,-5 0-1 0,2 2 2 15,-6 5 0-15,0 2 5 16,-3 6-3-16,-2 1-4 15,-2 8-2-15,1 4 1 16,-6 6-1-16,-2 2-3 16,-1 16-7-16,-6 6-18 15,-3 5-27-15,-2-2-99 0</inkml:trace>
  <inkml:trace contextRef="#ctx0" brushRef="#br0" timeOffset="1388.46">18413 6868 211 0,'-5'-9'5'0,"-2"1"8"0,0-2 1 0,-1 1-1 0,-2 2-5 0,-1 0-6 15,-6 0-1-15,-4 2-1 16,-4 0 1-16,-5 1-2 16,-4 2 1-16,-4 2 0 15,-4 0-2-15,-3 0 3 0,-1 9-1 16,-4 1 1-16,-2 6-2 15,-1 1-1-15,-3 1 0 16,-3 5-2-16,0-1 4 16,0 3 1-16,-4 0-2 15,3 1 1-15,-4 5 0 0,3 0 0 16,0 5 0-16,2 1 0 16,2 5 1-16,2 2-1 15,-1 5 0-15,0 3 0 16,0 5 0-16,0 6 0 15,3 2 2-15,-1 4-2 16,1 4 0-16,6 1 0 0,-2 3 1 16,7 0-2-16,3 0 2 15,7 0-2-15,3 1 1 16,6 1 1-16,4 0-1 16,6-1 0-16,2 0 0 15,8 1 0-15,3-3 0 0,0-4 0 16,14-2-1-16,4-5 2 15,8-4-2-15,5 0 1 16,7-4 0-16,7-2-2 16,4-2 1-16,5-1 0 15,5-5 0-15,5-1 0 0,2-5 1 16,2-3 0-16,4-4 0 16,1-1 0-16,-1-6 0 15,4 0 1-15,-2-4-1 16,4-5 0-16,0-1 2 15,3-6-1-15,2 0 4 0,-3-6-3 16,3-3 0-16,0-2-1 16,1 0 0-16,1-6 0 15,0-8 0-15,3-5 2 16,1-3-1-16,0-4 0 16,-5-5-1-16,2-1-1 0,-1-3 1 15,-2-2-2-15,-5-2-5 16,0-3 1-16,-5-3 3 15,-2-5 3-15,-3 0-1 16,-4-4 3-16,-4 0 3 16,-5-2 0-16,-1-1-3 0,-5-4 2 15,-4-2-3-15,-5 1-2 16,0-4 1-16,-6-3 0 16,-5-1 1-16,-3 1 0 15,-6-2 4-15,-4 1-1 16,-5-1 0-16,-6 1-2 0,2 0-1 15,-5 3-2-15,-2 0 1 16,0-1 0-16,0 1-2 16,0 1 1-16,-10 0 1 15,0-1-2-15,-6 5 2 16,-2-2-3-16,-8 1 3 16,-2 2 2-16,-3 1 3 0,-5 3 0 15,-1-2 2-15,-3 5-1 16,-1 4-2-16,-5 2-2 15,-4 1 1-15,-5 5-7 16,-6 3 6-16,-5 4-5 0,-7 2 0 16,-9 10-1-16,-6 8-8 15,-12 6-12-15,-13 7-34 16,-11 2-59-16</inkml:trace>
  <inkml:trace contextRef="#ctx0" brushRef="#br0" timeOffset="8416.46">12230 9150 4 0,'-2'0'12'0,"-2"0"1"0,2 0 4 0,1 0 3 16,0 0-7-16,0 0-2 0,1-1-2 15,0 1-2-15,-2 0-4 16,2-2 0-16,0 2-2 15,0 0-1-15,0-1-1 16,0 1 1-16,0 0 0 16,0 0 0-16,0 0 0 0,0 0 0 15,0 0 1-15,0 0-1 16,0 0 0-16,0 0 0 16,0 0 1-16,0 0-1 15,0 0 0-15,0 0 1 16,0 0 0-16,0 0-1 0,0 0-1 15,0 0 1-15,0 0 1 16,0 4-1-16,0-1 0 16,-2 1 0-16,2-1-1 15,0 1 1-15,0-1 0 16,0 0 0-16,0 1 0 16,0-2 0-16,0-1 0 0,0 1 0 15,0-1 0-15,0 0 0 16,0 1 0-16,0-1 0 15,0 2 1-15,0-1-1 16,0-1 0-16,0 3 0 16,0-2 0-16,0 1 0 0,0 1 0 15,0-1 0-15,0 1 0 16,4-1 0-16,-2 1-1 16,1-3-5-16,3-1-15 15,-4 0-44-15</inkml:trace>
  <inkml:trace contextRef="#ctx0" brushRef="#br0" timeOffset="10295.42">12276 9165 4 0,'0'0'16'0,"0"0"-3"0,0 0-5 16,0-1 0-16,-3 1-6 15,-2 0 1-15,5 0 1 0,-3 0 1 16,2 0-1-16,0 0-1 16,1 0-3-16,0 0-1 15,0 0 1-15,0 0 0 16,0 0 0-16,0 0 1 15,-1 0-1-15,0 0 1 0,-1 0-1 16,-2 0 1-16,0 0-1 16,2 1 0-16,0 1 1 15,1 0-1-15,-1-1 0 16,2 0 0-16,0 0 0 16,0-1 0-16,0 2 0 15,0-2 0-15,0 0 0 0,0 0-1 16,0 0 3-16,0 0-1 15,0 0-1-15,0 0 1 16,0 0-1-16,0 0 1 16,0 0-1-16,0 1 0 15,0-1 1-15,0 0-1 0,0 1 1 16,0 0 1-16,0-1 0 16,0 3 0-16,0 0-1 15,0 1 1-15,0-1-2 16,0 2 1-16,0 1-1 15,2 3 0-15,-1-1 0 0,-1 1 1 16,0 1-1-16,0 1 1 16,0-1 0-16,0 4 1 15,0-1-1-15,0 2 1 16,2 1 0-16,4 0-1 0,-2 2 0 16,0 1 0-1,4 1-1-15,-1-1 1 0,1 1 0 16,-2-1 1-16,4 1-2 15,-5 0 1-15,1 0-1 16,0 1 1-16,-1-4-1 16,0 4 1-16,0 0 0 0,1 0-1 15,-1 1 1-15,3 2 0 16,-2 2-1-16,4 1 1 16,-1 3 0-16,-2 1 0 15,4 2 0-15,0-1 2 16,-2 4 0-16,3-1 0 0,0 1-1 15,1 2-2-15,2 2 1 16,0 4 0-16,3 4-1 16,0 2 0-16,-5 1 0 15,3 3 0-15,-3 0 1 16,0 2-1-16,-1 0 0 16,1 3 2-16,1 2-2 0,1-2 1 15,1 4-1-15,2-1 1 16,2 2-1-16,0-1 0 15,-2-1 0-15,2-1 1 16,-4 3-1-16,0 1 1 16,-3 1-1-16,0 0 4 0,-4 3 11 15,2-1 0-15,-3-1-8 16,4-2 1-16,-1-4-4 16,1-4-1-16,-3-3-2 15,2-6 1-15,2-4 1 16,-2-4-3-16,3-2 1 0,-3-2 1 15,-1-3 1-15,2 1 1 16,-2-4-1-16,-2-5 0 16,0-4 1-16,-2-5-3 15,-2-4 2-15,-1-6 0 0,0-1 3 16,0-3-12-16,-1-2 2 16,0-12-15-16,-2-15 13 15,0-15-126-15</inkml:trace>
  <inkml:trace contextRef="#ctx0" brushRef="#br0" timeOffset="11726.34">12367 9282 51 0,'0'-4'3'0,"0"-3"-1"0,-2 3 0 0,-3 1 0 15,2-1-1-15,1 2 0 16,-4 2 0-16,2-1 0 15,-1 1-1-15,1 0 3 16,0 0 9-16,1-2-2 0,2 2-4 16,-1 0-2-16,2 0-1 15,0 0-2-15,0 0-1 16,0 0 0-16,0 5 0 16,0 3 0-16,-2 2 0 15,-1 4 0-15,0 2 0 0,0 5 1 16,-1 1 1-16,-3 3-1 15,2 3 1-15,1 2 0 16,0 3 2-16,2-3-2 16,1 2 1-16,1 1-1 15,0 1-1-15,0 2 1 16,1 1-1-16,9 4-1 0,-2 3 1 16,4 0 0-16,1 2 0 15,0 2-1-15,0 0 1 16,0 0-1-16,1 1 0 15,0 0 0-15,1 4 2 16,1-5-2-16,1 2 2 0,-1-2-2 16,-1 2 1-16,4 0-1 15,1 2 1-15,-1 1 0 16,2 5 1-16,1 1 4 16,0 1-3-16,-3 1 1 15,1 3 5-15,-1 0 2 0,-4 0 2 16,0-1 3-16,1 0-4 15,-3-3-2-15,1-2 1 16,1 2-4-16,-3-3-3 16,1 1 0-16,-1-1-3 0,0-2 0 15,-3 3 0-15,-3-3-1 16,1-2 1-16,0-3-2 16,-3-6 2-16,1-7-1 15,-1-9 0-15,-1-8 0 16,3-7 0-16,-2-7-1 15,2-5-4-15,2-1-8 0,1-10-12 16,-3-18 19-16,2-16-39 16</inkml:trace>
  <inkml:trace contextRef="#ctx0" brushRef="#br0" timeOffset="12402.61">8314 9705 83 0</inkml:trace>
  <inkml:trace contextRef="#ctx0" brushRef="#br0" timeOffset="12814.36">12353 9940 84 0,'0'0'4'0,"0"0"3"0,-51 24 0 0,31-8-5 0,-5 2 0 15,-4 6 0-15,-4 3-1 16,1 6 2-16,-5 2 1 15,1 4 2-15,0 1 0 16,-4 2-1-16,1 1-1 16,0 2-1-16,-4 2-2 0,1 4 0 15,-4 3 1-15,2 4-1 16,-5 2-1-16,4 2 0 16,1 1 0-16,3-5 0 15,1-1 0-15,9-4-5 16,4-9-11-16,7-10-18 0</inkml:trace>
  <inkml:trace contextRef="#ctx0" brushRef="#br0" timeOffset="13277.57">12420 10518 149 0,'0'0'-43'0,"0"0"48"0,-46 37 1 0,27-16 1 15,-4 6-4-15,-6 4-2 16,-3 9 3-16,-9 4-3 15,-1 7-1-15,-7 6-3 0,0 3 7 16,-3 3-4-16,-6 2-1 16,-2 2 1-16,-1 3 0 15,-3 1-9-15,-1 3-6 16,0 4 2-16,0 2-12 16,2-2-21-16</inkml:trace>
  <inkml:trace contextRef="#ctx0" brushRef="#br0" timeOffset="13725.53">12132 11451 88 0,'0'0'-5'0,"0"0"10"0,0 0-2 0,0 0 0 0,-40 34-2 0,31-27 0 16,4 0-1-16,-4 5 0 16,-1-1 0-16,-3 6 1 15,-1 4-1-15,-4 5 0 16,0 7 2-16,-7 6-4 0,-1 4 2 15,-2 3 0-15,-3 3-5 16,0-2-36-16,-1 1 26 16</inkml:trace>
  <inkml:trace contextRef="#ctx0" brushRef="#br0" timeOffset="14066.62">12517 11226 113 0,'0'0'6'0,"0"0"-2"16,-54 52 1-16,32-24-4 16,1 6 0-16,-3 5 1 15,-1 3-2-15,1 4-2 16,1-1-2-16,1-4-38 15</inkml:trace>
  <inkml:trace contextRef="#ctx0" brushRef="#br0" timeOffset="15382.65">13953 9649 2 0,'0'-2'27'0,"0"1"10"0,0 0-19 0,0 1-7 16,0-2-6-16,0 1 1 15,0-1-2-15,0 2-2 16,0 0-1-16,1-1 0 15,-1 1-1-15,1 0 0 0,0 0 0 16,0 0 0-16,-1 0-1 16,1 1-3-16,1 5 2 15,-2-2 4-15,2 2 0 16,1-2-1-16,1-1 0 16,0 1 0-16,1-2-1 15,-1-1 0-15,3 0 0 0,-1-1 1 16,2 0 0-16,1-4 0 15,4-7 5-15,5-6-2 16,2-6 2-16,5-5 0 16,5-8-4-16,4-5 1 15,4-7-3-15,3-5-2 0,2-5-25 16</inkml:trace>
  <inkml:trace contextRef="#ctx0" brushRef="#br0" timeOffset="152389.23">3661 5016 119 0,'0'0'-5'0,"0"0"13"0,0 0 3 15,0 0-4-15,0 0-2 16,0 0-4-16,0 0-2 16,0 0-3-16,0 0-1 0,0 0 4 15,0 0-1-15,0 0-1 16,0 0 3-16,-2 1-1 15,11 11 0-15,5 1 1 16,1 1 0-16,3 0 0 16,2 0 0-16,4-3-1 0,3-2 0 15,2-2 0-15,1 0-1 16,3-3 0-16,0-2 1 16,3-2-2-16,0 0 2 15,3 0 0-15,1 0 2 16,-1 0 0-16,5-4 2 15,2 1-2-15,1-1 1 0,0-1-1 16,4 2 0-16,1 0-1 16,-3-1 1-16,2 3-1 15,3-3 0-15,-1 2 1 16,3-2 0-16,2 1 0 0,3-3 2 16,-1 1-2-16,3-2 1 15,-1 1-1-15,-1-1 0 16,-1 1 0-16,1 2-1 15,-1 2 0-15,3-2 0 16,1 3-1-16,3-1 1 0,0 0 1 16,5 1-1-16,-1 0 0 15,1 0 0-15,4-1 1 16,-3 2-1-16,2-2 1 16,-2 0-2-16,0-1 2 15,2 0-2-15,0 3 1 16,-4-1 0-16,4-2-2 0,-2 3 2 15,2 0 1-15,-2 0 1 16,2 0 2-16,2 0-1 16,2 3 0-16,-1-2-2 15,4 2 1-15,-2-3 0 16,5 2 0-16,0-1-2 0,1 1 1 16,-2 0 2-16,3 1 2 15,0-1 3-15,1 0-2 16,2-2 0-16,3 0-3 15,1 0 0-15,2 0 3 16,0 0-4-16,0 0-1 0,3 0 1 16,-1 0-1-16,-2 0-1 15,0 6 1-15,0-2-1 16,0 2 0-16,-2 1 0 16,0 0 1-16,4 0-1 15,-1-1 0-15,3-2 2 0,3 0-2 16,1-2 1-16,2 2 0 15,-1-4 0-15,5 0 0 16,-2 0-1-16,1 0 0 16,4 0 0-16,-1 0 1 15,2 0 2-15,0 0 5 0,3 0-4 16,-2 0-1-16,2 0 0 16,-1 0-1-16,3 0 0 15,-2 0-1-15,0 0 0 16,0 0 0-16,-1-1 0 15,0-2 0-15,-4 3 0 16,-1-1 2-16,-1 0-1 0,0 1-1 16,0 0 0-16,-1-1 0 15,1 1 0-15,-1-3 0 16,2 1 0-16,-2 0-1 16,1-1 2-16,-5-3-2 15,1 2 0-15,0 0 0 0,0 0 1 16,-6-2-1-16,-2 0 0 15,-1 1 1-15,-4-4-1 16,-5-1 2-16,-3 0 1 16,-4-3-3-16,-6 1 1 0,-6-3-1 15,-8-3 3-15,-5 1-2 16,-4-1 2-16,-8-1 2 16,-5-4-2-16,-2 0 0 15,-5-3 0-15,-5-2 1 16,-2 0-2-16,-6-6 1 0,-6 3-1 15,-2-6 0-15,-6 1 1 16,-5 1-1-16,0-5 3 16,-6 0 3-16,-6 0-5 15,-4 1-1-15,-2 0 0 16,-1 1 4-16,-2 0-4 0,-3 0-2 16,-3 1-2-16,-1-2-1 15,-1 4-1-15,-4 2-1 16,-3 0 3-16,-4 6-1 15,-3 0 2-15,-3 5 2 16,-4 0-1-16,-1 4 0 0,-2 0 2 16,-4 3-1-16,-3 2-2 15,-3 2 3-15,-1 1-2 16,-5 2 1-16,-2 2-2 16,-4 0 2-16,-2 2-2 15,-2 3 2-15,-4 0-2 16,-3 1 1-16,-1 0 0 0,-1 0 0 15,-3 2 0-15,1 2 0 16,-2 0 0-16,-1 1 0 16,-2-2 0-16,-3 1 0 15,-3 0 0-15,1 0 0 0,-1-1 0 16,-1 0 0-16,-4 1 0 16,-1-2 0-16,-2-1 0 15,0-1 1-15,-2 0-1 16,-2 0 0-16,3 0 1 15,-4 0-1-15,-1 0 0 16,0 0 0-16,-5 2 0 0,1-1 0 16,-4 0 0-16,0 1-1 15,-4-1 1-15,1-1 0 16,-1 0 0-16,1 0 1 16,-1 0-1-16,0 0-1 15,-3-1 1-15,1-2 0 0,-3 3 0 16,4-1 1-16,-4-1-1 15,3-1 0-15,-3 2 0 16,4-2 0-16,1 0 0 16,0-1 0-16,0 0 1 15,4-2-1-15,-1 2 0 0,2-2 2 16,1 2-2-16,0-2 1 16,0 0 1-16,-1 1-1 15,5 2 0-15,-1-3-1 16,0 3 3-16,-1 2-3 15,1 1 0-15,3 0 0 0,0 0 0 16,-1 0 0-16,1 0 0 16,4 0-3-16,-1 0 6 15,2 0-3-15,3 0 0 16,-1 3-3-16,1-3 6 16,2 1-3-16,2 1-3 15,1-1 6-15,1 2-3 0,2 0 0 16,3-2 0-16,0 3 0 15,1 0 0-15,3 1-3 16,2 2 6-16,-1-1-3 16,3 2-3-16,1 2 6 15,3-1-6-15,1-1 3 0,0 2 0 16,5 0 0-16,0 0-1 16,6 0 1-16,1 0 0 15,3 3 1-15,3-1-2 16,1 3 2-16,3 2-2 15,1 4 1-15,2 2 0 0,3 4 0 16,1 3-1-16,2 4 0 16,2 4 1-16,2 2-1 15,4 2 1-15,-1 5-2 16,5 5 1-16,2 4 0 16,1 5 0-16,-1 6 0 0,0 3 0 15,1 9 1-15,1 6-1 16,0 3 1-16,5 1-7 15,11 3 6-15,10-1 0 16,10-2-1-16,14-1 1 16,22 0 1-16,18 5-1 15,15 0-4-15,18-3-17 0,11-1-42 16,10-11-36-16</inkml:trace>
  <inkml:trace contextRef="#ctx0" brushRef="#br0" timeOffset="153921.47">13580 12562 145 0,'0'0'14'0,"0"0"19"0,0 0-15 16,0 0-15-16,0 0-2 16,0 0-2-16,0 0 0 15,0 0 0-15,-10 41-1 16,10-28 1-16,6 1-2 15,-1-1-2-15,8-5-5 0,0-2 3 16,5-6 0-16,7-3 6 16,13-13 11-16,4-8 5 15,14-7-3-15,9-10 0 16,11-7-8-16,11-5 0 0,7-1 0 16,11-3-3-16,2-1-50 15,0-3-139-15</inkml:trace>
  <inkml:trace contextRef="#ctx0" brushRef="#br0" timeOffset="154561.41">17076 12572 77 0,'0'0'-4'0,"0"0"9"0,0 0 13 0,43 8 8 0,-21-11 3 15,7-12 6-15,5-3-7 16,12-7-4-16,8-5-8 16,12-7-4-16,11 0-6 15,3 0-3-15,5-1-1 0,-1 5-8 16,-7 2-73-16</inkml:trace>
  <inkml:trace contextRef="#ctx0" brushRef="#br0" timeOffset="155764.81">16419 13235 17 0,'0'0'20'0,"0"0"12"0,0 0-9 0,0 0-4 0,0 0-8 16,0 0 7-16,0 0 0 15,-32-39-5-15,30 35-2 16,2 0-5-16,-2 0-1 15,2 2 0-15,0-2-5 16,0 1 1-16,0 1-1 0,0-3 0 16,0 1-12-16,4-2 11 15,2-1 6-15,3 2-4 16,1-3 5-16,-1 0-8 16,2 2 8-16,0-2 1 15,2-1 2-15,2 2 1 0,3-1 1 16,3 1-6-16,2 2-1 15,4 2-3-15,4 3 0 16,0 0-1-16,7 0 0 16,-2 3 0-16,6 7 0 15,0 4 0-15,3 3 0 0,-1 3 0 16,0 4 1-16,2 6 0 16,-1 3-1-16,0 1-1 15,-3 7-2-15,-3 6 2 16,1 4 2-16,-8 6-4 15,0 4 5-15,-2 5-1 0,-6 4-1 16,1 0 0-16,-3 2 2 16,-1-3-2-16,-2 1-1 15,-2-4 4-15,1 0-3 16,1-2 0-16,-3-4 1 16,-1 0 0-16,-2-2 0 0,1-2 3 15,-5-4-1-15,0-5-1 16,0-4-2-16,-4-7 1 15,1-6 0-15,-2-3 0 16,1-7 0-16,2-3 0 16,-4-3-1-16,1-4 1 0,2-1-1 15,-3-3-14-15,-1-2-23 16,-2-4-50-16</inkml:trace>
  <inkml:trace contextRef="#ctx0" brushRef="#br0" timeOffset="156228.82">17298 14671 95 0,'0'0'6'0,"0"0"-5"0,0 0 3 0,0 0 0 0,0 0-1 16,40 7-1-16,-32-3 5 15,2 1 0-15,-1 2 9 16,1-3 1-16,1 4-3 0,1-1-3 16,1-1-2-16,3 1-4 15,-1-1-3-15,1-2 0 16,-1 2 1-16,2-3-1 15,-1-1 0-15,-3-1-3 16,-1-1-19-16,-2 0-32 0,-3 0-42 16</inkml:trace>
  <inkml:trace contextRef="#ctx0" brushRef="#br0" timeOffset="156434.84">17712 14526 275 0,'0'0'4'0,"0"0"-3"16,0 0-7-16,0 0-20 16,-13 37-5-16,-2 0 43 15,-7 10-15-15,-9 7-12 16,-4 2-85-16</inkml:trace>
  <inkml:trace contextRef="#ctx0" brushRef="#br0" timeOffset="157331.28">17351 15307 178 0,'0'0'5'0,"0"0"10"0,0 0-20 0,0 0 0 0,0 0 1 16,0 0 6-16,14 40 1 15,-4-26 0-15,4 0-2 16,-1-1 4-16,3 0-3 0,0 1 0 16,2-2-1-16,1-1 1 15,0-3 1-15,1 1-1 16,0-5 0-16,2-4-4 15,-3 0-43-15,-2-3-20 16</inkml:trace>
  <inkml:trace contextRef="#ctx0" brushRef="#br0" timeOffset="157596.07">17688 15300 214 0,'0'0'5'0,"0"0"19"15,0 0-9-15,0 0-6 16,0 0-5-16,0 0-5 16,0 0-4-16,0 0 7 15,-28 21-2-15,15 3 2 0,1 9 0 16,-2 3 1-16,1 2-1 16,-1 3-2-16,3 2-2 15,0-4 0-15,0-1 4 16,6-2-2-16,-1-4 0 15,5-4 0-15,1-7-8 16,0-8-30-16,8-9-54 0</inkml:trace>
  <inkml:trace contextRef="#ctx0" brushRef="#br0" timeOffset="157965.92">17890 15355 167 0,'0'0'8'0,"0"0"-3"16,0 0-10-16,0 0-8 16,0 0 18-16,1 40 7 15,-1-16-1-15,0 1 0 16,-1 1-2-16,0-3-5 15,1 0-1-15,0-6-1 0,0-3 0 16,5-2 0-16,1-2-1 16,2-2 2-16,-1-1 1 15,0-3-1-15,1-1 1 16,3 1 8-16,2-2-8 16,1-2 0-16,1 0 2 0,4 0-5 15,0-2 2-15,-1-2-2 16,-1-1-2-16,2 0-12 15,-6-3-20-15,-2 1-24 16,-4-2-42-16</inkml:trace>
  <inkml:trace contextRef="#ctx0" brushRef="#br0" timeOffset="158185.28">17971 15509 174 0,'0'0'8'0,"0"0"10"0,0 0-12 16,0 0-1-16,0 0 0 15,0 0 4-15,0 0 2 16,42-44-3-16,-25 34-4 0,1-2-3 16,3 1-1-16,1-2 0 15,-5 3-6-15,-1-4-47 16,-5 3-60-16</inkml:trace>
  <inkml:trace contextRef="#ctx0" brushRef="#br0" timeOffset="158334.94">17983 15327 208 0,'0'0'19'0,"0"0"7"15,0 0-9-15,0 0-25 16,0 0 3-16,0 0 0 0,40-21-20 15,-13 14-31-15,2-1-36 16</inkml:trace>
  <inkml:trace contextRef="#ctx0" brushRef="#br0" timeOffset="158804.49">18488 15242 82 0,'0'0'48'0,"0"0"-20"16,0 0 7-16,0 0-17 15,0 0-12-15,0 0 1 16,0 0 1-16,-42-23-5 16,31 23 2-16,-3 7-3 15,1 4 0-15,1 2-1 0,0 3-2 16,2 1 1-16,4 0-1 15,-2 1 0-15,5-2-1 16,3 0-1-16,0-4 0 16,3-2-6-16,7-1-2 15,1-2 3-15,2-1 16 16,3-1-6-16,-3 1-2 0,2 1 1 16,-3-1-1-16,0 1 0 15,-5 0-1-15,1-1 0 16,-4 1-1-16,-1 0-1 15,-3 0 3-15,0 0 1 0,0 0 10 16,-7-1-2-16,-6 1 2 16,-6 0-4-16,-2 0-3 15,-3 2-1-15,-3-2-3 16,1 1 2-16,0 1-2 16,3-2 1-16,4 0-2 0,5 0-12 15,7-7-32-15,5 0-46 16</inkml:trace>
  <inkml:trace contextRef="#ctx0" brushRef="#br0" timeOffset="159138.76">18868 15245 103 0,'0'0'73'0,"0"0"-27"0,0 0-37 0,0 0-5 16,0 0 10-16,0 0-6 0,0 0 3 15,0 0 2-15,0 0-3 16,51-6-4-16,-30 0-5 15,1 2 0-15,1-2 1 16,-1 2-1-16,0 0 0 16,-1 0-1-16,-2 1-1 0,-3 1-8 15,-1 2-26-15,-3-1-41 16,-7 1-16-16</inkml:trace>
  <inkml:trace contextRef="#ctx0" brushRef="#br0" timeOffset="159337.66">18915 15355 221 0,'0'0'8'0,"0"0"-13"16,0 0 9-16,0 0 6 15,0 0 2-15,35 3-5 16,-12-3-3-16,4-4-1 15,4-2-5-15,0-1-44 16,3-3-67-16</inkml:trace>
  <inkml:trace contextRef="#ctx0" brushRef="#br0" timeOffset="160021.38">19765 14898 193 0,'0'0'11'0,"0"0"8"0,0 0-20 15,0 0 0-15,-40 13 1 16,23-3 3-16,-2 7-1 16,-3 4 3-16,1 8 2 15,-2-1 5-15,6 6 2 0,1-3-4 16,5-1-7-16,7-3-3 15,4-3-1-15,0 0 1 16,11-6 1-16,7-2 1 16,2-3-1-16,7-1 2 15,4-7 0-15,5-1-3 0,4-4-30 16,0-4-40-16,0-7-49 16</inkml:trace>
  <inkml:trace contextRef="#ctx0" brushRef="#br0" timeOffset="160448.91">20049 15101 204 0,'0'0'27'0,"0"0"26"16,0 0-28-16,-16-38-17 15,3 32-5-15,1 3 12 16,-3 3-13-16,0 0-2 0,0 7 1 16,-2 5 0-16,-1 2-1 15,4 0 0-15,2 0-1 16,4-1 0-16,3 0-11 15,4-3 11-15,1-3-3 16,0-1-4-16,7-4-11 16,3-2 17-16,2 0-1 15,-1-1 4-15,4-6 2 0,-3-3-1 16,-1-1 1-16,-2 2-1 16,-2-1 3-16,-1 3-1 15,-4 3-1-15,0 1 3 16,-2 0-3-16,1 3-4 0,2 0-6 15,3 0 3-15,-2 6 1 16,1 0 2-16,3 2 0 16,4 0 2-16,-4 0-1 15,2-3 0-15,4 2 2 16,-1-5-3-16,1-1-6 0,2-1-5 16,3 0-13-16,-2-3-10 15,-1-6 7-15,-2-3-8 16,1-4-6-16,-3-2 14 15,0-5-23-15</inkml:trace>
  <inkml:trace contextRef="#ctx0" brushRef="#br0" timeOffset="160647.63">20252 14846 124 0,'0'0'34'0,"0"0"18"0,0 0-21 0,0 0-17 0,0 0-16 16,0 0-10-16,0 0 2 15,0 0 6-15,0 42 5 16,3-15 3-16,5 1-2 16,-2 0 1-16,6 1-1 15,-1 1-1-15,0-3 0 0,2-3 0 16,-2-7-35-16,-1-4-64 16</inkml:trace>
  <inkml:trace contextRef="#ctx0" brushRef="#br0" timeOffset="160783.7">20342 15040 179 0,'0'0'93'0,"0"0"-82"15,24-48-2-15,2 32-8 16,6 3-1-16,7 2 1 16,0 3-13-16,-5 2-62 0</inkml:trace>
  <inkml:trace contextRef="#ctx0" brushRef="#br0" timeOffset="161309.92">19209 15936 82 0,'0'0'7'0,"0"0"13"0,50-13-5 0,-31 9-13 0,0-1 0 15,1 2-3-15,-2-1-20 16,-3 2-19-16</inkml:trace>
  <inkml:trace contextRef="#ctx0" brushRef="#br0" timeOffset="161487.95">19224 16063 232 0,'0'0'-1'16,"0"0"-13"-16,0 0 15 15,40-6 7-15,-14-1-7 16,6-4 0-16,2-1-1 16,1 1-17-16,1-1-70 15</inkml:trace>
  <inkml:trace contextRef="#ctx0" brushRef="#br0" timeOffset="161750.91">19771 15918 162 0,'0'0'5'0,"0"0"29"15,0 0 10-15,0 0-25 16,0 0-3-16,0 0-7 16,0 0-7-16,0 0-8 0,8-7-1 15,-5 18 3-15,0 3 4 16,-2 1 3-16,1 1 0 15,1 0-3-15,-1-2 1 16,1 0-1-16,-1-3-1 16,-2-2-12-16,0-3-12 15,0 0-32-15,0-5-25 0</inkml:trace>
  <inkml:trace contextRef="#ctx0" brushRef="#br0" timeOffset="162086.29">19747 15968 110 0,'0'0'24'15,"0"0"9"-15,-2-45-12 0,2 36-7 16,2 2-10-16,5 5-4 16,0-1 2-16,3 3-2 15,1 0-2-15,3 3 5 16,1 4-4-16,1 0 2 16,3 3 0-16,2 0-1 0,-1-1 0 15,3-2 0-15,-5-3 0 16,2 0 1-16,-4-1-1 15,-2-3 0-15,-2 0 1 16,-2 0 0-16,-3-3 3 16,-3-4 16-16,0-3 11 0,-2 0-4 15,-2-4-9-15,0-3-5 16,0 0 6-16,-4-1-15 16,0 0-2-16,2 3-1 15,1 1-1-15,1 4-1 16,0 3-15-16,0 2 0 0,0 4-24 15,4-2-50-15,5 0-10 16</inkml:trace>
  <inkml:trace contextRef="#ctx0" brushRef="#br0" timeOffset="162484.62">20281 15765 132 0,'0'0'66'0,"0"0"-60"0,0 0-2 16,0 0-6-16,0 0 8 15,0 0-5-15,0 0 0 16,0 0 1-16,-40 24-2 16,31-12 0-16,0 3-1 15,-2 3 0-15,2-1-1 16,4 1-6-16,-1-1 6 0,4-2-2 15,2-4-3-15,0-1 1 16,0-3 3-16,6-2 12 16,3-1-2-16,4-4-1 15,2 0 4-15,4 0-1 16,1-2-1-16,3-7 0 0,-3 0-2 16,-1-3 1-16,-2 0 5 15,-5-2 4-15,-3-1-4 16,-3-1 3-16,-4-2-6 15,-2 2-5-15,0-1-2 16,-3 3-2-16,-11 2-16 0,-5 1-39 16,-4 4-74-16</inkml:trace>
  <inkml:trace contextRef="#ctx0" brushRef="#br0" timeOffset="163347.06">20674 14645 184 0,'0'0'15'0,"0"0"-1"0,0 0-6 16,0 0-7-16,0 0 0 15,41-30-1-15,-24 29 0 16,1-2 0-16,3 3 0 15,1 0 0-15,2 0-1 0,-3 10 1 16,-1 3-3-16,-2 7 1 16,-5 3-2-16,-2 5-1 15,-7 3-5-15,-2 2 2 16,-2 2 4-16,0 2 7 16,-2-1 0-16,-2-1-3 0,-1 1 1 15,3-2-1-15,2-3 0 16,0-4 3-16,5-3-4 15,4-2 2-15,4-7 5 16,5-1-4-16,0-4 2 16,-1-4 1-16,0-3-1 0,-2 0 1 15,-3-2-3-15,-4-1-1 16,-3 0 0-16,-3 2-1 16,-2 0-3-16,0 5-7 15,-6 3 14-15,-4 6-2 16,-3 3 0-16,1 7-1 15,1 6-1-15,1 3 0 0,5 6-1 16,1 3-1-16,4-2 1 16,0-1-1-16,2-3-1 15,6-2-1-15,3-4 3 16,3-2-2-16,-1 1 2 16,-1-2 5-16,1-2-3 0,-6 1-1 15,0-1 1-15,-7 1 0 16,-6 1-2-16,-15 1 7 15,-13 0 0-15,-19 1-4 16,-16 0-20-16,-20-4-56 16</inkml:trace>
  <inkml:trace contextRef="#ctx0" brushRef="#br0" timeOffset="166155.09">13594 8650 121 0,'0'0'13'0,"0"0"6"0,0 0 3 0,0 0-18 0,0 0-4 16,0 0 0-16,0 0 1 15,0 0 1-15,0 0 0 16,-7-30-1-16,3 29-1 0,-1 1-3 16,-5 0-4-16,-2 0 7 15,-2 3-5-15,-2 5 0 16,-3 4-1-16,-2 2-2 16,1-1 8-16,-2 1-4 15,-4 2 2-15,-1-1 3 16,0 1-1-16,-2 1 0 0,-1-3 0 15,1 2-2-15,-2 1 0 16,-1-3-2-16,1 0 4 16,0 2 0-16,-3 0 2 15,-1 1 0-15,-3 2 2 16,-2 1 0-16,-2 1 1 0,1 2-2 16,-4 3-1-16,1-1-1 15,-1 4-1-15,2-2 2 16,1 1-2-16,-1 0 2 15,-1 0-2-15,-2-3-2 16,2 1 0-16,-3-1 2 0,1 0 0 16,-2 0 1-16,-2-1-1 15,0 5 0-15,-1-3 0 16,2 3 0-16,-1 2 0 16,2-1 0-16,0 4 0 15,-1-1 0-15,2-1-1 16,-3 4-1-16,2 0 2 0,-3 2 0 15,4 0 0-15,-3 6 1 16,3 0-1-16,0 0 0 16,4 0 0-16,-1 0 1 15,4 2-1-15,-3-1 0 16,3 4 1-16,0 3-1 0,0 2 0 16,2-2 0-16,4 0 0 15,0-3 0-15,5 0 1 16,2-2 1-16,3 2 1 15,2 4 0-15,0 4 1 16,3 5-3-16,0 2-1 0,-1 3 0 16,4-2-1-16,2 3 3 15,1-4-2-15,3-3-4 16,4-1 7-16,4-2-2 16,2 4 1-16,0 1 3 15,2 5-3-15,7 5 0 0,5 1-1 16,3 2-3-16,2-3 2 15,9-5 0-15,6-4-3 16,2-10-3-16,11-6-2 16,7-10-3-16,8-9 4 15,9-8-1-15,9-7 15 0,15-11-6 16,7-3-7-16,11-21-24 16,5-15-19-16</inkml:trace>
  <inkml:trace contextRef="#ctx0" brushRef="#br0" timeOffset="169758.98">890 715 152 0,'0'0'-57'0,"-40"-5"61"0,20-3 10 0,4 0-3 0,0-1 0 16,3 1-7-16,-1 1-1 15,1-3 0-15,-1 3-2 16,-1 0-1-16,-1-2 0 16,3 5 2-16,-5 4-2 15,3 0-2-15,-4 0-3 0,0 6-8 16,-2 6-2-16,-1 1-9 16,1 2 8-16,-2 2 5 15,2 1 20-15,-1 0-5 16,2 2 4-16,-1 5-3 15,-3 0-3-15,4 2 2 16,-4 4-4-16,1 0 2 0,0 1-1 16,4 0-1-16,1 4 2 15,4-1 0-15,3 1 0 16,4 2 1-16,3 4-2 16,4 0-1-16,0 0 0 15,0 1 1-15,4-2-2 0,7 0 3 16,3-1-3-16,1-1 0 15,4-2 0-15,3 0-1 16,0-3 0-16,5-1 0 16,-1-1 2-16,4-1-1 0,3 2 1 15,3-2 0-15,3 1 0 16,5 0 0-16,3-2 0 16,-1 4 0-16,6 0 0 15,1 2 0-15,3-1 0 16,3-2 0-16,3-2 0 15,-1 0 0-15,7-5 2 0,2-1 0 16,-1-3 1-16,3 0-1 16,2-2-1-16,-1-1 0 15,4 2-1-15,1-4 0 16,2 0 0-16,0-1 1 16,3-2 0-16,5-2-1 0,-1 0 1 15,-1 1 0-15,4-2 0 16,1-2 1-16,1-2 1 15,2 1-2-15,0-2 1 16,3 1-1-16,-1 0 0 16,0-1 0-16,-3 1 1 0,6 0-1 15,-3 3 2-15,0-2-2 16,0 1 0-16,5 0 0 16,-1-1 0-16,-2-1 0 15,3-1 0-15,2 0-1 16,0-5 2-16,-1 3 3 15,4-2 0-15,-1-2-1 0,2 0 0 16,0 0-2-16,3 0 1 16,1 0-1-16,-1 0 1 15,2 0 0-15,0 0 0 16,-1 0-1-16,3-2 0 16,0-2 0-16,-2 0 2 0,1-3 0 15,0 0 0-15,1-2 2 16,-5-4-3-16,3-1 0 15,-2 0-1-15,-5-3 2 16,2-2-1-16,0-2 0 16,-7-2 4-16,-4-2-2 0,-2-2 2 15,-2-3-2-15,-9-1 2 16,-2-1-1-16,-8-1-1 16,-4-2 2-16,-6 1-3 15,-7-4 2-15,-7 3-3 16,-7-2 0-16,-6 1 1 0,-9-2 0 15,-6 1-2-15,-4-3 1 16,-7 2 0-16,-4-2-1 16,-6-1 1-16,0-2-1 15,-2-1-1-15,-7 0 1 16,-5 0-1-16,-1 1-2 0,-5 2 0 16,-1-1-1-16,-8 2-5 15,0 2 1-15,-4-1 4 16,-1 2 3-16,-2 0 3 15,-3 5-7-15,-2 0 7 16,-2 1-6-16,-3 5 3 0,-4 2-12 16,-4 3 10-16,-2-2-3 15,-1 5 10-15,-1-2-8 16,-2 3 3-16,1-1-1 16,1-1 1-16,2 2 0 15,-2 0-1-15,-2 0 3 0,-1 1-2 16,-3 1 0-16,-1 0-1 15,-4 1 0-15,0 3 0 16,-3-1 0-16,2 0 0 16,1 0-2-16,-3 2 0 15,1 1 2-15,-5 0 0 0,-4 2-1 16,-3 1 1-16,-2 2 0 16,-2 1-1-16,0 1-1 15,-1 1 1-15,3 1-3 16,-4 0 3-16,0 0-1 15,-8 0-4-15,-1 0 3 0,0 0 2 16,-4-1 1-16,5-2-6 16,0 0 6-16,0-1 1 15,-2 0 1-15,-3-1-2 16,-4 1 1-16,1-3 1 16,-3 1-1-16,4 1 1 15,-3-2 1-15,-7-2 2 0,-3 5 0 16,-3-2-1-16,-7 0 1 15,-3 6-2-15,-9 0-1 16,-4 6-1-16,-8 13 1 16,-8 10-2-16,-24 12-4 0,-15 15-14 15,-10 8-59-15,-24 7-75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07T06:30:04.9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10586 11954 123 0,'0'0'-2'0,"0"0"6"0,0 0 4 0,0 0 1 0,0 0 0 16,0 0 0-16,0 0 5 16,-3-37-4-16,-1 34-6 15,-3 0-3-15,2 0-2 0,-4 3 1 16,1 0-1-16,-4 0 1 16,-1 0-2-16,-1 2 1 15,-1 2 0-15,-1 1 1 16,-1-1 0-16,-2 1 1 15,4-1-1-15,-3-3 0 0,-1 1 0 16,2-1 1-16,-1 0-1 16,-1-1 2-16,2 1-1 15,0 2 0-15,-4 0-1 16,3 1 0-16,-1 0-1 16,-2 3 1-16,-1 1-4 15,-2 1 7-15,1 3-2 0,-1 1 0 16,-1-2-1-16,3 5 0 15,-2-2 1-15,3 0-1 16,-2 0 0-16,1 1 0 16,2-2 0-16,-2-1 0 15,2 4-1-15,-1-2-4 0,1 3 7 16,3 1-1-16,-5 1-1 16,6 4 1-16,0-2-1 15,1 2 1-15,3 2-1 16,-1-1 0-16,1 2 1 0,0 0-2 15,3-1 2-15,-1 3-2 16,1-2 1-16,0 0 0 16,3-1 1-16,-1 0-2 15,2-2 1-15,3 1 0 16,0-3-1-16,0 1 2 0,2 1-1 16,0 1 0-16,0 0 0 15,0 0 1-15,0 0-1 16,0 2-1-16,0-1 2 15,2 1-1-15,2 0 0 0,0 1 0 16,4 0 0 0,1 1 1-16,-1 0-1 0,3-2 0 15,-1 1 1-15,3-1-2 16,1-1 1-16,1-2 0 16,1 0 1-16,-1-4-1 15,2 0 1-15,0-3-1 16,3-1 2-16,-3-2-1 0,4 0 1 15,-1 0-4-15,3-1 4 16,-1 1-2-16,2-1 0 16,2 0 0-16,0-2 2 15,1 0-2-15,-1 1 0 0,1-2 0 16,0 0 0-16,0-1 1 16,2 1-1-16,-2 0 1 15,2-3-1-15,0 1 0 16,-2-1 0-16,3 1-1 15,0-3 1-15,0-1-1 16,1 2 1-16,0-2 1 16,-1-1 0-16,3 0 0 0,2 1-1 15,1 1 0-15,2 0 0 16,1-1 0-16,3 1 0 16,-1 0 0-16,2-1 0 15,0 1 1-15,1-2-1 0,-1-1-1 16,2-1 2-16,4 2-2 15,-4-2 1-15,4 0 1 16,-3 1-1-16,2-1 0 16,0 3 0-16,-2-2 1 15,3 2-1-15,-2 0 0 16,4-2 0-16,-4 2 0 0,2-2 0 16,-1 1 0-16,2-2 0 15,0 0 0-15,-2 2 1 16,4-2-2-16,-2 0 2 15,-1 0-1-15,2 0 0 0,0 0 0 16,-1 1 0-16,3-1 0 16,1 1 0-16,-1 1 0 15,3-1 0-15,-2 3 0 16,0-3 0-16,-1 1 0 16,1 0 0-16,-1-1 0 0,0 1 0 15,2-2 0-15,-1 0 2 16,0 0-2-16,1 0 1 15,0 0-1-15,2 0 3 16,0 0 2-16,2 0 1 16,1 0-3-16,-1-2-1 0,5 1 1 15,-2-1-3-15,2 0 0 16,0 1 0-16,1 1 1 16,1-2-1-16,3 2 0 15,-2 0 0-15,1 0 0 16,0 0 0-16,1 0 0 0,0 0 0 15,-2 3 2-15,-2 2-2 16,0 1 0-16,4 1 0 16,3-3 0-16,-1 2 0 15,3-3 1-15,6-3-1 16,1 0 1-16,-1 0-1 16,-3-2 3-16,0-4 7 0,-3 1-2 15,2 1 2-15,-4 0-5 16,1 2-1-16,1 1-2 15,1 1-2-15,0 0 0 16,4 0 0-16,-2 0 0 16,2 0 1-16,-2-3-2 0,5-4-2 15,-2-2 2-15,2-1-1 16,-1-7 4-16,-1 1-4 16,0-5 2-16,-3 0 0 15,-3-5-1-15,-1-2 0 16,-4-5 0-16,-3-1-4 0,-2-1 0 15,-3-4-2-15,-4 1-4 16,-5-3 5-16,-4 1-1 16,-8 3 0-16,-6 0 2 15,-4-3 5-15,-10 1 1 16,-4-1 1-16,-5-2 6 0,-4-1 4 16,-3-1-1-16,-4-2-3 15,0 1-2-15,-4-2-8 16,-8-3 4-16,-3 1-1 15,-6 0-2-15,-4 0 5 16,-2 3-6-16,-8 5 1 0,-4 2 12 16,-2 3-11-16,-9 4-5 15,0 3 4-15,-6 1-3 16,-2 3-6-16,-1 1-4 16,-3 0-1-16,-1 0 2 15,-3 1 11-15,-1 0-2 0,-3 3 0 16,-1 0 1-16,-1 2 3 15,-3 2-5-15,1 2-16 16,-5 5-8-16,1 0 8 16,-1 1 5-16,1 2-2 15,-1 0 4-15,2 0 8 0,-2 0 1 16,4 1-4-16,1 0 0 16,3 0 6-16,2 0 4 15,1 0 5-15,5-1 5 16,-2 0 5-16,2-1 2 15,1 0-9-15,-3 2-2 0,3-2-1 16,-3 1-5-16,3-2 2 16,1-1 0-16,-2 0 0 15,1 0 1-15,0 1-2 16,-1 0-1-16,-2-1 0 16,-3 2 1-16,1-2 4 0,-1 2-1 15,-1-2-3-15,-1 1-1 16,-1-2 3-16,2 0 4 15,-3 1 10-15,0-1 2 16,-1 0-10-16,1 1-4 16,-6-1 2-16,4 0 0 0,-5 5-4 15,2-1-2-15,-2 2-1 16,-1 1-1-16,-3 2 1 16,0 1-1-16,-6 0 0 15,-1 0 0-15,-5 0 0 16,-4 3 0-16,-4 6 0 15,-7 1 1-15,-4 7 0 0,-3 1 1 16,-9 4-2-16,-1 5 1 16,-1 1 0-16,1 3-1 15,2 2 0-15,4-2 0 16,2-8-24-16,6-10-125 16</inkml:trace>
  <inkml:trace contextRef="#ctx0" brushRef="#br0" timeOffset="513.4">13978 14134 81 0,'16'0'1'0,"0"0"-1"16,0-1-7-16,-5-5-22 0,-3-3 21 16,-4 0-15-16</inkml:trace>
  <inkml:trace contextRef="#ctx0" brushRef="#br0" timeOffset="1095.85">14020 14114 92 0,'0'0'7'15,"0"0"-7"-15,0 0 2 0,0 0 5 16,0 0 14-16,0 0 23 16,0 0-1-16,0 0-3 15,0 7-26-15,0-10-7 16,0 0-5-16,0-1-1 15,0-1 0-15,0 0 0 0,0-1 0 16,0 0-2-16,0 0 2 16,0 0-2-16,-6 3 1 15,-1 0-2-15,-1 2-3 16,-2 1-4-16,-1 0-2 16,-5 6 3-16,1 4 6 0,-1 4-1 15,0 1 2-15,1 3 1 16,2 1-10-16,2 4 14 15,3-3-4-15,1 3 0 16,4-1 0-16,3 0 0 16,0-1 1-16,0-2 0 0,8-2-1 15,0-3 1-15,3-3 0 16,1-4 3-16,0-1 0 16,1-5 1-16,4-1 5 15,2 0 0-15,3-4-1 16,3-6-2-16,2 0-4 0,2-4-1 15,-2 1-1-15,-1 1-3 16,1-1-33-16,-6 0-18 16,1 0-22-16,-6 0-19 15</inkml:trace>
  <inkml:trace contextRef="#ctx0" brushRef="#br0" timeOffset="1316.69">14320 14130 124 0,'0'0'4'0,"0"0"33"0,0 0-12 0,0 0-17 16,0 0-8-16,0 0-7 0,0 0 0 15,0 0 2-15,0 0 8 16,0 0-1-16,29 32-1 16,-23-19 0-16,-1-2 0 15,-3 1 1-15,1-2-1 16,-3 0-2-16,0-3-18 0,0 0-16 15,-7-3-1-15,-2 2-27 16</inkml:trace>
  <inkml:trace contextRef="#ctx0" brushRef="#br0" timeOffset="1673.51">14305 14188 66 0,'0'0'26'0,"0"0"-7"0,22-50-2 15,-8 37 0-15,1 1-8 16,3 2-6-16,-1 4-1 15,3 2 0-15,1 2-1 16,0 2 0-16,2 0 1 0,4 0-2 16,-2 6 5-16,0 1 10 15,-2 2-12-15,0-1-1 16,0 1-1-16,-6-5 0 16,-2 0 0-16,-1-2 2 15,-2-2-1-15,-5 0 1 16,1 0 4-16,-5-4 9 0,-1-4 13 15,-2-2-1-15,0-4-5 16,0 1-6-16,-2-2-5 16,-3-1-3-16,-3 0-3 15,3 1-3-15,-2 1-2 0,2 1-1 16,1 2 0-16,2 3-1 16,2 2-1-16,0 5-5 15,0 1-24-15,0 0-46 16,7 3 31-16,6 1-43 15</inkml:trace>
  <inkml:trace contextRef="#ctx0" brushRef="#br0" timeOffset="1943.77">14939 14006 88 0,'0'0'1'0,"0"0"-1"0,0 0 8 0,0 0 29 16,0 0-5-16,0 0-11 16,0 0 1-16,0 0-8 0,0 0-11 15,0 3-11-15,2 4 9 16,0 3-4-16,0 1 2 16,2 0 2-16,2 1-1 15,-2-1 1-15,3-2-1 16,-2 0 1-16,1-2-4 15,1-1-13-15,-7-1-18 16,0-1-32-16</inkml:trace>
  <inkml:trace contextRef="#ctx0" brushRef="#br0" timeOffset="2328.26">14926 14043 116 0,'0'0'4'15,"0"0"16"-15,0 0 5 16,0 0-7-16,0 0-14 16,0 0-3-16,0 0-1 15,37-23 1-15,-20 23-2 0,0 0 0 16,4 7-1-16,0 2 1 16,4-1 1-16,-4 0 0 15,3 0 0-15,1-2 0 16,-6-1 1-16,2-2-1 15,-4-3 1-15,-2 0 0 0,-3 0 0 16,0-1 3-16,-5-4 5 16,-1-4 7-16,-4 0 14 15,-2-1 3-15,0-4-15 16,0 0-5-16,-2-3-2 16,-5-1 1-16,1 0-8 0,-1 1-3 15,2 2 0-15,1 3-1 16,1 5-1-16,1 1-11 15,-1 6-18-15,0 0-30 16,-6 6-61-16,4 7 5 16</inkml:trace>
  <inkml:trace contextRef="#ctx0" brushRef="#br0" timeOffset="2777.28">14424 14584 37 0,'0'0'32'0,"0"0"-30"0,42-1 3 0,-23-5 4 15,2-1-4-15,4 1 0 16,3-3 1-16,1-2 10 16,1 0 11-16,5 0 8 15,3-2-6-15,-1-1-14 0,5-1-9 16,4 3-3-16,-1-4-1 15,-4 5 0-15,0-1-1 16,0 3 0-16,-8 1 1 16,-1 0-2-16,-5 2 1 15,-4 2 0-15,-2 0-1 0,-5 2 0 16,-5 2 0-16,-5 0-11 16,-5 0-44-16,-1 5-17 15,-7 2 2-15</inkml:trace>
  <inkml:trace contextRef="#ctx0" brushRef="#br0" timeOffset="3175.42">14618 14659 84 0,'0'0'11'0,"0"0"-2"0,0 0 1 15,0 0-3-15,0 0-5 16,0 0-2-16,0 0 1 16,0 0 4-16,0 0 0 15,-7 34 1-15,20-34 2 0,2 0 1 16,6 0 1-16,4-7 1 16,6-3-3-16,4-1-3 15,3 0 2-15,1-3 1 16,0 2 2-16,0 0 0 15,-2 1 0-15,0 2 2 0,-3 0-5 16,-1 2-4-16,-2 1 3 16,-4 1 1-16,-4 0 0 15,-2 4-1-15,-7-1 4 16,-1 0-3-16,-6 2-5 16,-1 0-1-16,-3 0-1 15,1 0-1-15,-1 0-4 0,-3 4-26 16,0-3-34-16,0-1-38 15</inkml:trace>
  <inkml:trace contextRef="#ctx0" brushRef="#br0" timeOffset="11554.04">2645 4280 9 0,'0'0'2'0,"0"0"0"0,0 0 2 16,0 0 2-16,0 0-4 16,0 0-1-16,0 0-1 15,39 40 0-15,-34-33 0 16,2-3 0-16,-2 1 0 15,1-1 1-15,0-3 5 0,1-1 1 16,0 0 7-16,2 0-2 16,0 0-5-16,2-4-3 15,0 1-2-15,-2-4 1 16,5 0-2-16,-3-2 0 16,3-2 0-16,1-2 0 15,1-1 1-15,-1-3 2 0,3-3 0 16,0 0-1-16,4-2 1 15,1-3 0-15,-3 1 0 16,4-3 2-16,-3 2 5 16,0-1 2-16,-2 2 1 0,1 0 3 15,-5 1-1-15,2 1 1 16,0 0-3-16,-1 2-1 16,-1 2-3-16,3 2-4 15,-2 5-3-15,4 1-2 16,2 6 0-16,-2 2 0 0,-6-5-42 15</inkml:trace>
  <inkml:trace contextRef="#ctx0" brushRef="#br0" timeOffset="13807.46">8608 4226 56 0,'2'0'6'0,"-2"0"-7"0,2 0 2 0,-2 0-1 15,0 2 0-15,2-1-1 16,-2 1-1-16,2-1 2 15,-2 3-2-15,0-1 3 0,1 0 0 16,-1 1 1-16,0-1 1 16,1 0 2-16,-1 1-3 15,3 0 1-15,-1 2-2 16,0-2 0-16,0 3-1 16,0-2 1-16,2 0-1 0,2 1 1 15,-2 0-1-15,1-2 1 16,1 0 1-16,-2 0 0 15,1-2 0-15,2-2 1 16,-3 0 1-16,3 0 1 16,0 0 4-16,2-6 2 15,2-2 4-15,0-5-6 0,3-1-2 16,1-6 3-16,5-3 2 16,3-3 0-16,1-2-4 15,5-5 0-15,3-2-4 16,3 1 2-16,0-2-4 15,0-1 0-15,-1 3 0 0,1-1-1 16,-4 2 0-16,0-1-1 16,1 4 0-16,-3-1 1 15,-2 3 0-15,-2 2 0 16,-2 3-1-16,-2 3 2 16,-3 5-1-16,-5 1 0 0,-2 5-1 15,-3 3 1-15,-2 2-3 16,-2 4-19-16,-4 0-40 15,0 4 8-15</inkml:trace>
  <inkml:trace contextRef="#ctx0" brushRef="#br0" timeOffset="14527.13">8616 4307 20 0,'0'0'2'0,"0"0"2"0,0 0 1 0,0 0 1 0,0 0 8 15,0 0 4-15,0 0-10 16,0 0-2-16,0 0-1 16,0 0 1-16,36-34-1 0,-18 17-1 15,0-3 0-15,6-5 1 16,3-4-3-16,4-1 7 15,3-1-2-15,0-3 1 16,4-3-4-16,0 0 1 0,0 3-1 16,-3-3 0-1,1 0 0-15,-5 3-2 0,-1 4-1 16,-1 2 2-16,-3 5-2 16,-1 6-2-16,-9 7-20 15,-1 0-22-15</inkml:trace>
  <inkml:trace contextRef="#ctx0" brushRef="#br0" timeOffset="18397">2640 4299 8 0,'0'0'31'0,"0"0"-29"0,0-3 3 0,0 3 3 16,0-2 2-16,0 1-3 15,0 1-5-15,0 0-4 16,2 0 0-16,0 0 3 0,1 0 0 16,1 3 0-16,0 1 0 15,2 0 0-15,0 1 0 16,0 0-1-16,-1-2-1 15,-1 0 0-15,1 1 2 0,4-1-1 16,-5 0 2-16,3-2 0 16,0-1 3-16,2 0-3 15,-4 3 0-15,3-3-1 16,-3 0-1-16,1 0 1 16,-2 2-1-16,2-1 1 15,-2-1-1-15,0 0 0 0,0 0 1 16,1 0-1-16,-1 0 1 15,2 0 2-15,0 0 1 16,2-6-2-16,1-1-1 16,3-3 1-16,1-1 0 15,1-5-1-15,3-2 0 0,4-2 0 16,0-4-1-16,2-2 0 16,2-2 1-16,2-1-1 15,-3 0 1-15,0 0 3 16,1 1 4-16,0 1-1 15,-4-2 4-15,3 4-2 0,-4-1-2 16,2 1-3-16,-1 2 0 16,-2 1-4-16,0 3 1 15,0 0 0-15,-1 5 0 16,-2 3 1-16,-3 2-1 16,0 5-7-16,-5 4-22 0,-4 0-7 15</inkml:trace>
  <inkml:trace contextRef="#ctx0" brushRef="#br0" timeOffset="19130.04">2743 4256 27 0,'0'0'17'0,"0"0"-12"0,0 0 5 0,0 0 5 15,0 0-4-15,0 0-5 16,0 0 2-16,0 0-5 16,0 0 1-16,0 0-4 15,0 0-3-15,0 0-1 16,-1-6 0-16,1 9 1 0,0 3 3 15,0 2 0-15,0 2 2 16,3-1-4-16,-1 1 4 16,2 1-2-16,-1-1 1 15,2-3-1-15,-3 0 0 16,2-1 0-16,0-2 0 0,-2 0 0 16,3-1 0-16,-1-1 0 15,0 0 2-15,2-2 0 16,0 0-4-16,1 0 5 15,0 0 4-15,2-4 0 16,2-7 2-16,2 1-2 0,1-6-1 16,1-3-1-16,3-4-2 15,3-1 0-15,0-3 0 16,0-3 1-16,2-1 0 16,1 1-1-16,-2-2-1 15,1 3 0-15,-1 0 0 16,-5 5 3-16,4 0-2 0,-3 4 0 15,-3 3 1-15,-2 0-1 16,1 4-2-16,-1 3 0 16,-3 3 0-16,-1 1 0 15,-1 5-1-15,-3 1-9 0,-3 0-31 16,-2 3-1-16,0 7-41 16</inkml:trace>
  <inkml:trace contextRef="#ctx0" brushRef="#br0" timeOffset="19563.79">-1299 4320 4 0</inkml:trace>
  <inkml:trace contextRef="#ctx0" brushRef="#br0" timeOffset="20461.48">6982 2722 92 0,'0'0'7'0,"0"0"8"0,0 0-5 0,0 0 2 16,0 0-2-16,0 0 3 15,0 0-5-15,0 0 1 0,0 0-6 16,0 0-4-16,0 0-5 16,0 0 1-16,-22 6 3 15,20 15-4-15,0 5-2 16,-1 5 2-16,1 7 0 15,2 5 4-15,0 4 0 0,0 4 2 16,0 3 1-16,3 1-1 16,5-1 1-16,-1 2-1 15,2-1 1-15,0 3-1 16,-4-1-1-16,3 3 2 16,0-2-1-16,0-1 0 0,1-6 1 15,0 0 0-15,0-6 0 16,0-2 3-16,-3-3 0 15,-3-5 2-15,-1-1 1 16,-2-5-4-16,0-10-39 16,-1-8-59-16</inkml:trace>
  <inkml:trace contextRef="#ctx0" brushRef="#br0" timeOffset="21208.17">7091 2792 15 0,'0'0'6'0,"0"0"17"0,0 0-4 15,0 0-3-15,0 0-1 16,0 0-2-16,0 0-3 0,0 0 7 16,0 0-6-16,0 0-7 15,0 0-7-15,-13-20 7 16,20 18-4-16,5 1-1 15,-1 1-1-15,6-3 0 16,3 3-1-16,6-3 2 16,5 0 5-16,6 2-2 0,6-2-2 15,6 2 2-15,3 1-1 16,6-3-1-16,5 2 1 16,8-1 0-16,5-2 0 15,4-2 1-15,5-1-2 16,2 0 2-16,5-1-1 0,-2 0 0 15,3-1 0-15,2 1-1 16,1-1 1-16,2 3 0 16,-1-2 2-16,2 3-2 15,-2-2 1-15,-5 1 1 0,-4-1-2 16,-5-3 0-16,-2 1 0 16,-6-2-1-16,-2 3 0 15,-6 0 0-15,-5 0 0 16,-6 1 0-16,-5 4 1 15,-8 0-1-15,-5 3-2 0,-5 0-17 16,-6 0-12-16,-8 0-19 16</inkml:trace>
  <inkml:trace contextRef="#ctx0" brushRef="#br0" timeOffset="21572.33">9617 2638 102 0,'0'0'-2'0,"0"0"1"0,0 0-1 0,12 42 4 15,-6-21-2-15,3 9 0 16,1 3 1-16,-2 6 0 15,3 8 0-15,-1 3 0 0,-1 5 0 16,1 3 2-16,-1-1-2 16,1 0 0-16,-1-2-1 15,3-2 1-15,-2-4 0 16,-1-2 0-16,1 3 0 16,-2 1 0-16,-4 1 0 0,-2 1 1 15,-2 0 0-15,0-2 0 16,-2 0 1-16,-9-1-1 15,-2-1 1-15,-2-6-12 16,-4-10-65-16</inkml:trace>
  <inkml:trace contextRef="#ctx0" brushRef="#br0" timeOffset="22591.22">7104 3846 92 0,'0'0'10'0,"0"0"-8"0,0 0-3 0,0 0 1 0,0 0-1 16,0 0-2-16,37 38 1 15,-32-21-3-15,3 2 4 0,-3 2 2 16,0 0 1-16,-3 1-1 15,0 0-1-15,-2 2 2 16,0-1 0-16,0 4-2 16,0-4 1-16,0 2 0 15,0-1 0-15,0-2 0 16,0-1 0-16,0 0 1 0,2-2-2 16,2-2 2-16,3-3-1 15,0 0 0-15,2-5 0 16,0-2 1-16,2-3 0 15,1-1 0-15,2-3 0 16,5 0 0-16,1 0 0 0,4 0 0 16,1-7-2-16,4 3 1 15,2-3-1-15,3 1 1 16,1 0-1-16,4-1 1 16,1 1 0-16,4 1-1 0,4 0 0 15,2 1 1-15,4-2-1 16,5 1-1-16,3-2 2 15,3-2-1-15,-1 1 2 16,4-1-1-16,1 1 0 16,1-1 1-16,4 3 1 15,-3-4 0-15,4 3 3 16,2-2 1-16,3 0 3 0,1-1-3 16,2 0-3-16,-1-1-2 15,-3 0 0-15,2-2 0 16,-2 1-1-16,0-4 0 15,-6 1 0-15,-4-1 0 0,-4-1 0 16,-6 0-3-16,-6-3-18 16,-9-4-33-16</inkml:trace>
  <inkml:trace contextRef="#ctx0" brushRef="#br0" timeOffset="23301.06">7416 2773 31 0,'0'0'2'0,"0"0"-2"0,0 0-2 0,0-45-2 16,0 38 8-16,0 2 17 15,0-1 9-15,0 4-6 16,0 2-7-16,0 0-6 0,0 1-22 16,0 12 7-16,0 8-11 15,0 7 10-15,4 11 2 16,3 11 6-16,-2 15-3 15,6 9 4-15,-2 10 1 0,0 8-1 16,4 9 0-16,1 3 2 16,6-2-1-16,-3 3-2 15,2 0 3-15,1-10-1 16,-1-8 0-16,-4-9-1 16,-3-8 1-16,-2-11-1 0,-3-6-1 15,-3-6 2-15,0-5-7 16,-4-10-25-16,2-10-22 15</inkml:trace>
  <inkml:trace contextRef="#ctx0" brushRef="#br0" timeOffset="23792.07">7941 2781 134 0,'0'0'0'0,"0"0"17"0,0 0 2 0,0 0-15 0,0 0-7 16,0 0-18-16,0 0 4 15,17 49 7-15,-13-5 10 16,0 15-1-16,-1 13 2 0,3 9 0 15,0 10 1 1,2 7-1-16,2 1 1 0,6-2 1 16,2-7 0-16,3-6 0 15,2-10-2-15,6-9 2 16,-4-10 0-16,0-6-1 0,0-3 1 16,-6-7 2-16,-1-2 0 15,-3-5-15-15,0-7-20 16,-3-8-53-16</inkml:trace>
  <inkml:trace contextRef="#ctx0" brushRef="#br0" timeOffset="24340.05">8616 2794 102 0,'0'0'-3'0,"0"0"1"0,0 0-1 15,0 0-1-15,14 45 1 0,-13-24 4 16,1 6-2-16,2 7 0 15,0 11 2-15,-1 8 0 16,5 8 2-16,-3 7 0 16,3 7-2-16,1 7 1 15,0 1 0-15,0 2-2 0,1 1 1 16,0-4 0-16,1-2-1 16,-1-8 1-16,-1-7 1 15,1-5 0-15,-2-9 0 16,-1-6 3-16,-1-5-1 15,0-3-1-15,1-3 0 16,0-2 1-16,-2-4 2 0,1-7-32 16,-2-11 10-16</inkml:trace>
  <inkml:trace contextRef="#ctx0" brushRef="#br0" timeOffset="24846.41">8989 2631 51 0,'0'0'-7'0,"14"50"8"0,-3-12 1 0,-2 7 3 0,-2 11 7 15,0 15 1-15,-2 10 0 16,1 7-6-16,-2 3-1 16,-1 4 0-16,5-3-2 15,1-6-1-15,2-7 0 16,2-5 0-16,2-3 0 0,-3-5 0 15,0-4 3-15,-7-2-2 16,1-4 4-16,-6-4 0 16,0-10-25-16,-9-12-58 15</inkml:trace>
  <inkml:trace contextRef="#ctx0" brushRef="#br0" timeOffset="25422.09">6895 3249 122 0,'0'0'-9'0,"0"0"12"0,0 0-4 0,0 0 2 0,40-1 0 16,-11-4 1-16,10-3 0 15,5 1-1-15,10-2 1 0,9-1 0 16,6 0-2-16,12 0 1 15,5 1 0-15,15-2 0 16,8-1 3-16,10 0-1 16,10-2 0-16,6-1 0 15,8-1 2-15,6-1-1 0,3-3 3 16,-1 1-2-16,-2-3-1 16,-6-1 0-16,-8-1 0 15,-13 0-3-15,-19 0-4 16,-22-2-34-16,-19 3-32 15</inkml:trace>
  <inkml:trace contextRef="#ctx0" brushRef="#br0" timeOffset="26282.89">6952 3080 46 0,'0'0'62'0,"0"0"-56"0,0 0 8 0,0 0-5 0,15-37-5 16,-8 30 2-16,0 1-3 16,4-1 2-16,2 2 3 15,0-1-3-15,4 3-2 16,0 0-4-16,3 3-1 0,-2 0 0 15,2 3 1-15,-5 4-1 16,-1 3-1-16,-5 1-3 16,0 0-1-16,-8 0-1 15,-1-1 7-15,0 2 0 16,-4 0 4-16,-4-2 3 0,-1 0-2 16,0 0 1-16,0-3-3 15,2-4 1-15,0-2-1 16,3-1 1-16,2 0 3 15,0-3 0-15,2-5-3 0,0-5 5 16,0-3-8-16,0 0-4 16,4-2-5-16,-2 0-1 15,1-1 4-15,-1 2 5 16,0 2 1-16,0 2 1 16,-2 1 0-16,0 1 0 15,2 4 1-15,-2 1 1 0,0 2-1 16,2 1 1-16,-2 3 8 15,0 0-5-15,0 0-17 16,0 0-9-16,0 10 15 16,0 1 7-16,1 4-1 15,3 3-1-15,3-1 2 0,-3 2 1 16,5-1 2-16,0-2 0 16,3-2-3-16,1-4-16 15,3-4-15-15,1-6-13 16</inkml:trace>
  <inkml:trace contextRef="#ctx0" brushRef="#br0" timeOffset="26440.08">7314 2998 170 0,'0'0'14'0,"0"0"4"0,0 0-24 0,0 0 2 15,0 0 0-15,0 0 4 16,-6 51 2-16,16-30-2 15,5-1-25-15,-1-4-28 16</inkml:trace>
  <inkml:trace contextRef="#ctx0" brushRef="#br0" timeOffset="27001.87">7518 2954 153 0,'0'0'1'0,"0"0"15"0,0 0-9 15,0 0-4-15,23-38-1 16,-14 34-2-16,1 2-2 15,0 2-1-15,-1 0 0 16,-3 7-4-16,2 3 0 0,-4 1 0 16,-1 2 6-16,-1 2 0 15,-2 1 1-15,0-2 0 16,0 0 0-16,0-1 2 16,0-3 0-16,-2-1-2 15,1-5 2-15,0-1 0 16,1-2-1-16,-1-1 1 0,1 0 10 15,0-5-9-15,0-5 2 16,0-4-1-16,0-2-4 16,0-1 2-16,0-3-2 15,0 0 0-15,0 3-2 16,0 0 0-16,0 4 2 16,0 3 1-16,0 2 0 0,0 3 2 15,0 3 4-15,0 2-1 16,0 0-12-16,0 2-8 15,0 9 6-15,0 1 4 16,0 6 2-16,3 1 2 0,3 0 3 16,1 2-1-16,2-3-8 15,0-1-12-15,0-2-5 16,-1-4-4-16,2-2-22 16</inkml:trace>
  <inkml:trace contextRef="#ctx0" brushRef="#br0" timeOffset="27230.18">7689 3050 15 0,'0'0'19'0,"0"0"6"0,0 0-1 0,27-44-8 0,-20 33 0 0,3 0 2 16,2-1 2-16,-1 4-3 15,-2 1-5-15,4 2-2 16,-1 4-6-16,-2 1-7 0,0 0-2 16,-2 6-4-16,-5 3-4 15,-1 3 7-15,-2-1 3 16,0-1 4-16,0-1 1 15,0-1 1-15,0-3-1 16,0 0-1-16,6-3 1 0,8-2 5 16,2 0 4-16,4-8-42 15,3-6-79-15</inkml:trace>
  <inkml:trace contextRef="#ctx0" brushRef="#br0" timeOffset="27714.82">8033 2883 148 0,'0'0'24'0,"0"0"-6"15,0 0 1-15,0 0-12 16,0 0-6-16,0-37 1 16,7 31-2-16,4 2 2 15,-2 1-4-15,2 3 1 16,1 0-1-16,-1 0-2 15,-1 6-3-15,0 3 3 0,-2 2 1 16,-1 1-2-16,-3 1 1 16,-2 1 2-16,-1-2 2 15,-1 0-1-15,0-1 0 16,0-2 1-16,0-3 1 16,0-3 0-16,-1 0 0 0,1-2 0 15,0-1 3-15,0 0 5 16,0-7 0-16,3-6-6 15,4-1-4-15,-2-2 0 16,3 0 1-16,-4-2 1 16,3 3-1-16,-5 0 0 0,1 1 0 15,-1 6 0-15,-2 1 5 16,0 4 6-16,0 0 8 16,0 3-5-16,0 0-20 15,0 1-7-15,0 8 9 16,3 2 3-16,1 5 2 0,0 0 0 15,3 2 1-15,1-1-15 16,2-1-30-16,-2-1-10 16,1-5-5-16</inkml:trace>
  <inkml:trace contextRef="#ctx0" brushRef="#br0" timeOffset="28133.2">8279 2945 135 0,'0'0'22'0,"0"0"8"16,0 0-13-16,0 0-11 0,-2-40 2 16,2 33 0-16,6 2-3 15,1 0-5-15,3 1 1 16,0 3-2-16,1 1-1 16,3 0 0-16,-3 0 1 15,-2 2-1-15,2 4 0 16,-6 3-3-16,-1 1 1 0,-2 1-4 15,-2 1 5-15,0 0 3 16,-2 2 0-16,-4-2 0 16,1-1 1-16,1 0-1 15,-1-2 1-15,4-1-1 16,1-2 0-16,0 0 0 0,0-1 0 16,1-2 0-16,6 0 2 15,0-1 3-15,1 0-2 16,-1 0 0-16,2-2 1 15,-4 4-3-15,-1-3 0 0,0 1-1 16,-4 2-1-16,0 1-3 16,0 1 2-16,0 2 3 15,-4 1 0-15,-5 4-4 16,-1 0-16-16,2 0-27 16,-3-3 0-16</inkml:trace>
  <inkml:trace contextRef="#ctx0" brushRef="#br0" timeOffset="28646.32">8643 2810 166 0,'0'0'-7'0,"0"0"10"0,0 0 0 0,0 0-3 16,0 0 0-16,40-17 0 15,-31 17-5-15,1 1-1 16,0 7 0-16,-3 2-3 16,-1 1 5-16,-1 2 2 0,-2-1 2 15,-1 0 0-15,-2-1-1 16,0-2 2-16,-2-1 0 15,-5-2 0-15,2-2 4 16,-1-2 4-16,1-2 4 0,3 0 13 16,2 0-8-16,0-6-7 15,0-5-2-15,0-1-6 16,2-2 0-16,5 1-3 16,-3-1 3-16,1 0-3 15,2 1 0-15,-5 4 1 16,2 2 2-16,-4 2 2 0,1 1 5 15,-1 4-3-15,1 0-11 16,0 0-5-16,3 7 2 16,-2 3 5-16,2 1 2 15,-2 0 1-15,4 2-1 16,1 0-6-16,1-3-15 0,1-3-30 16,3-3 4-16,3-4-29 15</inkml:trace>
  <inkml:trace contextRef="#ctx0" brushRef="#br0" timeOffset="28902.25">8931 2817 139 0,'0'0'37'15,"0"0"-5"-15,0 0-37 16,0 0 3-16,0 0-1 16,0 0-6-16,-48 40 18 15,34-24-9-15,3-1-2 0,-1-2 2 16,4-1 0-16,3-1 0 15,3-3-3-15,0-1 2 16,2-1-1-16,0-2-2 16,6-2 5-16,5-2 2 15,5 0 2-15,2 0-4 16,4 0-2-16,3-3-14 0,0-1-15 16,0-2 1-16,-2 2 4 15,-2-2-36-15</inkml:trace>
  <inkml:trace contextRef="#ctx0" brushRef="#br0" timeOffset="29093.5">9010 2876 185 0,'0'0'11'0,"0"0"2"0,0 0-26 15,0 0 7-15,0 0 4 16,0 0 4-16,-2 49-3 16,9-33-42-16,3-5-14 15</inkml:trace>
  <inkml:trace contextRef="#ctx0" brushRef="#br0" timeOffset="29558.22">9244 2762 152 0,'0'0'-2'16,"0"0"-3"-16,0 0-1 16,0 0 1-16,0 0 4 0,-7 37 1 15,7-30 0-15,9-3 2 16,3 0 4-16,3-1-1 16,-1-3 1-16,3 0 2 15,2 0-3-15,-2-4 2 16,2-6-3-16,-2 0-2 0,-1-3 2 15,-2-1-1-15,-6 0 0 16,-1 1 7-16,-1 1 0 16,-4 3-2-16,-1 1-2 15,-1 5-2-15,0 1 1 16,0 2-4-16,0 0-5 16,-2 7 0-16,-1 9-4 0,-6 5 7 15,3 5 0-15,-3 5 3 16,2 6 0-16,-2 0-17 15,0 1-69-15</inkml:trace>
  <inkml:trace contextRef="#ctx0" brushRef="#br0" timeOffset="30196.5">7718 4302 74 0,'0'0'47'0,"0"0"-44"0,0 0-4 0,0 0-2 16,0 0 3-16,0 0 0 16,0 0-1-16,0 0 1 0,0 0 0 15,0 0 0-15,0 0 0 16,0 0 1-16,18 9 0 15,-11-9 0-15,-3 0 0 16,0 0-33-16</inkml:trace>
  <inkml:trace contextRef="#ctx0" brushRef="#br0" timeOffset="31692.42">9546 2694 21 0,'0'0'2'0,"0"0"-2"0,0 0 2 0,0 0 1 16,0 0 2-16,0 0 1 16,0 0 7-16,0 0 2 15,0 0 0-15,0 0-6 16,0 0-3-16,0 0-4 15,0 0-2-15,0 0 1 0,14 41 1 16,-14-25-1-16,0 2-1 16,0 2 1-16,0 1-1 15,0 6 2-15,2 0-1 16,0 3-1-16,-2 1 1 16,3 2-1-16,1 2 0 0,0 0 0 15,0 0 0-15,3 0 0 16,0 0 1-16,2-2-1 15,0 0 1-15,1 0 0 16,0-2 1-16,-1 2-1 16,0 2 0-16,2 1 1 0,-4 0 0 15,-1 2-1-15,1-3 1 16,0 2 3-16,-2-4 1 16,1 1-4-16,-2-1 0 15,-2-1 0-15,1-2 0 16,-1 0 2-16,0 0-1 0,1-3-2 15,-3-2 2-15,0-1-1 16,0-5-1-16,0-3 1 16,0-1-2-16,0-5 1 15,0-2-1-15,0-2 2 16,0-3-2-16,0 0 1 0,0-2 1 16,0-1 28-16,0 0 4 15,0 0-25-15,0 0-6 16,-5 0-1-16,0 0-2 15,1 0 1-15,0 0-1 16,-2 0 1-16,1-1-1 16,-3 1 0-16,2 0 1 0,-4 0-1 15,-1 0-1-15,-4 0 1 16,-3 4 0-16,-4 1 0 16,-4 2 0-16,-5 0 0 15,-3 1-1-15,-5 2 2 16,-3 3-1-16,-9 0-1 15,-2 1-10-15,-4-1-34 0,-1-3-39 16</inkml:trace>
  <inkml:trace contextRef="#ctx0" brushRef="#br0" timeOffset="33663.48">9912 3432 90 0,'0'0'1'0,"0"0"0"0,0 0-1 0,3 0-4 0,-1 2 4 15,0-1-2-15,0 3-1 16,1-1 3-16,2 0-2 16,-3 1-1-16,2-1 1 15,-1 2 0-15,1 0 1 16,0 0 1-16,0 0 1 0,1 1-1 16,2 1 0-16,-1 0 0 15,1-1-1-15,0-1 1 16,2-2-1-16,2-1 4 15,0-2 5-15,5-2 8 16,1-9 7-16,4-6 1 0,4-5-4 16,4-6-2-16,4-4-3 15,3-1-1-15,2-6-2 16,3 2 1-16,1 1-1 16,-2 2-5-16,1 2-5 15,-4 6 3-15,-6 4-8 0,-6-1-80 16</inkml:trace>
  <inkml:trace contextRef="#ctx0" brushRef="#br0" timeOffset="35208.01">10614 3650 14 0,'0'0'13'0,"0"0"-1"0,0 0-3 0,0 0-4 15,0 0 1-15,0 0-1 16,0 0 1-16,0 0 6 16,0 0 9-16,0 0 6 0,0 0 2 15,12 11-4-15,-8-11-16 16,-2-3-6-16,2-2-1 15,0 0 0-15,2-3 0 16,-1 2-2-16,3-4 1 16,-2 0 0-16,4 2-1 0,-4-2 0 15,3-2 1-15,3 1-1 16,-5-1 0-16,3-3 0 16,-1 3 1-16,-1-3-1 15,0 2 0-15,-1 0 0 16,1-2 2-16,2 4-2 0,-3-1 0 15,3-1 0-15,0 2 0 16,-2 1-2-16,1 0 1 16,3-3-2-16,-4 3 3 15,3 0 0-15,-1 0 0 16,1 1-1-16,0-2 1 0,3 1 1 16,-2 2-1-16,2-3 0 15,0 2-1-15,-1-1 1 16,2 0 0-16,1 0-1 15,0 1 1-15,-1 0 0 16,1-2 0-16,-1 2-1 0,3-1 1 16,1 2 0-16,-2 0-1 15,0-1 1-15,-1 1 1 16,3 0-1-16,-2 1 0 16,1-2 0-16,1 0 0 15,-2-2 0-15,3 2 0 16,1 1 0-16,-1-2 0 0,2 0 0 15,1 3 0-15,-4-1 0 16,2 1 0-16,1 1 0 16,0-1-1-16,1 4 2 15,1-3-2-15,3 1 1 16,0 0-2-16,0 2 2 0,-1-2 0 16,3 2 0-16,-2 1 0 15,2 0 0-15,-1-1 0 16,0 3 0-16,0-1 0 15,1-1 0-15,-1 2 0 16,1 0 0-16,1 0 0 0,-1 0 2 16,2 0-2-16,-2 0 0 15,-2 0 0-15,4 0 0 16,3 0 0-16,-1 0 0 16,5 3 0-16,0 0 0 0,0 1 0 15,2-1 0-15,-1 1 0 16,-2-1 0-16,-2 1 0 15,-1-1 0-15,-1 2 0 16,-1 0 0-16,-1-2 0 16,-1 1 0-16,1 0 1 15,0 1-2-15,0-1 1 0,0 2 1 16,-1 1-2-16,3 1 1 16,-4 1 0-16,0 1 0 15,0 0 0-15,-2 3 0 16,0-1-2-16,0 1 2 15,-2 1-1-15,-2 3 1 0,2-4-2 16,1 4 1-16,0 0 0 16,-1-3 1-16,4 2-3 15,-2 1 2-15,-1 0 0 16,3 1 2-16,0 1-2 16,-2-1 2-16,-2 1-1 0,-2 1 0 15,-2-1 0-15,-2 2-1 16,1 0 0-16,-5 0-1 15,1 1 1-15,-3 0-2 16,1-1 1-16,-3 2 1 16,2 0-2-16,-1-2 2 15,-4 3 1-15,1-2 0 0,-2 1 0 16,0-1 0-16,-4 0 1 16,-1-3 1-16,0 1 3 15,-2-3 5-15,0 0-7 16,0 0 2-16,0-1-1 15,0 1 4-15,0-3-1 0,0-1-13 16,-3-5-60-16,-1-6-79 16</inkml:trace>
  <inkml:trace contextRef="#ctx0" brushRef="#br0" timeOffset="36432.85">13205 3962 95 0,'2'0'7'0,"-2"-3"1"0,0 3-3 0,0-1 0 16,0 0-3-16,2 0-1 16,-1 1-1-16,1 0 0 15,4 0-1-15,-2 0 1 16,2 0 0-16,2 0-1 15,-3 0 0-15,3 0 0 0,2 3-1 16,-4 1 1-16,1 1 0 16,0 0 1-16,2 1 0 15,-4-3-1-15,1 2 1 16,1 0 0-16,-1-1 0 16,2-1 0-16,0 1 1 15,1-1-1-15,2 0 1 0,-2 1 0 16,1-3-1-16,1 1 2 15,-1 0-1-15,-3-1 0 16,0-1 1-16,2 0 1 16,-5 0 5-16,1 0 0 0,1 0-1 15,-4 0 5-15,1 0 5 16,-1-1-5-16,2-1-4 16,-1-2-5-16,1 1 0 15,-3-3 2-15,1-1 1 16,1 0 1-16,2-1 2 15,-2-4-1-15,2 0 1 0,3-3-4 16,1-2-1-16,-1-1 0 16,3-5 0-16,3-3 1 15,0-1 0-15,4-2-2 16,0-1 0-16,-1 1-1 16,2 2 0-16,0 5-2 0,-1 3 1 15,-4 5-1-15,0 4-9 16,-2 5-25-16,-2 4-22 15,-6 0-35-15</inkml:trace>
  <inkml:trace contextRef="#ctx0" brushRef="#br0" timeOffset="37696.82">18850 6061 50 0,'0'0'13'0,"0"0"-13"0,0 0-32 0</inkml:trace>
  <inkml:trace contextRef="#ctx0" brushRef="#br0" timeOffset="39228.04">18306 5706 28 0,'0'0'16'0,"0"0"6"0,0 0-3 0,0 0-5 15,0 0-5-15,0 0-3 16,-13-40 3-16,13 35-4 16,0-1 1-16,0 0-2 15,0 2 4-15,0-2-1 16,0 2 3-16,0 1 2 0,1-1-5 16,3 3-3-16,-1-1-3 15,6 0-2-15,-2 1 1 16,4 0-1-16,3 1 2 15,0 0-1-15,2 0 0 16,0 0 1-16,2 0-1 0,-1 4 0 16,-1 2 0-16,0 1-2 15,2 1 0-15,0 1 2 16,-3 4-1-16,-1-2-2 16,0 5 2-16,0-2 0 15,0 2 0-15,-1 1 0 0,1 0 0 16,-1 1 0-16,-1-1-1 15,-2 0 2-15,-2 0-3 16,0 2 0-16,-5-1 1 16,-1 1 0-16,-2-1 1 15,0 2 2-15,-5 3 0 0,-5-2 0 16,-1 2-1-16,-2 1 2 16,2 1-2-16,1 1 0 15,-2 1 0-15,2-1 0 16,2 2 1-16,1-1 0 15,3 0-2-15,-2 1 2 0,4 1-1 16,2 1 0-16,0 1 1 16,0-1 1-16,0 1-1 15,6-1 1-15,0-2 0 16,4-1 0-16,-3-2 1 16,3-4 0-16,4-3 0 15,-3-4 0-15,3-1 3 0,-1-2-2 16,-3-3 0-16,2 0 1 15,-2-1-2-15,-2-1-1 16,-2-1-1-16,-1-2 0 16,-2 1-1-16,-1 0-2 0,-2 0 1 15,2 0 0-15,-1 2 0 16,-1 1 1-16,2 1 1 16,0 5-1-16,0 0-1 15,0 1 1-15,0 6-1 16,1-1 0-16,-1 6-2 0,0-1 3 15,1 6 0-15,1 0 0 16,0 2 1-16,1 1-1 16,1 0 2-16,-1 2-2 15,4-2 1-15,-2 2-1 16,2 1 0-16,-1 1 0 16,2 0 1-16,-1 1-1 0,1 1 1 15,0-3-1-15,1 1 1 16,-2-1-1-16,4-2 0 15,-5 0 1-15,0 1-1 16,1 0 0-16,-2 0 0 16,1 1 0-16,-5 1 0 0,1-1 0 15,-3-3-1-15,0 0 2 16,-1-2-2-16,0-4 2 16,0 0-1-16,-7-3 0 15,-3 2 1-15,-4-2-1 0,-4-1 2 16,-5-1 1-16,-5 1 2 15,-4 0 0-15,-7 1-3 16,-5-3 1-16,-6 2-6 16,-6 1-9-16,-3 0-20 15,-8-5-33-15</inkml:trace>
  <inkml:trace contextRef="#ctx0" brushRef="#br0" timeOffset="39995.94">15469 6479 51 0,'-7'-6'-1'0,"-1"1"-1"0,3 0-46 0</inkml:trace>
  <inkml:trace contextRef="#ctx0" brushRef="#br0" timeOffset="40523.71">15364 6441 51 0,'0'0'2'16,"0"0"7"-16,0 0 0 0,42-1-1 15,-32 0 0-15,2-2 0 16,3 2-3-16,4-1-2 16,0 0 1-16,7 0-1 15,5-1-1-15,5 2 0 16,2-1 1-16,6 1 0 0,2 1-1 16,8 0 1-16,6 0 4 15,5-1 0-15,7-2 4 16,9 1 2-16,9-3-3 15,4 0-3-15,4-2-1 0,3 0-3 16,8 3-1-16,0-2 0 16,2 1 0-16,-2 0 1 15,0 1-3-15,-8 2 0 16,-7 1-6-16,-3 1-14 16,-8 0-7-16,-9 0-2 15,-8 0-26-15</inkml:trace>
  <inkml:trace contextRef="#ctx0" brushRef="#br0" timeOffset="41461.03">14470 7919 94 0,'0'0'3'0,"0"0"4"0,0 0-8 0,2 0 2 0,9 0 1 16,2 0 1-16,7-6 4 15,5-1 6-15,4-3 8 16,9-1 7-16,5-5-7 16,9 1-6-16,7 0-5 15,7 0-7-15,3-1-2 0,2 3 0 16,0 1-1-16,0 3 0 15,-5-1-1-15,-4 3-10 16,-6 1-13-16,-9 2-30 16,-13 1-10-16</inkml:trace>
  <inkml:trace contextRef="#ctx0" brushRef="#br0" timeOffset="41889.24">14635 8319 142 0,'0'0'-7'0,"0"0"7"0,0 0 4 16,0 0-1-16,25 47 1 15,-16-34-2-15,2 0 0 0,0 1 0 16,-2-1-2-16,1 0 1 16,-2-2 0-16,-2 3 0 15,-1-1-1-15,0-2 2 16,-2 1-2-16,-2-1-9 0,-1-2-12 16,0-4-14-16</inkml:trace>
  <inkml:trace contextRef="#ctx0" brushRef="#br0" timeOffset="42466.39">14653 8325 92 0,'0'0'57'0,"0"0"-48"16,0 0 13-16,0 0-13 0,0 0-7 15,0 0-3-15,0 0 1 16,0 0-2-16,31-23 0 16,-19 33-1-16,1 3-1 15,0 0 1-15,1 1 2 16,-1 2 1-16,3-2 0 0,-2 0 0 16,-1-1 1-16,2 0 0 15,-3-4-1-15,-1-1 1 16,-2-4-1-16,-1 0 0 15,-4-1-1-15,2-3 0 16,-2 0 1-16,0 0 2 16,-1-7 0-16,1-3-3 0,-2-3-3 15,-2 0 1-15,0-4-1 16,0 2 3-16,0-2 1 16,0 1 0-16,0-1 3 15,0 3 1-15,0 0 2 0,0 2 2 16,0 2-1-16,0 0 4 15,0 1-4-15,0 1-4 16,7 2-2-16,1 0-1 16,0 3 1-16,-1 1-1 15,1 2 0-15,-2 0-1 16,0 0-2-16,0 7 2 0,-3 3 1 16,3 3 2-16,-2 1 0 15,0 3 2-15,2-2-2 16,0 0-1-16,1 2 2 15,0-3 1-15,4 1-4 16,-2-4-13-16,-2-1-22 0,1-6-21 16,-1-4-43-16</inkml:trace>
  <inkml:trace contextRef="#ctx0" brushRef="#br0" timeOffset="42853.95">15062 8182 155 0,'0'0'-4'0,"0"0"29"0,0 0-3 0,0 0-11 0,0 0-11 15,0 0-4-15,0 0 2 16,0 0-2-16,0 0 3 15,0 0-4-15,45 42 4 0,-34-26 1 16,-2 3 0-16,1 2-1 16,-2-1 0-16,-1-1-1 15,1 0 2-15,-2-1 3 16,0-4-1-16,-1-1 1 16,1-3-1-16,0-3-1 15,2-3 2-15,0-1 1 0,3-3 2 16,1 0 1-16,5-1 2 15,8-9 1-15,6-4 0 16,9-3-5-16,12-4-4 16,4-4 0-16,5-2-39 15,1-6-143-15</inkml:trace>
  <inkml:trace contextRef="#ctx0" brushRef="#br0" timeOffset="43796.87">16054 7929 91 0,'0'0'11'0,"0"0"8"0,0 0-7 0,0 0 2 16,0 0-3-16,0 0-8 0,0 0-2 15,-37 0 0-15,36 0 2 16,1 0-2-16,0 0-2 16,0 0-2-16,0 0-8 15,0 0 7-15,0 0 2 16,2 1 2-16,5 1-1 0,1-1 0 16,2 1 2-16,3-1-2 15,2-1 2-15,3 3 0 16,5-2 1-16,4-1 1 15,5 0 0-15,5 3 0 16,7-3-2-16,4 0 0 0,2 0 0 16,4 0-1-16,3 0 1 15,4 0-1-15,3-7 1 16,4-3-1-16,7-1 1 16,0-1 1-16,5 2 3 15,3-2 0-15,-1 1-2 0,-1 0-2 16,2 3 2-16,2-1-2 15,-3 2 1-15,1-1 2 16,-2 3-1-16,0 1 3 16,-6 1-6-16,-4 2 1 15,-8 1-1-15,-6 0 1 0,-6 0-1 16,-7 0-2-16,-7 1 0 16,-7 3-3-16,-3-1-1 15,-7-1-9-15,-8 1-14 16,-5-2-3-16,-7 0-31 15</inkml:trace>
  <inkml:trace contextRef="#ctx0" brushRef="#br0" timeOffset="44324.33">15950 7984 57 0,'0'0'12'0,"0"0"10"0,51 0-7 0,-29-1-5 15,5-2-2-15,4 0-4 16,0 0 3-16,5 3-1 15,2 0 0-15,7 0-2 16,3 0-3-16,4 0 0 16,5 0 1-16,5-2 0 0,6-3 2 15,8 1 1-15,4-5 3 16,4 0-4-16,8-3 2 16,3-1 0-16,3 2-1 15,0 0-2-15,0 1 3 16,-2 0-8-16,-9 1 2 0,-3 4-15 15,-9 0-13-15,-12 0-2 16,-10 2-17-16</inkml:trace>
  <inkml:trace contextRef="#ctx0" brushRef="#br0" timeOffset="45443.79">16875 8308 95 0,'0'0'5'0,"0"0"16"0,0 0-3 0,0 0-5 15,0 0 2-15,0 0-2 0,0 0-2 16,0 0-3-16,0 0-7 16,0 0-6-16,-6-10-7 15,10 10-6-15,0 0-14 16,0 0 3-16,-4 2 0 16,0 0 13-16,0 0 13 15,0 2 1-15,0-1-1 0,0-2-6 16,0-1 5-16,-2 0 6 15,-1 0 3-15,2 0 9 16,0 0 3-16,1-1-5 16,-1-3 6-16,1-1 2 0,0 1 5 15,0 1 2-15,0 0-9 16,0 1-8-16,-1 0 0 16,1 2 2-16,0 0-5 15,0 0-8-15,0 5-4 16,0 4 2-16,0 8 0 0,0-1 3 15,3 3-1-15,1 3 0 16,1-2 1-16,1 1 0 16,1-1 0-16,-3-1 1 15,1-3-1-15,-1 0 0 16,-2-4 0-16,0-1 1 16,-1-4-1-16,0 0 1 0,0-4-1 15,2 0 0-15,-3 0 1 16,0-2 0-16,0-1-1 15,0 0 2-15,0 0 1 16,0 0-2-16,0 0 2 16,-6-1 0-16,3-5-1 0,2 2 0 15,-3-3 0-15,1-2-2 16,0-1 1-16,0 1 1 16,1-3-2-16,-4 1 0 15,2-2 1-15,2-1-1 16,-2 1 0-16,4-1 1 0,-4 0-1 15,3-1 0-15,1 1 0 16,0-1 1-16,0 0-1 16,0-2 0-16,0-1 0 15,3 2 0-15,4-1 2 0,2 0-1 16,-1 3-1-16,1 1 0 16,1 3 1-16,0 3-1 15,0 1 0-15,2 4-1 16,-2 2 1-16,1 0-1 15,2 2-3-15,-1 10-1 16,-1 3 0-16,3 4 1 0,-2 5 2 16,0-3 4-16,1 3-2 15,-2-1 1-15,-2-3-1 16,1-3 0-16,-2 0 0 16,2 0 1-16,-2-3-1 15,-1-1 1-15,0 1 0 16,-1-2 0-16,-1-2-1 0,-3-1-22 15,-2-2-54-15,0-4-24 16</inkml:trace>
  <inkml:trace contextRef="#ctx0" brushRef="#br0" timeOffset="45632.99">16975 8437 163 0,'0'0'2'0,"0"0"24"16,0 0-12-16,0 0-13 0,0 0 9 16,0 0-10-16,31-38 3 15,-8 28-3-15,2 2-6 16,6-2-44-16,-4 0-7 16,-1-2-49-16</inkml:trace>
  <inkml:trace contextRef="#ctx0" brushRef="#br0" timeOffset="46167.53">17273 8281 89 0,'0'0'15'16,"0"0"4"-16,0 0-15 0,0 0-2 15,0 0-3-15,0 0 9 16,0 0 0-16,12 47-4 16,-10-29 1-16,2 1-1 15,-2-1-3-15,1-2 1 16,-1-5-1-16,-1 1 0 15,0-4 0-15,0-1 1 0,-1-4-2 16,0 0 1-16,0-3 0 16,0 0 3-16,0 0 5 15,0 0-1-15,-4-6-3 16,2-4 0-16,-2-2-4 16,0-4 0-16,3 0 0 0,1-1-1 15,0 0 2-15,0 0 1 16,0 4 0-16,7 5 4 15,-3-1 1-15,3 6-3 16,0 3-5-16,4 0 0 16,2 0 0-16,0 5 0 0,3 6 2 15,0-1-2-15,4-3 0 16,0 3 0-16,-2-3 1 16,0 0 1-16,-3-2-2 15,-4-3 1-15,-2-1 0 16,-2-1 4-16,-5 0 12 0,0 0 9 15,1-6 1-15,-2-4-8 16,-1-3-8-16,0-1 1 16,0-5-5-16,0 2-4 15,-3-1 0-15,0-2-2 16,-1 4-1-16,0 4 0 16,2 0 0-16,0 7-2 0,1 2-13 15,1 3-22-15,0 0-61 16,0 0-18-16</inkml:trace>
  <inkml:trace contextRef="#ctx0" brushRef="#br0" timeOffset="46431.45">17654 8193 157 0,'0'0'3'0,"0"0"-4"0,0 0 1 0,0 0 0 15,0 0 1-15,0 0-13 16,0 0 6-16,0 0 12 16,0 0 0-16,0 0-2 15,15 54-1-15,-15-30-2 16,1-2 0-16,3 0 1 0,1-2 0 16,0-4-1-16,2-1-2 15,-3-2-1-15,1-3-12 16,1-3-10-16,-2-4-6 15,-1-3-39-15</inkml:trace>
  <inkml:trace contextRef="#ctx0" brushRef="#br0" timeOffset="46801.45">17731 8236 120 0,'0'0'8'0,"0"0"24"16,0 0-9-16,0 0-16 15,0 0-5-15,0 0-2 16,0 0 1-16,0 0-3 16,44-26-1-16,-30 36-1 15,-1 0-2-15,3 2 4 16,-2 0 2-16,2 2-5 0,-3-1 6 16,1-1 0-16,-2-3 0 15,-1 1-1-15,0-4 1 16,-4-3 1-16,-1-2 8 15,-1-1 6-15,-3 0 10 0,0-3 11 16,-1-8-6-16,-1-2-15 16,0-4-6-16,0 0 0 15,0-2-4-15,0-2-1 16,0 2-4-16,0 0-1 16,-3 6 1-16,1-1-2 0,2 6-7 15,-2 2-11-15,-1 3-21 16,0 3-23-16,-1 0-82 15</inkml:trace>
  <inkml:trace contextRef="#ctx0" brushRef="#br0" timeOffset="47258.23">17552 8539 139 0,'0'0'2'0,"0"0"-10"0,0 0 3 0,0 0 5 0,0 0 2 15,0 0 3-15,0 0 6 16,0 0-4-16,0 0 1 16,49-8-4-16,-31 5-2 15,4 0-1-15,3-1 1 16,2 0-1-16,-1-2 0 0,4 1 1 15,-1-1 1-15,-1-1-1 16,0 2 3-16,-1 0 6 16,-3-1-6-16,-3 3-4 15,-2 0 0-15,-2 2-2 16,-5 1-14-16,-4 0-25 16,-2 0-14-16</inkml:trace>
  <inkml:trace contextRef="#ctx0" brushRef="#br0" timeOffset="47492.17">17613 8581 158 0,'0'0'21'16,"0"0"1"-16,0 0-5 0,0 0-10 15,0 0-13-15,0 0 15 16,0 0-6-16,0 0 1 16,51-6-1-16,-19 2-2 15,7-2-13-15,5-2-56 16,6-4-46-16</inkml:trace>
  <inkml:trace contextRef="#ctx0" brushRef="#br0" timeOffset="48523.55">21140 7133 81 0,'0'0'8'0,"0"0"6"0,0 0-8 0,0 0-6 15,0 0-1-15,0 0 1 16,0 0 0-16,0 0 1 15,0 0-2-15,0 0 2 16,0 0 0-16,0 0 1 16,14 2 0-16,-6-2 0 0,5 0-1 15,0 0 1-15,4 0 0 16,4 0-1-16,1 0 0 16,4 0 0-16,5 0-1 15,0 1 1-15,4-1 0 16,6 2-1-16,3-1 1 0,5-1 0 15,6 0 0-15,5 2-1 16,6-2 3-16,8 1-2 16,5-1 1-16,4 0 0 15,6 0 0-15,-1 0 5 16,3 0-1-16,-6-3 4 0,4 2 0 16,1-2-4-16,0 1-2 15,1 1-1-15,-1-2-2 16,1 3 1-16,-3 0-2 15,-8 0 1-15,-2-1 0 16,-8-1-1-16,-4 1-1 16,-6 1 2-16,-7-3-1 0,-5 3-2 15,-10 0-1-15,-5 0-3 16,-12 0-8-16,-8 3-7 16,-7 1-8-16,-6 2-34 15</inkml:trace>
  <inkml:trace contextRef="#ctx0" brushRef="#br0" timeOffset="49066.07">21233 7234 78 0,'0'0'3'0,"-66"0"2"0,39 0-1 0,2-3 2 0,4 1 1 15,6 0 3-15,3 0 7 16,6 1 3-16,2-1 3 16,2 1-9-16,2 1-13 15,0 0-9-15,0 0 8 0,8 0 0 16,2 4-6-16,5 0 4 16,3 1-5-16,6-3 8 15,5 2 0-15,4 0 2 16,8-1-3-16,3-1 1 15,9-1-1-15,6-1 1 0,7 0-1 16,7 0 2-16,10-3-1 16,9-1 1-16,10-3-2 15,4 1 0-15,6 0 1 16,6-1-1-16,0 0 0 16,-1 3 0-16,-4-3 2 0,-4 1 0 15,-8 2-4-15,-9 0 2 16,-5-1-7-16,-13 1-28 15,-10-2-4-15,-8-5-51 16</inkml:trace>
  <inkml:trace contextRef="#ctx0" brushRef="#br0" timeOffset="50289.14">23003 5665 19 0,'0'0'57'0,"0"0"-46"0,0 0-2 0,0 0-3 15,0 0 0-15,0 0-3 16,1 0-2-16,0 0 1 16,2 0-2-16,-1 1 1 15,0-1-1-15,2 0 0 0,-4 2 1 16,3 0-1-16,-3 0-1 16,1 1 1-16,0 1 0 15,0 2 0-15,1 1 0 16,-2 0 0-16,2 0 0 15,2 3-1-15,-2-1 2 16,0-2-1-16,1 3 0 0,1-3 0 16,0-3 1-16,0 0 0 15,1-2-1-15,0-1 3 16,0-1 4-16,3 0 12 16,2-1-4-16,-1-5-5 0,2-2-3 15,3-1-1-15,0-2-3 16,3-1 2-16,0-3 1 15,4-1-4-15,3-4 1 16,3 0 0-16,2-1 3 16,4-2-3-16,5-1 0 0,2 0-2 15,3-1 2-15,-2 3-3 16,-2-2 0-16,-7 6-4 16,-3 2-12-16,-7 6-1 15,-9 1-14-15,-5 5-3 16,-7 3-24-16</inkml:trace>
  <inkml:trace contextRef="#ctx0" brushRef="#br0" timeOffset="50717.12">23135 5745 38 0,'0'0'4'0,"0"0"-4"0,0 0 2 0,0 0-1 0,0 0 1 16,0 0 3-16,0 0 5 15,0 0 9-15,0 0 2 16,0 0-8-16,0 0-7 15,39-22 0-15,-15 8-3 16,8-6 1-16,7 1-4 0,3-3-14 16,6-6-87-16</inkml:trace>
  <inkml:trace contextRef="#ctx0" brushRef="#br0" timeOffset="55056.5">6797 4857 100 0,'0'0'2'0,"0"0"3"0,0-51 4 0,-2 38 7 0,-2 0 6 15,-2 3 3-15,2 0-6 16,-4 3-6-16,3 0-6 16,-1 0-4-16,-2 0-2 15,-2 5-2-15,1-1-1 0,-3 2 0 16,-5 1-20-16,-2 0-16 15,0 1 8-15,-8 4 15 16,0 3 3-16,-2 1 6 16,-1 1 2-16,0 1 5 15,2 1 4-15,-3 3 0 16,4 2 0-16,-2 3-3 0,2 1 0 16,1 3-2-16,-1 2 1 15,-2 1-1-15,2 3 1 16,-2 0-2-16,0 1 2 15,0 2-2-15,0 1 1 16,-1 1 0-16,3 1 0 0,3 1 1 16,0 3-1-16,0 2 1 15,3 2-1-15,-2-1 0 16,-1 1 0-16,-2 0 1 16,3 0 1-16,-2 0 2 0,3 4 0 15,0 0 0-15,1 5 0 16,4 0-1-16,-5 2-1 15,5 0-1-15,0 5 0 16,-1-2 0-16,0 7 0 16,2-3-1-16,1 4 1 15,1-2-1-15,1 2 2 16,1 2-2-16,1-3 1 0,3 2 0 16,0 0 1-16,2 1 0 15,4-2 0-15,-2 0 0 16,4-4 1-16,0 2-3 15,0-3 1-15,8-2-1 0,2-1 1 16,1 0 0-16,1 0 0 16,4-2 0-16,0 0 0 15,2 0 1-15,1-1-1 16,2 2 1-16,1-2 1 16,3 1-1-16,2-2-2 0,1 0 3 15,3-2-3-15,2-2 0 16,0-2 1-16,3 1-1 15,0-3 1-15,-1-2-2 16,6-4 2-16,-1 0 1 16,4-1 1-16,1-1 0 0,4 1 1 15,1 1 1-15,-1 6-2 16,4-1-2-16,1 3 1 16,4-1-1-16,3 0 1 15,3-3 0-15,3-3-2 16,5-2 0-16,4-5 2 0,3-3 1 15,3-4-1-15,5-4 1 16,3-5-2-16,3-2-1 16,4-7 2-16,8-4 4 15,0-5-2-15,7 0-2 16,1-3 1-16,6-8-2 0,3-5 1 16,6-2 1-16,1-1-1 15,6-5 0-15,1 0-2 16,-2-3-1-16,-4-4-51 15,-11-4-93-15</inkml:trace>
  <inkml:trace contextRef="#ctx0" brushRef="#br0" timeOffset="56666.17">6737 4982 53 0,'9'-7'8'0,"5"-5"-3"0,3 1 2 0,1-5 1 0,7 2-3 15,-3-3-1-15,4 4 0 16,4-2-1-16,3-1 3 16,1 3 1-16,6-3 0 0,0 1 0 15,5 1-2 1,4 0-1-16,3-2-2 0,0 3-2 16,7-1 1-16,-1-1 0 15,3 2 1-15,3-2 1 16,1 0 2-16,5 0 3 15,3 0 2-15,3-1-7 0,3 1 1 16,5-1-2-16,1 2 1 16,0-2-2-16,2 5-1 15,-1 1 1-15,3 0-1 16,-2 2 0-16,0 0 1 16,4-1-1-16,-1 1 0 15,-1-2 0-15,1 1 0 0,-1 0 2 16,-1 2-2-16,1 4 0 15,-5-1 0-15,1 2 1 16,1 2-1-16,-1 0 0 0,-3 0 0 16,1 0-1-16,0 7 2 15,-1-1-2-15,-1 4 1 16,-1 1 1-16,-1 1-1 16,-1 0-1-16,-5 0 1 15,-3 2 0-15,-2 0 0 16,0 1 0-16,-3 1 0 0,0 2 0 15,0 0 0-15,-1 4 0 16,-1 0-2-16,-1 2 2 16,-6 2 0-16,-2 2 0 15,-2 1-2-15,-6 2 2 16,-5 1-1-16,1 3-1 0,-2 1 1 16,-2 1 1-16,-3 0 0 15,0 0 0-15,-4-3-1 16,-1 2 1-16,-4-1-1 15,-1 1 0-15,-1 0 2 16,-6 3 2-16,-2 2 2 0,-2 2 8 16,-2 5-3-16,-3 2-3 15,-2 7-3-15,2 3-1 16,-6 2 1-16,-1 5-1 16,2-2 0-16,0 2-2 15,-1-2 2-15,1 3-2 0,1-2 1 16,-1 2-2-16,-3 2 1 15,0 1-1-15,-1 4-1 16,0 0 2-16,0-1 0 16,0 2-1-16,0 3 0 15,0 0 1-15,-4 1-1 16,-6-1 1-16,0 4-1 0,-6 2 1 16,-2-2-1-16,-4-3-1 15,-3-3 0-15,-5-3 0 16,0-6 2-16,1-7-2 15,-3-3 1-15,1-4-1 16,-3-1 1-16,-1-2 0 0,-1-3 0 16,-6 0-1-16,-1-2 1 15,-2 3-3-15,-1-3 3 16,-1 1-4-16,-5-3 1 16,-1 2 0-16,-1-1-1 0,-2-1-12 15,0-2 11-15,-2-2 2 16,2-4-1-16,-2-2 2 15,0-4-1-15,1-5 5 16,-2-1-1-16,-5-1 1 16,1 1-1-16,-3-3 5 15,-1 1 2-15,-2-1-2 0,0 0-1 16,0 1-4-16,-7-2-1 16,2 0-4-16,-7-1-10 15,-4-2-1-15,-8 0-29 16,-4-4-11-16</inkml:trace>
  <inkml:trace contextRef="#ctx0" brushRef="#br0" timeOffset="59164.23">8243 6784 52 0,'0'0'9'0,"0"0"8"0,0 0-1 0,0 0-3 15,0-1-5-15,0 1-2 16,0 0-4-16,0 0-2 16,0 0 0-16,0 0-1 15,1 0 1-15,2 0 1 0,0 1-1 16,-1 3 0-16,2 1 0 16,-1-1 0-16,1 0 0 15,1 2 0-15,-3 1-1 16,2-1 0-16,1 1 2 15,-1 0-1-15,-1-1 1 0,3-1-1 16,-1 1 1-16,-2-1-1 16,1-2 1-16,0 0-1 15,0-1 1-15,-1-1-1 16,1-1 1-16,0 0 0 16,2 0 3-16,0-1-2 15,3-7 3-15,1-3-3 0,4-3-1 16,0-3 2-16,3-1-2 15,1-2-1-15,2-2 1 16,1-1-1-16,-2 1 1 16,4-2 0-16,2 0 2 0,-2 1 6 15,3 2 2-15,-4 1-7 16,1 1-3-16,-1 4 0 16,-6 2-1-16,1 3-3 15,-4 3-20-15,-3 2-7 16,-8 4-15-16</inkml:trace>
  <inkml:trace contextRef="#ctx0" brushRef="#br0" timeOffset="59677.75">8247 6811 11 0,'0'0'53'0,"0"0"-39"0,0 0-5 0,0 0-9 16,0 0-1-16,0 0-1 15,0 0 0-15,0 0 3 16,0 0-1-16,1 41 1 0,1-34 0 16,0-1-1-16,2-3 1 15,-1 1 0-15,1-1 0 16,1-3 0-16,1 0 0 15,3 0 4-15,0-10-1 16,5-3 1-16,1-5 3 0,7-5-1 16,3-7-1-16,5-1 2 15,7-6 3-15,5-4 0 16,6-4 7-16,3-5-4 16,3-1-2-16,4-2-2 15,0 2-6-15,0 4-3 16,-4 3-4-16,-7 7-32 0,-6 4-39 15</inkml:trace>
  <inkml:trace contextRef="#ctx0" brushRef="#br0" timeOffset="62935.87">12132 9375 66 0,'-2'0'10'0,"2"0"8"0,-2-3-8 0,1 0-1 16,0-1-1-16,-1-1-1 16,1 0 1-16,1 0 3 15,-2 3 1-15,0-2 0 0,2 2-9 16,-2 0-1-16,2 2-1 16,0 0-3-16,0 0-2 15,0 2 1-15,0 6 3 16,0 5-1-16,0 3 1 15,0 4 1-15,0 2-2 0,0 4 2 16,2 5 1-16,0 2-1 16,0 0 0-16,-1 4-2 15,1 1 2-15,-1 0-1 16,0 5 1-16,1-1-2 16,-2 1 2-16,0 0 0 15,2-2 0-15,-2-3-1 0,0-1 1 16,2-5-1-16,-2-1 1 15,2-3 0-15,-2-5-1 16,0 5 1-16,1-4 0 16,-1-1 1-16,0 0-2 15,0 0 1-15,0-2-1 0,-1-3 1 16,-3-1-2-16,2-2 2 16,-2-4-1-16,1-1 0 15,3-6 1-15,0 0-1 16,0-2-1-16,0-2-18 0,0-3-31 15,1-12-15-15</inkml:trace>
  <inkml:trace contextRef="#ctx0" brushRef="#br0" timeOffset="63590.2">12326 9393 74 0,'0'0'8'0,"0"0"16"0,0 0-10 0,0 0-5 16,0 0-4-16,0 0-4 16,0 0-2-16,0 0 1 15,-29 51 0-15,25-28 1 16,0 3 0-16,1 6 1 16,-1 3 2-16,-1 4 0 15,3 2 1-15,-2 3-1 0,1 3 1 16,1-3 0-16,1 0-3 15,1-1 2-15,0-5-1 16,0 1-1-16,0-4 1 16,1-1 0-16,1 0 0 15,-2 0-1-15,0-2-1 0,0-1 1 16,0-3 1-16,0-5 0 16,-2 0-1-16,-2-5-1 15,1-2 1-15,-1-5 0 16,-1-4-1-16,2 0 0 15,0-1 0-15,1-5-1 0,-3 1-3 16,0-2-7-16,1 0-25 16,-4 0-44-16</inkml:trace>
  <inkml:trace contextRef="#ctx0" brushRef="#br0" timeOffset="64487.19">11876 10238 23 0,'0'0'27'0,"0"0"-4"0,0 0-9 15,0 0-7-15,0 0-4 16,0 0 0-16,0 0 6 16,0 0 4-16,0 0-6 0,0 0-4 15,0 0-2-15,12-10-1 16,-9 10 1-16,3 0-1 16,1 6 0-16,2 0 0 15,-2 1 0-15,4 1 0 0,-2 2 0 16,-1 0-1-16,2 0 2 15,1-1 0-15,0 2-1 16,-2-1 0-16,2 1-1 16,-2-1 1-16,-3 3 0 15,4-2 0-15,-4-1 0 16,3 0 2-16,-3 0-1 0,3-1 0 16,1-1-1-16,-2-2 1 15,1 0-1-15,1-2 0 16,-3-3 0-16,1-1 1 15,-2 0-2-15,2 0 2 0,-2 0-1 16,1-1 1-16,-1-5-1 16,2 1 1-16,-1-3-1 15,1 1 0-15,-1 0 0 16,2-3-1-16,-2 3 1 16,0-3 0-16,3-1 1 15,0 1-1-15,1-3 0 0,1 0 2 16,2-1-2-16,0-2 1 15,0 1-1-15,0-5 1 16,0 3-1-16,1-3 0 16,0 0 0-16,-2 4 3 15,3-5 5-15,-3 4 3 0,0-1 0 16,1-1-1-16,-1 2-1 16,1 2-1-16,-3 0-2 15,1 5-4-15,-2-1 0 16,-1 4-2-16,-3 1 0 15,1 2 0-15,0 1 0 0,-3 2 0 16,1 1 0-16,-1 0-1 16,0 0-2-16,2 0-11 15,-6 0-31-15,0 0-96 16</inkml:trace>
  <inkml:trace contextRef="#ctx0" brushRef="#br0" timeOffset="71740.97">6082 10643 41 0,'0'-7'5'0,"0"1"1"0,2 2 3 0,-2 1-1 16,0-1-5-16,1 2 1 16,-1 0-1-16,1 0 1 0,0 1-1 15,1-1 2-15,-2-1 5 16,2 1 3-16,-2 0-7 15,0-1-2-15,2 2-3 16,-2-1-1-16,2 2 0 16,-2 0-1-16,2 0-1 15,-2 0-1-15,1 3-2 0,-1 2 2 16,0 2 3-16,0 0-1 16,0 3 1-16,0 1 0 15,0 2 0-15,0 1 0 16,0 2 0-16,0 2-1 15,0 5 1-15,0 1 1 0,-1 2-2 16,-1 4 2-16,0 2-1 16,0 2 1-16,-2 4 0 15,1 2 1-15,-1 1-1 16,-1 1 1-16,0 3 2 16,1 2-1-16,-3 3 0 0,3 5 0 15,0 4 2-15,-2 4-3 16,4 5 1-16,0 3-1 15,2 5 2-15,-2-2-2 16,2 4-1-16,-2 3 2 0,-2 5-1 16,-1 1 2-1,-3 2-2-15,0 2 3 0,-3 4 0 16,3-2 3-16,-2-5-1 16,2 0-1-16,3-3 1 15,1 2-5-15,4-2 1 16,-3 5-1-16,3 2 1 0,0 1 0 15,0-2-2-15,0 0 0 16,5-1 0-16,1-1 0 16,-1-1 1-16,1 1-1 15,0 1 2-15,2 0-2 16,-1-5 0-16,1-6 0 0,0-1-1 16,-1-2 2-16,3-4-2 15,-4-2 1-15,2-2 0 16,-4-3-1-16,1-4-1 15,-3-5 0-15,-2-8 1 16,0-5 0-16,0-8 0 0,0-5-4 16,0-10-13-16,-5-13-38 15,-1-10-25-15</inkml:trace>
  <inkml:trace contextRef="#ctx0" brushRef="#br0" timeOffset="74471.24">6299 11012 0 0,'7'-4'2'0,"3"0"17"0,0-1 0 16,-1 0-7-16,1 0-3 15,2 0-4-15,1 1-1 16,0-1-2-16,3 1-1 16,0 1 0-16,2 0 0 15,2 2 0-15,-2-2 4 16,4 0-2-16,1 3-1 0,1 0 0 15,3-1-1-15,4-2 2 16,2 0-1-16,1-1-1 16,2-2 0-16,0 1-1 15,-1-2 1-15,1 2-1 16,2-2 2-16,2 1 3 0,3-1 1 16,2 2-3-16,-1-2 0 15,1-1 1-15,4 0-1 16,-3 4 0-16,0-2-1 15,3 2 0-15,-2 0 0 16,3 1-1-16,0 1-1 16,2-1 1-16,2-1 0 0,0 1 2 15,-1 0-1-15,3-1 0 16,0 1 0-16,-1 0-1 16,2 1-1-16,-4-1 2 15,3 1-2-15,0-2 1 16,2 1-1-16,0 1 1 0,0 0-1 15,-2 0 2-15,4 2-1 16,-2 0 0-16,1 0 0 16,3 0 0-16,0 0-1 15,1 5 0-15,0-2 0 16,4 2 2-16,2 0-2 0,-1 0 0 16,3 1 0-16,1-2 1 15,1 2-1-15,-2-3 0 16,2 0 1-16,0-2-1 15,0 0 1-15,1-1-1 16,0 0 1-16,2 0 0 0,0 0-1 16,5 0 0-16,1 0 0 15,3 0 3-15,0 0-3 16,5 3 1-16,2-3-1 16,-1 2 0-16,-1 0 0 15,1 0 1-15,1-1-1 0,-4 1 0 16,2-1 0-16,2 1 0 15,2-2 0-15,2 0 1 16,-2 0-1-16,4 0 0 16,0 0 2-16,2 0 0 15,4 1 0-15,-2-1 0 0,3 1 0 16,1-1 2-16,-1 0-1 16,2 0-1-16,0 0 0 15,1 0 0-15,1 0-1 16,-2 0 0-16,-1 0 1 15,3 0-2-15,-4 2 1 0,0 2-1 16,0-1 0-16,0 1 0 16,-1 0 2-16,0-1-2 15,-3 0 0-15,4 0 1 16,-3-2 0-16,-1 1 0 16,2-2 1-16,2 0 0 0,-2 0-1 15,2 0 1-15,-2 0-1 16,2 0 0-16,-3 0 1 15,1-4 2-15,-1-1 1 16,-2 2 1-16,0-1-2 16,-4 1-1-16,2 2-1 15,1 1-2-15,-3 0 1 0,0 0-1 16,0 0 1-16,-2 0-1 16,-2 0 0-16,4 0 0 15,-1 0 0-15,0 0 0 16,-1 1 1-16,1-1-1 0,-1 2 0 15,-5-1 1-15,1 3-1 16,-5-1 0-16,2-1 0 16,-1-1 0-16,0-1 0 15,-1 0 1-15,0 0-2 16,0 0 2-16,-4-1 0 0,-1-3-1 16,-5-1 0-16,2 1 0 15,-5-3 0-15,1 3 1 16,1-2 6-16,-4 0 4 15,4-1-2-15,-1 3-2 16,-2-2-1-16,0 2-4 16,0-2 1-16,-2 2-2 0,0 1-1 15,1 2 0-15,-3-2 0 16,-1 0 1-16,-6 0-1 16,1-1 0-16,-5 0 0 15,-3 2 0-15,-1-1 0 16,-3 1 0-16,-2 0 0 0,2-1 0 15,-6 0 1-15,2 2-1 16,-3-2 0-16,0 1 0 16,-3 0 0-16,-1-2 0 15,-4 1 0-15,-2 0 0 16,-1 0 1-16,-2 0-1 0,-3-1 0 16,0 2-1-16,-2 0 1 15,-5-1 1-15,-1 3-2 16,-1-3 2-16,-5 3-1 15,-2-1-1-15,-1 1 2 0,-4 0-1 16,2 0-1-16,-2 0-1 16,-1 0-1-16,2 1 1 15,-3 6 1-15,1 0-2 16,3 2-2-16,-5 1 1 16,1 3 2-16,-1 0 4 15,2 2 2-15,-2 5-3 16,-1-2 1-16,1 6-1 0,1-1-1 15,0 4 1-15,1 0 0 16,-2 2 0-16,2 3-1 16,-1 1 1-16,0 2-2 15,-1 1 2-15,1 4 0 0,-2-2-1 16,-1 3 2-16,0 3 0 16,0-3-2-16,0 2-2 15,0 1 4-15,0 0-1 16,0 0 0-16,0-1 0 15,0 1 0-15,0 1-1 0,1 1 0 16,0-1 0-16,-1-1 1 16,0 0-1-16,0 3 0 15,0-3 0-15,0 3 1 16,-1 1-1-16,-1 2 0 16,1-2 0-16,1 2 0 0,0 2 0 15,0-2 0-15,0 3 0 16,0 2 0-16,0-1 0 15,-2 0 1-15,0 0 1 16,0 0-1-16,0-1-1 16,0 0 3-16,2 1-2 0,0 0 1 15,0-1 1-15,0-2 0 16,0 2-2-16,0-2 0 16,0 1 0-16,1 0-1 15,-1 0 0-15,0-1 2 16,0-4-2-16,0-3 0 15,1-1 1-15,3-5-1 0,0 1 1 16,-1-1 4-16,1-1 0 16,2 0 0-16,-3 1-2 15,0 0-1-15,-1 2-2 16,-2 0 1-16,0 1 0 16,0 0-1-16,-3 5 1 0,-4-1 0 15,-1 1 0-15,1-4-1 16,0 2 2-16,0-3-2 15,-1-2 0-15,3-2 1 16,-2 0-1-16,3 0 1 0,-2 1 1 16,4 0 4-16,0-1 3 15,1 4-3-15,0 0 1 16,1 2 4-16,0 1 1 16,0 1-1-16,0 2-5 15,0 0-3-15,0-1 14 16,0-5-15-16,0-2-2 15,0-2 0-15,0-4-9 0,-1 0 6 16,0-4-7-16,-7 2-22 16,1-7-22-16,-5-13-151 15</inkml:trace>
  <inkml:trace contextRef="#ctx0" brushRef="#br0" timeOffset="76528.42">6108 14539 40 0,'-4'-9'2'0,"-2"2"3"0,5-1 11 0,-1 2 0 0,0 2-4 16,2 0-4-16,0 3-4 16,0 1-1-16,0 0-5 0,0 0-1 15,2 9-1-15,-2 3 4 16,2 1 0-16,-1 4 3 15,1 1 0-15,-1 0 2 16,2 2-3-16,1 0 1 16,1 1-1-16,2 2 0 0,0 0 1 15,5-1-2-15,3 1 0 16,3-3 0-16,3-2 0 16,2-1 0-16,4-2-1 15,2-3 0-15,0 0 3 16,5-1 1-16,1-1-2 0,3-1-1 15,-1-1 2-15,7-1-1 16,2 1 0-16,2-3 1 16,3-1-2-16,2 2 2 15,3-3-1-15,2-2 4 16,3-1-3-16,2 0-1 0,3 0 1 16,1 0 0-16,3 0 1 15,-1 0 0-15,3 0-1 16,2 0 0-16,-1 0-2 15,1 0 0-15,4 0 0 16,2 3-1-16,-1 2 1 0,2-2-1 16,3-1 1-16,-1-2-1 15,0 0 1-15,-1-3-1 16,-1-3 1-16,1 1-1 16,-1-1 0-16,-1 3 0 15,1 3 0-15,-1 0 0 0,3 0 0 16,-3 0 0-16,1 0 0 15,2 6 0-15,2 0 0 16,3-1 1-16,2 1-1 16,4-2 0-16,0 1 0 15,3 0 0-15,-1 0 0 16,1-1 1-16,4-1-1 0,0 1 0 16,2-4 0-16,1 3 0 15,4-2 0-15,-3-1 0 16,2 0 0-16,-1 0 1 15,2 0-1-15,-4-4 0 16,1 2 1-16,0-2-1 0,-2 0 0 16,1 0 3-16,1-1-1 15,1 1 3-15,1 1 0 16,2 0-1-16,1-1-2 16,-3 1 0-16,1 0-1 15,-1-1 1-15,0 1-2 0,-2-1 0 16,1 0 2-16,0 1-2 15,-1 0 1-15,-3 1-1 16,4-1 1-16,2-2-1 16,-5 2 0-16,4-1 0 15,0 1 0-15,-5 3 0 0,-2 0 0 16,-2 0 1-16,-4 7-2 16,-3 2 1-16,-5 2 0 15,-2-2 0-15,3-2 0 16,-4-4 0-16,-3-3 1 15,2 0 1-15,1 0 7 0,3-2-4 16,0-3-2-16,2 0-2 16,4 1-1-16,3 3 1 15,-3-1-1-15,-3 2 0 16,3 0 2-16,-5 0-4 16,1 0 4-16,-1 0-4 0,0 0 2 15,4-4 2-15,-2-1-2 16,3-4 1-16,0 0-1 15,4 1 0-15,1-1 1 16,-1 1-1-16,2-1 5 16,2 2 5-16,-2 0-5 0,2 1 0 15,0-1-3-15,0 4 0 16,-1 0-1-16,-1 0 0 16,5 2-2-16,-5 1 2 15,1 0-1-15,-4 0 0 16,1 4-1-16,-2 1-8 0,-2 0 10 15,-1 0-2-15,1-1 1 16,-4-3 1-16,3-1-2 16,-3 0 0-16,1 0 1 15,3 0 0-15,-3 0-1 16,1 0-3-16,-3 0-15 0,-5 0-24 16,-5 6-20-16,-6 0 15 15,-4-1-10-15</inkml:trace>
  <inkml:trace contextRef="#ctx0" brushRef="#br0" timeOffset="76641.33">18763 14844 42 0,'58'3'4'0,"1"-3"6"0,-1 0 21 16,-2 0-3-16,-2-3 3 0,-1 0 3 16,-2-1-10-16,-4 0-13 15,-6 0-4-15,-3 1-6 16,-7 0 0-16,-6 0-22 16,-8-3-52-16,-6-4-44 15</inkml:trace>
  <inkml:trace contextRef="#ctx0" brushRef="#br0" timeOffset="81069.07">3009 15589 2 0,'0'-1'23'0,"0"1"-13"0,0 0 1 0,-2-1-3 16,2 1-5-16,-2 0-2 0,1-1 0 16,0 1-1-16,1 0 1 15,0-2-1-15,0 2 1 16,0 0 4-16,0-1 4 16,0 0 0-16,-1 1 1 15,1-1-3-15,0 1 0 0,0 0-2 16,0 0-3-16,0 0-2 15,0 0-1-15,0 0 1 16,0 0 0-16,0 0 1 16,0 0-1-16,0 0-1 15,0 0 1-15,0 0 0 16,0 3 0-16,0 1 0 0,0 1 0 16,0 0 1-16,0 1 0 15,0 0 0-15,0-1 1 16,0 2-1-16,0-2 1 15,0 0 0-15,0 1-2 0,0-2 1 16,0-1-1-16,1 1 0 16,0-2 0-16,2-1 1 15,-1 1-1-15,0-2 0 16,-2 0-1-16,4 0-1 16,1 0 2-16,-1-3 5 0,3-6 5 15,2-2-3-15,4-5-2 16,1 0-4-16,3-5 2 15,4 0 1-15,4-5-2 16,2-1 1-16,4-5-1 16,0-1-2-16,0 2 1 15,1-2 1-15,-3 3 0 0,0 4-1 16,-7 1 0-16,0 5-1 16,-3 3 1-16,-2 3 0 15,-3 4 1-15,-5 6-1 16,-1 1 0-16,-4 3-14 0,-4 0-18 15,0 4-6-15,-2 7-38 16</inkml:trace>
  <inkml:trace contextRef="#ctx0" brushRef="#br0" timeOffset="82128.96">3013 15554 33 0,'0'0'2'0,"0"0"1"0,0 0 1 0,0 0 5 15,0 0 1-15,0 0 3 16,0 0-3-16,0 0-4 0,0 0-1 16,0 0-1-16,0 0 1 15,0 0 0-15,0 0 0 16,0 0 5-16,-11-11 2 15,11 9-4-15,0 2-4 16,0 0-4-16,0 0-3 0,0 0 4 16,0 0-1-16,0 2 0 15,0 2-2-15,2 0 3 16,-1-1-4-16,1 2 5 16,-2-1-2-16,2-1 1 15,-2 3 0-15,0-2-1 0,2 0 0 16,0 0-1-16,-2-1 1 15,2-1 0-15,0 0-4 16,-1-2 1-16,1 0-1 16,0 0-2-16,2 0 8 15,1-3 4-15,0-4-3 0,3-1-2 16,1-2 0-16,3-2-1 16,1-3 3-16,5-2-6 15,0-3 3-15,4-3 0 16,1-3 0-16,4-2 1 15,-2 0-1-15,2-1 3 0,0 1 1 16,-2 2 0-16,-2 2 0 16,-4 6-2-16,-4 1 2 15,-3 4-2-15,-2 6-1 16,-6 1 1-16,-1 2 0 16,-1 2 0-16,-2 1-1 0,2 1 2 15,-2 0 4-15,0 0-1 16,0 0-3-16,0 0 0 15,0 0 4-15,0 0-4 16,0 0-3-16,-2 3 0 16,0 0 4-16,1-2-4 15,1 3 0-15,0-1-1 0,0 2-14 16,0-1-23-16,0-4-26 16</inkml:trace>
  <inkml:trace contextRef="#ctx0" brushRef="#br0" timeOffset="83975.08">21448 13164 76 0,'0'0'-9'0,"0"0"8"0,0 0-8 15,0 0-4-15,0 0 8 16,0 0 6-16,0 0 6 16,0 0 19-16,0 0-4 0,0 0-13 15,0 0-5-15,0 0-5 16,0 0 1-16,0 0 0 15,43 1-1-15,-35 2-1 16,2 0 2-16,3 1 0 16,0-1 0-16,5-1 0 0,3 1 0 15,0-1 0-15,6 0 0 16,4-2 2-16,3 1-2 16,5-1 0-16,4 1-3 15,7-1-1-15,1 0-4 16,7 0 5-16,0 0 2 0,3 0 1 15,2 0 0-15,3 0 1 16,-1 0 3-16,0 0 8 16,3 0 1-16,-1 0 0 15,1 0-2-15,-1 0-1 16,-1 0-6-16,0 0 1 16,0 0 0-16,-2 0-3 0,-5 0-1 15,-4 0 2-15,-3 0-1 16,-4 2-2-16,-5 2 1 15,-5-1 0-15,-7 3 0 16,-4-2 0-16,-6 3-2 16,-7 0-8-16,-4-1-25 0,-10-2-22 15</inkml:trace>
  <inkml:trace contextRef="#ctx0" brushRef="#br0" timeOffset="84622.86">21532 13307 48 0,'0'0'9'0,"0"0"0"0,0 0 0 0,0 0-7 16,0 0-5-16,0 0 1 16,0 0 5-16,0 0-3 15,0 0-4-15,0 0 5 0,0 0-2 16,0 0 7-16,54 15 6 16,-35-14-10-16,4 2 1 15,5-2-1-15,5-1-2 16,5 2 0-16,6-2-2 15,8 0 3-15,4 0 1 16,6 0-2-16,5 0-2 0,7 0 8 16,4-2 6-16,5-2 3 15,6 3 4-15,6-1-8 16,6 1-4-16,1 0-5 16,-1-1 5-16,3 1-5 15,-5 0 1-15,-8 1 2 0,-3 0 1 16,-9 0-1-16,-3 0-4 15,-7 0 1-15,-5 0-1 16,-6 0 0-16,-10 1 1 16,-7 3-1-16,-7-1 1 15,-13 1-9-15,-8-1-19 0,-7-2-23 16,-6-1-22-16</inkml:trace>
  <inkml:trace contextRef="#ctx0" brushRef="#br0" timeOffset="85399.56">21599 13334 19 0,'0'0'6'0,"71"0"-5"0,-29 0 0 0,4 0-1 0,4 0 1 15,8 0-1-15,6 0 0 16,3 0 0-16,6-2 1 0,6-1 9 16,4 0 10-16,0 0-4 15,1 0-7-15,0 1-6 16,-1 0-1-16,-3 1 0 15,0 0-1-15,-1 1-1 16,-4 0 0-16,-2 0 0 0,-3 0-1 16,-3 0 1-16,-6 0 0 15,-5 0 0-15,-7 0 0 16,-8 0 0-16,-6 1-3 16,-12 2-6-16,-4-1-10 15,-10-1-31-15</inkml:trace>
  <inkml:trace contextRef="#ctx0" brushRef="#br0" timeOffset="86088.19">21749 13312 57 0,'0'0'3'0,"0"0"1"0,0 0 3 0,0 0-11 15,0 0 11-15,0 0-5 16,0 0-2-16,0 0 1 16,0 0-1-16,43-10 0 15,-27 8 1-15,5-1 0 16,5 2-1-16,4 0 2 0,7-1-1 16,4 2-1-16,7-2 0 15,4 1 2-15,3-2-1 16,6 1 2-16,1 0 4 15,3-1 0-15,5 0 3 16,2-1 2-16,5 0 1 0,1 0 1 16,1 0 0-16,2-1-1 15,1 2 0-15,-4 0-2 16,-6 3-5-16,-6-2-2 16,-7 2-2-16,-10 0-1 15,-6 0 0-15,-10 0 0 0,-6 5 0 16,-4 0 0-16,-8-1-2 15,-7 3-2-15,-4 0-22 16,-4 0-14-16,-2 2-3 16,-17-1 12-16</inkml:trace>
  <inkml:trace contextRef="#ctx0" brushRef="#br0" timeOffset="86935.95">22332 13918 91 0,'0'0'-2'0,"0"0"5"0,0 0 2 15,0 0-1-15,0 0 8 16,0 0-3-16,0 0 5 15,0 0-8-15,0 0-4 0,0 0-1 16,0 0 1-16,-14 23-2 16,11-10 0-16,3 1 0 15,0-3-1-15,0 1-3 16,3-3 2-16,5 0 2 16,4-3 4-16,2-1 6 0,2-2-6 15,0 0-1-15,3-2 1 16,2-1-2-16,-3 0-1 15,2 0 2-15,3 0-1 16,-1-5-1-16,-3-1 2 16,-2-1-2-16,-2 0 1 15,-3 0 3-15,-3-2 0 0,-3-2 8 16,-1 2-1-16,-3 2-6 16,-2 0 0-16,0 3-2 15,0 2-3-15,0 1 9 16,0 1-9-16,0 0 0 15,0 1-2-15,-2 7 0 0,0 2 1 16,-1 1-1-16,1 2-1 16,2 0 1-16,0 1 0 15,0 1 0-15,0-1 0 16,0 1 1-16,2 0-1 0,3 0-1 16,-2-1 1-16,1-1-1 15,0 1 1-15,0 1 0 16,-3 1 0-16,0 0 1 15,-1-1 0-15,0 1 0 16,0-2 0-16,-4-3-1 0,-2-1 2 16,-1-1-1-16,-4-4 2 15,0 1 5-15,-5-3 1 16,0 0-3-16,-5-3-3 16,3 0 0-16,-2 0 0 15,1 0-2-15,4 0 1 0,1-4 0 16,3-3-5-16,4-1-33 15,-1-6-56-15</inkml:trace>
  <inkml:trace contextRef="#ctx0" brushRef="#br0" timeOffset="87589.23">22384 13730 78 0,'0'0'6'0,"0"0"16"0,0 0-7 16,0 0-4-16,0 0-7 15,0 0 1-15,0 0 6 16,0 0 0-16,0 0 1 15,0 0-1-15,0 0-2 0,4-41-1 16,-1 34-1-16,0-1-4 16,2-1-1-16,-4 1-1 15,4-2 0-15,-2 0 0 16,2 0-1-16,-2 1 1 16,0 0 2-16,0 1 0 0,1 1-2 15,-1 3 0-15,1 0-1 16,-1 2 0-16,1 2 0 15,-2 0 0-15,1 0-1 16,0 0-1-16,0 0 0 16,1 0-1-16,0 6 0 0,2-1 0 15,-1 1 1-15,1 1 1 16,3 1 3-16,2 0 2 16,0 0 2-16,2 1-4 15,3 3 0-15,-2 0-1 16,5 2-1-16,0-1 2 0,-1 3 0 15,2-2-1-15,-1 3-1 16,0-1-15-16,-3-1-44 16,-3-3-41-16</inkml:trace>
  <inkml:trace contextRef="#ctx0" brushRef="#br0" timeOffset="88044.12">22358 14478 104 0,'0'0'11'0,"0"0"0"0,0 0 3 0,45 0-9 0,-28 0-2 15,1-2-1-15,1 2-1 16,4-1 0-16,-1-1 0 16,2 1 0-16,1 0 0 15,2 1 1-15,-2-2-5 0,-2 1-34 16,-4-2-71-16</inkml:trace>
  <inkml:trace contextRef="#ctx0" brushRef="#br0" timeOffset="88187.03">22522 14543 176 0,'0'0'0'15,"0"0"-21"-15,0 0 31 16,0 0-4-16,60 21 0 15,-30-17-15-15,4-4-63 0</inkml:trace>
  <inkml:trace contextRef="#ctx0" brushRef="#br0" timeOffset="89454.43">5910 10701 202 0,'0'0'-26'0,"0"0"25"0,0 0-6 0,0 0 5 0,0 45 2 16,0-23 0-16,4 6 4 0,1 6-3 15,2 6 0 1,0 4 0-16,1 6-1 0,0 3 0 16,2 5 0-16,-1 8 1 15,0 7 0-15,-3 9 0 16,1 9 0-16,-2 13 1 15,-1 5 1-15,0 8-3 0,1 7 0 16,-1 3 1-16,-2 5-1 16,2 0 0-16,0 2-1 15,-2 2 1-15,-2-1 0 16,0 3-2-16,0 2 7 16,0 2 3-16,0 3-1 0,-5 0-5 15,0 1-1-15,1-1 0 16,0-7 1-16,0 1 0 15,3-6 0-15,-1-4-2 16,2-12-33-16,0-16-58 16</inkml:trace>
  <inkml:trace contextRef="#ctx0" brushRef="#br0" timeOffset="120507.4">6949 2795 72 0,'0'0'3'0,"0"0"4"0,0 0 6 0,0 0-4 16,-43-37-1-16,35 30-1 16,3-1-3-16,-2 3-2 0,3-1 2 15,-1 2-1-15,1 3 0 16,0-1 7-16,1 2 5 15,3 0-4-15,-2 0-6 16,2 0-5-16,0 0-2 16,0 3 0-16,0 10 2 0,0 2 0 15,0 2 0-15,0 6 0 16,0 4-1-16,0 3 1 16,2 4 1-16,0 1-1 15,3 5 1-15,-1 1 0 16,2 2 0-16,0 1-1 0,1-3 1 15,3-1 0-15,0-2-1 16,-1-1 1-16,3 1 1 16,0-3 0-16,1 0-1 15,1 2 0-15,-1-1 1 16,1-1-1-16,-3-1 1 0,4-2 0 16,-1 1 0-16,-3-3 0 15,1 3 1-15,-2-2-3 16,-1 2 0-16,-4 0 0 15,2-1 1-15,-5-1 0 16,0-2-1-16,-2 1 1 16,0-4 1-16,0-1 4 0,0-2-2 15,0 1 0-15,2-1 0 16,-2 0-1-16,1 2-1 16,3 2 0-16,-2 0 1 15,0 2 0-15,0 1-2 16,0 0 0-16,-1 0 0 0,-1 1 0 15,0-4 0-15,0-1 0 16,0-2-1-16,0-1 1 16,0-5-1-16,0-2 0 15,0-2 0-15,0-4 1 16,4-5-2-16,0-5-9 0,1-5-80 16</inkml:trace>
  <inkml:trace contextRef="#ctx0" brushRef="#br0" timeOffset="121723.68">7039 2803 84 0,'0'0'-1'0,"0"0"10"0,0 0 8 0,0 0-5 16,0 0-1-16,-36-15 1 0,31 13 6 16,1 1-2-16,3-1 2 15,1 1-8-15,0-1-8 16,0 0-7-16,5 1 5 16,6-1-2-16,2 0 5 0,4-2-5 15,2 1 4-15,4 0-3 16,0-1 2-16,4 1 0 15,2-1-1-15,4 1 1 16,1-1-3-16,5-2 3 16,3-1-1-16,3 0 1 0,2 0-1 15,3-3-1-15,3 0-2 16,0-3 2-16,3-1 1 16,3 3-2-16,1-3 3 15,1 1 3-15,1 0-3 16,1 3-1-16,-1 0 0 15,0 0 1-15,-1 1 1 0,-2 2-1 16,-2 2-1-16,-2-1-1 16,-3-1 2-16,0 1-1 15,0-1 0-15,-3 2 0 16,0-1 0-16,-5 2 1 16,1 1-1-16,-5 1-1 0,-4 0 2 15,-2 2-1-15,2-1 0 16,-3 0 0-16,1 1 0 15,-1-3 0-15,0 3 1 16,1-4-1-16,-3 1 0 16,-1 0 0-16,1-1 0 0,-2 0 0 15,0 0 0-15,0 1 0 16,-2 0 0-16,-2 0 0 16,-6 3 0-16,2 0 0 15,-6 0-1-15,-1 3 0 16,-3 2 1-16,-3 1-1 15,0 3-1-15,-1-1 2 0,1 2 2 16,-1 0-4-16,2 3 2 16,-2 1 2-16,1 3-4 15,1 1 4-15,0 4-1 16,2-1-1-16,0 5 0 0,-1-2 1 16,3 1-1-16,-3 2 0 15,1-4 0-15,1 1 0 16,2-1 1-16,-3 3-1 15,3-2 0-15,1 2 1 16,-2 2-1-16,-1 4 1 0,-1 4-2 16,-4 4-3-16,2 2 4 15,-5 4 3-15,-1 0-1 16,-1 1-2-16,2 0 1 16,-2-4-1-16,2-2 0 15,0-1 1-15,2-3-1 0,-1-3 1 16,1-2-1-16,0 0 1 15,-1-2-1-15,2-1 1 16,0 1-1-16,1 0 0 16,-1 1 0-16,0 1 0 15,-2-1 1-15,3 0-2 16,-5-2 1-16,0-1 1 0,0-1-2 16,-1-5 1-16,-2 0 0 15,0-6 0-15,0-2 0 16,-8 3-2-16,-3-3-2 15,-8 3 5-15,-10 3-1 0,-9 4 0 16,-11 4-1-16,-18 5-9 16,-13 6-37-16,-17 3 0 15</inkml:trace>
  <inkml:trace contextRef="#ctx0" brushRef="#br0" timeOffset="125167.49">22713 13671 29 0,'0'0'50'0,"0"0"-34"0,0 0 13 0,-45-33 0 16,34 25-11-16,-1-1-1 16,0 2-4-16,2-3-3 0,-1 0-2 15,0 0 4-15,0-1 0 16,-1 1-1-16,-1-1-3 15,-2-1-4-15,1 1-2 16,-5 1-1-16,1 0-1 16,-5 3 0-16,1 0 0 0,-3 1 0 15,1 2 1-15,-2 1-1 16,2 3 0-16,-1 0 1 16,-1 0 0-16,2 3-1 15,-1 8 0-15,2 5 0 16,-4 4 0-16,3 3-2 0,0 4 2 15,-1 4-1-15,2 3 0 16,-1 1 0-16,2 4-1 16,1-1-4-16,-2 3 2 15,3-1 3-15,1 3 1 16,0-1 1-16,3 1-1 0,1 2 0 16,2 2 0-16,-1 2-1 15,4 2-1-15,5 2 2 16,1 0 0-16,4 1 0 15,0 1 1-15,12-4-1 16,4-2 0-16,3-3 0 16,5-3 0-16,5-6-2 0,0-2 1 15,2-6-1-15,5-5 5 16,1-5 5-16,4-5 0 16,2-4-4-16,4-3-1 15,-2-5 3-15,4-2-1 0,0 0 2 16,3-9 0-16,2-7-1 15,-2-5-2-15,4-4-2 16,0-6 2-16,-2-4-2 16,-5-1-1-16,-1-1 1 15,-7-2-1-15,-9-1-1 0,-5-1 1 16,-8-2 0-16,-9-6 0 16,-8-1-1-16,-2-4-3 15,-13-3-14-15,-13-3-28 16,-11-2-80-16</inkml:trace>
  <inkml:trace contextRef="#ctx0" brushRef="#br0" timeOffset="126628.3">22371 11372 190 0,'0'0'2'0,"0"0"11"0,-38-39 8 16,27 32-9-16,1 3-6 0,-1 2-1 16,2 2-1-16,0 2-2 15,0 9-1-15,-2 5-1 16,1 4 0-16,-1 2 1 15,3 4-1-15,-3-2 0 16,3 0 0-16,3-4 0 16,3 0 0-16,2-1 0 0,5-4-3 15,14 1-9-15,4-5-14 16,8-4-32-16,4-4-43 16</inkml:trace>
  <inkml:trace contextRef="#ctx0" brushRef="#br0" timeOffset="126991.27">22613 11447 165 0,'0'0'2'0,"0"0"18"16,-55-19 6-16,34 19-11 16,0 0-6-16,2 3-3 15,4 7-2-15,1 0-2 16,6 1 0-16,4 1-2 15,4-4 1-15,0 2-1 16,3-4-1-16,8-2 0 0,4-2 1 16,2-2 3-16,3 0-1 15,-2-10 1-15,1 3 1 16,-2-2-1-16,-3 2 2 16,-4 1 1-16,-2 5-3 15,0 1-1-15,-3 0-1 0,1 0-1 16,0 7 0-16,1 1 1 15,3 1 1-15,-1 0-2 16,0-1 0-16,4-1 0 16,0-4 0-16,3 0-6 15,0-3-20-15,1 0-43 0,-3-9-26 16</inkml:trace>
  <inkml:trace contextRef="#ctx0" brushRef="#br0" timeOffset="127197.13">22807 11251 205 0,'0'0'4'0,"0"0"2"15,0 0-5-15,0 0 1 16,0 0-1-16,-7 57 6 16,7-35-1-16,4 2-1 0,3 2-3 15,-2-2-1-15,4-2 0 16,0 0 0-16,-1-2-1 15,-2-3-21-15,-1-4-53 16,-3-6-17-16</inkml:trace>
  <inkml:trace contextRef="#ctx0" brushRef="#br0" timeOffset="127325.36">22803 11450 170 0,'0'0'29'0,"0"0"20"16,0 0-33-16,2-38-14 0,15 29 0 15,4-1-14-15,3-1-41 16,0-2-75-16</inkml:trace>
  <inkml:trace contextRef="#ctx0" brushRef="#br0" timeOffset="127475.09">23074 11314 262 0,'0'0'10'15,"0"0"-6"-15,0 0-4 16,0 0 2-16,0 0 0 16,0 0-4-16,43 1-51 0,-27-5-61 15</inkml:trace>
  <inkml:trace contextRef="#ctx0" brushRef="#br0" timeOffset="127610.19">23160 11397 195 0,'0'0'8'0,"0"0"10"16,0 0-16-16,0 0-4 16,0 0 2-16,0 0 4 15,0 0-42-15,43-10-60 16</inkml:trace>
  <inkml:trace contextRef="#ctx0" brushRef="#br0" timeOffset="127952.51">23357 11265 198 0,'0'0'5'16,"0"0"36"-16,0 0 0 0,0 0-24 16,0 0-14-16,0 0-3 15,0 0 0-15,26-14 1 16,-15 18-1-16,1 2 0 16,5 1 0-16,-1-3 0 15,4-2-2-15,-1-2-4 16,3 0-3-16,0 0 2 0,-4-8 2 15,0-1 3-15,-4-1 2 16,-4 0 0-16,-5 1 1 16,-3-1 1-16,-1 3 4 15,-1 3 4-15,0 4-3 16,-8 0-5-16,-2 7 2 0,-2 8-2 16,0 7-1-16,1 3-1 15,3 3 2-15,2 1-2 16,5 2 1-16,1-5-2 15,0 0-12-15,0-4-19 16,7-5-24-16,1-5-39 0</inkml:trace>
  <inkml:trace contextRef="#ctx0" brushRef="#br0" timeOffset="128230.35">23735 11162 242 0,'0'0'2'0,"0"0"16"16,0 0 2-16,0 0-23 15,0 0 3-15,0 0 1 16,0 0 0-16,0 0 0 0,10 49-1 16,-3-27 0-16,2-1 1 15,-2 0-1-15,1 0 0 16,4-3 1-16,-3-2-2 15,4 0 1-15,2-6-1 0,1 0 1 16,1-4 2-16,-2-2-2 16,2-4-28-16,-5 0-28 15,0 0-34-15</inkml:trace>
  <inkml:trace contextRef="#ctx0" brushRef="#br0" timeOffset="128393.12">23830 11305 176 0,'0'0'23'0,"0"0"16"0,0 0-35 15,0 0-3-15,0 0 0 16,0-41-11-16,6 32-24 16,2 0-24-16,1 2-26 15</inkml:trace>
  <inkml:trace contextRef="#ctx0" brushRef="#br0" timeOffset="128530.33">23837 11181 128 0,'0'0'9'0,"0"0"52"15,0 0-32-15,-21-40-12 16,21 31-10-16,5 0-6 16,9 0 0-16,3-2-26 0,4 4-43 15,4-6-90-15</inkml:trace>
  <inkml:trace contextRef="#ctx0" brushRef="#br0" timeOffset="128842.54">24201 11043 147 0,'0'0'4'0,"0"0"-1"15,0 0 0-15,-45-8-7 16,24 8 1-16,-2 1 2 0,2 6 2 15,3 1 1-15,7 1-2 16,3 3 0-16,6-1 1 16,2 2-1-16,2 1 4 15,11-1-2-15,2 3 9 16,6-1-1-16,-1 2 3 0,3 0-3 16,-4 2-3-16,-2-1-3 15,-2 3 1-15,-9-2-1 16,-5 2-1-16,-1 1-1 15,-5 0 1-15,-15 1-2 16,-6 0-1-16,-6 4-6 0,-8 0-50 16,-5 0-22-16</inkml:trace>
  <inkml:trace contextRef="#ctx0" brushRef="#br0" timeOffset="129125.87">23083 11884 127 0,'0'0'5'0,"0"0"1"16,0 0-5-16,59-8 2 15,-24 1-1-15,7-2-1 16,7-2-1-16,3 1 0 15,7-1 16-15,3-1 11 16,1 2-9-16,3 0-12 0,0 0-5 16,-6 3 0-16,-6 0-7 15,-7 3-26-15,-10 2-7 16,-13 2-3-16,-11 0-44 16</inkml:trace>
  <inkml:trace contextRef="#ctx0" brushRef="#br0" timeOffset="129327.79">23350 11944 163 0,'0'0'36'16,"0"0"-37"-16,0 0 15 16,58 3 11-16,-9-10 3 15,10-5-14-15,12-1 1 16,13 1-7-16,9-1-4 15,8-1-4-15,8 4-1 0,2-3-50 16,3-3-151-16</inkml:trace>
  <inkml:trace contextRef="#ctx0" brushRef="#br0" timeOffset="130528.12">22738 11841 208 0,'0'0'4'0,"0"0"18"0,0 0-5 15,0 0-6-15,0 0-6 16,0 0-4-16,0 0-2 0,0 0 0 16,0 0 1-16,0 0 1 15,-43 26-2-15,28-7-1 16,-4 1 2-16,-10-2-2 16,-2-1 1-16,-6-4-1 15,-4-5 2-15,-2-5 2 0,-6-3-1 16,-2 0 1-16,-1-5-2 15,-1-8 2-15,0-6-2 16,3-5 1-16,4-6 0 16,4-4 0-16,5-10 0 15,4-6-3-15,5-8-2 0,2-4 1 16,7-5-3-16,4-5 2 16,7-3 8-16,8-1-4 15,0-2-2-15,15 0-4 16,13-4-7-16,8 2-6 15,10-1 12-15,7 6 0 16,7 1 7-16,5 1 0 0,5 5 0 16,7 2 10-16,8 6-3 15,3 3 3-15,7 5-2 16,6 7-3-16,5 7 1 16,1 7-2-16,3 11 3 15,0 4-3-15,1 11 0 0,0 5-3 16,-3 4 0-16,-2 16-1 15,-6 5 0-15,-4 11 0 16,-6 7 0-16,-1 9 0 16,-2 5 0-16,-4 7 1 0,1 6-1 15,-3 3 5-15,-9 5-3 16,-11 1-4-16,-13 0 0 16,-13 3 2-16,-18-2 0 15,-14 1 0-15,-7-6-1 16,-21 2 2-16,-13-2 1 0,-10-4 0 15,-11-1 0-15,-13-4 0 16,-5-7-1-16,-10-7-1 16,-6-5-2-16,-7-7 4 15,-6-9 0-15,-7-5-3 16,-8-4 2-16,-8-3-1 16,-8-4-1-16,-9-3-24 0,-8-5-56 15,-4-7-62-15</inkml:trace>
  <inkml:trace contextRef="#ctx0" brushRef="#br0" timeOffset="132596.32">3988 10674 0 0,'0'0'24'0,"0"0"12"0,42-14-4 15,-21-5-2-15,3-9-6 16,12-10 8-16,6-15-7 0,14-12-9 15,17-20-7-15,17-14-6 16,22-12-2-16,15-9-1 16,17-9-6-16,4-6-93 15</inkml:trace>
  <inkml:trace contextRef="#ctx0" brushRef="#br0" timeOffset="133799.18">22688 10136 89 0,'0'7'1'0,"0"3"1"0,0 0 1 0,3 5-2 15,1-3 0-15,2 3 1 16,-2-2-2-16,4 0 0 0,-3-1 0 15,2-3 1-15,2-1 0 16,2-3-1-16,1-2 0 16,3-3 0-16,2 0 0 15,7-13 1-15,6-9 1 16,7-10 8-16,11-8 2 0,7-8 7 16,13-7-11-16,9-5 0 15,8-5-4-15,9-5-6 16,4 1-7-16,5-3-32 15</inkml:trace>
  <inkml:trace contextRef="#ctx0" brushRef="#br0" timeOffset="135086.99">23168 10412 151 0,'-12'-10'-32'0,"1"0"33"0,-1 1 0 0,1 1 0 16,0 2 0-16,-1-1-2 15,-1 0 3-15,-1 2 0 16,-1 1 2-16,-2-3 5 16,0 4-4-16,-3 2-3 15,-6-1-3-15,-2 2-6 16,-5 0-8-16,-2 0 4 0,-3 3 9 15,-2 1 3-15,-3 2 1 16,-1 0 6-16,0 2 3 16,-2-1-3-16,-1 2 1 15,2 4 1-15,-3 1-2 16,2 2 0-16,-5 2-6 0,4 6-1 16,-4 2-1-16,0 4 0 15,1 4 0-15,1 4 1 16,-1 3-1-16,1 9 0 15,-4 5-1-15,2 3-6 16,4 5-17-16,1-2 1 0,6 0 6 16,5-4 9-16,10-3 9 15,8-6 0-15,7 0 10 16,6 2 7-16,4 0-7 16,2 1-1-16,12 0-3 15,3 4-4-15,6 0 1 0,6 0-6 16,7 0 2-16,9-1 2 15,7-3-2-15,13-1 1 16,10-2-5-16,10-5-9 16,9-7-26-16</inkml:trace>
  <inkml:trace contextRef="#ctx0" brushRef="#br0" timeOffset="137725.59">6844 4672 200 0,'0'0'8'0,"0"0"-3"0,0 0 7 0,0 0-6 16,0 0-2-16,-38-8-2 16,31 5-1-16,-1 1-1 15,-4 2 0-15,-1 0-12 16,-7 0-19-16,0 3-1 0,-5 6 20 15,-4 1 10-15,-2 1 2 16,-3-1 0-16,-1 4 1 16,-2-1 3-16,4 1 1 15,-3 2-1-15,1 1 3 16,1 4-1-16,-1 2 0 0,1 5-2 16,-4 3-3-16,2 4 0 15,0 6-1-15,-2 3 0 16,3 0 0-16,-2 4 0 15,4-1 0-15,-1 4 0 16,-1 3 0-16,1 2 0 16,-3 5 0-16,1 2 0 0,-1 4 0 15,-1 6-1-15,3-2-1 16,3 3 0-16,2-1-2 16,3 3 2-16,2-1 2 15,5 3-1-15,-2 0 2 0,3-1-1 16,2 4 0-16,1 0 1 15,1 0-1-15,3-1 1 16,1 3-1-16,0 2 1 16,0-2 1-16,6-1-1 15,1 3 0-15,2-1 0 16,2-4 1-16,4-4 2 0,10-4 3 16,5-2-3-16,6-4-2 15,4 2 0-15,5-1 0 16,1 2-1-16,3 2-1 15,5 1 0-15,-3 1 0 16,5 0 1-16,-2-3-1 0,4-1 0 16,-3-1 0-16,1-3 0 15,6-2 0-15,-3-3 1 16,5-2 1-16,5-2 0 16,4-2 1-16,3 0 3 15,9-3-1-15,6 1 1 0,5-4-2 16,9 0 1-16,14-4 0 15,7-3-2-15,14-5-1 16,11-5 0-16,10-1 1 16,8-9 0-16,-2-8-28 15,-3-13-71-15</inkml:trace>
  <inkml:trace contextRef="#ctx0" brushRef="#br0" timeOffset="139193.62">6937 4958 138 0,'6'-6'0'0,"2"-4"-1"0,1 3 3 16,5-3 0-16,1 2 1 16,2-4 0-16,4 2 0 0,4-6 1 15,4 1 7-15,4-2 0 16,5-4-4-16,5-1-3 16,4-2-3-16,4 0 0 15,5-1-1-15,1 0 1 0,3 0 0 16,2 0-1-16,3 1-1 15,2 2 1-15,4-1 1 16,4 3-2-16,5 0 2 16,6 2-2-16,4-1 1 15,4 2 1-15,4 0-2 16,8 2 1-16,-1-4-1 0,5 2 1 16,5 2-1-16,-3-1 0 15,2 1 1-15,-3 3-1 16,2 0-1-16,-3 3-2 15,1 4 0-15,-3 0 2 16,-2 3 2-16,-5 2-1 0,2 0 2 16,-5 5-2-16,-4 6 2 15,-4 3-1-15,1 6 0 16,-4 4 1-16,-5 5-2 16,-3 6 1-16,-4 6 0 15,0 6 0-15,-4 4-1 16,-2 6 1-16,-4 5 0 0,-2 7 0 15,-1 3 0-15,-4 6-1 16,-4 5 2-16,0 5 1 16,0 1-2-16,-6 6 0 15,2 6 0-15,-3 7 1 16,0 4-1-16,-5 6 0 0,1 5 0 16,-3 4-1-16,-7 1 1 15,-1 0 1-15,-7-2 0 16,-6 2-1-16,-7-4 0 15,-6 0-1-15,-6 0 2 16,-4-2 0-16,-16-4-1 0,0 0 0 16,-7-11 1-16,-5-6 0 15,0-8 1-15,-6-9-1 16,1-6-1-16,-5-4-1 16,-8-4 2-16,-5-1-1 0,-6-2 0 15,-6 2 2-15,-6-3-2 16,-6-1 0-16,-3-1-1 15,-1-3 3-15,-3-4-1 16,1-3 1-16,1-6 0 16,2-4 8-16,2-3 1 15,5-5 3-15,-3-4-3 0,6-3 1 16,1-4-3-16,2-2 1 16,-1-3-3-16,3-3-2 15,0-1-2-15,0-5-2 16,0-4 0-16,0-1-3 15,0-4-1-15,2-2 3 0,-2 0 0 16,0 0-4-16,-1 0-8 16,0 0-20-16,-2 2 3 15,2 1 15-15,0-2 14 16,4-1 4-16,1 0 12 16,-2-3 4-16,9-5 0 0,-2-5-8 15,2 0-2-15,2-1-4 16,-2-3-2-16,3 0 0 15,-1 1 4-15,0-1-3 16,3-1 2-16,0 0-1 16,-1 0 2-16,1-1-1 15,2 0-3-15,-1-1-3 0,0 2-1 16,0 1 0-16,-2-1-1 16,0 0-8-16,2 4-3 15,-2 0-7-15,1 1 0 16,0 2-2-16,3 2-8 0,2-2 0 15,-4 1-12-15,4-6-19 16</inkml:trace>
  <inkml:trace contextRef="#ctx0" brushRef="#br0" timeOffset="140332.48">6858 4831 113 0,'-3'0'4'16,"1"0"2"-16,0-3 3 0,2-1 0 0,0 0-1 15,0-2 5-15,0-1-2 16,0 2 1-16,0-3-7 0,0 1-2 16,0 0 0-16,5-3-3 15,3 0-1-15,5 0 1 16,3-4 0-16,7 1-2 15,8-4 2-15,3 0-1 0,8-4 1 16,9 1 0-16,5-4 1 16,7-2-3-16,8 1-5 15,1-2-10-15,10-1 1 16,4-1-1-16,7-1 6 16,3 0 5-16,3-1 3 0,8 0 2 15,4-2 2-15,0 1-2 16,7 2 2-16,-2 3-1 15,4 1 0-15,1 6 1 16,-2 6 0-16,1 4-1 16,1 6 1-16,-3 4-1 15,1 0 0-15,-3 4 0 0,0 10 2 16,-1 5-2-16,-1 4 0 16,-1 3 0-16,-3 4 0 15,-1 3 0-15,-4 4 1 16,0 2-2-16,-6 7 1 15,-6 4 0-15,-6 6 0 0,-3 4 0 16,-5 3 1-16,-8 6 0 16,-4 5 1-16,-1 5 0 15,-8 3 2-15,-4 7-1 16,-3 5-1-16,-6 3-1 16,-4 3 1-16,-4 8 0 0,-4 0 3 15,-8 3 0-15,-5 7 1 16,-6 0-3-16,-5 4-2 15,-7 0-1-15,-2 2 0 16,-2 1 1-16,-12-2 0 16,-1-1 1-16,-7-1 6 0,-1-3 0 15,-4-2-2-15,1-1 2 16,-5-5 7-16,-6-4-9 16,0-2-4-16,-2-7 0 15,-2-4-1-15,-7-2 2 16,-3 0-1-16,-5-3-2 0,-4 1 0 15,-10 1-1-15,-7 1-8 16,-7-3-47-16,-9-10-40 16</inkml:trace>
  <inkml:trace contextRef="#ctx0" brushRef="#br0" timeOffset="141527.51">14490 4172 193 0,'-20'-8'6'0,"1"1"7"0,2-1-3 0,-1 3-4 0,-2-1-2 15,2 3-1-15,-5 0-1 0,2 2-1 16,-4 1 0-16,-1 0-1 15,-2 3-1-15,-1 6 0 16,-6 3-1-16,1 4-1 16,-5 0 2-16,-1 4-2 15,1 4 2-15,0 1 1 0,1 3 0 16,0 4 0-16,-1 2 0 16,2 6-1-16,0 2 1 15,-2 8 0-15,2 4-1 16,1 7-1-16,0 3 1 0,0 7-4 15,3 10 4-15,-4 3-2 16,4 5-2-16,-3 11-5 16,1 6-4-16,-3 6-5 15,1 6 4-15,2 3 4 16,-1 4 6-16,5 0 0 16,4-2 4-16,3-1 0 0,4-5 2 15,2 1-1-15,5-3 1 16,4-3 0-16,3-1 3 15,5 0 8-15,1-2 3 16,7-1-5-16,6 1-4 16,6-1-3-16,6 0 0 0,5 0 0 15,8-1 1-15,4-1-1 16,2 5-3-16,8 1 2 16,2 4-4-16,6 3-4 15,7 1-11-15,5-2-5 16,9 1 4-16,8-2 9 0,7-5 7 15,2-3 2-15,7-5 1 16,6-10 5-16,9-12 13 16,7-8 7-16,10-13 12 15,13-9 2-15,12-13-15 16,12-11-8-16,12-11-10 0,17-12-2 16,8-5-5-16,6-23-11 15,-3-19-72-15</inkml:trace>
  <inkml:trace contextRef="#ctx0" brushRef="#br0" timeOffset="143214.59">14325 4293 1 0,'26'-11'66'0,"-1"-3"-62"0,2-1 6 0,0 2 1 15,2 1-2-15,0-4 3 16,-1 3-2-16,5-1 1 15,2 0 2-15,3 0-1 16,0 0-5-16,5 0-2 16,3-1-2-16,2 1 0 0,0 1 2 15,4-1 0-15,0 1 3 16,3-1-3-16,3 5-1 16,2-2 1-16,5 1-2 15,-2 0 1-15,7 0-2 16,0 1 2-16,4 1 0 0,0-2 1 15,2 0-1-15,5 3-1 16,3-3 1-16,4 2-2 16,3-1 2-16,3 1-4 15,2 0 0-15,1 0 1 16,-2 1-1-16,1 0 0 0,3-2 1 16,-5 2-1-16,2 0 0 15,0 4 1-15,3-2 0 16,-5 2-1-16,0 1 1 15,1 2-1-15,0 0 1 16,1 0-1-16,-1 4 1 16,2 4-1-16,0 0 2 0,-2 5-2 15,-2 1 0-15,-2 2 1 16,-1 2-1-16,-3 2 0 16,-3 3 0-16,0 2 1 15,-3 4-1-15,-3 1 0 16,-4 4 0-16,-3 2 2 0,-1 3-1 15,-5 2-1-15,-1 5 0 16,-3 1 2-16,-3 3-2 16,-2 5 0-16,-7 4 0 15,-2 4 0-15,-5 5 1 16,-6 3-1-16,0 8 0 0,-4 4-1 16,0 1 7-16,-1 1-4 15,-1 2 0-15,-1 2-2 16,-3-4 1-16,-1 2-1 15,-7-2 0-15,-1 3-3 16,-4 1 5-16,-4-1-1 0,-1 3 2 16,-4-1 2-16,-1 4 1 15,-3 2-2-15,0 4 0 16,0 5-4-16,0 1 1 16,-5 0 0-16,-3-2-1 15,1 0 0-15,-4-7 2 16,2-2-2-16,-2-3 2 0,-3-1 2 15,1-3 2-15,-5 0-1 16,0 0-1-16,-6 0-1 16,-3-2 2-16,-4-3-5 15,-5 0 3-15,-4-1-1 16,-5 0-2-16,-2-5 0 0,-5 0 1 16,-4-2-1-16,0-1 0 15,0-7 0-15,1-3 0 16,-1-6 1-16,-2-3-1 15,0-5 0-15,-1-2-1 16,-7-3 2-16,-3-2-1 0,-8-1 0 16,-1-2-1-16,-7-2 0 15,-4-3 0-15,-3-1-1 16,-2-4 1-16,2-3 1 16,-2-3 0-16,1-3 1 15,1-3-1-15,-2 0 1 0,1-1 0 16,-1 0 0-16,-1-4-2 15,2 0 1-15,1-2 1 16,-3-2-2-16,2-2 1 16,2-2 1-16,0-1-2 15,0-3 2-15,0-1-1 0,-2 0 1 16,1 0-1-16,2-3 0 16,-3-4 1-16,5-2 0 15,-1-2 2-15,3-2 2 16,0-3-1-16,-1-1-2 0,0-4 0 15,1-3 0-15,-6-3-3 16,-1-8-14-16,-3-10-31 16,-7-13-141-16</inkml:trace>
  <inkml:trace contextRef="#ctx0" brushRef="#br0" timeOffset="144589.32">9479 4585 109 0,'-35'-5'-10'0,"3"-4"12"0,1 1 4 0,-2 1 1 15,2-2-1-15,-1 1-4 0,-5 1-1 16,2 1-2-16,-3-1 2 16,0 1-1-16,-3 2 0 15,-1 0 0-15,-2 1-1 16,-7 0-1-16,-1 0 1 16,-3 0-1-16,-4 0 4 0,-1-1-1 15,-5 0 1-15,-2 1 9 16,-1-3 10-16,-1 1 0 15,-2 0-1-15,-3 0-7 16,-1 2-4-16,0 0-3 16,-1 3-4-16,-4 0-1 0,-3 3-1 15,-1 5-1-15,0 4 2 16,1 2-1-16,-1 7 0 16,-6 3-2-16,3 3 4 15,-2 6-3-15,-3 4 0 16,-2 3 1-16,0 5-1 0,3 2 2 15,-3 7-2-15,0 4 1 16,0 6 0-16,5 3 0 16,2 5-1-16,1 4 1 15,6 2 0-15,6 5 0 16,5 4 0-16,5 3 1 0,9 4 0 16,7-1-1-16,5 1 0 15,7 3 0-15,5 0 0 16,4 1 0-16,6 3 0 15,4 4 0-15,4-1 0 16,4 0 0-16,2 1 0 0,7 0 0 16,0 1 0-16,0-2 0 15,9 7 0-15,7-3 1 16,4 3-1-16,6-1 1 16,6 1-1-16,6 0 1 15,5 0 0-15,6 2 0 16,9 0 1-16,7-4-1 0,8-2-1 15,10-4 0-15,15-12 0 16,11-7-1-16,15-19-20 16,10-22-78-16</inkml:trace>
  <inkml:trace contextRef="#ctx0" brushRef="#br0" timeOffset="146374.45">6028 10808 119 0,'-10'0'-17'0,"2"0"18"0,-1 0 2 0,5-3 4 15,0-1 0-15,0-1 6 0,3-2-5 16,-2 3-2-16,1-1-2 16,0 1-1-16,0 3 0 15,2 0-2-15,-4 1-1 16,1 0 2-16,-1 7-7 16,0 6 0-16,-1 3 5 0,0 7-1 15,-1 6 2-15,3 9 0 16,-1 6 1-16,2 10 0 15,-3 8 0-15,3 11 0 16,0 5-1-16,0 7 0 16,-3 2-2-16,2 3 2 0,1 1 1 15,-2-6 0-15,2-2-2 16,-3 0 2-16,3 5-1 16,0 3 2-16,0 7-3 15,0 10 1-15,2 8-1 16,0 5 1-16,0 4-1 0,0 4 0 15,6 2 3-15,1-2 3 16,0-1-1-16,2-7-2 16,-1-3 10-16,1-9 0 15,0-6-4-15,-1-7-7 16,0-3-1-16,-2-5-1 16,1-5 1-16,-2-7-1 15,-2-2 0-15,1-6 0 0,-2-5 0 16,0-1 2-16,-2-2-2 15,0-5 0-15,0-1 0 16,0-4 0-16,0-1 0 16,0-5-3-16,-4-5 1 0,-2-3 0 15,0-8 2-15,2-4 0 16,-1-5 1-16,1-4-1 16,0-3 1-16,1-1-1 15,2-1 0-15,1 1 0 16,0-2-1-16,0-2 2 0,2 4-3 15,4-1-4-15,0 1-3 16,3 4-1-16,1-1 0 16,-1 10 6-16,2 2-1 15,2 5-5-15,2 4-28 16,-1 1 21-16,-3-2-39 0</inkml:trace>
  <inkml:trace contextRef="#ctx0" brushRef="#br0" timeOffset="148252.37">6464 10711 12 0,'7'0'21'0,"4"0"-19"0,0 0 7 0,4 0 1 15,2 0-2-15,3 0-4 16,2 2 1-16,2-1 2 16,3 0 4-16,2 1-4 15,0-1-1-15,3 2-1 16,1 0-3-16,3 1 2 15,1-1 0-15,5 1 1 0,4-2-1 16,4-1 0-16,4-1 2 16,2 0 2-16,7 0 2 15,3 0 1-15,0-3-2 16,6-2-1-16,-1 0 5 16,8 0 2-16,0-2-8 0,2 1-2 15,2 0-3-15,2-1-1 16,2 0 0-16,1 3-1 15,1 1 1-15,-2 1-1 16,1 2 0-16,3 0 0 16,1 0 0-16,-3 0 0 0,5 0 0 15,0 0 0-15,-2 0 1 16,-1 1-1-16,-1 1 0 16,1 3 0-16,-1 2 0 15,-2-2 0-15,4 1 1 16,2 1-1-16,1-1 0 0,0-2 0 15,2 1 0-15,3-1 0 16,-2-1 0-16,0-1-1 16,0 1 1-16,2 1 0 15,-4 0 0-15,0-2 0 16,0-1 0-16,0 1 1 0,-1-2-1 16,1 0 0-16,2 0 0 15,-1 0 2-15,0-5-2 16,0 0 0-16,4-1 1 15,-2 1 1-15,2 1 0 16,3 2-2-16,-2-1 1 16,2 0-1-16,-3 0 0 0,6-1 0 15,-2 1 0-15,3-1 0 16,1 1 0-16,2 0 0 16,-1 1 0-16,2 0 0 15,0-1 0-15,-1 0 0 0,1 2 0 16,1-2-1-16,0 0 2 15,-3 0-1-15,1-1 1 16,0-1 11-16,0-1 0 16,2 3 1-16,2-2-3 15,5 0-2-15,3-2-4 16,4 0-3-16,5 0 0 0,7 0 1 16,-1-2-1-16,5 4-2 15,3-1 1-15,-1 0 0 16,5 0-2-16,-3 2 1 15,5-1 0-15,0 2 1 16,1 0 0-16,3 1-3 0,-2 2-5 16,2-1 7-16,-3 0-1 15,-2 1 0-15,-1-2 2 16,-7 2-1-16,2 0 2 16,-3-3-1-16,-3 1 0 0,-1-1 0 15,-5 0 0-15,-9 0 0 16,-4 3-1-16,-8 0 1 15,-12 0 0-15,-6 0 1 16,-8 0 3-16,-7 3 4 16,-3 4-3-16,-4-3-1 0,-7 3-3 15,0 2 0-15,-3-1-1 16,-4 4 0-16,-4-4 0 16,-5 5-3-16,-2 0-1 15,-7 1 4-15,-4 0 0 16,-2 3 1-16,-3 3-1 15,-5 0-1-15,-3 3 1 0,-2 1-2 16,-4 4 0-16,-3 2-2 16,-2 3 4-16,-2 4 0 15,-5 2-1-15,-2 4-4 16,0 4-4-16,-3 1-1 16,0 1 3-16,0 2 5 0,-3 1 4 15,2 2 3-15,1 3 2 16,0 0 2-16,0 4-2 15,4 1 0-15,1 5-2 16,-1 1 1-16,2 3-4 16,-2 2 0-16,-2 2-2 0,2 3 0 15,0 3 1-15,-2-1-1 16,1 6 0-16,-1 2 1 16,2 0-2-16,-2 0 1 15,0 1 0-15,1-3 0 16,0-1 0-16,-2-4 0 15,2 0-1-15,-3 0 1 0,0 0 1 16,0-3-1-16,4 0 0 16,-1 2 1-16,3-2 0 15,0-1-1-15,2 1 1 16,-3-2-1-16,-1 4 1 0,-1-1-2 16,-2-2 2-16,-1 0-2 15,0-2 0-15,0-6 2 16,0-1-1-16,0-5 0 15,-1-6 2-15,1-3 8 16,-1-4 0-16,0-4-2 16,-1-5-1-16,-1-3-1 0,0-3-4 15,-6-2-1-15,-3-3-4 16,-8-9-24-16,-11-4-83 16</inkml:trace>
  <inkml:trace contextRef="#ctx0" brushRef="#br0" timeOffset="150138.18">6299 14743 72 0,'-12'0'62'0,"2"0"-64"0,1 0 6 0,1 0 7 15,-1 0-7-15,3 0-2 16,-3 0 0-16,2-1 6 16,-2-2 12-16,5 3-3 0,-1-1-2 15,2-1 1-15,3 2-6 16,0 0-7-16,0 0-6 16,0 0-1-16,6 6 4 15,4 0 0-15,2 4 0 16,1 1 0-16,6 1 1 0,-2 0-1 15,3-1 0-15,5-1 0 16,2 2 0-16,1-4-1 16,9-1 1-16,-1 2 0 15,10-2 0-15,1 0 0 0,5-1 0 16,1 1 1-16,3 2-1 16,2-4 1-16,1-1-1 15,3-1 0-15,0 0-3 16,3-3 2-16,2 0-2 15,-2-4 3-15,2-5-1 16,3 2-1-16,-3-3 1 0,1 2 2 16,2 0-1-16,0 1 2 15,1 3-2-15,0 1 0 16,1 3 0-16,0 0 0 16,1 3 0-16,1 4 0 15,-1 0 0-15,4 1 1 0,-2 0-1 16,4-1 0-16,1-2-5 15,-1-3 9-15,3 1-4 16,3-2 0-16,-2 1 3 16,2-1-1-16,-3-1 0 15,3 3-1-15,-1 1-1 0,1 1 0 16,-1 2 0-16,-1 1 1 16,2 6-1-16,2-2 0 15,-4 3-1-15,2 2 1 16,2-4-3-16,2 1-6 15,-3-5 7-15,2-2 1 0,1 0 1 16,1-5 1-16,0-1 0 16,1-1-1-16,-2 0 0 15,3 0 1-15,0-3 0 16,2-7 0-16,2-1 1 16,6-1-1-16,0-2 1 0,4 0-2 15,5 1 1-15,1 2-1 16,3 2 0-16,1-1-3 15,1 4 0-15,-4 1 2 16,2 5 0-16,-3 0-1 16,-1 0-1-16,-1 4-13 0,2 2-17 15,-1 1 2-15,5-1 22 16,-1-3 8-16,6-3 1 16,4 0 1-16,2-2 3 15,4-5 5-15,-3 0 2 16,3 0 3-16,-2 0-3 15,-4 3-3-15,0 1-2 0,-4 1-1 16,1 1-3-16,-1-2 3 16,-2 0-2-16,5 2-1 15,2-5 1-15,3 2 0 16,-1-3 5-16,3 0 4 16,-3 2 3-16,4 1 1 0,-5 1-4 15,-1 3 0-15,-2 0-3 16,-1 6-8-16,-7 4-1 15,-2 4-6-15,-4 2-7 16,-1-1 8-16,-3 2 2 16,1-3 0-16,1-1 3 0,0-1-2 15,2-4 4-15,-1 2-2 16,3-3 3-16,-2-1 5 16,-1 0 4-16,1 1-3 15,-1-1 2-15,-1 0 2 0,3-1 2 16,-3-4 3-16,0 1 4 15,3-2-7-15,0 0-8 16,-1 0-3-16,2-2 0 16,-1-1-2-16,-1 2-1 15,-5 1 1-15,0 0-4 16,-6 0-8-16,-6 0-27 16,-14 0-23-16,-14-4-138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07T06:37:20.9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13915 6709 136 0,'0'0'4'0,"0"0"5"0,0 0-1 0,0 0-7 0,-37 7 1 16,20 3-2-16,1 2 1 15,-3 1 4-15,4 3-4 16,-6 1 3-16,3 6-2 16,-5 1-2-16,2 3 1 15,-4 4 0-15,-2 1-2 0,1 4 0 16,1 3 1-16,1 3 1 15,1 5-1-15,0 4 2 16,6 3-1-16,-1 3 0 16,0 3 0-16,3 1 0 15,4 1-1-15,1-2 2 0,2 2-2 16,5-2 1-16,1 0 1 16,2-1 1-16,0 4 0 15,0 2-1-15,2 5 3 16,3 2-4-16,1 5 1 15,4 1 0-15,-1 2 1 0,3 1 0 16,5 0-1-16,1 1 0 16,3-1-1-16,2-4 1 15,1-2-1-15,3-3-1 16,-2-1 0-16,2-2-1 16,-1 0 1-16,-3 2 0 0,-8 4 0 15,-5 5 0-15,-6 6 1 16,-4 3 0-16,-11 6 0 15,-11 5 1-15,-6 7-2 16,-7 2 0-16,-8 6 1 16,-3 4 0-16,-4 3 0 0,-1 1 0 15,-2-3 1-15,7-3 2 16,4-7 0-16,5-1 0 16,10-8 0-16,10-6-2 15,9-4 1-15,8-2-2 16,6-5 0-16,14-4 0 0,9-2 0 15,7-1 0-15,6 2 0 16,2-2 0-16,6 1 0 16,2 3 0-16,0 5 0 15,-2 5-1-15,0 7-1 0,-3 10 1 16,-9 13 0-16,-11 15 0 16,-10 12 0-16,-12 15 0 15,-5 14 1-15,-14 10-1 16,-13 12 0-16,-6 8 6 15,-2 5 6-15,-1 1 2 16,5 0 2-16,6-3 2 0,11-9-3 16,12-9 0-16,2-10-8 15,21-9-4-15,11-15-1 16,16-12-1-16,7-11-1 16,13-14 1-16,14-16 2 15,9-20-2-15,11-26-26 16,0-37-83-16</inkml:trace>
  <inkml:trace contextRef="#ctx0" brushRef="#br0" timeOffset="868.47">11269 9679 172 0,'0'0'-24'0,"0"0"30"0,0-1 6 16,0 1-2-16,0 0-12 0,0 0-4 16,0 0 1-16,0 8 4 15,0 3 0-15,4 3-1 16,1 5-3-16,2 2-1 15,2 3 2-15,-2 4 6 16,3 2 0-16,0 2-1 16,-1-3 1-16,-1 1-1 0,-2-3 2 15,2-2-1-15,-6-1 0 16,2-2 0-16,-1 0 2 16,-1-4 1-16,-2-1-2 15,0-4-34-15,0-9-86 16</inkml:trace>
  <inkml:trace contextRef="#ctx0" brushRef="#br0" timeOffset="1124.49">11182 9778 192 0,'0'0'-22'0,"0"0"41"16,0 0-5-16,0 0 5 0,-13-38-18 16,13 29-3-16,9-2 3 15,2-2 0-15,4-4 2 16,4 1 0-16,0-1-1 16,4 0-1-16,-2 2 3 15,0 2-6-15,-3 2-37 16,-7 3-56-16</inkml:trace>
  <inkml:trace contextRef="#ctx0" brushRef="#br0" timeOffset="1317.36">11301 9880 82 0,'0'0'162'0,"0"0"-155"15,0 0-13-15,0 0 3 16,0 0 4-16,0 0 1 0,43-7 1 16,-24-3-3-16,-1 0-34 15,-2-4-68-15</inkml:trace>
  <inkml:trace contextRef="#ctx0" brushRef="#br0" timeOffset="1659.89">11492 9836 177 0,'0'0'24'15,"0"0"-41"-15,0 0 15 0,0 0 0 16,0 0 6-16,44-7-1 16,-33-6 1-16,3-2 0 15,-1-4-1-15,-1-1-2 16,-2 2 1-16,-3-2-1 15,-1 3 1-15,-4 4-1 16,-2 3 0-16,0 5 2 0,0 0 14 16,0 5 0-16,-7 0-12 15,1 5-3-15,0 9-3 16,-2 1 1-16,2 5 0 16,2 0 0-16,3-1-1 15,1-1 0-15,0-1-1 0,5-4 0 16,7-2 0-16,7-4-4 15,0-4-13-15,4-3-32 16,2 0-31-16</inkml:trace>
  <inkml:trace contextRef="#ctx0" brushRef="#br0" timeOffset="2014.64">11825 9680 84 0,'0'0'15'0,"0"0"24"16,0 0-5-16,0 0-8 15,-41-30-21-15,27 30 0 0,0 7 6 16,0 5-6-16,6 1-5 16,-1 4 0-16,5-2-2 15,4 1-3-15,0-2 1 16,0-3 0-16,9-3 0 16,0-3 4-16,5-5-2 15,-1 0 1-15,3-3 13 0,-1-8-7 16,-1-3 0-16,-1-5-2 15,-3 3-1-15,0-2 1 16,-5 5 0-16,1-1 1 16,-2 6-2-16,-2 1 1 15,1 1 0-15,2 4-3 0,1 1-5 16,-1 1-1-16,4 0 1 16,2 0 2-16,2 0 3 15,-2 1 1-15,3 1 2 16,-1-1-4-16,0-1-45 15,-3 0-42-15</inkml:trace>
  <inkml:trace contextRef="#ctx0" brushRef="#br0" timeOffset="2285.4">11988 9267 41 0,'0'0'122'0,"0"0"-101"0,0 0 4 16,0 0-32-16,0 0-5 0,0 0 7 15,1 37 3-15,10-13 3 16,-2 1-3-16,-1 4 3 16,3-1 1-16,1 0 0 15,-3 0 0-15,-1-4 2 16,0-1 2-16,-3-4 0 0,-3 0-3 15,-2-5-19-15,0-4-44 16,-2-6-55-16</inkml:trace>
  <inkml:trace contextRef="#ctx0" brushRef="#br0" timeOffset="2498.26">11958 9540 195 0,'0'0'9'0,"0"0"4"16,0 0-11-16,0 0 0 15,0 0 0-15,28-35-1 16,-13 22 0-16,2 2 1 16,3 0-4-16,-1-1-27 15,0 1-25-15,-3 1 6 0,-1-1-12 16</inkml:trace>
  <inkml:trace contextRef="#ctx0" brushRef="#br0" timeOffset="3200.01">8069 9397 11 0</inkml:trace>
  <inkml:trace contextRef="#ctx0" brushRef="#br0" timeOffset="4333.74">12182 9393 165 0,'-3'-1'7'0,"-2"-1"23"0,5 2-13 0,0 0-20 0,0 9-7 15,0 5 4-15,3 5 5 16,2 3 3-16,5 0-1 15,-1 0-1-15,1 0 0 16,1-4 0-16,3-5 0 16,1-3 0-16,-3-3 1 15,1-3 1-15,-1-2 1 0,-1-2-1 16,-3 0 2-16,1-3 1 16,1-7 2-16,-3-6 1 15,0-1-2-15,-1-6-3 16,1-4 2-16,-2 2-3 15,2 0 1-15,-3 0-1 0,-2 5-1 16,-2 3 0-16,0 4 0 16,0 4-1-16,0 4 1 15,0 2-1-15,-4 3 3 16,2 0-3-16,-3 4-3 0,3 7 0 16,1 3 1-1,1 1 0-15,0 2-1 0,0-1-2 16,8 1 2-16,0-3 0 15,3 0 1-15,1-2 0 16,1-4 0-16,0-1 2 16,1-4 2-16,-3-3-1 15,1 0 0-15,-3 0 1 0,1-7 2 16,-2-3 3-16,0-4 0 16,-4-3-1-16,-1-2-1 15,-1-5-2-15,0-1-1 16,-2-2 2-16,0 3-2 0,0-2 0 15,0 6-2-15,2 0 0 16,1 5 1-16,4 2-1 16,0 3 0-16,3 3-1 15,1 0 0-15,3 4-1 16,1 3-1-16,1 0-2 0,-3 5 1 16,3 6 1-16,-2 0-2 15,3 2 2-15,-1-2 1 16,0 2 0-16,-1-5 1 15,1-2 0-15,-1-2 2 16,0-4-1-16,-1 0 3 0,2-4-1 16,-2-9 5-16,1-4-2 15,-3-1 0-15,-1-5 1 16,-4-1-2-16,-5-2 0 16,-2 1 0-16,0 3-1 15,-2 4-2-15,-5 2-1 0,-5 7-1 16,4 5 1-16,-1 4 1 15,-1 2-1-15,4 12-2 16,0 5-1-16,4 4 0 16,1 2 1-16,1 6 1 15,0 3 1-15,1 2-16 0,3 4-44 16,-2 1-104-16</inkml:trace>
  <inkml:trace contextRef="#ctx0" brushRef="#br0" timeOffset="4776.33">12046 10444 231 0,'0'0'4'0,"0"0"-3"0,0 0-21 0,0 0 16 15,0 0 0-15,0 0 13 16,0 0-1-16,0 0-2 16,0 0-3-16,8-48-1 15,-11 31-1-15,-7 1 0 16,-1 3 0-16,1 2 0 15,-1 7 3-15,0 2 7 0,0 2-2 16,4 7-9-16,1 11 0 16,3 4-5-16,3 5 2 15,0 0 0-15,0 2-1 16,9-4-1-16,5-2 1 16,1-6 2-16,5-3-2 0,2-3 2 15,5-8 5-15,0-3 3 16,0 0-2-16,0-5-25 15,-5-9-49-15,-4-2-6 16</inkml:trace>
  <inkml:trace contextRef="#ctx0" brushRef="#br0" timeOffset="5132.64">12215 10335 116 0,'0'0'68'15,"0"0"-12"-15,0 0-41 16,0 0-26-16,0 0 7 0,0 0 3 15,36-7 2-15,-14 10-1 16,0 2 1-16,2-2 2 16,-1 1 2-16,0-1 0 15,-4-3-1-15,-3 0-4 16,-4 0-8-16,-4 0-16 0,-6 0 12 16,-2-10 14-16,0-1 1 15,-10-6-3-15,-3 1-7 16,-2-5-14-16,0 0-8 15,-3 2 5-15,3 5 27 16,1 2 22-16,3 8 14 16,-1 4-7-16,3 7-26 0,3 13 0 15,-2 3-8-15,3 7-2 16,2 1 5-16,3 0-1 16,0-1 0-16,0-3 0 15,8-1 0-15,4-5-1 0,-3-4-28 16,0-9-62-16</inkml:trace>
  <inkml:trace contextRef="#ctx0" brushRef="#br0" timeOffset="5344.33">12387 10031 157 0,'0'0'8'0,"0"0"1"15,0 0 8-15,11-38-10 16,-5 38-19-16,4 5 3 0,4 9 11 16,1 6 7-16,3 4-6 15,-1 6 2-15,0 1 1 16,-4 1-3-16,-2-2-36 16,-6-4-62-16</inkml:trace>
  <inkml:trace contextRef="#ctx0" brushRef="#br0" timeOffset="5643.85">12467 10137 210 0,'0'0'0'0,"0"0"21"16,11-48-13-16,6 34 1 16,5 1-9-16,0 6-1 15,7-1-1-15,2 3 2 16,-4 5 0-16,-2 0 0 15,-3 0 0-15,-7 0 0 0,-4 0-1 16,-3 2-2-16,-4 0 3 16,-4-2 0-16,0 0 13 15,0 0 21-15,-2-8-18 16,-8-5-8-16,2-5 0 16,3-4-4-16,1-3-2 15,0-2-1-15,4-3-2 0,0 3-8 16,8 4-22-16,3 2-28 15,3 5-44-15</inkml:trace>
  <inkml:trace contextRef="#ctx0" brushRef="#br0" timeOffset="5964.71">12861 9812 171 0,'0'0'7'0,"0"0"16"16,0 0 3-16,0 0-16 15,-36 11-7-15,22 2-3 0,-1 4 0 16,2 2 1-16,2-1-3 16,4-1 6-16,2-1-4 15,5-5 0-15,0-1-1 16,1-4 1-16,9-3 1 0,1-3 0 16,1 0 2-16,1-3-2 15,-2-8 0-15,3-4 2 16,-4-1-2-16,0 1 2 15,1 1-2-15,-3 2 1 16,1 3 0-16,-1 4-4 16,-2 2 1-16,3 3-1 0,5 0 1 15,-1 0 2-15,5 1-2 16,-2 1-23-16,4-2-70 16</inkml:trace>
  <inkml:trace contextRef="#ctx0" brushRef="#br0" timeOffset="6405.67">13109 9684 112 0,'0'0'10'0,"0"0"51"16,0 0-36-16,0 0-23 0,0 0-4 16,0 0-1-16,0 0 2 15,0 0 2-15,-25 40 3 16,27-24-5-16,5-3 2 15,3-1 1-15,1-3-2 16,1-2 0-16,2-4-1 0,-1-3 5 16,4 0 3-16,0-9-2 15,1-5 0-15,-3-4-1 16,1-6 1-16,-5-2 0 16,1-7-1-16,-6-1-1 15,-1-5 0-15,1-4-1 0,-1-1-1 16,-3 2-2-16,-2 5 1 15,0 5 0-15,0 9 1 16,0 9 2-16,0 7 6 16,0 7-4-16,0 0-8 15,0 13-2-15,0 5-7 0,0 6 11 16,7 4-1-16,-1 1-1 16,3-1 3-16,3-1 0 15,-1-1 2-15,-2-3-1 16,-1-2 2-16,-1 0-1 15,-2-2-9-15,-1-4-45 16,-4-5-40-16</inkml:trace>
  <inkml:trace contextRef="#ctx0" brushRef="#br0" timeOffset="6540.08">13351 9571 91 0,'0'0'18'0,"4"-39"34"0,5 21-7 0,5-2-14 0,2 0-14 16,7 0-12-16,2 0 0 15,4 1-4-15,0 3 1 16,0 0-1-16,-3 0-103 16</inkml:trace>
  <inkml:trace contextRef="#ctx0" brushRef="#br0" timeOffset="9605.94">9580 7058 135 0,'6'-11'1'0,"4"-1"2"0,3 3 2 16,5-1-2-16,1 1-2 0,2 3-1 15,-1 1 0-15,2-1 0 16,1 5 1-16,-1-2-1 15,1 3-1-15,-1 0 1 16,2 3-2-16,-1 5 1 16,0 4 0-16,0 5-2 0,0 2 2 15,0 4 0-15,3 6 1 16,-4 3 0-16,0 2 0 16,1 6 0-16,0 0 0 15,-6 1 1-15,2 3-2 16,-4 3 0-16,0 2-1 15,-2 4 2-15,0 5-4 0,-2 2 4 16,1 6 4-16,-2 4-3 16,1 6 0-16,-5 3 0 15,1 5 0-15,-2 6 0 16,-3 4 0-16,-2 6-1 0,0 2 2 16,0 6-2-16,1 3 1 15,0 3-1-15,2 5 0 16,1 2 1-16,-4 5-2 15,2 2 2-15,-2 4-2 16,2 7 1-16,-2 2 0 16,2 8 3-16,0 6 2 0,5 1 2 15,1 6-2-15,3 0-2 16,9-3 3-16,2-6-3 16,9-13 0-16,6-10 0 15,5-12 0-15,4-14 1 16,4-13 1-16,1-12 1 0,0-8-1 15,0-6 0-15,-1-6 0 16,-8-3 0-16,-6-3-3 16,-9 0-3-16,-13-1-12 15,-10 5-5-15,-4 7-7 16,-21 4 13-16,-9 10 10 0,-8 7 3 16,-6 13 0-16,-2 6-1 15,-3 7 3-15,5 6 0 16,0 9 2-16,5 4-5 15,7 4 0-15,3 2 1 16,9 2-1-16,2 1-1 0,5-1 1 16,6 0 0-16,5-2 0 15,2 2 0-15,1-2-2 16,11-1 2-16,2-3-1 16,2-1 1-16,1-7 1 15,-3-5 1-15,-1-4 0 16,-6-6 5-16,-5-9-3 0,-2-7 6 15,-3-5 0-15,-12-8-3 16,-9-6 3-16,-6-12 1 16,-8-2 0-16,-7-10 2 15,-8-5 1-15,-9-6-3 0,-11-3-6 16,-6 0-1-16,-13-6-2 16,-9-3-18-16,-14-9-77 15</inkml:trace>
  <inkml:trace contextRef="#ctx0" brushRef="#br0" timeOffset="10901.27">898 13577 132 0,'0'2'-8'0,"0"-1"9"0,0 4-2 15,0 4-1-15,0 1 2 16,0 5-6-16,0 3 2 0,0 3 1 16,0 1 4-16,3 3-2 15,6 2 3-15,0 0-3 16,0-1 1-16,3-1 1 16,-2-2 0-16,1-5-1 15,-3-4 1-15,0-4-1 0,-4-2 1 16,-1-4-1-16,-1-1 1 15,-2-3 1-15,0 0 10 16,0-4 46-16,-5-9-52 16,-3-6 1-16,-2-5-5 15,-1-4 0-15,-1-6-1 0,-2-5 0 16,1-2-4-16,1-4-1 16,-1-1 1-16,6 2-1 15,1 2 2-15,2 2-2 16,4 6 4-16,0 5 2 15,10 5-3-15,3 4 0 0,1 3-1 16,3 7 0-16,2 3-4 16,0 6-7-16,4 1-3 15,2 3 5-15,0 11 4 16,3 4 7-16,-4 2 0 16,1 7 1-16,-2-3 1 15,-3 5-1-15,-5-2 1 0,1 2 0 16,-5 1 2-16,-4 0 2 15,-3-1-3-15,-4-4-42 16</inkml:trace>
  <inkml:trace contextRef="#ctx0" brushRef="#br0" timeOffset="11063.84">1049 13596 142 0,'0'0'-1'0,"1"-39"2"0,13 15 1 0,2-1-1 0,2-4-7 15,-3-2-45-15</inkml:trace>
  <inkml:trace contextRef="#ctx0" brushRef="#br0" timeOffset="11599.46">1198 13286 133 0,'0'0'-3'0,"0"0"-6"16,21 41 4-16,-12-21 4 16,3 3 1-16,0-2 0 15,-1 3 0-15,-2-4 0 16,-2-3 1-16,-3-1-1 15,-4-5 1-15,0 1 3 0,0-1 0 16,-8-4 0-16,-4-4-1 16,1-3-12-16,-3 0-5 15,-1-10 4-15,1-7 6 16,1-3 1-16,0-3 3 0,1-1 2 16,1-3 0-16,5 2-1 15,-1 0 1-15,6 6-2 16,1 2 2-16,0 5-4 15,12 6 2-15,1 4-3 16,6 2-1-16,0 1-1 0,6 10-1 16,0 1 7-16,0 2-1 15,1 0 1-15,-2 0-1 16,-3-4 1-16,-3-3-1 16,-3-2 1-16,-3-4 2 15,-4-1 6-15,-1 0 4 16,-3-1 0-16,-4-8 11 0,0-4 7 15,0-3-11-15,-8-3-13 16,-1-7 1-16,-3-3-5 16,-1-3-1-16,2-2-1 15,2 0 2-15,2 3-3 16,1 2 0-16,6 5-12 0,0 4-31 16,0 4-36-16</inkml:trace>
  <inkml:trace contextRef="#ctx0" brushRef="#br0" timeOffset="12181.6">1455 12979 204 0,'0'0'-12'0,"0"0"11"0,0 0-18 0,0 0 12 0,0 0 1 0,0 0-2 15,25 50 5-15,-16-29-1 16,2-1 1-16,0 6 3 16,-2-2 0-16,0 1-1 15,-4-2 0-15,-1-1 0 0,0-3 2 16,-4-2 0-16,2-2 3 16,-2-2 0-16,0-2 1 15,0-3 2-15,-4-2-4 16,-2-3-6-16,-1-3 2 15,-3 0-3-15,2-12 1 0,-3-5-3 16,1-6-13-16,-1-3 5 16,5-5 8-16,-2-2 2 15,5 1 4-15,0 4 0 16,3 3 1-16,0 5 4 16,3 4-2-16,4 6-1 0,2 4-2 15,3 3-4-15,2 3 2 16,1 0-2-16,4 9 1 15,1 4 2-15,2 1 1 16,3 3 0-16,0-4 1 16,1 0-1-16,-3-5 1 15,-4-2-1-15,-2-5 1 0,-6-1 6 16,-3 0 6-16,-1-2 3 16,-4-8 12-16,-3-4 16 15,0-4-24-15,-5-4-11 16,-4-4-4-16,-2-2-1 0,-3-1-2 15,1-1 0-15,2 2 0 16,-1 1-3-16,0 6-18 16,3 5-42-16,-5 12-10 15</inkml:trace>
  <inkml:trace contextRef="#ctx0" brushRef="#br0" timeOffset="12602.22">1129 14000 145 0,'0'0'-10'0,"0"0"8"0,34-45 1 0,-14 19 2 0,6-5-1 16,5-4-3-16,6-4 3 15,1-3 0-15,4-4 5 16,5-1-1-16,-3-5 1 15,4-1 1-15,-2 1 5 16,-1 2 0-16,0 2-7 0,-5 5 0 16,1 9 0-16,-6 7-3 15,-6 6 2-15,-4 8-1 16,-8 6-7-16,-3 4-28 16,-9 3-6-16,-5 3-38 15</inkml:trace>
  <inkml:trace contextRef="#ctx0" brushRef="#br0" timeOffset="12957.99">1167 14091 46 0,'0'0'53'0,"0"0"-53"16,42-35 1-16,-19 12 1 16,6-7-1-16,4-1 2 0,3-5 0 15,5-5 2-15,3-3 5 16,1-1 4-16,-1-2 0 15,1 1 2-15,0-2-4 16,-1 2-4-16,-1 0 7 16,0 5-8-16,2 2-4 15,-3 4-1-15,-2 4 2 0,-9 5-12 16,-8 0-95-16</inkml:trace>
  <inkml:trace contextRef="#ctx0" brushRef="#br0" timeOffset="20240.5">13728 6859 81 0,'0'0'-3'0,"0"0"6"0,0 0 7 16,0 0-9-16,0 0 1 0,0 0-2 15,-36-1-2-15,25 1 5 16,0 1 1-16,0 4 0 16,-3 2 0-16,-2 1-3 15,-1 4 0-15,1 3-1 0,-2-1 1 16,0 2-1-16,3 4 0 15,-1-2 0-15,3 2 0 16,0 2 1-16,-1 2 0 16,-1 1 0-16,-1 5 3 15,2 1 0-15,-4 2 0 0,-4 5 0 16,4 1-1-16,-4 0-1 16,6 1 0-16,-2-1-1 15,5 0 1-15,1 1 0 16,4 1-1-16,5-1-1 15,2 0 0-15,1-3 0 16,0 3 2-16,6-2-4 0,3-4 2 16,0 1 3-16,2 1-1 15,-2-2 0-15,3 4 2 16,0 1-2-16,-1 1 1 16,3 2-1-16,1 2-1 15,1-1-1-15,-2 5 2 0,0 0 0 16,-1 1-1-16,0 2 1 15,-2 0-2-15,0 2 2 16,-2 1-2-16,2 1 0 16,-2 0 1-16,-2 1-2 15,4 2 1-15,-2 0 0 16,0 0 2-16,3 0 1 0,1 1 4 16,2 2-2-16,-1 1 0 15,3 0-1-15,-1 3-2 16,2 3 0-16,-2 0 8 15,0 3-4-15,-3 0-5 0,-1 2 1 16,-2-1 1-16,-5 2-1 16,-4 0-2-16,-1-2 1 15,-1 2 0-15,-8 1 0 16,-7 0 0-16,-1 1 0 16,-4-1 1-16,-4-3 2 0,0-2-2 15,-1-2 4-15,-3-4 2 16,2-3-1-16,-2-1 0 15,-2-6-3-15,0-4-2 16,-1-6-1-16,3-5 2 16,-2-8-1-16,2-8 0 0,4-4 0 15,4-8 0-15,5-4 0 16,5-5 2-16,3-2-2 16,2 0 0-16,3 0 3 15,3-6 1-15,0 0 6 16,0 1-8-16,2-1-3 15,7 1 1-15,3 3-2 0,3 0-1 16,2 2 0-16,4 0 0 16,4 5-2-16,1 7 2 15,0 3 0-15,1 6-2 16,-3 3 2-16,-4 6-2 0,0 4 1 16,-5 3 0-16,1 6 1 15,-3 2 1-15,-1 3-1 16,-3 6 1-16,-2 5-1 15,-1 3 1-15,-3 4 0 16,-1 4 0-16,-2 4 0 0,0 4 0 16,0-1-3-16,-6 4 4 15,2 2 1-15,0 1-2 16,-2 3 1-16,2-3 0 16,1 7 0-16,1 4 0 15,2-1-1-15,-2 2 0 0,2 2 0 16,0 3 1-16,0 1 0 15,0 1-2-15,4 5 2 16,1 1-1-16,1 0 0 16,-1 2 1-16,-1 1-1 15,3-1 1-15,-1-6-2 16,1 1 0-16,0-6 2 0,4-3-1 16,0-4 4-16,2 0 3 15,3-4-4-15,5-3 0 16,3-3 2-16,9-3-4 15,1-3 1-15,6-2 0 16,0-7-1-16,5-4 1 0,2-5-1 16,2-7 0-16,2-4 0 15,1-7-2-15,2-5 0 16,0-6-2-16,1-6-3 16,3-7-8-16,0-9-17 15,-2-8-36-15,-4-5-68 0</inkml:trace>
  <inkml:trace contextRef="#ctx0" brushRef="#br0" timeOffset="23912.7">13659 6951 46 0,'0'0'2'0,"0"0"1"0,0 0-2 15,-39 26 0-15,28-14-1 16,-4 2 1-16,1 0-1 16,1 3 0-16,0 1 2 15,4 1-2-15,0 1 0 0,2 2 0 16,2 3 0-16,1 0 1 16,-1 4 1-16,1 3-1 15,0-2 0-15,-5 6 1 16,2-1-1-16,0 5 1 15,-3 1-2-15,0-1 1 0,1 4 1 16,0 2 0-16,3 0-1 16,-3 1 0-16,2 0 1 15,1 1 2-15,1 2 2 16,-1 1 3-16,3 2-3 16,0 2 1-16,3 1-1 15,0 0-3-15,0 3 1 0,0 2-1 16,2 1 0-16,8 3-2 15,1-1 0-15,-1 4 0 16,4 0-1-16,0 1 1 16,4-2-1-16,-3 1 0 15,1 0 0-15,0 0 0 0,2 3 0 16,0-3 2-16,-1 3-2 16,1-1 1-16,0 5-1 15,-2-1 8-15,-5 4-3 16,-1-4-3-16,0 1-1 15,-7-2-1-15,-3-4 1 0,0 1-1 16,-7-5 1-16,-12 1-1 16,-3-2 2-16,-5-1 0 15,-4 0 0-15,-1-3 3 16,-3-1 1-16,0-3 0 16,-1-2-3-16,0-3-1 15,-1-3 1-15,2-5-2 0,2-5 1 16,8-3-2-16,5-8 1 15,6-4 0-15,5-6-2 16,6-3-1-16,3-4-2 16,1-1 0-16,10-2 0 0,5-3-1 15,5 3 5-15,1-2 7 16,7 0-4-16,2 4-2 16,2-1 0-16,-1 5 0 15,2 0-1-15,-3 6-1 16,-2 4 1-16,-1 4-1 0,-3 6 2 15,-2 8 2-15,-3 5 1 16,-4 4-1-16,-5 3-1 16,-2 3-1-16,-5 2 0 15,-3 3-1-15,-1 2 0 16,0 2 2-16,-8 3-1 16,-1 6 2-16,0 3-1 0,-1 5 0 15,-2-2 0-15,-1 2-1 16,0 2 2-16,-4 2-1 15,1-3-2-15,2-4 1 16,0 2-1-16,2 0-1 16,2 3 2-16,2-2 0 0,-1 4 0 15,3 3 0-15,-4 5 0 16,0 2 1-16,1-1-1 16,-1 5 1-16,3 1-1 15,-1-2-1-15,6-2 0 16,0 0 2-16,2 0 1 0,0 0 2 15,5 1-1-15,8 3-2 16,1-2-1-16,4-2 1 16,4-3-2-16,2-2 2 15,5-4-1-15,1-7-1 0,5-3 0 16,2-6 3-16,3-3 0 16,2-7 1-16,5-4 1 15,1-9 0-15,8-7-3 16,7-11 1-16,9-12 2 15,6-15 0-15,7-7-14 0,2-28-48 16,-1-21-116-16</inkml:trace>
  <inkml:trace contextRef="#ctx0" brushRef="#br0" timeOffset="24745.75">12145 10755 117 0,'-8'3'6'0,"5"-3"7"0,1 0-1 0,2 3-10 0,0-3-8 16,2 0 1-16,7 0 13 15,7-6-4-15,5-2 2 0,5-8-4 16,8-2 0-16,4-8-1 15,8-3 2-15,5-6-3 16,8-7 0-16,4-4 0 16,4-4 1-16,5-2 12 15,7-3 6-15,2-2 4 16,3-3-4-16,3 2-8 0,5 1-8 16,2 0 0-16,0 6-1 15,-9 3-3-15,-10 2-54 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07T06:39:10.4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5487 11911 90 0,'0'0'6'0,"0"0"8"0,-46-3 10 0,29-1-3 15,2 3-5-15,-3-2-3 16,1 0 5-16,-1 3-8 16,2 0-6-16,0 0-2 15,-2 0-2-15,-1 0 0 16,0 7-1-16,-3 0 0 16,0 3-1-16,-5 1 2 0,-2-3 0 15,0-1 0-15,-2 0 1 16,3-3-1-16,1-2 1 15,0-1 1-15,4 0-2 16,0-1 3-16,1 0-2 0,1 0 0 16,0 0-1-16,0 0 1 15,-4 0-1-15,0 0 0 16,0 0 1-16,-2 0 2 16,-2 0 0-16,2-2 5 15,0-1 1-15,-2 1-3 0,4-1-1 16,1 2-2-16,-3 1-3 15,2 0 0-15,-2 0 0 16,0 4 0-16,0 2-1 16,-2-2 1-16,2-1 0 15,-2 1 1-15,1-1-1 0,-1-2 0 16,2 2 2-16,2-3-2 16,0 3 0-16,-1-3 0 15,6 2 0-15,-3-1 0 16,-2 2 0-16,3-1 0 15,-2 2 0-15,1 0 0 16,-3 0 0-16,1 3 1 0,0-1-1 16,1 1-1-16,-1 3 1 15,-1-3 1-15,3 3-1 16,-2 1 0-16,3 2 0 16,0 1 1-16,-1 2-1 15,1 0 0-15,4 2-1 0,-2-1 1 16,2 2 0-16,0-1 0 15,3 2 0-15,-3 1 0 16,2-2 0-16,1 2 0 16,1-3 0-16,0 2 0 15,2 0 0-15,0 0-1 0,1 0 2 16,2 1-2-16,-3 0 2 16,0 2-1-16,3 1-1 15,-3-1 2-15,3-2-2 16,-1 1 2-16,2-1-2 15,0-2 1-15,5-1 0 0,-1 0 0 16,4-2 0-16,0 1-2 16,0 0 4-16,0 0-2 15,0 0 0-15,2 3 0 16,2-3 0-16,3 3 0 16,-1-1 0-16,4-1 0 0,-1 0 0 15,2-1 0-15,2-1 0 16,1 0 0-16,2-2 0 15,1-1 0-15,1 1 0 16,0-1 0-16,2-1 0 16,1 0-2-16,1-1 2 0,-2 1 0 15,2-1 2-15,-2 0-2 16,0 0 1-16,0 1-1 16,1-1 1-16,-2 1-1 15,2 0 0-15,1 0 0 16,-2-1 0-16,5 1 0 15,-3-2-2-15,3 1 0 0,-1-1 2 16,1-2 2-16,0 0-4 16,-1-1 1-16,3 0 2 15,-3-1-1-15,1-1-1 16,2-1 4-16,0 1-3 16,0-1 1-16,2 0-2 0,-2-1 1 15,2 1 0-15,0 2 1 16,-1-2 0-16,-1 2-1 15,2 0 1-15,-2 1-1 16,-2-2 0-16,2 1 0 16,-4 1 0-16,3 0 1 0,2 0-1 15,0-1 0-15,3-2-1 16,2 2 2-16,-1 0-1 16,4-1 0-16,-3 0 0 15,3-1 0-15,-2 0 0 16,1-1-2-16,0 0 0 15,1-2 3-15,-2 2-1 0,2-3 1 16,0 3-1-16,-2-2-1 16,3-1 1-16,-5 0 0 15,5 0 0-15,-5 2 1 16,6-2-1-16,-4 0 0 0,3 1 1 16,1 0 0-16,4 2-1 15,-1 0 1-15,1 1-1 16,-2 2 1-16,1 1-1 15,-1-4 0-15,-2 4 0 16,-1-1 0-16,2-3 1 0,1-1-1 16,0-2 0-16,1 0 0 15,-3 0-1-15,4 0 3 16,-1-2 0-16,1-1-1 16,-2-1 0-16,3-1 0 15,1 1-1-15,2 1 1 16,-2 0-1-16,3-1 0 0,-3 0 0 15,-1 0 1-15,2 1-1 16,-1-1 0-16,1 1 0 16,-3-3 0-16,2 3 1 15,-2-1-1-15,-2 0 0 0,3-1 0 16,-3 0 0-16,2 0 1 16,0-3-1-16,3 3 0 15,0 0 1-15,-1-1-1 16,0 2 0-16,2 0 1 15,-4 1-1-15,3 2 0 0,-5-1 0 16,0 1 0-16,1-1 0 16,1 1 0-16,-2-2 1 15,3 2-1-15,-1-1 0 16,-2 2 0-16,1 0 0 16,-1 0 0-16,-2 0 1 15,2 0-1-15,-2 0 0 0,2 0 1 16,-4 0 2-16,3 3-2 15,-1 0 0-15,1 0 0 16,1-2 0-16,3-1-1 16,-1 0 0-16,2 0 0 15,-1 0 1-15,-2-3-1 0,0-3 1 16,-4 0-1-16,-3-2 0 16,-3-2 2-16,1-2-2 15,-1-1 6-15,0-1-4 16,2-3 0-16,-2-2-1 0,1 2 1 15,-1-3-2 1,-2 2 1-16,-2-2 0 0,-2 0 2 16,-5-2-1-16,-2 1 4 15,-1 0 3-15,1-2-3 16,-7 1-2-16,3-2 0 16,-5-1-3-16,3 0 0 0,-2-3-1 15,1-4 0-15,-1 2 1 16,-1-2 0-16,1-3-2 15,-6 2 2-15,1 1-1 16,0 4 0-16,-5-1 0 16,0 3 1-16,0 0 0 0,0 0 0 15,-7 1-1-15,1-1 1 16,1 1-1-16,-4 0 0 16,-2 0 0-16,2-1 6 15,-4 1-5-15,1 1-1 16,-3 0 0-16,-1 2-4 15,-1 1 1-15,0 5 4 0,0 2-2 16,-4-1 1-16,1 3 1 16,-1-1 3-16,0 3-4 15,-2 0 0-15,1-1-2 16,-2 1 0-16,-1 0 0 16,-2 1 1-16,0-2 2 0,0-1-1 15,0 0 0-15,-2 0 0 16,1 0 1-16,1 1 0 15,-2-1-1-15,0-2 0 16,0 3 0-16,-4 1-2 16,1-1-1-16,-5 0 4 0,2 2 0 15,-1 1-1-15,-3 0 0 16,3 2 0-16,0-1 0 16,-4 4-1-16,1-1 1 15,2 0 0-15,-3 4 0 0,1-2 0 16,1 0 0-16,3-1 0 15,-1-1 1-15,1-1 0 16,3 0-1-16,-2-1 0 16,-2 0 2-16,3 0-2 15,-3 1 0-15,-2 1 0 16,1-1 0-16,0 4-1 0,-1-2 1 16,0 0 0-16,1 3 0 15,-4-2 0-15,1 2 0 16,-2-2 0-16,1 0 1 15,1 2-1-15,2-1-1 16,-1-1 2-16,4 1-1 0,-1 1 0 16,1 0 0-16,1 0 0 15,1 0 0-15,-1 0 0 16,-1 0 1-16,1 0-1 16,1 0 0-16,-3 0-1 15,4 0 2-15,-1 0-1 0,1 0 0 16,1 0 0-16,0 0 1 15,0-1-1-15,1-1 0 16,-3 2 0-16,4 0 0 16,-3 0 0-16,1 0 0 15,2 0 0-15,0 0 0 0,0 0 0 16,0 0 0-16,1 0 0 16,-1 2-1-16,0-1 1 15,-1 0 1-15,1 1-1 16,0-1 0-16,-2-1 0 15,2 0 0-15,0 0 0 0,-2 0 0 16,2 1 0-16,-1 0 2 16,-1 2-2-16,-2-2 0 15,-1 3 0-15,-3 2 0 16,0-2 0-16,-3 3 1 16,0-1-2-16,-3 0 2 15,1 1-1-15,-1 1 0 0,0-2 0 16,-1 0 0-16,-1 5 0 15,-4-1 1-15,-4 4-2 16,-1 3 0-16,-3 3 1 16,0 7-3-16,-5 2-9 15,-6-1-52-15,-1-8-100 0</inkml:trace>
  <inkml:trace contextRef="#ctx0" brushRef="#br0" timeOffset="1455.67">8956 12857 73 0,'0'0'5'0,"0"0"16"16,0 0 2-16,0 0-1 0,0 0-3 15,0 0 0-15,0 0-6 16,0 0 2-16,0 0-7 0,0 0-1 16,0 0-5-16,0 0-1 15,-29-24-1-15,29 24-1 16,0 0 1-16,0 6-1 16,0 1 1-16,0 1 5 15,0 2-4-15,0-1 1 0,4 1-2 16,-3 0 1-16,2-2-1 15,0 1 1-15,1-2 0 16,0 1-1-16,-1-1 1 16,2-2-1-16,-1-1 0 15,0-3 1-15,3-1-2 0,-1 0 0 16,2 0 5-16,3-7 9 16,3-4-1-16,1-3-7 15,3-5 0-15,4-3-4 16,2-3 1-16,6-4-1 15,1-3-1-15,1 0 1 0,5-4-1 16,-2 3 2-16,0 2-2 16,-1 0 1-16,-1 1-1 15,-4 6 1-15,-2 0 2 16,-3 4-3-16,-3 1 1 16,-1 5 0-16,-7 3-1 0,1 4 0 15,-8 3 0-15,-2 4-1 16,-3 0-9-16,-1 11-32 15,-1 2-7-15,-11 5-26 16</inkml:trace>
  <inkml:trace contextRef="#ctx0" brushRef="#br0" timeOffset="1840.73">9005 12884 63 0,'0'0'15'0,"0"0"7"0,0 0-13 0,0 0-1 16,0 0 1-16,0 0-1 16,0 0 2-16,0 0-3 15,0 0-1-15,0 0-3 16,0 0 5-16,22 3 10 0,5-28 2 15,7-8-13-15,7-11-25 16,0-6-80-16</inkml:trace>
  <inkml:trace contextRef="#ctx0" brushRef="#br0" timeOffset="4212.38">2644 880 52 0,'0'0'2'0,"-51"-18"0"0,20 8-2 16,1 0 0-16,-1-3 1 0,0 3 1 16,-1-3 9-16,1 2-2 0,-2 4 7 15,1 0-4-15,-1 3-4 16,-2 4-4-16,-1 0-1 15,2 5-1-15,-1 8-1 16,-2 1 0-16,4 5 1 0,-1 2-1 16,3 2 0-1,0 2-1-15,2 2 0 0,-2 3 0 16,1 1 0-16,-1 2 0 16,2 4 2-16,-3 0-2 15,3 7-2-15,3 0 4 16,6 0-2-16,0-1 0 0,7-1-2 15,6-5 2-15,2 3 2 16,5-3-2-16,0 2 0 16,2-5 0-16,8 3 0 15,3 3 0-15,5-6 0 16,-1 0 0-16,4 0 0 0,3-1 0 16,1-3 0-16,1 1 0 15,3-1 1-15,0 3-1 16,0 0 1-16,3 3 0 15,1 1 0-15,1-1-1 16,2 0 0-16,4 0 1 0,2-2-1 16,1-4-2-16,1 1 2 15,2-1-1-15,2-3 0 16,0-3 1-16,3 0-1 16,3 1 2-16,2-3 1 15,4 0-2-15,2 0 0 0,3-2 3 16,4-1-1-16,3-4-2 15,2 0 4-15,1-3-1 16,6-2-1-16,0-3 0 16,-3-1-1-16,5-2 2 15,2-1 0-15,-1-2 4 0,1 1 0 16,0-2 1-16,3 0-1 16,1 0-3-16,1 0 0 15,1 0-1-15,1-3-1 16,4-1-1-16,-2 1-1 15,0-3 1-15,0 3-1 0,1-1 1 16,1 0-1-16,-4-2 1 16,4-2 0-16,-2-1 2 15,2 1-1-15,-2-2 2 16,2-3 0-16,1-1 1 16,-1 1-1-16,0-4 0 15,-4-2-3-15,3 0 2 0,-8-4-1 16,-1 0-1-16,-6-1 1 15,-2-3 1-15,-4-1 3 16,-9-1 2-16,-1 1-1 16,-5-2-3-16,-3-1 0 15,-5-2-1-15,-5-1 0 0,0 1 0 16,-6-4-1-16,-4 2 0 16,-1-1-1-16,-4 1 2 15,-6 2-2-15,-3-1 0 16,-4 4 0-16,-6-1 0 15,-6 1 1-15,-3 2 0 16,-3-1 0-16,0 1 1 0,-5-1-2 16,-4 3 0-16,-6-2-1 15,-1-1 0-15,-2 3 0 16,-5-1-2-16,-2 3-1 16,-2 0 1-16,-1 1 2 0,-3 2 4 15,0 3-6-15,-6-2 1 16,1 0 2-16,-1 0-3 15,-5 1 0-15,-3-2 1 16,-2-1 0-16,-3 2 2 16,-1 0 0-16,-2-2-1 0,1 2-1 15,-2 0 0-15,3 2 2 16,0 0-3-16,-3 0 2 16,3 3-1-16,-3-2 2 15,-4 3-1-15,-6 1-1 16,-3 0 1-16,-6-1 2 0,-2 1-2 15,-4 0 0-15,2-2 0 16,2 2 0-16,0-1 1 16,3-1-2-16,-9 0 1 15,-6 0 0-15,-5 0 0 16,-6 0 1-16,-4 2-2 0,-8 3 2 16,-6 3-2-16,-10 7 1 15,-9 0-2-15,-11 12-10 16,-11 12-14-16,-19 11-11 15,-16 10-3-15,-3 8-13 16,-10 9-39-16</inkml:trace>
  <inkml:trace contextRef="#ctx0" brushRef="#br0" timeOffset="7671.13">21017 8054 78 0,'-1'3'9'0,"-1"-3"-7"0,1 1-1 0,1-1 0 16,0 0 0-16,0 0 6 0,0 0 8 16,6 0 12-16,1 0-5 15,1 0 1-15,2 0-11 16,1 0-9-16,1 0-1 16,2 0-1-16,0 3-1 15,4-3 0-15,1 1 0 0,3 1 0 16,2-2-1-16,4 0 2 15,2 0-1-15,3 0 0 16,-1 0 0-16,2 0 0 16,3 0 0-16,1 0 0 15,4 0 1-15,1 0-2 16,3 0 3-16,0 0-2 16,3 0 3-16,-1-2-1 0,0 0-2 15,0-1 1-15,4 0 4 16,-3 0 4-16,2 1 3 15,1 1-7-15,-4 0 0 16,2 1-4-16,-4 0-1 0,-3 0 1 16,-3 0-1-16,-2 0-1 15,-7 0 1-15,-5 0-4 16,-2 0 3-16,-9 0 0 16,-2 0 2-16,-7 0-1 15,-6 0-29-15,0 0-59 0</inkml:trace>
  <inkml:trace contextRef="#ctx0" brushRef="#br0" timeOffset="8547.33">19099 8189 88 0,'0'0'2'0,"0"0"3"0,0 0 10 0,0 0 12 16,0 0-9-16,0 0-8 0,0 0-8 16,0 0 2-16,0 0-1 15,0 0 3-15,0 0 13 16,0 0-5-16,0 0-6 16,-9-13-6-16,9 13 0 15,0 0 0-15,0 0 2 16,4 0-6-16,1 0 1 0,4 0 1 15,4 0 1-15,2 3-1 16,6 1 0-16,4-1 0 16,4 1 2-16,3 0-2 15,7-1 0-15,2-1 1 16,3-2 1-16,4 0-1 0,4 0 3 16,4-6 2-16,1-4 4 15,5 3-1-15,2-3 2 16,1 1-6-16,-4 3-3 15,-1 1-2-15,-2 2 1 16,-10 2-1-16,0 1 0 0,-6 0 0 16,-5 0 1-16,-3 0-1 15,-5 0 1-15,-4 0-1 16,-2 1 0-16,-6 5-1 16,-5-1-5-16,-7 1-29 15,-5 3-30-15,-3-3-22 0</inkml:trace>
  <inkml:trace contextRef="#ctx0" brushRef="#br0" timeOffset="8932.34">19196 8238 196 0,'0'0'-23'0,"0"0"25"0,46 0-1 0,-17 0 1 16,4 0 2-16,1 0-2 15,6 0 2-15,3 0 1 16,3 0 0-16,-1 0-4 16,4 0 1-16,1 0-1 0,1 0 0 15,-3 0-1 1,0 0 1-16,-2 0 0 0,-3 0 0 16,-3 0-1-16,-4 0 0 15,-6 0-10-15,-5 0-53 16,-10-5-41-16</inkml:trace>
  <inkml:trace contextRef="#ctx0" brushRef="#br0" timeOffset="9864.18">19208 7236 61 0,'0'0'12'0,"0"0"14"0,0 0-1 15,0 0-2-15,0 0-5 16,0 0 1-16,0 0-10 0,0 0-6 16,0 0-6-16,0 0 3 15,0 0 0-15,-4 8 0 16,8-2 0-16,-1 0 0 15,1 2-1-15,0 2 1 16,-1 0 1-16,1 1-1 0,1-2 2 16,-1 2-1-16,0-1-1 15,0-3 0-15,1 0 2 16,-2-1-2-16,1-2 0 16,3-1 1-16,-3-3-2 15,3 0 3-15,-2 0 4 0,1 0 9 16,3-5-8-16,2-4-3 15,0-1 0-15,5-4-2 16,-1-4 0-16,3-3 1 16,0-1 2-16,3-4-1 15,1-2 0-15,0-1 2 0,0 0-2 16,0 0-1-16,3 2 2 16,-1 2-3-16,-1 3-1 15,-4 1 0-15,-1 5-1 16,-4 5 0-16,-4 4 0 15,-3 1-1-15,-5 6-12 0,-2 0-33 16,-2 6 5-16,-10 5 25 16,-3 4-30-16,-8 2-29 15</inkml:trace>
  <inkml:trace contextRef="#ctx0" brushRef="#br0" timeOffset="10405.93">19221 7210 104 0,'0'0'6'0,"0"0"9"0,0 0-6 16,0 0-7-16,0 0-3 15,0 0-1-15,0 0 2 16,0 0 1-16,0 0-1 16,-4 40 1-16,4-26-1 0,0 0 1 15,4-2 0-15,0 0 0 16,4-1 0-16,-3-3 0 15,3-2 0-15,-3-1 3 16,3-3-2-16,-1-2 1 16,2 0 2-16,-3 0 12 0,5-6 1 15,-1-4-5-15,3-4-5 16,3-4-1-16,2-2 3 16,2-7-1-16,2-3 6 15,4-3-3-15,1-4-1 16,3 0-1-16,4 0 0 0,0 3-2 15,3-1-3-15,1 3-3 16,-2 3-1-16,3 2-1 16,-4 3 0-16,-1 1-1 15,-3 3 0-15,0 4-4 16,-8 4-7-16,-1 2-13 16,-7 0-30-16,-9-6-135 0</inkml:trace>
  <inkml:trace contextRef="#ctx0" brushRef="#br0" timeOffset="15056.53">14475 6517 189 0,'-13'0'2'0,"-1"0"0"0,3 0 1 0,-2-4-6 0,1-2-62 16,-2-4-35-16</inkml:trace>
  <inkml:trace contextRef="#ctx0" brushRef="#br0" timeOffset="16252.46">14039 6345 91 0,'0'0'20'0,"0"0"-8"0,0 0 3 0,0 0-3 16,0 0-2-16,0 0-5 0,0 0-2 15,0 0 0-15,0 0-2 16,-2-3 0-16,1 3-1 16,-3 0 0-16,-1 1-1 15,-2 3-1-15,-1-1 3 16,1 3-1-16,-3 0 0 0,1-1 1 15,3 0 0-15,0 1-1 16,1-1 0-16,1 0 0 16,1-1 0-16,-1 0 0 15,1 0 0-15,1 2 0 16,-2-1 1-16,-2 0 0 0,1 2-1 16,-3 3 1-16,2-3-1 15,-1 3 0-15,2 0 0 16,2 0 0-16,-2-1 0 15,1 0 1-15,2 0-1 16,2 1 0-16,-1 0 0 0,1 0 1 16,0 3 0-16,0 0 0 15,0 2 1-15,0 1 0 16,0 2-1-16,0 2 0 16,0 3-1-16,0 0 1 15,1 0-1-15,3 2 0 0,-2 2 0 16,3 0 1-16,-2 0-1 15,1 4 1-15,-2 0 0 16,0 2 0-16,-2 1-1 16,0 3 1-16,0-1-2 15,-3 1 2-15,-2 2-1 16,2-2 1-16,-2 3-1 0,0-2 5 16,3-1 0-16,0 0 0 15,0 0-2-15,-1-3-1 16,2 2 0-16,1-1 0 15,0-2 2-15,0 2 1 0,0-2 0 16,0 1 1-16,2 3-3 16,2 0-1-16,0 4-1 15,1-2 0-15,0 0-1 16,-3 1 0-16,-1 0 0 16,1 0 1-16,-2-1-1 15,0 0 0-15,0-2 0 0,0 0 2 16,0-1-1-16,-2 1 1 15,1 0 1-15,-1 3-1 16,2 1 0-16,-2 2-1 16,-1 1 0-16,1 1 1 15,-1 2 1-15,1 3-3 0,-2 1 0 16,-2 5 1-16,1 0-1 16,-2 4 1-16,3-2-1 15,-1-1 1-15,3-2 0 16,2-2 0-16,0 1 0 15,0-4 1-15,2-1 1 0,3 1-2 16,-2-4-1-16,1-2 0 16,0 1 0-16,-2-11-4 15,-1-7-32-15,1-16-100 16</inkml:trace>
  <inkml:trace contextRef="#ctx0" brushRef="#br0" timeOffset="18110.09">14008 6352 148 0,'-5'-7'-14'0,"-1"0"19"0,3-1 4 0,-2 1 0 0,1 1-4 15,1 0 4-15,-1 1 16 16,-1-1-9-16,1 4-10 16,0 1-2-16,-1 0-3 15,-1 1-1-15,3 0 0 0,-1 0-1 16,2 0-2-16,0 0 2 15,1 0 1-15,1 0-1 16,0 0 1-16,0 4-1 16,5-1-1-16,4 2 0 15,5 2 2-15,3-1 0 0,4 1 1 16,5 0-1-16,3-1-1 16,3 0 1-16,5-1 0 15,-1-1 1-15,4-1-1 16,5-1 3-16,1 2 2 15,7-3-2-15,5 1 0 16,6 1-1-16,3-2-2 0,6-1 2 16,4 0-2-16,1 0 0 15,1 0 1-15,3-1-1 16,0-4 0-16,-1 0 2 16,2 0-1-16,1-1 4 15,1 1 7-15,5-2-2 0,-4-1-3 16,1-1-2-16,0 3-2 15,-5-3-2-15,1 1-1 16,-5 3 0-16,0 0 0 16,-2 1 1-16,-1-1-1 15,1 2 0-15,-3 0 1 0,-4 1-1 16,0 1 0-16,-1 1 0 16,-4 0 1-16,-1 0-2 15,-4 0 1-15,1 0 1 16,-5 0-1-16,1 0 0 15,-2 0 0-15,0 0 0 16,-3 0 1-16,0 3-1 0,-3 0 0 16,0-1-1-16,-7 1 2 15,3-1-2-15,-3-1 2 16,2 1-1-16,-1 0 0 16,4 0 0-16,-1-1 0 0,-2 1 0 15,0 0 0-15,-2 0 0 16,-3-1-3-16,-4 1 5 15,-1 1-1-15,-3-3 0 16,-1 1-1-16,-2-1 1 16,1 2-1-16,-1-1 0 0,-4 0 1 15,-2 1-2-15,0-1 2 16,-7 1-1-16,-1 0 0 16,-5 0 0-16,2-1 0 15,-5 2 0-15,3-1 0 16,-4 2-2-16,3 0 1 15,-3 3 1-15,1 2 0 0,0 1 0 16,-1 1 1-16,1 3-2 16,-1 0 1-16,1 3 0 15,0-1 2-15,-1 4-2 16,1-1 1-16,-1 2-1 0,2 0 1 16,-3 0 1-16,1 2-5 15,3-2 4-15,-4 3 1 16,2-1 0-16,0 4-2 15,-1 1-2-15,-1 2 0 16,-2 3 2-16,0 0 2 0,-1 2 0 16,0 1-1-16,0 1-1 15,0 0 1-15,0 1 0 16,0 2 0-16,2 0-1 16,1 4 1-16,-1 0-1 15,1 2 0-15,1 0 2 16,0-2-2-16,-2 0 0 0,1 1 0 15,-1-2 0-15,-1 0 0 16,-1 1 0-16,0 1 0 16,0-2 0-16,-1 1 0 15,-3-2 0-15,1 1 0 16,-3-1 0-16,1 0 0 0,0-1 0 16,1 0 1-16,2 0-1 15,2-1 0-15,0 0 1 16,0-2-1-16,0-2 2 15,0 1 0-15,2-2-1 16,1 1-1-16,3 2 1 0,-3-1-1 16,0 0 0-16,0 1 1 15,1-1-1-15,-3-1 0 16,1-2 0-16,1 1 1 16,-1 1-1-16,3-1 0 15,-3 2 0-15,1 0 0 16,-1 0 0-16,-1 0 0 0,1-2 0 15,0 0 0-15,-2-4 1 16,2 0 1-16,-2-1 5 16,2-3-2-16,-1 1-1 15,-1-1 0-15,1 2-2 0,0-1 0 16,-1 0-1-16,0-2 0 16,0 0-1-16,0-1 0 15,0-2 1-15,0-3-1 16,0 0 0-16,0-2 0 15,-3-1 1-15,1-1-1 0,-3-1 1 16,0-2 0-16,1 1 0 16,-2-4-1-16,2 0 1 15,1 0-1-15,-3 0-1 16,3-3 1-16,0-2 0 16,0 0 0-16,0 1 0 0,1-2 0 15,0-3 1-15,1 1-1 16,0 0 2-16,0 0-1 15,0 0 0-15,0 0-1 16,1 4 0-16,-4 1-1 16,-1 0-13-16,-3-1-58 15</inkml:trace>
  <inkml:trace contextRef="#ctx0" brushRef="#br0" timeOffset="19873.95">13845 9177 152 0,'-3'-3'-1'0,"1"1"22"0,2 1-5 0,-3 0-17 0,3 1-1 16,0 0 1-16,0 0 2 16,0 9-2-16,0 2 2 15,-2 4 2-15,0 4-1 16,0 1-1-16,0 7-1 15,1-1 0-15,-1 2 0 0,2-1 1 16,-2 0-1-16,2-3 0 16,0-1 1-16,0-2-2 15,0-4 4-15,0 0-2 16,4-1 1-16,0 0-2 16,4-1 0-16,-1-1 2 0,1 0-2 15,3-1-1-15,-2 0 0 16,0-1 1-16,2 0 0 15,-2-2 0-15,0-1 0 16,2-1 0-16,-1-1 0 16,-3 0 0-16,3-2 0 15,1-1 8-15,3 0 7 0,-1-4-2 16,5 2 1-16,0-1-6 16,2-1-5-16,2 0 0 15,1 2-1-15,-1-1-2 16,1 0 0-16,1 1 1 15,-1 0-1-15,-1 1 0 0,2-3 0 16,1 2 0-16,2 0 1 16,4-2-2-16,1 0 1 15,4 0 1-15,1 0-1 16,4-2 1-16,-5-2 0 16,3 2-1-16,-1-1 1 0,-2-1-1 15,1 1 0-15,0-1-1 16,1 1 2-16,0-1 2 15,5-2 1-15,-1 3-2 16,2 0-1-16,-3-1 0 16,1 3-1-16,-2-1 0 0,1 1 0 15,-4 1 0-15,2-3 1 16,2 3-1-16,-1-1 0 16,0-2 1-16,2 3-1 15,-4-3 0-15,2 3 1 16,0 0-1-16,3-1 0 0,-3 1 0 15,5-1 0-15,-2 0 0 16,2 0 0-16,1-1 1 16,-2 0-1-16,0-1 0 15,1 1 0-15,1-1 0 16,0 3 0-16,2-2 0 0,0 1 1 16,2 0-1-16,-2 0 0 15,4-2 0-15,-4 2 0 16,3 0 0-16,0 0 0 15,0-2 0-15,-1 3 0 16,1-2 1-16,1 1-2 16,-4 1 2-16,4-1-2 0,2 1 2 15,1-2-2-15,1 1 2 16,0 1-1-16,-1-3 0 16,2 0 2-16,-1-1-2 15,-2 3-2-15,0-2 4 0,-3 0-2 16,-2 0 0-16,0 2 0 15,-6 0 3-15,1-1 3 16,-1 0 2-16,2 0-2 16,-3 0-1-16,0-1-2 15,-1 1 1-15,-3 0-3 16,-1 1 1-16,-1-1-2 0,-3 2 0 16,-2-2 0-16,1 1 1 15,-3 0-1-15,-2 1 0 16,0-1 0-16,-5-1 0 15,0 2 0-15,-2 0 3 16,-1-3-3-16,-3 3 4 0,-1-3 3 16,-2 2-1-16,-1-2-3 15,-1 2-2-15,-3-1 1 16,1 1-2-16,-2-2 1 16,-2 3-1-16,-2 0 1 15,1-1-1-15,-1 1 2 0,2-2 2 16,-3 2-4-16,4 0 0 15,0 0-1-15,-1 0-6 16,1 0-16-16,-1 0-10 16,0 0-7-16,1 0-14 0,-4 0-24 15,-1 0-24-15</inkml:trace>
  <inkml:trace contextRef="#ctx0" brushRef="#br0" timeOffset="24888.14">1757 3169 66 0,'0'0'4'0,"0"0"11"0,0 0 1 16,0 0-2-16,0 0-9 0,0 0-3 15,0 0 0-15,0 0 2 16,0 0 0-16,0 0-1 16,0 0-1-16,2 2-1 15,2 1-1-15,-4-2 0 16,1 5 1-16,-1 1 1 15,0 0 2-15,0 5-3 0,0 2 0 16,0 1-1-16,-1 2 0 16,-1 3 0-16,0 0 0 15,2 3 0-15,0-2 1 16,0 3-1-16,0 2 0 16,0 1 0-16,0 1 1 0,0 2 0 15,0 3-1-15,-2-2 1 16,0 0-1-16,2 5 1 15,-2-2-1-15,1 0 0 16,0 4 1-16,1 1-1 16,0 0 1-16,0-2-1 0,0 2 1 15,0-4 1-15,-1 1 0 16,1-2-1-16,0 0 1 16,0 1 1-16,0 4-3 15,0-1 1-15,-2 5 0 16,0 2 2-16,2-2-1 0,0-2 1 15,0 0 0-15,0 0 2 16,0 0-2-16,2-4-1 16,-2 3 1-16,2 3-1 15,-2-1 1-15,0 1-1 16,0-2 0-16,-6 3 1 0,0 0 3 16,0 0-3-16,-1 3 0 15,3 1-1-15,0 4-1 16,0-1-1-16,1 0 1 15,1 0 1-15,-3-1-2 16,5 0 2-16,-2-1 0 0,0 2 4 16,0 3 0-16,1-1-1 15,1 2 1-15,-2 0-1 16,0 2-3-16,2-1 0 16,0 0 0-16,0-4 1 15,0-1-1-15,0-4 1 0,0-2 0 16,0-1 1-16,4 0 0 15,3 0-1-15,-2 3 0 16,0 1 1-16,-3 1-2 16,0-1-1-16,-2-2 0 15,0 0 0-15,0-2-1 16,0 0 1-16,-2 0 0 0,2-1 1 16,-4 0 3-16,1-1 0 15,1 2 1-15,-5-1 13 16,2-2-15-16,-3-3-4 15,3-1 1-15,-4-3-1 16,4-4 1-16,3 0 0 0,0 0-1 16,2-3 0-16,0-3 0 15,0-1 0-15,0-5 0 16,2 0 1-16,1-5 1 16,1 0 1-16,1-3-2 15,-3 0 0-15,2-1 0 0,-1-1 0 16,1-1-1-16,-2-1 1 15,0 0-2-15,1-1 1 16,-1 1-1-16,0-2 1 16,0 2 1-16,-2 1-1 15,0 1 2-15,0 1-1 0,3 1 1 16,-3 1 0-16,2-1-1 16,0 0 1-16,1 0-2 15,1-3 0-15,-2 2 0 16,2-1 1-16,-2-2-1 15,3 0 0-15,-3 0 0 0,3-1 0 16,-3-1-1-16,3 2-1 16,-3-2 0-16,0 0 1 15,2-3 1-15,-1 1 1 16,1 1-1-16,0 0 0 16,2-2-2-16,-2 1 1 0,0 1-1 15,1-2 2-15,1 2 1 16,1 0 0-16,2-2-1 15,2 2 1-15,0-2-1 16,1 1 0-16,-2-1-1 16,2 2 1-16,-1-1 0 0,-2 0 0 15,3 1 1-15,-2-1-2 16,1-1 1-16,3 0 0 16,1-1-2-16,1 0 1 15,4 0 1-15,1-1-1 16,1-6 0-16,0 1 1 0,2-1 1 15,-1 0-1-15,2 1 0 16,-4-1 0-16,4 4 1 16,-2-4-1-16,2 3 0 15,-1 0 1-15,2 1-1 16,-1-1 0-16,2-1 1 0,0 1-2 16,2 0 1-16,-2-2 0 15,0 2 0-15,0-1 0 16,-1 1 0-16,1-1 1 15,0-1-1-15,2 3 0 16,2 0 0-16,-2-1 0 16,1 1 0-16,1 2 0 0,0-2 0 15,0 0 0-15,-1 0 0 16,3 1 0-16,2-3 0 16,-1 1 0-16,-1 0 0 15,4-2 0-15,-3 4 0 0,1-2 0 16,-2 3 0-16,-1-1 0 15,1-2 0-15,0 3 1 16,3-2-1-16,-3 0 0 16,4 2 0-16,-1-2 0 15,-1 3 0-15,1 0 0 16,-3 0 0-16,-1 0 0 0,-1 0 0 16,0 0 0-16,-1 0 0 15,1 0 0-15,2 0 0 16,0 0 0-16,1 0 0 15,1 0 0-15,2-1 0 16,-5-1 1-16,1 2-1 0,-4 0 0 16,2 0-1-16,-2-2 2 15,-1 1-2-15,2-2 1 16,2-1 1-16,3 0-1 16,-1-2-1-16,-1 3 2 15,1 2-1-15,-1-2 0 0,-3 3 0 16,0 0 0-16,2 0 0 15,-3 3 0-15,2 1 0 16,0 3 0-16,3 0 0 16,-1 2 0-16,-1 2 0 15,1-2 0-15,-1 2 0 0,2-1 0 16,-3-3 0-16,0 0 0 16,1-4 0-16,1-1 0 15,3-1 0-15,-1-1 0 16,1 0 1-16,-1 0-1 15,1 0 0-15,1-1 0 0,-2-1 0 16,1-1 0-16,1-1 0 16,2 1 0-16,2 0 0 15,-2 1 0-15,1-1 0 16,-1 1 0-16,-4 1 0 16,-1 1 0-16,-3 0 0 0,-2 0 0 15,-2 0 0-15,-3 0 0 16,1 0 0-16,-4 0 0 15,-1 0 0-15,-1 0 0 16,-3 0 0-16,-3 0 0 16,1 0 0-16,-3 4 0 15,0 0-1-15,-7-1-16 0,-1-3-30 16,-3-8-194-16</inkml:trace>
  <inkml:trace contextRef="#ctx0" brushRef="#br0" timeOffset="26360.22">18373 8966 97 0,'0'0'5'0,"0"0"8"0,0 0 4 15,0 0-11-15,39 0-5 0,-32 2-1 16,-3 4 1-16,-3 0-4 15,-1 1-1-15,0-1 9 16,0 2-2-16,-3 2 7 16,-3 0 2-16,-1 1-2 15,-1-1-4-15,0 0 1 0,0-1 0 16,3-3 8-16,1-2 2 16,2 0 0-16,2-3-2 15,0 1-6-15,0-1-7 16,9-1 5-16,3 0-3 15,4 3 1-15,0-1-5 0,1 2 2 16,2 0 0-16,-6 3-2 16,0 4 1-16,-1-2 0 15,-4 4 0-15,-1-2 0 16,-5 2 1-16,-2-2-1 16,0 1 5-16,-4-4-5 0,-7 2 0 15,-7-2 0-15,1 0 1 16,-4-1-1-16,-1-3-2 15,2 2 2-15,0-3-1 16,5-1-2-16,3-2-10 16,7 0-22-16,1-4-83 15</inkml:trace>
  <inkml:trace contextRef="#ctx0" brushRef="#br0" timeOffset="26602.81">18529 9038 277 0,'0'0'3'0,"0"0"-4"0,0 0-3 16,0 0 6-16,0 0-1 16,37 30-1-16,-27-22-1 0,4 2 1 15,-1-1 2-15,1-1-2 16,-1-1 1-16,0-1 0 15,2 0-1-15,-1-2 0 16,0-2-7-16,-2-2-52 16,0 0-59-16</inkml:trace>
  <inkml:trace contextRef="#ctx0" brushRef="#br0" timeOffset="26829.82">18681 9017 268 0,'0'0'3'16,"0"0"-4"-16,0 0 1 15,-25 41 2-15,17-23-2 16,0 0 2-16,-2-1-2 0,1 1 1 16,2-4-1-16,-2 1 0 15,4-3 0-15,0 0-1 16,2-1-5-16,3-4-13 15,0-2-22-15,0-4-47 16</inkml:trace>
  <inkml:trace contextRef="#ctx0" brushRef="#br0" timeOffset="27174.26">18760 9011 284 0,'0'0'1'16,"0"0"-1"-16,0 0-2 16,0 0 4-16,43-28-2 15,-32 26 1-15,-1 2-1 16,1 0-1-16,-3 0-5 0,-3 9-4 16,-3-1-3-16,-2 2-4 15,0 3 15-15,0-1-3 16,-2 0 4-16,-4-1 4 15,3 0-2-15,1 0-1 16,2-1 1-16,0 0 0 0,0-2 2 16,0 2-1-16,7 0 1 15,0 1 2-15,2-2 1 16,-3 2-3-16,-2 2-1 16,-4-1-1-16,0 2-4 15,-17 0-7-15,-17-3-80 0</inkml:trace>
  <inkml:trace contextRef="#ctx0" brushRef="#br0" timeOffset="28928.74">1819 3293 87 0,'0'0'4'0,"38"0"11"0,-15 0 0 0,-1 0 1 15,1-4-2-15,-1 2 0 16,2-1-5-16,-1 1-3 16,2 0-1-16,-1 2-2 15,1-2-1-15,3 2 0 0,4-2-1 16,1-1 2-16,3 0-3 15,0-1 2-15,4-2-2 16,2 1 0-16,1-1 0 16,2 0 1-16,0 2-1 15,1-1 0-15,2-1 1 0,-2 3-1 16,2-1 1-16,0 1 0 16,4-3 5-16,2 3-1 15,2-4 0-15,1 3 1 16,4-2-1-16,1-1 2 15,-3 0-4-15,3 1 1 16,-2 2-2-16,-2 0 1 0,1 1-2 16,1 1 1-16,-1 1-1 15,3 0 1-15,0-1-2 16,-1 2 1-16,-1-1 0 0,-1 0 0 16,-1-1-2-16,0 2 1 15,-5 0 1-15,5 0-1 16,0 0 0-16,0 0 0 15,3 0 0-15,-1 0 0 16,3 2 0-16,0 0 1 16,3-2-2-16,1 0 1 0,-2 2 1 15,-1-2-1-15,2 0 0 16,-1 0 0-16,-3 0 0 16,1 0 0-16,2 0 0 15,-3 0 0-15,-1 0 1 16,-1 0-1-16,-4 0 2 0,-3 0-2 15,-4 0 0-15,-2 0 0 16,-2 0 0-16,-5 0 0 16,-4 0 0-16,-3 0 0 15,-3 0 0-15,-2 0 1 0,-3 0-1 16,-2 0 0-16,0 1-1 16,0 2 1-16,0-1-2 15,-2-1-14-15,1-1-72 16</inkml:trace>
  <inkml:trace contextRef="#ctx0" brushRef="#br0" timeOffset="30045.66">5810 3170 216 0,'0'0'25'0,"0"0"8"0,0 0-23 0,0 0-5 0,0 0-3 16,0 0-1-16,0 0-1 15,0 0 0-15,0 0-1 16,0 0-1-16,0 0-8 16,0 0-1-16,0 1 11 15,0 3 0-15,0 5 0 0,0 2 0 16,0 1 0-16,0 3 0 16,0 2 0-16,0 3 0 15,0 5 1-15,1 0-1 16,0 3 0-16,-1 4 0 15,0 3 1-15,0 3-1 16,0 2 0-16,-1 3 0 0,-3 2 1 16,0 4-1-16,-2 3 1 15,4 2-1-15,0 1 2 16,0 2-1-16,0-1-1 16,0 3 0-16,2-2 1 15,0 0-1-15,0 5 2 0,0-1-2 16,0 3 1-16,0 0-1 15,0 0 1-15,0 0-1 16,2-3 0-16,0-1 2 16,-2-1 2-16,2 0 1 0,-2-1-2 15,2 0 0-15,-1-1-3 16,1 2 1-16,3-2-1 16,1-1 0-16,-1-1 0 15,-1-1 1-15,1 0-1 16,1-3 3-16,-1 4 0 15,0-3 2-15,1 3 1 0,-4-1-4 16,1 0 1-16,0 0 0 16,0 1 0-16,-3 2 0 15,0-2-2-15,0 1 0 16,0-4-1-16,0 0 0 16,0-4 0-16,0-1 1 0,0 0-1 15,-3-2 0-15,2-1 0 16,-1-1 0-16,1-1 1 15,-1 1-1-15,0-2 1 16,0 0 0-16,0 2 1 16,0-1 0-16,2-2-1 0,0 0 2 15,0-2-3-15,0-2 1 16,0-2 0-16,0-3-1 16,0-2 1-16,-2 2-1 15,-1-3 0-15,0-1 1 16,-1-1-1-16,-1-3 0 15,3-1 1-15,0-2-2 0,2-3 2 16,0-3-1-16,-2-1 0 16,2 0 0-16,0-5 0 15,0 0 0-15,0-1 0 16,0-3 0-16,0 2-1 16,0-2 1-16,0 0 0 0,0-1 1 15,2 1-1-15,0-1 1 16,0 3-1-16,-1-2 0 15,3 0 0-15,-2 3-1 16,3 2 1-16,-3-2-1 0,-1 3 1 16,1 0-1-16,-2-2 1 15,0 2 0-15,0-3 0 16,0 1 1-16,0-1-1 16,0-1 0-16,0 1 0 15,0 0 1-15,0 1-1 16,0-1 1-16,-3-2-1 0,-2 0-1 15,-1 1 1-15,-1-3-2 16,-2-1 3-16,-5 1 0 16,-1-3 0-16,-5 3 2 15,-5-2 1-15,-4 1-2 0,-5 4-1 16,-10-2-1-16,-9 6-3 16,-10 1-2-16,-10-3-39 15,-13-3-132-15</inkml:trace>
  <inkml:trace contextRef="#ctx0" brushRef="#br0" timeOffset="32662.45">2511 3120 119 0,'-12'-3'2'0,"-1"-3"1"0,1 0 1 0,1 1 1 16,-2 1-3-16,1 2-1 15,-1-1 0-15,-3-1-1 16,3 1 0-16,-3 1 0 16,-1 0 0-16,-2 2 0 0,0 0 0 15,-4 0 0-15,-1 0 0 16,-3 0 0-16,0 0 0 15,-2 0 0-15,3 1 1 16,-3 1-1-16,4 6 0 16,0-3 0-16,0 3-1 0,3 1 1 15,0-1-1-15,0 2-1 16,1-3 2-16,4 1 0 16,-2 0 1-16,4-1-1 15,-1 1 0-15,1 0 0 0,1 0 1 16,1 2-1-16,-1 0-1 15,-1 1 2-15,1-1-1 16,1 3 0-16,-3-1 0 16,5 3 0-16,-2-3 1 15,3 2-1-15,2 0 0 16,3 3 0-16,1-1 0 0,0 2 0 16,4 3 0-16,0-1 1 15,-2 3-1-15,2 1 0 16,0 2 0-16,0-1 0 15,0 2 0-15,0 0 0 16,0 0 0-16,0 1 0 0,0 1 0 16,2 1 0-16,2 1 1 15,1 3 0-15,3 3-1 16,-3 0 1-16,2 3 0 16,-1 1 1-16,-3 0-2 15,1 0 1-15,-2 3-1 0,-2 0 1 16,0 4-1-16,0 0 1 15,0 1 0-15,-2 1 0 16,0-3 1-16,-3 3 0 16,1-1 2-16,0 2-2 15,-2 1 0-15,2 0 0 0,-3 3 0 16,3-1-2-16,-2-1 1 16,1-2-1-16,-2 0 1 15,1 2-1-15,1-2 1 16,1 3-1-16,-3-2 0 15,0 1 0-15,0 0 0 0,1-1 0 16,-1 2 2-16,-2 1-2 16,0 1 0-16,0-1-2 15,-3-1 4-15,4 0-4 16,-1-3 4-16,1-1-2 16,0 0 0-16,2-3 0 0,3-3 0 15,-1-3 1-15,2-3-1 16,0-1 0-16,0 0 0 15,2 1 0-15,0 2 0 16,0-3 0-16,0 1 1 16,0 1-2-16,0-2 2 15,0-3-1-15,0 0 0 0,0 0 0 16,0-2 0-16,0 3-1 16,0 0 1-16,0-1 0 15,-3 2 0-15,1-3 0 16,0-1 0-16,2-1 0 15,-3-4 0-15,3-1-1 0,0-2 2 16,0-1 0-16,3 0 1 16,0-1-2-16,3 1 1 15,-4 1-1-15,2 0 0 16,1-1 0-16,1-2 0 0,2-1-2 16,0 0 4-16,1-3 2 15,-3 3-3-15,4 0 1 16,-3 0-1-16,1 1-1 15,-3-2 1-15,4 1-1 16,-2-2 0-16,3-2-1 16,0-1 2-16,3-4-5 0,2-1-1 15,1-4 3-15,-1 1 2 16,4 0-1-16,-1-4 2 16,-1 1-1-16,2 1-2 15,-4-1 3-15,3 0 1 16,-1 2-2-16,2-2 1 0,1 0-1 15,0 1 1-15,0 0-1 16,3-2-1-16,-1 3 0 16,2-1 0-16,-1 1 3 15,-1 1-1-15,0 2 0 16,1-2-1-16,1 1 0 0,3 1 0 16,-2-3-1-16,1-1 1 15,1 1 3-15,0-2 0 16,2-2 0-16,2-2 0 15,1 0 1-15,1 0 2 16,-1 0-4-16,1-2-1 0,0 0 1 16,-2 0 1-16,4 1-1 15,-2-1 1-15,-1 1-1 16,1-1 0-16,0 2 0 16,3 0-2-16,0-1 0 15,0 1 1-15,4-2-1 0,-4 1 1 16,2 0-1-16,-3-1 0 15,-1 2 0-15,1 0 0 16,0 0 2-16,1 0-1 16,1 0 0-16,3 0 0 15,3 0 0-15,1-1 0 0,-4 1 0 16,3-2-1-16,-3 2 1 16,0-1-1-16,3-1 3 15,-3 0 8-15,5-1-2 16,0 0-5-16,1 0 0 15,-1 3-1-15,0 0-3 0,2 0 2 16,-1 0-2-16,0 0 0 16,0 0 0-16,4 0 0 15,-1 0 0-15,0-1 0 16,2-5 1-16,1 2-1 16,-1-1 0-16,-2 1-1 15,2 3 2-15,-1-2-1 0,-1 0 1 16,2-1-1-16,1 2 0 15,0-2 0-15,1 1 0 16,0-2 1-16,1 2-2 16,0 0 2-16,-5 0-2 15,1 2 1-15,-2-1 0 0,-1 1 0 16,-2 0 0-16,0-1 1 16,-1-1-1-16,-1 2 0 15,-3-2 0-15,-2-1 0 16,-4 1 0-16,-1 1 0 0,-6 0 0 15,0 0 0-15,0 1 0 16,-3 1 1-16,1-2-1 16,-1-1-1-16,1 1 1 15,0-2 1-15,0 2-1 16,-1-4 0-16,0 2-1 16,-4 3-4-16,-5-2-36 0,-2-6-53 15</inkml:trace>
  <inkml:trace contextRef="#ctx0" brushRef="#br0" timeOffset="37860.19">2255 4012 265 0,'0'0'5'0,"0"0"-1"0,0 0-3 15,-29-37 1-15,27 35-2 16,2 2-1-16,0 5-19 16,0 6-13-16,4-1-55 0</inkml:trace>
  <inkml:trace contextRef="#ctx0" brushRef="#br0" timeOffset="38734.89">14787 7028 225 0,'0'0'0'0,"0"0"2"0,0 0-2 15,0 0 1-15,0 0 2 16,0 0-3-16,0 0 3 0,0 0 1 15,0 0-2-15,21 10-2 16,-18-1 0-16,0-2-2 16,-3-7-71-16</inkml:trace>
  <inkml:trace contextRef="#ctx0" brushRef="#br0" timeOffset="39473.51">3820 3782 171 0,'0'0'2'0,"0"0"1"0,0 0 0 0,0 0 4 15,0 0 2-15,0 0 1 16,0 0-1-16,0 0-7 15,0 0-2-15,6-9-17 16,-4 9-42-16,4 0-21 0</inkml:trace>
  <inkml:trace contextRef="#ctx0" brushRef="#br0" timeOffset="40254.82">15887 6889 177 0,'0'0'7'0,"0"0"-5"0,0 0 0 15,0 0 9-15,0 0 3 0,0 0-9 16,0 0-4-16,0 0 1 16,0 0-4-16,0 0-5 15,0 0-30-15,0 0-26 16</inkml:trace>
  <inkml:trace contextRef="#ctx0" brushRef="#br0" timeOffset="41019.99">5134 3799 201 0,'0'0'5'0,"0"0"0"0,0 0 7 0,0 0-7 16,0 0-4-16,0 0-1 16,0 0-2-16,0 0-2 15,0 0-4-15,0 0-11 0,0 0-25 16,0 0-24-16</inkml:trace>
  <inkml:trace contextRef="#ctx0" brushRef="#br0" timeOffset="41768.65">17268 6702 229 0,'0'0'9'0,"0"0"-7"0,0 0-1 0,0 0 0 16,0 0 0-16,0 0 4 0,0 0-2 16,0 0 0-16,0 0-2 15,0 0-2-15,0 0-13 16,0 0-16-16,-6 23-67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07T06:43:12.5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2392 4306 15 0,'0'-7'0'0,"0"-1"2"0,0 1 2 16,0-1 0-16,0-1 4 15,0 1-5-15,0-1 0 0,0 2 0 16,0 0-1-16,-2 2 6 16,0 0 1-16,-2 1-1 15,0 0-3-15,2-1-2 16,-2 1-1-16,1 0 1 15,1 1 2-15,-2-1 7 0,0 0 2 16,-1 1 1-16,0 0-4 16,1 0-5-16,-1 2 0 15,-1-1-3-15,-1 2-2 16,-2 0-1-16,0 0 0 16,-2 0 2-16,-1 0-1 15,2 0-2-15,-1 0 3 0,1 0-2 16,0 0 0-16,3 0 1 15,0 0-1-15,-2 0 0 16,2 0 0-16,1 0 2 16,-1 0-1-16,-2 0 3 15,0 0 1-15,-2 0-1 0,0 0-1 16,0 0 2-16,0 0-3 16,-3 3-1-16,1 3-1 15,-1 1 2-15,1 0-1 16,-3 0-1-16,1 4 0 15,1-2 1-15,1 4-1 0,2-2 1 16,-3 3-1-16,1 1-1 16,-1-1 2-16,1 0-1 15,-1 0-1-15,3-1 2 16,0 0-1-16,-2 1 0 0,4 0 1 16,0 3-1-16,-1-1 0 15,4 1 0-15,-1 1 0 16,1-1 0-16,2-1 0 15,-1 0 0-15,2-1 2 16,1-1-2-16,2-2-2 16,0 1 0-16,0-8-18 0,7-5-39 15</inkml:trace>
  <inkml:trace contextRef="#ctx0" brushRef="#br0" timeOffset="1837.19">2357 4317 63 0,'-8'-6'0'0,"1"-5"-4"0,1 2 4 0,0 0 0 16,-1-4-1-16,-1 0 2 15,0 2 2-15,1-4 11 16,-1 1 4-16,0 0-1 0,-1 0-3 16,3 1-2-16,-4 0-3 15,2 3 0-15,-5 1-2 16,-1 3-2-16,-1 0-4 16,-6 4-1-16,-2 2 2 15,0 0-4-15,-4 0-1 16,0 6 3-16,-2 2 0 0,2 1 0 15,0 0 0-15,0-1 0 16,3 2 1-16,0 0-1 16,5 0 4-16,2 3-2 15,3 4 1-15,3 2-1 0,-1 3-1 16,4 4 0-16,3 5 0 16,1 3-1-16,0 7 2 15,2-1-1-15,2 7 0 16,0 1 0-16,2 1 0 15,6 0-1-15,3-2 0 16,3-3 1-16,1-3-1 0,3-5 1 16,5-3-1-16,1-5 1 15,5 1 1-15,4-6 2 16,4-1-1-16,1-5 3 16,4 0-4-16,3-7 5 15,1-3 1-15,2-7 0 0,3 0-1 16,1-10-2-16,3-14 2 15,2-6-3-15,-1-7 0 16,-4-4-1-16,-6-6 0 16,-6-3-1-16,-11-4 1 15,-11-3 2-15,-9-1 4 0,-9-4 0 16,0 2 2-16,-14-4-3 16,-6 6 2-16,-5 1-5 15,-1 7-3-15,-2 5-2 16,-1 12-1-16,-2 8-3 15,-5 9-22-15,-1 5-104 0</inkml:trace>
  <inkml:trace contextRef="#ctx0" brushRef="#br0" timeOffset="2883.81">11696 5503 97 0,'-6'0'2'0,"2"0"-1"0,1-1 0 0,2-6 1 15,1-2 9-15,0-2 4 16,0-1 7-16,0-3 3 15,0-1-8-15,0 1-2 16,0-2-8-16,0 4-6 0,0 0-1 16,-6 0-1-16,-3 2-2 15,-2 4 4-15,-5 1 3 16,-1 0-3-16,-5 5 3 16,-3 1-1-16,-3 0-4 15,-3 0 5-15,-2 11-1 0,-2 6-3 16,1 6 1-16,0 5-1 15,1 4 0-15,4 6 0 16,2 7 0-16,2 2-1 16,2 7 2-16,6 3-1 15,1 4 2-15,5 0-2 0,3 1-2 16,8-2 4-16,0-2-4 16,12-6-1-16,9-7 0 15,3-8 0-15,5-6-1 16,0-8 4-16,3-9-1 15,0-2 4-15,5-5 3 16,-1-5 2-16,4-2-1 0,2 0-1 16,1-8-2-16,1-5-1 15,3-5-1-15,0-6-1 16,1-5 2-16,0-2 0 16,-2-6-2-16,-4-3 5 0,-2-1 2 15,-11 0 2-15,-5 1 2 16,-7-4 0-16,-9-2 1 15,-8 0 9-15,-2-1-1 16,-16 0-19-16,-9 7 1 16,-11 5-7-16,-15 9-10 15,-17 10-34-15,-16 4-85 0</inkml:trace>
  <inkml:trace contextRef="#ctx0" brushRef="#br0" timeOffset="4019.3">8085 13114 140 0,'0'0'68'0,"0"0"-64"0,0 0 2 15,0 0-2-15,0 0 2 0,0 0 7 16,0 0 8-16,0 0-12 16,0 0-3-16,0 0-5 15,0 0 2-15,0 32-2 16,0-5 1-16,0 2-1 15,2 4-1-15,0 1 3 16,0 0-3-16,0-1 0 0,-2-3 0 16,1-1 0-16,1-3 1 15,2-5-6-15,-4-4-34 16,4-7-54-16</inkml:trace>
  <inkml:trace contextRef="#ctx0" brushRef="#br0" timeOffset="4312.37">8306 13215 256 0,'0'0'8'15,"0"0"-6"-15,0 0 2 0,37 28 1 16,-18-16-4-16,0 2 1 16,0 0-1-16,3 0-2 15,-2 1 2-15,0 0 0 16,-3-2 0-16,2-1-1 16,-3 2 1-16,-3-3-2 0,-2-2-13 15,-2-4-49-15,-2-5-69 16</inkml:trace>
  <inkml:trace contextRef="#ctx0" brushRef="#br0" timeOffset="4525.3">8547 13218 243 0,'0'0'-9'0,"0"0"19"16,0 0-6-16,0 0-1 0,0 0-2 15,-40 8-3-15,33 9 1 16,-4 6 1-16,-1 6 0 16,-1 5 0-16,0 5-9 15,-1 0 14-15,-1 0-12 16,-1-2-23-16,3-5-57 16</inkml:trace>
  <inkml:trace contextRef="#ctx0" brushRef="#br0" timeOffset="4837.3">8748 13040 294 0,'0'0'4'16,"0"0"8"-16,0 0-10 15,0 0-2-15,0 0-2 16,0 0 1-16,0 61 1 0,0-28 2 16,0 8 0-16,2 3 0 15,4 3-2-15,4 3 0 16,1 2 0-16,-2-2-21 15,2-7-55-15,0-9-71 16</inkml:trace>
  <inkml:trace contextRef="#ctx0" brushRef="#br0" timeOffset="5315.22">9349 13319 145 0,'0'0'1'0,"38"-14"14"0,-15 9 16 15,1-3-6-15,5 1-5 16,0 2-2-16,0 2-2 16,3 1-6-16,-1 2-3 0,2 0-2 15,-4 0-3-15,-2 0 0 16,0 5-1-16,-6 0 0 16,-2 0-2-16,-1-2 2 15,-3-1-10-15,-2-2-16 16,-3 0-47-16</inkml:trace>
  <inkml:trace contextRef="#ctx0" brushRef="#br0" timeOffset="5500.57">9577 13096 334 0,'0'0'-9'16,"-33"47"11"-16,20-12 1 15,1 12-2-15,4 7 0 16,5 7 1-16,-1 9-2 16,2 3-3-16,0 1-26 0,0-5-72 15</inkml:trace>
  <inkml:trace contextRef="#ctx0" brushRef="#br0" timeOffset="6743.45">3610 3888 159 0,'0'0'1'0,"0"0"26"0,0 0-4 0,-43-20-19 16,35 19-4-16,-2 1 0 15,1 0 0-15,1 1-2 16,-4 10 1-16,-3 5 1 15,-1 3 0-15,-4 8 0 0,0 5-2 16,-5 8 3-16,1 4-2 16,-3 6 2-16,3 5-1 15,1 2 1-15,2 1-1 16,6-1 0-16,3-1 0 16,6-4 0-16,6-1 1 0,0 0-1 15,10 2 1-15,7-3-1 16,3 1 0-16,7-2-1 15,0 1 0-15,4 0 2 16,5-2-1-16,2 0 1 16,2-2 1-16,5-3 1 0,2-2 1 15,2-4-3-15,3-3-1 16,-1-6 1-16,5-5-2 16,-2-9 2-16,2-7 0 15,2-7-3-15,1-11-4 16,-1-12 0-16,1-9 6 15,1-10 1-15,-4-6 5 0,0-5-1 16,-4-2 3-16,-8-5 2 16,-6 0 4-16,-9 2-5 15,-10 0-1-15,-9-1 4 16,-10 0 1-16,0-2-1 16,-15 1-2-16,-10-3-3 0,-8 1-1 15,-13-3-2-15,-4 3-1 16,-10-2 0-16,-8 1 0 15,-8 5-1-15,-5 5 0 16,-8 11-4-16,-7 11-1 16,-13 15-23-16,-10 9-67 15</inkml:trace>
  <inkml:trace contextRef="#ctx0" brushRef="#br0" timeOffset="8061.41">10213 13100 129 0,'0'0'1'0,"0"0"2"0,0 0-3 15,0 0 0-15,0 0 1 16,-36 34 1-16,29-23 14 16,4 2 3-16,-1 6-2 15,1 2-6-15,0 3-6 0,3 4-1 16,0 0-1-16,0-1 0 15,0 0 0-15,6-5 1 16,1-1-1-16,2-2 2 16,0-5 1-16,1 0 0 15,3-6-2-15,-1-1-4 16,4-4-1-16,-3-3 2 0,1 0 2 16,2-12 1-16,-1-5 3 15,3-6 2-15,-5-3 0 16,1-3-3-16,-5-4 0 15,0-2-3-15,-6-1-2 0,-2 2 0 16,-1-1 2-16,-1 4-3 16,-11 2 0-16,-2 6 1 15,-4 2 0-15,-1 7 1 16,-4 5-1-16,-2 8 0 16,0 1 0-16,-1 11-4 0,4 8-26 15,1 5-27-15,1 1-40 16</inkml:trace>
  <inkml:trace contextRef="#ctx0" brushRef="#br0" timeOffset="8453.31">10673 12775 269 0,'0'0'-3'0,"0"0"4"0,0 0-4 0,0 0 9 16,-37 7-7-16,22 14 2 15,-1 6-4-15,1 9 7 16,2 8-1-16,3 5-1 16,2 7-1-16,6 1 0 0,2 0-1 15,0-4 1-15,8-5 0 16,6-6 2-16,3-7 0 16,0-7 0-16,4-3-2 15,2-5-11-15,0-5-3 16,1-7-22-16,-2-6-31 0,-2-2-72 15</inkml:trace>
  <inkml:trace contextRef="#ctx0" brushRef="#br0" timeOffset="8687.96">10825 13195 268 0,'0'0'-2'0,"0"0"2"16,0 0-10-16,0 0 11 0,0 0-2 16,0 0 3-16,42-27 4 15,-24 19-5-15,-3 1 3 16,6 1-3-16,-1-1 0 16,6 1 0-16,-3 0 1 15,0 1-22-15,-2-2-61 16,-1-1-92-16</inkml:trace>
  <inkml:trace contextRef="#ctx0" brushRef="#br0" timeOffset="8908.1">11209 12971 252 0,'0'0'10'0,"0"0"4"16,0 0-13-16,0 0 0 15,0 0-1-15,0 48 1 0,0-21-1 16,4 2 1-16,1 2 0 16,2 1-1-16,-2 2 0 15,-1-1 0-15,0 1 0 16,-4-5-12-16,0-4-22 16,0-9-61-16</inkml:trace>
  <inkml:trace contextRef="#ctx0" brushRef="#br0" timeOffset="9229.94">11301 12746 242 0,'0'0'2'0,"0"0"1"0,51-21-1 16,-26 21 3-16,1 0-3 16,-1 10 0-16,4 11 4 15,0 7-5-15,0 8 1 16,-4 6 0-16,-2 4-2 16,-2 4 2-16,-5 1 1 15,-5 6-6-15,-6 1 3 0,-3 0 0 16,-2-1-2-16,-2 0 3 15,-9-3-3-15,-6-4-21 16,-2-8-52-16,-4-7-36 16</inkml:trace>
  <inkml:trace contextRef="#ctx0" brushRef="#br0" timeOffset="9949.16">12030 13112 63 0,'0'0'102'0,"0"0"-96"0,0 0-6 0,0 0 9 16,40 4 2-16,-20-4 1 16,0-2 7-16,6-4-1 15,2 1-7-15,3-1-5 16,0 2 1-16,0 1-7 0,0 0 1 16,-3 2 1-16,-1 1-2 15,-5 0-3-15,-5 0-17 16,-5 0-39-16,-5 0-50 15</inkml:trace>
  <inkml:trace contextRef="#ctx0" brushRef="#br0" timeOffset="10183.7">12179 12982 264 0,'0'0'2'0,"0"0"2"16,0 0-3-16,0 0-2 15,0 0-2-15,0 0 3 0,-10 57 1 16,15-19-1-16,2 8 0 16,2 4 0-16,-3 2-3 15,1-1-47-15,-2-5-80 16</inkml:trace>
  <inkml:trace contextRef="#ctx0" brushRef="#br0" timeOffset="10688.35">12778 12968 157 0,'0'0'4'0,"-8"38"13"0,5-12 0 16,3 1-9-16,0 1-2 16,0-1-5-16,7-4 2 15,3-5 0-15,2-3-3 16,-1-7 2-16,2-4 6 0,1-4 0 16,-1 0-3-16,3-9 5 15,-1-6-1-15,1-5 0 16,-3-2-4-16,-3-4 2 15,-6-4 4-15,-4 0 2 16,0 0-5-16,-2 1 0 0,-10 0-3 16,-1 5-2-16,-3 6 0 15,1 2-2-15,-1 6-1 16,1 9-4-16,-3 1 4 16,5 11-21-16,0 8-16 15,5 3-11-15,0 1-28 16,5-2-66-16</inkml:trace>
  <inkml:trace contextRef="#ctx0" brushRef="#br0" timeOffset="11101.19">13458 12475 239 0,'0'0'2'0,"0"0"15"0,0 0 0 0,-34-14-7 16,21 14-9-16,1 7-2 16,-1 9 0-16,-6 6-2 15,1 8 3-15,-3 11 1 0,1 9-1 16,0 6-1-16,0 7 2 16,3 3 0-16,4 4-1 15,3-4 1-15,4-6-1 16,6-6-3-16,0-8-8 15,7-6-16-15,5-9-6 0,8-12-27 16,-2-12-51-16</inkml:trace>
  <inkml:trace contextRef="#ctx0" brushRef="#br0" timeOffset="11329.23">13466 12962 252 0,'0'0'-1'0,"0"0"12"0,0 0-7 16,54-34-2-16,-32 24-1 16,4 0-1-16,2 2 1 15,-4-1-2-15,3 1-3 16,0-1-26-16,-2-1-40 15,-5 0-58-15</inkml:trace>
  <inkml:trace contextRef="#ctx0" brushRef="#br0" timeOffset="11512.98">13855 12721 282 0,'0'0'9'15,"0"0"6"-15,0 0-13 16,0 37 0-16,0-15-2 15,0 5 1-15,0 3-1 16,0-1 0-16,0 1-1 0,0-2-4 16,0-1-18-16,0-3-10 15,0-6-38-15,0-9-30 16</inkml:trace>
  <inkml:trace contextRef="#ctx0" brushRef="#br0" timeOffset="11792.21">13983 12458 264 0,'0'0'17'0,"37"-11"-17"15,-17 8-2-15,6 3 5 16,3 0-1-16,2 15-1 15,0 6 2-15,-2 8-1 16,-2 8 0-16,-9 4 0 0,-4 6-2 16,-6 4 3-16,-8 3 1 15,0 3-6-15,-18 0 2 16,-9 1-2-16,-9 2-12 16,-10 1-14-16,-13-3-61 15</inkml:trace>
  <inkml:trace contextRef="#ctx0" brushRef="#br0" timeOffset="12595.5">7548 14436 153 0,'0'0'4'0,"0"0"12"0,0 0 4 0,0 0 3 0,0 0-7 15,0 0 6-15,0 0-11 16,0 0-6-16,0 0-3 16,0 0 0-16,0 0-4 15,0 0 5-15,36-22-2 16,-9 16-2-16,4-2 4 0,6-1-3 16,0 0 0-16,3-2 1 15,-4 3-1-15,3-2 0 16,-4 1 0-16,-2 2-12 15,-7 0-24-15,-3 0-22 16,-5 2-39-16</inkml:trace>
  <inkml:trace contextRef="#ctx0" brushRef="#br0" timeOffset="12795.04">7767 14240 282 0,'0'0'-2'0,"0"0"7"16,0 0-2-16,-20 37-6 15,20-5-2-15,3 10 4 0,7 12-3 16,4 12-15-16,-3 6-9 16,2 3-29-16,3-2-29 15</inkml:trace>
  <inkml:trace contextRef="#ctx0" brushRef="#br0" timeOffset="13222.67">8417 14463 201 0,'0'0'0'0,"0"0"3"0,0 0-2 16,-31 45-1-16,28-19 0 15,3 6 0-15,0 3 0 16,1 0 1-16,11-3-1 15,1-5 2-15,4-6-1 0,3-5 0 16,-1-7-6-16,3-7 3 16,-2-2-1-16,2-5 3 15,-4-11 3-15,-3-4 5 16,-2-6 7-16,-3-2 1 16,-6 0 1-16,-4-4 0 15,0 3-5-15,-4 1-7 0,-10 4-1 16,-1 3-2-16,-5 8-3 15,0 9-7-15,-4 4-44 16,3 13-48-16</inkml:trace>
  <inkml:trace contextRef="#ctx0" brushRef="#br0" timeOffset="13570.52">8907 14240 83 0,'0'0'160'0,"0"0"-162"0,0 0 0 0,-44-7-2 0,25 26-7 15,2 8-2-15,-2 8 13 16,4 10 1-16,-1 8 0 16,6 4 2-16,5 5-1 0,5 0 2 15,0-3 1-15,11-6-3 16,7-6 1-16,2-9-1 16,5-8-5-16,2-9-4 15,1-8-13-15,-1-9-5 16,0-4-29-16,-3-3-68 0</inkml:trace>
  <inkml:trace contextRef="#ctx0" brushRef="#br0" timeOffset="13785.31">9032 14642 269 0,'0'0'-1'0,"0"0"-3"16,0 0-1-16,0 0 11 16,0 0-1-16,55-48-1 0,-32 35-1 15,4 0-2-15,0 0 0 16,2 0-6-16,-5 0-38 16,-1 0-76-16</inkml:trace>
  <inkml:trace contextRef="#ctx0" brushRef="#br0" timeOffset="13956.14">9311 14397 274 0,'0'0'9'0,"0"0"0"16,0 0-8-16,0 0-2 0,-2 48 0 16,2-14 1-16,2 3 1 15,3 4-1-15,-2 3-1 16,1 0-13-16,0-3-28 15,-2-4-48-15</inkml:trace>
  <inkml:trace contextRef="#ctx0" brushRef="#br0" timeOffset="14227.06">9371 14189 265 0,'0'0'0'15,"0"0"-1"-15,0 0 1 0,50 20 1 16,-28 7 0-16,3 10 0 16,-1 10 1-16,1 8-1 15,-4 6 1-15,-4 3-2 16,-5 4 0-16,-4 1 0 15,-6-2-2-15,-2-5-17 0,0-2-41 16,-4-11-30-16</inkml:trace>
  <inkml:trace contextRef="#ctx0" brushRef="#br0" timeOffset="14546.49">9888 14537 271 0,'0'0'9'0,"0"0"-13"15,0 0 7-15,0 0 7 16,47-4-2-16,-29 0-1 16,6-2-3-16,-1-1-2 15,2 3-1-15,-3-2-1 16,2 0 0-16,-5 2-5 16,-4 1-18-16,-4 0-42 0,-4-1-77 15</inkml:trace>
  <inkml:trace contextRef="#ctx0" brushRef="#br0" timeOffset="14747.23">9931 14400 152 0,'0'0'80'0,"-9"51"-80"0,9-18 0 15,0 8 2-15,0 4-2 16,9 6-5-16,-2-1-28 16,1-2-29-16,-1-4 9 15</inkml:trace>
  <inkml:trace contextRef="#ctx0" brushRef="#br0" timeOffset="15302.45">10474 14229 258 0,'0'0'27'0,"0"0"3"0,0 0-13 16,0 0 11-16,0 0-21 16,0 0-11-16,0 0 4 15,-1 48-2-15,10-15 4 0,3 4-2 16,-4 3 0-16,1 1-11 16,-1 0-14-16,-2-3-20 15,-4-6-74-15</inkml:trace>
  <inkml:trace contextRef="#ctx0" brushRef="#br0" timeOffset="15642.01">10943 13989 266 0,'0'0'-4'15,"0"0"22"-15,0 0-10 16,-44-1-2-16,27 16-7 16,0 8 0-16,-1 12 0 15,2 8 2-15,1 11 0 16,5 7 0-16,4 2 2 0,6-1-3 15,0-1 2-15,9-7 0 16,7-6-1-16,1-8-1 16,6-6-8-16,-1-5-8 15,2-9-18-15,-1-11-7 16,0-9-36-16</inkml:trace>
  <inkml:trace contextRef="#ctx0" brushRef="#br0" timeOffset="15884.37">11063 14243 245 0,'0'0'5'16,"0"0"14"-16,0 0-14 15,0 0-5-15,-10 53 1 16,10-23 0-16,0 1 0 0,6 2 0 15,1-2 0-15,2-4 0 16,-2 0-1-16,2-6 0 16,0-1-2-16,-2-5-19 15,-1-7-46-15,-2-8-48 0</inkml:trace>
  <inkml:trace contextRef="#ctx0" brushRef="#br0" timeOffset="16469.25">11257 14006 259 0,'0'0'7'0,"0"0"7"15,0 0-8-15,0 0 5 0,0 0-3 16,42-24-1-16,-22 24-1 16,0 4-1-16,6 10-1 15,1 9 1-15,-2 10-3 0,2 6 0 16,-6 7-1-16,0 7 0 16,-3 4-1-16,-7 6 0 15,-6 1-3-15,-4 3-11 16,-1 3-6-16,-2-4-6 15,-9-5-7-15,-3-5-19 0,1-11-61 16</inkml:trace>
  <inkml:trace contextRef="#ctx0" brushRef="#br0" timeOffset="16824.29">11876 14277 54 0,'0'0'250'16,"0"0"-245"-16,0 0-4 16,39-7 1-16,-21 5 4 15,4 0-1-15,-1 0-3 16,5 1-1-16,-1 1-1 0,-1 0 1 16,1 0-1-16,-2 0 0 15,-1 0-5-15,-3 0-14 16,0-4-33-16,-10-4-98 15</inkml:trace>
  <inkml:trace contextRef="#ctx0" brushRef="#br0" timeOffset="16995.5">12076 14050 346 0,'0'0'4'0,"0"0"1"0,-27 43-5 15,23-13 1-15,4 9 2 16,0 7-6-16,0 5-23 16,0 3-13-16,0-2-51 15</inkml:trace>
  <inkml:trace contextRef="#ctx0" brushRef="#br0" timeOffset="18802.25">12811 14061 112 0,'0'0'5'0,"0"0"37"0,0 0-2 0,0 0-13 16,0 0-13-16,0 0-11 15,0 0-2-15,0 0 5 16,0 0 1-16,0 0 1 15,-33 46-5-15,33-28-1 16,0 4-1-16,4 2 0 16,5 0 1-16,-1 2-2 0,4-4 0 15,-3-5 0-15,3-2 0 16,-4-7-4-16,3-4 4 16,-1-4 1-16,1 0 4 15,0-4 0-15,3-6-1 0,-2-4 0 16,2-2-4-16,-3-1 2 15,-5-1-1-15,-1-1 0 16,-2-1-1-16,-3 1 1 16,0 1-1-16,-11 0 3 15,-2 1-2-15,-3 3 0 0,0 2-1 16,-2 5-5 0,-4 7-10-16,4 0-16 0,-3 7-59 15,4 6-24-15</inkml:trace>
  <inkml:trace contextRef="#ctx0" brushRef="#br0" timeOffset="19358.34">13406 13779 79 0,'0'0'8'0,"0"0"34"0,0 0-4 0,-5-45 4 15,-2 37-11-15,1 1-7 0,-2 3-5 16,0 2-8-16,-2 2-8 15,3 2 1-15,-5 12-1 16,1 8-4-16,2 7 1 16,0 10-6-16,0 5 10 15,1 1-3-15,4 2-1 0,1-4 1 16,3-1 1-16,0-3-2 16,0-4 2-16,3-1 0 15,7 0-2-15,4-1-2 16,1-3 2-16,4-2 2 15,4-3-9-15,0-3-24 0,2-9-4 16,0-9-28-16,0-4-19 16</inkml:trace>
  <inkml:trace contextRef="#ctx0" brushRef="#br0" timeOffset="19556.87">13641 14066 177 0,'0'0'-23'16,"4"-45"56"-16,-4 33 12 15,0 5-7-15,0 7-7 16,0 0-22-16,0 7-3 16,0 7-3-16,0 7-2 0,0 6-1 15,0 3 0-15,0 1-8 16,2-1 15-16,3-1-9 16,2-2-21-16,-3-7-20 15,-1-6-22-15,0-6-37 16</inkml:trace>
  <inkml:trace contextRef="#ctx0" brushRef="#br0" timeOffset="19841.82">13888 13722 227 0,'0'0'4'0,"0"0"10"16,0 0-1-16,48-22-5 16,-33 22-4-16,4 0 0 0,2 9-2 15,-2 10 0-15,3 6 2 16,-5 9-2-16,0 6-1 16,-5 6 0-16,-2 2-1 15,-8 0 0-15,-2-1-2 0,0-2-2 16,-11-2-5-16,-4-2-9 15,-4 0-25-15,-6-4-45 16</inkml:trace>
  <inkml:trace contextRef="#ctx0" brushRef="#br0" timeOffset="20141.55">13255 14106 253 0,'0'0'14'0,"0"0"16"15,0 0-15-15,0 0-14 16,0 0-2-16,0 0 0 16,0 0 3-16,50-12-6 15,-21 12-13-15,-1 0-14 0,-1 0-69 16</inkml:trace>
  <inkml:trace contextRef="#ctx0" brushRef="#br0" timeOffset="20925.53">7837 15706 159 0,'0'0'6'0,"0"0"1"0,0 0-5 0,0 0 0 15,0 0 0-15,36-15 0 16,-15 10 11-16,4-2 6 0,4 2 1 16,4-3-5-16,3 4-11 15,2-1-2-15,2 3-1 16,-2 2-1-16,-2 0-1 16,-5 0-21-16,-8 0-43 15,-7 0-101-15</inkml:trace>
  <inkml:trace contextRef="#ctx0" brushRef="#br0" timeOffset="21116.77">8073 15500 316 0,'0'0'0'16,"0"0"-5"-16,-9 66 5 15,9-25-1-15,7 11-5 0,1 11-8 16,2 9-20-16,-1 4-24 16,-3 4-36-16</inkml:trace>
  <inkml:trace contextRef="#ctx0" brushRef="#br0" timeOffset="21564.28">8581 15796 238 0,'0'0'2'15,"-20"51"0"-15,17-21 0 16,3 5-2-16,0-2 0 16,0-3 0-16,9-5-1 0,3-8 1 15,0-5-2-15,3-7-1 16,0-5-1-16,-3 0 7 15,1-7 0-15,0-7 1 16,-2-2 1-16,-4-5-2 16,-3 0 2-16,-2-2 5 15,-2 0 2-15,-4 0-1 0,-7 0 4 16,-3 1-4-16,-1 4-8 16,-3 4-3-16,2 7-9 15,-1 7-21-15,3 2-55 16,-2 16-93-16</inkml:trace>
  <inkml:trace contextRef="#ctx0" brushRef="#br0" timeOffset="21835.8">9021 15574 243 0,'0'0'-2'0,"0"0"22"0,0 0 10 16,0 0-14-16,0 0-8 15,-42 17-6-15,34 17 2 16,4 9 0-16,4 8-3 16,0 4 0-16,7 4 2 15,6 0-3-15,6-2 1 16,2-2-2-16,2-2-24 0,-2-8-54 15,-2-7-132-15</inkml:trace>
  <inkml:trace contextRef="#ctx0" brushRef="#br0" timeOffset="22027.14">9231 15899 274 0,'0'0'-4'16,"0"0"1"-16,35-30 6 0,-14 15 1 16,-3-2-2-16,4 2-2 15,-2-1-11-15,2 3-18 16,-4-3-20-16,1 5-27 16</inkml:trace>
  <inkml:trace contextRef="#ctx0" brushRef="#br0" timeOffset="22184.21">9526 15632 251 0,'0'0'10'15,"7"40"-7"-15,-3-13 2 0,1 3 0 16,3 3-3-16,-1 1-2 16,0 0 0-16,0-2-10 15,-5-2-43-15,-2-3-79 16</inkml:trace>
  <inkml:trace contextRef="#ctx0" brushRef="#br0" timeOffset="22433.44">9584 15470 115 0,'0'0'164'15,"0"0"-164"-15,43-20 0 16,-24 20 1-16,2 9 1 16,4 14 2-16,3 8 0 15,0 10 1-15,-4 10 2 0,2 8-8 16,-3 7-2-16,-5 5 4 16,-5 5-2-16,-4 5-6 15,-5 0-35-15,-1-8-85 16</inkml:trace>
  <inkml:trace contextRef="#ctx0" brushRef="#br0" timeOffset="22860.69">10159 15762 223 0,'0'0'21'0,"0"0"-12"0,0 0-6 0,0 0 8 16,44-8 1-16,-26 0-8 0,1-1-2 15,4 2-1-15,2-1 1 16,2 2-2-16,-3 1 1 15,2 2 0-15,-3 1-8 16,-3 1-17-16,-3 1-46 16,-6 0-33-16</inkml:trace>
  <inkml:trace contextRef="#ctx0" brushRef="#br0" timeOffset="23073.86">10352 15566 302 0,'0'0'-7'0,"0"0"28"15,0 0-4-15,0 0-12 16,0 0-6-16,-10 46 1 0,16-10 0 16,1 4 0-16,3 5-1 15,3 5-3-15,1-2-19 16,0-4-20-16,2-4-58 15</inkml:trace>
  <inkml:trace contextRef="#ctx0" brushRef="#br0" timeOffset="23436.65">10835 15638 248 0,'0'0'-5'16,"0"0"2"-16,0 45-6 15,0-22-21-15,0 5 5 16,0 1 12-16,0-3 11 0,0-2 2 16,7-7 1-16,2-3 0 15,1-7 1-15,2-7-4 16,2 0 2-16,0-10 3 15,0-6 1-15,-2-5-1 0,-1-1 4 16,-3-3 3-16,-4 1 13 16,-4 0 4-16,0 1 3 15,-10 2-5-15,-3 0-7 16,-3 4-9-16,-3 5-7 16,-1 4-3-16,2 8-15 0,-2 0-27 15,1 11-47-15,2 3-17 16</inkml:trace>
  <inkml:trace contextRef="#ctx0" brushRef="#br0" timeOffset="23722.34">11196 15299 290 0,'0'0'0'16,"0"0"7"-16,0 0 6 16,0 0-12-16,0 0-2 15,-41 5 8-15,28 18-9 16,-3 10 3-16,5 6 1 16,2 10-1-16,5 3 0 0,4 5-1 15,0-2 1-15,11-5-1 16,4-3-13-16,3-7-26 15,3-9-32-15,-1-4 5 16,2-6-54-16</inkml:trace>
  <inkml:trace contextRef="#ctx0" brushRef="#br0" timeOffset="23941.98">11294 15624 238 0,'0'0'0'15,"0"0"0"-15,0 0-2 16,40-26 8-16,-21 15-4 16,2 1 1-16,3-1-3 0,0 2 1 15,0 1-6-15,-4-1-68 16,0 2-62-16</inkml:trace>
  <inkml:trace contextRef="#ctx0" brushRef="#br0" timeOffset="24184.05">11627 15374 199 0,'0'0'-8'0,"0"0"9"16,0 0 0-16,0 0 4 16,0 0-2-16,0 0 1 15,0 0 13-15,0 51 0 0,0-30-6 16,3 5-9-16,3 1-1 16,-2 1-1-16,1 2-6 15,-1-3-28-15,-2 1-52 16</inkml:trace>
  <inkml:trace contextRef="#ctx0" brushRef="#br0" timeOffset="24576.63">11654 15202 42 0,'0'0'2'0,"0"0"1"15,0 0 12-15,45-13 9 16,-31 13 0-16,2 2 6 15,3 8 1-15,-1 8-1 0,4 2-3 16,0 10-16-16,2 1 14 16,-1 6-12-16,-3 4-7 15,0 3-3-15,-4 0 0 16,-3 3 0-16,-1 1-3 16,-5 3 0-16,-1-1-1 0,-4 0 1 15,0-1-1-15,-2-1-18 16,0-3-54-16,0-8-105 15</inkml:trace>
  <inkml:trace contextRef="#ctx0" brushRef="#br0" timeOffset="24895.8">12284 15574 276 0,'0'0'12'16,"0"0"11"-16,0 0-21 15,0 0 2-15,0 0 0 16,0 0 2-16,42-10 4 15,-26 3-3-15,4 1-4 16,2-1-2-16,1-1 0 0,0-1-1 16,3 2-1-16,-1-3-7 15,1-1-20-15,-3-5-35 16,-8 1-96-16</inkml:trace>
  <inkml:trace contextRef="#ctx0" brushRef="#br0" timeOffset="25073.48">12420 15340 349 0,'0'0'-4'15,"0"0"15"-15,0 0-8 16,-38 42-2-16,36-19-2 0,2 6-1 16,0 5 0-16,0 2-4 15,2 3-7-15,4 0-10 16,4-1-15-16,-1-3-49 15</inkml:trace>
  <inkml:trace contextRef="#ctx0" brushRef="#br0" timeOffset="25424.25">12838 15289 281 0,'0'0'-1'0,"0"0"-1"16,0 0-9-16,0 0-20 16,0 0-5-16,0 0 1 15,0 0 3-15,0 0 25 16,13-9 11-16,-13 16 13 15,0 5 4-15,0 2 11 0,0 4-5 16,1 2-1-16,2 4-8 16,-1 3-9-16,4 2-3 15,-2-2-1-15,3 1-2 16,1-2-2-16,4-4 1 16,-3 0-7-16,2-6-31 0,0-7-71 15</inkml:trace>
  <inkml:trace contextRef="#ctx0" brushRef="#br0" timeOffset="25756.6">13380 15047 320 0,'0'0'0'0,"0"0"6"15,0 0 2-15,0 0-7 16,-41-8-5-16,32 25-6 16,-4 8 7-16,1 9 2 0,-1 10 2 15,1 6 0-15,2 4-1 16,5 3 1-16,3-2 0 15,2-2-1-15,0-6 0 16,13-6 1-16,4-6-5 16,4-9-23-16,6-12-14 15,2-8-22-15,-2-6-7 0</inkml:trace>
  <inkml:trace contextRef="#ctx0" brushRef="#br0" timeOffset="25955.86">13601 15226 352 0,'0'0'2'0,"0"0"1"16,-25 54-3-16,21-28 2 0,3 2-2 16,0 3-3-16,1-1-4 15,0 1-9-15,0-5-8 16,0-2-16-16,0-5-23 15,1-5-22-15</inkml:trace>
  <inkml:trace contextRef="#ctx0" brushRef="#br0" timeOffset="26190.13">13801 15057 393 0,'0'0'14'0,"0"0"-2"16,0 0-8-16,42 22 2 15,-21-3-4-15,3 4 0 0,0 8-1 16,0 3-1-16,-9 6-2 16,-4 4-29-16,-11 5-10 15,0 5 2-15,-19 2-10 16,-8 3-40-16</inkml:trace>
  <inkml:trace contextRef="#ctx0" brushRef="#br0" timeOffset="26610.3">12980 16274 304 0,'0'0'-1'0,"0"0"-1"0,0 0 3 15,48-34-2-15,-31 20 1 16,4-3-34-16,-3-1-56 16,-3 3-87-16</inkml:trace>
  <inkml:trace contextRef="#ctx0" brushRef="#br0" timeOffset="26745.61">13059 16476 375 0,'0'0'7'0,"0"0"-2"16,0 0-6-16,0 0-13 16,0 0-20-16,0 0-66 15</inkml:trace>
  <inkml:trace contextRef="#ctx0" brushRef="#br0" timeOffset="27138.28">13457 16041 377 0,'0'0'16'0,"0"0"8"16,0 0-26-16,0 0 3 16,0 0 2-16,0 0-2 15,38-31-1-15,-26 31-3 16,-5 0-14-16,1 6-15 0,-6 9 13 15,0 5 9-15,-2 3 6 16,0 2 2-16,-4 1-1 16,-3-2-1-16,3-4 4 15,0-5 1-15,4-4 2 16,0-5-3-16,0-5 0 0,11-1 0 16,5 0 2-16,3 0 1 15,4-1 1-15,0 1-2 16,0 0 1-16,-4 5-1 15,-6 12-1-15,-4 4 2 16,-9 8 1-16,-2 2 5 0,-17 9 0 16,-9 2-6-16,-8 6-6 15,-12 1-17-15,-8-5-58 16</inkml:trace>
  <inkml:trace contextRef="#ctx0" brushRef="#br0" timeOffset="33215.57">2513 4013 57 0,'0'0'20'0,"0"0"-6"0,0 0-4 0,0 0 3 0,0 0 0 16,0 0-4-16,0 0-3 15,0 0 1-15,0 0-1 16,0 0 15-16,0 0 1 0,0 0 17 15,-12 0-26-15,12 0-9 16,-2-1-1-16,2-1-1 16,-2-2 1-16,-1 1-1 15,3-2-5-15,-2-1 6 16,0-2-3-16,0-2 0 0,0-1 1 16,2 0-2-16,-2 0 1 15,2-5 0-15,-2 3 0 16,1-4-2-16,1 1 2 15,0-2 0-15,0 1 2 16,0-3-2-16,0 3-5 0,7-3 4 16,0-1 2-16,6 0-3 15,0-2 3-15,1 0-1 16,4-2-1-16,2 2 0 16,-3-1 3-16,2 0-2 15,-2 1 0-15,1 2 1 16,-1 1-2-16,-2 0 1 0,1 4 0 15,-1 1-1-15,3 2 2 16,-2 0-1-16,8-1-1 16,-1 1-1-16,4 0 0 15,4 0 0-15,2-1 1 16,1 0 0-16,1 2 0 0,1-1 1 16,-3 1-1-16,1 2 1 15,-5 0 0-15,-2 3-2 16,-4 1 2-16,-2 2 2 15,2 2-2-15,-3 0-2 0,1 2 4 16,0 0-2-16,0 0-2 16,1 0 4-16,0 3-4 15,-3 3 2-15,1-1-1 16,-1 3 1-16,-3 1 0 16,-1 0-1-16,2 1 0 15,-4 3 1-15,1-1-2 0,-1 2 2 16,0 1 0-16,-1-1 0 15,-2 3 0-15,2 0-2 16,-6 0 3-16,3 2-1 16,-2 2 0-16,0-3 1 15,-3 2 0-15,1 0-1 0,-1-1 0 16,1-1 2-16,-1-1-1 16,2-3-1-16,-2 1 1 15,0-2-1-15,0-2 0 16,0-1 2-16,-1-2-2 15,1 1 0-15,-2-2 0 0,0-2 0 16,0 1 1-16,-1-2-1 16,1 1 0-16,1-2 0 15,-1-1 1-15,-2 1-1 16,2-1 1-16,-2-1 1 16,0 0-1-16,2 2 0 15,-2 1-1-15,2 2 0 0,-1-2 0 16,1 2-11-16,0 0-34 15,-2-3-29-15,0-3-48 16</inkml:trace>
  <inkml:trace contextRef="#ctx0" brushRef="#br0" timeOffset="33905.62">3482 3746 6 0,'0'0'58'0,"0"0"-49"0,0 0 3 16,0 0 5-16,0 0-11 15,0 0 5-15,0 0-5 16,0 0-3-16,0 0 3 0,0 0-1 15,0-1 3-15,0 1 2 16,2 0-2-16,-2-2-2 16,2 1-3-16,1 1-2 15,-1 0-1-15,3 0 0 16,-3 0 0-16,1 0-1 0,1 1 0 16,0 5 2-16,3-2-3 15,-3 2 5-15,2 1-2 16,0 0-1-16,0 0 1 15,-1-2-1-15,1 1 0 16,-1-1 1-16,0-1-1 0,-1-1 0 16,0 1 1-16,1-2 0 15,-1 0 1-15,0 0-1 16,-3-2 0-16,1 0 0 16,1 0 0-16,-3 0 0 15,2 0 8-15,-2 0 23 0,2-2-16 16,0-6-13-16,0 0 0 15,0-5 1-15,3-3 1 16,1-1-2-16,1-3-1 16,0-2 0-16,4-3 0 15,0 1-1-15,7 0-2 16,-1-6 0-16,2-3-23 0,-5-4-169 16</inkml:trace>
  <inkml:trace contextRef="#ctx0" brushRef="#br0" timeOffset="36050.39">2059 15499 115 0,'0'0'2'0,"0"0"1"0,0 0-2 0,0 0 1 16,0 0-1-16,0 0 3 16,0 0 1-16,0 0 0 0,0 0 1 15,0 0-1-15,-23-33-1 16,21 26 1-16,-2-2-3 15,2 2-1-15,-1 0-1 16,1 4 0-16,-2 2 0 16,0 1-1-16,-2 0 1 15,0 10-1-15,-1 4 0 0,-3 0 1 16,2 3 0-16,1 2 0 16,3-2 0-16,2 0 1 15,2 0-1-15,0 0 0 16,0-2-2-16,9 0 4 15,-1-1-2-15,4-3-1 0,-1-2 3 16,1 2-2-16,1-5 1 16,0 1 0-16,3 0 2 15,-3 0-2-15,1 0 0 16,-1-1 0-16,-2 4 1 16,-2-1-2-16,-2 1-3 0,-1 1 2 15,-4 3 5-15,-2-1-3 16,0 1 1-16,0 2 0 15,-4 2 0-15,-5-2 1 16,1 0 2-16,-4-2-2 16,3-3 0-16,-1-3 4 0,2-2-2 15,1-2 3-15,3-3-5 16,2-1-1-16,2 0-1 16,0-2-2-16,0-11-25 15,2-5-35-15</inkml:trace>
  <inkml:trace contextRef="#ctx0" brushRef="#br0" timeOffset="37232.56">2126 15208 50 0,'0'0'17'0,"0"0"-7"0,0 0-4 15,0 0 0-15,0 0-1 16,0 0-3-16,0 0 1 15,0 0-1-15,0 0-2 0,0 0 1 16,0 0 5-16,0 0-2 16,20 21-2-16,-16-13 1 15,1 1-1-15,1 2 0 16,-1-2 0-16,4 6 1 16,-5-2 1-16,3 3 0 15,-2 1-2-15,1 1 2 0,1 2 0 16,-4-1-2-16,3 2 0 15,-4-1-1-15,2-1 0 16,-1-1 0-16,-1-1 1 16,2 0 2-16,-1 0-2 15,2-3-1-15,-1 2-1 0,0-2 1 16,-1-2 0-16,3 0-1 16,-4 0 1-16,2 0 1 15,2-2-2-15,-2 2 0 16,-2-1 0-16,2-1 1 15,1-3 0-15,-1 3 0 16,1-3 1-16,2 0 0 0,-3 0-1 16,1 0 0-16,-1-1 0 15,0-1-1-15,1-1 1 16,0 0 0-16,-3-3 0 16,2 2 3-16,1-3-3 0,-3 2 3 15,2-2 0-15,-2 0 4 16,3 0-1-16,2-2 4 15,-4-5-2-15,3 0 0 16,0-2-1-16,1-5-1 16,-3 3-3-16,4-3-1 0,-2 1-1 15,-1 0 0-15,1 0-1 16,-4 5-1-16,2-2 2 16,2 1-2-16,-6 2 0 15,0 1 0-15,2-1 0 16,-2 0 0-16,0 0 0 15,0-3 0-15,0 3 0 0,0 0 0 16,0-1 0-16,0 2 0 16,0 0 0-16,0 2 0 15,0 0 0-15,0 1-2 16,0 1 2-16,2 2-1 16,0 0-1-16,1 0 0 0,1 0-1 15,0 0 0-15,0 2-4 16,1 4 6-16,0 1 0 15,-1 1 0-15,1-1 3 16,-1 3-1-16,0-1-1 16,1 1 1-16,-1-3-1 0,1 0 2 15,-2 0-2-15,1-3 0 16,0-1 0-16,0 1 1 16,1-1-1-16,1-1 1 15,-2-1-1-15,2-1 1 16,1 0-2-16,1 0 2 0,2 0 0 15,-2 0-10-15,1-7-27 16,-3-2-26-16,2-1-67 16</inkml:trace>
  <inkml:trace contextRef="#ctx0" brushRef="#br0" timeOffset="37446.18">2369 15331 61 0,'0'0'68'0,"0"0"-70"0,0 0-17 0,0 0-72 0</inkml:trace>
  <inkml:trace contextRef="#ctx0" brushRef="#br0" timeOffset="37943.82">2763 15308 114 0,'0'0'6'0,"0"0"16"15,0 0 1-15,0 0-1 0,0 0-10 16,0 0-5-16,0 0 0 15,-38-17-3-15,31 17-4 16,0 0 0-16,-1 0 0 16,3 2 0-16,-1 6 2 0,0 2-3 15,2 4 1-15,2 1 1 16,0 3-2-16,2 1 1 16,0-1 0-16,0 3 1 15,0-3-1-15,4-2 0 16,1-1 0-16,4-4 0 15,-2-4-1-15,1-1 1 0,1-2 0 16,0-2 1-16,0-2 4 16,2 0-1-16,-1-3 0 15,0-7 1-15,-3-3-2 16,2-4 0-16,0-2-2 16,-4-2 0-16,1-3-1 0,-2 1-1 15,-2-5-12-15,-1-1-22 16,-1-2-37-16</inkml:trace>
  <inkml:trace contextRef="#ctx0" brushRef="#br0" timeOffset="38377.12">2701 14884 4 0,'0'0'42'0,"0"0"-28"15,0 0 11-15,0 0-6 0,0 0 1 16,-5-37-8-16,5 37-4 16,0 0-12-16,0 0 3 15,0 7 1-15,0 3 1 16,4 3 4-16,-1 2-1 16,3 1 1-16,-2 2 3 0,1 2 0 15,2 0-1-15,0 3 0 16,-1 0-2-16,-1-2 1 15,1 0-2-15,1-1-2 16,0 0 1-16,-3-1 2 16,1 1-2-16,1-1-1 0,-2 1 0 15,2 0 0-15,0 0-1 16,-3 1 1-16,3-2-1 16,-2-1-1-16,4-1 2 15,-2-2-2-15,-2-1 2 0,5-3 0 16,0-1-1-16,0-3 1 15,0 0-4-15,0-3-5 16,1-2-13-16,2-2-17 16,-3 0-3-16,3-2 0 15,1-5-45-15</inkml:trace>
  <inkml:trace contextRef="#ctx0" brushRef="#br0" timeOffset="38918.07">2963 15314 36 0,'0'0'46'0,"0"0"-13"16,0 0-3-16,0 0 0 15,0 0-5-15,0 0-12 16,0 0-9-16,0 0-4 0,0 0-1 16,1-10 2-16,4 10 0 15,-3-3 0-15,2 2 1 16,1-2 1-16,-1 0-1 16,0-1 0-16,1 0 1 15,-1-1-2-15,-1-2 4 0,-1-1 5 16,-1 1 0-16,-1-2-2 15,1 0-3-15,-1 0-3 16,0-3 0-16,0 1-1 16,0 1 0-16,0-1-1 15,-2 2 1-15,-5 0-1 0,1 0 0 16,1 2 0-16,-3 2-2 16,3 1-1-16,-4 3 2 15,2 1-2-15,1 0 1 16,1 0 1-16,-1 7-2 15,2 3 5-15,-2 1-2 0,4 3-2 16,-2 0 2-16,2-1-1 16,2 2 1-16,0-2 0 15,0 0 0-15,2-1 0 16,4 2 0-16,0-3 0 16,0-1 1-16,0 2 1 0,-2-4-2 15,3-2 0-15,-3 1 0 16,1-3 1-16,0-1-1 15,0 1 0-15,1-2 0 16,0-1-1-16,-1-1 1 16,2 0 0-16,2 0 2 0,-1 0 1 15,1-5 0-15,5-1-1 16,-1 0-2-16,1-2-2 16,-5 1-48-16,-1-3-73 15</inkml:trace>
  <inkml:trace contextRef="#ctx0" brushRef="#br0" timeOffset="39488.33">2309 15977 8 0,'0'0'36'0,"0"0"-9"0,0 0 2 0,0 0 0 16,0 0-8-16,0 0-3 0,0 0-8 16,0 0-6-16,0 0-1 15,42-28-2-15,-24 15 0 16,5-1 2-16,2-3 2 15,6-1 0-15,2-4-1 16,5 1-2-16,4-3 1 0,1-2-2 16,2-2 0-16,0 2-1 15,-1-1 0-15,3 0 1 16,-2 3-1-16,2 0 0 16,-7 4 1-16,0 3-1 15,-8 3 0-15,-3 2 0 16,-7 5 0-16,-5 3-1 0,-5 3 0 15,-3 1-4-15,-9 0-21 16,0 7-19-16,-2 3 26 16,-11-1-78-16</inkml:trace>
  <inkml:trace contextRef="#ctx0" brushRef="#br0" timeOffset="39915.29">2407 16054 2 0,'0'0'12'0,"39"-20"5"0,-18 6-1 0,4-1-1 15,2-1 5-15,2-1-3 0,-2 0-5 16,2-2 2-16,-2 2 3 16,-1 0 3-16,1-1-5 15,2-1-3-15,-1 1 0 16,3-2 0-16,2 0-2 15,0-1-2-15,-1 1-4 0,1 3-2 16,2 0 1-16,-4 3-1 16,-3 2-1-16,-3 5 0 15,-2 1-1-15,-1 2 0 16,-3 4 0-16,-2 0-1 16,-13 10-7-16,-4-4-110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07T06:41:37.4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2343 5027 66 0,'0'0'5'0,"0"0"1"0,0 0-1 16,0 0-2-16,0 0-2 15,0 0 8-15,0 0 4 0,-28-38 0 16,24 34 1-16,-2 1 0 16,1 0-5-16,-1-3-2 15,0 3 0-15,2-4-2 16,2-1 3-16,0-1 0 16,0-2-3-16,2 0-4 15,0-2 3-15,0 0-2 0,0-1 2 16,0-3-4-16,2 0 1 15,2-2-2-15,1 1 2 16,4-3-2-16,-2 1 1 16,1 0 2-16,2-1-1 15,1 2-1-15,-3 2-1 0,1 0 2 16,1 1-1-16,-2 2 0 16,1 1 0-16,-1 2 0 15,0 1-1-15,1 1 1 16,-1 1 0-16,2 1-1 15,1 1 0-15,-4 3 0 0,6-1-2 16,-2 3 2-16,0-2 0 16,3 1 1-16,1 0 0 15,-1 0 0-15,1 2-1 16,1-1 1-16,-3 1 0 16,3 0 0-16,-3 0 0 0,-1 1 0 15,1 3 0-15,-4 1 0 16,3 0 0-16,-4 1 1 15,1 1 1-15,1 1-1 16,-2 0-1-16,-1 0 2 16,1 2 0-16,0 0-1 0,-2 2 0 15,1-1 0-15,-3-1 1 16,-1 0 0-16,1 1 4 16,-2-1-2-16,1 0 0 15,-1 0-3-15,0 0 4 16,-1-2-2-16,-1 1-1 0,2-2 0 15,0 0 1-15,0 0 0 16,0-4 0-16,0 3 1 16,1-1 3-16,3 0-4 15,-2-1 0-15,4 1-17 16,-4 0-25-16,0-2-43 16,-2-2-24-16</inkml:trace>
  <inkml:trace contextRef="#ctx0" brushRef="#br0" timeOffset="434.41">2730 4828 74 0,'0'0'5'0,"0"0"8"0,0 0-6 15,0 0-6-15,0 0-1 0,0 0 2 16,0 0-1-16,0 0 4 16,0 0 1-16,0 0 1 15,0 0-4-15,0 0-3 16,-7 0 1-16,7 0-1 15,0 2 1-15,4-2 0 16,-2 0 1-16,3 0 2 0,-3 0 2 16,0 0-3-16,1 1 1 15,-1 0 0-15,0 1 7 16,0-1-2-16,-2-1-2 16,2 0 3-16,0 0 22 15,3-11 3-15,4-6-28 0,4-10-2 16,10-8-6-16,8-15 8 15,5-16-8-15,1-13-136 16</inkml:trace>
  <inkml:trace contextRef="#ctx0" brushRef="#br0" timeOffset="3866.9">20953 12516 63 0,'0'0'13'0,"0"0"8"0,0 0-2 0,0 0-3 0,0 0-6 15,0 0-6-15,0 0-2 16,0 0 0-16,0 0 2 16,0 0 4-16,0 0 0 15,0 0-4-15,0 0-2 0,17-13 4 16,-17 13 4-16,0 0-2 16,1 0-6-16,0 0-2 15,1 0 0-15,1 0 0 16,2 2 1-16,-2 2-1 15,1-1 1-15,-1 0 0 0,1-1-1 16,-3 0 1-16,1 1-1 16,-1-2 0-16,0 1 0 15,1-1 2-15,0-1-2 16,0 1 1-16,0-1 1 16,0 0 0-16,0 0 1 15,2 0 0-15,0 0 5 0,-1 0 3 16,1-5-4-16,4-2-2 15,-1-2 0-15,2-1-1 16,0-1 1-16,0-2-5 16,3 1 1-16,0-4 0 15,0 4 0-15,2-3-1 0,1-1 0 16,1 0 1-16,-1 1-2 16,1-1 2-16,-2 2-1 15,1 1 0-15,-4-2 0 16,0 6 1-16,-2-2-1 0,-4 2 2 15,0 2 3-15,-2 0 3 16,0 3 5-16,-1 1-3 16,2 2-6-16,1 1-4 15,3 0-2-15,2 5 0 16,2 1-24-16,-5-3-52 0</inkml:trace>
  <inkml:trace contextRef="#ctx0" brushRef="#br0" timeOffset="145284.35">2853 4961 56 0,'-1'0'18'0,"1"0"-2"0,0 0-4 0,0 0-4 16,0 0 2-16,0 0-4 0,0 0 0 16,0 0 0-16,0 0 0 15,0 0-2-15,0 0-1 16,0 0-2-16,0 0 0 16,0 2-2-16,0 1 2 15,0 4 0-15,0 0-2 0,0 3 8 16,-2 2-5-16,0 0-1 15,0 3-1-15,-3 0 2 16,3 1-2-16,1 2 1 16,1-1 0-16,0 2 2 15,0 1-2-15,0 0 1 0,0 2-1 16,0 4 0-16,3 0 0 16,2 1-1-16,-3 2 0 15,2 2 0-15,-1-2 0 16,-1-1 0-16,-2 0 0 15,2 0 0-15,-2-1 1 0,0 0-2 16,0 1 1-16,0-2 0 16,-2 2 0-16,-3-1 0 15,1 0 0-15,2 0 0 16,-1 0 1-16,1 0-1 16,-1 0-1-16,3-1 2 0,-2-1-1 15,2-2 0-15,-2 1 1 16,2 0 0-16,-2-1-1 15,2 1 0-15,-2 1 1 16,-2-2-1-16,2 0 2 16,1 0-1-16,1-1 1 15,0 1 1-15,-2 0 1 0,2 1 0 16,0 0-1-16,0 0-1 16,0 2 0-16,0 0-1 15,-2 0-1-15,0 3 1 16,-3 0-1-16,2 0 0 15,-3 1 1-15,2 0-1 0,1 1 2 16,-1 0-2-16,2-1 1 16,0 1 0-16,2 1-1 15,-2-2 4-15,0 1-2 16,0-1 1-16,2 1 1 16,0-1-1-16,0 2 2 0,0-2 0 15,0 4-1-15,0 0 0 16,0 0-1-16,0 0 0 15,0 0 0-15,0 1-2 16,0 0 2-16,0 1-1 16,0 1 0-16,0 2-1 0,0 0 1 15,0 3-2-15,2 1 0 16,2-2 0-16,-2 2 1 16,0-2 0-16,0-2-1 15,-2-3 0-15,0 0 1 16,0-1-1-16,0-1 1 0,0 0 2 15,-4 2 1-15,2-3-2 16,-4 1 1-16,4 0-2 16,-2-2 0-16,2 5 1 15,0 0-1-15,0 4-1 16,1 2 1-16,-1 1-1 0,0 3 0 16,2-2 2-16,-2-1-2 15,0 0 1-15,2-4-1 16,-2-4 0-16,2-4 0 15,-3-2 1-15,3-3 3 16,0 0 1-16,0-1-1 16,0-2-1-16,0-1-1 0,0 2 0 15,0-1 3-15,0 0-3 16,0 3 0-16,0 0-1 16,0 3 0-16,0-3 0 15,-2 2-1-15,-3-1 1 0,3-1-1 16,2-2 0-16,-2 0 0 15,2 0 0-15,0 0 0 16,0-1 0-16,0-3 0 16,0-3 0-16,0-1-1 15,0-2 1-15,0-3 0 16,0 1 0-16,0-1 2 0,0-1-1 16,0 0 1-16,0 2 1 15,0-2-2-15,0 1-1 16,0-2 1-16,0 1-1 15,0 1 1-15,0-3-1 16,0 1 1-16,0-2-1 0,0 0 0 16,0-4 0-16,0 0 0 15,0-4 0-15,0 2 0 16,0 0 1-16,0-2 0 16,0 1 0-16,0-1 1 15,0 1-1-15,0 2 0 0,0-2-1 16,0 1-1-16,0-1-2 15,0 2 0-15,2 0 2 16,0-2-1-16,3 2 1 16,0 1 1-16,1-1-6 15,-1 1 4-15,3-1 2 0,2 0-1 16,-1 0 0-16,3-2 2 16,0-1-1-16,-1 0 1 15,3 1-1-15,-1-1 0 16,2 0 0-16,4 0 3 15,3 0-3-15,1 0 0 0,-2-1-1 16,4-3 2-16,-2 0-1 16,1-2-1-16,-4 3 1 15,1-2 1-15,3 0-2 16,-4 1 1-16,4 0 1 16,-1-1 0-16,0 1-1 0,0 0 0 15,2 0 1-15,2 0-1 16,0 0 0-16,0 2-1 15,0 0 2-15,0 2-1 16,-3 0 0-16,-2 0 0 16,1 0 0-16,-1 0 0 15,3 3-2-15,1 0 3 0,4-1-1 16,1-2 0-16,2 0 0 16,1 0 0-16,-1 0 0 15,0 0 0-15,2 0 0 16,-1-2 0-16,1-1-1 15,-4 0 2-15,5 2-2 0,-3-2 0 16,5 0 0-16,-2 2 1 16,7-5 0-16,-3 2 0 15,5-1-1-15,-3 0 1 16,2-2 1-16,-1 1 0 16,1 1-1-16,2 0 0 0,-2 2 0 15,1-1 0-15,-3 2 1 16,-1 0-2-16,2-2 1 15,-3 1 0-15,1-3 1 16,0 3-1-16,1-2 0 16,-2-1 0-16,1 3 0 0,-5-1 0 15,0 1 0-15,1 0 0 16,-3 0 1-16,4 1-1 16,-2 1 0-16,0-1 0 15,1 0 0-15,3 2 0 16,-1-2 0-16,-1 2 0 0,-1-1 1 15,1 1-2-15,-2 0 1 16,3 0 0-16,-4 0 0 16,-1 0 0-16,-1 3 0 15,1 1 1-15,-1-3-1 16,-2 1 0-16,1-2 0 0,1 2 0 16,-2-2 3-16,3 0-3 15,0 1 0-15,2 1 0 16,-3-1 0-16,3 2 0 15,-1 1 0-15,1 0-3 16,-4 1 6-16,1-1-3 0,0-1 0 16,-3-2 0-16,1 1 0 15,3-1 0-15,-3-1 2 16,5 0 0-16,-2 0-2 16,3 0 1-16,1 0-1 15,-3 0 0-15,4-3 1 16,-5 0-2-16,1 0 2 0,-1-2-1 15,1-1 2-15,1 2 1 16,-3 1 0-16,4 0 1 16,-4-1-1-16,1 2 0 15,-3-2 0-15,0 2 3 0,-3 1 1 16,0-1 3-16,-2 2-5 16,-1-2-3-16,0-1 0 15,-3-1-7-15,-6-6-45 16,-7-11-117-16</inkml:trace>
  <inkml:trace contextRef="#ctx0" brushRef="#br0" timeOffset="147489.03">2859 4877 38 0,'-4'4'25'0,"1"-3"-5"0,1 1-3 0,0-2-4 16,2 0 8-16,0 0 4 0,0 0-10 16,0 0-14-16,0 0-3 15,5 0 4-15,5 0-2 16,4 0 1-16,2 0 1 15,6 1-1-15,3-1 2 16,4 0-2-16,2 2 0 0,5-1 0 16,4-1-1-16,4 1 0 15,5-1 2-15,5 0 1 16,5 0 5-16,3 0-4 16,3 0 2-16,4 0 2 15,0-1 0-15,5-3 3 16,0-3-5-16,2 1-2 0,0-1-1 15,3 1-2-15,2 0 1 16,2-2-2-16,1 1 1 16,2 0 0-16,-1 0-2 15,-2-2 2-15,0 5 0 16,-1-2 1-16,-1 2-1 0,-5 3 0 16,4-1 0-16,1 2 1 15,-3 0-1-15,0 0-2 16,0 0 2-16,-2 0 1 15,2 0-2-15,-1 0 0 0,-2 0 0 16,-3 0 0-16,2 0 0 16,-5 0 0-16,-2 0 0 15,-4 0 0-15,-1 0 0 16,-2 0 0-16,-3 0 1 16,0 0 0-16,0-3 0 15,1-1 1-15,-2-1-1 0,-1 0 0 16,1 0-1-16,-4 0 1 15,-4 1 1-15,-4 0-2 16,0 1 0-16,-7-3 0 16,2 3 0-16,-1-1 1 15,0-2-1-15,-3 2 0 0,2-1 1 16,-2 0-1-16,-1 2 0 16,-3 0-1-16,-4-1 1 15,-3 1 1-15,1 0-1 16,-5 2-1-16,1-2 2 15,0 2-1-15,-2 1 0 0,3 0 1 16,-5 0-1-16,2 0 1 16,-4 0 0-16,-1 0-1 15,-3 1 1-15,-4 2-1 16,2 1 1-16,-3-1-1 16,-1 1 1-16,-3 1-2 15,2 0 2-15,-1 1-2 0,1 1 2 16,0 3-1-16,1-1 0 15,-2 2 1-15,1 1-1 16,-2 1 1-16,2 2-1 16,-3-1 2-16,3 3-2 0,0 0 2 15,2 1-2-15,0 0 0 16,0-1 0-16,-1 4 1 16,1-2-1-16,-3 0 0 15,2 1 0-15,-1 0 0 16,0 1-1-16,-1-1 1 0,1 2 1 15,-2-1-5-15,2 0 3 16,-2 3 2-16,1 0 0 16,-1 2-1-16,3 2 2 15,-3 2-2-15,0 2 1 16,-1 0-1-16,1-1-4 16,-2 1 3-16,0-1 3 0,0-2 0 15,0 0-2-15,0 2 0 16,0-1 1-16,0 4-1 15,0 0 0-15,-3 2-4 16,-1 3 4-16,-1 1 0 16,0 0 1-16,-1 1 2 0,0 3-3 15,1-1-1-15,-4 1 1 16,2 4 0-16,-2-1 1 16,1 3-2-16,0 0 3 15,-1-1-2-15,3 1 1 16,-3-2-1-16,2 1 0 0,0-1-1 15,1 2 2-15,0-2-1 16,3-3-1-16,-1-1 1 16,4-1 0-16,-3-3 0 15,-1-3 0-15,2-2 0 16,1 2 0-16,-3-1 0 0,-1-1 1 16,2 3-1-16,-2-2 0 15,0-3 0-15,1 2 1 16,-1-2-1-16,-1 1 0 15,1 0 0-15,-1 2 0 16,1 0 0-16,-2 1 0 0,3 1 0 16,1-3 0-16,-1 0 0 15,2-2 0-15,-2-2 1 16,2 2-1-16,2-5 2 16,0 5-2-16,0-3 0 0,0 0 0 15,0-1 0-15,6-2 0 16,-2 0 0-16,-1-3 0 15,3-1 2-15,-2 1-2 16,2-1 1-16,0 1 0 16,-1 1 2-16,1 0-2 15,1 3-1-15,0 1 1 0,-1 1-1 16,-3 2 0-16,3 1 1 16,-2-1-1-16,0 3 0 15,2-1 0-15,0 0 0 16,-3 0 0-16,1 4 0 15,-2-1 2-15,-2 3-1 0,2-3 0 16,-2 0 2-16,0-2 1 16,0-1 0-16,0-4 2 15,0 2-1-15,0 0-3 16,0-3-1-16,0 1 0 16,0-1-1-16,2-2 0 0,-2-1 0 15,1 2 0-15,0-2 0 16,-1-1 1-16,0 2-1 15,0 2 1-15,0 2 0 16,-6 2 0-16,-2 2-2 16,-2 1 3-16,-5 1-2 15,-1 2 1-15,-2 4-6 0,-7-1-15 16,-4-6-25-16</inkml:trace>
  <inkml:trace contextRef="#ctx0" brushRef="#br0" timeOffset="148852.84">3451 5655 184 0,'0'0'3'0,"0"0"-2"0,-2 0 1 0,2 0-4 0,0 4-15 15,0 3-6-15,0 1-26 16</inkml:trace>
  <inkml:trace contextRef="#ctx0" brushRef="#br0" timeOffset="149365.78">11215 8419 104 0,'0'0'-15'0,"39"0"52"0,-28 0 3 15,-4-3-7-15,-3 2-14 0,-2-1-6 16,0 2 7-16,-2 0 13 15,0 0-2-15,0 0-11 16,0 0-6-16,0 0-10 16,0 0-5-16,0 0-17 0,0 6-25 15,-5 1 8-15,-1 0-38 16,-4-3-22-16</inkml:trace>
  <inkml:trace contextRef="#ctx0" brushRef="#br0" timeOffset="149950.22">5034 5703 294 0,'0'0'-26'0,"0"0"27"0,0 0 0 0,0 0-4 15,0 0-6-15,0 0-47 16,0 0 1-16,0 0-32 16</inkml:trace>
  <inkml:trace contextRef="#ctx0" brushRef="#br0" timeOffset="150490.31">12671 8450 238 0,'0'0'15'0,"0"0"1"0,0 0-15 0,0 0-2 0,0 0-25 15,0 0-37-15,0 0-14 16,0 0-9-16</inkml:trace>
  <inkml:trace contextRef="#ctx0" brushRef="#br0" timeOffset="159324.79">3737 4874 16 0,'0'0'17'0,"0"-2"-12"0,0 1 5 0,0 0-2 0,0-1 8 15,0 2 0-15,0-1-7 16,0 1 2-16,0 0-3 16,0 0-2-16,0 0 0 0,0 0 1 15,0 0-5-15,0 0-1 16,0 0 10-16,0-3 0 16,0 3 6-16,0 0 2 15,0 0-9-15,0 0-7 16,0 0-2-16,-2 0 0 15,2 0-2-15,0 0 1 0,-1 0-2 16,1 0 2-16,0 0 4 16,0 0-2-16,0 0 2 15,0 0 4-15,0 0 0 16,0 0-5-16,0 0-1 16,0 0 0-16,0 0 1 0,0 0 1 15,0 0 1-15,0 0 6 16,0 0-3-16,0 0 0 15,0 0-4-15,0 0 1 16,0-3-1-16,0 3-3 16,0-1-1-16,0-2-3 0,0 1 5 15,0-1 2-15,0-1-4 16,0 1 2-16,0-1 3 16,0 0-2-16,0-2 0 15,0 2-3-15,0-2 1 16,0-1-1-16,0 0 0 0,0-2 1 15,-1 1-1-15,0-2 0 16,-1 0 1-16,0-3 1 16,0 1-2-16,0-3 1 15,0 1-1-15,2-3 0 16,0 0-4-16,0-1 3 0,0 2 1 16,0-4 0-16,2-1 0 15,4-2 0-15,1-1 0 16,2-1-2-16,0 0 4 15,0-1-3-15,3 1 2 16,-2 1-1-16,1 0 1 0,1 3-1 16,-1 1 0-16,3 0 0 15,-1 4 0-15,0-4-1 16,5 2 0-16,0 1 1 16,-1-2 1-16,6 1-2 15,-2-1 0-15,1 3-1 16,2 1 0-16,1 1 4 0,-4 0-1 15,2 3-1-15,0 2 1 16,0 2-2-16,-1-1 2 16,0 3-1-16,-2-1-1 15,1 2 2-15,-2 1-1 0,0 2 0 16,0 1 0-16,-3 0 0 16,2 0 0-16,-3 0 0 15,-2 1-1-15,2 2 1 16,0 4 1-16,3-1-1 15,-5-1 0-15,3 1 0 16,-3 1 1-16,3 0-1 0,-3-1 0 16,1 2 0-16,-1 1 0 15,-1-2 0-15,-1 3-1 16,-1 0 2-16,0-3-1 16,-1 3 0-16,1 2 0 15,0-1 0-15,-1-1 1 0,-1 1-1 16,1 1 0-16,1-1 0 15,-1-1 0-15,-1 3 0 16,4-2 0-16,-6 0 0 16,3-1-2-16,-3-1 3 15,2 2-1-15,-2-1-1 0,-1 0 3 16,-1-1-3-16,1-1 1 16,-1 3-1-16,1-3 3 15,-1 0-2-15,-3-1 0 16,3 0 1-16,-2 2 0 15,0-1-2-15,0-1-2 0,0 1 3 16,-1 0 1-16,3-2 1 16,-2 1-2-16,0-2 1 15,-2 1-1-15,2-2 2 16,1 2-2-16,-3-2 0 16,1 1 0-16,-1 0-4 0,1-1 5 15,-1 1 2-15,0-1-1 16,0-1-1-16,0 2 0 15,0 0 0-15,0-1 0 16,0-1 0-16,0 3-1 16,0-2 2-16,0 0-1 15,0-1-1-15,0 1 0 0,0-1 0 16,0-1 0-16,0 1 0 16,0-1 0-16,0 1 0 15,0 1 0-15,1-2 0 16,-1 1-1-16,1 0-1 0,2-1-4 15,-1 1-19-15,2-3-17 16,-2 0-36-16,-1 0 1 16</inkml:trace>
  <inkml:trace contextRef="#ctx0" brushRef="#br0" timeOffset="160099.22">4599 4570 84 0,'0'-1'15'0,"0"1"10"0,2 0-14 0,-2 0-8 15,0 0 0-15,0 0 0 0,0 0-5 16,2 0 2-16,-2 0 3 16,0 0 0-16,2 5-1 15,2-2-1-15,-2 2 0 16,1 0 2-16,1 2 0 16,0 1-1-16,-2-3 0 0,1 1 1 15,-1-1-2-15,1 2 3 16,1-2-1-16,-4-1 0 15,2-1-1-15,0 1 0 16,-1 0 2-16,0-2-2 16,2-1 0-16,-3 3-1 15,2-4 1-15,-2 2 0 0,2-1 1 16,0-1-1-16,-2 0 4 16,0 0 1-16,2 0-1 15,-2 0 1-15,0 0 0 16,1 0 0-16,-1 1 6 15,1-1 0-15,-1 0 1 0,0 0-7 16,0 0-1-16,0 0-5 16,1-1 0-16,-1-2 0 15,2-4 0-15,0-1 1 16,1-1 0-16,-1-1 0 16,1-1 1-16,1-3-1 0,0-1-2 15,1 0 0-15,1-1 1 16,2-1-1-16,0 1 1 15,-4 1 0-15,3 1 0 16,-1 2-1-16,0 1 0 16,2 1 0-16,1 3-6 15,-3 1-18-15,0-1-58 0</inkml:trace>
  <inkml:trace contextRef="#ctx0" brushRef="#br0" timeOffset="164072.43">5378 5012 3 0,'0'0'45'0,"0"0"6"0,0 0-4 0,0 0-16 0,0 0-25 15,0 0 0-15,0 0 1 16,0-2-2-16,-4-1 2 15,4-1 0-15,-3 1 4 16,0 0 0-16,1-2-3 16,2-1 0-16,-2-1-5 0,0 1 0 15,0-1 0-15,2 0-1 16,-4-3-1-16,3 0 2 16,-1-3-1-16,0 1-1 15,2-4 3-15,-2-2-2 16,2-1 0-16,0-1-3 0,0-1 1 15,4-2 1-15,3-1 0 16,1 0-1-16,4-2 0 16,-1 1 1-16,3-2-1 15,-1 1-1-15,0-2 1 16,3 1 0-16,2 1 0 16,-3-1 1-16,4 3-2 0,-2 0 2 15,1 3-2-15,2-2 2 16,-2 2-1-16,2 1 1 15,0 1-1-15,3-2 0 16,-1 5-2-16,3-2 3 0,1 1-1 16,1 0-2-16,2 3 3 15,0-1 0-15,1 1-2 16,-1 3 2-16,0-1-2 16,2 1 2-16,-2 3-1 15,-2-1-1-15,2 2 1 0,2 1 1 16,-2 2-2-16,1 1 2 15,1 2-2-15,2 1 2 16,-3 0-1-16,0 0 0 16,0 3 0-16,-3 5 0 15,-2-1 0-15,1 3 0 16,-2 3 0-16,-1 0 0 0,-4 1 0 16,4 1 0-16,-5 3-1 15,-1 0 1-15,2 1 0 16,-4 3 3-16,-1 0-3 15,-3 0 0-15,1 2 0 0,-2-1 2 16,-1 1-1-16,-3 0 1 16,2-2-1-16,-4-2-1 15,0-3 0-15,1 0 1 16,-1-4-1-16,-3-1 0 16,1-3 1-16,3-1-1 15,-5-1 0-15,0-1 1 0,0-3-1 16,0 4 0-16,0-1 0 15,0 1-1-15,0 1-9 16,-7-1-53-16,2-1-38 16</inkml:trace>
  <inkml:trace contextRef="#ctx0" brushRef="#br0" timeOffset="164334.85">6513 4664 157 0,'0'0'3'0,"0"0"30"0,0 0 2 0,0 0-18 16,0 0-12-16,0 0-6 16,0 0-1-16,0 0 2 15,0 0 0-15,0 0-2 16,0 0 1-16,0 0 0 16,16 10-2-16,-10-10 1 0,-1 0 9 15,2 0 13-15,-2-7-3 16,1-5-6-16,0-2-3 15,2-2-3-15,0-1-2 16,1-1-2-16,0-1-1 16,0-2-25-16,-2-6-147 0</inkml:trace>
  <inkml:trace contextRef="#ctx0" brushRef="#br0" timeOffset="165964.41">9674 4942 28 0,'0'0'5'0,"0"0"8"0,0 0 8 16,0 0 3-16,0 0 5 0,0 0 0 15,0 0-18-15,0 0-10 16,0 0-1-16,0 0-1 16,0 0-9-16,0 0-11 15,37-10 13-15,-34 15 3 16,-1 0 2-16,-1 2 1 15,-1-1 2-15,1 3 1 0,0 0-1 16,0 3 1-16,2 0 2 16,-3 1-2-16,2 2 1 15,-2 1-2-15,2 2-3 16,-2 1 4-16,0 1 2 16,0 0 2-16,0 1-2 0,-2 2 1 15,-2 1 0-15,1 3-1 16,1 0 2-16,0 6 0 15,-3-2-2-15,0 6 0 16,1 1 0-16,2 4-1 0,-3 0-1 16,2 4 0-16,2-1-1 15,-3 5 0-15,4 1 0 16,0 0 0-16,-2-1 0 16,2-2 1-16,0-2 1 15,0 0 0-15,0-1 4 16,0-2-3-16,0 1 0 0,2-1 0 15,0-2-2-15,0-1 1 16,-1 1 0-16,0-1 1 16,0 0 3-16,3 2-1 15,-4 3-1-15,0 1 0 16,0 1-2-16,0 2 0 0,2-4 0 16,-2 1 1-16,2-1 1 15,1-1-1-15,-1 1-1 16,4-1 0-16,-3 0 0 15,0 0-1-15,0-2 4 16,0-2 3-16,-1 0 3 16,0-1-1-16,-2 1-2 0,0 2-2 15,0 2-2-15,2 1 1 16,-2 0-2-16,0 2-1 16,0-2-1-16,0 2-1 15,0-2 2-15,0-1-2 0,0 0 0 16,-2 1 1-16,2-3-1 15,-2-1 3-15,0 3-3 16,-2-3 2-16,2 1-1 16,1-2 1-16,-1 2-1 15,2-2 0-15,-3-1 0 16,3 0 1-16,0-1 0 0,0-1 0 16,0-1-1-16,0-4 0 15,0 0-1-15,3-4-1 16,0-2 1-16,-1-1 0 15,0-4 1-15,0-1 0 0,0 3 1 16,0-3 0-16,0 1-1 16,-1 2 0-16,0 1-1 15,0-3 1-15,0 2-1 16,-1-3 0-16,0 1-1 16,0-1 2-16,0 0-1 15,0 0 0-15,0-1 0 0,0 2 1 16,0 0-2-16,3 1 1 15,-3 0 0-15,2-2-6 16,2 1 4-16,-2 0-9 16,0-2 10-16,0-2 1 15,0-1 0-15,-2-1 0 16,0-2 0-16,0 0 1 0,0-3-1 16,0 0 1-16,0-2-1 15,-3 0 1-15,0 0 0 16,1-1-1-16,-2-1 1 15,2 2-1-15,-4-2 0 16,1 3 0-16,-2 2 0 0,-6 3-5 16,-5 0-43-16,-6-4-121 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5-12-28T03:17:13.85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21480 13765 21 0,'0'-4'20'0,"0"1"-7"0,0 1-5 0,0-1 2 0,0 2-3 0,0 0-1 0,0 0-3 0,0-1-1 0,0 2-3 0,0-2 1 16,0 2 1-16,0 0 0 15,-1-1-2-15,-2 1-6 16,1-2 11-16,-2 1-1 0,2-1 1 16,-1 1-1-16,1-2 1 15,0 2 1-15,0 0 2 16,1 0 5-16,0 0 1 15,1 1-1-15,0 0-3 16,-1-2-3-16,0 1 1 0,1 1-1 16,0 0 2-16,-1 0 1 15,0-1-1-15,1 0-1 16,0 1-3-16,0-1 0 16,0 1 1-16,-1 0-3 15,1 0-1-15,0 0-1 0,0 0-1 16,0 0 0-16,0 0 1 15,0 0 1-15,0 0-1 16,0 0-1-16,0 0 4 16,0 0-1-16,2 0 0 0,3-1-2 15,0 1 1-15,-1 0-1 16,2 0 2-16,0-1-2 16,2 1 0-16,-3-2 2 15,5 2-2-15,-2-1 0 16,1-1 0-16,3 2 1 0,-3-1-1 15,2 1 0-15,-1-2 0 16,1 2 0-16,-2 0 0 16,-2 0 0-16,1 0 0 15,-1 0 1-15,2 0-1 16,-4 0 0-16,3 0-1 0,0 0 2 16,0 0-1-16,-3 0-1 15,3 0 2-15,-3 0-1 16,2 0 0-16,-2 0 0 15,-1 0 1-15,2 0-1 16,-3 0 1-16,0-1 0 0,-1 1 0 16,-1-1 0-1,-1 0-1-15,0 1 1 0,0 0 0 16,0 0 1-16,0 0-2 16,3 0 1-16,-1 0-2 15,0 0-11-15,1 0-25 16,2-4-60-16</inkml:trace>
  <inkml:trace contextRef="#ctx0" brushRef="#br0" timeOffset="1968.65">21896 13580 51 0,'0'0'38'0,"0"0"-19"0,0 0 2 16,0 0-8-16,-1 0 2 15,0 0-1-15,-1 0 0 0,1 0-3 16,0-3 2-16,1 3-3 16,0 0-1-16,-2-1-5 15,2 1 1-15,0-2-1 16,0 1-1-16,0 1 0 0,0 0 0 15,0 0 4-15,0 0 0 16,0 0-5-16,0 0-1 16,0 0 1-16,0-1-2 15,0 1 0-15,0 0 0 16,3 0-1 0,2 0 1-16,2 0 0 15,0 0 0-15,1 0-1 16,2 0 1-16,-2 0 0 0,3 1-1 0,-1 0 2 15,1 2-2-15,1-1 0 0,-3-1 2 16,-1 2-1 0,0-2 0-16,0 2-1 0,-5 0 1 15,3 0-1 1,-1 0 1-16,0 1 0 0,-1-1 0 16,2 2 0-16,-3-2 0 0,1 2 0 15,0-2 0 1,-1 1-2-16,-1 0 1 0,-1-1-2 15,0 1 1-15,2 0 1 16,-3 2 0-16,0-2 0 16,0 2 1-16,0-2-1 15,0 2 0-15,0-2 2 0,0 1-1 16,-2-1 0-16,-3 1 0 16,-1-2 1-16,-1 3 0 15,-2-1 1-15,-2 0-1 16,1-1 1-16,-3 0-2 15,1 0 3-15,1-1-1 16,-2 0-1 0,4 2 0-16,-1-3 1 0,2 1-2 0,1 1 1 15,-1-2-1-15,3 1 0 16,-2 0 0-16,1-1 0 0,3 1 1 16,-2-3-1-16,2 2 0 15,0-2 1-15,1 2-1 16,-2-2 1-16,3 0 1 15,0 0-1-15,1 0 1 0,0 0 1 16,-1 0 1-16,1 0 0 31,0 0-1-31,0 0-1 16,0 0 0-16,0 0 4 16,0 0-3-16,0 0-1 0,0 0 1 15,0 0-3-15,3 0-1 16,3-2 2-16,-2 0-2 15,3 1 1-15,-2-1 0 16,4 1 0-16,-2-1 0 0,1 1 0 16,0 1 0-16,1 0 0 15,1-1-1-15,-3 1 1 16,4 0 0-16,0 0 0 16,0 0 0-16,-1 0 0 15,1 0 0-15,0 0-1 16,2 0 1-16,-6 0 0 0,1 2 0 15,-2 1-1-15,0 0 0 16,-1-1 0-16,-1 1 0 16,1 1 0-16,-1-1 1 15,3 2-2-15,-2-2 4 0,-1 1-4 16,0 1 1-16,-1-1 0 16,1 0 1-16,-2 2-3 15,0-2 2-15,2 1 1 16,-4 0-1-16,3 1 0 15,-3 0-1-15,1 0 1 0,-1 0 1 16,0 0-2-16,0 0 2 16,0-1 0-16,0 1 0 15,0-2 0-15,0 2 0 16,0-2 2-16,-4 2-2 16,0-2 1-16,1 0 0 0,0 2-1 15,-2-2 1-15,1-1-1 16,-1 1 1-16,1-1 1 15,-3 0-2-15,3 0 1 16,-2 0 1-16,1-2-2 16,0 3 0-16,-2-2 0 0,0 2 1 15,1-4-1-15,1 3 1 16,0-1-1-16,0-1 0 16,0 0 2-16,0-1 0 15,1 0-1-15,-1 2 0 16,-1-2 1-16,-2 1-1 0,0 0-1 15,-2 0 0-15,0 1 1 16,-2 0-1-16,-2 0 0 16,2 0 0-16,0 0 0 15,0-1 1-15,2 0-1 0,2 2 0 16,1-2 0-16,1-1 0 16,2 0 0-16,0 0 0 15,2 0 1-15,0 0 3 16,0 0 0-16,1 0 1 15,-1 0 2-15,2 0-2 0,-4 0 0 16,4 0 0-16,-2 0-3 16,1 0 1-1,0 0-1-15,-1 0-3 0,2 0-26 16,-2-1 35-16,1 1 1 0,1-1-7 16,-3-1-1-16,0 1 0 15,1-1-1-15,1 1 1 16,-1-1-1-16,0 0 1 15,1 0 0-15,-1 2 1 16,2-2-1-16,-2 1 0 16,1 1-1-16,1-1 0 0,0 1 0 15,0 0-1-15,0 0-2 16,0 0-8-16,0 0-17 16,0 0-15-16,1-1-32 15</inkml:trace>
  <inkml:trace contextRef="#ctx0" brushRef="#br0" timeOffset="3044.96">21930 13587 24 0,'0'0'39'0,"0"0"-18"0,0 0-6 15,0 0-4-15,0 0 3 0,0-1 6 16,0-1-4-16,0 1-5 15,0-2-4-15,0 3 1 16,0-1 2-16,-2-1-6 16,2 2 1-16,0 0 0 15,-2-1-2-15,1 1 1 16,0-2-2-16,-1 2 0 0,1-1-1 16,-2 1-2-1,2 0 1-15,-5 0 0 0,1 0 1 16,0 0-1-16,0 0 0 15,0 0 0-15,2 0 1 0,-3 0 0 16,2 0 1-16,0 0 0 16,-1 0 1-16,1 1-3 15,2 1 0-15,-4-1 1 16,3 1 1-16,-1-1-1 16,2 1 0-16,-3 0 1 0,2 0-2 15,0 1 0-15,0-1 0 16,1 1 0-16,-2 3 0 15,1-5 0-15,0 2 0 16,2 0 0-16,-1-1 0 16,-3 0 0-1,2 1 0-15,0 1 0 16,2-3 0-16,-4 1 0 16,1 0 1-16,1 0 0 15,2-2 1-15,1 1 3 0,-2 0 1 16,2-1 3-16,0 0-2 15,0 0-2-15,0 0-4 16,0 0 1-16,0 0-1 0,0 0 0 16,0 0-1-16,0 0 0 15,0 0 0-15,0 0 1 16,0 1 0-16,0-1-1 16,0 0 0-16,0 0 0 0,0 0 0 15,0 0 1-15,0 0-1 16,0 0 0-16,0 2 1 15,0-2-1-15,0 2 0 16,0 0-5-16,0 1-18 16,0-3-15-16,0 0-60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07T06:41:48.4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4886 4658 71 0,'0'0'4'0,"0"0"6"0,0 0-9 0,0 0 0 16,0 0-2-16,0 0 0 0,0 0 3 15,0 0-1-15,0 0 1 16,0 0 5-16,0 0 8 16,0 23 28-16,0-23-5 15,0 0-20-15,0 0-11 16,0 0-4-16,0 0-1 16,0 0-1-16,0 0 1 0,0 0 1 15,0 0-1-15,0 0 3 16,0-2-4-16,2-3 0 15,-1-2 0-15,3-3 0 16,0-2 3-16,2-3 0 0,4-4 0 16,-1-3 0-16,2-3 4 15,1-5 0-15,2-1 0 16,3-3 0-16,-2 0-2 16,3 1-3-16,-2 5-1 15,8 2-2-15,-1 2 0 16,-6 0-6-16,-3-4-122 0</inkml:trace>
  <inkml:trace contextRef="#ctx0" brushRef="#br0" timeOffset="2577.3">21814 12969 50 0,'0'0'13'0,"0"0"0"0,0 0-10 0,0 0 0 16,0 0-1-16,0 0 1 0,0 0 2 15,0 0 5-15,0 0 2 16,0 0 2-16,0 0-6 16,0 0-6-16,0 0-1 15,0 0-1-15,36-18 0 16,-32 18 0-16,3 0 1 15,-4 0-1-15,1 0-1 16,0 1 2-16,0 2-1 0,-2 0-1 16,0 0 1-16,0 1 1 15,-1-1-1-15,1 1 1 16,1-1 2-16,0 1-3 16,-1-1 1-16,1-1 0 0,2-1 2 15,-2-1 2-15,2 0 6 16,3 0 2-16,3 0 11 15,2-10-1-15,5-3-3 16,7-2-10-16,2-4-6 16,5-4 1-16,5-2-5 15,3-1 0-15,5-5 0 0,-4 0-23 16,-2-3-68-16</inkml:trace>
  <inkml:trace contextRef="#ctx0" brushRef="#br0" timeOffset="3218.33">20346 12993 59 0,'0'0'7'0,"0"0"13"0,0 0 5 0,0 0-10 16,0 0-8-16,0 0-4 16,0 0-3-16,0 0 0 15,0 0 0-15,0 0 0 0,0 0 0 16,0 0 0-16,2-9 0 15,3 13 0-15,3-3 1 16,4-1-1-16,3 0 2 16,2-9 17-16,6-6-6 15,8-2-8-15,4-6-3 16,1-1-2-16,1-3-1 0,-8-1-36 16,-8-1-78-16</inkml:trace>
  <inkml:trace contextRef="#ctx0" brushRef="#br0" timeOffset="3653.2">19011 12945 124 0,'0'0'34'0,"0"0"-20"0,0 0-6 0,34-37-5 16,-14 22-3-16,9-5 0 15,3-2-1-15,7-4-16 16,4-6-25-16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07T06:41:57.96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22627 12980 88 0,'0'0'13'0,"0"0"10"0,0 0-11 16,0 0-6-16,0 0-3 0,0 0-2 15,0 0 0-15,0 0-1 16,0 0 0-16,0 0 1 15,22-25-1-15,-19 24 1 16,2 1-2-16,0-2 1 16,1 2 0-16,1 0-1 0,0 0 1 15,-1 0 0-15,-2 0 0 16,0 0 0-16,1 0-1 16,-5 0 1-16,2 0 0 15,-1 0-1-15,1 2 1 16,-1-1 0-16,2-1 1 0,0 2-1 15,-1-1 1-15,1 2 0 16,0-2 0-16,0 1-2 16,1-1 2-16,-1 2 1 15,-1 0 2-15,1-2-1 16,-2-1-2-16,4 3 1 16,-5-3-1-16,1 0 3 0,0 0 7 15,0 0 24-15,1 0-4 16,2-6-16-16,2-2-6 15,-1-2-4-15,5 0-2 16,0-3 0-16,3-1-2 0,-1 0 0 16,3-2 0-16,1 2 0 15,-1-2-1-15,1 2 1 16,-1 1 0-16,2 2-1 16,2 2 0-16,-1 2 0 15,3 3 0-15,3 2 0 0,0 1-13 16,-1-3-74-16</inkml:trace>
  <inkml:trace contextRef="#ctx0" brushRef="#br0" timeOffset="153388.26">2718 6386 59 0,'0'0'14'0,"0"0"5"0,0 0-4 0,29-46-11 16,-13 24-2-16,1-3-2 0,4-4-3 15,1-1-51-15</inkml:trace>
  <inkml:trace contextRef="#ctx0" brushRef="#br0" timeOffset="154171.51">3378 6368 27 0,'0'0'11'0,"0"0"-9"0,0 0-2 0,0 0-1 16,0 0-12-16</inkml:trace>
  <inkml:trace contextRef="#ctx0" brushRef="#br0" timeOffset="155174.32">4578 6607 62 0,'0'0'12'0,"0"0"4"0,0 0-2 0,0 0-5 16,0 0-5-16,0 0-1 15,0 0 0-15,0 0-2 16,0 0-1-16,0 0 1 0,0 0-1 15,0 0-1-15,0 0-4 16,-7 0-3-16,8 0-6 16,3 0-16-16,2 0-21 15</inkml:trace>
  <inkml:trace contextRef="#ctx0" brushRef="#br0" timeOffset="175261.5">2068 6213 41 0,'-1'0'7'0,"-1"0"6"0,2 0-8 0,-2 0-4 16,2 0 7-16,-2-3-17 15,2-2 17-15,-2 0-9 16,0-2 1-16,0 0-7 0,1 0 8 16,1-1 1-16,-2-1 10 15,2 0-8-15,0 1-5 16,0-2-1-16,3-3 7 15,3 0-13-15,0-1 17 16,4-3-15-16,-1 0 14 0,4-1-1 16,1-1-1-16,3 0 3 15,1 0-9-15,5 3 2 16,-3-1-1-16,4 3-2 16,-1 0 3-16,-4 4 8 0,2 0-10 15,-1 2-6-15,0 2-3 16,2 0 13-16,-1-1-2 15,2 4-2-15,0 2 6 16,2 1-18-16,-3 0 26 16,3 1-20-16,-3 6 13 15,-4 3-7-15,-2 1 1 16,2 2 0-16,-5 0 0 0,3 0 2 16,-3 0-2-16,1 0 0 15,-1-1-1-15,1 1 0 16,-1-3 1-16,1 1-1 15,-1 1 0-15,-5 0 1 0,2-1-1 16,-4 1 1-16,-1 1-1 16,1 1 0-16,-4-2 0 15,1 0 0-15,1 0 0 16,-1-4 0-16,1 1 1 16,-3-4-1-16,3 1 0 0,-2-2 0 15,-2 2-1-15,2-2 0 16,-2 0 0-16,0-2-30 15,0-2-34-15</inkml:trace>
  <inkml:trace contextRef="#ctx0" brushRef="#br0" timeOffset="175581.83">2694 6161 59 0,'0'0'4'0,"0"0"-3"0,0 0 1 16,0 0-2-16,0 0 1 15,0 0 1-15,0 0 1 16,38 22 4-16,-28-22 13 16,7 0 2-16,-2-4-10 0,7-7 0 15,3-2-6-15,4-3-3 16,0-5-5-16,-3-2-33 16</inkml:trace>
  <inkml:trace contextRef="#ctx0" brushRef="#br0" timeOffset="177127.72">1409 7017 59 0,'0'0'4'0,"0"0"-1"0,0 0-3 0,0 0 0 15,0 0 1-15,0 0-2 16,0 0 1-16,0 0 0 16,0 0 1-16,0 0-1 0,0 0 0 15,0 0 3-15,-19 21 5 16,17-21 5-16,0 0-3 15,0 0-2-15,0 0 0 16,0 0-4-16,2 0-3 16,-1 0 0-16,1 0-1 0,-2-4-1 15,0 1 1-15,0-4 0 16,-2 1 0-16,0 1 1 16,0-1-1-16,-2 2 0 15,1-2 0-15,-1 2 0 16,1 0-1-16,-2-1 1 0,0 2 0 15,1-1 0-15,-2 1 0 16,0 1 1-16,-1 0-1 16,1 0 1-16,-1 2-1 15,-1 0 0-15,-1 0 0 16,-3 2 0-16,2 5 0 16,-1 0 0-16,-1 1 0 0,3 0 0 15,-1 1 1-15,1-1-1 16,0 3 1-16,-1 1-1 15,2 0 1-15,-1 3 0 16,-3 0 0-16,3 4 2 0,-1-2-3 16,2 4 1-16,1-1-1 15,0 4 1-15,2-1-1 16,0 0 1-16,3-1-1 16,-1 1 0-16,3 0 0 15,-2 1 1-15,-1 0-1 16,0 2 0-16,1 1 1 0,-2 3-1 15,-1 2 1-15,3 1 0 16,-2-1-1-16,2 1 1 16,2-3 0-16,2-2 0 15,0-2-1-15,0-2 2 16,0-4-1-16,2 3 1 0,2-1-1 16,2 1 1-16,0 0-1 15,1 1 0-15,1 0-1 16,0 2 0-16,-1-2 0 15,1 0 1-15,1-3-1 0,2-1 0 16,-2-1 0-16,0-1 1 16,3-2-1-16,-2-2 0 15,1-1 3-15,1-2-1 16,-1 0 2-16,-2-2-1 16,2-3 3-16,-2 1-3 15,0-2-1-15,-2-2 1 0,0 0 1 16,-1 0-1-16,-2 0 2 15,3-2 1-15,0-1-3 16,-2 0 2-16,1 0-1 16,1 0-2-16,-1 0-1 15,-2 0 0-15,2 0 1 0,-4 0-2 16,0 0 0-16,-2 0 1 16,2 0-1-16,0 0-1 15,1 0-15-15,-1 0-24 16,2 0-8-16,0-7-27 15</inkml:trace>
  <inkml:trace contextRef="#ctx0" brushRef="#br0" timeOffset="177625.5">1261 7916 4 0,'2'0'19'0,"-2"0"-14"0,0-1 1 0,0-1-2 16,0 2 0-16,2 0 3 15,-2 0-2-15,0 0-1 16,0 0 4-16,2 0 3 16,0 4-1-16,1 3-6 0,2 2 0 15,-1 1-2-15,0 3 0 16,3-2-2-16,-1 3 0 15,2-2 0-15,1-1 0 16,-3-1 0-16,1-3 1 16,-3 2 0-16,1-3 0 0,-3-2 1 15,-2 0 5-15,0-1 6 16,0 1 5-16,-9 6 12 16,-4 3-23-16,-8 3-6 15,0 6 1-15,-6 5-4 16,-2 3-15-16,-3-2-39 15</inkml:trace>
  <inkml:trace contextRef="#ctx0" brushRef="#br0" timeOffset="180066.89">1643 7525 12 0,'-1'-1'3'0,"0"-2"3"0,0 2 6 0,1-1-1 15,-4 0-1-15,2 0 2 0,0 1 1 16,0 1-2-16,-1 0-2 16,3 0-4-16,-2 0-1 15,0 1-4-15,2 6 0 16,-2 2 1-16,2 2-1 16,-2 2 1-16,2 2-1 0,0 0 2 15,-2 2 0-15,-1 0 0 16,3 0 1-16,-3 1-2 15,1 1 0-15,2 2 0 16,-2-2 0-16,2 2 0 16,-2 0 0-16,-2 3 0 0,3 1 0 15,-1 0 4-15,0 5 1 16,0 4 2-16,-2 4-4 16,0 3-2-16,1 3-1 15,-2 3 1-15,-1 0 0 16,3 0-1-16,-1-4 1 0,-1-4 1 15,3 0 1-15,0-2 2 16,0-3-2-16,0 1 1 16,-1 1-1-16,3-2 1 15,0 1-1-15,-2 2 1 16,2 3 1-16,0 1-1 0,0 3-2 16,0-1 0-16,0 1-1 15,0-4 1-15,2-2-1 16,-2-4-1-16,0-4 2 15,0-3 0-15,0-2 2 16,0-2 2-16,0 3 0 0,0-1-3 16,-4 4 0-16,1-1 2 15,-1 4-5-15,0 0 0 16,-1 0 0-16,1 0 0 16,-1-2-1-16,2 0 1 15,-1-2 0-15,2-1-1 0,2 1 0 16,0 2 1-16,0 0-1 15,0 1 0-15,0-4 1 16,0 0-1-16,0-2 0 16,0-4 2-16,2-3-1 15,0 1 0-15,0-2 1 16,1 0-2-16,0 1 1 0,-1 2-1 16,0 0 0-16,0-1 0 15,-2 2 0-15,2 0 1 16,-2 0-1-16,0 2 1 15,0-2-1-15,0 2 0 0,0-2 1 16,0-2-1-16,0-5-1 16,3-3 0-16,3-11-9 15,1-7-61-15,4-28-77 16</inkml:trace>
  <inkml:trace contextRef="#ctx0" brushRef="#br0" timeOffset="181838">1751 7527 115 0,'-1'0'-21'0,"-1"0"22"0,0 0 1 0,0 0 0 16,0 0-2-16,-2 0 1 15,0 0 0-15,2 1 0 16,0 2 1-16,0 1 3 0,2 1-2 15,0 0-1-15,0 1-2 16,0-1 0-16,0-1 1 16,6 1 0-16,4 1 2 15,1 0 1-15,3-2 2 16,3 0 1-16,3-3-4 0,2 1 2 16,1-2-4-16,1 0 1 15,1 0 0-15,2 0-1 16,0 0 0-16,-1 0 0 15,6 0-1-15,2-4 1 16,2-2-1-16,3 2 2 0,1-3 1 16,3-2-1-16,-1 3-2 15,1-1 5-15,4 0-4 16,-3 3-8-16,2 1 14 16,2 0-6-16,2 0-1 15,-1 2 1-15,2-3-1 0,-2 0-1 16,1-2 1-16,-3 0 1 15,2-1 1-15,-1 3-2 16,0-1 0-16,-4 3 0 16,-3 2 1-16,-1 0 0 15,-2 0-1-15,0 0 0 16,1 7 1-16,5-3-1 0,0 2 1 16,3-2-1-16,0-1 0 15,2-2 0-15,-1 1 1 16,0-2 0-16,2 0 0 15,-2 0 2-15,0 0-3 0,1 0 2 16,-2 1-2-16,0-1 1 16,-3 2-1-16,1-1 1 15,0-1 0-15,1 0-1 16,-2 0 2-16,2 0-1 16,-3 0 1-16,-3 0-1 15,0-3 1-15,-3 2 0 0,-2-3-1 16,-2 2 1-16,1-1-2 15,-1 0 1-15,-3-1 0 16,1 3 1-16,-4-2-2 16,-3 0 1-16,-6 3-1 0,-2 0 1 15,-5 0-1-15,-5 0 0 16,-2 0 1-16,-1 0 2 16,0 0 0-16,-3 0 3 15,2 0 1-15,-2 1-2 16,0 2-2-16,2 0 0 15,-2 0-3-15,0 1 0 0,2 0 0 16,-2 1 1-16,1 0 0 16,1 1 0-16,0 1 0 15,0 0-1-15,0 0 0 16,2 1 1-16,-2-1-1 16,-1 1 1-16,3-1 0 0,-2 0 1 15,1 2 4-15,-3 1-2 16,2 0 1-16,0 1 0 15,-1 3-3-15,1 3 0 16,0 2-1-16,2-1 1 16,-2 5-2-16,0 0 1 0,3 2-1 15,-1 2 0-15,1-1 2 16,-2 4-2-16,1 0 1 16,-2 2-1-16,-2 2 0 15,0 0 0-15,0 1 2 16,0-1 0-16,-4-2 0 0,0-1 0 15,0-1 0-15,0-1 1 16,2-1 0-16,-2 3 1 16,3-2 2-16,-1 3-2 15,0 1-2-15,0 0-1 16,2 1 0-16,-2 1 0 0,2-2 0 16,0 2 0-16,-2-2-1 15,0 2 3-15,1-2-2 16,-1 3 3-16,0-1 2 15,-6-2 0-15,2 1 1 16,-1 3-2-16,1 0-1 0,-6 1-1 16,4 1-2-16,-1 0 0 15,0-2 0-15,4 1-1 16,-1-3 1-16,3-4 0 16,-1 3 2-16,0-5 1 15,-4 0 0-15,2 2 4 0,1-1-3 16,1 3-3-16,0 1-1 15,0-1-1-15,2 1 1 16,1 1-1-16,-1 0 0 16,2-3 0-16,0 1 1 15,0-3-2-15,0-2 2 0,0-2-1 16,0-1 1-16,0 2-1 16,-3-3 1-16,1 3-1 15,0-1 0-15,0-1 0 16,-1 0 0-16,1-1 2 15,0 1-2-15,-2-3-2 16,0 0 4-16,1 2-2 0,-4-5 0 16,2 2 0-16,-3-2-2 15,1-1-1-15,1-1-1 16,-2-4-13-16,-2-6-33 16,-1-7-93-16</inkml:trace>
  <inkml:trace contextRef="#ctx0" brushRef="#br0" timeOffset="182548.54">1567 9463 76 0,'0'0'1'0,"0"0"0"0,-2 0-2 16,2 1-9-16,-2 2-6 16,2-2 7-16,0-1-2 15</inkml:trace>
  <inkml:trace contextRef="#ctx0" brushRef="#br0" timeOffset="184030.85">1567 9463 26 0,'0'0'26'16,"-6"9"-9"-16,5-7-12 15,0-1-3-15,1 2-2 16,0-3 0-16,0 0 1 0,0 2 0 16,-1-1 6-16,-1-1 10 15,0 2 0-15,0 0-2 16,-1 0-1-16,1-1-9 16,1 1-3-16,1 2-2 15,0 0 0-15,0 1-1 0,0-1 1 16,0 0-1-16,0 0 1 15,0-1-1-15,0 0 1 16,-1 0 1-16,1-2 0 16,-1-1 2-16,-1 3 0 0,0-3 15 15,0 1 8-15,2 1-15 16,-2-1-5-16,2 1-4 16,-2-1-1-16,2 3 0 15,-2-1-1-15,1 3 1 16,-1 2 0-16,0-2 0 15,0 6 0-15,0 0 1 0,-1 2-2 16,1 1 0-16,1 2 0 16,1 1 0-16,0-1 1 15,-2 3-1-15,2 4 0 16,-2 1 0-16,2 4 0 16,-2 1 0-16,2 3 0 15,0-1 0-15,0 3 0 0,0-1 0 16,0 0 2-16,2-2-2 15,2 1 0-15,2-5 0 16,-2 1 0-16,-2-4 0 16,1-2 0-16,-1 1 0 0,-2-1 0 15,0-2 0-15,0 3 1 16,2-2-1-16,-2 3 0 16,0 2 0-16,0 3 0 15,0 1 1-15,0 5-1 16,-2 1 0-16,-1 1 0 15,1-1 0-15,-2 1 0 0,2-5 2 16,-1-2 2-16,0-2 3 16,1-1-2-16,-2-2-2 15,2-1 1-15,-2 3-1 16,1-2-2-16,-1 0 0 16,2-1 1-16,2-2-1 0,0-3-1 15,0 0 1-15,0-3-2 16,0 0 2-16,0-2-1 15,2-1 0-15,2-2 0 16,-2 1 0-16,1-2 0 16,1 0 0-16,-2-2 0 0,0 1 0 15,0 0 0-15,1 0 0 16,0-2 0-16,-1 0 1 16,0-1-1-16,0 0 0 15,3 0 0-15,-1 0-1 0,2-3 1 16,2 3 0-16,0-1 0 15,3-3 0-15,-2 2 0 16,3-1 0-16,1 0 0 16,1 0 1-16,1-1 0 15,1 1-1-15,-1-1 0 16,3 4 2-16,0-4-2 0,2 2 0 16,1-2 0-16,-2 2 0 15,4-1-2-15,-3-1 2 16,4-1 0-16,-3 1 3 15,5-2-3-15,-3 1 1 16,4-2 0-16,-1 0-1 16,1 0 1-16,2 0-1 0,0-3 2 15,0-1-1-15,0 4 0 16,-1-1-1-16,0-1 0 16,0 2 0-16,-1 0 1 15,-1 0-1-15,0 0 1 0,-1-1-1 16,2 1 1-16,0 0-1 15,2 0 1-15,0 0-1 16,0 0 2-16,1 0-2 16,1 0 1-16,0 0-1 15,0 3 0-15,0-1 0 0,1 1 1 16,-3 0-2-16,4 1 2 16,-2-1-1-16,3 1 0 15,-1-1 0-15,1 0 0 16,2-1 1-16,2 0-1 15,-2 0 0-15,-1-1 0 0,1 2 0 16,-2-3 1-16,1 1 0 16,-1-1 0-16,4 0 2 15,-2 0-2-15,4 0 2 16,0 0-2-16,1 0-1 16,-1-1 2-16,2-3 0 0,1 1 1 15,1-1 3-15,-1 0-2 16,2 1-2-16,2 0 2 15,-1-1-2-15,-1 2 1 16,-2-1 0-16,1 2 0 16,-1-2-1-16,1 3-1 15,-1-1-1-15,2-1 1 0,4 2 0 16,-5-1 0-16,4-1 2 16,-4 1-2-16,-2 0-1 15,1-1 0-15,-3 1 0 16,0-2 1-16,-1 0-2 15,-2-4-5-15,-3-1-25 0,-5-7-60 16,-8-9-101-16</inkml:trace>
  <inkml:trace contextRef="#ctx0" brushRef="#br0" timeOffset="185295.49">4544 8687 90 0,'0'-4'10'0,"0"0"9"0,0 2 3 0,1 1 0 15,0 1-17-15,2 0-5 16,-1 0 3-16,0 4-3 15,-2 8 1-15,0 2 2 0,0 6 5 16,0 5 0-16,0 5 9 16,-4 4-4-16,-1 4 1 15,1 5-2-15,-3 3-4 16,4 4 1-16,-1 2-7 16,2-1 2-16,2 3 0 15,0-3-1-15,0 0 0 0,0 0 0 16,2-2-1-16,2 0-1 15,1 0 1-15,-3-1-1 16,3 0 1-16,-3 2 1 16,-2 2 5-16,0 4-1 15,0 2 0-15,0 7-3 0,-2 4 0 16,-5 4 2-16,-2 1-1 16,-1-1 2-16,3-5 0 15,-1-4-2-15,4-6 1 16,4-7-3-16,0-4-2 15,0-6 1-15,0 2-1 0,0-2 0 16,2-1 1-16,1-1-2 16,-2-3 1-16,0 1 0 15,1-2 1-15,-2-1-2 16,0-2 1-16,0-1-2 0,0-1 2 16,0-3-1-16,0 0 1 15,0-2-1-15,0 0 1 16,0 0 0-16,0-2-1 15,0-2 0-15,0 0 0 16,0-4 1-16,0-1-1 16,0-2 1-16,0-1-2 0,0-4 0 15,0 0 1-15,3-2-1 16,-3-2 1-16,2-2 0 16,-2-2 0-16,0-1 1 15,0 2 0-15,0-2 0 16,0 0 8-16,0 0 4 0,0 0 2 15,0 1-3-15,0-1-6 16,0 0-3-16,-2 1 0 16,-1 1-1-16,-2-2 0 15,-1 1 0-15,-1-1-2 16,-5 2 1-16,0 0-1 16,-3 1 0-16,-2 0 0 0,-3 3 1 15,1-1 0-15,0 3-1 16,-3 0 0-16,4 1 1 15,0-1-2-15,-2 2-2 16,2 3-15-16,-6-2-22 16,-1-5-12-16,-5-6-77 0</inkml:trace>
  <inkml:trace contextRef="#ctx0" brushRef="#br0" timeOffset="188461.17">17796 14975 198 0,'0'0'15'15,"0"0"0"-15,0 0-9 0,0 0-2 0,0 0 1 16,0 0 0-16,0 0 4 16,38-10 1-16,-34 10 2 15,0 0-6-15,1 0-3 16,-1 4-1-16,1 3-1 16,-1 3 1-16,0-1 0 0,1 0 0 15,1-1-2-15,-2 0 0 16,2-1 0-16,-1 0 0 15,3-2 1-15,-4-1 0 16,3-3-1-16,-1 0 2 16,0-1-2-16,1 0 0 0,4-5 2 15,-4-3 2-15,5-5 2 16,2-2 1-16,1-1-3 16,2-3 2-16,2-2-5 15,-1 2 1-15,3-1-1 16,-1-1 0-16,2 1 1 0,1 0 0 15,-1-1 0-15,4 4 2 16,-5 0 0-16,-1 3 1 16,-4 1-2-16,0 6 0 15,-5 3-3-15,-1 3-3 0,-3 1-3 16,-3 0-37-16,-3-6-97 16</inkml:trace>
  <inkml:trace contextRef="#ctx0" brushRef="#br0" timeOffset="189976.8">2438 8077 66 0,'0'0'3'0,"0"0"2"0,0 0 0 0,0 0 10 16,0 0 11-16,0 0 0 16,0 0-10-16,0 0-7 15,0 0-6-15,0 0-2 16,12-2 0-16,-12 2 0 0,0 0-1 15,0 0 2-15,0 0 11 16,0-1 9-16,0-2-17 16,0-3-1-16,0 2-1 15,0-3-1-15,0-2 2 16,0-2-1-16,0-2-2 0,0 0 0 16,0-1 0-16,0 1 0 15,2-1 0-15,3 0 0 16,-1 1-3-16,5-1 4 15,0-3-3-15,2 3 0 16,4-2 0-16,2-1 2 0,3 1-1 16,-3 1 1-16,4-1 0 15,-1 4-1-15,-2-1 1 16,0 1-2-16,-1 2 2 16,1-1-1-16,-3 4 0 15,1-1 0-15,0 0 1 0,0 3-1 16,-1 0 0-16,3 1 0 15,-1-1 0-15,2 3 0 16,-1-1 0-16,0 2 0 16,0 1 0-16,-5 0 0 15,-1 0-1-15,-2 0 1 16,-3 1-1-16,1 4 1 0,-2 0-1 16,-2-1 1-16,-2 1 0 15,3-1 1-15,-1 1 1 16,-2 1-2-16,0 1 1 15,1-4 0-15,0 4-1 16,-1-1 0-16,0-2 2 0,-2 2-1 16,0 0-1-16,0 1-1 15,2 0 1-15,-2 0 0 16,2 0-2-16,-2 2-7 16,0-1-35-16,0-4-18 0,0 2-21 15</inkml:trace>
  <inkml:trace contextRef="#ctx0" brushRef="#br0" timeOffset="190261.01">2877 7866 79 0,'0'0'17'0,"0"0"-6"0,0 0-8 16,0 0 1-16,0 0 3 15,0 0 6-15,0 0 5 16,0 0 6-16,0 0-2 16,0 0 4-16,0 0 4 0,38-5-14 15,-25-14-7-15,3-3-7 16,2-3-1-16,4-3-2 15,-3-6-43-15</inkml:trace>
  <inkml:trace contextRef="#ctx0" brushRef="#br0" timeOffset="191871.91">19452 14943 79 0,'0'0'4'0,"0"0"5"0,0 0 5 0,0 0 4 0,0 0 4 0,0 0 6 16,0 0-7-16,0 0-8 15,35 3-4-15,-31 5-2 16,2 1-4-16,-1-1-1 16,3 3 0-16,-1-4-1 0,0 2 1 15,1 0 1-15,0-3-1 16,2 1 1-16,-5 0-1 15,3-3 1-15,-5-2-1 16,3-2 0-16,-1 0 3 16,0 0 8-16,0 0 4 0,2-4 1 15,3-5-6-15,0-2-5 16,1-2-3-16,2-1-1 16,2-5-3-16,2 1 0 15,2-1 1-15,-1-2 0 16,4 3 1-16,-4-3 4 0,2 2 2 15,0-1 1-15,-2 2 3 16,0 2 2-16,-1-1 0 16,1 1-7-16,-3 4-3 15,0 0-2-15,-3 2-1 16,0 3-1-16,-1 1 0 0,-4 5-1 16,3 1-3-16,-2 0-15 15,-4 0-21-15,0 0-16 16,-3 0-111-16</inkml:trace>
  <inkml:trace contextRef="#ctx0" brushRef="#br0" timeOffset="193327.83">3988 7885 113 0,'0'0'11'0,"0"0"-6"0,0 0 25 16,0 0-5-16,0 0-6 15,0 0-5-15,0 0-3 16,0 0-3-16,0 0 1 15,0 0 0-15,-18-9-6 16,13 8 4-16,1-2-6 16,0 0 1-16,-2 2 0 0,0-3 0 15,2-1 2-15,1-1 1 16,3-2 0-16,0-5-4 16,0 0 2-16,9-4-3 15,5-4 0-15,3-3 0 16,6-2 0-16,2-1 0 0,4-2 0 15,4-1 0-15,3-3 0 16,4 2 0-16,3-2 0 16,1 3 0-16,6 2 0 15,-2 4 0-15,6 1 0 16,-2 5 0-16,-1 1 0 0,1 4 0 16,1 1 0-16,-4 4-1 15,0 5 1-15,-3 3 0 16,-2 0 0-16,-6 0 0 15,-1 9-2-15,-2 2 2 16,-7 5 0-16,1 0 0 0,-4 3 0 16,0 2-2-16,-5 1 3 15,0 3-1-15,-2-1 0 16,-1 1 0-16,-3-1 1 16,-1-1-1-16,1-2 0 15,-3 0 0-15,-4-3 0 0,0 1-1 16,-1-2 2-16,-5 2-2 15,0-1 2-15,-1 0-2 16,0 1 4-16,0-1-3 16,-4 1 0-16,0-1 0 15,-4 2 0-15,2-3-6 0,0-3-39 16,1-4-64-16</inkml:trace>
  <inkml:trace contextRef="#ctx0" brushRef="#br0" timeOffset="193519.3">5078 7845 239 0,'0'0'5'0,"0"0"4"0,0 0-9 16,0 0-1-16,0 0 4 0,0 0-2 15,0 0-1-15,0 0 0 16,38 6 0-16,-16-6 0 15,3-2-19-15,0-16-145 16</inkml:trace>
  <inkml:trace contextRef="#ctx0" brushRef="#br0" timeOffset="195025.48">21157 14669 231 0,'0'0'7'0,"0"0"0"0,0 0-4 0,0 0-2 15,0 0-1-15,-45-21 1 16,36 20-1-16,-2 1 1 0,-2 0 4 16,-3 0-2-16,1 0 0 15,-6 8-3-15,3 2 0 16,-2 4 2-16,1 0-2 16,2 2 0-16,4 1 0 15,0 0 0-15,0 4 0 0,3 1 0 16,1 3 1-16,0 2-1 15,2 3 1-15,1 2-1 16,0 2 0-16,2-2 1 16,1 0-1-16,2-1 0 15,1-4 1-15,1-2-1 16,8-1 0-16,2-2 0 0,0-1 2 16,4 0 0-16,1-1 0 15,2 0-2-15,1 0 1 16,0-4 0-16,3-1 3 15,2 1 1-15,2-5 2 16,-2 1-2-16,1-3-3 0,1-1 0 16,-2-4 0-16,0-3-1 15,-5-1 1-15,2 0 3 16,-1-1 4-16,-2-6 1 16,2-2-7-16,-3-1-1 0,1-1-1 15,-3 1-1-15,-2 2 0 16,-2 0 0-16,-3 1 0 15,-3 4 0-15,-2-1 0 16,1 0 0-16,-2-2 2 16,-1 2-1-16,1-2 2 15,1-2 2-15,2-2-2 0,-1-2-3 16,0 0 0-16,2-4 1 16,-4 2-1-16,2-3 1 15,-1-1 2-15,1 2 6 16,-1-3 2-16,-1 0 1 15,0 1-3-15,-1-1-7 0,3 1-1 16,-3-1 0-16,2 0 0 16,-1-2 0-16,-2 2 1 15,0-1 2-15,0-2 0 16,0-1 1-16,-4-1 1 16,-5-2-6-16,-1-1-2 0,-3-1 0 15,-4-1 2-15,0 3-6 16,-6 1-1-16,-4 7-19 15,-5 7-10-15,-7 6-16 16,-5 5-39-16</inkml:trace>
  <inkml:trace contextRef="#ctx0" brushRef="#br0" timeOffset="195795.53">19834 14742 229 0,'0'0'2'0,"0"0"14"0,0 0 15 15,0 0 1-15,23-38-11 16,-22 32-12-16,-1 3-2 16,0 1-3-16,0-2-2 15,0 1 0-15,-6 1 0 0,-6 0-3 16,-3 2 1-16,-8 0-3 16,-5 2 2-16,-4 9 0 15,-5 3 5-15,-3 3-3 16,-1 7-4-16,1 5 5 15,4 3 0-15,4 5-2 0,4 3 2 16,7 4-2-16,6-1 0 16,3 1-2-16,6-1 2 15,6-1 0-15,0-2 0 16,8-5-1-16,9-2 1 16,7-2 1-16,1-4-1 15,6 0 6-15,4-1-4 0,5-4-4 16,3-2 0-16,0-7 1 15,2-4 1-15,1-8 0 16,1-1 0-16,-2-4 3 16,0-8-2-16,4-9 2 15,-4-3 0-15,0-3 2 0,-4-4-2 16,-6-5-1-16,-5-1-1 16,-7-4-1-16,-13-2 3 15,-5-3 4-15,-5-1 3 16,-11-1-7-16,-13-1-6 0,-10 2-1 15,-10 9-15-15,-8 5-10 16,-12 8-5-16,-7 9-27 16,-10 5-76-16</inkml:trace>
  <inkml:trace contextRef="#ctx0" brushRef="#br0" timeOffset="196397.49">18373 14741 56 0,'0'0'179'0,"0"0"-177"0,0 0 9 0,0 0-3 16,-25-45-6-16,11 38-4 15,-4-1 2-15,-2 2-3 16,-5 2 5-16,-4 3-3 0,-2 1 9 16,-2 0-6-16,-1 6-1 15,-1 7-1-15,1 4 2 16,-1 3-1-16,3 4-1 15,-4 5 0-15,5 5 1 16,-2 3-1-16,5 3 1 0,4 6-2 16,6 1 2-16,9 2 0 15,9 0-1-15,0 1 1 16,16-4-1-16,8-3 2 16,7-4-4-16,8-4 4 15,3-6-2-15,6-7-2 0,5-6 1 16,6-9 1-16,4-7-2 15,4 0 4-15,1-14 3 16,-3-9-3-16,-2-7-2 16,-5-2 3-16,-10-7-2 15,-7-4-1-15,-15-4 2 0,-10-6 7 16,-11-3 0-16,-5-4-2 16,-7 1-4-16,-14 1 0 15,-7-1-7-15,-9 7-3 16,-6 7 0-16,-7 9-11 15,-6 10-7-15,-5 8-14 0,1 11-37 16</inkml:trace>
  <inkml:trace contextRef="#ctx0" brushRef="#br0" timeOffset="197218.98">22820 14701 218 0,'0'0'-7'0,"0"0"17"0,0 0 14 16,0 0-12-16,-20-36-7 0,11 32-5 15,-2 1 0-15,-4 3 0 16,-2 0-3-16,-5 0 5 16,-2 6 1-16,-3 6-3 15,-2 5 0-15,-1 3 0 16,-4 3 1-16,1 6-1 0,1 1 0 16,1 2 0-16,2 2 1 15,5 0-1-15,2 3 1 16,2 0 0-16,7-2-1 15,6-2 1-15,4 0-1 16,3-2 1-16,0-1 0 16,11 0 0-16,5-2-1 0,5 2-1 15,5-2 2-15,6-1 1 16,6-4-2-16,4-1 1 16,9-7-1-16,1-4 1 15,6-5 2-15,0-3 0 0,2-3 16 16,0-4-8-16,-2-9 4 15,-3-5-1-15,-6-7-4 16,-8-3 2-16,-8-6 3 16,-9-5 6-16,-12-9-3 15,-9-3-11-15,-3-7-11 16,-21-5 0-16,-19-1-9 0,-18-8-38 16,-24-10-58-1</inkml:trace>
  <inkml:trace contextRef="#ctx0" brushRef="#br0" timeOffset="199089.38">4545 11069 82 0,'0'0'2'0,"0"0"-2"0,0 0 0 0,0 0-1 16,0 0 1-16,0 0 0 15,0 0 1-15,0 0 3 16,0 0 3-16,0 0-3 16,0 0 1-16,0 0-3 15,17 21-1-15,-1-19-1 0,3-1-12 16,4 3-21-16,2-2-3 16,-1 3 23-16,4-2 14 15,3 0 2-15,2-1 14 16,3 0 2-16,0-2-3 15,6 0-4-15,1 1-6 16,3 1-3-16,2 0-1 0,3 0-2 16,0 0 0-16,3 1 2 15,-1-3 1-15,3 3 17 16,0-2 2-16,6-1-7 16,1 0-1-16,7 0-5 0,1 2-2 15,3 0-4-15,4 3-2 16,-2 0 0-16,2 0-1 15,-4 0 0-15,0 2 1 16,0-1-1-16,-1 0 1 16,3 1 6-16,-2 3 3 0,0 0-2 15,1 1-1-15,0 0-5 16,-1 0-1-16,-2-3 1 16,3-3 1-16,-2-5 13 15,-1 0-6-15,0 0-2 16,-1-2-3-16,-4-5 0 15,0-2-3-15,-2-1 2 0,-4 0-2 16,-2 3 0-16,0-2 1 16,-3 1-1-16,-3 0-1 15,-1 3 1-15,-5-2-2 16,0 4 1-16,-7-1-2 16,-5 1 2-16,-5 3-1 0,-3 0 0 15,-5 0 0-15,-7 0 1 16,-1 0 1-16,-5 0-1 15,-2 0 3-15,-3 0-3 16,-2 3 0-16,0 0 2 16,-2-2-3-16,0 2 3 0,0-3-1 15,0 4 1-15,-4-1-1 16,-1 1-2-16,1-1-33 16,-2-3-67-16</inkml:trace>
  <inkml:trace contextRef="#ctx0" brushRef="#br0" timeOffset="201551.73">1413 8521 36 0,'0'0'6'0,"0"0"-2"0,0 0-9 16,0 0-15-16,0 0 10 15,0 0 7-15,0 0 7 16,0 0 11-16,0 0 15 16,0 0-4-16,0 0-5 0,0 0-6 15,-7-34-6-15,7 28-2 16,0 2-4-16,-2-1 0 16,2 2 1-16,0-2-1 15,-2 0 8-15,-2 2 5 16,-2-3 2-16,0 2 3 0,-1-2-9 15,1 3-2-15,-6-2-4 16,3 2-3-16,-1-1 5 16,-4 1-8-16,3 1 2 15,-5-1 0-15,5 1 0 16,-4 0 3-16,-1 1-5 0,1 1 2 16,-1 0-2-16,2 0-1 15,-2 0 3-15,3 0-2 16,-3 0 1-16,3 4-3 15,-5 2 1-15,3 1 2 16,-1 1-2-16,0 1-8 16,0 1 10-16,1 1-1 0,-1-1 2 15,3 3-2-15,1 0 0 16,1 1 0-16,1 0-1 16,-2 2 2-16,1 2-2 15,-1 2 2-15,2 3-1 16,1-2 0-16,-1 6 0 0,-1-3 2 15,5 3-2-15,-1-1 1 16,-2-2-1-16,4-1 2 16,1-2-2-16,2 0 0 15,-3-1 0-15,3-1 0 16,0 0 1-16,2 3-1 0,-2-2 1 16,2 1 0-16,0-1 0 15,0 0 0-15,0 0-1 16,0-1 1-16,0 1-1 15,0-1 1-15,2-1-1 16,0 1 1-16,1-1-1 0,3-1 0 16,-2 2 2-16,1-2-1 15,2 1 0-15,0 1 0 16,-3 0 0-16,2 0 0 16,-1 2-1-16,2-2 1 15,-4-1-1-15,3 2 0 16,-2-3 0-16,0-1 0 0,1-2 1 15,1 2-2-15,0-2 0 16,0 0 3-16,1-1-1 16,-1-1-1-16,2 0 0 15,-2-1 1-15,1-1-1 16,-1 0 0-16,-1-1 0 0,4 1 1 16,-4-2-1-16,5 1 0 15,-3-2-2-15,2-2 1 16,0 3 1-16,-3-3-1 15,3 2 2-15,-4 1-2 16,2-1 1-16,-5 1-2 0,0 2-28 16,-2-3-34-16,0-1-19 15</inkml:trace>
  <inkml:trace contextRef="#ctx0" brushRef="#br0" timeOffset="202249.57">932 9642 27 0,'2'-3'8'0,"-2"1"2"0,0-2 7 0,0 4 6 16,0-1-4-16,0-1 3 16,0 2-2-16,0 0-6 0,0-1-4 15,3 1-6-15,-1 0-4 16,3 0-1-16,-1 0 1 15,2 0 1-15,3 0 0 16,1 4-1-16,3 3 0 16,-1 0 1-16,1 0 0 0,2 1-1 15,1-1 1-15,-3-2 0 16,3 2-1-16,-3-2 0 16,1-1 1-16,-6 0-2 15,1-4 2-15,-1 2-1 16,-4-2 3-16,1 0-1 15,-1 0 0-15,0-3 4 0,0-4 9 16,1-3-2-16,0 0-5 16,-3-3-3-16,2-1-1 15,1-3 0-15,-1 1-1 16,1-3 3-16,1-2-2 0,1-1-1 16,-2-2 3-16,1-1 0 15,-2 2 4-15,-1 1 0 16,-1 1 2-16,0 5 1 15,-2 2-6-15,0 2-4 16,0 5-1-16,0 2-2 16,0-1 3-16,0 5-3 0,0-1 0 15,0 1 0-15,0 1 0 16,0 0 0-16,0 0-5 16,2 0-9-16,1 0-8 15,2 0 3-15,1 0-11 0,1 0-26 16,-1 0-41-16</inkml:trace>
  <inkml:trace contextRef="#ctx0" brushRef="#br0" timeOffset="203176.19">1583 8903 111 0,'0'0'2'0,"0"0"-2"0,0 0-2 16,0 44 0-16,0-20 4 0,-3 6-2 15,-1 6 2-15,1 2 0 16,1 6-1-16,0 4 0 15,-2 3 2-15,2 3-3 16,2 3 2-16,-2 4 0 16,2 3 2-16,0 3 0 15,0 1-1-15,0 6 1 0,4 3 2 16,0-1 4-16,0 7 2 16,1 1-1-16,0 1-2 15,0 0 3-15,-1-1-3 16,0 1-5-16,0 0-1 15,-1-2-1-15,1 0 0 0,0 1 0 16,-4 1-1-16,3-4-1 16,-3-4 1-16,0-2-1 15,0-1 0-15,0-4 1 16,0-1 0-16,-3-3 0 16,3-3 0-16,-2-1 3 0,2-4 4 15,0-3 2-15,0-3 0 16,0-2 0-16,0-1 1 15,5-4-2-15,0-1-1 16,-1-5-1-16,3-1-1 16,-3-1-1-16,2-3-2 0,0 3-2 15,-2 0 2-15,0-1 0 16,-2-3-2-16,1-3 0 16,-3-4 3-16,0-3-3 15,0-4-1-15,0-3 3 16,2-2 3-16,-2-1-1 0,0-2-4 15,2-2-1-15,-2-2 0 16,2-1-3-16,0-3-26 16,-1-3-29-16,0 0-52 15</inkml:trace>
  <inkml:trace contextRef="#ctx0" brushRef="#br0" timeOffset="205251.65">1663 8933 112 0,'0'0'61'0,"0"0"-55"0,0 0 7 0,0 0 4 0,0 0-7 16,-22-40-3-16,31 34-5 15,4-2 2-15,3 1-4 0,2 0 7 16,6 0-5-16,7 2-1 15,5-2 0-15,2 3-2 16,3 0 1-16,5 0 1 16,2-1-1-16,3 1 0 15,4 0 0-15,4-2 0 0,3-1 1 16,1-2 3-16,4-1 0 16,5-2 0-16,1 2-2 15,4-3-2-15,0 2 1 16,2-1 1-16,-3 2-1 15,0 2-1-15,-5 1 2 0,-2 1-2 16,-2 0 0-16,-2 1 0 16,1 2 0-16,-2-1 0 15,1 1 1-15,0 0-1 16,-2-1 0-16,-1 1 0 16,-2-3 1-16,-1 3-1 0,-1-4 2 15,-3 3 2-15,-1 0 1 16,-2-2-3-16,-1 3-1 15,-4-1-1-15,-2 1 1 16,-1 2 0-16,-6-2-2 16,-3 0 2-16,2 1 0 0,-3 0-1 15,3-1 1-15,-1 1 0 16,0 0-1-16,3 1 0 16,0 1 1-16,-5 0 2 15,-3 0-3-15,-2 0-1 16,-10 0 2-16,0 0-1 0,-6 3 2 15,-1 0 2-15,0 3-1 16,0-2-2-16,1 3 1 16,-2 0-2-16,1 3 0 15,-1 0-2-15,-1 0 2 16,2 3 0-16,-1 4 0 0,1 1 4 16,-3 4-1-16,1 2-3 15,0 1 1-15,-1 1-1 16,-1 4 1-16,1 0 0 15,-3 2 0-15,0 1 0 16,-2 3 1-16,0 2 1 16,-1 3 1-16,1 3-2 0,0 2 0 15,-1 3 0-15,2 3-1 16,-3 2 2-16,2 4-3 16,0 1 1-16,1-2-1 15,1 0 1-15,0-3-1 16,-2-2 2-16,0 0-1 0,1 1 2 15,-1 0-1-15,1 2 2 16,-1 2-1-16,1 1 0 16,-1 6-1-16,-2 0 3 15,-1 0 1-15,-1 3-2 16,0-5 1-16,0 1 5 0,0-1 2 16,0-2-5-16,0-1 1 15,0 1 0-15,0 0-1 16,0 0-4-16,0-2-3 15,0 0 2-15,0 3 2 16,0-4-2-16,0 1 0 0,0 0 12 16,0-4-11-16,0 0 3 15,0 0-3-15,0-1 0 16,0-2-1-16,0-1 0 16,0 0 0-16,0-2-1 15,0 0 0-15,0-1 1 0,0-1 0 16,0-1 0-16,-1-4 0 15,-1-3 0-15,-2-5-1 16,1-2 1-16,0-4-1 16,1-2-1-16,0-2 1 15,0 2 2-15,0-4 0 0,0 2-1 16,-2-2 1-16,1 3 1 16,-1 0-1-16,-3-1-2 15,2 0 0-15,1-2 0 16,-3-4 0-16,3-3 0 15,0-1 5-15,-2-4 8 0,0-1-1 16,-1-1 0-16,1 0-1 16,-6-1-6-16,-1 3-3 15,0 0 1-15,-3-1-4 16,-1 0 1-16,-2 3-1 16,-1-2 0-16,-2 2 1 0,-4-1-2 15,-1 0 3-15,-3 3-2 16,-5 0 1-16,-6 1-1 15,-1 0-2-15,-6 3 2 16,-2-1 2-16,-2-2-1 16,-4 3-2-16,1-4 1 0,-6 0 0 15,3-2 0-15,-2-1 1 16,0-3 0-16,1-3-1 16,-5-1 1-16,5 1 0 15,-5-3 2-15,1-1-2 16,1 0-1-16,3 0 0 0,1 0 0 15,0 0 0-15,2-3 1 16,-3 0-1-16,1 0 0 16,1 2-1-16,-4 1 1 15,1 0 0-15,2 0 0 16,2 2 0-16,0 3-1 0,4 0-1 16,1-1 1-16,2 1 1 15,0 2-1-15,2-3 1 16,0 1 1-16,0-3-1 15,7 1 1-15,-1-1 1 16,4 0-2-16,5 0 0 16,-1-1 0-16,3 1-2 0,1-1 2 15,3-1 2-15,2 0-2 16,-1 0 1-16,2 0-2 16,1-1 2-16,2-2 0 15,-2-1-1-15,1 2-2 16,2-1 2-16,0 2 2 0,1-1-2 15,3 1 0-15,-1-2 0 16,3 0 0-16,-3-1 0 16,3 0 0-16,-2 1 1 15,-1-1 2-15,2 0 0 0,-4-1-1 16,0 2-1-16,0-1-1 16,2 0 0-16,1 2-1 15,-1 1 0-15,3-1-14 16,-3-2-38-16,1-7-115 15</inkml:trace>
  <inkml:trace contextRef="#ctx0" brushRef="#br0" timeOffset="207020.27">18396 15996 107 0,'0'0'3'0,"0"0"8"0,0 0 17 15,0 0-2-15,0 0-5 16,0 0 0-16,0 0 0 16,0 0-7-16,0 0-7 0,-41-29-4 15,32 24-3-15,0 2-3 16,-8 2-1-16,-2 1-8 15,-4 0 6-15,-5 5 5 16,-3 8 0-16,-3 1 2 16,-3 3-2-16,2 3 1 0,3 0-3 15,3 3 5-15,4 4-2 16,6 1 1-16,3 2-1 16,3 3-1-16,4 2 2 15,0 1-1-15,6 2 3 16,3 2-1-16,0 1 0 0,3 0-1 15,11 3 3-15,3-3-3 16,3-2 0-16,5-4 0 16,4-4-1-16,5-4 0 15,2-5 2-15,3-6-1 16,2-7 1-16,1-4-1 0,-2-5 0 16,3-2 0-16,-1-15 0 15,2-4 1-15,1-8-1 16,2-6-1-16,-2-2 0 15,-3-4 2-15,-5-3-1 16,-4-2 0-16,-9-1 0 0,-7 0 1 16,-8-3 3-16,-7 0 9 15,-2 0 1-15,-5-2 3 16,-11 5 8-16,-5 3-25 16,-5 5 11-16,-3 8 2 15,-2 8-12-15,-3 9-3 16,-1 8-5-16,-2 6 3 0,-2 12-46 15,3 8-39-15,0 2-75 16</inkml:trace>
  <inkml:trace contextRef="#ctx0" brushRef="#br0" timeOffset="207647.26">20148 15977 186 0,'0'0'23'0,"-52"-12"23"0,27 9-7 0,0 1-21 15,-1 2-11-15,3 0-5 0,4 6 1 16,2 4-6-16,-1 6 4 16,1 2-1-16,2 6 1 15,-1 5 0-15,2 6 0 16,0 3 0-16,2 5 3 15,1 1-3-15,7 3 0 0,-1 1 1 16,5 2 0-16,0-2-1 16,9-1 7-16,8-3-4 15,3-4 2-15,7-6 2 16,1-3-5-16,7-7 1 16,3-5-2-16,0-6 2 15,3-6-2-15,-2-6-1 0,-3-1-1 16,0-7 1-16,-4-8 0 15,0-7 1-15,-3-5 2 16,0-6 3-16,-6-8 2 16,-2-3-1-16,-3-5-4 0,-6-5 0 15,-3-4 2-15,-8-2 1 16,-1-1-7-16,-3 3 0 16,-11 2-3-16,-2 6 1 15,-5 8-1-15,-4 10-3 16,-5 9-5-16,-6 11-9 0,-4 9-34 15,-5 3-41-15,2 5-87 16</inkml:trace>
  <inkml:trace contextRef="#ctx0" brushRef="#br0" timeOffset="208195.44">21722 16009 163 0,'0'0'5'0,"0"0"17"0,0 0 4 0,-53-39-1 0,31 37 1 16,-3 2 4-16,-2 0-10 16,-2 14-11-16,-3 4-5 15,1 9-4-15,0 3 0 0,2 7 1 16,4 1-2-16,4 2 1 16,5 0-3-16,6 0 1 15,7-1 1-15,3-3 1 16,10-1 0-16,11-2 1 15,5-2 1-15,8-5 2 16,6-1-2-16,5-5-2 0,2-6 3 16,5-6-3-16,3-7-2 15,2-1 3-15,-1-4 1 16,1-12 0-16,-2-4 1 16,-4-5 3-16,-8-5 1 15,-7-4 3-15,-9-3 4 0,-10-6 7 16,-9-2-3-16,-8-4-7 15,-1 0-6-15,-16 3-7 16,-9 4-5-16,-9 6-1 16,-7 12-1-16,-11 11-7 15,-4 11-38-15,-3 2-23 16,1 4-33-16</inkml:trace>
  <inkml:trace contextRef="#ctx0" brushRef="#br0" timeOffset="208744.43">22976 15954 137 0,'0'0'-11'0,"0"0"6"0,-56 0 0 0,35 5-4 16,0 5 3-16,0 3 7 15,2 2 6-15,-3 5 9 16,4 2 1-16,2 4 0 15,2 4-3-15,3 2-5 0,3 0-5 16,6 2 1-16,2 0 0 16,0-2 2-16,8-4 1 15,5 0-5-15,3-5 0 16,2-1 2-16,5-5-1 16,3-2 7-16,5-5 1 0,7 0-3 15,3-6 0-15,3-1-4 16,4-3 0-16,1 0-3 15,-1-4-1-15,-1-9 0 16,-5-1 2-16,-3-5 15 16,-9-5 7-16,-3-3 7 0,-8-4-1 15,-6-6-13-15,-9-3-9 16,-4-2-2-16,-6-4-5 16,-16 1-9-16,-13-1-1 15,-12 2-20-15,-15 0-31 16,-15-1-44-16</inkml:trace>
  <inkml:trace contextRef="#ctx0" brushRef="#br0" timeOffset="210435.41">1611 10061 29 0,'0'0'29'0,"0"0"-8"0,0 0 7 0,0 0-2 15,0 0-11-15,0 0-4 0,0 0 8 16,-6-36 1-16,4 35-14 16,-1 1 3-16,1 0 5 15,0-2-2-15,0 2 2 16,0 0 1-16,2 0-6 15,-2 0-6-15,2 0-4 0,0 0 0 16,-2 6-1-16,1 1 0 16,0 4-1-16,0 1 2 15,1 8 0-15,-2 2 0 16,2 7-2-16,-5 5 2 16,3 8-1-16,-2 3 7 0,1 4-6 15,-3 7 3-15,2 5-2 16,1 1 1-16,1 6-1 15,-3 4 1-15,3 4-1 16,0 5 1-16,2 2-1 16,-1 2 0-16,1 1 0 0,0 1 1 15,0-2-1-15,0 2 0 16,0-2 0-16,1 3 0 16,6-3 0-16,-1-1 0 15,1-3 2-15,4 0-2 16,-2 0 1-16,2 3 0 0,-4-2 0 15,-1 5 0-15,-1 1 0 16,-5 1 0-16,0-5-1 16,0 0 3-16,-7-7-1 15,-2-4-1-15,1-7 1 16,-4-5-1-16,1-2 3 16,0-2 2-16,1 0 0 0,2 2-2 15,-1 1-2-15,-3 0 2 16,0-5 2-16,1-2-3 15,-5-7 3-15,5-4-2 16,-1-8 0-16,5-2-3 16,3-8 0-16,2-9-11 0,2-15-32 15,0-13-113-15</inkml:trace>
  <inkml:trace contextRef="#ctx0" brushRef="#br0" timeOffset="211325.78">1775 10042 28 0,'0'0'57'0,"0"0"-39"0,0 0 18 0,-45-18 7 15,38 12-17-15,3 3-7 16,2-1-7-16,2 1-4 0,0 2-4 16,0-1-2-16,4-1-1 15,7 3-2-15,7 0 1 16,1 0-1-16,4 0 1 15,5 8 0-15,5 0 0 16,-2-1 1-16,8 2-1 0,-1-4 0 16,4 0 0-16,3-3 1 15,3-2-1-15,4 0-1 16,2 0 1-16,1 0 1 16,1 0 0-16,5 0 1 0,1 0-1 15,3 0-2-15,5 0 8 16,-1 0-6-16,0-4 0 15,4 2 0-15,-2 0 0 16,0-1 2-16,0 0 1 16,3 0-1-16,-3-2-1 15,-1-1-1-15,2-1 0 0,-1 0-1 16,0 0 1-16,1-2 0 16,-3 2 0-16,0 1 0 15,0 2 1-15,-1 1 0 16,-3 0 0-16,2 3-1 15,-4 0 0-15,1 0-1 0,-4 0 0 16,-1 0 1-16,-3 0-1 16,-7 0 2-16,0 0-2 15,-5 0 0-15,-1 2 0 16,-3-1 0-16,0-1 1 16,3 0-1-16,-1 0 0 0,0 0 0 15,6 0 1-15,-2 0-1 16,2 0 0-16,1 0 0 15,-5 0 0-15,0 0 0 16,-2 1 2-16,-2 3-2 16,-3 1 1-16,0-2-1 0,-1 1-8 15,-1-3-18-15,-3-1-40 16,-4 0-58-16</inkml:trace>
  <inkml:trace contextRef="#ctx0" brushRef="#br0" timeOffset="212886.44">18359 17342 235 0,'0'0'3'0,"-36"-1"21"0,19 2-3 16,1 12-19-16,-1 11-3 15,3 5 1-15,2 8 0 16,1 4 1-16,6 4-1 16,5 3 0-16,0-1 1 15,5-4 1-15,13-3 0 0,3-3 0 16,4-7 1-16,6-4 0 16,3-6-4-16,3-10-1 15,3-4 1-15,2-6 2 16,1-7 6-16,1-13-1 15,-4-7 5-15,-1-6 7 0,-4-6-6 16,-8-5-1-16,-9-6-2 16,-4-3 32-16,-8-1-22 15,-6 1-17-15,-6 0-1 16,-13 3-4-16,-7 10 0 16,-10 10-4-16,-7 11-11 0,-9 13 13 15,-3 7-6-15,-4 24-25 16,1 11-10-16,6 8-35 15,7 3-83-15</inkml:trace>
  <inkml:trace contextRef="#ctx0" brushRef="#br0" timeOffset="213398.88">20074 17352 317 0,'0'0'7'0,"42"-29"2"0,-35 17 21 0,-6 0 8 0,-1 1-23 15,-9 4-10-15,-12 3 1 16,-6 4-4-16,-4 0-5 15,-8 16-3-15,-1 11 2 16,2 11 1-16,0 9 1 0,3 6-11 16,8 2 6-16,9 2-2 15,9-1-6-15,9-3 3 16,6-6-23-16,13-7 26 16,11-8-25-16,8-8 5 15,6-10 13-15,9-12 15 16,5-2 2-16,2-8 2 0,0-12-4 15,0-10 1-15,-5-7 1 16,-6-6 0-16,-8-6 11 16,-11-1 20-16,-10-3 6 15,-15-1 4-15,-5 0 2 16,-13 4-18-16,-12 2-5 0,-7 7-9 16,-7 7-7-16,-4 7 36 15,-2 14-55-15,-4 13 5 16,-1 5-7-16,0 21-24 15,7 7-46-15,2 5-5 16,12-1-98-16</inkml:trace>
  <inkml:trace contextRef="#ctx0" brushRef="#br0" timeOffset="213911.28">21888 17374 446 0,'0'0'-34'0,"0"0"5"0,-4-47 25 0,-15 28-5 16,-5-1-16-16,-7 5 14 15,-7 3 13-15,-3 10 9 0,-5 2-2 16,1 11-9-16,-6 13-1 16,3 7 2-16,3 6-1 15,6 2-3-15,8 0-1 16,12 1-3-16,10-4-2 16,9-4 2-16,7-2 3 15,16-4-8-15,12-4-5 0,7-8-1 16,10-3-9-16,6-6-5 15,5-5 19-15,6 0 6 16,3-7 9-16,-1-7 9 16,-1-5 17-16,-1-6-6 0,-4-4-9 15,-10-3-6-15,-9-4 0 16,-9 2 2-16,-16-1-2 16,-11 2 3-16,-10 5 12 15,-4 2-7-15,-20 6-8 16,-9 6-3-16,-6 5-5 15,-8 7-12-15,0 2-12 0,-4 11-11 16,7 5-6-16,5 1-42 16</inkml:trace>
  <inkml:trace contextRef="#ctx0" brushRef="#br0" timeOffset="214402.91">23199 17176 432 0,'0'0'-6'0,"0"0"6"0,0 0 15 0,-12-36-18 0,-1 29-12 15,-6 3-9-15,-6 4 14 16,-4 0 5-16,-5 8 5 16,-3 10 0-16,-2 8 1 15,-2 6-1-15,4 7 1 0,4 3 2 16,4 2-2-16,9 1 0 16,9-2 5-16,7-2-3 15,4-4-2-15,13-4 2 16,9-3-4-16,8-5-3 15,6-5-6-15,10-5 4 0,0-6 0 16,6-7 9 0,5-2 0-16,-1-6 0 0,-3-10-2 15,-2-8 3-15,-7-4-1 16,-5-9 2-16,-12-4 9 16,-12-8 3-16,-12-2 0 15,-3-5 1-15,-16 0-3 0,-17 2-7 16,-14 2-8-16,-14 4-3 15,-20 6-20-15,-21 1-54 16,-22 1-44-16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07T06:42:11.4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1161 9538 72 0,'0'0'4'0,"0"0"5"0,0 0-5 15,0 0-2-15,0 0 2 0,0 0 0 16,0 0-1-16,0 0 2 16,0 0 5-16,0 0-5 15,0 0-5-15,0 0 2 16,-1 0-1-16,-1 0-1 16,2 2 0-16,0 0-2 0,0 1-1 15,0 3 4-15,0-2-1 16,0-1 0-16,2 1-1 15,1-1 0-15,-1 1 1 16,-2-1-2-16,2 0 2 16,0-2 0-16,-2 1 0 15,2-2 0-15,0 0 2 0,1 0-4 16,-1 0 5-16,0 0-1 16,5-3 2-16,0-3 3 15,-1-2-3-15,5-4 3 16,1-2 0-16,1-3 4 0,1-4 2 15,1-2-1-15,1-4 0 16,1 0 0-16,4-1-2 16,-3-1 0-16,0 1-2 15,0 0 8-15,-1 2 0 16,0 2-10-16,-3 1-4 16,1 2 0-16,-3 2-2 0,0 4 1 15,-5 3 0-15,1 5-1 16,1 0 1-16,1 7-3 15,-2-3-14-15,-5-4-87 16</inkml:trace>
  <inkml:trace contextRef="#ctx0" brushRef="#br0" timeOffset="1241.24">16758 14493 112 0,'0'0'2'0,"0"0"1"0,0 0-1 0,0 0-4 0,0 0 2 15,0 0 2-15,0 0 0 16,0 0 2-16,-2 43 3 16,2-34-1-16,0 2-2 0,0-3-1 15,2 1-2-15,2-3 0 16,4-2 0-16,-3-4 2 15,3 0 1-15,-2 0 6 16,4-7 1-16,-2-5 0 16,2-2 0-16,2-3 3 0,0-2 0 15,1-3 0-15,1-1-2 16,1-1 1-16,0 4-4 16,2-3-5-16,3 3-2 15,1 2-1-15,5-2 0 16,1 3-6-16,1-4-55 0,-1-3-88 15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07T06:46:51.8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4723 15755 60 0,'0'-5'4'0,"0"1"-1"0,0-2 1 0,0 3-2 16,0 0-1-16,0 2-2 15,0 0 2-15,0 1 0 0,0 0-2 16,0 0 2-16,0 0-1 16,0 0 4-16,0 0 7 15,0 0 0-15,0 0-4 16,0 0-5-16,0 0-1 16,0 0 0-16,0 0-1 0,0 0 1 15,0 0-1-15,5 0-1 16,-1 0-8-16,-2 0-36 15</inkml:trace>
  <inkml:trace contextRef="#ctx0" brushRef="#br0" timeOffset="570.09">4147 15837 142 0,'0'0'4'0,"0"0"3"0,0 0 8 16,0 0 2-16,0 0-4 0,0 0-1 15,0 0 4-15,0 0-8 16,0 0-1-16,0 0-1 16,19-19-3-16,-7 19-2 15,-2 0-1-15,5 0 0 16,0 2 1-16,3 5-1 0,-3 0 0 16,1 3 0-16,-1 1 0 15,-3 2 0-15,-3-2 0 16,-5 4 0-16,-2-1-1 15,-2 1 0-15,-4 1 0 16,-10 1 4-16,-1 0 1 16,-3-1-2-16,2-1-1 0,1-3-11 15,3-5-12-15,6-6-20 16,2-1-31-16</inkml:trace>
  <inkml:trace contextRef="#ctx0" brushRef="#br0" timeOffset="919.36">4372 15720 134 0,'0'0'0'0,"0"0"5"0,0 0 2 16,0 0-3-16,0 0-1 15,0 0 9-15,-40-15-1 16,32 16-3-16,0 9-1 15,1 0 0-15,1 6-3 0,-1-1-1 16,0 5 1-16,1 0-1 16,1 2-1-16,-2-1-1 15,3-3 1-15,2-1-1 16,2 0 5-16,0-5 1 16,0-1 0-16,0-3-4 15,7 1 1-15,1-3-1 0,1-1-3 16,3-3 4-16,-2-1 0 15,4 1-1-15,-1-2 2 16,6 0-5-16,-2 0-11 16,1-6-28-16,0-3-48 15</inkml:trace>
  <inkml:trace contextRef="#ctx0" brushRef="#br0" timeOffset="1168.44">4564 15841 222 0,'0'0'15'0,"0"0"0"0,0 0-9 16,0 0-3-16,0 0-5 15,0 0 1-15,0 0 1 16,0 0 0-16,0 38 0 16,0-22 3-16,0 1 0 0,2 3 1 15,3-1-2-15,0 0 2 16,1 1-1-16,1 0-1 15,-1 0 1-15,4 0-2 16,-2-2-7-16,1-3-20 16,-2-7-50-16,2-8-89 0</inkml:trace>
  <inkml:trace contextRef="#ctx0" brushRef="#br0" timeOffset="1318.29">4821 15932 223 0,'0'0'57'16,"0"0"-69"-16,5 47 15 16,-3-22-2-16,-2 5 1 15,0 6-25-15,0 1-29 16,0-3-35-16</inkml:trace>
  <inkml:trace contextRef="#ctx0" brushRef="#br0" timeOffset="1900.38">5072 15761 149 0,'0'0'0'15,"0"0"25"-15,0 0-3 16,-5-45-12-16,16 33-3 0,2-3 6 16,3 4 0-16,3 1 1 15,0 3-6-15,-1 1-5 16,2 6-3-16,-2 0 0 15,-1 3 1-15,-2 8-1 16,-3 3-1-16,-2 3-1 0,-6 2-2 16,-3-1 5-16,-1 2-1 15,0-1-3-15,-5-2 3 16,-5-3 0-16,-1-2-3 16,1-4-2-16,0-4 4 15,2-4 2-15,3 0 1 0,3-4 0 16,2-10-7-16,0-3 3 15,2-6 0-15,7-1 1 16,-2-3 1-16,2 0 0 16,-4 4 0-16,1 2 0 15,-2 4 5-15,-2 6 9 0,0 4 3 16,-2 5-2-16,0 2-5 16,3 0-16-16,2 11 2 15,-1 2 2-15,3 4 4 16,1 4-1-16,2-1 0 15,3 0-10-15,0 0-12 16,1-6-16-16,-1-3-46 0</inkml:trace>
  <inkml:trace contextRef="#ctx0" brushRef="#br0" timeOffset="2236.14">5491 15702 264 0,'0'0'1'0,"0"0"9"0,0 0-8 16,0 0 0-16,0 0-2 16,0 0 0-16,43-33 0 15,-34 33-4-15,2 3-1 0,1 4 2 16,-3 3 0-16,-1 3 3 16,-2 0-5-16,-4 3-2 15,-2 3-21-15,0 1 30 16,-10 0-13-16,-1 0 0 15,-2-2 6-15,-3 1 5 0,3-4 0 16,1-2-1-16,3-4 2 16,3-2 5-16,4-3 5 15,2-2 0-15,0-2 1 16,4 0-8-16,7-5 9 16,7-3-10-16,2-4 0 0,3-2-12 15,3-3-27-15,1-2-71 16</inkml:trace>
  <inkml:trace contextRef="#ctx0" brushRef="#br0" timeOffset="2357.39">5818 15772 132 0,'0'0'1'0,"2"46"24"16,0-17-18-16,-1 1-6 15,-1 4 3-15,0-2-12 16</inkml:trace>
  <inkml:trace contextRef="#ctx0" brushRef="#br0" timeOffset="2913.08">6077 15549 167 0,'0'0'0'0,"0"0"6"0,0 0 1 15,12-43-2-15,-6 32-1 16,3 2 11-16,-1-1 2 16,2 3-10-16,1 1-4 15,3 2-2-15,-1 4-2 16,3 0 1-16,-3 3 0 0,3 8-2 15,-5 4 0-15,-2 3 1 16,0 0-1-16,-6 1 1 16,-2-1-1-16,-1-2 2 15,0 0-2-15,0-2 2 16,-4-3-1-16,-1-2-1 0,3-2 4 16,-2-5-1-16,3-1-1 15,1-1 3-15,0-1-3 16,0-8 3-16,0-3-3 15,0-2 1-15,2-3 0 16,1-1-1-16,-1 1 0 0,0-1 1 16,-2 2 2-16,0 1 2 15,0 3 3-15,0 3 9 16,0 3 1-16,0 3-4 16,0 3-6-16,0 0-12 15,0 9-1-15,5 1 3 0,4 6 3 16,2-1 0-16,5 2 0 15,-1 0-4-15,4-3-15 16,1-4-11-16,-3-4-30 16,0-2-59-16</inkml:trace>
  <inkml:trace contextRef="#ctx0" brushRef="#br0" timeOffset="3297.35">6464 15532 75 0,'0'0'174'0,"0"0"-159"0,0 0 10 0,0 0-19 16,0 0-4-16,0 0-2 16,0 0-2-16,0 0-2 15,0 0 1-15,0 0-3 16,29-22 3-16,-18 28-1 16,-1 2-4-16,-2 2-7 0,-1 3 1 15,-5 0-11-15,-2 0-8 16,0 1 18-16,0 0 11 15,-6-3 3-15,1 1 2 16,-2-4-3-16,2 1 8 16,3-2-3-16,2-3 0 15,0 1-2-15,2 0 2 0,8-2-2 16,1 1 5-16,0-1-2 16,1 2-3-16,0-1 0 15,-4 1-1-15,-4 2 1 16,-4-1-1-16,0 1 7 15,-11 3 9-15,-5 2-4 0,-8 3-8 16,-1 1-1-16,-5-1-2 16,-1 0-46-16,0-7-120 15</inkml:trace>
  <inkml:trace contextRef="#ctx0" brushRef="#br0" timeOffset="4357.42">5726 16234 99 0,'0'0'1'0,"0"0"0"0,0 0 0 0,0 0-1 16,0 0 2-16,0 0 17 16,0 0 11-16,0 0 4 15,-40-35 2-15,38 32-21 16,0 3-8-16,0-1-4 0,2 1-3 16,0 0-1-16,0 3-1 15,0 5 1-15,0 5 0 16,2 2 0-16,3 3 2 15,5 4-1-15,1-2 1 16,3 4-1-16,-1-4 0 0,3 3 3 16,-1-3-5-16,1 0 4 15,-2-2-2-15,6-1 0 16,0-1 1-16,0 1 0 16,2-2 0-16,1 1 0 15,-1 0-1-15,2-5 0 0,-3 0 2 16,0-2-1-16,-2-2 0 15,-1-2 0-15,-3-3 1 16,1 0 2-16,-3-1-2 16,1 0-1-16,-5-1-1 0,-2 0 1 15,-1 0 0-15,-1 0-1 16,-2 0 0-16,-1 0 0 16,0 0 1-16,-2-4-3 15,2-1-33-15,-2-4-58 16</inkml:trace>
  <inkml:trace contextRef="#ctx0" brushRef="#br0" timeOffset="4649.18">6114 16412 77 0,'0'0'9'0,"0"0"6"0,0 0 3 0,0 0-12 0,0 0 2 15,0 0 4-15,0 0-3 16,42 16 0-16,-34-4 0 16,0 0-2-16,-2 5-1 15,-1 1-2-15,-1 1-1 16,-2 1 0-16,-2 4 0 0,0 3-2 15,-15 5 1-15,-6 5-1 16,-8 3-68-16</inkml:trace>
  <inkml:trace contextRef="#ctx0" brushRef="#br0" timeOffset="6933.39">7387 16531 40 0,'0'0'5'0,"0"0"-3"0,0 0 8 0,0 0 10 16,0-1 4-16,0 1-2 16,0-1 1-16,0-1-3 0,0 2-4 15,0 0-5-15,0-1-2 16,0 1-7-16,0 0-1 16,0 0-1-16,0 0 0 15,0 0 0-15,0 0 0 16,0 0-1-16,-2 0 0 0,2 5 1 15,0 1 1-15,0 1 0 16,-2 3-1-16,2-1 0 16,-2 1 0-16,2 1 1 15,0 0-1-15,0 3 2 16,0-1-2-16,0 1 0 16,0 1 0-16,0-1 1 0,2-1-1 15,0 0 0-15,2-2 1 16,-2 0 0-16,1-4-1 15,-1 0 1-15,2-4 0 16,-2 0-1-16,1-2 0 0,-1 1 0 16,1-2 0-16,1 0 1 15,-2 0 0-15,2-3 2 16,1-5 0-16,-1 0-3 16,2-3 1-16,2 2 0 15,-2-3-1-15,1 2 0 16,3 1 0-16,-2 0 0 0,-1 3 0 15,0 0 0-15,2 3 0 16,-1 1 0-16,1 2 0 16,-2 0 0-16,1 0 0 15,0 4-1-15,-2 4 0 16,1 1 1-16,1-1 1 0,-2 2 0 16,0-3-1-16,1 2 0 15,-1-4 1-15,2 1 0 16,-2-3 0-16,1 0 0 15,-1-2 0-15,1-1 0 16,0 0 1-16,-3 0 2 0,3-7 2 16,-2 0 1-16,1-2 1 15,-1-1-3-15,-2-1 1 16,-1 1-1-16,0-3 7 16,-2-1 13-16,0 0-23 0,0 0-1 15,-2-6 0-15,-3 6-1 16,0-1 0-16,-1 3 0 15,1 0 0-15,1 4 0 16,-2 3-2-16,3 4 0 16,1 1-1-16,-1 0-27 15,0 1-24-15,2 5-35 0</inkml:trace>
  <inkml:trace contextRef="#ctx0" brushRef="#br0" timeOffset="7559.3">7831 16651 128 0,'0'-2'5'0,"0"1"15"0,0-1 1 0,-2 2-7 16,0-1 3-16,2 1-6 16,0 0-1-16,0 0-4 15,0 0-3-15,0 0-2 16,0 7 0-16,0 6-1 0,0 5 0 15,0 8 1-15,0 5 0 16,0 6 1-16,0 4-1 16,0 3 0-16,-2-2-6 15,-2-6-63-15,2-9-68 16</inkml:trace>
  <inkml:trace contextRef="#ctx0" brushRef="#br0" timeOffset="8277.17">8089 16551 79 0,'0'0'5'16,"0"0"23"-16,44-42 2 15,-27 27 2-15,0 3-3 16,-1 3-11-16,-3 5-8 15,1 4-9-15,-5 0 1 0,1 6-2 16,0 7 0-16,-5 4 1 16,1 1 0-16,-2 0 0 15,-2 2 0-15,-2 0 0 16,0 0 0-16,0-1-3 16,-6-1 3-16,-3 0-2 15,-1-1 2-15,2-2-5 0,-1-4 8 16,3-2-4-16,0-4 1 15,2-5-1-15,4 0 1 16,0-1-8-16,0-11 8 16,0-2-2-16,5 0 1 15,4-3 0-15,0-2 0 0,0 0 0 16,2 0 0-16,0 1 0 16,0-1 1-16,-1 2-1 15,0 0 0-15,-1 3 0 16,-2 0 1-16,0 3-1 0,-5 3 0 15,2 4 0-15,-4 1 0 16,0 3 0-16,0 0-1 16,0 0-5-16,0 7 8 15,0 6-2-15,-4 3 0 16,0 1 0-16,2 3 1 16,2 2-1-16,0-2 2 0,0 0-1 15,1-3 0-15,8 0 0 16,0-3-1-16,5-2 0 15,1-4-3-15,1-3-20 16,1-3-31-16,2-2-26 16</inkml:trace>
  <inkml:trace contextRef="#ctx0" brushRef="#br0" timeOffset="8456.08">8518 16622 160 0,'0'0'24'0,"0"0"13"0,0 0-21 0,0 0-17 15,0 0 1-15,0 0 2 16,1 44 2-16,-1-20-2 16,0 2 1-16,0 2-3 15,8 1 1-15,-2-1-1 16,4-1-1-16,-4-5-47 0,3-10-89 16</inkml:trace>
  <inkml:trace contextRef="#ctx0" brushRef="#br0" timeOffset="8761.87">8902 16592 94 0,'0'0'127'16,"0"0"-124"-16,0 0 1 16,43-18 5-16,-27 14-6 15,2 1-1-15,1-1-1 0,-2 2 1 16,5-2 0-16,-4 3 0 16,1-1-2-16,1-1 1 15,-1 2-1-15,-1-1 0 16,-1 1 0-16,-3 0-2 15,-3-1-27-15,-3 1-52 16</inkml:trace>
  <inkml:trace contextRef="#ctx0" brushRef="#br0" timeOffset="8981.95">9070 16414 115 0,'0'0'6'16,"0"0"23"-16,0 0-16 16,0 0-10-16,0 0-3 0,0 0 0 15,-9 52 5-15,9-25-2 16,7 4-2-16,-2 0 0 16,1-2-1-16,1 2-1 15,-1-9-39-15,2-4-42 16</inkml:trace>
  <inkml:trace contextRef="#ctx0" brushRef="#br0" timeOffset="9537.1">9502 16352 184 0,'0'0'2'0,"0"0"0"16,0 0-5-16,0 0 2 16,0 0 0-16,0 0 2 15,0 46-1-15,2-29 0 16,0 1 1-16,2-2-1 0,0 2 1 15,1-3-1-15,1-3 1 16,2-1-1-16,-2-3 0 16,3-4-2-16,-3-3-3 15,5-1-2-15,-1 0 5 0,-1-8 2 16,0-3 2-16,0 2-1 16,-2-1 0-16,-1 2 0 15,0 1-1-15,0 4 0 16,-2 1 0-16,-1 2 0 15,3 0 0-15,0 3-1 16,2 6 1-16,0-2 1 0,1-2 0 16,3 1 1-16,-2-4 6 15,2-1 5-15,0-1 1 16,0 0-3-16,-1-5-2 16,-1-3-3-16,-2-2 4 15,1-1 5-15,-5-3 2 0,0-1-4 16,-2 0-5-16,0-2-5 15,-2 0-3-15,0 1 0 16,0 3-21-16,0 2-39 16,0 1-68-16</inkml:trace>
  <inkml:trace contextRef="#ctx0" brushRef="#br0" timeOffset="9942.69">9911 16488 127 0,'0'0'19'0,"0"0"18"15,0 0-11-15,0 0-7 0,0 0-6 16,39-43-6-16,-27 38-4 15,-3 3-1-15,0 2-2 16,2 0 0-16,-2 2-1 16,-4 9-1-16,-2 5 0 0,-2 0-1 15,-1 3 1 1,0-1 2-16,-5 0 0 0,-1-1 1 16,-4-4 3-16,6 0 1 15,-2-3-1-15,5 1-2 16,1-4 3-16,0-1-3 15,5-1 0-15,6-3-1 0,3-2 5 16,4 0-2-16,3 0-1 16,4-7-2-16,0-3 0 15,2-1-7-15,-2-5-51 16,-3-1-76-16</inkml:trace>
  <inkml:trace contextRef="#ctx0" brushRef="#br0" timeOffset="10392.03">10311 16320 224 0,'0'0'-8'15,"0"0"19"-15,0 0-3 16,17-43-3-16,-9 33-5 16,2 2 3-16,1-1 1 15,1 5-1-15,-2 1 3 16,2 3 0-16,-1 0-4 0,-2 9-2 15,-2 6 0-15,2 2 0 16,-7 3-2-16,0 2 2 16,-2-3-3-16,0-2 2 15,-2-4 1-15,-2-4 0 16,-1-2 1-16,3-3-1 0,1-2 2 16,1-2-1-16,0 0 2 15,0-3-3-15,0-7 0 16,0-4 1-16,3-4-2 15,4-1 1-15,-3-1 1 16,0-2 0-16,1 4 0 0,-1 0 0 16,-3 3 5-16,1 5 0 15,-2 3 8-15,1 4 1 16,2 3-8-16,0 0-7 16,1 7-4-16,3 6 3 15,1-1 1-15,6 6-2 0,-1-1-6 16,3 0-9-16,0 1-3 15,0-6-16-15,-5 2-53 16</inkml:trace>
  <inkml:trace contextRef="#ctx0" brushRef="#br0" timeOffset="10710.35">10624 16382 199 0,'0'0'42'0,"0"0"-2"0,0 0-22 16,0 0-12-16,0 0-5 15,0 0-1-15,0 0 0 0,42-33 0 16,-29 32 0-16,-4 1 0 16,3 0-1-16,-4 3 1 15,-1 7-1-15,-3 4-2 16,-4 2-3-16,0 2-9 16,0-1 16-16,-12 0-2 15,0 0 1-15,3-2 0 16,-2-4 1-16,1-1 2 0,6-2-1 15,0-3 0-15,4-1-1 16,0-1 0-16,6-2-3 16,8-1 3-16,4 0 1 15,9 0 0-15,6-8-2 0,5-4 0 16,3 1-16-16,3-3-30 16,1-3-52-16</inkml:trace>
  <inkml:trace contextRef="#ctx0" brushRef="#br0" timeOffset="11010.52">11219 16294 125 0,'0'0'5'0,"0"0"19"0,0 0 2 0,0 0-6 0,0 0 14 15,37-3-10-15,-18-1-1 16,5-2-7-16,2 1-9 16,1-1-5-16,-2 0-1 15,1 1-1-15,-3 1 1 16,-1-1-4-16,-4 1-24 15,0-2-29-15,-9-1-55 0</inkml:trace>
  <inkml:trace contextRef="#ctx0" brushRef="#br0" timeOffset="11231.32">11397 16164 165 0,'0'0'2'16,"0"0"6"-16,-16 42 4 16,9-19 2-16,3 2 4 0,2 4-1 15,2 1-9-15,-1 2-3 16,1 3-4-16,0 0 0 16,0-5-3-16,0-3-7 15,7-9-47-15,3-12-37 16</inkml:trace>
  <inkml:trace contextRef="#ctx0" brushRef="#br0" timeOffset="11708.26">11719 16159 165 0,'0'0'0'16,"0"0"7"-16,0 0-6 15,0 0 0-15,0 0 5 16,0 0 7-16,0 0 3 0,0 0 2 16,-25 46-3-16,23-21-7 15,0-1-5-15,2-1-1 16,0-4-1-16,0-2-2 16,6-5 2-16,1-4-4 15,3-3 5-15,2-5-3 0,1 0 4 16,1 0-2-16,-1-4-1 15,2-3 0-15,-3-2 1 16,1 2-1-16,-1 2 2 16,-4 1-2-16,1 4-2 15,1 0 2-15,1 0 0 16,-2 7 0-16,5 2 0 0,-2-3 2 16,2 0-2-16,-3-3 0 15,-2-2 0-15,-2-1 1 16,-4 0 7-16,1 0 12 15,0-4-5-15,-4-4-10 16,2-5 3-16,-2 0-1 0,0-3 2 16,0-4-3-16,0-3-5 15,3-2-2-15,3-1-9 16,-1 2-40-16,4 6-40 16,-4 3-100-16</inkml:trace>
  <inkml:trace contextRef="#ctx0" brushRef="#br0" timeOffset="12135.09">12123 16300 196 0,'0'0'32'0,"0"0"-31"0,0 0 1 0,0 0-1 15,0 0 17-15,0 0 3 16,0 0-11-16,0 0-3 0,0 0 2 15,0 0-3-15,43 1-4 16,-30-2-2-16,-2 1 0 16,-2 0-1-16,-2 0-12 15,0 7-9-15,-5 4-6 16,-2 2 5-16,0 0 14 16,-9 0 8-16,2 2-1 0,-2-3 6 15,1-2-1-15,5 0 1 16,1-2 0-16,2 2-1 15,0-4 1-15,5 0 5 16,7 0 8-16,3 0-1 16,0-1 0-16,3 0-4 0,-3 1-5 15,-1-1-3-15,-6 1-3 16,-1-2-1-16,-7 2 1 16,0-1-3-16,-9 1 4 15,-7 1 3-15,-6-1-4 16,-2 0-7-16,1-2-27 0,3-4-17 15,3 0-90-15</inkml:trace>
  <inkml:trace contextRef="#ctx0" brushRef="#br0" timeOffset="12603.45">12480 16136 236 0,'0'0'6'0,"0"0"7"0,46-39-2 0,-31 33-8 15,-1 2-1-15,-1 4 6 16,0 0-4-16,-2 7-2 16,0 4-2-16,1 8 3 15,-5-1-3-15,-1 2 0 0,-2 0-3 16,-3-2 0-16,-1-3 2 15,0-3 1-15,0-2-1 16,-3-3 1-16,-3-2-1 16,1-4 4-16,-1-1-7 15,2 0-5-15,1-3 2 0,2-8-5 16,1-5 0-16,0-4 5 16,5-4 7-16,4-1 0 15,-2-2 0-15,0 2 3 16,2 3-1-16,-3 6 5 15,-1 3 14-15,-3 8-2 0,0 3 4 16,0 2-17-16,-2 2-6 16,1 7-1-16,0 7 2 15,2 3 3-15,1 1-4 16,1 2 2-16,1-2-2 16,4-3 1-16,3-2-12 0,1-8-49 15,2-5-74-15</inkml:trace>
  <inkml:trace contextRef="#ctx0" brushRef="#br0" timeOffset="12946.04">12841 16158 10 0,'0'0'254'15,"0"0"-237"-15,0 0-5 16,0 0-11-16,0 0 0 16,0 0-1-16,0 0 0 15,40-21 0-15,-29 21 0 16,-2 0 0-16,1 0 2 15,1 3-2-15,-3 4-2 0,-1 2 2 16,-3 3-1-16,-2 2-3 16,-2 0-4-16,0-1 6 15,-4 0 2-15,1-2 1 16,1-4 0-16,0 0 0 16,2-2-1-16,2-1 1 0,7-1-1 15,3 0 1-15,3 1 4 16,1 0-2-16,1 0 1 15,-3 3 0-15,-5 2-3 16,-1 1 0-16,-6 1-1 16,-2 3 1-16,-10 1-2 0,-11 2 2 15,-8 1-2-15,-8-1-25 16,-3-2-84-16</inkml:trace>
  <inkml:trace contextRef="#ctx0" brushRef="#br0" timeOffset="16263.54">7462 17348 64 0,'-4'3'101'0,"-2"0"-100"0,1 1-1 0,1 0-3 0,-2 2-8 16,0 0 4-16,0 2 7 15,0 1 1-15,1-1 4 16,-1 2 4-16,3 1-2 16,-2 2 2-16,1 1 0 15,0 2-5-15,3 1-3 0,1 0 0 16,0 0 0-16,0 0 0 15,0 0-1-15,1-3 2 16,5-2-1-16,-2-1 1 16,2-4-2-16,0-1 0 15,-1-3 3-15,3-3-2 0,0 0 3 16,2 0 2-16,-1-3-2 16,3-5-1-16,-2-1 0 15,-1-2-2-15,0-1 0 16,-1-2 0-16,-2 0 1 15,-2-2 5-15,-1-1 8 0,-1 0 0 16,-2 0-1-16,0 1-1 16,0 0-1-16,-3 1-2 15,-3 2-2-15,-3 0 1 16,-2 1 24-16,4 1-28 16,-2 2-12-16,-1 2 9 15,4 1-4-15,-1 3 1 0,4 3-4 16,0 0-18-16,3 7-40 15,-2 2 4-15,2 1-22 16</inkml:trace>
  <inkml:trace contextRef="#ctx0" brushRef="#br0" timeOffset="16498.75">7637 17490 248 0,'0'0'5'0,"0"0"1"0,0 0 14 15,0 0-2-15,0 0-9 16,0 0 0-16,0 0 1 0,0 0-4 16,0 0-5-16,0 0-1 15,-20-14-6-15,20 11-56 16,5-4 6-16,0-5-43 15</inkml:trace>
  <inkml:trace contextRef="#ctx0" brushRef="#br0" timeOffset="16819.09">7787 17314 208 0,'0'0'10'0,"0"0"25"0,0 0-13 16,0 0-15-16,0 0-10 15,0 0-1-15,0 37 6 16,0-16 2-16,0 2-2 15,0 4 0-15,0-2 1 16,0 1-2-16,0-2 0 0,0-1 1 16,0-5 0-16,0-1-2 15,0-5-10-15,0-4-27 16,0-8-31-16</inkml:trace>
  <inkml:trace contextRef="#ctx0" brushRef="#br0" timeOffset="17104.25">7879 17270 229 0,'0'0'2'16,"0"0"-2"-16,0 0 7 15,0 0 4-15,40-12-7 16,-28 12 0-16,2 6 1 15,1 8-2-15,0 5 0 0,-4 2 4 16,2 2 0-16,-2 3 0 16,-1 1 1-16,-6 2 0 15,-2 1-5-15,-2 1-2 16,-1 2 0-16,-9 3-5 16,-7-1-8-16,-2 3-11 0,-6-2-24 15,-1-8-27-15</inkml:trace>
  <inkml:trace contextRef="#ctx0" brushRef="#br0" timeOffset="17410.28">7267 17209 239 0,'0'0'-1'15,"-59"-9"30"-15,34 9 5 16,6 0-20-16,-1 9-9 16,6 11-6-16,1 9-2 0,6 10 5 15,5 9 0-15,2 10 1 16,0 4 1-16,11 3 6 15,11-3-11-15,5-1-25 16,9-10-12-16,3-12-16 0,5-15-48 16</inkml:trace>
  <inkml:trace contextRef="#ctx0" brushRef="#br0" timeOffset="18008.62">8177 17395 282 0,'0'0'0'16,"0"0"4"-16,0 0-2 0,0 0-9 16,0 0 5-16,26-46 2 15,-12 39-3-15,1 3-4 16,3 3 2-16,0 1 9 16,1 0 0-16,0 1-1 15,-2 10-1-15,0 2-1 0,-5 0-5 16,-2 3-8-16,-4 1 6 15,-5-2 2-15,-1 2 3 16,0-2-1-16,0-1 2 16,0-3 3-16,-1-1-2 15,-1-6 0-15,0 1 0 0,0-5 0 16,2 0 1-16,0-6 4 16,0-5-3-16,2-5-2 15,2-3 0-15,3-2-2 16,-1-2-1-16,-3-1-3 15,4 3 3-15,-3 0 2 0,-3 2 5 16,0 6-3-16,0 5 9 16,-1 2 1-16,0 6 7 15,0 0-8-15,1 4-21 16,2 11 8-16,-1 2 1 16,3 4 7-16,3 0-3 15,1 1-1-15,2-2-1 0,3-5-6 16,1-1-33-16,2-4-15 15,0-4-55-15</inkml:trace>
  <inkml:trace contextRef="#ctx0" brushRef="#br0" timeOffset="18191.88">8641 17409 278 0,'0'0'43'0,"0"0"-38"0,0 0-1 0,0 0-7 0,0 0 1 15,0 54-1-15,0-27 6 16,0 0 2-16,0 1-5 16,0 4 0-16,4-1-12 15,5-1-18-15,0-6-32 16,2-7-7-16</inkml:trace>
  <inkml:trace contextRef="#ctx0" brushRef="#br0" timeOffset="18512.99">9023 17408 217 0,'0'0'24'0,"0"0"-4"16,0 0-7-16,0 0 11 15,48-5 0-15,-27 0-11 16,6-1-4-16,-2 2-1 0,2-1 0 16,0 1-4-16,-4 0-3 15,-2 3-5-15,-1-1-10 16,-4-1-14-16,0-1-15 15,-5-3-17-15,-2-6-65 16</inkml:trace>
  <inkml:trace contextRef="#ctx0" brushRef="#br0" timeOffset="18725.86">9219 17206 303 0,'0'0'2'15,"0"0"11"-15,0 0-12 16,0 0 1-16,-13 50-1 16,13-23 3-16,1 4 3 15,3 0-2-15,2 5 1 0,2-1-6 16,2-1-13-16,-1-2-13 16,5-4-17-16,-3-7-18 15,3-7-56-15</inkml:trace>
  <inkml:trace contextRef="#ctx0" brushRef="#br0" timeOffset="19110.07">9588 17269 264 0,'0'0'10'0,"0"0"-6"16,0 0 8-16,0 0-1 15,0 0-10-15,0 0 0 16,0 0 1-16,0 0 0 16,-24 24-1-16,24 1 1 0,0 1 1 15,0-1 2-15,0-3-1 16,7-2-2-16,1-6-4 16,4-6-5-16,1-1-2 15,2-7 7-15,0 0 3 16,1-3-1-16,1-9-1 15,-1-4 0-15,-3-3 1 0,-4-5 0 16,0-2 1-16,-6-2 0 16,-1-1 1-16,-2 0-1 15,0 5 0-15,-3 3 3 16,-6 4 0-16,0 7 15 16,-4 6-23-16,1 4-19 0,-3 0-20 15,1 9-15-15,-1 1-49 16</inkml:trace>
  <inkml:trace contextRef="#ctx0" brushRef="#br0" timeOffset="19302.34">9787 17274 267 0,'0'0'38'0,"0"0"-19"15,0 0-18-15,0 0 1 16,0 0 1-16,0 0-18 16,0 0-29-16,0 0-11 15,0 0-34-15</inkml:trace>
  <inkml:trace contextRef="#ctx0" brushRef="#br0" timeOffset="19721.91">10046 17100 299 0,'0'0'-2'0,"0"0"-2"16,0 0-1-16,0 0-35 16,0 0 28-16,0 0-15 15,0 0 21-15,0 0 9 0,-35 29 12 16,24-9 2-16,2 4-11 15,-1 3 0-15,6 3-2 16,2 0 1-16,2 0 1 16,0-2-9-16,2-4-4 15,7-4 1-15,1-5 4 0,1-4 0 16,0-5 0-16,5-4 6 16,-3-2-2-16,1 0 2 15,-1-4 0-15,1-3 3 16,-4-4-4-16,-4-1 5 15,-1-2-1-15,-5 1 2 16,0 0 1-16,0 1 0 0,-5 3-1 16,-3 1-7-16,-3 5 6 15,-1 3-8-15,-1 0-3 16,-1 8-11-16,0 6-11 16,2 4-9-16,3-3-16 15,3 1-48-15</inkml:trace>
  <inkml:trace contextRef="#ctx0" brushRef="#br0" timeOffset="20277.37">10184 17024 125 0,'0'0'104'0,"0"0"-102"0,0 0 16 0,0 0 0 15,39 31 1-15,-25-16-2 16,-1 3-7-16,0 6-3 0,1 4-4 16,-3 4 4-16,-5 2 0 15,-4 3 3-15,-2 1-2 16,-3-1-10-16,-11-1-7 15,-6 0-9-15,-5-4-2 16,-1-5-21-16,-10-3-50 0</inkml:trace>
  <inkml:trace contextRef="#ctx0" brushRef="#br0" timeOffset="20578.38">9454 17058 261 0,'0'0'4'16,"-37"3"3"-16,26 10 0 15,-1 11-7-15,3 9 0 0,5 12 0 16,4 12 1-16,0 5 2 16,7 5 0-16,13-1 4 15,9-7-7-15,6-6-26 16,4-11-18-16,5-12-27 16</inkml:trace>
  <inkml:trace contextRef="#ctx0" brushRef="#br0" timeOffset="21131.44">10529 17173 97 0,'0'0'9'16,"0"0"31"-16,0 0-3 15,0 0-6-15,0 0 0 16,0 0-18-16,-20-37-2 0,30 28 1 16,2 0 1-16,5 0-6 15,0 4-4-15,1 2 0 16,0 3 0-16,0 0-1 15,-1 10 3-15,-3 4-7 16,-3 5-9-16,-3 2 1 0,-2 0 4 16,-2-2 3-16,-4-1 3 15,0-1-4-15,0-6 1 16,0-1 0-16,0-4-8 16,0-3-15-16,0-3 0 15,0 0 18-15,0-9-8 16,0-5 7-16,0-3 8 0,0-4 3 15,0-1 2-15,0 0 7 16,0 2 5-16,0 3 2 16,0 1 10-16,0 8 3 15,2 1-4-15,0 5-7 16,3 2-18-16,0 3-4 0,6 7-1 16,0 6 2-16,2 1 6 15,1 3-18-15,3 0-13 16,-3-2-23-16,1-4 0 15,-1-3-81-15</inkml:trace>
  <inkml:trace contextRef="#ctx0" brushRef="#br0" timeOffset="21429.03">10880 17233 94 0,'0'0'186'0,"0"0"-181"0,0 0 5 0,39-21 1 16,-24 17-5-16,1 2-2 15,-3 2-3-15,-2 4-5 16,-2 8-12-16,-4 3-11 16,-3 2 13-16,-2 3-1 15,0 1 0-15,-9-1 11 16,-3-1 3-16,2-2 6 0,3-3 4 16,-2-4-1-16,6-3-2 15,3-1-5-15,0-3 0 16,1-3 0-16,12 0 9 15,1 0 11-15,8-1-7 16,1-8-9-16,5-3-4 0,4-2-2 16,1 0-30-16,-3-3-40 15,3-1-114-15</inkml:trace>
  <inkml:trace contextRef="#ctx0" brushRef="#br0" timeOffset="21664.83">11363 17159 255 0,'0'0'3'16,"0"0"3"-16,0 0-6 16,0 0 7-16,0 0 0 15,0 0 1-15,0 0 8 16,52-4-2-16,-32-2-3 15,6 2-6-15,1-3-3 0,2-2-1 16,-2-2-35-16,0-2-14 16,-8-1-67-16</inkml:trace>
  <inkml:trace contextRef="#ctx0" brushRef="#br0" timeOffset="21864.03">11467 17054 295 0,'0'0'9'0,"0"0"-8"0,-8 41 1 15,8-21 1-15,0 3 0 16,0 1 4-16,0 4-2 16,6-1-4-16,4-1-14 15,-1 4-17-15,-3-4-17 16,1-5-37-16</inkml:trace>
  <inkml:trace contextRef="#ctx0" brushRef="#br0" timeOffset="22276.75">11982 17027 228 0,'0'0'-1'15,"0"0"5"-15,0 0-1 16,-44 48-2-16,34-28 1 16,2 4-1-16,5-2 0 15,1 0-1-15,2-2 0 16,2-4-2-16,7-2 1 0,0-4-1 15,3-4 0-15,1-5 5 16,1-1 2-16,1 0 3 16,-1-10 2-16,-2-2-4 15,0-3-5-15,-5 1 2 16,-3-3 7-16,-2-1 9 16,-2-1 0-16,0 2-3 0,-6-1-2 15,-1 2-5-15,-6 2-5 16,3 3-9-16,0 3 4 15,-2 8-10-15,1 0-26 16,0 0-18-16,4 0-35 0</inkml:trace>
  <inkml:trace contextRef="#ctx0" brushRef="#br0" timeOffset="22470.07">12130 17129 318 0,'0'0'-1'16,"0"0"-4"-16,0 0 4 0,0 0-3 15,0 0-14-15,0 0-7 16,0 0 14-16,0 0-2 16,0 0-21-16,36-42-61 15</inkml:trace>
  <inkml:trace contextRef="#ctx0" brushRef="#br0" timeOffset="22895.1">12351 16929 363 0,'0'0'2'0,"0"0"1"0,0 0-4 15,0 0 2-15,0 0-12 16,0 0-4-16,0 0 0 15,-40-4 13-15,26 17 0 16,3 1 3-16,0 3-1 16,2 1 2-16,4-1-1 0,1-1 2 15,4-1-2-15,0-3-2 16,4-1-5-16,8-1 4 16,1 0 3-16,3 0 2 15,-2 0 1-15,2 1-2 16,-2 2-4-16,-3 0-23 0,-1-2 1 15,-6 1 2-15,-3-2 10 16,-1-2 4-16,0-2 5 16,-12-2 6-16,1-3 17 15,-3-1 2-15,-2 0-10 16,2 0 0-16,0-2 13 16,5-5 1-16,2-4-6 0,3 0-16 15,4-3 12-15,0-3-8 16,2 0-8-16,11-4-18 15,3-1-32-15,-1-2-31 16,3 0-86-16</inkml:trace>
  <inkml:trace contextRef="#ctx0" brushRef="#br0" timeOffset="23108.88">12478 16891 274 0,'0'0'-3'0,"0"0"3"0,41-6 12 0,-26 6-5 16,2 0 0-16,0 6 3 16,-1 9 2-16,-5 5 1 15,-1 6-4-15,-2 4 1 16,-6 1 2-16,-2 3-21 0,-2-1-8 16,-12-1-23-16,-5-2 1 15,-6-2-1-15,-4-5-51 16</inkml:trace>
  <inkml:trace contextRef="#ctx0" brushRef="#br0" timeOffset="23379.06">11779 16938 209 0,'0'0'89'15,"-40"32"-88"-15,26-5-3 0,1 7 3 16,8 3 2-16,5 6-2 16,0-2 0-16,10 0-14 15,12-2-2-15,11-4-17 16,5-7 1-16,9-6-4 15,7-10-60-15</inkml:trace>
  <inkml:trace contextRef="#ctx0" brushRef="#br0" timeOffset="23899.17">12755 16996 249 0,'0'0'4'16,"0"0"2"-16,0 0 9 0,0 0-3 15,-8-38-5-15,8 30 5 16,0 1 6-16,1-3-10 16,8 2-5-16,4 0-4 15,0 0 2-15,3 3-1 16,-1 3 0-16,0 2 0 0,-2 0-1 15,-3 10-5-15,1 3-1 16,-4 5-8-16,-1 2-10 16,-2 0-4-16,-3-3 0 15,1-1 2-15,-1-3-3 16,1-4 12-16,0-3-3 0,-2-3 8 16,2-2 12-16,-2-1-1 15,2 0 25-15,-2-7 12 16,2-3-20-16,-1-5-3 15,1-2-1-15,0-3-5 16,2-3-3-16,-2 3 1 0,1 1 0 16,1 3 2-16,-2 5 8 15,1 0 15-15,-3 7 3 16,2 4-6-16,-2 0-16 16,2 0-13-16,-1 13-1 15,3 1 5-15,2 6 3 16,1 3-1-16,3 1 2 0,2 0-2 15,1-4-4-15,3-3-50 16,0-6-45-16</inkml:trace>
  <inkml:trace contextRef="#ctx0" brushRef="#br0" timeOffset="24219.21">13129 17018 366 0,'0'0'10'0,"0"0"15"0,0 0-2 0,0 0-14 16,0 0-9-16,0 0-3 0,0 0-1 16,0 0-1-16,0 0-4 15,47-21-10-15,-40 30-7 16,-1-1-11-16,-1 2-8 16,-3 1-12-16,-2-2 24 15,0 2 8-15,0-1 17 0,0-1 9 16,0-2 1-16,0 2-2 15,0-2 3-15,3 0 6 16,5 0 5-16,-1 0 0 16,1 0-5-16,2 3-6 15,-6 0-2-15,-4 1 0 0,0 2 2 16,-16 3 0-16,-8-1 0 16,-9 1-10-16,-8-3-119 15</inkml:trace>
  <inkml:trace contextRef="#ctx0" brushRef="#br0" timeOffset="25984.33">7579 18001 3 0,'-4'0'6'0,"0"0"18"0,3 0-5 0,-3 0-4 16,0 0-5-16,-2 0-2 0,2 0 6 15,0 0 2-15,-3 0 4 16,3 0 7-16,-2-2-2 15,3 0-10-15,-2 1-7 16,0-1-3-16,2 1-2 16,2 0-2-16,1 0-1 0,-2 1 0 15,2 0 0-15,0 0-1 16,0 0-5-16,2 0 8 16,2-3-5-16,6 2 5 15,1-3-1-15,2 1-1 16,5-1 0-16,3-2 0 0,-2 3 0 15,6-1 0-15,0 0 0 16,4 0 0-16,-2 1 1 16,2-2-2-16,0 3 2 15,1-1-1-15,-2-1-1 16,1 2 1-16,0-4 1 0,2-1 3 16,0 3 4-16,-2-2-1 15,5 1-4-15,-3 0-2 16,2 0 0-16,-2-1 0 15,2 0-1-15,0 1 0 16,-3-3 1-16,1 2-1 0,2 0 0 16,-3-1 0-16,3 0 0 15,0 1 1-15,-3 0-1 16,3 0 1-16,-2 0 0 16,-2 1 3-16,0 1 0 15,0-2 0-15,-2 4-2 16,-1 0-1-16,-1-1-1 0,-3 2 0 15,1 1 2-15,-3 0-1 16,-2 0 1-16,-3 0-2 16,-1 0 0-16,-1 0 0 15,-3 0 0-15,-2 0 0 16,1 1 0-16,-5-1 0 0,1 0 0 16,-3 0-2-16,1 0-19 15,-3 0-35-15,0-3-71 16</inkml:trace>
  <inkml:trace contextRef="#ctx0" brushRef="#br0" timeOffset="26553.63">7695 18010 140 0,'0'0'1'0,"0"0"-1"0,0 0 1 15,48-12 1-15,-28 8-1 16,4 3 2-16,1-1 1 16,2 1 5-16,0-1 7 15,1 1-3-15,3 1-2 16,0 0 2-16,6 0-4 15,-2 0-8-15,2 0 0 0,4 0 0 16,0 0 0-16,-1 0-1 16,2-3-4-16,-1-4-34 15,-3-4-147-15</inkml:trace>
  <inkml:trace contextRef="#ctx0" brushRef="#br0" timeOffset="27279.42">9700 17753 37 0,'0'0'13'0,"0"0"-12"0,47-16 0 0,-25 9 0 16,3 1 3-16,0 1 6 16,4 1 10-16,0 0 4 15,2-1 2-15,1-1-4 16,5-2-13-16,1-1 1 15,3-1 2-15,1-1 4 0,0-2 5 16,1 0-6-16,1 1 0 16,4-3 0-16,-1 1 2 15,2 0-8-15,-3 1-6 16,2 5-2-16,-6-1 0 16,-1-1 0-16,-6 6-1 0,-5-2-2 15,-3 5 2-15,-6-2-1 16,-3 2 1-16,-5 1 0 15,-1 0-10-15,-7 0-27 16,-5 0-33-16,0 0-77 16</inkml:trace>
  <inkml:trace contextRef="#ctx0" brushRef="#br0" timeOffset="27641.41">9919 17760 251 0,'0'0'-8'0,"0"0"1"0,0 0-16 16,0 0 22-16,38 1 3 0,-15-1 0 16,8-3 1-16,2-4 2 15,6-2 0-15,3-2 0 16,0-1 1-16,5-2-1 16,2-3-1-16,5 1-3 15,2-3 0-15,0 2 0 16,2 1-1-16,3 1 0 0,-4 0-1 15,1-1-23-15,-4 0-100 16</inkml:trace>
  <inkml:trace contextRef="#ctx0" brushRef="#br0" timeOffset="28195.88">12003 17483 183 0,'0'0'0'0,"0"0"2"0,0 0 11 16,52-13 8-16,-25 9 1 15,1-2 1-15,7-4-4 16,6 3 5-16,1-1-9 16,6-1-3-16,4-1-2 0,2 2-4 15,4-2-3-15,1 0-2 16,1 0 0-16,-2 0 0 15,-1-3 0-15,-5 3-1 16,-2 2 0-16,-6-2 0 16,-6 3 0-16,-4-1-5 0,-5 4-9 15,-11 0-12-15,-4 1-30 16,-8 0-40-16</inkml:trace>
  <inkml:trace contextRef="#ctx0" brushRef="#br0" timeOffset="28600.31">12051 17558 206 0,'0'0'-6'0,"0"0"4"0,0 0 2 16,0 0 0-16,0 0 1 15,0 0-2-15,0 0 11 16,0 0 1-16,0 0-1 16,48 7-2-16,-13-14-5 15,3-4 0-15,7-1-1 16,0 0 2-16,6-3 5 0,3-2 2 15,1 0-1-15,1 1 0 16,2-2-1-16,0 3 2 16,-2 1-5-16,-1-1-4 15,-4 4-1-15,-5 1 0 16,-5 2-1-16,-6 3 0 0,-8 1-8 16,-6 1-22-16,-10 0-35 15,-8 0-91-15</inkml:trace>
  <inkml:trace contextRef="#ctx0" brushRef="#br0" timeOffset="29530.12">7660 17943 123 0,'0'0'1'0,"0"0"-1"0,0 0 0 0,0 0 0 15,-36 21 1-15,32-19 7 16,1-2 21-16,-3 0 17 16,5 1-15-16,-1-1-16 0,2 0-5 15,0 0-8-15,0 0-7 16,12 0-2-16,3 0 5 16,8 0 2-16,8-1 2 15,5-3-2-15,6 0 0 16,5-2 1-16,5-3 0 0,-1 2-2 15,5-3 3-15,4-1 3 16,1-2-1-16,1-1-2 16,5 0 0-16,-3 1 2 15,1 1-3-15,-5 0 0 16,-1 2-1-16,-9 2 1 0,-6 0-1 16,-7 5 0-16,-7 0 0 15,-6 0 1-15,-7 2-2 16,-4 1 1-16,-5 0-3 15,-5 0-16-15,-3 0-31 16,-3 0-44-16</inkml:trace>
  <inkml:trace contextRef="#ctx0" brushRef="#br0" timeOffset="29896.82">7910 17977 135 0,'0'0'-13'0,"0"0"1"0,0 0 14 0,56 0 1 0,-27 0 3 0,5-7 9 16,4 0 7-16,2-2 8 16,5-2 6-16,3-1-9 15,-1 0-14-15,5-1-10 16,-3 3-1-16,1-1-2 16,0-1 1-16,-5 1-1 0,-4 4 0 15,-4-1 1-15,-7 2-1 16,-4 3-2-16,-9 1-10 15,-5 2-13-15,-11 0-32 16,-1 0-31-16</inkml:trace>
  <inkml:trace contextRef="#ctx0" brushRef="#br0" timeOffset="30448.14">7610 18051 94 0,'0'0'9'0,"38"-8"20"0,-9-2-13 0,1 0-11 0,8-2-4 0,0 2 0 15,-1 0-1-15,4 0 0 16,1-1 0-16,1 1 3 16,2 3 2-16,2-3 3 15,4 2 4-15,-2-1 8 0,5-2-5 16,0 2-4 0,0 1-3-16,0 0 3 0,-4 1 2 15,-6 0-5-15,-5 1 2 16,-5 2-4-16,-8 0 1 15,-8 1-2-15,-5 2-5 16,-4-1 2-16,-6 2-2 0,-3 0 0 16,0 0-2-16,-2 0-1 15,-9 0-8 1,-5 3-73-16,-5-3-115 0</inkml:trace>
  <inkml:trace contextRef="#ctx0" brushRef="#br0" timeOffset="31691.85">9802 17736 33 0,'-3'0'-33'0</inkml:trace>
  <inkml:trace contextRef="#ctx0" brushRef="#br0" timeOffset="31977.18">9802 17736 70 0,'0'0'36'0,"0"0"-25"16,0 0 9-16,0 0-11 15,30 0-6-15,-14-2-1 0,1-2-1 16,6-2 4-16,2-1 12 16,4-1-8-16,4-1-6 15,3-1-2-15,0-1-1 16,4-2 1-16,0 3-1 16,0-2 0-16,3 0 2 0,0-1 3 15,3 2 13-15,1-3 0 16,1 1-4-16,0 2 0 15,0-1-5-15,0 1-3 16,-3 2-1-16,-2 1 1 0,-3 2 0 16,-2-1-4-16,-5 3-2 15,-5 0 1-15,-4 1-1 16,-2 1-3-16,-4 1-17 16,-7-1-11-16,-6 2-18 15,-3 0-25-15</inkml:trace>
  <inkml:trace contextRef="#ctx0" brushRef="#br0" timeOffset="32303.35">10265 17641 95 0,'0'0'-3'0,"0"0"7"0,0 0 6 0,0 0 17 16,0 0 0-16,0 0-1 15,0 0-23-15,0 0 10 16,0 0 7-16,0 0-11 15,63 1-1-15,-28-7-6 0,6-1 0 16,2-2-2-16,4 0-1 16,0-1-7-16,4-3-20 15,-1-3-41-15</inkml:trace>
  <inkml:trace contextRef="#ctx0" brushRef="#br0" timeOffset="32992.19">12065 17565 82 0,'0'0'3'0,"44"-11"-1"0,-16 2 2 0,5 1 9 0,2 1 11 16,4-3 11-16,1 0 3 15,2-3-11-15,3 2-7 16,4-3-7-16,1 0-6 0,2-4-4 15,2 4 1-15,-2 0-2 16,-2 0 0-16,-2 2 1 16,-2 1 0-16,-3 1 0 15,-1 0-2-15,-4 2-1 16,-3 1 0-16,-4 1-4 0,-4 0-10 16,0 2 2-16,-7 0-16 15,0 1-3-15,-9 0-22 16,-4 0-41-16</inkml:trace>
  <inkml:trace contextRef="#ctx0" brushRef="#br0" timeOffset="33320.14">12574 17437 166 0,'0'0'9'0,"0"0"25"0,0 0-14 16,0 0 2-16,0 0-8 15,0 0-12-15,0 0 1 16,0 0 5-16,0 0-4 15,29-4-1-15,-4-1 1 16,4-3-1-16,1 0-1 0,3-1-2 16,2 0 1-16,1 0-2 15,1-1-17-15,-2 1-40 16,-4-2-54-16</inkml:trace>
  <inkml:trace contextRef="#ctx0" brushRef="#br0" timeOffset="37908.16">12411 17335 74 0,'0'0'20'0,"0"0"-2"0,0 0-5 0,0-1-9 0,0-1 1 15,0 2-1-15,0-1 3 16,0 1 0-16,0 0 3 15,0 0-6-15,0 0-4 16,0 0 0-16,0 0 1 16,0 0-2-16,-2 0 1 0,2 0 1 15,0 0 2-15,0 0-1 16,0 0 0-16,0 0-1 16,0 0-1-16,0 0 0 15,0 0 0-15,0 0 0 16,0 0 0-16,0 0 1 0,0 0-1 15,0 0 0-15,0 0 0 16,0 0 1-16,0 0 0 16,0 0 0-16,2 0 0 15,-1 0 1-15,0 3-1 16,0 0 0-16,1-2 1 0,-1 3 2 16,2-1-1-16,-1 3 2 15,-2-2-4-15,3 2 3 16,-2-1-1-16,1 1 2 15,0 0-2-15,0 1 0 16,0-1-1-16,0 2 2 0,2 1-1 16,-3-1-1-16,2 4 4 15,2 0-3-15,-3 4 1 16,3 1 2-16,0 2 0 16,-1 3-1-16,1 1 2 15,1 1-3-15,-2 0 1 16,-1-1 1-16,4 0 2 0,-3-1-1 15,0 1 1-15,1-2-3 16,0-1-1-16,-1 0-1 16,3-1-2-16,-3-2 0 15,1-2 0-15,-1-1 0 0,0-1-1 16,-1-2 0-16,-1-3 1 16,0 0 0-16,0-3-2 15,-2-1 2-15,3-2-1 16,-3 0 0-16,0-2-1 15,0 0 0-15,0 0 0 16,0 0-11-16,-7-6-35 0,0-8-95 16</inkml:trace>
  <inkml:trace contextRef="#ctx0" brushRef="#br0" timeOffset="38509.3">12417 17295 33 0,'0'0'71'0,"0"0"-58"0,0 0 6 0,0 0-5 15,0 0 3-15,0 0-2 16,0 0 1-16,0 0-2 15,0 0 0-15,0 0-4 16,0 0-4-16,0 0-3 16,0 0-1-16,-6-10-1 0,4 10 0 15,0 3 5-15,0 6-5 16,-2 0-1-16,2 3 1 16,1 1-1-16,-1 1 1 15,0 2-1-15,-3-3-1 16,2-1 2-16,1 1-2 0,-2 0 2 15,2-2-1-15,-3-1 0 16,3 0 0-16,-2 1 1 16,-3-2-1-16,4-2 0 15,-3 0 0-15,1 0 0 16,-1-1 0-16,0-2 0 0,1 1 0 16,0-3 0-16,3 1-2 15,0-3-2-15,2 0-15 16,0 0-17-16,0-1-43 15,0-9-15-15</inkml:trace>
  <inkml:trace contextRef="#ctx0" brushRef="#br0" timeOffset="38933">12398 17236 81 0,'0'0'13'0,"0"0"7"0,0 0-11 16,0 0-3-16,0 0-2 15,0 0-3-15,0 0 4 16,0 0 2-16,0 0-2 16,0 0 4-16,36 11-4 15,-26-7-2-15,2 1 1 0,1-1-1 16,0 0 0-16,2 1 2 15,-2 0-2-15,1-2-1 16,-1 1-2-16,0 0 1 16,0-1-1-16,0-1-1 0,-3-1-22 15,-2-1-30-15</inkml:trace>
  <inkml:trace contextRef="#ctx0" brushRef="#br0" timeOffset="39580.14">12417 17314 123 0,'0'0'5'0,"0"0"15"16,0 0-14-16,0 0-6 16,0 0-2-16,0 0-4 15,0 0-2-15,0 0 6 0,0 0 3 16,-6-3 2-16,6 3 5 15,0 0 7-15,0 0 5 16,0 0-12-16,0 2-8 16,0 5 5-16,0 4 2 15,1 2-2-15,3 4-2 16,2-3-2-16,0 5 0 0,2-1-1 16,-2 2 2-16,1 0 2 15,-1 2 2-15,2 1 0 16,-3 3-1-16,1-1-4 15,0 2 0-15,-1 1-1 16,2-5 1-16,-5 0-1 0,2-2 0 16,1-1 1-16,-3-1-1 15,1-1 1-15,0 2-1 16,3-2 1-16,-2-2 2 16,-2 1 1-16,2-4-1 15,-1 2 0-15,1-3 0 0,-2-1 1 16,-2-1-1-16,1-2-1 15,-1 1 2-15,1-3 1 16,-1 0-2-16,1-1-2 16,-1 0-1-16,0-2 0 15,0-1 0-15,1-2-4 0,0 0-18 16,1 0-29-16,-2-10-27 16</inkml:trace>
  <inkml:trace contextRef="#ctx0" brushRef="#br0" timeOffset="40121.01">12412 17223 49 0,'0'0'28'0,"0"0"-3"0,0 0-13 0,0 0-5 16,0 0 5-16,-11 44 0 0,9-31-2 15,1 2 1-15,-1 2-1 16,0 0-4-16,-3-1-3 15,1 3-2-15,1-2 0 16,-1 0 0-16,-2 0 0 16,3-2 0-16,-3 0-1 0,0-1 1 15,2 1-1-15,0-2 0 16,-2-1 1-16,3 0-1 16,-2-3-1-16,2-2 2 15,0-3-1-15,2 1-3 0,1-5-29 16,0 0-29-1</inkml:trace>
  <inkml:trace contextRef="#ctx0" brushRef="#br0" timeOffset="40341.11">12422 17260 198 0,'0'0'8'0,"0"0"-6"15,0 0 0-15,0 0 2 16,47 31-4-16,-33-21 0 16,2 1-1-16,-3-3-74 15</inkml:trace>
  <inkml:trace contextRef="#ctx0" brushRef="#br0" timeOffset="41238.46">10019 17710 34 0,'0'0'-1'0,"0"0"1"0,0 0 4 0,0 0 25 16,0 0 9-16,0 0-3 0,0 0 1 15,0 0-7-15,0 0-11 16,0 0-11-16,0 0-2 16,-13-18-3-16,12 18-1 15,1 1 0-15,0 6-1 16,0 4 0-16,0 2 1 0,0 5 0 16,0 3-1-16,2 4 0 15,4 4 1-15,-2 2 0 16,4 0 0-16,-4 3 0 15,3 0 0-15,-1 3 1 16,0-3-2-16,2 2 1 0,-4-2-1 16,0 1 0-16,1-3 1 15,-3-2-1-15,-2-2 0 16,0-3 0-16,0-2 0 16,0-3-1-16,-4-6-7 15,-2-4-13-15,1-5-23 16,-3-5-44-16</inkml:trace>
  <inkml:trace contextRef="#ctx0" brushRef="#br0" timeOffset="41616.23">9986 17708 36 0,'0'0'33'0,"0"0"5"15,0 0-20-15,0 0 4 0,0 0 2 0,0 0-11 16,0 0-7-16,0 0-4 15,0 0-1-15,-36 41 1 16,28-23-5-16,1 0 7 16,-4 2-1-16,2-1-1 15,-2 2 1-15,-1-2 2 0,1-2-1 16,0-2-2-16,2-1-1 16,1-2-1-16,5-5 0 15,1-4-3-15,2-3-45 16,0-5-48-16</inkml:trace>
  <inkml:trace contextRef="#ctx0" brushRef="#br0" timeOffset="41786.12">9967 17713 226 0,'0'0'2'0,"0"0"-2"16,0 0 1-16,42 14 4 15,-20-7-2-15,3 0-1 16,2-1-1-16,-1-2-1 16,-3-4-87-16</inkml:trace>
  <inkml:trace contextRef="#ctx0" brushRef="#br0" timeOffset="42568.94">8026 17835 135 0,'0'0'4'0,"0"0"31"0,0 0-11 0,0 0-13 16,0 0-1-16,0 0 3 15,0 0-2-15,0 0-1 0,0 0-5 16,0 0-2-16,0 0-3 16,-18 47 3-16,18-19-3 15,0 9 1-15,0 4-1 16,0 6 0-16,2 0 1 15,3 0-1-15,-3-3 1 0,1-3 0 16,-1-4-2-16,-2-7 2 16,2-1-1-16,-2-5-1 15,0-3-15-15,0-7-33 16,0-3-42-16</inkml:trace>
  <inkml:trace contextRef="#ctx0" brushRef="#br0" timeOffset="42938.23">7989 17814 112 0,'0'0'-3'0,"0"0"4"0,0 0 1 0,0 0 0 16,0 0 4-16,0 0 3 15,0 0 0-15,0 0-1 16,0 0-2-16,-41 44 5 15,32-23-4-15,-5 2-3 16,1 1-2-16,0 3-1 0,-3-3-1 16,1 0-1-16,-3-7-7 15,5-4-27-15,-1-7-78 16</inkml:trace>
  <inkml:trace contextRef="#ctx0" brushRef="#br0" timeOffset="47875.52">11911 8035 8 0,'0'0'18'0,"0"0"-5"0,0 0-6 16,0 0-3-16,0 0 2 15,0 0 9-15,0 0 3 16,0 0-10-16,0 0-4 15,0 0 1-15,0 0-2 16,4 5 0-16,-1-3 0 0,1 1-2 16,2-1 0-16,-2 0 1 15,2 0 2-15,-2-1 5 16,-1 1 0-16,1-2 2 16,0 0-2-16,-2 0-7 15,1 3 0-15,-1-3-2 0,-2 0 0 16,2 0 0-16,-1 0 8 15,-1 0 20-15,0-5-15 16,0-2-5-16,2-4 2 16,0-3-2-16,2-3 3 15,3-4-1-15,3-2-3 0,4-3 0 16,4-1-2-16,6-2-3 16,8 0-1-16,2-2-1 15,7 2-1-15,1-1-6 16,-2 2-47-16,-5 1-81 15</inkml:trace>
  <inkml:trace contextRef="#ctx0" brushRef="#br0" timeOffset="48060.77">11998 7942 140 0</inkml:trace>
  <inkml:trace contextRef="#ctx0" brushRef="#br0" timeOffset="49167.18">7525 16380 134 0,'0'0'3'0,"0"0"4"0,0 0-1 15,0 0-3-15,0 0-3 16,0 0 0-16,0 0-1 16,0 0 1-16,0 0 0 15,0 0 0-15,0 0 1 16,-17 25-1-16,21-21 1 0,-2-4-1 16,1 0 1-16,3 0 2 15,0-1 5-15,4-9 4 16,-1-4-1-16,2-3-2 15,5-6-6-15,4-3-1 16,2-8-2-16,7-3-1 0,2-9-43 16,4-6-106-16</inkml:trace>
  <inkml:trace contextRef="#ctx0" brushRef="#br0" timeOffset="49620.36">9669 16060 148 0,'0'0'20'0,"0"0"4"0,0 0-13 0,0 0-1 0,0 0-6 16,47-37 0-16,-29 18-2 15,7-5-2-15,8-4 1 16,1-6-4-16,5-5-74 15</inkml:trace>
  <inkml:trace contextRef="#ctx0" brushRef="#br0" timeOffset="50163.62">11642 15847 111 0,'0'0'8'0,"0"0"-4"0,0 0 13 0,0 0-3 0,0 0 0 16,0 0 0-16,43-37-5 15,-23 16 2-15,4-8-3 16,8-8-7-16,4-7-6 16,9-8-75-16</inkml:trace>
  <inkml:trace contextRef="#ctx0" brushRef="#br0" timeOffset="52371.78">10802 8349 126 0,'0'0'8'0,"0"0"-7"0,0 0 0 0,0 0 1 15,0 0-2-15,0 0 1 0,-39 13-1 16,31-13 2-16,1 0 3 15,-2 0-2-15,1 0-3 16,-2 0 0-16,2 0 1 16,-1 0-1-16,-3 1 0 15,2 1 0-15,1-1 0 0,-5 2 0 16,1 0 0-16,-1 0 0 16,-1-2 0-16,-2 2 0 15,2 0 0-15,-1-2 0 16,1-1 0-16,-1 2 1 0,1-2-1 15,1 0 0-15,3 0 1 16,0 0 0-16,2 0 1 16,2 0 5-16,1 2-4 15,0 3-2-15,1-1-1 16,-3 4 0-16,4 1 0 16,0 2 0-16,0 1 0 0,1-1 0 15,3 5 0-15,0-2 0 16,0 6 0-16,0 1 0 15,0 3 0-15,1 3 0 16,0 3 0-16,0 1 0 16,-1 3 0-16,0 2 0 0,0 1 0 15,-1 1 0-15,-3 1 1 16,-2 1-2-16,0 2 1 16,-2 5-1-16,1 0-4 15,1 5 10-15,1-2-5 16,-2 1 0-16,4 1 0 0,1 0 0 15,2-1 0-15,0 2 0 16,0 2 0-16,0-1 1 16,-1-3-1-16,1 3 0 15,-2-3 0-15,1 0 1 16,1 3-1-16,0-1 1 0,0-1-1 16,-2 0 0-16,2-1 0 15,0 0 0-15,0-3 0 16,0-1 0-16,0 0 0 15,0-2 0-15,0-2 2 16,0-2-2-16,0-3 0 0,0-1 0 16,-2 0 0-16,-3-4 0 15,1-1 0-15,-3 0 0 16,2-4 0-16,3 1 0 16,-2-4 0-16,4-1 0 15,0-2 1-15,0-2-1 0,4-2 0 16,3-3 1-16,2 0 0 15,0-3-1-15,-1 1 0 16,2 0 1-16,-3-3 0 16,1 1-1-16,1 0 1 15,1 0-1-15,-1 0 1 0,1-1-1 16,4 0 0-16,-3-2 0 16,2 1 0-16,3-2 0 15,1-3 3-15,0 2-1 16,3-2-1-16,-1 2 1 15,4 0 0-15,-2 2-2 16,4 1 1-16,0-1-1 0,2 4 0 16,3-2 0-16,1 1 0 15,4-1 0-15,4-3 0 16,3-1 2-16,4-2 6 16,7-3 2-16,5-1-7 15,7 0-1-15,7 0-2 0,7 0 0 16,4 0-59-16</inkml:trace>
  <inkml:trace contextRef="#ctx0" brushRef="#br0" timeOffset="60561.26">23905 8424 77 0,'0'0'5'0,"0"0"14"0,0 0 0 0,0 0-6 16,0 0-8-16,0 0 2 15,0 0-1-15,0 0 0 0,-21-36-1 16,19 33 0-16,1 0 0 16,1 0 2-16,0 2 0 15,0-1-5-15,0 1-3 16,3-2 1-16,2 3-1 15,3 0-1-15,-1 0 4 0,2 0-2 16,2 0-1-16,-4 0 2 16,5 3-2-16,-2 3 2 15,1 0-1-15,0 0 0 16,-1 4 0-16,1-1-1 16,0 1 1-16,-3 0 0 0,0 1 0 15,-2 2-2-15,1 1-1 16,-5 0 2-16,0 3 2 15,-1 3-1-15,-1 1 2 16,0 2 0-16,0 1-2 16,0 3 1-16,0 0-1 15,-4 2 0-15,1 0 0 0,-3 3 0 16,2 0 0-16,-3 2-1 16,-1 2 1-16,-5 1 0 15,0 4 1-15,-3 3-2 16,-1 0 1-16,0 4 1 0,0-2 0 15,1 2 0-15,1 1 0 16,1-1 0-16,2 2-1 16,1 2 2-16,4-1-2 15,1 0 1-15,5-1 0 16,1-2 1-16,1-4-1 0,8 0 1 16,4-4-2-16,0 0 0 15,2-3 0-15,4-3 2 16,1-4-2-16,2-2 1 15,-1-5 0-15,1-2 1 16,-1-4 2-16,-4 0 0 16,-2-1-1-16,-5-2-2 0,0 0 0 15,-6 3 0-15,-4 2-3 16,0 2 1-16,-3 3 1 16,-6 5 0-16,-2 3 0 15,-3 5 0-15,1 4-1 16,-2 2 2-16,3 1-1 0,-1 4 0 15,0 1 0-15,3 3 0 16,-4 5-1-16,4 0 0 16,1 4 2-16,2 0-2 15,0-1 1-15,4 2-1 0,1 1 0 16,2-1 1-16,0 2 1 16,0-2-2-16,2 4 2 15,1 3-1-15,4 1 1 16,-4 4 0-16,1 4-1 15,2 3 2-15,-1 1-1 16,4-2 0-16,0 2 0 16,3-1-1-16,0-1 0 0,0-1-4 15,-2 1 0-15,-1-1-2 16,-1 4-1-16,0-1 5 16,-1-4 2-16,2 0 0 15,-4-1 0-15,3-2 2 0,-2-2-2 16,1-4 2-16,-3 1 0 15,1-3 0-15,0-2-2 16,-2 0 1-16,1-1-1 16,-1-1 0-16,2 1 0 15,-2 1 1-15,2 0 1 0,-5 2 1 16,0 2-1-16,0 1-1 16,-5 1 0-16,-7 4 0 15,-3-1 0-15,-3 3 1 16,-3-3 4-16,0 0 1 15,-5-2 3-15,1-2-1 0,-3-1-1 16,-5 1-1-16,-4 2-3 16,-7 1 0-16,-9 2-6 15,-14-5-33-15,-11-8-121 16</inkml:trace>
  <inkml:trace contextRef="#ctx0" brushRef="#br0" timeOffset="68767.24">4343 5158 102 0,'0'0'-15'0,"0"0"16"0,43-17 1 0,-30 13 2 16,-2-1 1-16,-2 3 0 15,0 0 1-15,-3 1-1 0,1 1-3 16,0 0 0-16,-2 0-2 16,1 0-2-16,-3 0 0 15,1 1-3-15,-4 1-1 16,0-2 6-16,0 0 12 0,0 0-5 16,-7 0 4-16,-3-2 2 15,0-1-3-15,1 0-5 16,-2 2-1-16,-2-2-2 15,4 2 0-15,-2-2-1 16,-1 3 0-16,-1-3 0 0,-1 2 0 16,-1-1 1-16,-3-1 0 15,1 2 2-15,-2 1 0 16,-3-1-1-16,2 1 1 16,-3 0-1-16,-1 0-1 15,-1 1-2-15,-2 6 0 16,1 0 0-16,-5 3 0 0,-1-1 0 15,-2 2 0-15,-1-2 0 16,3 2 0-16,-3-3 0 16,3 1 1-16,1-1-1 15,0 1 1-15,0 0 0 16,-3 2 1-16,-1-1-1 0,-1 5 1 16,-3 1 0-16,-1 0 2 15,2 1-3-15,1 0 0 16,3-2 0-16,0-1-1 15,2 1 1-15,4-1 0 16,-3-1 0-16,2-2-1 0,0 3 1 16,0-1-1-16,-2 0 2 15,3 0-1-15,1 1-1 16,1-1 1-16,5 0-1 16,0 1 1-16,4 0-1 15,2-1 0-15,-1 1 1 0,5 3-1 16,-1 0 0-16,2 0 0 15,3 1 0-15,-2 2 0 16,2 0 0-16,0 0 0 16,3 1 0-16,-2-1-1 15,2 3 2-15,3-2-1 16,-1 1-1-16,-1-1 2 0,3-1-2 16,0-2 1-16,0-1 0 15,0-1 1-15,0-2-2 16,0 0 2-16,6-1-2 15,2 0 1-15,-2 1 1 0,1-3-1 16,3 2 0-16,0-3-1 16,1 3 1-16,1 0-1 15,1-2 2-15,1-1-2 16,1 3 1-16,-1-3 0 16,1 0 0-16,-2-2 0 0,4 1-2 15,3-2 2-15,-3-2-2 16,3 1 5-16,3-3-4 15,-1-1 2-15,1 0-2 16,1 1 3-16,1-2-2 16,-1 2 1-16,-2-1-1 0,1-1 0 15,2 1 0-15,-3-1 0 16,4 0 0-16,-1-1 1 16,4 1-1-16,-2 0 0 15,2-1 0-15,-2 3 0 16,0-2 1-16,-3 1-1 0,3-1 0 15,-4 3 0-15,1-1 0 16,1 0 0-16,-1 1 1 16,3-1-2-16,0 1 2 15,4-1-2-15,-2-1 1 16,7-2 0-16,-3 0-2 0,3 0 0 16,0 0 4-16,0-2-2 15,-3-1 1-15,1-1-1 16,-1 1 1-16,-1-1-1 15,3 1 0-15,1-1 0 16,3 0 0-16,3 1 1 16,-2 0 0-16,1 1-1 0,-3 0 1 15,1 2-1-15,-3 0 2 16,-2 0-4-16,4 0 2 16,-6 0 2-16,5 0-4 15,-1 0 2-15,1 0 0 16,4 0 0-16,-1 0-1 0,2-2-1 15,-1 2 3-15,2 0 0 16,-1 0 0-16,3 0-1 16,-1 3 0-16,-1 0 0 15,-1-2 2-15,2 1-4 16,-2-2 4-16,0 0-2 0,3-3 0 16,-1-1 0-16,3 0 3 15,-4 0-2-15,3 2-1 16,-3 0 1-16,1 2 0 15,-1 0-1-15,-1 0 1 16,0-1-2-16,0-1 2 0,0 0-1 16,3-3 2-16,-5-2-1 15,2-3 1-15,1-1 3 16,-3 1-1-16,-3-3-1 16,3 0-1-16,1 1 0 15,-3-1 0-15,0 0-1 0,-4 0 1 16,4-2 0-16,-6 2 1 15,1-3-1-15,0 1 2 16,-3 0-3-16,3 0 1 16,-4-1 0-16,2-1-3 15,-4 0 3-15,-3 2-1 0,-2-1-1 16,-3-2 3-16,-4 2 0 16,-3-3 7-16,-4 1 3 15,-1 0-6-15,-1 0-4 16,-3-2 0-16,2 1-3 15,-3-3 1-15,0 2-1 16,-2 0 1-16,0 2-1 0,0-2 0 16,-4 0 1-16,-4 2-1 15,0-1 3-15,-1-1-3 16,-3 2 1-16,1-2-1 16,-1 2 1-16,2-1-1 0,-3-1-1 15,-1 2 0-15,3-1-4 16,-4 1 1-16,-1 0 0 15,0 2 3-15,-1 0 2 16,0 2-1-16,-2 1 0 16,-2 1 1-16,2 2-1 0,-2 2 3 15,-1-3-2 1,-1 5-1-16,0 0 0 0,-2 1-1 16,0-1 1-16,-6 2-2 15,1 0 1-15,-1 1-1 16,-2-1 1-16,1 1-1 15,-3-2 2-15,2 3 0 0,1 0-1 16,-3-2 1-16,2 3 0 16,-2-1 0-16,3 0 0 15,-3 0 1-15,1-1-1 16,1 0 0-16,0-2 0 16,1 2 0-16,-1-1 2 0,-1-1-1 15,-1 1-1-15,-2 0 0 16,-1 1 0-16,-4 3 0 15,-3 0 0-15,-3 0 0 16,0 0 0-16,-1 7 0 16,-6-1 0-16,1 1 0 0,-3 1-1 15,-3-1 1-15,-4 3 0 16,-3 2-2-16,-5 2 1 16,-6 0-2-16,0 5-2 15,-5 2-4-15,-2 3-2 16,-3 2-4-16,6 2-3 15,0 2-15-15,3-3-22 0,1-5-69 16</inkml:trace>
  <inkml:trace contextRef="#ctx0" brushRef="#br0" timeOffset="81770.28">10142 4777 110 0,'1'0'0'0,"2"-3"4"0,1-1 1 0,-4-2-1 16,2 2 5-16,-2 0-3 15,0 0 9-15,0 1 4 0,0 1-3 16,0-2-2-16,-6 4-6 16,0 0-7-16,-4 0-2 15,1 0 0-15,-3 9 0 16,-3-1 1-16,1 4-2 16,-3 0 2-16,2 1 0 0,1 3 0 15,0-2 0-15,7 2 0 16,-1-2 0-16,7 0 2 15,1-1-1-15,0 0-1 16,3-2-1-16,7-1 1 16,5 0-2-16,0-3 2 0,5 0-1 15,-2-2 1-15,2 0 0 16,2-4 1-16,-1 0 1 16,0 0-1-16,0-1-1 15,-1 4 1-15,-5-2 0 16,0 3-2-16,-3 0 2 0,-3 3-2 15,-1-1 1-15,-2 4-2 16,-2-2 2-16,-2 2 1 16,-1-1-1-16,-1 2 0 15,0-3 1-15,-3 0-1 16,-5 1 1-16,-4 0 1 0,-1-2-1 16,-4 0-1-16,1-3 3 15,0 1-2-15,2-2 0 16,1-1 1-16,6 0-2 15,0-3 0-15,3 0-15 16,4 0-66-16</inkml:trace>
  <inkml:trace contextRef="#ctx0" brushRef="#br0" timeOffset="82191.37">10469 4625 117 0,'0'0'7'0,"0"0"20"0,0 0-21 0,0 0-6 16,0 0 0-16,0 0 1 15,0 0 0-15,-2 43 0 16,2-25-2-16,4 2 2 16,-2 0 0-16,2 1-1 0,4-2 4 15,-4-1 2-15,3 0-1 16,-2-3-2-16,1 2 1 15,1-3-3-15,-4 2 0 16,3-1 0-16,-1-1 0 16,3 1 0-16,-3 0 1 15,0 1-2-15,-3 0-25 0,0-5-33 16</inkml:trace>
  <inkml:trace contextRef="#ctx0" brushRef="#br0" timeOffset="83116.24">10393 4879 104 0,'0'0'7'0,"0"0"-1"0,0 0 5 0,0 0-7 15,0 0 0-15,0 0 1 16,0 0 1-16,0 0-2 0,0 0-2 15,0 0 0-15,40-40 1 16,-28 32-1-16,3 1 1 16,0 0 0-16,4 1 2 15,-2-1-2-15,0 2-1 16,5-1 0-16,-3 2-1 0,2 0 0 16,-1 1 1-16,0 1-1 15,1 2 1-15,1 0-2 16,-5 0 1-16,1 2-2 15,0 5 2-15,-6-2-2 16,0 4 1-16,0-2 1 0,-3 1-1 16,-3 1-1-16,1 1 0 15,-3 1 2-15,-4-2-1 16,0-2 2-16,0 3-2 16,0-2 2-16,-6-1 0 15,0-2-1-15,1-1 0 16,0-4-1-16,1 1 5 0,1-1 0 15,-1 0 4-15,0 0 6 16,1-4-7-16,1-3-5 16,-2 0-3-16,1-3 0 15,2 0 0-15,1 1-2 16,0-3 0-16,0-1-1 0,4 0 3 16,2 2-5-16,3-2 7 15,1 0-3-15,0-1 1 16,2 3-1-16,2-2 0 15,-1 1-3-15,3 1 0 16,-1 1 2-16,3 2 1 0,-1-1 0 16,0 2 0-16,-1 0 1 15,-3 4 0-15,-1 2 0 16,-2 1 0-16,-3 0-1 16,-1 0-2-16,-2 1-2 0,-1 5 4 15,-1 1 0-15,0 3 2 16,1 0-1-16,-1 1 0 15,0-1 1-15,-1 0-1 16,1 3 1-16,2-3 0 16,-2-2 0-16,2-2-1 15,1 1 3-15,4-1-2 0,0-2 1 16,0-1 0-16,4-3 0 16,1 0-1-16,2 0 0 15,1 0-3-15,-3-8-41 16,-1-4-40-16</inkml:trace>
  <inkml:trace contextRef="#ctx0" brushRef="#br0" timeOffset="83302.52">10984 4532 196 0,'0'0'3'0,"0"0"4"0,-41-16-5 0,34 16-2 16,-2 0 0-16,0 0-5 16,2 3-24-16,5 5-21 0,0-3-22 15</inkml:trace>
  <inkml:trace contextRef="#ctx0" brushRef="#br0" timeOffset="84271.26">11312 4634 155 0,'0'0'-3'0,"0"0"9"0,0 0 1 16,0 0 1-16,0 0-3 15,0 0-5-15,0 0 0 16,-37-16 1-16,21 19-1 15,-1 4-1-15,0 2 2 16,1 2 0-16,1-1-1 0,3 0-1 16,3 3 1-16,3-1 0 15,0 0 0-15,6-3 0 16,0 0 1-16,0-2-1 16,6-1 0-16,3-2 0 15,2-2 2-15,4-2-1 16,1 0 2-16,2 0 0 0,0-10-1 15,-1 3-1-15,2-5 0 16,-2 1 1-16,-3-5-1 16,-1 1 1-16,-6-2 1 15,2-3 4-15,-6-3-2 16,-1-1-2-16,-1 0-2 0,0-5 0 16,-1 1-2-16,0 1 0 15,0 0 0-15,0 3 1 16,0 1 0-16,0 3-2 15,0 6 3-15,0 3-2 16,0 3-1-16,-2 4 3 0,0 2 0 16,1 2-2-16,-1 0-2 15,0 0-4-15,-3 6 5 16,3 3 1-16,0 1 1 16,1 3 0-16,-1 1 0 15,0 2 0-15,2 2 0 0,0 2 0 16,0-1 1-16,0 2 0 15,0 0-1-15,0-3 0 16,5 1 1-16,4-2-1 16,-2 0 0-16,3-1 1 15,2-5 0-15,-1 1 0 0,-1-4 0 16,3-1 2-16,-1-1-3 16,3-2 4-16,-1-2-1 15,5 0 0-15,0-2 2 16,-2 0-2-16,4 0 1 15,-3-4-1-15,3-6 1 0,-6 1 0 16,1-2 6-16,-3-2 0 16,-1-2-1-16,1-1-2 15,-4 2-5-15,0-2-1 16,-5 3 0-16,1 1-1 16,-5 3 0-16,0 2 0 0,0 3-1 15,0 0 2-15,-4 2 0 16,-1 2-4-16,-6 0 2 15,2 4 0-15,0 5 2 16,-1 2-2-16,4 1 1 16,0 1 0-16,3 1 1 15,1-1-1-15,2-1 1 0,0 0-1 16,0-2 0-16,4-2 0 16,5-1-1-16,-1 0 0 15,5-3 1-15,6-2 1 16,3-1 0-16,6-1-1 15,3 0-24-15,3-8-42 0,1-5-78 16</inkml:trace>
  <inkml:trace contextRef="#ctx0" brushRef="#br0" timeOffset="84474.99">12076 4373 117 0,'0'0'3'0,"0"0"6"0,0 0-4 16,0 0-2-16,0 0 4 0,0 0 15 15,0 0 4-15,0 0-7 16,0 0-11-16,0 0-6 16,0 0-2-16,45-16-54 15,-21 11-99-15</inkml:trace>
  <inkml:trace contextRef="#ctx0" brushRef="#br0" timeOffset="84596.22">12219 4429 183 0,'0'0'5'0,"0"0"6"0,0 0-28 16,0 0 15-16,0 0-49 15</inkml:trace>
  <inkml:trace contextRef="#ctx0" brushRef="#br0" timeOffset="85007.88">12380 4209 128 0,'0'0'9'0,"0"0"6"16,0 0 12-16,0 0-18 15,0 0-5-15,16-37 3 16,-12 33 3-16,0 4-6 16,1 0-4-16,-1 0 0 15,1 0 0-15,2 3-1 0,-4 5 0 16,3 2-1-16,-4 3 1 16,0 3-1-16,-2 0 2 15,0 0-1-15,0 2 1 16,0-2 0-16,-2-4 1 15,-5 3-1-15,3-6 0 0,-1-1 0 16,0-2 0-16,1 0 2 16,0-2-1-16,1-2-1 15,1 0 1-15,1 0-1 16,1-2 3-16,0 0 1 16,8 0 5-16,8-2 3 15,10-5-1-15,8-3-7 0,13-2-4 16,9-4 1-16,9-3-12 15,6-10-113-15</inkml:trace>
  <inkml:trace contextRef="#ctx0" brushRef="#br0" timeOffset="88737.59">2274 6622 7 0,'0'0'8'0,"0"0"0"0,0 0 2 0,0 0-8 16,0 0 0-16,0 0 1 15,0 0-2-15,0 0 0 16,0 0-1-16,0 0 2 16,0 0-2-16,0 0 1 15,0 0 6-15,-1 0 4 0,1 0 3 16,0-1 0-16,-2-2-5 15,2 0-3-15,0 2-2 16,0-2-2-16,0 1-1 16,0-1-1-16,0-1 0 15,0 2 0-15,0 0 0 0,0-2 1 16,0 0-1-16,0 2 0 16,0-5 0-16,0 4 0 15,2-2 1-15,-1 0-1 16,0 0 0-16,0 0 1 15,1 1-1-15,0-3 0 16,0 1 0-16,-2 0 0 0,2 0 0 16,-2 0 1-16,2-1 1 15,-2 1-2-15,1-1 1 16,1 1 0-16,1-1 1 16,-1 1-1-16,-2-1-1 0,2 0 0 15,2-3 0-15,-2 2 1 16,3-3 1-16,-3 2 3 15,2-1-2-15,-2 1 0 16,1 2 1-16,-3 0-1 16,2 2 1-16,-2 0 1 15,0 0 1-15,0 0-1 0,0-2-4 16,0 3 0-16,3-3 0 16,-1 0-1-16,0 1 2 15,0 0-2-15,3-1 1 16,-3 2-1-16,0 0 1 15,0 1-1-15,-2 1 0 0,2 2 0 16,-2-1 1-16,1 0-1 16,0-1 0-16,2-1 0 15,-1-2 0-15,0 3 0 16,1-1 0-16,0-3 0 16,1 2 0-16,0-3 0 0,1 2 1 15,1-4-1-15,0 3 0 16,2 0 0-16,-2-1 0 15,1 2 0-15,-1-1 0 16,2-2 0-16,-2 3 0 16,-1 1 1-16,1-2-2 15,-1 0 1-15,2 1 0 0,-3-1 1 16,3 0-1-16,-3 2 0 16,1 0 0-16,1-1 0 15,1 1 0-15,-2 0 0 16,1-2 0-16,3 1 1 15,-3 0-2-15,4-1 1 0,-1 0 0 16,2 1 0-16,2 0 0 16,-2 0 0-16,1 0 0 15,1-1 0-15,0 2 0 16,-1 0 0-16,1-2 0 0,1 3 1 16,1-3-2-16,3 1 1 15,-5 2 0-15,3-2 0 16,-3 3 1-16,3-1-1 15,-5 0 0-15,2 1-1 16,-1 0 2-16,1 3-1 16,-3-1 0-16,0 1 0 0,1 0 0 15,-1 0 0-15,-3 0 0 16,3 0 0-16,-1 0-1 16,0 1 1-16,0 2 0 15,0 1-1-15,2 1 1 16,-2 0 0-16,0-1 0 15,0 1 0-15,0-1 1 0,0-1-1 16,-1 1 0-16,2 2 0 16,-5-1 0-16,3 1 0 15,-1 0-1-15,0 1 1 0,-1 0-1 16,1 0 2-16,-2 0-1 16,1 2 1-16,-1-2-1 15,-1 0 0-15,3 1 0 16,-3 1 0-16,1-2 0 15,-1 0 0-15,-2 2 0 16,3-1 1-16,0-1-1 0,-3 0 0 16,2 1 0-16,-2-1 1 15,0-2-1-15,1 3 0 16,-1-3 1-16,0 2-1 16,0-1 1-16,0 0-1 15,-2-1 1-15,2 1-1 0,2 1 0 16,-4 0 2-16,2-1-2 15,0 0 0-15,0 1 0 16,0-2 0-16,-2 1 1 16,1 1-1-16,0-1 1 15,0-1-1-15,-1 0 1 0,0-1-1 16,0 0 1-16,0-1 1 16,0 1 1-16,0 2-1 15,0-2 0-15,0 1-2 16,0 1 1-16,0-1-1 15,0 1 0-15,0-1 2 16,0 0-2-16,0-1 0 0,0 0 0 16,0 0 0-16,0 1 0 15,0 0 1-15,2-2-1 16,-2 4 1-16,0 0-1 16,2-1-1-16,-2 1-19 0,0 2-21 15,0-4 2-15,0 0-37 16</inkml:trace>
  <inkml:trace contextRef="#ctx0" brushRef="#br0" timeOffset="89785.54">2991 6493 33 0,'0'0'12'0,"0"0"1"0,0 0-4 0,0 0 1 0,0 0 2 16,0 0 0-16,0 0 0 16,0-1-2-16,0-1-5 15,0 1 3-15,0 1-4 16,0-1-2-16,0-1 5 15,0 2-1-15,0 0-2 16,0 0-2-16,0 0-2 0,0 0-1 16,2 0 1-16,0 0 0 15,3 0 0-15,-3 0 0 16,3 0 0-16,-3 4 0 16,2-1 0-16,0 1-1 15,-1-1 1-15,1 1 0 0,0-1 1 16,0 0-1-16,0 0 0 15,0-2 0-15,0 2 0 16,-1-2 0-16,1 1 1 16,0 0-1-16,-2-1 0 15,4 0 0-15,-4 2 0 0,0-3 0 16,-2 1 0-16,2 0 1 16,0-1-2-16,-2 1 2 15,1 0-1-15,0-1 0 16,0 0 0-16,1 0 0 15,-2 0 1-15,2 0 1 0,-2 0-2 16,2 0 0-16,-2 0 3 16,0 0 2-16,0 0 6 15,0 0-2-15,0 0-3 16,0 0-4-16,2 0-1 16,-2-2 0-16,0-3-1 0,0 1 1 15,2-2 0-15,-2-1 0 16,1-1 1-16,-1-1-1 15,4-1 2-15,-1 0-2 16,1-1 0-16,-1-2 0 16,1 2 0-16,0-3 0 15,2 2-1-15,-3-2 1 0,1 0-1 16,3 1 0-16,-5 2 1 16,3 1-1-16,-3 1 2 15,2 3-2-15,-3 2 0 16,3 3 0-16,-2-1-2 15,-2 2-3-15,2 0-22 0,-2 2-20 16,0 6 20-16,0 1-3 16</inkml:trace>
  <inkml:trace contextRef="#ctx0" brushRef="#br0" timeOffset="90503.57">2934 6521 44 0,'0'0'9'0,"0"0"2"0,0 0-1 0,0 0-6 0,0 0-3 16,0 0 1-16,0 0-1 15,0 0-2-15,0 0 2 16,39-4 0-16,-34 8 0 15,1 1-1-15,-1-1 1 16,1 0 0-16,1 1 0 0,-2-1-1 16,1 0 1-16,-2-1-1 15,1 0 1-15,-1-2 0 16,-2 1 1-16,2-1 3 16,-2-1 2-16,0 0 4 15,0 0-1-15,-2 0 2 16,2 0 11-16,0-3-4 0,-2-1-12 15,2-5-5-15,0-1 1 16,1-3-1-16,1-1 0 16,1-2 2-16,2-2-1 15,-1-2-1-15,1-1 2 16,0 4 1-16,2 0-2 0,-3 1-1 16,1 3-1-16,-3 1-1 15,1 3 2-15,-1 2-2 16,1 3 0-16,-5-2 0 15,2 3 0-15,-1 1 1 0,0 0-1 16,0 2 1-16,-1 0 1 16,0 0 2-16,0 0 1 15,0 0-3-15,0 0-2 16,0 0 0-16,0 0-1 16,0 0-3-16,0 0-6 15,0 0-3-15,0 4-7 0,0 2-14 16,0-2-4-16,0-1-20 15</inkml:trace>
  <inkml:trace contextRef="#ctx0" brushRef="#br0" timeOffset="91304.88">2711 6345 56 0,'0'0'16'0,"0"0"-10"0,0 0-8 0,0 0 2 15,0 0 1-15,0 0 0 16,0 0 0-16,2 40 1 15,0-27-2-15,1 2 1 16,2 0-1-16,-3 3 0 16,0 3 0-16,-1 1 0 0,0 4 1 15,-1 0-5-15,0 4 7 16,0 1-2-16,0 1 0 16,0 2 0-16,0 0 1 15,0 2-1-15,0 0 0 16,0 1 0-16,3 1-1 0,-3-1 2 15,2-2 0-15,-2 0 0 16,0-1-1-16,0 0 2 16,0 1-1-16,0 3-1 15,0 0 0-15,-2 3 2 16,-3 1-2-16,1-1-1 0,-4 1 2 16,2-2-2-16,-1 1 1 15,1-3 0-15,-1-1-1 16,2-4 0-16,-3 1 1 15,3-5-1-15,1-7-1 16,0-6 2-16,2-3-1 0,0-6 0 16,2-6-1-16,0-1-15 15,0-3-11-15</inkml:trace>
  <inkml:trace contextRef="#ctx0" brushRef="#br0" timeOffset="93379.51">2973 6324 27 0,'0'-3'2'0,"0"0"4"0,0 0-3 15,0-1-2-15,0 0 0 16,0 0 1-16,0 1 6 0,-4 0 4 16,-1 0-7-16,2 2-5 15,-1-1 0-15,-2 1-1 16,1-1 2-16,1 2-1 16,0-2 2-16,0 2 0 15,2-2 4-15,0 2 1 16,0 0 3-16,2-3-3 0,-2 3 1 15,2 0-3-15,0 0 2 16,0 0-2-16,0 0-2 16,0 0-4-16,0 0 1 15,0 0 0-15,4 3 0 16,1 4 0-16,2 2 1 0,2 2-1 16,2 3 1-16,2 2-1 15,-2 0 0-15,3 2 0 16,1 2 2-16,-2-2-2 15,1 0 0-15,-3 0 1 16,3-2 0-16,-1-2 0 0,1-1 0 16,-3-2 0-16,0-3 1 15,-2-1 0-15,0-1 1 16,-3-2-2-16,1-1 0 16,0 0-1-16,-2-1 0 15,-1-2 1-15,1 0-1 0,1 0-3 16,-2-5-38-16,-1-6-62 15</inkml:trace>
  <inkml:trace contextRef="#ctx0" brushRef="#br0" timeOffset="93712.15">3087 6295 64 0,'0'0'8'0,"0"0"-6"0,0 0 0 0,-9 43 4 15,0-24 0-15,-1 2 1 16,2 0-1-16,-1 0-1 16,0-1-3-16,0 0 0 0,2-3-2 15,1-1 1-15,2 0 0 16,-1-4-1-16,0-4-3 16,1-6-45-16</inkml:trace>
  <inkml:trace contextRef="#ctx0" brushRef="#br0" timeOffset="94545.5">3099 6297 21 0,'0'0'25'0,"0"0"-9"16,0 0-2-16,0 0-3 0,0 0-1 15,0 0 2-15,0 0-7 16,0 0 2-16,0 0 6 16,-1 0-1-16,-1-2 1 15,0-2-5-15,2 1-3 16,-2-2-2-16,2-1-1 0,0-1 0 16,0-3 1-16,2 0-6 15,7-2 3-15,1-3 1 16,6-2-2-16,4 0-1 15,0-4 2-15,5 2 1 16,2-2-1-16,0 1-2 0,-3 0 1 16,1 2 1-16,-1 1-2 15,1 2 2-15,-5 0 0 16,2 5 1-16,-1 0-1 16,-2 2 1-16,2 2 0 15,-3 3-1-15,-3 2-1 0,1 1 1 16,-2 0-2-16,2 4 1 15,-3 4-1-15,1 1 0 16,0 2 4-16,0 1-4 16,2 0 2-16,-1 0 2 15,-1 0-2-15,1 1 0 0,1 0 0 16,-3 0 0-16,3 1 1 16,-3 0-1-16,1-1 0 15,-3 1 0-15,0-1 1 16,-1 0-1-16,2 0 0 15,-3-1 1-15,-1 1-1 0,0-1 0 16,-1-1 1-16,-3 0 0 16,0-1 0-16,2 0 0 15,-2 1 0-15,-2-3 0 16,0 0 0-16,0 3 1 16,-1-3-1-16,1 0 1 0,-2-1-1 15,2-1 0-15,-2-2 0 16,0 2-1-16,2-3 1 15,-2 1-1-15,0 0 0 16,2-2 0-16,-2-1-18 16,0-1-18-16,0 0-10 15</inkml:trace>
  <inkml:trace contextRef="#ctx0" brushRef="#br0" timeOffset="94742.7">3771 6334 59 0,'0'0'14'0,"0"0"5"0,0 0-11 16,0 0-5-16,0 0-2 0,0 0 2 15,0 0-2-15,0 0-1 16,0 0-79-16</inkml:trace>
  <inkml:trace contextRef="#ctx0" brushRef="#br0" timeOffset="95652.78">3722 6321 34 0,'0'0'8'0,"0"0"13"0,0 0-2 0,0 0-10 0,0 0-1 15,0 0-4-15,0 0 0 16,0 0-1-16,0 0 2 16,0 0 4-16,0 0-8 15,-11 0-1-15,11 0 1 16,2 4 0-16,3 2-1 0,3 1 1 15,-2 2-1-15,2 1 0 16,0-1 1-16,1 0-1 16,0-2 0-16,0-1 0 15,0-2 4-15,0-1-2 16,-1-3 1-16,2 0 6 16,-1 0 2-16,-1-10 8 0,4-7-6 15,-1-4 0-15,3-8-1 16,1-5-3-16,2-7-6 15,6-9-2-15,6-10-1 16,2-10-3-16,3-15-83 16</inkml:trace>
  <inkml:trace contextRef="#ctx0" brushRef="#br0" timeOffset="98820.74">16329 16275 142 0,'0'0'5'0,"0"0"0"0,0 0 8 0,0 0-4 16,0 0-4-16,0 0-1 16,0 0 6-16,0 0 0 15,0 0-1-15,0 0-4 0,9-13 0 16,-4 8-3-16,-3-2-1 16,0 1-1-16,0-2 2 15,-1-1-2-15,-1-1 1 16,0-1 7-16,0 0 1 15,0 2 1-15,0 2-3 0,0 0 5 16,-2 1-10-16,1 4-2 16,-1 0-2-16,0 2-2 15,-2 0 0-15,0 0-3 16,-2 3 2-16,0 7 4 16,-1 1 1-16,-2 2 0 15,0 1 0-15,2 0 0 0,-1-1-1 16,4-1 1-16,1-1 1 15,1-2-1-15,2-1 1 16,0-1 0-16,0 0-1 16,4-1-1-16,5-2 3 15,0-1-2-15,3 1 0 0,1 0-1 16,2-2 4-16,0-1-3 16,0 3 3-16,0-3-3 15,1 1 0-15,-1 1 1 16,-2 0-1-16,-1 3 0 0,-1 1 0 15,0-1 0-15,0 1 0 16,-5 3 0-16,-1-2 0 16,-1 1 0-16,-3 0 2 15,-1-1-2-15,0 0 0 16,0-1 0-16,-2 0 0 0,-3-1 0 16,-4-1 8-16,-3 1 4 15,-3-1 1-15,0-1-6 16,-3-1-4-16,-2 4-1 15,0-3-2-15,0 0 1 16,3 1 0-16,3-4-1 16,3 3 0-16,3-1 0 0,0 0-6 15,5-3-37-15,3 0-7 16,0 0-54-16</inkml:trace>
  <inkml:trace contextRef="#ctx0" brushRef="#br0" timeOffset="99219.18">16678 16050 144 0,'0'0'9'0,"0"0"-11"0,0 0-8 0,0 0 9 16,0 0 8-16,0 41 0 15,1-27 1-15,0 3 3 0,1-1-4 16,0 2 0-16,1 2-2 15,-3-3-1-15,0 2-1 16,2-1 1-16,-2-1-1 16,0 0 1-16,0-2-1 15,-2 0 0-15,-3-2-1 0,2 2 2 16,1-3-5-16,1 1-9 16,-1-3-13-16,-1-2-32 15</inkml:trace>
  <inkml:trace contextRef="#ctx0" brushRef="#br0" timeOffset="99461.96">16614 16277 101 0,'0'0'15'16,"0"0"-2"-16,0 0-2 15,0 0-3-15,0 0-6 0,0 0-2 16,39-8 0-16,-30 7-5 16,0-1-33-16</inkml:trace>
  <inkml:trace contextRef="#ctx0" brushRef="#br0" timeOffset="100601.94">16302 16360 112 0,'16'0'3'0,"9"0"19"0,6-6 0 0,5-1-11 0,6-2-9 16,5-1-1-16,2-3-3 15,1-5-117-15</inkml:trace>
  <inkml:trace contextRef="#ctx0" brushRef="#br0" timeOffset="100979.81">17610 16054 209 0,'0'0'6'0,"0"0"13"0,0 0-11 16,0 0-8-16,0 0 0 15,-16 51 2-15,16-28 3 16,2 0 0-16,4 2 2 16,2 1-4-16,-3-2-1 15,3-3 0-15,-2-1-1 0,0-3 1 16,1-3-1-16,-1-1-4 16,3-2-10-16,0-6-26 15,0-5-32-15</inkml:trace>
  <inkml:trace contextRef="#ctx0" brushRef="#br0" timeOffset="101434.11">17972 16041 239 0,'0'0'6'0,"0"0"2"16,0 0 10-16,0 0-7 15,0 0-9-15,0 0 0 16,0 0-3-16,0 0-4 16,-14-2 1-16,4 14 6 0,-4 5 0 15,-1 3 0-15,-3-1-1 16,0 2 0-16,-4-2-1 16,0-1-3-16,1-2 1 15,-4-1-2-15,2-2 3 16,1 0-6-16,0-3 4 15,4-2-2-15,1-2-1 0,5-2 0 16,2-2 3-16,5-2 3 16,1 0 3-16,4 0-2 15,0 0-5-15,1 0 5 16,9 0 3-16,2 0 2 16,5 0 0-16,0 0-3 0,4 4-1 15,1 0 0-15,-2 2-1 16,4-2 0-16,-2 2-1 15,0-1 2-15,1 1 0 16,-3 0-1-16,3-2 1 16,-4 0-2-16,2-4-20 15,-2 0-45-15,0 0-113 0</inkml:trace>
  <inkml:trace contextRef="#ctx0" brushRef="#br0" timeOffset="102057.31">18158 16254 271 0,'0'0'1'0,"0"0"-2"0,0 0-5 0,0 0 6 16,0 0 1-16,0 0-1 0,0 0 1 16,0 0-1-16,0 0 0 15,22-16-1-15,-15 7 1 16,-1-1-2-16,-1-3-7 15,-1 2 1-15,-3 0 6 16,-1 2 1-16,0-1 1 0,0 2-1 16,-7 3-1-16,0 2 2 15,-4 3 2-15,0 0-1 16,-2 0 0-16,3 9 1 16,-1 5 0-16,0 0-2 15,1 2 1-15,4 4 0 16,1-2 1-16,2-4-1 0,3 2 1 15,0-3-2-15,1-2 1 16,7-1 1-16,4-1 0 16,2-2-2-16,1-2 4 15,2-2-1-15,2-1-2 16,0-2 2-16,1 0-1 0,2 0 0 16,-2-3 0-16,0-4-2 15,-2-2 1-15,-1-1-1 16,2 0 0-16,-6-1 1 15,-3-1 0-15,2 0-1 16,-3 0 2-16,0-2-2 0,-1 4 0 16,0-1-2-16,-3 2 1 15,1 2 0-15,-1 4 0 16,0-1 1-16,-1 4 0 16,0 0-3-16,0 0 2 0,1 7 1 15,1 2 2-15,2 2 2 16,-1 3 0-16,1-1 2 15,-1-3-2-15,4 1-1 16,-2-2-1-16,2 1 0 16,2-3-1-16,2-1-2 15,2-5-26-15,0-1-44 0</inkml:trace>
  <inkml:trace contextRef="#ctx0" brushRef="#br0" timeOffset="102495.71">18669 16191 262 0,'0'0'2'0,"0"0"19"0,0 0-9 0,0 0-6 15,0 0-3-15,0 0-3 16,0 0-2-16,0 0-5 16,0 0 4-16,0 0 2 0,0 0 3 15,16 28 0-15,-14-15 2 16,1-1-3-16,1-1-1 15,0 0-5-15,-3-4 1 16,2 0 0-16,1-1 3 16,-2-2-6-16,0-1-4 15,-2-2 6-15,2-1 4 0,-2 0 1 16,0 0 4-16,1-4-4 16,0-3 1-16,2-2 4 15,3-2-2-15,0-2-2 16,5 0-5-16,1-1-16 0,4 0 16 15,0 3 6-15,2 1 4 16,-1 5 1-16,1 1 0 16,-2 4-1-16,0 0-5 15,-3 4 2-15,2 6 1 16,-3-1 3-16,-3 4 1 16,2-1-4-16,-5 1 0 0,1-3-10 15,-3 1-21-15,1-2-32 16,2-5-26-16</inkml:trace>
  <inkml:trace contextRef="#ctx0" brushRef="#br0" timeOffset="103117.97">19140 16250 252 0,'0'0'22'0,"0"0"-6"0,0 0-9 0,0 0-5 16,0 0 0-16,0 0-1 15,0 0-2-15,0 0-1 16,0 0 0-16,23-40 2 16,-23 35-2-16,0-1 1 15,0-2 0-15,0 0-1 16,0 1 0-16,-4 3-3 0,-2-2-7 16,-1 2-18-16,0 4 5 15,-4 0 9-15,1 0 11 16,2 10 7-16,-3-1-2 15,3 3 2-15,3 1 0 16,2 3 1-16,3-2 1 0,0-1 1 16,0-1-2-16,3 0-1 15,7-4 2-15,4 1 0 16,-3-5 0-16,4-2 2 16,2-2 5-16,2 0-5 15,1 0-1-15,-1-6 0 0,3-4-3 16,-3-2 0-16,2-2-1 15,-4-2 2-15,-3-2 0 16,-1-3-2-16,-3-2 1 16,-3-1-1-16,-3 0 0 15,0-2-3-15,-2 1 0 0,-2-1-5 16,0-1-7-16,0 3-9 16,0 0 15-16,0 4 12 15,0 2 6-15,0 5 2 16,0 4-5-16,-2 4-2 15,2 1-3-15,0 4-2 16,0 0-2-16,0 0-7 0,0 11 9 16,0 2 2-16,0 4 1 15,0 3 4-15,0 4 0 16,3 1 1-16,3 2 0 16,5-1 1-16,1 1 0 15,3-2 0-15,2-2-13 0,5-6-39 16,4-6-35-16</inkml:trace>
  <inkml:trace contextRef="#ctx0" brushRef="#br0" timeOffset="103460.76">20088 15723 212 0,'0'0'7'0,"0"0"12"0,0 0-5 16,0 0-11-16,0 0-5 16,0 0 3-16,-37 29-3 0,20-1 3 15,-5 8 0-15,2 6 3 16,-1 7-3-16,2 3 2 15,3 2-1-15,3-2-1 16,3-2 1-16,5-4 0 16,2-5 3-16,1-6 0 0,2-5-1 15,0-3-9-15,8-6-18 16,4-5-11-16,5-6-20 16,2-8-80-16</inkml:trace>
  <inkml:trace contextRef="#ctx0" brushRef="#br0" timeOffset="103853.03">20547 15877 249 0,'0'0'-9'15,"0"0"14"-15,14-40-2 16,-13 28-2-16,0 0-1 15,-1 1-2-15,0 2-2 16,-6 0 0-16,-6 4-1 16,-3 0 2-16,-2 5-5 0,-2 0 1 15,-1 0 5-15,-1 9 0 16,2 5 2-16,2 4 1 16,2 5-1-16,-3 3 0 15,6 5 1-15,1 3-1 16,3-1 0-16,5 0 2 0,1-1 0 15,2-2 1-15,0 0 1 16,4-5 2-16,5 1 0 16,1-5-4-16,-2 1 1 15,1-3-1-15,-4-2 2 0,-1-5-2 16,1-1-1-16,-5-4-12 16,0 0-10-16,-11-5-28 15,-2-2-22-15</inkml:trace>
  <inkml:trace contextRef="#ctx0" brushRef="#br0" timeOffset="104274.14">20227 16140 175 0,'0'0'5'16,"0"0"5"-16,0 0-8 15,0 0-1-15,50-22 1 0,-30 18-4 16,4 1 4-16,3-3-1 15,2 2-2-15,0-2 1 16,3 0 3-16,3 0-2 16,-2 0 0-16,1-1-1 15,-4 0 0-15,-2 1 1 0,-3 3-1 16,-3 0 0-16,-4 2 0 16,-8 1 0-16,-1 0 0 15,-5 0 0-15,-4 0-2 16,0 0-4-16,-3 0 3 15,-8 0 12-15,2 4-8 16,-4 3 3-16,1 0-3 0,0 1 2 16,4 0-2-16,0 2 1 15,5-2 1-15,3 1 1 16,0-1 1-16,0 0-2 16,2 1 0-16,8-3 6 0,1 1 2 15,6-1 1-15,2-3-4 16,3-2-5-16,2-1-8 15,0 0-20-15,-1-7-33 16,-2-3-125-16</inkml:trace>
  <inkml:trace contextRef="#ctx0" brushRef="#br0" timeOffset="104418.09">20728 15949 255 0,'0'0'-5'0,"0"0"24"0,0 0-5 0,-36-31-13 0,30 29-1 16,2 1-20-16,2 1-36 16,2-3-62-16</inkml:trace>
  <inkml:trace contextRef="#ctx0" brushRef="#br0" timeOffset="104770.44">20882 15763 100 0,'0'0'29'16,"0"0"-26"-16,0 0 6 0,0 0 7 15,0 0 4-15,5 46-1 16,-2-24-1-16,1 5-3 16,0 3-5-16,-1 1-1 15,2 0-2-15,0 1 2 16,-2-3-1-16,1-1-2 0,3-3-4 16,-4-1 1-16,1-4 2 15,0-1-1-15,0-4-1 16,1-2-4-16,1-2-13 15,2-4-11-15,0-5-24 16,1-2-47-16</inkml:trace>
  <inkml:trace contextRef="#ctx0" brushRef="#br0" timeOffset="105070.35">21157 15787 72 0,'0'0'76'15,"0"0"-49"-15,0 0 6 0,0 0-20 16,0 0-11-16,0 0-1 16,0 0 4-16,0 0 3 15,18 58 3-15,-15-31-3 16,1 2-2-16,2 2-2 15,-3-1-2-15,2 0-1 0,1-3 0 16,-2-2 1-16,1-2 0 16,-1-3-2-16,0-5-5 15,-1 0-17-15,1-5-23 16,-4-5-21-16</inkml:trace>
  <inkml:trace contextRef="#ctx0" brushRef="#br0" timeOffset="105847.63">21105 16048 91 0,'0'0'3'0,"0"0"-5"16,0 0 4-16,0 0 0 15,0 0 11-15,0 0 10 16,0 0 10-16,39-21 0 15,-26 18-13-15,3 2-10 0,1-2-7 16,4 3-3-16,1-3 0 16,0 2 1-16,-1-2-1 15,1 2 0-15,-2-2 2 16,0 1-4-16,-1 0 4 16,-2 1-2-16,1-3 0 15,-3 1 1-15,-4 0-1 0,-1 1 0 16,-2-1 0-16,-5 0 0 15,-1 0 1-15,-1 0 0 16,-1-1 4-16,0 1 7 16,-1 0-10-16,-4 2 1 15,-3 0-4-15,1 0 1 0,-2 1 0 16,2 0-1-16,-3 0 1 16,2 1 0-16,1 4 0 15,-2 2 0-15,3 0 0 16,-1 3 0-16,2 2 0 15,-1-1 1-15,4 6 0 0,0-3 1 16,2 2-1-16,0-2-4 16,0 0 2-16,2-4 2 15,4 0-1-15,2-3 2 16,1-2 1-16,1-2-2 16,0-2 0-16,0-1 0 0,0 0 0 15,3 0 1-15,-4-2 0 16,1-5 5-16,1-2 2 15,1 0-3-15,-1-4 1 16,-1 3-4-16,1-3-2 16,0 4-1-16,0 1 0 0,-3 3-2 15,-1 3 1-15,-1 2 0 16,0 0-3-16,-1 7 2 16,0 5 2-16,2 1 2 15,3 0-1-15,0 0 2 16,4-1-2-16,2-4 2 0,2-1-1 15,2-4 2-15,3-3 2 16,-1 0 11-16,-1 0 5 16,2-7-1-16,-2-3 1 15,-5-1-8-15,-3-2 0 16,-5 0-14-16,-7 0-3 0,-3-1-3 16,-21 2-66-16,-16 0-59 15</inkml:trace>
  <inkml:trace contextRef="#ctx0" brushRef="#br0" timeOffset="106557.27">15941 16384 111 0,'-12'0'9'0,"3"0"25"0,0 0-5 16,5 0-7-16,2 0-5 15,2 0-7-15,0 0-7 0,2 0-3 16,11 0 6-16,5 0 3 16,7 0-1-16,5-3-2 15,8 0-5-15,7-1 0 16,6-1 0-16,7 0-1 16,6-2 1-16,3 1-1 0,2-4 1 15,2 2-1-15,1-2 2 16,1 0 2-16,0-2-1 15,-6 2-1-15,-3 0-1 16,-3 2-1-16,-10 1 0 16,-6-2 0-16,-8 2-14 0,-7-1-26 15,-12-2-65-15</inkml:trace>
  <inkml:trace contextRef="#ctx0" brushRef="#br0" timeOffset="106756.23">16940 16127 180 0,'0'0'74'0,"0"0"-73"15,0 0-5-15,0 0 7 16,47-12 1-16,-28 12-3 0,-2 14-1 16,0 6 0-16,1 6 0 15,-2 7 0-15,-5 6 0 16,-4 5-3-16,-5 3-60 15,-2 1-85-15</inkml:trace>
  <inkml:trace contextRef="#ctx0" brushRef="#br0" timeOffset="107220.63">16291 17183 74 0,'0'0'16'0,"42"0"10"0,-15-4 0 0,4-3 3 15,3-2 1-15,7 1-5 16,1-2-1-16,4 0-5 15,4-1-5-15,1-1-3 16,0 2-2-16,-3 1-6 16,-1 1 2-16,-7 2-3 15,0 1 0-15,-6 1-2 0,-1 1 1 16,-2 1-2-16,-6-1-10 16,-4-1-34-16,-7 0-69 15</inkml:trace>
  <inkml:trace contextRef="#ctx0" brushRef="#br0" timeOffset="107418.03">17112 16960 265 0,'0'0'1'0,"0"0"-2"0,0 0 2 15,47-2 1-15,-33 9 0 16,-1 5 0-16,0 5 0 15,-6 2 1-15,0 4-1 16,-3 1 0-16,-2 1-2 16,-2-2-14-16,0-3-53 0</inkml:trace>
  <inkml:trace contextRef="#ctx0" brushRef="#br0" timeOffset="107968.26">17996 16933 242 0,'0'0'7'16,"0"0"1"-16,0 0 5 15,0 0-11-15,0 0 0 16,-40-34-2-16,32 30 0 16,1 0 1-16,-4 3-1 0,2-1-4 15,-3 2 3-15,-1 0-2 16,-4 3 4-16,1 5-1 16,1 2-1-16,1 4 1 15,1 3 0-15,3-3 0 16,3 2 0-16,3 0 0 0,4-2 1 15,0-1-1-15,0-2 0 16,9 0 0-16,3-3 8 16,3 0-3-16,3 1-1 15,1-1 2-15,-1 1-4 0,3-1 2 16,-3 1-3-16,-1-1 0 16,-3 1-1-16,-1-1 0 15,-3 2 0-15,-5-3 0 16,0-1 2-16,-3 1-2 15,-2 0 1-15,0-1-2 16,0 1-1-16,-10-1 4 0,-1 1-4 16,-2 1 5-16,-1-2-3 15,-4 0-3-15,2 1-4 16,-2-1-7-16,1-1-13 16,2-5-26-16,7 0-25 15</inkml:trace>
  <inkml:trace contextRef="#ctx0" brushRef="#br0" timeOffset="108257.27">18254 16823 262 0,'0'0'19'0,"0"0"-3"0,0 0-4 16,0 0-11-16,0 0-3 16,0 0 0-16,-14 42 2 15,6-17 1-15,3 3 0 16,0 2 0-16,2-1 0 16,2-2 1-16,1 0-1 0,0-3-5 15,0-2-14-15,0-4-12 16,0-4-16-16,0-4-24 15,0-4-66-15</inkml:trace>
  <inkml:trace contextRef="#ctx0" brushRef="#br0" timeOffset="109069.35">18115 17051 110 0,'0'0'79'0,"0"0"-78"16,0 0 0-16,0 0-2 15,0 0 3-15,43-21-2 16,-28 14 6-16,1 1 11 15,0 0 6-15,2-1-2 16,1 2-5-16,0 0-6 16,1 1-3-16,-2 1-2 0,0 3-3 15,-1-1-2-15,-1 1 2 16,-1 0-2-16,-1 1 0 16,-3 5 0-16,0 2-2 15,-2-1 2-15,0 3 0 16,-3-1 0-16,2 0 0 0,-4 1-1 15,-3 0 1-15,0 1-5 16,0-1 0-16,-1 0-2 16,0-2 4-16,0-1 0 15,0-1 2-15,0-2 1 16,0-1-4-16,-3 0 4 0,1-3 2 16,-2 0-2-16,-1 0-3 15,2 0-5-15,1 0-6 16,0-3 1-16,-2-3 6 15,2-1 7-15,2 0 4 16,0 0 1-16,0-1 7 0,0-2-1 16,3 2-1-16,5-2-3 15,3-1-2-15,-2 1-2 16,3-1-1-16,2-1 0 16,1 0-1-16,2 0-1 15,-2 1 0-15,1 4 1 0,-2 0-1 16,0 2 1-16,-2 1 0 15,-4 2-1-15,1 1 0 16,-1 1 1-16,-4 0 0 16,-1 0-1-16,1 8 0 15,-2 2 1-15,1 2-1 0,-1 3 2 16,-2-1-2-16,0-1 0 16,0 1 1-16,1-3 0 15,3-1-1-15,-1-1 3 16,2 0-3-16,1-2 1 15,1-1 1-15,1 0-2 0,1-2 1 16,1-1-1-16,4-3 2 16,-3 0-3-16,1 0-5 15,0 0-13-15,-1-10-25 16,0 0-78-16</inkml:trace>
  <inkml:trace contextRef="#ctx0" brushRef="#br0" timeOffset="109246.95">18678 16830 268 0,'0'0'3'0,"0"0"-3"0,0 0-3 0,0 0-17 15,0 0-22-15,0 0-2 16,0 0 7-16,0 0-51 0</inkml:trace>
  <inkml:trace contextRef="#ctx0" brushRef="#br0" timeOffset="109829.39">18982 16980 190 0,'0'0'15'16,"0"0"-14"-16,0 0 21 16,0 0 17-16,0 0-17 0,0 0-14 15,0 0-4-15,0 0-3 16,-17-14-1-16,6 14 1 16,-1 0 1-16,-1 1-1 15,-1 7 0-15,3 4 0 16,-2 0-2-16,2 2 1 0,6 0-2 15,-1-1-2-15,4-2 0 16,2-1 1-16,0-3-1 16,0 0-1-16,10-1-2 15,-1-2-2-15,4-2 1 0,1-1-2 16,2-1 2-16,-1 0 0 16,1 0-1-16,-2-7 7 15,2-2 2-15,-2-3 1 16,1-4 0-16,-5-1 1 15,-1-4 1-15,-2-1 1 16,-4-4 1-16,-1-1 3 0,-1 1-2 16,-1-2 6-16,0 3 3 15,0 3 1-15,0 3-9 16,0 2-3-16,-1 6-2 16,-1 2 1-16,1 5 0 15,-1 2-1-15,0 2-4 0,-1 0-3 16,1 9 0-16,-2 7 4 15,0 4 1-15,1 4 0 16,-1 1 1-16,3 1 0 16,1 1 1-16,0 0-1 15,0-2-1-15,8-2-17 0,2-5-22 16,2-3-17-16,3-3-54 16</inkml:trace>
  <inkml:trace contextRef="#ctx0" brushRef="#br0" timeOffset="110307.9">19295 17058 148 0,'0'0'40'0,"0"0"6"0,0 0-19 0,0 0-10 0,0 0-5 0,38-27-4 16,-35 19-2-16,0-1-2 15,2 1 1-15,-2-3-1 0,1 0-2 16,1 0-1-16,-2 0 1 15,0-1 0-15,-2 4 0 16,-1-1-2-16,0 2 0 16,0 3-1-16,-2-1-1 15,-1 3 1-15,-6 2 0 0,2 0-5 16,-3 0 1-16,1 4 5 16,-3 5-2-16,1 3 2 15,-1 0 0-15,0 3 1 16,1 2-1-16,1-2 0 0,5 0 1 15,3 1 1-15,0-3-1 16,2-1 1-16,0 0 0 16,5 0-1-16,3-3-1 15,3 1 1-15,0-3 0 16,2 0 1-16,-1-1 0 16,0-2 4-16,2-1 2 0,-2-1 3 15,2 0 4-15,-1-2 2 16,-4 0-1-16,2 0-2 15,-2 0-6-15,-1 0-1 16,0 0-6-16,1-2-1 16,-3-1 0-16,1-5-17 0,1 0-54 15,-2-8-120-15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07T06:56:37.9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7335 7311 44 0,'3'-5'4'0,"-1"1"-1"0,1 0 3 0,-3 1 3 16,0 1 0-16,0 0 4 16,0 1 2-16,0 1-6 0,0 0-5 15,0-2 0-15,0 2-3 16,0 0 0-16,0 0-1 15,0 0 1-15,0 0-2 16,-4 0 0-16,0 0-1 0,-2 0 5 16,-1 0-1-16,1 0-1 15,-2 0 0-15,0 0 0 16,1 0 1-16,1 0-1 16,-2 0-1-16,2 0 2 15,-1 0-2-15,3 0 0 16,-3 2 2-16,0-1-1 0,0 2 0 15,-1-1-1-15,1 0 0 16,-2 2 0-16,2-2 1 16,-1 1-1-16,3-2 0 15,-1 2 0-15,-2 0 0 16,4 0 1-16,-2-2-1 0,3 2 0 16,-1 0 0-16,2-2 0 15,0 2 0-15,0-3 0 16,2 1 0-16,0 1 0 15,-2-1 0-15,1 0 0 16,1 0-1-16,-3 0 1 0,1-1 1 16,2 1-1-16,-2 1 0 15,2-2 0-15,-2 1 1 16,0 1-1-16,0-2 0 16,-1 4-1-16,-1-1 2 15,2 1-1-15,-3-2 0 16,0 2 0-16,1 0 0 0,1-1 0 15,1 3 1-15,0-2-1 16,0 0 2-16,0 0 0 16,2 2-2-16,-2 0 2 15,2-1-1-15,0 3 0 0,0 0 0 16,0 1-1-16,0-1 1 16,0 2-1-16,0 0 0 15,0 1 0-15,0-1 1 16,0 0-1-16,-2 2 0 15,1-1 0-15,0 2 0 16,0-2 0-16,1-1 0 0,-2 3 0 16,2 0 0-16,-2-2 1 15,0 2-1-15,2 2 0 16,-3-3 0-16,0-1 0 16,0 2 0-16,0-1 0 15,1 0 1-15,-2-1-1 0,0-2 1 16,3 4-1-16,-1-3 1 15,0 1-1-15,0 0 0 16,0 2 0-16,-1 0 2 16,1-2-2-16,-1 2 0 15,-1 1 1-15,2-2 0 0,-3 1-1 16,-1-1 1-16,4 1-1 16,-2 0 1-16,3-2 0 15,-2 1-1-15,3-1 0 16,0-1 1-16,-2 0-1 15,2-2 2-15,0 2-2 0,0-1 1 16,0 1 0-16,0-2-1 16,2 4 1-16,1-1-1 15,-1-1 0-15,1 1 2 16,-1-1-2-16,2-1 0 16,-2 1 0-16,0-2 1 0,1-1-2 15,-3 0 2-15,2 1-1 16,-2 1 0-16,0 1 1 15,0 0-2-15,0 0 2 16,2-1-1-16,-2 2 0 16,2-3 1-16,0 1-1 0,0 0 0 15,1-1 1-15,0-1 1 16,-1 5-1-16,0-2 1 16,-2-2 1-16,2 2 0 15,-2-1-1-15,0-1-2 16,2-1 2-16,-1 0-1 0,3-2-1 15,-4 3 1-15,2-1 0 16,0 0 0-16,0 2-1 16,-1-1 2-16,0 2-1 15,0 0 1-15,1-3-2 16,0 2 0-16,1-1 1 16,-1-2 1-16,0 1 1 0,-2 0 1 15,2 0-3-15,-2 1 0 16,0-1 0-16,0 1-1 15,1-2 1-15,1-2-1 16,0 0 0-16,0 0 0 0,0-2 1 16,-2-1 3-16,2 1-3 15,0-1-1-15,-2-1-1 16,2 3 1-16,1-3 1 16,-1 0 3-16,3 0 1 15,-2 0-1-15,3 0-1 16,-2 0-2-16,2 0 0 0,1 0 0 15,-1 0 0-15,0 0-2 16,0 0 2-16,1 0-1 16,-2 0 0-16,4 0-2 15,-2 0 3-15,1 0 1 16,-3 0-2-16,4-1 1 0,0-1-1 16,0 2 0-16,-1 0 0 15,0 0 1-15,2 0-1 16,-3 0 0-16,2 0 0 15,-2 0 0-15,-1 0 1 16,3 0-1-16,-4 0 0 0,6 0 0 16,-2 3 0-16,-1-3 0 15,2 2 0-15,-1 0 0 16,0 0 1-16,2-1-1 16,-4 2 0-16,2 0-1 15,1 0 2-15,0-2-1 16,-2 1 0-16,1-2 0 0,3 1 0 15,1-1 0-15,-1 0-1 16,-2 0 1-16,1 0 1 16,1 0 1-16,-3 0-2 15,-2 0 2-15,1 0-2 16,0 0 1-16,2-1-1 0,-1 1 0 16,1-2 1-16,0 1-2 15,1-2 2-15,1 2 0 16,-1-1-1-16,-2 0 0 15,3 1 0-15,2 0 1 0,0-1-1 16,-1 1 0-16,2-2 1 16,-2 2-1-16,0-1 0 15,1 2 1-15,-2 0-1 16,2-1 0-16,-1 1 0 16,1 0 0-16,-3 0 1 15,2 0-1-15,-1 0 0 0,-2 0 0 16,1 0 1-16,-1 0-1 15,1 0 0-15,-4 0 0 16,4 0 0-16,-2 0 0 16,-1 0 0-16,4 0 1 15,-3 0-1-15,-1 0 0 0,1 0 0 16,1 0 0-16,-1 0 0 16,-1 0 1-16,2-2-2 15,-4 1 1-15,1 0 1 16,0-1-2-16,0-1 2 0,1 1-1 15,1-1 0-15,-2 0 0 16,2 0 1-16,-3 2-1 16,1-1 0-16,-1-1 0 15,1 2 0-15,-3 0 0 16,2-1 0-16,0 1 0 16,-2-2 0-16,3 1 0 0,-3-1 0 15,2 2 1-15,0 0-1 16,-3-1 0-16,1 2 0 15,-2 0 0-15,2 0 0 16,-2 0 0-16,-1 0 0 16,1 0 0-16,3 0 0 0,-5-1 0 15,2 1 0-15,-2 0 2 16,0 0-4-16,0-1 4 16,0 1-2-16,0 0 1 15,0 0-1-15,0 0 2 16,0-1-2-16,0 0 3 0,2 0 5 15,-2-1-4-15,0-1-3 16,0-1 0-16,2 0 0 16,-2 0-1-16,0-1 0 15,0-2 1-15,0 0 0 16,0 0 0-16,0 0 0 16,0-2 1-16,0-1 0 0,0 0-1 15,0-1 0-15,0 1-1 16,0-1 1-16,0 0-1 15,0-2 0-15,0 1 0 16,0 1 0-16,-2-1 0 16,2-2 0-16,-2 3 1 0,0-2-1 15,2-1 0-15,-2 1 0 16,-1 0 0-16,2-1 0 16,0 1 1-16,0-2-1 15,1 1 0-15,-2-1 0 16,0-1 0-16,0 1 0 0,0-2 2 15,2 0-2-15,-4 0 1 16,3 1 2-16,1-2 0 16,-2 1-2-16,0 0 0 15,2 0 0-15,0-1-1 16,0 0 0-16,0 0 0 0,0 2 1 16,0-1-1-16,-2 3 0 15,0 0 0-15,-2 0 1 16,-2 2 0-16,2 2 1 15,-3-1-1-15,3 1 2 16,-3 1-2-16,2 1-1 0,-2-3 1 16,4 2-1-16,0-4 0 15,-1 2 0-15,-1-2 0 16,3 0 0-16,-2-1 0 16,-1 0 0-16,0 1 0 15,1-1 0-15,-4 1 0 0,3-1 0 16,-4 1 1-16,4-1-1 15,-1 1 0-15,1 1 0 16,1 0-1-16,-2 1 2 16,2 1-1-16,-2-2 0 15,0 3 0-15,1 0 0 16,-1 0-1-16,0 2 1 0,0 0-2 16,-3 3 2-16,3 0 0 15,-1-2-1-15,-2 3 4 16,4-1-1-16,-3 2 0 15,1-2-1-15,-2 1 0 16,4-1-1-16,-4 1-1 0,3 1 0 16,-2 0 1-16,0-1 1 15,1 2 0-15,-2-2-1 16,0 0 0-16,1 2 0 16,-1-1 1-16,-1-1-1 0,1 2 1 15,1-2-4-15,-1 2 3 16,-1-1 1-16,0 1-2 15,3-2 3-15,-4 3-1 16,2-3-1-16,0 3-1 16,-1 0 0-16,-1 0 0 0,1 0 1 15,0 0-1-15,1 0 2 16,3 0-1-16,-3 0 0 16,0 3 0-16,2-1 1 15,-1-1-1-15,3-1 0 16,-1 1 1-16,0-1-1 15,0 0 0-15,0 0 0 0,1 0 0 16,1 0 0-16,-4 0 0 16,4 0 0-16,-4 2 0 15,3-1 0-15,-1-1 0 16,0 2 0-16,2-1 1 0,-2 0-1 16,3 1 0-16,-1-1-1 15,-2 2 1-15,1-3 0 16,-3 3 0-16,2-1 0 15,-2 0 0-15,1 1 0 16,-3 0 0-16,-2 0 0 0,1-1 0 16,-1 1 1-16,-1 0-2 15,-1 3 2-15,-2 1-1 16,-2 4-1-16,1 4 1 16,-8-3-7-16,-4-6-84 15</inkml:trace>
  <inkml:trace contextRef="#ctx0" brushRef="#br0" timeOffset="3716.95">7525 7545 31 0,'3'-7'15'0,"4"2"-14"0,0-3 2 0,1 3 1 15,2-2-1-15,0 1-1 16,-1 0 5-16,-3 1 3 16,2 0 1-16,-1 3-1 15,1-1-4-15,-3 3-2 16,4 0-3-16,-6 0-1 0,3 0 0 15,-2 0 0-15,-2 2 2 16,0 3-2-16,-1-1 0 16,-1 0 0-16,0 2 2 15,0 1 1-15,0-1-1 16,0 2-2-16,0-1 0 0,-3 1 0 16,-1 1 3-16,-2-3 1 15,1 0 1-15,0 0 1 16,0-1-3-16,1 1-1 15,0-2-2-15,0 2 1 16,1-1 0-16,1 1 1 0,0-2-2 16,0-1 1-16,0 0 0 15,2 0-1-15,0-3 1 16,0 4-1-16,0-4 2 16,0 2-1-16,0-2 0 15,0 1 0-15,0-1 0 0,0 0 1 16,0 0 1-16,0 0 2 15,4 0 7-15,7-4 5 16,7-6-5-16,6-3-5 16,11-4-5-16,60-30-1 15,-42 10-88 1</inkml:trace>
  <inkml:trace contextRef="#ctx0" brushRef="#br0" timeOffset="8397.14">8422 8422 13 0,'0'-2'4'0,"0"-1"4"15,0 2 1-15,0-2 2 0,0 3-6 16,1-3 1-16,-1 3 4 16,0-1-4-16,0 1-3 15,0 0-2-15,0 0 2 16,0-2 14-16,0 1-4 16,0-1-5-16,0 1 5 0,0 0-3 15,-1-1-2-15,-4 1-5 16,1 1 1-16,0-1-2 15,-1-1 3-15,0 2-4 16,1 0 1-16,-2 0-2 16,-1 0 0-16,2 0 0 0,-3 0 0 15,1 0 1-15,-1 0-1 16,0 2 0-16,-1-1 0 16,1-1 1-16,2 0-1 15,-2 0 0-15,3 0 1 16,-1 0-1-16,-1 0-1 15,2 1 1-15,-2-1 0 0,-1 2 0 16,3-1 0-16,-1-1 0 16,-2 0 1-16,2 0 1 15,0 0-2-15,3 0 0 16,-1 0 0-16,0 1 1 0,0-1-1 16,2 0 0-16,0 2 0 15,0-2 0-15,2 0 1 16,-2 0-1-16,-1 0 0 15,1 1-1-15,1 0 1 16,0 0 0-16,1-1 0 0,-2 1 0 16,2 2 0-16,-2 1 0 15,0-1 0-15,-2 3 0 16,-2 1 0-16,2-1-1 16,-2-1 2-16,3 1-1 15,-3 1 0-15,2-3 0 16,1 1 0-16,-2-1 0 0,3 0 0 15,0-1 0-15,0 0 0 16,2 0-1-16,0 1 1 16,0 1-2-16,0-2 0 15,0 0 2-15,0 3 1 16,0 0-1-16,0-1 0 0,0 4 0 16,0-2 0-16,0 4 1 15,0 1-2-15,0-1 1 16,0 3 1-16,0-1-1 15,0 1 2-15,0 0-2 16,0-1 0-16,0 1 0 0,0 2 0 16,0 0 1-16,0 1-1 15,0 1 0-15,-1 1 1 16,-1-1-1-16,0 2 0 16,-2-3 0-16,0-1 1 15,1-1-2-15,-1 2 2 16,-3-2-1-16,2 2 0 0,1 1 0 15,-3-1 0-15,3 2 0 16,-4-1 1-16,4 2-1 16,2 0 0-16,0 0 0 15,2 0 0-15,-2 2 1 0,2-1-2 16,-2 1 1-16,0-4 0 16,1 1 0-16,-1-4 0 15,2-2 0-15,-2-1 0 16,0 0 1-16,0 0-1 15,0-1 0-15,0 2 0 0,0-2 0 16,0 3 0-16,2-1 0 16,-2 0-1-16,2 1 1 15,0-1 1-15,0-2-1 16,0 0-1-16,0 0 1 16,0-1 0-16,0-1 1 0,0 0-1 15,-2 2 1-15,2-2-1 16,0 0 0-16,-2-1 0 15,2-1 1-15,0 3-2 16,0-1 1-16,0-1-1 16,0 2 1-16,0-2 0 15,0 0-2-15,0-1 2 0,2-2-1 16,0 0 2-16,0-1-1 16,0-2 0-16,0 1 1 15,2 1-1-15,-2 0 1 16,0 0-1-16,0 0 0 0,0 1 1 15,-1 0-1-15,3-2 0 16,-2 1 0-16,0-1 0 16,0 0-1-16,0-1 1 15,-1 2 0-15,2-3 0 16,1 2 0-16,0-2 0 0,1 2 0 16,1-3-3-16,0 3 3 15,4-3 1-15,-1 0 0 16,0 0 1-16,4 0 2 15,-2 0-2-15,-2 0 1 16,1 0-2-16,0 0 1 0,-3 0-1 16,0 0 0-16,0 0 0 15,-1 0 0-15,-1 0-1 16,1 0 0-16,0 0 1 16,2 0-1-16,1 0 0 15,-1-3 2-15,4 2-2 16,-1 1-2-16,2-2 2 0,-1 1 0 15,1 0 2-15,-2-1-2 16,1 2 0-16,-2 0 1 16,0 0-1-16,-1 0 0 15,1 0 0-15,-1 0 0 16,3 0 2-16,-1 0-2 0,2 0 0 16,1 0 0-16,1 0 0 15,1 0 0-15,0 0 0 16,-1 0 0-16,1 0 0 15,0 0 1-15,1-3 0 16,1 1 0-16,-2 0 1 16,1-1 1-16,0 0 1 0,0 1-2 15,1-1-1-15,-2 1 0 16,0-1-1-16,0 2 0 16,1 1 1-16,-1-1-1 15,1 1 0-15,-1 0 0 0,-2 0 0 16,1 0 0-16,-1 0 0 15,4 0 1-15,-5 0-2 16,1 1 2-16,1-1-1 16,-2 3 0-16,1-3 0 15,-1 1 0-15,1 1 0 0,-1-1 0 16,1 2 1-16,-2 0-1 16,0-2-1-16,1 2 1 15,-1 1 0-15,1-2 0 16,-6-1 1-16,0-1-2 15,1 0 1-15,-3 2 1 16,-1-2-1-16,1 0 0 0,-3 0 0 16,2 0 0-16,-3 0 0 15,1 0 1-15,2 0-1 16,-2 0 0-16,0-2 1 16,2-2 3-16,2-2 1 15,-2-1 3-15,-1 0-1 0,3-2 1 16,-2-2-2-16,-1-2-2 15,4-4-3-15,-3 1 1 16,-1-2-2-16,-1-5 0 16,0 2 1-16,0-3 0 15,-2 0 1-15,0-2 2 0,0 2-1 16,0-1-2-16,0 0-1 16,0 1 0-16,0 0 0 15,0-1 1-15,0-1-1 16,2 1 0-16,2-2 0 15,-2 0 0-15,1-2 0 0,2 3 1 16,-1 1-1-16,-2-2 1 16,1 4-1-16,1-1 0 15,0 1 0-15,-2 2 0 16,1 0 0-16,1 1 0 16,-2 0 0-16,1-1 0 0,-1 1 0 15,-1-2 0-15,-1 1 1 16,0 3-1-16,0-1 1 15,0-1-1-15,0 2 1 16,-1 2-1-16,-1-1 0 16,-5 3 1-16,3 0 0 0,1 0-1 15,-3 2 0-15,1 1 1 16,-1 1 0-16,-2 0 1 16,2 1 0-16,-1-1-2 15,1 2 2-15,-3 0-1 16,4 0 0-16,-3 1-1 15,1-1 1-15,-1 1-1 0,2 1-2 16,-3-1 3-16,1 3-1 16,-2-2-1-16,1 0 0 15,-1 2 3-15,0 0-3 16,-1 1 1-16,-2 0 2 16,3 0-5-16,-2 2 2 0,3-2 0 15,-3 3 0-15,-1-2 5 16,-1 0-3-16,1 0 0 15,-3 1 1-15,1 0-2 16,-1-1 0-16,0 1 0 16,0-1 0-16,-1 2 0 0,1 0 0 15,1 0 0-15,-3 0 0 16,4 0 0-16,-2 0 0 16,3 0 0-16,-1 0 0 15,1 0 1-15,0 0-1 0,0 0 0 16,-1 0 0-16,1 0 0 15,0 0 0-15,1 0 0 16,1 0 0-16,0 3 0 16,-1 0 0-16,1-2 0 15,3 1 0-15,-4 0 0 16,3-2 0-16,-1 1 1 0,3 0-1 16,-3-1 0-16,2 0 0 15,-1 1 0-15,-1 1 2 16,2-1-4-16,-1-1 4 15,-2 0-2-15,2 0 0 16,0 3 0-16,0-3 0 0,0 0 0 16,0 3 0-16,-1-2 0 15,0 1 0-15,-1 0 0 16,0 3 0-16,-3 1-2 16,1-1 1-16,-3 2-4 15,1 3-18-15,-3-5-38 0,2-4-63 16</inkml:trace>
  <inkml:trace contextRef="#ctx0" brushRef="#br0" timeOffset="23299.72">8451 8654 34 0,'-5'0'3'0,"-1"0"-3"0,1 0 0 15,1 0-8-15,-2-4-21 16</inkml:trace>
  <inkml:trace contextRef="#ctx0" brushRef="#br0" timeOffset="25087.3">8323 8419 38 0,'0'0'4'15,"0"0"8"-15,0 0-2 16,0 0-8-16,0 0-1 0,0 0-1 16,0 0 2-16,-42-6-2 15,38 6 0-15,-1 0 0 16,1 0 0-16,-1 0 0 16,1 2 0-16,1 0 0 15,-3 0 0-15,2 1 0 16,1-1 0-16,-3 0 1 0,-2 1-1 15,2 1 0-15,-1 0 0 16,-2-1 1-16,0 3-1 16,0 0 1-16,-1 2 0 15,0 1 0-15,-1 1 0 16,1 3-1-16,-1 1 1 0,3 1-1 16,0 2 1-16,3 3 0 15,-2 3-1-15,4 0 3 16,1 5-2-16,0 0-1 15,2 5 0-15,0 0 1 16,0-1-1-16,7 2 0 0,2-2 0 16,0 0 0-16,-1 0 0 15,2-3-1-15,-1 4 1 16,-3-2 1-16,1 2-1 16,0-2 1-16,-3 0-1 15,1-1 1-15,1-1 1 16,1-1-2-16,-1-3 1 0,0 0 0 15,2-1 0-15,-1-3 1 16,0 2 0-16,2-2 0 16,-4 2 1-16,1-3-2 15,0 4 0-15,-4 0 1 0,1 0-2 16,-1 2 0-16,-2 0 1 16,0-2-1-16,0 0 2 15,0-3-2-15,0-1 0 16,0-2 0-16,-2 1 0 15,-1-1 0-15,-3 2 1 0,0 1-1 16,1 3 0-16,-4 1 1 16,2 3-1-16,-4 2 1 15,-1 3-1-15,-1-2 0 16,0 0 0-16,-3-1 1 16,3-1-1-16,0-1 0 15,1 0 0-15,0 0 0 0,4 4 0 16,-3-1 0-16,-1 3 0 15,1 2 0-15,3-1 0 16,0-2-1-16,0-2 2 16,2-4-1-16,3-4 0 15,1-2 0-15,2 0 0 0,-2-1 0 16,2 2 0-16,0-1 0 16,0 1 0-16,0 1 0 15,0 2 0-15,0-3 0 16,0 4 1-16,0-4-1 15,0 1 0-15,0-1 1 0,0-3 1 16,0 1 0-16,2-2 2 16,0-2-1-16,0 2-2 15,-2 1 1-15,0 1 0 16,0 3 0-16,0-1 1 0,0 1 0 16,0 4-1-16,-4 0 1 15,-1 3 4-15,1 3 2 16,-3 2-5-16,1 2-2 15,1-3-2-15,1-1 2 16,0-4-4-16,1-5 4 16,1-5-2-16,2-2 0 15,0-2 0-15,0-1 0 0,-2 0 0 16,2 4 1-16,-6 1-1 16,2 4 1-16,0 1 2 15,-5 4-2-15,1 1 0 16,-2 4-1-16,1 1 0 0,0 1 1 15,0 2-1-15,0 1 0 16,3-1 0-16,-1 2 1 16,3-1 0-16,-1-1-1 15,1 1 3-15,2-4 1 16,2-2-3-16,-1 0 0 0,1-2-1 16,0-2 1-16,0 1-1 15,0 1 0-15,0 2 0 16,0 1-1-16,0 5-1 15,0-4-6-15,0 1 5 16,0-1 2-16,0-2 1 0,0-2 0 16,0-2-2-16,0-2 2 15,0-2 7-15,0-1 3 16,1 0 3-16,0-2 1 16,0 1-8-16,1 1-1 15,0 1-3-15,0 1-1 16,1 0-1-16,0-1 0 0,-1-1 0 15,2-3 0-15,2 0 0 16,-2-2-1-16,3-2 1 16,-1 0-1-16,2 2 0 15,-1-2 2-15,1 2 0 0,-1-1 0 16,0 0-1-16,-2 3 0 16,1 0 1-16,-2 0-1 15,4 3 0-15,-4-1 1 16,1 1-2-16,1 0 1 15,1-2 0-15,-1-4 0 0,2 0-4 16,0-4-2-16,1-2 8 16,1-1 0-16,0 0 0 15,1 1 0-15,1-2 0 16,1 1 0-16,-2 0 1 16,3 0 0-16,-1-3-1 15,2 2 0-15,-1-4 0 0,2 1 1 16,1-2 1-16,2-4-2 15,3 0-2-15,5 0 0 16,6-6 0-16,3-7-8 16,6-5-2-16,1-6-37 15,1-4-69-15</inkml:trace>
  <inkml:trace contextRef="#ctx0" brushRef="#br0" timeOffset="29785.08">8846 9150 78 0,'0'0'4'0,"0"0"-1"0,0 0-1 0,0 0-2 15,0 0 1-15,0 0 2 0,0 0 3 16,0 0 5-16,0 0-5 15,0 0-4-15,0 0-1 16,0 0-1-16,0 0 0 16,0 0-1-16,2 29 1 15,12-29 4-15,9-14 2 16,3-5 4-16,12-10-2 0,7-6-4 16,7-5-3-16,6-8 1 15,4 4-2-15,-1 1 0 16,-1 4-4-16,-7 3-35 15</inkml:trace>
  <inkml:trace contextRef="#ctx0" brushRef="#br0" timeOffset="30234.63">9706 9160 193 0,'0'0'8'0,"0"0"-1"0,0 0-4 0,0 0-4 0,0 0 2 0,0 0 2 0,57-42 5 16,-31 23-3-16,8-5-5 16,8-3 4-16,8-3 0 15,8-1-3-15,4-2-2 0,3 3-17 16,0-1-58-16</inkml:trace>
  <inkml:trace contextRef="#ctx0" brushRef="#br0" timeOffset="30599.82">10771 9165 262 0,'0'0'-27'0,"0"0"35"15,23-40 2-15,-2 25-8 16,4-2-3-16,7 2-1 16,8-2 2-16,6 0-7 15,5-2-43-15,1-1-30 16</inkml:trace>
  <inkml:trace contextRef="#ctx0" brushRef="#br0" timeOffset="30950.04">11765 9005 126 0,'0'0'-3'0,"0"0"16"16,0 0-3-16,0 0 2 15,38-9 1-15,-20 1-8 16,0 1-1-16,5-2-2 15,4 1-1-15,3-2-1 0,4 0-3 16,0-1-11-16,4-2-27 16,-5-1-43-16</inkml:trace>
  <inkml:trace contextRef="#ctx0" brushRef="#br0" timeOffset="34646.41">8354 8409 41 0,'0'0'-3'0,"0"0"5"0,0 0-2 0,0 0 5 16,0 0-5-16,0 0 1 16,0 0-1-16,0 0 0 15,0 0 0-15,0 0 1 16,18-13 9-16,-18 13 9 0,0 0-17 15,0 0-1-15,-1 3-1 16,-1 1-2-16,-1 2-2 16,1 0-2-16,-2 1 1 15,-4 0 1-15,2 0 3 16,-5 0 1-16,1 4 1 0,-2-1-1 16,1 2 1-16,-1-1-1 15,1-1 0-15,0 3 0 16,1-2 0-16,-3-1 0 15,5-3 0-15,-4 2 1 16,1-2 1-16,-3 3 0 16,1-2 4-16,0 1-1 0,-5 2 1 15,2 0-2-15,-1 1-1 16,0 1-1-16,2 2 0 16,-3 2 0-16,5-2-1 15,-1 3-1-15,3-1 0 16,1 0 0-16,2 3 0 0,2 0 0 15,3-2-1-15,-1 1 2 16,2 1-1-16,2-1 0 16,0 3 0-16,0 2 0 15,0 0 0-15,4 3 0 16,5 4 1-16,3 5-1 0,0 1 0 16,1 4 1-16,0 3-1 15,-3 6 0-15,0 2 2 16,-4 2-2-16,-3 4 0 15,3 2 0-15,-2-2 0 16,2-1 0-16,4-3 0 0,-1-4 0 16,2 0 0-16,0-1 0 15,-1 1 0-15,-2 0 0 16,-3 2 0-16,-3-1 0 16,-2 1 0-16,0 3 0 15,0 0 0-15,0 2 0 0,0 0 0 16,0 0 1-16,3-2 2 15,5 2 1-15,-1-2-3 16,1-1 0-16,0-1-1 16,-2-1 1-16,-3-3-1 15,-1-1 0-15,-2-3 0 0,0-2 0 16,0 1 1-16,-2-3-1 16,-1 3 0-16,-1-4 0 15,-3 1 0-15,2-4 1 16,1 1-1-16,-3 1 1 15,1-2 0-15,0 0-1 0,0 2 0 16,0 0 0-16,1-2 0 16,-1-1 0-16,-1-4 1 15,-4-1 4-15,4 0 11 16,-4-2 0-16,0 2 2 16,0 2-8-16,0 2-4 0,1 2-4 15,0 3 0-15,3 0 0 16,-3-2-1-16,1 0 1 15,3-3 1-15,-3 0-2 16,2-4 2-16,-2 2-2 16,3-1 0-16,-1 3 0 0,-2-3-1 15,4 2 0-15,-1-1-1 16,1-5 2-16,1-2-1 16,-2-2 0-16,0-2 0 15,2-1 0-15,-2 3 0 16,3-1 0-16,-3 4 0 0,0 0 0 15,0 2 0-15,2 0-1 16,-1-4-1-16,1 0 3 16,2-2-5-16,2-1 8 15,-2-1-4-15,2-1 2 16,0 1 3-16,0-1-3 16,0 3-1-16,0-2 0 0,0-1-1 15,0 0 0-15,0 0 0 16,0-2-1-16,0-1 1 15,0-2 0-15,0-4 1 16,0-1 0-16,0-3 1 16,0-3 5-16,0 1 0 0,0-2-4 15,2 1-5-15,0 0 4 16,4 2-2-16,1-2-3 16,0 0 4-16,2 3 2 15,-2-2 0-15,2 0-2 0,4 3 0 16,-2 0-1-16,1 0 1 15,1 1 0-15,0-2-2 16,5 3 1-16,-2 0 1 16,4-1 0-16,0 0-1 15,-1-2-1-15,2 0 2 16,-1-1 1-16,3 1 2 0,-6-1-1 16,4 1 0-16,-3 0-1 15,4-1 2-15,-1 0-1 16,0-1-2-16,2 1 1 15,1 0-1-15,1 0 0 16,0-1 0-16,1 2 0 0,3-1-1 16,-2-1 0-16,2 1 0 15,2-1 1-15,-3 0 3 16,2-1-2-16,2-1 0 16,-3 1 0-16,3-2-2 15,1-1 1-15,0 1 0 0,1-2-1 16,2 0 4-16,0 0-3 15,-1 0-1-15,-1 0 1 16,2 0 0-16,1 0-2 16,4 0 3-16,-1-2-3 15,2-1 1-15,3-4 0 16,0 0 1-16,2 0-1 0,-5 0 0 16,0 0 1-16,-1 0-1 15,-3 1 0-15,0 1 0 16,-1 0 1-16,2 1-2 15,-1 0 5-15,0-1-4 0,0 1 1 16,2-2 0-16,0 2 2 16,2-3-3-16,-1 2-1 15,1-1 3-15,-1-1-1 16,1 1-1-16,-1 0 1 16,-2 1-1-16,-2 0 0 0,-4 1 1 15,0 0-1-15,-1 1 0 16,0-2 0-16,3 0 1 15,-1 2-2-15,3-1 2 16,-3-1-1-16,4 0 0 16,-5 2 0-16,1 0 0 15,-3 1 0-15,-1 1 1 0,1 0-1 16,0 1 0-16,-2 0 0 16,1 0 0-16,5 0 0 15,-2 0 1-15,3 0-1 16,0 0 0-16,1 0 0 15,0 0 0-15,-3 0 1 0,3 3-1 16,-3 0 0-16,3 0 0 16,-1 1 0-16,1 0 0 15,3-1 1-15,0 0-1 16,3-1 1-16,0 0 6 16,5-2-1-16,-2 0-1 0,6 0 0 15,1 0-3-15,3-6 0 16,0-1 0-16,1 0-1 15,0 1 1-15,2-3-2 16,-3 0 1-16,1 3-1 16,-3-1 2-16,2-1 1 15,-6 1 1-15,1 1 1 0,0-1 0 16,1 0 1-16,-3 0 1 16,4 2-2-16,-4 0 0 15,1-1-1-15,1 0-1 16,-6 2-1-16,4-2 1 0,-3 1-1 15,2 0 3-15,-2 1-3 16,0 2-1-16,0-2 1 16,-1 0-2-16,-3 1-1 15,-4 1 1-15,-1 0 0 16,0-1 0-16,-1 1-4 0,-5 1 6 16,0-1-1-16,1 0-1 15,-1-1 1-15,-4 0-2 16,-3 2 2-16,-1-3-1 15,1 2 0-15,-5 1 0 16,-4-2-1-16,1 2-1 16,-5-1-1-16,0 0 3 0,-2 0 0 15,-4 2-1-15,1-3 1 16,-2 3 1-16,-1-3 1 16,4-5-4-16,-1-9-9 15,-1-16-19-15,-1-21-28 0,-4-22-162 16</inkml:trace>
  <inkml:trace contextRef="#ctx0" brushRef="#br0" timeOffset="37896.53">7644 7298 74 0,'0'0'-1'0,"0"0"3"0,0 0 4 0,0 0-3 16,0 0-2-16,-38-27 0 0,32 23-1 15,1-3 1-15,-1 1-1 16,0 1 0-16,-2-1 1 16,-1 1 0-16,-1 1-1 15,-3 1 3-15,0 2 1 0,-2 1-1 16,-1 0-2-16,-2 0 2 15,-3 0-2-15,2 0 1 16,-1 4-1-16,-1 0 0 16,1 2-1-16,2 1-1 15,-1-1-2-15,-2 4 2 16,1 0-1-16,0-2 2 0,-2 2 0 16,-1 1 0-16,-2 1-1 15,-1 2 2-15,2 1-1 16,-1 3 0-16,-2-1 0 15,4 3-1-15,-3 2 1 0,4-3 0 16,1 5-1-16,1-1 1 16,2 3 1-16,3-2 0 15,3 1-1-15,4-1 0 16,0-1 0-16,4 0 0 16,0 0 1-16,-1-2-1 15,1 2 0-15,-2-1 0 0,0-1 0 16,2 1 1-16,-2 1-1 15,4 1 0-15,2 0 0 16,0 1 0-16,0 1 0 16,10 0 0-16,0-1 0 15,-1 2 0-15,3-4 0 0,2 1 0 16,-1-2 0-16,-1-4 0 16,-1 2 0-16,-2-6 0 15,1-1 0-15,-2-1 0 16,1 0 0-16,2-1 0 15,0-1 0-15,2 3 0 16,1 0 0-16,1-2 0 0,2 3 0 16,0-2 0-16,1-1 1 15,1 0-1-15,0-2 2 16,-1-2-2-16,0 0 1 16,2 0-1-16,2 1 0 0,0-2 1 15,1 0 0-15,3 1 0 16,1-2-1-16,0 0 1 15,1-2 0-15,0 0-1 16,-2 0 0-16,1-3 0 16,0 0 2-16,0 0 10 0,0-3-1 15,1-1-4-15,1-1-2 16,2 0-2-16,2 0 0 16,-1 1 1-16,5 0-3 15,-1 1 1-15,5 0-1 16,-5-1 1-16,1 1-2 15,1 0 0-15,-5 0 0 0,1 3 0 16,-3 0 0-16,0 0 0 16,-2 0 0-16,-1 0 0 15,1 0 0-15,-1 0 0 16,0 3 0-16,1 0 1 0,2 0-1 16,-2-1 0-16,2 0 0 15,1 2 0-15,3-2 0 16,-2 2 1-16,3-2-2 15,3 0 1-15,-4 1 1 16,3-1-1-16,2 0 1 16,3-1-1-16,-1 1 2 0,-1 0-2 15,6 0 0-15,-3 3 0 16,1-1 0-16,-2 2 1 16,1-1-1-16,-1-2 0 15,-1 2 0-15,1-4 0 16,1 0 0-16,1-1 1 0,-2 0 1 15,4 0 3-15,-3 0-1 16,1 0-1-16,2 2-2 16,2 1 0-16,-3 1 1 15,4 0-1-15,-1 2-1 16,-1-2 1-16,0 2-1 0,-1-1 0 16,-3-3 0-16,2 1 0 15,0-2 1-15,2-1-1 16,3 0 0-16,0 0 2 15,-1 1-1-15,1 0 1 16,2 0-2-16,-1-1 0 0,-3 2 0 16,0-2 2-16,-2 0-2 15,0 0 0-15,0 0 1 16,0 0-1-16,2 0-1 16,2 0 2-16,3 0-1 15,0 0 0-15,2 0 1 0,-3 0-1 16,1 1 0-16,-3 0 1 15,-2 2-1-15,0 0 0 16,-1 0 1-16,-4-2-1 16,0 0 0-16,4-1 1 15,-1 1-1-15,0 0 0 0,4 2 0 16,2-2 1-16,3 1-2 16,-1-1 2-16,5 1-1 15,-2-1 0-15,-2-1 0 16,0 0 0-16,-1 0 2 15,-1 1-2-15,0-1 1 16,0 2-1-16,-2-1 0 0,2 0 0 16,0-1 0-16,-2 0 0 15,1 0 0-15,-3 0 0 16,-1-1-1-16,2-6 1 16,-4 1 1-16,2 1-1 15,-1-1 0-15,3-1 1 0,0 3 0 16,1-1-1-16,-2-2 1 15,0 3 1-15,-6 1-1 16,-1 0-1-16,-5 1 1 16,-4-3-1-16,-1 1 1 15,-4-3-1-15,-2-2 1 0,-5-2 2 16,2 1-2-16,-7-3 1 16,3-1 0-16,-5-4 1 15,2-2 0-15,-2-3 3 16,1-1-4-16,1-3-1 0,-3 1 0 15,-1-1-1 1,-1 0 0-16,-4-1 0 0,-3-2-1 16,-1 2 1-16,0-2 1 15,-1 0-1-15,4 3 1 16,-2-2-2-16,3 4 2 16,0-3-2-16,3 2-3 0,-1-1-3 15,-1 0 5-15,0-1 1 16,-5 1 1-16,1-3 0 15,-5 3 0-15,0-1 0 16,0-1 0-16,-8 1-1 16,0 1 1-16,-3-2-1 0,1 5 1 15,-3 0-1-15,-1 3-1 16,-3-2-4-16,-3 3-2 16,-2 3 11-16,-3-1 1 15,-2 2-2-15,-2 2-1 16,-4 1-1-16,0 3 0 0,-4 3 0 15,2 4-1-15,-8 0-1 16,3 3-2-16,0 0-2 16,-3 0 5-16,1 3 2 15,0 0-1-15,-1 1 0 16,-3 2 0-16,0-2 0 16,-3 0 2-16,0 1-4 0,-3-4 4 15,2 2-4-15,-2-1 4 16,-2-1-2-16,-4 0 0 15,1 1 0-15,-4 2 0 16,0 0 0-16,-1 3 0 16,-5 1 0-16,0 3 0 0,0-1-2 15,-3 0 2-15,-2 0 0 16,-1-2 0-16,-2 2 0 16,2-3 0-16,0 0 0 15,-2-2 0-15,4 2-1 0,0-3 1 16,0 3 1-16,-3-1-1 15,2 1-1-15,-2 0 1 16,-1 0 0-16,1-3 0 16,0 3 0-16,2-4 0 15,1 0 0-15,2-2 1 16,2-1-1-16,1 0 0 0,2 0 0 16,-1 0-1-16,0-1 2 15,1-5-2-15,1 2 2 16,1-2-1-16,-2-2 0 15,0-2 0-15,1 0 0 16,-4 3 0-16,-2-2 2 0,-2 0-2 16,-6 0 1-16,-6 3 0 15,-3 2 0-15,-5 3 0 16,-7 1-1-16,-7 2 1 16,-8 13-1-16,-9 4-5 15,-7 4-59-15,-13 1-36 0</inkml:trace>
  <inkml:trace contextRef="#ctx0" brushRef="#br0" timeOffset="54508.46">9444 8872 49 0,'0'-1'2'0,"0"-2"-3"0,4-3-47 15</inkml:trace>
  <inkml:trace contextRef="#ctx0" brushRef="#br0" timeOffset="55155.2">9683 8551 116 0,'0'0'0'16,"0"0"3"-16,4-50 0 16,-4 41 3-16,0 0 1 15,-2 3 12-15,-10 3-8 0,-1 3-1 16,-5 0-5-16,-3 2 4 16,-3 6-7-16,2 4-1 15,-2 3 10-15,2 5-11 16,-1 3 1-16,-1 7-2 15,1 4 3-15,1 5-2 0,-1 4 0 16,1 5 0-16,2 3 1 16,4 2-2-16,0 2 1 15,5 2 0-15,2 0 1 16,5 1-1-16,2 0-1 16,2-1 0-16,0 0-1 15,2 0 0-15,9 0 2 0,2-5-1 16,7-5 0-16,5-4-2 15,4-10-1-15,5-5-3 16,6-8 2-16,3-5 1 16,3-3 3-16,4-5 5 15,-4-7-6-15,4 0-19 0,-4-3-8 16,-2-10 9-16,-2-11 1 16,3-4 7-16,-3-9 9 15,-2-8 2-15,-2-3 2 16,-2-7 1-16,-4-1 1 15,-6-3 6-15,-8-5 1 0,-5 0 0 16,-6 0-1-16,-7-1-2 16,-9 1-1-16,-11 0 1 15,-9 5 5-15,-9 2 12 16,-10 4 6-16,-3 6-3 16,-4 5-13-16,-1 8-9 0,-2 11-3 15,-1 11-15-15,-3 12-36 16,-3 3-82-16</inkml:trace>
  <inkml:trace contextRef="#ctx0" brushRef="#br0" timeOffset="56664.5">8266 7786 87 0,'6'-8'9'15,"-1"0"-8"-15,1 1 1 0,3 1-2 16,1 0 0-16,1 2 0 0,4 0 0 16,3-3 0-16,4 4 1 15,3-1-1-15,4-1 0 16,3-2 0-16,5 2 0 16,3-1-1-16,4-1-3 15,2-3 0-15,4 1 3 0,4-2 1 16,1-2 0-16,5-2 0 15,2-2 2-15,5-1 3 16,3-2 0-16,1 1-1 16,3-1 0-16,5 1-1 15,6-1-2-15,4 2-1 0,-1 2 1 16,4-2-1-16,2 1 1 16,5 0 0-16,0 3-1 15,1-2 0-15,5 3 2 16,0-1-4-16,-3 1 0 15,2-1 2-15,1 1 0 0,1-1 0 16,0 1 0-16,-1 1 0 16,2 4 1-16,-2 1-7 15,-3 3-7-15,-2 4 0 16,-4 0 7-16,-3 0 3 16,-1 0 2-16,-4 7 1 0,1-3 1 15,-5-1 1-15,-1 2 2 16,-2-1 2-16,-3 1-2 15,0 1 0-15,-6 0-2 16,1 2-2-16,-1 2 0 16,-3 0 0-16,0 0 0 0,-4 1 0 15,-1-2 2-15,0 1-1 16,-7 0 2-16,-3-2 2 16,-4 1 0-16,-6 1-1 15,-3 0-1-15,-5 1-1 0,-5 2 0 16,-2 5-1-1,-6 1 0-15,0 5-1 0,-4 3 0 16,-2 4-1-16,-1 5 2 16,-5 2-1-16,-4 3 0 15,0 3 1-15,-7-2-1 16,0 0-2-16,0-1-4 0,-9-4 7 16,-3-1-1-16,-2-2 4 15,-3-2 0-15,-5-2-6 16,0 0 8-16,-8 3-6 15,-2-1-3-15,-7 1 1 16,-1 1-16-16,-4 2 3 0,-6-2 13 16,-2-3-1-16,-4-1-3 15,-1-3 6-15,-2-4 2 16,0-3-1-16,0-2 3 16,-3 0 0-16,1-2 1 15,-3 1-5-15,-2 0 0 0,-3 0-7 16,0 0-9-16,-2-1-26 15</inkml:trace>
  <inkml:trace contextRef="#ctx0" brushRef="#br0" timeOffset="58426.87">11627 8575 7 0,'-76'7'5'0,"3"-1"-2"0,3-2-5 16,0-4 1-16,1 0 10 0,2 0 17 16,0 0-2-16,-1-4-13 15,0-2-4-15,-2-1-4 16,-1-1 0-16,-3-1 1 15,-1-2-1-15,2-1 8 0,-2 2 1 16,1-1-1-16,4 1 3 16,1-1 6-16,1-1-2 15,2 1-8-15,0 0-5 16,1-1-2-16,-5 4-1 16,3-1-2-16,-4 3-3 15,-3 1 1-15,-2-1 0 0,-1 3 3 16,2 1 5-16,-4 0-1 15,0 0 3-15,2 1-2 16,3 1-2-16,3 0-4 16,1 0 0-16,-1 0 0 15,2 0 0-15,0 0 0 0,-3 0-2 16,1 0 1-16,-3 4 1 16,-2 1 0-16,3-2 1 15,2 2-1-15,4-3 0 16,5 0 0-16,0-1 0 15,5-1-1-15,4 0-5 0,-3 0-10 16,-2 0 11-16,0 0 2 16,-2-3 3-16,-1 1 2 15,1 1-1-15,0-3 0 16,1-2 1-16,1 0 0 16,5-2-2-16,1-2 2 0,1-3-2 15,4-1 0-15,2-5 0 16,3-1 1-16,0-4 2 15,1 0-1-15,3-3-1 16,2 0 0-16,1 0 0 16,2-1-1-16,1-1 0 0,1-1-1 15,2-2 1-15,4-1 0 16,0-4 1-16,3-1-2 16,4-1 4-16,4-2-3 15,1 3 3-15,3 0-3 16,2 1 0-16,3 1 3 0,3 2-2 15,2 3 0-15,0-2-2 16,0 5 1-16,7-1 1 16,2 3-1-16,2 1-1 15,3 1 0-15,4 2 0 16,4 2 1-16,3 1 2 16,3 1-2-16,2 2-2 0,8 0 2 15,0 2 0-15,4 3 0 16,3-1 0-16,0 5 1 15,6-1-1-15,0 5 0 16,3 0 0-16,0 2 0 0,2 0 0 16,2 1 1-16,2 0-1 15,3 0 0-15,0 0 0 16,3 0 0-16,-1 5 1 16,2-2-1-16,0 5 0 15,-1-1-1-15,5 1 1 16,-2 0 0-16,4 1-1 0,1-1 2 15,2 1 0-15,3 1-1 16,1-2 0-16,5 2 0 16,-2-1 0-16,-3-1 1 15,5 2-1-15,0 0 0 16,2-1 1-16,-2 0-1 0,2-1 2 16,2 0-2-16,-2-1 0 15,1-4 0-15,-1-2 0 16,1-1 0-16,3 0 0 15,-1-4-2-15,-1-7 4 16,4-1-2-16,4-2 3 0,-6-1-2 16,1-1 2-16,-3 2-1 15,2-2 0-15,-1 2-1 16,-3 3 1-16,3-2 1 16,-3 3-2-16,-1 1-1 15,-4-2 1-15,3 2-1 0,0 0 1 16,2-3-1-16,-3 2 0 15,0 0 1-15,0 1-2 16,-3 0 1-16,-3 0 0 16,-4 4-1-16,-2 0 0 15,-5 1 2-15,-1 4-1 0,-1 0 0 16,-4 0 0-16,1 0 0 16,-2 6 0-16,-1 1 0 15,1 3 0-15,-2-2 0 16,-2 2 0-16,1-1 0 15,-1 1 1-15,1 0-2 0,1-2 2 16,-2 2-1-16,-2 0 0 16,-3 2-1-16,-2 2 0 15,-7 0 2-15,-3 1-3 16,-6 3 1-16,-5 0-1 16,-2 4 1-16,0 0 1 0,-1 2 1 15,-4 3-2-15,0 3 0 16,-2 4 0-16,1 0 2 15,-9 3 1-15,-1 3 0 16,-2 1-2-16,-6 0 1 16,-2 0-2-16,0-1 1 15,0-2-2-15,-9-2 0 0,-1-2-1 16,-2-2 5-16,-7 1-2 16,-3 0 2-16,-7 3-4 15,-5 2-5-15,-3-1-6 16,-5-1-7-16,-2-2 5 15,-2-2 4-15,-2-5 3 0,2-3 8 16,-5 0 3-16,1-5 0 16,1-2 2-16,-3-1 4 15,2-2 1-15,-6-4 0 16,-2 0-1-16,0-2-2 16,-3-1-2-16,-4-4 2 0,-2 0-1 15,-3-3 0-15,1 0 2 16,0 0 2-16,0-3-4 15,-3 0-3-15,-1-1-3 16,-1 1-3-16,-6 0-3 16,-3-1-5-16,-5-2 1 0,-4-1 4 15,-4-4 3-15,-4 0 1 16,-4-5 2-16,-4-1 6 16,1-1 9-16,-3-1-1 15,1 1-3-15,-3-1-3 0,-5 6-6 16,-5 1-3-16,-8 3-9 15,-11-4-38-15,-17-1-116 16</inkml:trace>
  <inkml:trace contextRef="#ctx0" brushRef="#br0" timeOffset="74808.98">7435 7347 1 0,'0'0'32'0,"0"0"-7"0,-41-9-7 15,26 7-6-15,-1 1-6 0,2 1-4 16,-2 0-1-16,-1 0-1 15,1 0 0-15,-2 0-1 16,0 0 1-16,0 3 0 16,-1-3 1-16,0 1 1 15,2 1-1-15,-3 1 3 0,3 1 0 16,2 0-2-16,1 2-1 16,5 1-1-16,1 0 1 15,1 0-1-15,0 2 0 16,2 2 0-16,1 3 0 15,0 1 0-15,2 3 0 16,2-1-2-16,0-6-20 0</inkml:trace>
  <inkml:trace contextRef="#ctx0" brushRef="#br0" timeOffset="76922.39">5979 6232 41 0,'0'0'3'0,"2"0"-6"0,0 0-2 0,0 0 2 0,1 0-2 16,-2 0 4-16,-1 0 0 15,1 0 2-15,0 0 7 16,-1 0-1-16,0 0-4 15,0 0-3-15,0 1 0 16,0 4 0-16,0 1 0 0,0 3-1 16,0 2 3-16,-2 2-1 15,-2 1 4-15,2 2-1 16,-2 2-3-16,2 2 1 16,0 2-1-16,2 0 1 0,0 5-2 15,0-3 1-15,0 3 0 16,0-4-2-16,0 0-5 15,0-7-32-15</inkml:trace>
  <inkml:trace contextRef="#ctx0" brushRef="#br0" timeOffset="78042.67">6070 6236 59 0,'0'0'2'0,"0"0"4"15,0 0 8-15,0 0-3 0,1-40-2 16,-1 37-4-16,0 2-1 15,0-1-2-15,0 2-1 16,0 0-3-16,0 0-2 16,0 0 1-16,0 5-2 15,0 3 0-15,0 1 0 16,0 2 4-16,0 2-1 0,0 1 0 16,-1 3 3-16,-1 0-1 15,0 3-2-15,-2 3 2 16,0 2 2-16,-1 2-1 15,1 3 0-15,-1 1 0 0,2 2-1 16,-1 1 1-16,-3-2-1 16,3 2 0-16,-3 1 0 15,0-1 0-15,1 5 1 16,-1 2-1-16,1 1 0 16,-2 4 1-16,2 1-1 0,1 2 0 15,-3 1 1-15,3 0-1 16,1 1 2-16,-4 1-2 15,2 1 1-15,2-3-1 16,-3-3 0-16,1-3 1 16,-2-2 2-16,2-4 0 0,-1-1-1 15,1 2-2-15,0-1 2 16,2 1-1-16,0 0-1 16,-1 1 1-16,3 1 0 15,-2-1-1-15,-3-2 0 16,0 2 1-16,-1 1 0 15,1 1-2-15,-2 0 3 0,0 2-2 16,0-1 0-16,0 2 1 16,0 1-1-16,0 4-1 15,-2 3 0-15,-1 3-1 16,1 5-1-16,3 1 1 16,-4 1-2-16,6-1-4 0,-1-1-1 15,3 0 0-15,2-4-2 16,-1-4-2-16,3-5-4 15,0-5-15-15</inkml:trace>
  <inkml:trace contextRef="#ctx0" brushRef="#br0" timeOffset="79955.22">5968 6321 139 0,'-11'-6'-23'0,"1"-3"26"0,2 1 1 0,1 3 3 16,1 0-2-16,-2 0-1 16,2 1-2-16,-1 1 1 15,1 0 0-15,-1 1-1 0,4 1-1 16,-1 1-1-16,0 0-1 15,1 0-2-15,1 1 1 16,-2 5-1-16,2 5 1 16,-3-2-1-16,2 5 1 15,1 3 0-15,2 3 2 0,0 3-2 16,0 1 2-16,0 3 0 16,2 1 0-16,4 3 2 15,0 1-2-15,-1-2 0 16,1 0 0-16,0 1 0 15,2 0 0-15,-2 2 1 0,-1 5-1 16,1 0 0-16,-3 6 1 16,0 0 0-16,1 3-1 15,-4 0 1-15,0 1 0 16,0-1-1-16,0-1 1 16,0-1-1-16,-5-1 0 15,2-1 0-15,-1-6-1 0,0 1 1 16,-1-1 1-16,-1-3-1 15,-2 0 0-15,2-1 0 16,-3 0 0-16,3 1 0 16,-2 0 1-16,4 0-1 0,-2-2 0 15,3 1 0-15,-1 0 0 16,2-2 0-16,-1 0 0 16,1 0 0-16,0 2 1 15,0 0-1-15,-1 5 1 16,-1 2-1-16,-1 2 1 0,-1 1 1 15,0-1-2-15,-1 0 0 16,-1-1 1-16,2-1-1 16,-1-2 1-16,1-1 1 15,-1-1-1-15,4 2 1 16,-1-2 0-16,2-1-2 0,-1 1 1 16,2 1 0-16,1 1 1 15,-2 0-2-15,2 1 1 16,-1 2-1-16,1 0 1 15,-2 2-1-15,0-1-1 16,0 1 2-16,0-1-1 0,1-2 1 16,-1 0-1-16,1 2 0 15,1-2 0-15,0 0 0 16,0 1 0-16,0-1 0 16,2-2 0-16,2-1 1 15,0 3-1-15,-1 0-1 16,1 1 1-16,0 3 1 0,0 1-1 15,-2 1-1-15,4 1 2 16,-4-2-1-16,2 2 1 16,0 0-1-16,1 0 0 15,-3 1 1-15,0 3-1 16,-2 3 0-16,0 6 0 0,0 1 0 16,0 9 2-16,-2 3-2 15,0 1 0-15,-2-1 0 16,2 2-2-16,1-4 4 15,1 0-4-15,0-4 4 16,0 1-4-16,0 0 2 0,5 2 0 16,-3-1 2-16,2 2-2 15,-2 3 0-15,6 0 0 16,-6 0 0-16,2 3 0 16,3-1 0-16,-1 3 1 15,-1 1 0-15,2 4-1 16,0 6 0-16,1-1 1 0,-4 6 1 15,3 3 0-15,-2 3 2 16,-4 0 3-16,-1-2 13 16,0-1-2-16,0-4-7 15,0-6 1-15,-1-3 6 0,1-6-6 16,0-4-4-16,2-3-4 16,7-3-1-16,2 0-2 15,1-2 0-15,-1-2-1 16,0 3 1-16,0 2 0 15,-2 2-1-15,0 2 0 0,0 4 1 16,0 4-1-16,-1-2 0 16,1 1-5-16,-4-3 5 15,0-3-1-15,-3-5-2 16,-2-8 2-16,0-3 1 16,0-2 0-16,0-2 1 0,0-1-1 15,0 0 0-15,-4 1 0 16,1 4 1-16,1 0 1 15,-3 1-2-15,1 1 1 16,1 1-1-16,1-2 0 16,0-2 0-16,0-2 0 15,0-4 1-15,0-2-1 0,2-5 0 16,0-3 0-16,0-3 1 16,0-3-1-16,0-5 0 15,0-5 0-15,0-2 0 16,0-6 0-16,4-2 0 15,0 0 0-15,1-4 0 0,4 1-1 16,-2-2-12-16,2-3-17 16,1-6-24-16,-2-2-25 15</inkml:trace>
  <inkml:trace contextRef="#ctx0" brushRef="#br0" timeOffset="81980.77">5883 6273 47 0,'0'0'3'0,"0"0"-5"0,0 0 3 0,0 3 3 15,0-2 2-15,0-1 4 16,4 0-1-16,4 0-2 16,3 0-3-16,2 0-2 0,3-4-1 15,3 1-1-15,1-2-2 16,-3 0 1-16,0 2 1 15,1 3 0-15,-1 0-2 16,2 0 2-16,-1 0 0 16,2 0 1-16,4 0 1 0,5 2 0 15,2-1 1-15,5-1-1 16,2 0 1-16,3 0 0 16,1 0 0-16,0 0 0 15,1-3 1-15,0 2-1 16,6-2 0-16,-1 2 0 0,4-1-1 15,0 1 0-15,1 1-1 16,5-2 0-16,0 2 0 16,5 0 0-16,0 0-1 15,6 0 2-15,0 0-1 16,2 0 1-16,3 2 0 16,1-2 0-16,2 0 3 0,0 0-1 15,2 0-1-15,2 0 0 16,0-2 0-16,-1-2-1 15,3 2-1-15,2 0 0 16,0-1 0-16,0 0 0 16,4 0 1-16,0 0 0 0,3 3-1 15,-3 0 1-15,4 0 0 16,2 0-1-16,-1 0 0 16,2 0 0-16,0 0 0 15,3 0 0-15,2-2 0 16,3-3 0-16,2-5 0 0,1 3-1 15,0-3 2-15,0 2-1 16,1-1 1-16,-5 1 1 16,1 2 1-16,4 2 0 15,-5 1-1-15,2 0-1 16,-2 3 0-16,4 0-1 0,2-2-1 16,3 1 1-16,-1-2 0 15,6 2-1-15,-1-3 2 16,1 1-1-16,0 0-1 15,2 0 1-15,-4 0 1 16,1 2 0-16,-5-2 0 0,1 3 1 16,-2-2 0-16,-3 1-1 15,-1 0-1-15,1-2 0 16,-1 1 1-16,0 1 1 16,-1-3-2-16,0 3 2 15,-4-1-1-15,0 1-1 0,-2-1-1 16,0 1 1-16,-5 1-1 15,-8 0 1-15,-3 0-1 16,-4 0 0-16,-5-1 0 16,2 0 1-16,-1-2-1 15,-2 1 1-15,2-1-1 0,-4 0 0 16,-4 0 0-16,-6 1 1 16,-4 0-1-16,-4-1-1 15,-5 0 2-15,-3-1-1 16,-3 1 0-16,0 2 0 15,-3-1 0-15,1 2 0 16,-5 0 0-16,-1 0 0 0,-2 0 0 16,-5 0 0-16,-3 0-1 15,-7 3 1-15,-5 0-1 16,-3 1 0-16,-1 2-2 16,0-2 2-16,-1 3 0 0,3 2 1 15,2 2-1-15,-1-1 2 16,-2 3-1-16,0-2 0 15,-6-1 0-15,0 2-3 16,-2-2 2-16,-1-1 1 16,0 3 0-16,0-2-2 0,0 1 2 15,0 2 0-15,-2 1-1 16,2 3 1-16,0 2 0 16,0 2-1-16,-1 6 1 15,0 4 0-15,1 3 0 16,-2 7 1-16,1 7-1 15,-1 5 0-15,-5 10 1 0,2 8-1 16,-5 10 0-16,-3 11 0 16,-2 16 0-16,-3 11 2 15,-3 15-4-15,0 9-28 16,-4 8-52-16</inkml:trace>
  <inkml:trace contextRef="#ctx0" brushRef="#br0" timeOffset="85549.76">6692 6409 101 0,'0'0'5'0,"0"0"-4"0,-49-3 2 0,31 0 0 15,1 2-3-15,0-2 2 16,0 0 0-16,-1-1 2 16,1 1 0-16,2 0-2 0,-1 2-1 15,-1 1-1-15,-1 0 0 16,1 1-1-16,0 8 0 15,0 2 1-15,-2 1 0 16,1 8 0-16,3 2 0 16,-1 4-1-16,-1 3 1 0,1 2 0 15,5 1 0-15,-2 2-1 16,1 0 1-16,5-1 1 16,3 1-1-16,2 0 0 15,2 3 0-15,0-3 0 16,0 0 0-16,9-3 0 0,2-2 1 15,5-2-1-15,2-3 0 16,1-1 0-16,2 1 1 16,1-3-1-16,2-1 0 15,3-3 1-15,2-1 0 16,1-5 0-16,3 0-1 16,3-5 3-16,2-3-2 0,0 0 0 15,0-3 1-15,-2-3-3 16,1-6 1-16,-3-9 5 15,0-3-1-15,-3-5-2 16,-1-4 1-16,-2-4-1 0,-6-3 1 16,-4-1 5-16,-7-3 11 15,-7-2-5-15,-4 2 1 16,-4-2-3-16,-11 2-3 16,-7 2-1-16,-5 0 1 15,0 4-3-15,-2 2-7 16,-1 7 0-16,-3 8 0 0,-3 5-19 15,-6 12-52-15,-5 1-55 16</inkml:trace>
  <inkml:trace contextRef="#ctx0" brushRef="#br0" timeOffset="86228.52">6320 7645 60 0,'0'0'3'0,"0"0"0"0,0 0 1 15,-46 13-3-15,34 1-1 16,-1 3 0-16,-2 3 0 15,-1 4-1-15,3 3 2 16,-1 5-1-16,1 4 0 0,2 5 0 16,4 7 1-16,3 1 2 15,3 2-2-15,1 1 0 16,7-2 0-16,7-4 0 16,5-4 1-16,6-5-1 0,6-6-1 15,3-5 0-15,4-6 1 16,1-9-6-16,3-5 10 15,0-6-1-15,3 0-2 16,-1-16 1-16,1-6 1 16,-2-7 3-16,2-6 1 15,-7-4 1-15,-1-5 7 0,-3-5 3 16,-8-4 4-16,-2-1-3 16,-5-4-4-16,-5-4-7 15,-8 2-4-15,-6 0-2 16,0 3-3-16,-18 2 1 15,-4 1-1-15,-9 6 3 0,-4 4 4 16,-6 8-1-16,-2 6-5 16,-4 10 1-16,-1 11 1 15,-2 9-12-15,-4 12-32 16,-1 15-50-16</inkml:trace>
  <inkml:trace contextRef="#ctx0" brushRef="#br0" timeOffset="86894.68">6472 8569 102 0,'0'0'7'0,"-39"-11"5"0,18 7 9 0,4 2-8 0,-4 2-6 16,4 0-2-16,-1 0-1 0,-3 6-4 16,2 5 0-16,-2 2 0 15,3 8-3-15,-1 5 3 16,0 8-1-16,2 10 1 16,-1 6-1-16,5 8 1 15,3 6 0-15,6 4 1 0,4-4 0 16,0 3-1-16,12-5 0 15,5-2 2-15,3-6-2 16,7-4 0-16,-1-6 0 16,3-5 0-16,3-9 0 15,2-7-3-15,-1-8 1 0,3-7 4 16,2-8 3-16,2 0-3 16,-2-16 0-16,1-7-1 15,0-9 0-15,-1-9 0 16,-5-5 4-16,-1-9 6 15,-5-5-6-15,-7-4 1 16,-7-4 3-16,-5 3 2 0,-8-2-6 16,0 4 0-16,-14 2-1 15,-6 7-1-15,-9 3 2 16,-5 10-2-16,-4 5-3 16,-6 11-4-16,-3 12 2 0,-2 13-26 15,-5 4-41-15,-2 21-70 16</inkml:trace>
  <inkml:trace contextRef="#ctx0" brushRef="#br0" timeOffset="87530.13">6362 9805 161 0,'0'0'-22'0,"-10"-51"38"0,1 25 17 15,-1 5-32-15,0 1-1 16,-3 3-2-16,-5 4-6 16,0 6-5-16,-2 4 10 0,0 3 5 15,-4 0-2-15,1 10-4 16,0 11 8-16,-2 9-10 16,4 13 0-16,-2 11 7 15,3 10-6-15,7 10 6 16,2 11 2-16,4 0 2 0,7 6-2 15,5-1-1-15,10-1 2 16,6-7-3-16,6-12 2 16,8-9-4-16,2-16 1 15,6-12-3-15,0-14-2 16,1-11 2-16,2-8 10 0,0-3-6 16,-1-12-1-16,-1-7 3 15,-1-9-3-15,-1-3 1 16,-4-7-4-16,-7-6 1 15,-3-5-5-15,-6-5 8 16,-7-6 1-16,-8-4 2 16,-7-4 6-16,0-1 2 0,-13-3 6 15,-10-1-3-15,-6 5-5 16,-9 3-6-16,-4 10 1 16,-5 8-1-16,-2 11-3 15,-5 16-7-15,-4 14 6 0,0 9-24 16,-5 24-47-16</inkml:trace>
  <inkml:trace contextRef="#ctx0" brushRef="#br0" timeOffset="88310.98">6539 11110 204 0,'0'0'6'0,"0"0"1"0,0 0 10 0,-41-14-4 0,28 1-8 15,-3-1 2-15,0-3 1 0,-2-3-4 16,-3 0 1-16,-2 0-4 16,0-1 0-16,0 3-1 15,-3 2-1-15,-1 5 1 16,3 6-3-16,-1 4-4 16,-2 1 4-16,2 9-3 0,0 11-5 15,4 7 1-15,-2 9 4 16,5 10 0-16,5 10 4 15,2 8 1-15,6 8 0 16,5 8-2-16,0 7 2 16,9 0 1-16,7-2 0 0,10-6-1 15,2-6-2-15,9-15-6 16,1-8-24-16,3-12 32 16,3-11-1-16,-1-7-4 15,2-10 6-15,2-7 0 16,1-3 0-16,4-7 0 0,-1-16-1 15,-1-3-5-15,-1-13 1 16,-4-8 3-16,-4-10-1 16,-4-6 3-16,-6-5 1 15,-9-7 0-15,-6-2 1 16,-9-5 3-16,-6-2 11 16,-1 2 1-16,-14-3-2 0,-7 1-7 15,-10 6-3-15,-9 8-2 16,-9 10 1-16,-5 12 2 15,-5 17 0-15,-5 18-11 16,-6 13-7-16,-9 25-66 16</inkml:trace>
  <inkml:trace contextRef="#ctx0" brushRef="#br0" timeOffset="89633.59">9381 16127 35 0,'0'0'175'0,"0"0"-166"0,0 0 28 0,-41 4 0 16,35-3-17-16,3 1-11 16,-1 0-4-16,2 2-2 0,2 1-3 15,0 7 0-15,0 7-5 16,2 10 3-16,3 6-1 15,5 12 4-15,0 7-2 16,-3 6 2-16,1 5 1 16,-2 2-2-16,0-2 1 0,0-1-1 15,-4-6 0-15,3-8 0 16,-1-5-2-16,-1-12-5 16,1-7-11-16,1-9-34 15,-5-14-60-15</inkml:trace>
  <inkml:trace contextRef="#ctx0" brushRef="#br0" timeOffset="90015.35">9316 16301 247 0,'0'0'-6'0,"0"0"20"16,0 0-2-16,-5-37-5 15,5 23-6-15,9 0 0 16,3-2-1-16,2 2 0 0,3 4-2 16,1 4-1-16,0 4-4 15,4 2 0-15,-2 2 4 16,0 10 4-16,-2 6 0 16,-2 4-3-16,-1 2 5 15,-6 0-5-15,-4 1 1 0,-3 0 4 16,-2-1-1-16,0-2 7 15,-7-2-2-15,-2-1-2 16,-2-4-1-16,-3-3-2 16,0-1 2-16,-1-4-2 15,1-4-2-15,0-1-2 0,3-2-3 16,2 0-5-16,1 0-10 16,6-3-17-16,2-2-31 15,0-2-24-15</inkml:trace>
  <inkml:trace contextRef="#ctx0" brushRef="#br0" timeOffset="90513.21">9825 16362 191 0,'0'0'1'0,"0"0"2"0,0 0 0 15,0 0-1-15,0 0 0 0,-29-44-1 16,18 39 0-16,-3-1-1 16,2 6 0-16,-1 0-6 15,-1 10 8-15,2 4 8 16,1 7-7-16,4 6 9 15,3 3-8-15,2 1-4 0,2 2 2 16,0-2-2-16,2-6 0 16,4-6 0-16,4-3-2 15,1-8 0-15,2-8-8 16,1 0-7-16,-1-9 12 16,1-10-2-16,-1-2 3 0,-4-5 6 15,2 2-1-15,-2 0 1 16,-4 1-2-16,1 8 1 15,-1 2-1-15,-2 5 1 16,3 4 0-16,-2 4 2 16,1 0-2-16,5 4 3 0,2 5 4 15,1 4-5-15,1 1-1 16,3 0-3-16,0-2-8 16,2 1-35-16,-1-5-1 15,-2-4-41-15</inkml:trace>
  <inkml:trace contextRef="#ctx0" brushRef="#br0" timeOffset="90830.99">10190 16243 24 0,'0'0'130'0,"0"0"-124"0,0 0 27 0,-43 2-13 16,32 5-5-16,4 4-5 16,-3 3-6-16,2 3-2 0,4 2-2 15,1 1 0-15,3 1 0 16,0 0-8-16,0-1 16 16,5-3-8-16,5 0 0 15,2-6 0-15,3-2 0 16,2-9-2-16,1 0-2 0,0-4-2 15,4-12 5-15,-3-8 2 16,0-6-11-16,-1-7-14 16,-5-4-25-16,-6-6-18 15</inkml:trace>
  <inkml:trace contextRef="#ctx0" brushRef="#br0" timeOffset="91109.73">10140 15736 232 0,'0'0'-1'16,"0"0"7"-16,0 0-2 16,-10 36-4-16,13-21 0 15,7 5-1-15,3 4 2 0,0 7-2 16,2 5 2-16,-1 4-1 15,3 3-7-15,0 3 11 16,-3 0-3-16,-1 0-1 16,3 0 0-16,-1-2 0 15,3-3 1-15,-3 0-13 16,4-4-34-16,-4-4-30 0</inkml:trace>
  <inkml:trace contextRef="#ctx0" brushRef="#br0" timeOffset="91457.83">10573 16190 198 0,'0'0'-3'0,"0"0"6"16,0 0-2-16,-37-31-1 16,29 31 0-16,1 0-8 15,-3 3-1-15,2 14 15 0,3 4 1 16,3 8-9-16,0 3 2 16,2 3 2-16,0-1-2 15,4-2 1-15,5-7-1 16,1-5 2-16,1-8-2 15,4-9 0-15,0-3-9 0,0-13 7 16,2-10 6-16,1-12-30 16,-5-9-9-16,-2-4-61 15</inkml:trace>
  <inkml:trace contextRef="#ctx0" brushRef="#br0" timeOffset="91764.71">10427 15557 231 0,'0'0'-2'15,"0"0"0"-15,-2 48 2 0,11-19-1 16,5 9-1-16,5 6 1 15,4 6 0-15,1 4 2 16,0 3-5-16,3 0 8 16,-2 2-3-16,-2-1-1 15,2-2 1-15,-4-4 0 16,-1-3-1-16,-2-7-1 0,2-5-8 16,-4-6-32-16,-3-8-12 15,-4-6-55-15</inkml:trace>
  <inkml:trace contextRef="#ctx0" brushRef="#br0" timeOffset="92017.08">10742 16118 271 0,'0'0'-1'15,"0"0"0"-15,0 0 0 16,2 41 0-16,5-24 0 16,5 3 1-16,0 1 0 15,-1-2-2-15,1-1-5 0,-1 0 1 16,-2-3-6-16,0-1-9 16,-2-1-9-16,-3-5-18 15,-2-8-22-15</inkml:trace>
  <inkml:trace contextRef="#ctx0" brushRef="#br0" timeOffset="92168.97">10702 15840 74 0,'0'0'-23'15,"0"0"3"-15</inkml:trace>
  <inkml:trace contextRef="#ctx0" brushRef="#br0" timeOffset="92687.69">10888 16175 212 0,'0'0'9'0,"0"0"6"0,0 0-6 16,0 0-5-16,0 0-6 16,0 0 2-16,0-46-9 15,0 21-3-15,0 1-8 16,0 0-18-16,0 5 20 0,1 2 16 16,4 8 1-16,-3 3 4 15,3 5-2-15,1 1-1 16,2 7 6-16,2 9 3 15,1 5 5-15,3 6-5 16,-1 0-3-16,3 2-3 16,-3-3-2-16,0-2 0 0,-3-4-2 15,-1-2-9-15,-3-7-9 16,-4-1 7-16,0-5 5 16,-2-3 6-16,0-2 3 15,-2-1 3-15,-2-11 5 16,0-3-2-16,1-8 4 0,-1-4 1 15,0-2-4-15,4-3-5 16,0 4 0-16,0-1 0 16,0 8 1-16,4 3-2 15,2 6 0-15,1 6-1 16,1 2 0-16,2 4-6 0,3 4 0 16,3 11 7-16,-1 7-2 15,3 4 4-15,3 4-2 16,-1 0-1-16,2 0-1 15,-1-2-1-15,1-4-25 16,0-4-23-16,-1-3-25 0</inkml:trace>
  <inkml:trace contextRef="#ctx0" brushRef="#br0" timeOffset="93238.02">11374 16000 227 0,'0'0'8'0,"0"0"14"0,-36-48-1 16,24 35-15-16,-2 1 4 16,0 4 2-16,3 3-1 15,0 3-7-15,2 2-5 0,1 0 4 16,3 11-1-16,2 5-12 16,3 10 4-16,0 2 1 15,0 2-2-15,6-1 0 16,4-1-1-16,1-6-17 15,-1-7 21-15,0-7 3 0,1-3 1 16,-1-4-5-16,-4-1-2 16,1-4 14-16,-3-8-4 15,-1-1 9-15,-1-2 2 16,-1 0-6-16,0 0-2 16,2 6-3-16,-1 4-2 15,0 1 0-15,0 4-1 0,2 5-7 16,5 12 4-16,0 10 3 15,3 7 6-15,3 6-5 16,1 7 6-16,-3 1-4 16,1 2-2-16,-4 3 2 15,-1-1 0-15,-1 3-1 0,-4 2 0 16,-4 0 0-16,0-1-2 16,-4-3 3-16,-10-6 4 15,-1-5 3-15,-4-10 1 16,-1-6-1-16,-1-8 8 15,2-8-3-15,-3-7-10 0,2-3-7 16,-5-11 0-16,-1-12-16 16,-2-10-2-16,-3-12 0 15,-3-11-15-15,-1-8-11 16,-3-7-38-16,0-2-17 16</inkml:trace>
  <inkml:trace contextRef="#ctx0" brushRef="#br0" timeOffset="93519.99">10789 15786 238 0,'0'0'31'0,"0"0"-20"0,0 0 2 15,0 0 0-15,0 0-4 16,0 0-8-16,0 0 0 16,0 0 2-16,-30-47-1 0,30 21-9 15,0-6-59-15,0-5-123 16</inkml:trace>
  <inkml:trace contextRef="#ctx0" brushRef="#br0" timeOffset="95269.13">9850 15665 243 0,'0'0'2'0,"-40"4"2"0,22-1 0 0,1-3 5 0,1 0-5 0,3 0 1 15,-2 0 2-15,1 0-5 0,-3 0 0 16,0-4-1-16,-3 2 0 15,-1 1-1-15,0 0 0 16,-4 1 0-16,2-2 0 16,-2 2 1-16,-4 0 0 15,2 0-2-15,-2 0 1 16,-5 0 1-16,-1 3-2 0,-1 1-1 16,-5 3 2-16,-1 1-4 15,-2 2 3-15,1 0 0 16,-1 2 2-16,4 1-1 15,1 5 0-15,2 1 1 16,3 5-1-16,1 4 0 0,4 5-3 16,2 6 2-16,2 4-2 15,5 4 2-15,-2 3 0 16,6 4 1-16,2-1-1 16,4 2 0-16,3 0 0 15,4 0 2-15,3 5 0 16,0 0 0-16,12 1 1 0,8 3-2 15,4 1 2-15,9-1-1 16,6 4-1-16,5-2 1 16,8-1-1-16,4 3 0 15,4-3 0-15,6-3 0 16,2-1 0-16,5-2 1 0,4-8-1 16,1-2 1-16,-1-8-1 15,3-6 0-15,4-7 1 16,4-4 0-16,3-5 2 15,4-2 2-15,5-2 1 0,5-1-2 16,2-3 1-16,3 1-2 16,-1-5 0-16,3-4-1 15,-3-2 0-15,-4-1 0 16,-2-6-1-16,-7-13 3 16,-4-6 0-16,-5-9 2 15,-2-8 1-15,-7-8-3 0,-3-7 2 16,-7-5-5-16,-7-4 1 15,-8-2-5-15,-10 0-4 16,-10 0 3-16,-10-3 3 16,-10-2 2-16,-11-2 3 15,-2-4 6-15,-13-5 3 0,-9-3 0 16,-5-5-9-16,-5-1 0 16,-5 0 2-16,-3 3 0 15,-6 2-1-15,-3 4 1 16,-5 6 2-16,-3 6 2 0,-4 2-5 15,-6 6 9-15,-4 0 4 16,-5 5-18-16,-2-1 0 16,-7 3 0-16,-3 4-2 15,-7 6-2-15,-2 7 2 16,-9 4-1-16,-5 12-5 16,-7 7-12-16,-7 13-7 0,-9 6-17 15,-9 24-3-15,-11 21-70 16</inkml:trace>
  <inkml:trace contextRef="#ctx0" brushRef="#br0" timeOffset="107935.76">5818 6217 100 0,'0'0'8'0,"0"0"10"0,0 0 7 0,0 0-9 16,0 0-8-16,0 0-5 16,0 0 1-16,0 0-2 0,0 0-2 15,0 0 0-15,0 0 0 16,0 0-1-16,0 0-2 15,-44-18 1-15,32 18 0 16,-3 3 1-16,-1 1 1 16,-2 0-1-16,-2 2 0 15,-2-2 1-15,2-2 1 0,-3 1 0 16,1-1 3-16,1-2-1 16,2 2 1-16,0-1-2 15,0 1-1-15,0 0 0 16,1 0-1-16,1 2 0 15,1 2-1-15,1-2 2 0,1 2-2 16,3-1 1-16,2 1 0 16,3-1 0-16,-2-1 0 15,4-1 0-15,2 1 0 16,0-1-1-16,-1 0 1 16,2-1 0-16,0 3 0 0,1-1 0 15,0 3 0-15,-2 1 0 16,2 1-1-16,0 1 1 15,0 1 0-15,0 0 1 16,0 0-1-16,0 1 0 0,0-2 0 16,0 3 1-16,2 0-2 15,3 0 2-15,-1 1-1 16,-2 3 0-16,0-3 0 16,0 3 1-16,0 0-1 15,2 0 0-15,-4 0 0 16,2 0 0-16,-2 2 1 0,0-2-1 15,0 1 0-15,0 3 0 16,0-1-1-16,0 2 2 16,0 0-1-16,0 1 0 15,0 0 0-15,-2 1 0 16,2-1 0-16,-5 0 0 0,4-1 1 16,0-1-1-16,0 1-1 15,1 1 2-15,-2-1-1 16,2 5 1-16,-2 0-1 15,0 3 0-15,0 1 0 16,-2 5 2-16,1-1-4 0,1 1 4 16,-2 1-2-16,-1-2 0 15,4-2 0-15,-1-2 0 16,-2-1 0-16,0 0 1 16,-1 0-1-16,1-2 0 15,-3 5 0-15,0 2 2 0,0 2-1 16,-1 4 1-16,1 3-1 15,0 2 1-15,0 1-1 16,1 4 0-16,0 0 1 16,3 3-1-16,-1 1 0 15,-2 3 0-15,2-2 0 16,0-1-1-16,-1 2 1 0,1-1 0 16,-2 0 1-16,0 1-1 15,2 0 3-15,0 1-2 16,0 6 1-16,3 0-1 15,1 4-1-15,0 5 1 16,0 2-2-16,0 3 1 0,0 5-1 16,5-1 2-16,-1-3 0 15,0-2 0-15,2-2 0 16,-2-4 0-16,0-2 0 16,-3-2-1-16,3-5 2 15,-4 3-1-15,0-4 0 0,0-1 0 16,0-3-1-16,0 2 2 15,0 2 1-15,0 3-2 16,0 4 0-16,0 3-1 16,0 2-1-16,0 1 1 15,0-2 0-15,4-1 6 0,-2-4-1 16,1-2 0-16,-2-6 0 16,2 0-2-16,0-4 0 15,-3 4 0-15,0 3 0 16,0 6-1-16,0 6-1 15,0 6-2-15,0 2 1 16,-3 2-1-16,3-2 0 0,-2-2 0 16,2-3 1-16,-1-1-1 15,1-3 1-15,0 0 0 16,0-1 3-16,0-3 3 16,0 2-5-16,0 0 0 15,0 0-1-15,-1 3-1 0,-2 3 0 16,1 2 0-16,0 5-1 15,0-1 1-15,0 0-4 16,2 2 4-16,-1-2 0 16,0-4 0-16,0-2 0 0,1 1 0 15,-2-2 0-15,0-4 1 16,2 2 1-16,0-5 1 16,0 2 1-16,0-4 0 15,0 0-1-15,2 1 0 16,2-4-2-16,3 3-1 15,2-3 1-15,0-1 1 0,2 1-1 16,3 0-1-16,-3 0 0 16,2 3 1-16,-3 0-3 15,0 2-4-15,-3 2 6 16,-5 0 0-16,0 0 0 0,-2-1 0 16,0-2 1-16,0-3-1 15,-4-2 1-15,-5-1 6 16,-2-6 13-16,-1-4 0 15,2-4-3-15,1-5-4 16,-1-3-5-16,6-6-6 0,0-4-1 16,2-3-1-16,0-3-2 15,2 0-2-15,0-4-9 16,0 0 2-16,-1-2 5 16,0-1 4-16,0-1 1 15,-1-3 2-15,0-3 0 16,2-2 0-16,0-2-1 0,0 0-1 15,0-4-4-15,4 1-2 16,5-2 0-16,4-1 0 16,3 0 4-16,2 0 3 15,4 0 3-15,5-5 0 16,2-2 2-16,4-3 3 0,6 0-2 16,3-3-1-16,3-1-4 15,4-3 0-15,5 2-1 16,1-4-2-16,3 1-7 15,0-1-23-15,-1 2-18 16,-6 0-32-16,-6 4-133 0</inkml:trace>
  <inkml:trace contextRef="#ctx0" brushRef="#br0" timeOffset="108378.68">5329 14114 167 0,'8'-11'-2'0,"-2"3"4"16,4 0 2-16,3 0 3 0,4-2 3 0,3 0 1 0,1-2 1 15,7-3 0-15,5-4 1 16,5 1-7-16,7-5-5 16,3 2 0-16,6 2 0 15,2 2 1-15,3 6-2 0,1 4-2 16,-2 3 0-16,-4 2-10 16,-9 1-43-16,-8 1-35 15</inkml:trace>
  <inkml:trace contextRef="#ctx0" brushRef="#br0" timeOffset="108752.15">5347 12557 264 0,'0'0'0'0,"58"-59"5"16,-20 26 5-16,6 0 4 16,3-5-10-16,7-2-4 15,-1-2 1-15,3 1-2 16,0-2-6-16,-2-1-24 16,-7 1-30-16,-4 2-35 0</inkml:trace>
  <inkml:trace contextRef="#ctx0" brushRef="#br0" timeOffset="109039.21">5299 11438 240 0,'0'0'-30'0,"34"-71"37"15,-7 33 17-15,6-4-7 16,5-3-11-16,9-3-1 0,3-3-4 16,5-2 0-16,3-1-1 15,-2-2 0-15,1 0-2 16,-4 2-15-16,-11-1-76 15</inkml:trace>
  <inkml:trace contextRef="#ctx0" brushRef="#br0" timeOffset="109328.73">5329 9965 278 0,'0'0'7'0,"53"-58"-8"16,-13 19 2-16,12-4 4 15,8-4-2-15,5 0-2 16,4-1 0-16,0 0-1 15,1 0 0-15,-7 1-3 0,-3 2-6 16,-11 1-17-16,-9 0-43 16,-10 0-58-16</inkml:trace>
  <inkml:trace contextRef="#ctx0" brushRef="#br0" timeOffset="109596.25">5302 8503 334 0,'0'0'-28'16,"51"-63"25"-16,-11 26 1 15,12-3 5-15,10-4-2 0,5-1 0 16,3-2 0-16,4 0 0 16,-5 2-2-16,-4-1-14 15,-5 2-34-15,-15-1-64 16</inkml:trace>
  <inkml:trace contextRef="#ctx0" brushRef="#br0" timeOffset="109854.08">5424 7170 278 0,'48'-36'-27'0,"1"-7"28"16,13-1-3-16,8 1 7 16,1 2-3-16,0-2-1 15,-1 2-2-15,-9 0-19 16,-10 0-81-16</inkml:trace>
  <inkml:trace contextRef="#ctx0" brushRef="#br0" timeOffset="111642.34">5472 6166 299 0,'0'0'-31'0,"0"0"21"16,9-51 5-16,9 31 7 16,1-1 0-16,11 0-2 15,5-5-2-15,6 2 6 0,5-2-4 16,8 1 0-16,4-1 2 16,3 2-4-16,6 0 0 15,2 0 2-15,7-2-1 16,2 2 0-16,5-1-1 15,4-1 5-15,5 2-3 16,4 0 0-16,0 1 0 0,2 2 1 16,3 1-1-16,4 0-1 15,2 1 2-15,-1 2-1 16,3 0 0-16,3 2 0 16,2 1 0-16,-1 2 2 15,5 2 0-15,2 3-1 0,2 1-1 16,3 4 0-16,3 0 2 15,4 2-2-15,6 0 0 16,2 0 0-16,6 0 0 16,6 0 0-16,6 0 0 15,5-1 0-15,2-6 0 0,2-1 0 16,5-1 0-16,-1 0 0 16,0-1 0-16,-5 3 0 15,-1 1 0-15,-2 4 1 16,-4 2-2-16,2 0 2 15,-3 0-1-15,4 5 0 0,3 2 0 16,5-1 0-16,1 1 0 16,1 0 0-16,3-1 0 15,-6 0 0-15,0 1 0 16,-6-2 0-16,-1 1 0 16,-1-2 0-16,-5 2 0 0,-5-2 0 15,-4-1 0-15,-8 2 0 16,-12-1 0-16,-8-1 0 15,-14-1 0-15,-5 0 0 16,-10 0 1-16,-7-2 0 16,-6 1 0-16,-3 1 3 0,-4 4 1 15,-5 0-4-15,-5 4 0 16,-2 1 0-16,-10 1-1 16,-6 5 1-16,-5 1-1 15,-4 2 0-15,-3 4 0 16,-5 0 0-16,2 7 1 15,-4-1-2-15,0 4 1 0,-3 2-1 16,-2 1 1-16,-2 2 1 16,0 4-2-16,-3 3 5 15,1 3-3-15,-3 5 0 16,0 0 2-16,1 9-2 16,-2 5 1-16,-1 6-1 0,-3 5 0 15,-1 8 0-15,-2 4 1 16,-1 7-2-16,-2 1 0 15,0 8 0-15,0 6 4 16,0 4 3-16,0 2 10 16,-2 6-12-16,-2 2-5 0,4 3 1 15,0 1 0-15,0 1 1 16,-2 2-1-16,-1 2-1 16,-2 3 0-16,-3 2 0 15,-2 3 1-15,-4 5 2 16,-2 3 8-16,-1 6-4 0,0 4 8 15,-2 1-9-15,7 2-1 16,4 1 23-16,6 5-7 16,2-4-8-16,8 1-7 15,7-5 8-15,5 5-7 16,0-2-1-16,4 0-1 0,1 3 1 16,-3 3-3-16,1 3 0 15,-1 1-1-15,-3 3 1 16,-2 2-3-16,-3 1 1 15,-4-2-1-15,-4 4 0 16,-3-1 2-16,-3 0-2 0,0 0 1 16,0-5-1-16,-5-3-1 15,1-2 1-15,2-7-2 16,0-7 0-16,0-5 2 16,2-8 1-16,0-6 2 15,0-10-2-15,0-2 2 0,6-8-3 16,0-5 0-16,1-10 0 15,3-5 0-15,-3-8-1 16,3-7-2-16,-3-9-1 16,0-11 3-16,-2-8-1 15,-1-10-1-15,-2-9-1 0,-2-7 0 16,0-7 2-16,0-5-1 16,-15-5-6-16,-7-2 6 15,-8-2 5-15,-12-5-2 16,-10 2 1-16,-6-5 9 15,-9-1-9-15,-10-1-1 16,-2 0-11-16,-4 0 12 0,-8-6-6 16,-4 1 0-16,-5 1 0 15,-8-1 6-15,-7 4 1 16,-8-1 3-16,-9 2 4 16,-6 0 12-16,-8 0-16 15,-10 3 2-15,-6 4-5 0,-3 2 0 16,-2 1-1-16,-2 1 16 15,0-2-3-15,-4-2-11 16,-2 1-6-16,-7-1 2 16,-3-1 1-16,-12 0 0 15,0-1 1-15,-9-2 0 0,-1 0 0 16,-3-3-1-16,-5 0 2 16,3 0 2-16,0-10-4 15,4-1 1-15,4-6-1 16,3 5 1-16,0-3-5 15,4 1 0-15,3 2 8 0,0 3-2 16,3 0 0-16,5 5-1 16,5 2 0-16,4 2 3 15,4 0-5-15,4 3 2 16,7 6-4-16,3 3-8 16,7 4-46-16,10-1-24 0,11 0-4 15,14-5-39-15</inkml:trace>
  <inkml:trace contextRef="#ctx0" brushRef="#br0" timeOffset="111983.91">6268 15016 53 0,'-31'-6'-7'0,"1"-2"-3"0,1-5 10 0,2 0 15 0,-4-1-10 16,2-5-13-16</inkml:trace>
  <inkml:trace contextRef="#ctx0" brushRef="#br0" timeOffset="112366.26">5774 14776 210 0,'0'0'3'16,"0"0"23"-16,-52-43 13 15,38 31-12-15,1 2-13 0,4 4-3 16,3 2 1-16,0 4-3 16,2 1-8-16,2 16-3 15,0 14-1-15,-4 12 0 16,3 12-1-16,-1 12 3 15,0 7 0-15,0 3-2 0,3-1 0 16,1-2 1-16,0-4-4 16,0-6 3-16,0-5 3 15,7-2 1-15,-1-3-2 16,5-2 2-16,5-2 0 16,6-3-1-16,7-1-1 15,10-5 0-15,9-6-2 0,8-8-4 16,9-7-1-16,10-9-5 15,5-9 7-15,9-2 5 16,1-11 2-16,8-9 0 16,4-3 3-16,1-4-2 15,-5 0-1-15,-1-1-10 0,-8 1-36 16,-14 1-47-16,-8 1-2 16</inkml:trace>
  <inkml:trace contextRef="#ctx0" brushRef="#br0" timeOffset="112610.08">7233 14934 404 0,'0'0'-3'0,"0"0"-2"0,-40 61-1 16,28-2 1-16,2 23 0 16,3 18 2-16,0 9 1 0,4 9-19 15,3 0-9-15,0-3-29 16,0-13-73-16</inkml:trace>
  <inkml:trace contextRef="#ctx0" brushRef="#br0" timeOffset="112885.79">8239 14877 384 0,'0'0'10'0,"11"38"-28"16,-3-5 20-16,4 8-1 0,-1 13-1 15,2 4 0-15,3 6-1 16,-1 4-14-16,1 3-8 16,0 2-16-16,-1-1-22 15,-1-6-46-15</inkml:trace>
  <inkml:trace contextRef="#ctx0" brushRef="#br0" timeOffset="113111.24">9129 15105 347 0,'0'0'-5'16,"35"37"4"-16,-15-3 4 0,5 11-3 16,1 11 1-16,-1 8-2 15,2 7-4-15,-5 3-19 16,1-6-21-16,1-8-66 16</inkml:trace>
  <inkml:trace contextRef="#ctx0" brushRef="#br0" timeOffset="113352.52">10183 15081 464 0,'0'0'-2'0,"31"67"-21"0,-6-22 26 16,5 9-1-16,7 5-7 16,1 0-32-16,-1 0-2 15,-1-7-12-15,-2-8-23 16,-3-8-74-16</inkml:trace>
  <inkml:trace contextRef="#ctx0" brushRef="#br0" timeOffset="113552.31">10999 15182 363 0,'0'0'76'16,"0"0"-72"-16,18 61-21 15,-7-25 20-15,7 12 0 16,0 7-8-16,4 4-28 15,1-1-21-15,1-5-6 0,0-11-40 16</inkml:trace>
  <inkml:trace contextRef="#ctx0" brushRef="#br0" timeOffset="113794.38">11922 15093 390 0,'13'41'-24'0,"5"4"12"0,7 8 12 16,8 8 0-16,0 0-21 16,3-6-22-16,-2-5 6 15,0-10 19-15,-5-8 5 16,-3-9-7-16,-1-7 19 0,0-9-11 15,0-7-76-15</inkml:trace>
  <inkml:trace contextRef="#ctx0" brushRef="#br0" timeOffset="113978.11">12662 15084 315 0,'0'0'18'16,"0"0"-9"-16,53 3-2 15,-28 18 11-15,7 8 4 16,7 5-17-16,5 3-2 16,4 4-3-16,6-3-1 0,2-1-15 15,2-7-18-15,1-9-10 16,2-12-40-16</inkml:trace>
  <inkml:trace contextRef="#ctx0" brushRef="#br0" timeOffset="114286.37">14376 14268 439 0,'0'0'12'0,"58"-40"-31"16,-15 21-6-16,10 2 26 16,1 3-5-16,-1 0-26 0,1 1 12 15,-3 2-1-15,-2-2-21 16,-5 0-22-16,-2-3-54 15</inkml:trace>
  <inkml:trace contextRef="#ctx0" brushRef="#br0" timeOffset="114492.26">14493 13871 497 0,'0'0'17'0,"0"0"-30"16,19-49-38-16,10 34 49 15,7-2-21-15,9 0-38 16,3-3 14-16,4-3-14 16,-6-2-66-16</inkml:trace>
  <inkml:trace contextRef="#ctx0" brushRef="#br0" timeOffset="114746.99">14633 12607 462 0,'0'0'10'16,"18"-57"-26"-16,4 26-28 15,10 1 43-15,5 2-21 16,4-3-37-16,4-5 10 16,-6-1-54-16</inkml:trace>
  <inkml:trace contextRef="#ctx0" brushRef="#br0" timeOffset="114972.45">14438 11670 172 0,'0'0'332'0,"21"-61"-380"16,10 25-39-16,7 4 82 16,7 2 5-16,8-2-51 15,-1-3-12-15,-3 1-55 16</inkml:trace>
  <inkml:trace contextRef="#ctx0" brushRef="#br0" timeOffset="115210.1">14555 10346 423 0,'20'-40'-56'16,"13"-4"-13"-16,6 0 61 16,5-1-25-16,-4-5-157 15</inkml:trace>
  <inkml:trace contextRef="#ctx0" brushRef="#br0" timeOffset="115435.39">14426 9028 436 0,'0'-38'-6'0,"6"-5"-23"0,16 6 30 16,14 3 6-16,7 3-41 15,6-3-16-15,4-2-3 16,-4-2-72-16</inkml:trace>
  <inkml:trace contextRef="#ctx0" brushRef="#br0" timeOffset="115669.09">14453 8021 239 0,'0'0'84'16,"-14"-65"-91"-16,14 29 10 16,15 2 11-16,11 4-5 0,10-1-16 15,6 1-7-15,6-1-6 16,2 0-32-16,1-2-43 15,-9-4-39-15</inkml:trace>
  <inkml:trace contextRef="#ctx0" brushRef="#br0" timeOffset="115867.86">14561 7084 298 0,'0'0'4'0,"-22"-63"-4"16,22 34 8-16,2 1 9 16,15 0-19-16,9 0-5 15,5-4-2-15,5 1-11 16,4-3-20-16,-5-1-41 16,-1-3-58-16</inkml:trace>
  <inkml:trace contextRef="#ctx0" brushRef="#br0" timeOffset="116048.43">14339 6256 265 0,'0'0'55'16,"-46"-51"-54"-16,33 24-2 15,8 1 11-15,5 2-8 16,5 0-10-16,12-2-12 0,6-5-18 15,4-6-88-15</inkml:trace>
  <inkml:trace contextRef="#ctx0" brushRef="#br0" timeOffset="116278.39">13991 5565 307 0,'0'0'2'15,"-37"35"-10"-15,22 3 5 16,3 6 6-16,5 10-3 16,1 5 0-16,3 1-3 15,3-2-13-15,-4-5-19 0,-5-9-32 16,-5-11-7-16</inkml:trace>
  <inkml:trace contextRef="#ctx0" brushRef="#br0" timeOffset="116498.63">12697 5588 320 0,'0'0'3'0,"-44"53"-19"15,19-8-7-15,0 19 22 16,-2 11-6-16,-1 8-33 16,-1-1-31-16,-3-7-18 0</inkml:trace>
  <inkml:trace contextRef="#ctx0" brushRef="#br0" timeOffset="116764.9">10525 5782 28 0</inkml:trace>
  <inkml:trace contextRef="#ctx0" brushRef="#br0" timeOffset="117018.53">9598 5560 278 0,'-52'-24'-29'16,"0"8"29"-16,2 10 3 16,2 6 6-16,4 17-6 15,1 15-2-15,-1 16 0 16,6 13 1-16,-1 13-2 16,3 10 0-16,3 8-3 0,0 3-25 15,3-5-55-15,1-11-64 16</inkml:trace>
  <inkml:trace contextRef="#ctx0" brushRef="#br0" timeOffset="117276.37">8250 5557 231 0,'-36'34'3'0,"-2"13"-3"16,0 13-2-16,4 13 2 15,-3 14-7-15,3 5-20 16,-1 1-48-16</inkml:trace>
  <inkml:trace contextRef="#ctx0" brushRef="#br0" timeOffset="120583.87">7056 7357 19 0,'0'0'-2'0,"0"0"-2"15,0 0 2-15,0 0 0 0,-4 38 0 16,4-27 2-16,0 1 0 16,0 3 1-16,0 1 1 15,0 2 0-15,2 1 0 0,2 3-2 16,-1 3 1-16,4 0 0 16,-3 5-1-16,0 0 0 15,1 1 0-15,-3 2 0 16,-2 2 0-16,0 1 0 15,0 1 0-15,0 1 1 0,0 3-1 16,0 1 0-16,-2 0-1 16,-2-1-1-16,-3 0-3 15</inkml:trace>
  <inkml:trace contextRef="#ctx0" brushRef="#br0" timeOffset="123203.6">7168 12939 87 0,'0'0'10'0,"4"46"-15"0,-3-22 7 0,1 5-2 16,-2 3 1-16,0 7 0 15,0 3 2-15,0 2 7 0,0 2 6 16,0-2 8-16,-2-2-3 16,0-1-5-16,1-2-2 15,1-1-8-15,-2-3-3 16,2 1-1-16,0-2-1 16,0 0 0-16,0 0-1 0,-2-2 0 15,2 0 1-15,-2 1-1 16,2 0 0-16,-2-1 0 15,2-3 0-15,0-2 0 16,0-6 0-16,0-5 0 16,0-5 0-16,0-4 0 15,0-3 3-15,0-2 14 0,0-2-8 16,0 0-3-16,0 0 0 16,0-2 5-16,0-6 0 15,-1-6-9-15,-2-3 1 16,-1-7-2-16,-4-5 1 15,1-6 1-15,-2-7 0 0,0-7 0 16,-2-7-2-16,-2-5-1 16,-1-4 2-16,1-3-2 15,1 1 0-15,1 4 0 16,-1 4 0-16,4 3-7 16,1 2 14-16,1 1-6 0,0-1 0 15,3-5-1-15,-2 0 0 16,3-2 3-16,-2-1-2 15,1 4 0-15,-1 3-1 16,0 5 1-16,0 6 1 0,1 6-1 16,-4 3 0-16,3 0-1 15,1 0 1-15,1-2-1 16,2-6 0-16,0-1 0 16,0-3 0-16,0-3 0 15,0-2 0-15,0-1 0 16,0 0 0-16,0-2-1 0,0-1 3 15,0-8-2-15,0 0 0 16,2-4 0-16,1 0 0 16,1 2 0-16,-2 0-1 15,1 6 2-15,-1 1-1 16,0 1 0-16,-2 1 1 0,0-2-1 16,1 1 3-16,-1 1 2 15,0 0-1-15,0 6-2 16,0-2 2-16,0 4-2 15,0 2 0-15,-1-3 1 16,-1 2 0-16,2-5 2 0,0-1-2 16,0-1-1-16,0 0-1 15,4 2 0-15,1 5 0 16,-1 6 0-16,-2 4 0 16,-2 5 3-16,0 2 1 15,0-1 1-15,0-1 0 0,0-3-1 16,1-3-2-16,1-1-2 15,4-3 0-15,-1 2-1 16,-1-3 0-16,1-3 0 16,-1-4 1-16,-1-1-2 15,1-4 4-15,-2-2-10 0,2-2 17 16,-1 3-8-16,0 1-2 16,3 0 2-16,-2 5 0 15,1-3 2-15,-1 4 2 16,1-1-2-16,2 0-2 15,-3 3 0-15,-1-3-1 16,1-3 0-16,2-4 0 0,-1-4-1 16,4-4 0-16,-2-2-2 15,1-1 3-15,-4 5-2 16,-1 3 2-16,-3 7-1 16,0 6 0-16,0 7 0 0,0 1 1 15,-7 7 0-15,3 2 2 16,-2-3-1-16,1 2-1 15,0-1 0-15,-1-3 1 16,3 1-2-16,1-1 0 16,0-1 1-16,2-4 0 15,0-4-1-15,0-5 0 0,0-4 1 16,0-2-1-16,2-3 0 16,0 2-1-16,0 3 1 15,-2-1 0-15,0 2 0 16,0 1-2-16,0 2 2 15,0 3 1-15,0 3-1 0,0 7 0 16,0 3 1-16,0 6-1 16,2 5 0-16,0 3-1 15,1 6 1-15,0 2-1 16,1 5-2-16,-1 3 0 16,1 0-5-16,2 2-5 15,3 1 5-15,0 1 4 0,2-1 0 16,4-1 2-16,0 2 0 15,3-1 0-15,1 1-1 16,2 0 1-16,2 0-1 16,2 0 1-16,2 0-1 0,2 1 2 15,0 2 0-15,3 1 1 16,-1 3-1-16,0-2 1 16,1 2 0-16,3-2 0 15,4 1 0-15,3-3 0 16,3-1 0-16,6-1 0 15,5-1 0-15,2 0 0 0,5 0 0 16,0-5 0-16,5-4 0 16,-1-1 0-16,3 1-1 15,-1-2 1-15,1 1 0 16,-1 3 0-16,2 0 0 0,1 2 0 16,4 0 0-16,2 3 1 15,1-1-2-15,0 1 1 16,2 1 1-16,-1 1-1 15,-1 0-1-15,-3 0 1 16,2 0 0-16,-2 3 0 16,2 2 0-16,-2 2 1 0,1 0-2 15,3 1 2-15,0 0-1 16,3 0-1-16,2-1 1 16,2-4 0-16,4-2 0 15,1 0 0-15,5-1-2 0,-1 0 4 16,0 0-2-16,0-5 0 15,2-2 0-15,-4-1 0 16,-1 0 0-16,0 1 0 16,2-1 0-16,-5-1 0 15,-3 2 0-15,2 0 0 16,3 3 0-16,-2-2 0 0,0 2 0 16,3 0 0-16,-1 0 0 15,-2-1 0-15,-5 2 0 16,-1-1 1-16,-5 1-2 15,-4 1 1-15,-6 2 0 16,-7 0-4-16,-6 0-34 0,-10 0-26 16,-13-4-78-16</inkml:trace>
  <inkml:trace contextRef="#ctx0" brushRef="#br0" timeOffset="125544.66">6200 6206 39 0,'-6'-4'77'0,"-1"-3"-73"0,0-2 3 16,1 2 4-16,-1-1-1 0,2 0-1 16,1 0-1-16,-1 1-5 15,-1 1 0-15,2-1-2 16,0 4 0-16,0-1-1 16,0 1 0-16,-1 1 0 15,1 1 0-15,0 1-1 0,-2 0-4 16,2 0-1-16,-2 0-1 15,2 0 0-15,-1 0 2 16,1 3 3-16,-3 1 1 16,0 2 1-16,0 1 0 15,-3 0 1-15,1 3-1 0,-1-1 1 16,1 2-1-16,1 2 0 16,0-2 1-16,2 2-1 15,1-3 0-15,3 0 0 16,0 3 0-16,2-2 2 15,-2 2-2-15,2 2 0 0,-2-3 0 16,2 6 0-16,-2-1 0 16,0 4 0-16,0 1 1 15,1 2-1-15,-4 3 0 16,1 1-1-16,-1 3 1 16,-1-2 1-16,-1 1-1 0,0 0 0 15,1-3-1-15,1 0 1 16,-2 0 0-16,1 0 1 15,-2 1-1-15,2-1 0 16,0 1 0-16,1 2 0 16,-1 0 0-16,-2 1 0 0,4-1-1 15,-4 3 2-15,3 2-1 16,-3 2-1-16,2 3 2 16,-3 1-1-16,3 1 0 15,-2 3 0-15,0-1 0 16,2-1 0-16,3-2 0 0,-1-2 0 15,-1-1 0-15,4-2 0 16,0-3 0-16,-1 5 0 16,0-2 1-16,2-1-1 15,-2 1 0-15,-5-2-1 16,6 0 1-16,-1-3 1 16,-2 2-1-16,0-3 0 0,1 1 0 15,1-2 1-15,-2 0-2 16,2 4 2-16,-3-2-1 15,2 2 0-15,1-3 0 16,0-1 0-16,2-3 0 16,0-5 0-16,0-5 0 0,0-2 0 15,2-4 0-15,2-3 0 16,2-1 0-16,-2-2 0 16,2-4 0-16,3 0 3 15,1 0 5-15,1 0 4 16,-2 0-6-16,5 0-4 0,1 0-1 15,0 0-1-15,3-2 0 16,0 0 0-16,-2-1-1 16,2-3 0-16,-1 1-3 15,3-4 2-15,-4 2-1 16,0-3 3-16,2 0 0 16,-1-1-1-16,2-1 2 0,1 1 2 15,-2 2-2-15,4 0 0 16,-1 0-1-16,0 2 1 15,0-2-1-15,1 2 1 16,-2 0-1-16,2 0 0 0,-1 0-1 16,0-2 1-16,2 2 0 15,-3-1 1-15,0 1-1 16,0 0 0-16,1 1 0 16,-2 0 0-16,4 1 0 15,-1 2 0-15,3-1 1 0,1 2-1 16,-1-1 0-16,0 2 0 15,2-1 0-15,-5 0 0 16,-2-2 0-16,-2-1-1 16,-1 0 2-16,-2-3-1 15,0 0-1-15,0-3 2 0,-1-1-1 16,2 1 0-16,-5-2 0 16,1 3 0-16,0-3 1 15,-3 3-1-15,-1-1 0 16,0-2 0-16,-4 0 0 15,1-1 0-15,1-3 0 16,-3-1 0-16,4-6 0 0,-3 2 0 16,-2-6 0-16,1 4 0 15,1-2 0-15,-2 3 0 16,3 2 1-16,1 1-1 16,1 6 0-16,2 1 0 0,-2 3-1 15,2 3 1-15,0 3-4 16,-2 1-17-16,3 1-3 15,-4-2-21-15</inkml:trace>
  <inkml:trace contextRef="#ctx0" brushRef="#br0" timeOffset="127048.79">6366 6533 95 0,'4'8'15'0,"2"1"-17"0,3-1 3 15,5 5 0-15,-1 1 0 16,3 5 0-16,5 1 0 16,-1 2 0-16,6 0 0 0,3 6 0 15,1-2 0-15,7 2 1 16,-1-1-2-16,5-1 1 16,-3-2-1-16,2-4 0 15,-1-3 0-15,-2-6 1 0,-4-2 0 16,-4-7-1-16,-4-2-6 15,-5-7-62-15</inkml:trace>
  <inkml:trace contextRef="#ctx0" brushRef="#br0" timeOffset="127323.9">6697 6527 124 0,'0'0'0'15,"-49"71"1"-15,21-19 1 0,-5 14 0 16,-1 12 2-16,1 11-2 15,-1 9-2-15,3 6 0 16,4 0 0-16,1-3-6 16,1-9-52-16</inkml:trace>
  <inkml:trace contextRef="#ctx0" brushRef="#br0" timeOffset="127778.89">6429 7703 101 0,'0'0'9'16,"0"0"-4"-16,0 0-6 0,0 0 2 15,0 0 0-15,0 0 2 16,24 41-1-16,-15-21 1 16,4 1 1-16,3 2-2 15,1 1 1-15,6 0-3 16,4-1 1-16,2 2-1 16,0 0 0-16,0-2 1 0,0-1-1 15,-2-3-2-15,-5-5-17 16,-1-7-29-16</inkml:trace>
  <inkml:trace contextRef="#ctx0" brushRef="#br0" timeOffset="128058.6">6607 7788 92 0,'-29'50'-19'0,"-2"7"22"15,2 11 3-15,-4 11-1 16,3 7-5-16,1 7 0 15,2 5 0-15,1 3-9 16,1 3-45-16</inkml:trace>
  <inkml:trace contextRef="#ctx0" brushRef="#br0" timeOffset="128474.82">6258 8806 97 0,'0'0'-13'0,"0"0"15"16,0 0-1-16,0 0 1 15,0 0 4-15,20 48 2 0,-9-27 1 16,1 4 1-16,3 1-6 15,2 1-2-15,4 0-1 16,-2-2 0-16,5-2-1 16,-1 0 0-16,-2 0-1 0,0-4-11 15,-1-2-22-15</inkml:trace>
  <inkml:trace contextRef="#ctx0" brushRef="#br0" timeOffset="128646.3">6279 9048 62 0,'-32'55'-37'0,"-5"13"50"0,5 12-3 15,1 12-8-15,0 5-19 16</inkml:trace>
  <inkml:trace contextRef="#ctx0" brushRef="#br0" timeOffset="130715.81">18133 14316 38 0,'5'-5'32'0,"-3"-1"-2"0,-1 1-8 15,-1-2-12-15,0 1-5 0,0-1 3 16,-1 0 9-16,-1 3 9 16,1-1 0-16,0 1-12 15,1 2-8-15,0 1-3 16,0 1-2-16,0-1-1 15,-1 0-1-15,1 1 2 0,-2 0-1 16,0 0-2-16,-4 0-8 16,0 0-21-16,-4 0-23 15,0 4-4-15</inkml:trace>
  <inkml:trace contextRef="#ctx0" brushRef="#br0" timeOffset="133059.06">17927 14215 161 0,'0'-2'-11'0,"-5"-3"11"0,-3-1 2 16,-8 2 0-16,3 4 1 0,-7-3 3 15,3 3 9-15,-2 0 9 16,-3 0-7-16,4 0-1 16,-3 3-9-16,1 8-2 15,-1 1-5-15,2 3 1 16,-2 2-1-16,2 3 1 15,1 1-1-15,5 1 1 0,-1-2 1 16,5-2-1-16,3 2 3 16,3-4-2-16,3-1 0 15,0-2-1-15,3-2 1 16,8-1 2-16,5-1 0 16,1-2 2-16,4-3-2 0,6 0-2 15,4-4-1-15,3 0 4 16,5 0-4-16,3-2-1 15,0-7-11-15,1 0-44 16,0-3-47-16</inkml:trace>
  <inkml:trace contextRef="#ctx0" brushRef="#br0" timeOffset="133445.24">18286 14257 184 0,'0'0'3'15,"0"0"11"-15,-44-5-10 16,23 5-3-16,0 4 1 16,-4 6-1-16,2 4 0 15,2 1 1-15,0 3 2 16,7-2 2-16,2 1-2 0,7-2-2 16,5-1 1-16,0-2-3 15,5-5 1-15,11-1 2 16,3-4-2-16,3-2 5 15,5 0 0-15,2-1-3 16,3-7-2-16,-1-3 0 16,0-3 0-16,-2-1-1 0,-2-1 1 15,-3-1-1-15,-7-1 0 16,-3 2 1-16,-6 0 0 16,-7 1-1-16,-1 5 9 15,-5 1-4-15,-9 7-4 16,-6 2-2-16,-4 0-2 0,-1 9-1 15,0 3-11-15,-1 2-5 16,8-3-23-16,2-1-34 16</inkml:trace>
  <inkml:trace contextRef="#ctx0" brushRef="#br0" timeOffset="133975.59">18502 14236 140 0,'0'0'1'0,"0"0"11"0,0 0 12 0,0 0-5 16,0 0-1-16,0 0-9 16,36-17-3-16,-30 19 3 15,0 7-3-15,4 2-2 0,-3 1-1 16,1 4-1-16,0-2-1 15,-1 0 0-15,1-2 0 16,-3-1-1-16,-1-1 1 16,-1-3 0-16,1 0-2 15,-4 0 0-15,0-2 1 0,0-1 0 16,0-3 0-16,-7 2 3 16,2-3-1-16,1 0-1 15,-3 0 1-15,3-3-2 16,0-5 1-16,2 1-1 15,2-3 1-15,0-2-2 0,6 1 0 16,2-4 3-16,4 3-4 16,2-1 5-16,1 0-2 15,3 3 0-15,-1 2 2 16,3 2-1-16,1 0-1 0,-1 5 0 16,2 1-1-16,-3 0 1 15,2 3 0-15,-6 5-1 16,-1 4 0-16,-2 2-1 15,-3 3 2-15,-2-2 0 16,-5 1-1-16,1 0 1 16,1-3 0-16,-4-2-3 0,2-1-13 15,-2-4-26-15,0-5-43 16</inkml:trace>
  <inkml:trace contextRef="#ctx0" brushRef="#br0" timeOffset="134357.99">18946 14205 217 0,'0'0'-2'0,"0"0"4"0,42-19 2 0,-26 17-2 0,-1 2 0 15,-3 0 0-15,0 2-1 16,-1 10 2-16,-2 2 5 15,-1 3-4-15,0 0 0 16,-2 2-2-16,-1-2-1 0,1-2 0 16,-3-3 0-16,1-2-1 15,1-3 1-15,-1-2-1 16,-2-2 1-16,1-3 0 16,-1 0 1-16,2 0 0 15,-2 0 14-15,-1-7-3 16,2-2-7-16,0-6-1 0,1-1 3 15,0-1-3-15,2-3 1 16,1-1-1-16,3 1-4 16,4 2-1-16,3 1-2 15,1 1-18-15,5 5-24 16,-1 1-16-16,2 3-46 0</inkml:trace>
  <inkml:trace contextRef="#ctx0" brushRef="#br0" timeOffset="134713.53">19508 14127 132 0,'0'0'6'0,"0"0"7"0,0 0 6 15,0 0-5-15,0 0-2 16,-38 38-8-16,22-23 0 16,-5 0 1-16,5-1 0 15,2 2 2-15,5-3-4 0,3-3-1 16,5 1 0-16,1-2-1 15,0-4 1-15,8-1-1 16,4-2 1-16,4-2 4 16,2 0-3-16,0-2-2 15,4-6 2-15,-4-4-1 16,2-2 4-16,-3 0 4 0,-3-2 3 16,-3 0 1-16,-6 1 0 15,-4-2-1-15,-1 4-6 16,0 1-1-16,-10 2-2 15,-3 5-5-15,-4 3 2 0,0 2 0 16,-5 0-3-16,3 4 2 16,4 6-15-16,1-3-38 15,2-3-48-15</inkml:trace>
  <inkml:trace contextRef="#ctx0" brushRef="#br0" timeOffset="135103.26">19648 13807 42 0,'0'0'112'0,"0"0"-104"0,0 0 23 0,0 0-16 16,0 0-15-16,0 0 0 15,0 0 0-15,0 0 0 16,0 0 0-16,16 47 0 16,-11-23 1-16,1 3-1 0,-2 2 1 15,3 0 0-15,-4 1 0 16,2-4 0-16,1 1 0 15,-2-4-1-15,1-1 1 16,1-2 0-16,-1 1-1 16,4-3 1-16,-1-3-1 0,3 0-4 15,4-6-37-15,0-3-29 16</inkml:trace>
  <inkml:trace contextRef="#ctx0" brushRef="#br0" timeOffset="135522.25">19929 14100 218 0,'0'0'6'0,"0"0"11"15,0 0 6-15,0 0-23 16,0 0 0-16,0 0 0 0,0 0 0 16,0 0 0-16,-2 43 0 15,2-29 0-15,0-1 1 16,5-1-1-16,3-2 0 15,2-4 1-15,3 1-1 16,1-3-2-16,2-4 5 16,5 0-1-16,1 0-1 0,1-7 0 15,-1-3-1-15,-1-2 1 16,-2-3 1-16,-2 1-2 16,-4-1 0-16,-3 0 0 15,-2 1 0-15,-6 3 0 16,-1 2 0-16,0 2 0 0,-1 4 2 15,0 3-1-15,0 0-3 16,0 3 2-16,-2 7 0 16,0 3 0-16,0 2 0 15,2-1 1-15,0 1-1 16,0-4 0-16,5 1 0 0,5-3-1 16,6-1 0-16,-1-3-11 15,4-3-37-15,2-2-64 16</inkml:trace>
  <inkml:trace contextRef="#ctx0" brushRef="#br0" timeOffset="135847.34">20463 13827 125 0,'0'0'3'0,"0"0"17"0,0 0-15 0,0 0-4 16,0 0 5-16,0 38 4 16,0-16 5-16,0 3-2 15,0 4-5-15,0-1 1 16,0 1-5-16,0-4 0 15,0 0-2-15,0-4-1 16,0 0 0-16,0-4 0 0,0 0-1 16,0-3 1-16,-1-2-7 15,-6-4-30-15,0-6-43 16</inkml:trace>
  <inkml:trace contextRef="#ctx0" brushRef="#br0" timeOffset="136254.42">20286 14059 153 0,'0'0'26'0,"0"0"-27"16,0 0 2-16,38-17-2 16,-20 14 3-16,4 0-2 15,4-1 0-15,1 1 2 16,2-3-2-16,2 4 0 15,1-1 1-15,-1 0-1 16,-2 1 0-16,-4-2 0 0,-1 2 1 16,-6 1-1-16,-2 0-1 15,-3 1 3-15,-6 0-1 16,-2 0 0-16,-3 0-1 16,-2 4 1-16,-2 5 1 15,-10 2-1-15,0 0 3 0,0 1-1 16,1 0 0-16,4 1-1 15,-3-1 3-15,7-3 0 16,2 1-1-16,1-3 0 16,0-1-1-16,8-1 4 15,5-1-3-15,0-4 2 0,7 0-2 16,3 0-2-16,2 0-2 16,-2-9-41-16,-2-1-63 15</inkml:trace>
  <inkml:trace contextRef="#ctx0" brushRef="#br0" timeOffset="136436.73">20719 13888 216 0,'0'0'6'0,"0"0"1"16,-47-38 8-16,36 29-9 15,2 4-4-15,0 2-2 16,4 3-1-16,3 0-5 15,-2 1-27-15,4 6-28 16,0-1 10-16</inkml:trace>
  <inkml:trace contextRef="#ctx0" brushRef="#br0" timeOffset="136905.81">21079 14023 94 0,'0'0'3'0,"0"0"2"16,0 0-3-16,-42-2 2 0,22 1 4 16,-1 0 6-16,0 1 7 15,3 0 3-15,1 0-6 16,2 0-7-16,1 4-7 15,1 3-3-15,1 2 1 16,1 0-1-16,2 2-1 0,1 1 0 16,5 0 1-16,3-1-1 15,0-1-1-15,0 0 2 16,5-3-1-16,7-1-1 16,2-3 10-16,1 0-4 15,1-3-2-15,5 0-1 16,-1 0-1-16,0 0 1 0,1-6-2 15,-1-3 1-15,-2-1 1 16,0-1 3-16,-5 0 3 16,-2-2 9-16,-6 0-6 15,-3 1-1-15,-2 1-4 16,0 0-3-16,-7 3-2 0,-7 3-2 16,-1 1-4-16,-5 4 1 15,0 0-8-15,4 0-12 16,-2 4-15-16,7 1-39 15</inkml:trace>
  <inkml:trace contextRef="#ctx0" brushRef="#br0" timeOffset="137376.6">21251 14007 52 0,'0'0'48'0,"0"0"-44"0,0 0 11 16,0 0-6-16,0 0-3 15,38-2-1-15,-31 4 4 0,-2 4 0 16,1 1-1-16,0 3-3 16,-1 0-1-16,2 0 0 15,-3-1 1-15,-1 1-2 16,1 0-1-16,0-2 0 15,-3-1-1-15,0-3-1 0,-1-1 0 16,0-1-1-16,0-2 0 16,0 0 14-16,-2 0-1 15,-4-2-5-15,3-3-1 16,1-2 2-16,2-2-3 16,0 1 0-16,0 0 3 0,3-1 5 15,6 1-7-15,3 0-3 16,2 2 1-16,3 0-2 15,4 2-1-15,-2 4 0 16,1 0-1-16,4 0 1 16,-2 4 0-16,0 8-1 0,-2 2 1 15,-2 4 2-15,-5 6-3 16,-3 2 0-16,-10 4-5 16,-2 3-25-16,-23-2-51 15</inkml:trace>
  <inkml:trace contextRef="#ctx0" brushRef="#br0" timeOffset="138254.82">16506 14556 72 0,'0'0'2'0,"0"0"11"0,0 0 3 0,0 0-2 15,0 0 3-15,0 0 4 0,0 0 4 16,0 0-12-16,0 0-6 16,0 0 1-16,0 0-5 15,40-8 0-15,-26 8-2 16,3 0 0-16,0-1-1 16,7 1 2-16,3 0 2 0,2 0 0 15,2 0 2-15,5 0-2 16,-2 0-2-16,5 0 0 15,-3 0-1-15,-2 0 0 16,2 1-1-16,-2-1 0 16,-1 0 0-16,0 0 1 0,-1 0-1 15,3-3 1-15,-6-2-1 16,1 1-1-16,-4-2-11 16,-6-1-61-16,-2-1-19 15</inkml:trace>
  <inkml:trace contextRef="#ctx0" brushRef="#br0" timeOffset="138515.17">17174 14402 147 0,'0'0'3'0,"0"0"18"16,0 0 4-16,38 0-6 16,-25 3-7-16,1 6-2 0,-3 2-3 15,-1 7-1-15,-2 8-4 16,-7 5 0-16,-1 9 0 16,-12 11-2-16,-8 5 0 15,-13 1-25-15,-8-2-60 16</inkml:trace>
  <inkml:trace contextRef="#ctx0" brushRef="#br0" timeOffset="139150.96">16606 15509 62 0,'0'0'10'0,"0"0"-1"0,0 0 4 16,0 0 2-16,0 0 0 15,0 0-3-15,0 0 4 16,0 0 7-16,0 0 3 15,-20 0-13-15,20 0-11 16,0 0-3-16,0 0-1 0,5 0 4 16,2 0 6-16,4 0 0 15,5 0 0-15,4 0 1 16,0 0-4-16,7 0-1 16,2 0 0-16,4-2 0 0,-1-1-1 15,3 1 1-15,1-1 0 16,4 0-2-16,-2 0 0 15,2-1 0-15,3 2-1 16,1-2 0-16,-3 1-1 16,2-1 1-16,-2 0-1 15,0 0 0-15,-3 1 0 0,-3-1 0 16,-1 1 0-16,-5 0 0 16,-2 0-2-16,-2 0-12 15,-7 0-14-15,-2-1-39 16,-5-2-32-16</inkml:trace>
  <inkml:trace contextRef="#ctx0" brushRef="#br0" timeOffset="139440.13">17389 15304 117 0,'0'0'6'0,"0"0"10"0,47-9 2 0,-27 9-2 0,-1 0 0 16,0 1-2-16,1 7-4 16,-4 6-4-16,-2 4-1 15,-2 3-3-15,-3 4 0 16,-3 5 1-16,-6 0-3 0,-3 1 1 15,-17 5-1-15,-8-1-3 16,-5-2-37-16,-4-5-38 16</inkml:trace>
  <inkml:trace contextRef="#ctx0" brushRef="#br0" timeOffset="140198.12">18362 15313 212 0,'0'0'6'0,"0"0"1"0,0 0 3 15,0 0-8-15,0 0-1 16,0 0 0-16,0 0 2 16,0 0 6-16,34-43-1 15,-34 38 2-15,-4-1-7 0,-5 1 4 16,-1 3-8-16,-2 2-2 15,-1 0 0-15,-1 2 1 16,0 4 2-16,1 4 0 16,2 3 0-16,1-1 0 15,4 2 0-15,2 2 0 0,1-2 0 16,3 1 0-16,0-1-1 16,2-3-2-16,6-2 1 15,3 2 2-15,3-2 0 16,1-2 0-16,4 0 2 15,-1 2-1-15,3-2-1 0,-4 1 1 16,-2 1-1-16,-1-2 0 16,-3 1 0-16,-3-2 0 15,-3 1 0-15,-3-1 0 16,-2 0-2-16,0-1 1 16,-2 2 1-16,-8-1 2 15,-5 0 0-15,-1-1-1 0,-6 2-1 16,2-1 1-16,-4 0 0 15,3 0-1-15,-3-1-4 16,5-2-24-16,3-3-29 16,6 0-39-16</inkml:trace>
  <inkml:trace contextRef="#ctx0" brushRef="#br0" timeOffset="140489.67">18694 15118 248 0,'0'0'6'0,"0"0"6"0,0 0-13 0,0 0 1 0,0 0-1 16,0 0 1-16,-3 57 1 15,0-32-1-15,0 5 1 16,1 0-1-16,0 3 0 16,2 0 1-16,0-2-1 0,0-1 0 15,0-5-3-15,0-3-30 16,0-6-44-16,0-7-14 16</inkml:trace>
  <inkml:trace contextRef="#ctx0" brushRef="#br0" timeOffset="141169.7">18575 15341 78 0,'0'0'11'15,"0"0"10"-15,42-14-3 16,-24 8-6-16,3 1 1 0,0-3-4 16,0 4-1-16,-2-3 0 15,3 4 6-15,-2 0-1 16,0 1-1-16,-3 2-1 16,2 0-4-16,1 0-4 15,-3 2-1-15,2 6-1 0,1 1-1 16,-2 4 1-16,2 0-2 15,-5 3 0-15,-1-1 3 16,-5-1-2-16,0-1 1 16,-5 0 0-16,1-2-1 15,-5-1-1-15,0-2 0 16,0-1 1-16,-6-2 3 0,-2 1 0 16,-2-2-2-16,0-2 0 15,-1-2 0-15,2 0 0 16,-3 0-1-16,4 0 1 15,2-7-1-15,1 0-1 0,1-1-9 16,4-1-10-16,0 0-6 16,0-4 7-16,2 0 18 15,7-1 2-15,3-1 2 16,3 0 5-16,2 0 4 16,3 1 0-16,1 1-1 15,3 1-6-15,-5 4-2 0,2 1-2 16,-3 1 1-16,-1 3 0 15,0 2 1-15,-8 1 2 16,0 0 0-16,-2 1-3 16,-1 8-2-16,-2 1 4 15,-1 5-2-15,1-1-2 0,-2 2 2 16,1 0 1-16,1-1-1 16,0-1-2-16,2-3 1 15,2 0 1-15,1-3-2 16,4-1 1-16,2-1-10 15,2-6-18-15,0 0-54 0</inkml:trace>
  <inkml:trace contextRef="#ctx0" brushRef="#br0" timeOffset="141320.41">19194 15206 190 0,'0'0'14'0,"0"0"-16"0,0 0 3 0,0 0-32 16,-22-37-41-16</inkml:trace>
  <inkml:trace contextRef="#ctx0" brushRef="#br0" timeOffset="141966.45">19565 15286 202 0,'0'0'-12'0,"0"0"18"16,0 0 8-16,0 0-11 15,0 0 0-15,0 0 3 16,0 0-4-16,-47-30 1 15,28 30 1-15,1 0-6 16,0 0 18-16,1 7-9 0,1 4-5 16,2 4-2-16,2 0 0 15,6 2 0-15,6 0 0 16,0-1 0-16,0-2-3 16,7-3-3-16,7-2 8 15,1-5-1-15,3-1-2 16,1-3 3-16,4 0-2 0,0-4 1 15,1-6-1-15,0-5 1 16,1-3 0-16,-3-3-1 16,-1-2 1-16,-3-2-1 15,-2-4 1-15,-4-1 0 0,1-1 0 16,-3 1 2-16,-5-2 2 16,1-1-3-16,-1 0-1 15,0 1-1-15,-3 1 0 16,0 2 0-16,-2 5 0 15,0 4 1-15,0 4-1 0,0 5 3 16,0 4 0-16,0 4 0 16,0 2 1-16,0 1-5 15,0 4-1-15,-3 9 2 16,-1 4 0-16,0 7 0 16,1 3 0-16,0 5 1 0,1 0 0 15,0-2 0-15,1 2 1 16,1-1-1-16,0-2 0 15,0 0 0-15,1-1 1 16,6-2-2-16,-1-1-2 16,6-2-8-16,-1-4-31 15,3-4-53-15,1-7-47 0</inkml:trace>
  <inkml:trace contextRef="#ctx0" brushRef="#br0" timeOffset="142288.44">19944 15304 160 0,'0'0'6'0,"0"0"-5"0,0 0 2 0,0 0-2 16,40-17-1-16,-32 12 1 15,2-1 5-15,-1-1 6 16,0-3 1-16,4 1-2 0,-5-3-8 16,0 0-2-16,0-2 0 15,-6 1 2-15,-2 0-4 16,0 2-4-16,0 0 8 15,-12 2-1-15,0 5 4 16,-4 4-5-16,-1 0 2 16,-3 7-2-16,1 11 1 0,0 4-2 15,1 5 1-15,5 2 1 16,3 3 0-16,6 1 1 16,4-1-1-16,2 1-1 15,10 1-2-15,2-2 5 16,3 0-13-16,2-4-62 0,0-5-64 15</inkml:trace>
  <inkml:trace contextRef="#ctx0" brushRef="#br0" timeOffset="142927.47">16857 16446 140 0,'0'0'7'0,"40"0"6"0,-17-3 11 0,1 0-17 15,7-1 0-15,1 1-2 16,4 0 6-16,0-2 6 16,2 2-4-16,3 0-2 15,1-1 0-15,1 1-3 0,1-1-4 16,6 1-2-16,-2-1-1 16,2 1 0-16,2-1-1 15,-7 1 0-15,1-2 0 16,-3 1 0-16,-7 0-3 15,-2-2-32-15,-8-1-70 0</inkml:trace>
  <inkml:trace contextRef="#ctx0" brushRef="#br0" timeOffset="143151.03">17623 16270 234 0,'0'0'-3'0,"0"0"3"16,43 2 3-16,-27 3 0 0,2 2-1 15,-1 6 0-15,-1 3-1 16,-1 2 0-16,-5 6 0 16,-2 5 2-16,-1 2-2 15,-7 5-1-15,0 5-20 16,-10-2-69-16</inkml:trace>
  <inkml:trace contextRef="#ctx0" brushRef="#br0" timeOffset="143781.31">18410 16314 259 0,'0'0'6'0,"0"0"-5"16,0 0-1-16,0 0 1 16,0 0 0-16,0 37 0 15,0-18 2-15,0 4 2 0,1 2-2 16,4 0-1-16,2 0-1 15,-1-3-1-15,0-3 1 16,-1-5-2-16,-2-6 1 16,2-2 1-16,-5-3-3 15,0-3-5-15,0 0 8 16,0-4 2-16,-9-8-13 0,-3-5-14 16,-2-3-4-16,0-4 3 15,-1-1 4-15,1-1 21 16,1-2 2-16,3-1 8 15,4 2 13-15,4 0 2 16,2 0-6-16,0 2-10 0,7 2-1 16,6 2-5-16,4 2-1 15,3 5 0-15,5 1-1 16,-2 5 0-16,3 2 0 16,0 6-1-16,1 0 1 15,-4 0-2-15,-2 10 1 0,-3 4 0 16,-8 3-2-16,-3 2-5 15,-7 2 7-15,0-3-3 16,-7-1 0-16,-8-1 5 16,0-2-1-16,-3-1-1 15,0 0 3-15,0-3-2 0,1 0 0 16,1 2 0-16,4 0-1 16,1-1 1-16,6 1-7 15,0-1-43-15,4-1-32 16,1-3-33-16</inkml:trace>
  <inkml:trace contextRef="#ctx0" brushRef="#br0" timeOffset="144193.43">18848 16372 173 0,'0'0'20'0,"0"0"35"0,0 0-34 0,0 0-22 16,0 0 0-16,0 0 0 16,-48-38-1-16,31 38 2 0,-1 0 4 15,3 0-2-15,-3 11 0 16,3-1-2-16,2 5 0 16,3-1 2-16,2 1-2 15,5 1 1-15,3-3 0 16,0-3-1-16,0-3-1 15,11-3 0-15,-1-1-1 0,3-3 4 16,2 0 1-16,-1 0-1 16,3-3-1-16,-3-5 0 15,-3 1 1-15,1-1 6 16,-3 4 2-16,1-2-3 16,-4 4-5-16,4 0-1 0,-4 2-1 15,3 0 0-15,3 7-1 16,-1 0 0-16,4 3 1 15,4-3-2-15,5-1-10 16,5-3-17-16,1-3-45 0,7 0-118 16</inkml:trace>
  <inkml:trace contextRef="#ctx0" brushRef="#br0" timeOffset="144705.85">19442 16345 267 0,'0'0'13'0,"0"0"-4"16,0 0-16-16,0 0-11 16,-48-11 5-16,25 11 14 15,-6 0-1-15,2 0 2 16,-2 0 0-16,2 3-2 0,1 4 2 16,2 3-1-16,5 0-1 15,2 1 2-15,4 0-2 16,7 0 0-16,5 0 0 15,1-1-4-15,0-3-1 16,12 1 2-16,2-3-2 0,1-2 6 16,1-1 2-16,2-2-1 15,3 0 0-15,5 0 0 16,-4 0-2-16,4-7 0 16,-1-1-3-16,0-4-9 15,-3-2-11-15,-2-2-9 0,-4-2-7 16,-4-2 11-16,-3-1 25 15,-4-2 4-15,-3-1 8 16,-2-2 5-16,0-1-4 16,-2-1-3-16,-7 1 3 15,1-3 0-15,-1 5 0 0,1 3 4 16,2 5 2-16,0 4 4 16,2 5 0-16,2 7-8 15,2 1-9-15,0 5-7 16,0 14 0-16,0 5 4 15,0 6 0-15,6 5 2 0,5 2-2 16,3 0 0-16,4-3-24 16,0-7-31-16,6-3-39 15</inkml:trace>
  <inkml:trace contextRef="#ctx0" brushRef="#br0" timeOffset="145511.06">19872 16294 277 0,'0'0'1'0,"0"0"0"0,0 0-12 0,0 0-15 16,0 0 11-16,-51-24 15 16,31 24 2-16,-1 4 0 15,-1 6-1-15,0 2 2 16,3 2-1-16,4 1-1 15,2-2 0-15,4 1 0 0,7-2 0 16,2-4 0-16,0 1 0 16,4-4-1-16,8-1 0 15,-1-2 4-15,4-1 4 16,5-1 1-16,1 0-7 16,0-3-2-16,1-7-8 0,-1-1-6 15,-4-3-5-15,0-3 2 16,-6-3 11-16,0-4 7 15,-4-2 1-15,-1-5 2 16,-2-4-1-16,-2-2-2 0,-1-1-1 16,-1 0 0-16,0 3 5 15,-6 5 14-15,-2 6-5 16,2 4 4-16,-4 6-8 16,4 4-6-16,2 6-3 15,0 4-1-15,1 0-1 0,-2 4-3 16,2 10-3-16,-2 5 7 15,2 5 0-15,-1 4 0 16,2 3 2-16,2 1-2 16,0 0 0-16,0 0 0 15,6-1-2-15,2-4 2 16,3-3 0-16,0-1 2 0,2-3-2 16,-2-6 0-16,2 2 1 15,3-5-1-15,-1-1 0 16,4-3 2-16,1-3 2 15,-1-1-1-15,4-3 2 16,-2 0-1-16,0 0-2 0,-3-3 0 16,1-5 0-16,-2-2 2 15,-1-2 1-15,-3-2-2 16,-1 0-1-16,-4-2-2 16,-1 2-1-16,-4 1-1 15,-2 2-2-15,-1 1 2 0,0 6-5 16,0 2 4-16,-2 2 2 15,-2 0-2-15,-1 7 6 16,1 6-2-16,2 1 0 16,2 2 1-16,0 1-1 15,0 0 0-15,0-1 1 0,4-2-2 16,5-3-4-16,0-1-14 16,3-4-13-16,2-4-17 15,1-2-53-15</inkml:trace>
  <inkml:trace contextRef="#ctx0" brushRef="#br0" timeOffset="145681.29">20241 16068 342 0,'0'0'-9'0,"0"0"10"0,0 0-3 0,0 0-35 0,0 0-8 15,0 0-30-15,0 0-27 16</inkml:trace>
  <inkml:trace contextRef="#ctx0" brushRef="#br0" timeOffset="146268.39">20282 16306 153 0,'0'0'7'15,"0"0"26"-15,0 0-9 16,0 0-5-16,0 0-2 0,0 0-3 16,0 0-7-16,0 0-1 15,0-42-3-15,12 34-3 16,2-1 0-16,0-1-1 15,3 2 0-15,1 1-1 16,3 2 2-16,-2 0 0 16,2 5 0-16,1 0 0 0,1 0 0 15,-2 10 0-15,1 1 0 16,-1 2 1-16,-2 2-1 16,-2 1-1-16,-4 0 1 15,-1-2-1-15,-4-1 1 16,-3-3-1-16,-3-3-2 0,-2-3 0 15,0 0 0-15,-1-4-1 16,-7 0 4-16,0 0 0 16,-2-4-2-16,3-3 2 15,-1-2 0-15,3-3-1 16,3-1-9-16,2-1-2 0,0-2 9 16,2 2 2-16,5-2 2 15,5 3 4-15,2 3-1 16,2-1 0-16,2 5 0 15,-2 4-2-15,0 2-1 16,-1 0 0-16,1 2-1 16,-3 8 0-16,1 5 0 0,-1 0 1 15,0 2-2-15,-1 3 2 16,-1-3-1-16,4 0 0 16,1-1-7-16,2-3-17 15,3-4-37-15,2-3-15 0</inkml:trace>
  <inkml:trace contextRef="#ctx0" brushRef="#br0" timeOffset="147022.51">21106 16242 221 0,'0'0'18'0,"0"0"1"0,-14-50-9 0,2 34-7 0,-1 4-2 16,-2 0 2-16,-3 5-1 15,0 3-1-15,-1 3 0 0,2 1-1 16,-1 0 1-16,2 7-1 16,3 5 0-16,1 2 0 15,5 1 0-15,2-1-3 16,3 4-6-16,2-5 0 16,0-1 3-16,4-1 2 15,5-3-1-15,3-2 1 0,3-2 2 16,5-1 5-16,0-3-2 15,2 0-1-15,-1 0 0 16,1 0-1-16,-4-7 2 16,2-1 0-16,-5-2 3 15,0-2 3-15,-2-1-2 0,0-1-2 16,-4-1-1-16,-1-1-2 16,-1 2 0-16,-4 1 1 15,-1 3 0-15,-2 2 0 16,0 3 3-16,0 2 1 15,0 1 2-15,0 2-5 0,0 0-3 16,0 0-1-16,0 7 1 16,0 4 1-16,0 3 0 15,3 5 0-15,0 2 0 16,2 2 1-16,-2 2-1 0,1 2 1 16,2 1-1-16,-2 1 1 15,0 0-1-15,2-2 1 16,-3 0-1-16,-1-1 1 15,0-3 2-15,0 4 0 16,-2-5-1-16,0 0 1 16,0-1-2-16,0-2-1 0,-6 1 1 15,-4-2-1-15,-1-1-1 16,0-1 0-16,-2-2-2 16,1-4 7-16,1 0-3 15,0-3-2-15,1-3 1 16,2-4-1-16,-4 0 2 15,2 0 2-15,-1 0-1 0,4-10 0 16,-4-1-2-16,4-2 3 16,2-3 0-16,3-5 4 15,2-3 2-15,0-3-2 16,12-7 1-16,8-3-5 16,9-4-4-16,9-4-2 0,8-9-18 15,7-5-30-15,6-6-88 16</inkml:trace>
  <inkml:trace contextRef="#ctx0" brushRef="#br0" timeOffset="148076.91">21966 13845 120 0,'-9'-15'24'0,"-1"0"21"0,3 2-23 16,1 1-7-16,3 1-1 0,2 2-4 16,1 2 4-16,0 0-10 15,2 2-3-15,8 2 1 16,3 1 2-16,6 2-5 15,1 0 3-15,6 0-1 16,2 6-1-16,4 1 0 0,-2 3 0 16,2 1 0-16,-2 2 0 15,-3 1 0-15,-1 3 0 16,-6 3 0-16,-4 0-1 16,-8 4 0-16,-3 3-3 15,-5 3 2-15,0 1 1 0,-8 2 1 16,-6 5 0-16,-3 1 0 15,1 3 1-15,-4 5-1 16,1 1 1-16,4 2 0 16,-1 1-1-16,3 0 1 15,3-1-1-15,4 0 2 0,4-3-1 16,2 1-1-16,0-3 1 16,10-2-1-16,3-3 0 15,4-5 1-15,3-3-1 16,2-7 0-16,2-4 0 15,0-5 1-15,-3-2-1 0,-2-1 0 16,-6-6 0-16,-3-2-2 16,-6-1-3-16,-4 0-4 15,0 0 0-15,-11 2 9 16,-4 2 1-16,-2 2-1 0,-6 4 1 16,-2 6-1-16,-2 0 2 15,2 7 2-15,-2 3 0 16,1 7 0-16,3 4-1 15,1 5 2-15,4 6-3 16,4 8 0-16,1 7 1 16,6 1-1-16,5 10 2 0,2 4-1 15,0 5-2-15,9 2-1 16,4 4 0-16,0 3 3 16,2 2-3-16,0-4 0 15,1-4 0-15,-3-5 0 16,-2-7-6-16,-6-6-1 0,-4-6 2 15,-1-6-9-15,-13-4-3 16,-11-7-7-16,-13-8-43 16,-13-12-17-16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Google Shape;36;p1:notes">
            <a:extLst>
              <a:ext uri="{FF2B5EF4-FFF2-40B4-BE49-F238E27FC236}">
                <a16:creationId xmlns:a16="http://schemas.microsoft.com/office/drawing/2014/main" id="{39AF2117-C1A9-42A5-B416-619D725073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  <a:buSzPts val="1100"/>
            </a:pPr>
            <a:endParaRPr lang="x-none" altLang="x-none"/>
          </a:p>
        </p:txBody>
      </p:sp>
      <p:sp>
        <p:nvSpPr>
          <p:cNvPr id="54275" name="Google Shape;37;p1:notes">
            <a:extLst>
              <a:ext uri="{FF2B5EF4-FFF2-40B4-BE49-F238E27FC236}">
                <a16:creationId xmlns:a16="http://schemas.microsoft.com/office/drawing/2014/main" id="{8481DDE9-68D6-4C5D-A85A-ECC56B49844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6281913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13</a:t>
            </a:fld>
            <a:endParaRPr lang="en-US" sz="12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956853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3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3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3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3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3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3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3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3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3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5" name="Google Shape;785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4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6" name="Google Shape;816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4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8" name="Google Shape;848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4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1" name="Google Shape;881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4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6" name="Google Shape;916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4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8" name="Google Shape;958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4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8" name="Google Shape;1018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4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6" name="Google Shape;1086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4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0" name="Google Shape;1110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4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2" name="Google Shape;1122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4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4" name="Google Shape;1134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p5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7" name="Google Shape;1177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5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3" name="Google Shape;1203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5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5" name="Google Shape;1215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5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7" name="Google Shape;1227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p5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7" name="Google Shape;1257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p5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9" name="Google Shape;1269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p5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1" name="Google Shape;1281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p5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9" name="Google Shape;1289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p5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9" name="Google Shape;1319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p5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4" name="Google Shape;1334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p6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6" name="Google Shape;1346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p6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4" name="Google Shape;1374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p6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6" name="Google Shape;1386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p6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4" name="Google Shape;1414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p6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1" name="Google Shape;1441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p6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2" name="Google Shape;1482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Google Shape;1507;p6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08" name="Google Shape;1508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p6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5" name="Google Shape;1525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p6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8" name="Google Shape;1548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Google Shape;1555;p6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6" name="Google Shape;1556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Google Shape;1567;p7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8" name="Google Shape;1568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Google Shape;1574;p7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5" name="Google Shape;1575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1" name="Google Shape;1581;p7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2" name="Google Shape;1582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Google Shape;1630;p7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1" name="Google Shape;1631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" name="Google Shape;1651;p7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2" name="Google Shape;1652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" name="Google Shape;1676;p7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7" name="Google Shape;1677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p7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9" name="Google Shape;1699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Google Shape;1724;p7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5" name="Google Shape;1725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4" name="Google Shape;1754;p7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5" name="Google Shape;1755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6" name="Google Shape;1766;p7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7" name="Google Shape;1767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8" name="Google Shape;1778;p8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9" name="Google Shape;1779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0" name="Google Shape;1790;p8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1" name="Google Shape;1791;p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p8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9" name="Google Shape;1819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0" name="Google Shape;1830;p8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1" name="Google Shape;1831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1" name="Google Shape;1851;p8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2" name="Google Shape;1852;p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2" name="Google Shape;1872;p8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3" name="Google Shape;1873;p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1" name="Google Shape;1901;p8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2" name="Google Shape;1902;p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2" name="Google Shape;1952;p8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3" name="Google Shape;1953;p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4" name="Google Shape;1964;p8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5" name="Google Shape;1965;p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Google Shape;1989;p8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0" name="Google Shape;1990;p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3" name="Google Shape;2013;p9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4" name="Google Shape;2014;p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5" name="Google Shape;2025;p9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6" name="Google Shape;2026;p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Google Shape;2056;p9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7" name="Google Shape;2057;p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" name="Google Shape;2109;p9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0" name="Google Shape;2110;p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0" name="Google Shape;2130;p9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1" name="Google Shape;2131;p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9" name="Google Shape;2149;p9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0" name="Google Shape;2150;p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5" name="Google Shape;2175;p9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6" name="Google Shape;2176;p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8" name="Google Shape;2198;p9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9" name="Google Shape;2199;p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7" name="Google Shape;2227;p9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8" name="Google Shape;2228;p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9" name="Google Shape;2239;p10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0" name="Google Shape;2240;p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2" name="Google Shape;2272;p10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3" name="Google Shape;2273;p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5" name="Google Shape;2315;p10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6" name="Google Shape;2316;p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8" name="Google Shape;2358;p10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9" name="Google Shape;2359;p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7" name="Google Shape;2397;p10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8" name="Google Shape;2398;p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7" name="Google Shape;2417;p10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8" name="Google Shape;2418;p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6" name="Google Shape;2436;p10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7" name="Google Shape;2437;p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3" name="Google Shape;2453;p10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4" name="Google Shape;2454;p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8" name="Google Shape;2468;p10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9" name="Google Shape;2469;p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1" name="Google Shape;2061;p10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2" name="Google Shape;2062;p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29715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4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3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2" name="Google Shape;52;p13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3" name="Google Shape;53;p13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54" name="Google Shape;54;p134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4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34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4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35" descr="\\Server\D\jyoti\FI023_BITS_v1\styleguide img\IMG_5627_b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5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61" name="Google Shape;61;p135" descr="Picture 7.png"/>
          <p:cNvPicPr preferRelativeResize="0"/>
          <p:nvPr/>
        </p:nvPicPr>
        <p:blipFill rotWithShape="1">
          <a:blip r:embed="rId3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35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3" name="Google Shape;63;p135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4" name="Google Shape;64;p135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5" name="Google Shape;65;p135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35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35"/>
          <p:cNvSpPr txBox="1">
            <a:spLocks noGrp="1"/>
          </p:cNvSpPr>
          <p:nvPr>
            <p:ph type="body" idx="1"/>
          </p:nvPr>
        </p:nvSpPr>
        <p:spPr>
          <a:xfrm>
            <a:off x="304800" y="4648200"/>
            <a:ext cx="84582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36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0" name="Google Shape;70;p136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1" name="Google Shape;71;p13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2" name="Google Shape;72;p13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3" name="Google Shape;73;p13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74" name="Google Shape;74;p136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75" name="Google Shape;75;p13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6" name="Google Shape;76;p13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7" name="Google Shape;77;p13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78" name="Google Shape;78;p13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3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01141"/>
              </a:buClr>
              <a:buSzPts val="2800"/>
              <a:buFont typeface="Arial"/>
              <a:buNone/>
              <a:defRPr sz="2800"/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80" name="Google Shape;80;p136"/>
          <p:cNvSpPr txBox="1">
            <a:spLocks noGrp="1"/>
          </p:cNvSpPr>
          <p:nvPr>
            <p:ph type="body" idx="2"/>
          </p:nvPr>
        </p:nvSpPr>
        <p:spPr>
          <a:xfrm>
            <a:off x="49530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01141"/>
              </a:buClr>
              <a:buSzPts val="2800"/>
              <a:buFont typeface="Arial"/>
              <a:buNone/>
              <a:defRPr sz="2800"/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81" name="Google Shape;81;p136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oogle Shape;83;p137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4" name="Google Shape;84;p13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5" name="Google Shape;85;p13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6" name="Google Shape;86;p13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87" name="Google Shape;87;p137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88" name="Google Shape;88;p13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9" name="Google Shape;89;p13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0" name="Google Shape;90;p13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91" name="Google Shape;91;p137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7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37"/>
          <p:cNvSpPr txBox="1"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4" name="Google Shape;94;p137"/>
          <p:cNvSpPr txBox="1">
            <a:spLocks noGrp="1"/>
          </p:cNvSpPr>
          <p:nvPr>
            <p:ph type="body" idx="2"/>
          </p:nvPr>
        </p:nvSpPr>
        <p:spPr>
          <a:xfrm>
            <a:off x="457200" y="2362199"/>
            <a:ext cx="4040188" cy="376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95" name="Google Shape;95;p137"/>
          <p:cNvSpPr txBox="1">
            <a:spLocks noGrp="1"/>
          </p:cNvSpPr>
          <p:nvPr>
            <p:ph type="body" idx="3"/>
          </p:nvPr>
        </p:nvSpPr>
        <p:spPr>
          <a:xfrm>
            <a:off x="4645025" y="1535112"/>
            <a:ext cx="4041775" cy="82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6" name="Google Shape;96;p137"/>
          <p:cNvSpPr txBox="1">
            <a:spLocks noGrp="1"/>
          </p:cNvSpPr>
          <p:nvPr>
            <p:ph type="body" idx="4"/>
          </p:nvPr>
        </p:nvSpPr>
        <p:spPr>
          <a:xfrm>
            <a:off x="4645025" y="2362199"/>
            <a:ext cx="4041775" cy="376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97" name="Google Shape;97;p137"/>
          <p:cNvSpPr txBox="1">
            <a:spLocks noGrp="1"/>
          </p:cNvSpPr>
          <p:nvPr>
            <p:ph type="body" idx="5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138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00" name="Google Shape;100;p13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1" name="Google Shape;101;p13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2" name="Google Shape;102;p13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03" name="Google Shape;103;p138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4" name="Google Shape;104;p13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5" name="Google Shape;105;p13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6" name="Google Shape;106;p13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07" name="Google Shape;107;p138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38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38"/>
          <p:cNvSpPr txBox="1">
            <a:spLocks noGrp="1"/>
          </p:cNvSpPr>
          <p:nvPr>
            <p:ph type="body" idx="1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111;p139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12" name="Google Shape;112;p13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3" name="Google Shape;113;p13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4" name="Google Shape;114;p13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15" name="Google Shape;115;p139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6" name="Google Shape;116;p13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7" name="Google Shape;117;p13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8" name="Google Shape;118;p13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19" name="Google Shape;119;p139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39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39"/>
          <p:cNvSpPr txBox="1">
            <a:spLocks noGrp="1"/>
          </p:cNvSpPr>
          <p:nvPr>
            <p:ph type="body" idx="1"/>
          </p:nvPr>
        </p:nvSpPr>
        <p:spPr>
          <a:xfrm>
            <a:off x="3575050" y="1600200"/>
            <a:ext cx="511175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22" name="Google Shape;122;p139"/>
          <p:cNvSpPr txBox="1">
            <a:spLocks noGrp="1"/>
          </p:cNvSpPr>
          <p:nvPr>
            <p:ph type="body" idx="2"/>
          </p:nvPr>
        </p:nvSpPr>
        <p:spPr>
          <a:xfrm>
            <a:off x="457200" y="1600200"/>
            <a:ext cx="3008313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3" name="Google Shape;123;p139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140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26" name="Google Shape;126;p14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7" name="Google Shape;127;p14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8" name="Google Shape;128;p14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29" name="Google Shape;129;p140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30" name="Google Shape;130;p14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1" name="Google Shape;131;p14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2" name="Google Shape;132;p14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33" name="Google Shape;133;p140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40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40"/>
          <p:cNvSpPr txBox="1"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40"/>
          <p:cNvSpPr>
            <a:spLocks noGrp="1"/>
          </p:cNvSpPr>
          <p:nvPr>
            <p:ph type="pic" idx="2"/>
          </p:nvPr>
        </p:nvSpPr>
        <p:spPr>
          <a:xfrm>
            <a:off x="1792288" y="1828800"/>
            <a:ext cx="5486400" cy="3429000"/>
          </a:xfrm>
          <a:prstGeom prst="rect">
            <a:avLst/>
          </a:prstGeom>
          <a:solidFill>
            <a:schemeClr val="lt1"/>
          </a:solidFill>
          <a:ln w="57150" cap="flat" cmpd="sng">
            <a:solidFill>
              <a:srgbClr val="DAE5F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p140"/>
          <p:cNvSpPr txBox="1">
            <a:spLocks noGrp="1"/>
          </p:cNvSpPr>
          <p:nvPr>
            <p:ph type="body" idx="1"/>
          </p:nvPr>
        </p:nvSpPr>
        <p:spPr>
          <a:xfrm>
            <a:off x="1792288" y="5711825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8" name="Google Shape;138;p140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oogle Shape;140;p141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1" name="Google Shape;141;p14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2" name="Google Shape;142;p14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3" name="Google Shape;143;p14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44" name="Google Shape;144;p141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45" name="Google Shape;145;p14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6" name="Google Shape;146;p14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7" name="Google Shape;147;p14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48" name="Google Shape;148;p141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41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4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141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>
  <p:cSld name="Vertical Title and Text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p142"/>
          <p:cNvGrpSpPr/>
          <p:nvPr/>
        </p:nvGrpSpPr>
        <p:grpSpPr>
          <a:xfrm rot="5400000">
            <a:off x="5006182" y="2567781"/>
            <a:ext cx="5181600" cy="46037"/>
            <a:chOff x="1905000" y="6553200"/>
            <a:chExt cx="7010400" cy="45719"/>
          </a:xfrm>
        </p:grpSpPr>
        <p:sp>
          <p:nvSpPr>
            <p:cNvPr id="154" name="Google Shape;154;p142"/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5" name="Google Shape;155;p142"/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6" name="Google Shape;156;p142"/>
            <p:cNvSpPr/>
            <p:nvPr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57" name="Google Shape;157;p142" descr="Picture 7.png"/>
          <p:cNvPicPr preferRelativeResize="0"/>
          <p:nvPr/>
        </p:nvPicPr>
        <p:blipFill rotWithShape="1">
          <a:blip r:embed="rId2">
            <a:alphaModFix/>
          </a:blip>
          <a:srcRect l="5336" t="1923"/>
          <a:stretch/>
        </p:blipFill>
        <p:spPr>
          <a:xfrm>
            <a:off x="-7938" y="381000"/>
            <a:ext cx="692151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42"/>
          <p:cNvSpPr txBox="1"/>
          <p:nvPr/>
        </p:nvSpPr>
        <p:spPr>
          <a:xfrm rot="5400000">
            <a:off x="-2794793" y="3809206"/>
            <a:ext cx="5867400" cy="23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9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42"/>
          <p:cNvSpPr txBox="1">
            <a:spLocks noGrp="1"/>
          </p:cNvSpPr>
          <p:nvPr>
            <p:ph type="body" idx="1"/>
          </p:nvPr>
        </p:nvSpPr>
        <p:spPr>
          <a:xfrm rot="5400000">
            <a:off x="1303338" y="296862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142"/>
          <p:cNvSpPr txBox="1">
            <a:spLocks noGrp="1"/>
          </p:cNvSpPr>
          <p:nvPr>
            <p:ph type="body" idx="2"/>
          </p:nvPr>
        </p:nvSpPr>
        <p:spPr>
          <a:xfrm rot="5400000">
            <a:off x="5410200" y="2743200"/>
            <a:ext cx="5867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43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4" name="Google Shape;164;p143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5" name="Google Shape;165;p143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66" name="Google Shape;166;p143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43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43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43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0" name="Google Shape;170;p143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9;p6">
            <a:extLst>
              <a:ext uri="{FF2B5EF4-FFF2-40B4-BE49-F238E27FC236}">
                <a16:creationId xmlns:a16="http://schemas.microsoft.com/office/drawing/2014/main" id="{F25B0690-2AA3-4D32-A3BE-F758AA0F052D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5" b="1180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Google Shape;10;p6">
            <a:extLst>
              <a:ext uri="{FF2B5EF4-FFF2-40B4-BE49-F238E27FC236}">
                <a16:creationId xmlns:a16="http://schemas.microsoft.com/office/drawing/2014/main" id="{893C1886-432F-4E8C-89E4-EA62A101C20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58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Google Shape;11;p6">
            <a:extLst>
              <a:ext uri="{FF2B5EF4-FFF2-40B4-BE49-F238E27FC236}">
                <a16:creationId xmlns:a16="http://schemas.microsoft.com/office/drawing/2014/main" id="{144E1ABE-9DE4-4A16-BAF4-B78FB9377E0A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5950" y="2551113"/>
            <a:ext cx="7259638" cy="179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Google Shape;12;p6">
            <a:extLst>
              <a:ext uri="{FF2B5EF4-FFF2-40B4-BE49-F238E27FC236}">
                <a16:creationId xmlns:a16="http://schemas.microsoft.com/office/drawing/2014/main" id="{83A8598A-4A6D-4252-A238-3D78D127207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47675"/>
            <a:ext cx="8058150" cy="805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oogle Shape;15;p6">
            <a:extLst>
              <a:ext uri="{FF2B5EF4-FFF2-40B4-BE49-F238E27FC236}">
                <a16:creationId xmlns:a16="http://schemas.microsoft.com/office/drawing/2014/main" id="{E7FD79E3-6B96-4CE0-B3D1-A3DCED65C62A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2863" y="896938"/>
            <a:ext cx="2322512" cy="1084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Google Shape;16;p6">
            <a:extLst>
              <a:ext uri="{FF2B5EF4-FFF2-40B4-BE49-F238E27FC236}">
                <a16:creationId xmlns:a16="http://schemas.microsoft.com/office/drawing/2014/main" id="{F029E66F-4D8A-4B60-AB6F-AAE31A525006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3176" y="4800600"/>
            <a:ext cx="3843338" cy="2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Google Shape;13;p6"/>
          <p:cNvSpPr txBox="1">
            <a:spLocks noGrp="1"/>
          </p:cNvSpPr>
          <p:nvPr>
            <p:ph type="ctrTitle"/>
          </p:nvPr>
        </p:nvSpPr>
        <p:spPr>
          <a:xfrm>
            <a:off x="3429002" y="2549772"/>
            <a:ext cx="5498123" cy="1600725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  <a:defRPr sz="18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ubTitle" idx="1"/>
          </p:nvPr>
        </p:nvSpPr>
        <p:spPr>
          <a:xfrm>
            <a:off x="4431323" y="4452633"/>
            <a:ext cx="4495800" cy="343327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 anchor="ctr">
            <a:normAutofit/>
          </a:bodyPr>
          <a:lstStyle>
            <a:lvl1pPr lvl="0" algn="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1C1573"/>
              </a:buClr>
              <a:buSzPts val="1700"/>
              <a:buNone/>
              <a:defRPr sz="956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844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760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9pPr>
          </a:lstStyle>
          <a:p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body" idx="2"/>
          </p:nvPr>
        </p:nvSpPr>
        <p:spPr>
          <a:xfrm>
            <a:off x="3892060" y="4826980"/>
            <a:ext cx="5035064" cy="1108563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normAutofit/>
          </a:bodyPr>
          <a:lstStyle>
            <a:lvl1pPr marL="257175" lvl="0" indent="-128588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1573"/>
              </a:buClr>
              <a:buSzPts val="1700"/>
              <a:buNone/>
              <a:defRPr sz="956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514350" lvl="1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771525" lvl="2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028700" lvl="3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285875" lvl="4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543050" lvl="5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800225" lvl="6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057400" lvl="7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314575" lvl="8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1865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9144000" cy="405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502" y="2482116"/>
            <a:ext cx="6636349" cy="2130566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 userDrawn="1"/>
        </p:nvSpPr>
        <p:spPr>
          <a:xfrm>
            <a:off x="1373631" y="2575123"/>
            <a:ext cx="6500241" cy="1936878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Helvetica" panose="020B0604020202030204" pitchFamily="34" charset="0"/>
                <a:ea typeface="+mj-ea"/>
                <a:cs typeface="+mj-cs"/>
              </a:defRPr>
            </a:lvl1pPr>
          </a:lstStyle>
          <a:p>
            <a:pPr marL="0" marR="0" lvl="0" indent="0" algn="ctr" defTabSz="5143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 panose="020B0604020202030204" pitchFamily="34" charset="0"/>
                <a:ea typeface="+mj-ea"/>
                <a:cs typeface="+mj-cs"/>
              </a:rPr>
              <a:t>Click to edit Session title</a:t>
            </a:r>
          </a:p>
        </p:txBody>
      </p:sp>
    </p:spTree>
    <p:extLst>
      <p:ext uri="{BB962C8B-B14F-4D97-AF65-F5344CB8AC3E}">
        <p14:creationId xmlns:p14="http://schemas.microsoft.com/office/powerpoint/2010/main" val="3038615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 algn="r">
              <a:defRPr sz="4050" b="1">
                <a:solidFill>
                  <a:srgbClr val="150860"/>
                </a:solidFill>
                <a:latin typeface="Helvetica"/>
                <a:cs typeface="Helvetica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chemeClr val="tx1">
                    <a:tint val="75000"/>
                  </a:schemeClr>
                </a:solidFill>
                <a:latin typeface="Helvetica Light"/>
                <a:cs typeface="Helvetica Ligh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9144000" cy="4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2697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9;p6">
            <a:extLst>
              <a:ext uri="{FF2B5EF4-FFF2-40B4-BE49-F238E27FC236}">
                <a16:creationId xmlns:a16="http://schemas.microsoft.com/office/drawing/2014/main" id="{F25B0690-2AA3-4D32-A3BE-F758AA0F052D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5" b="1180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Google Shape;10;p6">
            <a:extLst>
              <a:ext uri="{FF2B5EF4-FFF2-40B4-BE49-F238E27FC236}">
                <a16:creationId xmlns:a16="http://schemas.microsoft.com/office/drawing/2014/main" id="{893C1886-432F-4E8C-89E4-EA62A101C20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58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Google Shape;11;p6">
            <a:extLst>
              <a:ext uri="{FF2B5EF4-FFF2-40B4-BE49-F238E27FC236}">
                <a16:creationId xmlns:a16="http://schemas.microsoft.com/office/drawing/2014/main" id="{144E1ABE-9DE4-4A16-BAF4-B78FB9377E0A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5950" y="2551113"/>
            <a:ext cx="7259638" cy="179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Google Shape;12;p6">
            <a:extLst>
              <a:ext uri="{FF2B5EF4-FFF2-40B4-BE49-F238E27FC236}">
                <a16:creationId xmlns:a16="http://schemas.microsoft.com/office/drawing/2014/main" id="{83A8598A-4A6D-4252-A238-3D78D127207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47675"/>
            <a:ext cx="8058150" cy="805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oogle Shape;15;p6">
            <a:extLst>
              <a:ext uri="{FF2B5EF4-FFF2-40B4-BE49-F238E27FC236}">
                <a16:creationId xmlns:a16="http://schemas.microsoft.com/office/drawing/2014/main" id="{E7FD79E3-6B96-4CE0-B3D1-A3DCED65C62A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2863" y="896938"/>
            <a:ext cx="2322512" cy="1084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Google Shape;16;p6">
            <a:extLst>
              <a:ext uri="{FF2B5EF4-FFF2-40B4-BE49-F238E27FC236}">
                <a16:creationId xmlns:a16="http://schemas.microsoft.com/office/drawing/2014/main" id="{F029E66F-4D8A-4B60-AB6F-AAE31A525006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3176" y="4800600"/>
            <a:ext cx="3843338" cy="2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Google Shape;13;p6"/>
          <p:cNvSpPr txBox="1">
            <a:spLocks noGrp="1"/>
          </p:cNvSpPr>
          <p:nvPr>
            <p:ph type="ctrTitle"/>
          </p:nvPr>
        </p:nvSpPr>
        <p:spPr>
          <a:xfrm>
            <a:off x="3429002" y="2549772"/>
            <a:ext cx="5498123" cy="1600725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  <a:defRPr sz="18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ubTitle" idx="1"/>
          </p:nvPr>
        </p:nvSpPr>
        <p:spPr>
          <a:xfrm>
            <a:off x="4431323" y="4452633"/>
            <a:ext cx="4495800" cy="343327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 anchor="ctr">
            <a:normAutofit/>
          </a:bodyPr>
          <a:lstStyle>
            <a:lvl1pPr lvl="0" algn="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1C1573"/>
              </a:buClr>
              <a:buSzPts val="1700"/>
              <a:buNone/>
              <a:defRPr sz="956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844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760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9pPr>
          </a:lstStyle>
          <a:p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body" idx="2"/>
          </p:nvPr>
        </p:nvSpPr>
        <p:spPr>
          <a:xfrm>
            <a:off x="3892060" y="4826980"/>
            <a:ext cx="5035064" cy="1108563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normAutofit/>
          </a:bodyPr>
          <a:lstStyle>
            <a:lvl1pPr marL="257175" lvl="0" indent="-128588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1573"/>
              </a:buClr>
              <a:buSzPts val="1700"/>
              <a:buNone/>
              <a:defRPr sz="956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514350" lvl="1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771525" lvl="2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028700" lvl="3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285875" lvl="4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543050" lvl="5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800225" lvl="6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057400" lvl="7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314575" lvl="8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65927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_one">
  <p:cSld name="Blank_on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0"/>
          <p:cNvSpPr txBox="1"/>
          <p:nvPr/>
        </p:nvSpPr>
        <p:spPr>
          <a:xfrm>
            <a:off x="8153400" y="6550025"/>
            <a:ext cx="990600" cy="196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1" i="0" u="none" strike="noStrike" kern="120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825" b="0" i="0" u="none" strike="noStrike" kern="120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</a:t>
            </a:r>
            <a:endParaRPr kumimoji="0" sz="825" b="0" i="0" u="none" strike="noStrike" kern="1200" cap="none" spc="0" normalizeH="0" baseline="0" noProof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" name="Google Shape;58;p110"/>
          <p:cNvGrpSpPr/>
          <p:nvPr/>
        </p:nvGrpSpPr>
        <p:grpSpPr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59" name="Google Shape;59;p110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0" name="Google Shape;60;p110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1" name="Google Shape;61;p110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62" name="Google Shape;62;p110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1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110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64" name="Google Shape;64;p1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5" name="Google Shape;65;p1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6" name="Google Shape;66;p11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67" name="Google Shape;67;p110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8" name="Google Shape;68;p1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9" name="Google Shape;69;p1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0" name="Google Shape;70;p11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252991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9"/>
            <a:ext cx="82296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800">
                <a:latin typeface="Arial" pitchFamily="34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229283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_on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58;p106">
            <a:extLst>
              <a:ext uri="{FF2B5EF4-FFF2-40B4-BE49-F238E27FC236}">
                <a16:creationId xmlns:a16="http://schemas.microsoft.com/office/drawing/2014/main" id="{388B7AC2-9338-42ED-B0AC-AFF798FA35AB}"/>
              </a:ext>
            </a:extLst>
          </p:cNvPr>
          <p:cNvGrpSpPr>
            <a:grpSpLocks/>
          </p:cNvGrpSpPr>
          <p:nvPr/>
        </p:nvGrpSpPr>
        <p:grpSpPr bwMode="auto">
          <a:xfrm>
            <a:off x="1" y="2"/>
            <a:ext cx="7059613" cy="49213"/>
            <a:chOff x="0" y="0"/>
            <a:chExt cx="7060112" cy="48665"/>
          </a:xfrm>
        </p:grpSpPr>
        <p:sp>
          <p:nvSpPr>
            <p:cNvPr id="3" name="Google Shape;59;p106">
              <a:extLst>
                <a:ext uri="{FF2B5EF4-FFF2-40B4-BE49-F238E27FC236}">
                  <a16:creationId xmlns:a16="http://schemas.microsoft.com/office/drawing/2014/main" id="{2E2AE42B-B438-40E3-A12D-DECB0826EF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1065" y="6550871"/>
              <a:ext cx="2329027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4" name="Google Shape;60;p106">
              <a:extLst>
                <a:ext uri="{FF2B5EF4-FFF2-40B4-BE49-F238E27FC236}">
                  <a16:creationId xmlns:a16="http://schemas.microsoft.com/office/drawing/2014/main" id="{CA611BA7-FBE6-4FDE-95B2-F4DBDD85F2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09288" y="6550871"/>
              <a:ext cx="2235358" cy="45524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5" name="Google Shape;61;p106">
              <a:extLst>
                <a:ext uri="{FF2B5EF4-FFF2-40B4-BE49-F238E27FC236}">
                  <a16:creationId xmlns:a16="http://schemas.microsoft.com/office/drawing/2014/main" id="{C5730040-5703-4D01-B41E-68DEE797B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4535" y="6550871"/>
              <a:ext cx="2581457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</p:grpSp>
      <p:pic>
        <p:nvPicPr>
          <p:cNvPr id="6" name="Google Shape;62;p106" descr="Picture 7.png">
            <a:extLst>
              <a:ext uri="{FF2B5EF4-FFF2-40B4-BE49-F238E27FC236}">
                <a16:creationId xmlns:a16="http://schemas.microsoft.com/office/drawing/2014/main" id="{7B6FCF6E-79D1-40AF-913E-45A83B4CDB7F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4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oogle Shape;63;p106">
            <a:extLst>
              <a:ext uri="{FF2B5EF4-FFF2-40B4-BE49-F238E27FC236}">
                <a16:creationId xmlns:a16="http://schemas.microsoft.com/office/drawing/2014/main" id="{C7582CFB-964D-4412-A074-E14A1A931162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7010400" cy="46038"/>
            <a:chOff x="0" y="0"/>
            <a:chExt cx="7010400" cy="45719"/>
          </a:xfrm>
        </p:grpSpPr>
        <p:sp>
          <p:nvSpPr>
            <p:cNvPr id="8" name="Google Shape;64;p106">
              <a:extLst>
                <a:ext uri="{FF2B5EF4-FFF2-40B4-BE49-F238E27FC236}">
                  <a16:creationId xmlns:a16="http://schemas.microsoft.com/office/drawing/2014/main" id="{25E78CE8-FE67-4F17-84C6-F00B05BB4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7200" y="6553511"/>
              <a:ext cx="2328863" cy="45718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9" name="Google Shape;65;p106">
              <a:extLst>
                <a:ext uri="{FF2B5EF4-FFF2-40B4-BE49-F238E27FC236}">
                  <a16:creationId xmlns:a16="http://schemas.microsoft.com/office/drawing/2014/main" id="{EDEAF392-8D63-4C70-89CE-1BF9B0B6AD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000" y="6553511"/>
              <a:ext cx="2362200" cy="45718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10" name="Google Shape;66;p106">
              <a:extLst>
                <a:ext uri="{FF2B5EF4-FFF2-40B4-BE49-F238E27FC236}">
                  <a16:creationId xmlns:a16="http://schemas.microsoft.com/office/drawing/2014/main" id="{1B76DF7F-CE0E-4786-B387-FD7F280597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6538" y="6553511"/>
              <a:ext cx="2328862" cy="4571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</p:grpSp>
      <p:grpSp>
        <p:nvGrpSpPr>
          <p:cNvPr id="11" name="Google Shape;67;p106">
            <a:extLst>
              <a:ext uri="{FF2B5EF4-FFF2-40B4-BE49-F238E27FC236}">
                <a16:creationId xmlns:a16="http://schemas.microsoft.com/office/drawing/2014/main" id="{F0D82B4B-C293-468C-9CC8-E37979E1F7E5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7010400" cy="46038"/>
            <a:chOff x="0" y="0"/>
            <a:chExt cx="7010400" cy="45719"/>
          </a:xfrm>
        </p:grpSpPr>
        <p:sp>
          <p:nvSpPr>
            <p:cNvPr id="12" name="Google Shape;68;p106">
              <a:extLst>
                <a:ext uri="{FF2B5EF4-FFF2-40B4-BE49-F238E27FC236}">
                  <a16:creationId xmlns:a16="http://schemas.microsoft.com/office/drawing/2014/main" id="{E314DE30-AC45-4CE5-A2D0-B61F39D63F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7200" y="6553511"/>
              <a:ext cx="2328863" cy="45718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13" name="Google Shape;69;p106">
              <a:extLst>
                <a:ext uri="{FF2B5EF4-FFF2-40B4-BE49-F238E27FC236}">
                  <a16:creationId xmlns:a16="http://schemas.microsoft.com/office/drawing/2014/main" id="{7C259459-26E1-4435-9DB8-4F8CB1CB1A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000" y="6553511"/>
              <a:ext cx="2362200" cy="45718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14" name="Google Shape;70;p106">
              <a:extLst>
                <a:ext uri="{FF2B5EF4-FFF2-40B4-BE49-F238E27FC236}">
                  <a16:creationId xmlns:a16="http://schemas.microsoft.com/office/drawing/2014/main" id="{83B36E22-03F2-4FF9-8495-AE8691BCDA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6538" y="6553511"/>
              <a:ext cx="2328862" cy="4571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27435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2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 defTabSz="685800">
              <a:buClrTx/>
            </a:pPr>
            <a:fld id="{00000000-1234-1234-1234-123412341234}" type="slidenum">
              <a:rPr lang="en" sz="1350" kern="1200" smtClean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pPr algn="r" defTabSz="685800">
                <a:buClrTx/>
              </a:pPr>
              <a:t>‹#›</a:t>
            </a:fld>
            <a:endParaRPr lang="en" sz="135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78373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151137" y="231524"/>
            <a:ext cx="8728089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96" b="0" i="0">
                <a:solidFill>
                  <a:srgbClr val="1B147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body" idx="1"/>
          </p:nvPr>
        </p:nvSpPr>
        <p:spPr>
          <a:xfrm>
            <a:off x="490353" y="3071299"/>
            <a:ext cx="3908355" cy="256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lvl="0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665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450147" lvl="1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907330" y="6631479"/>
            <a:ext cx="1166162" cy="146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7339394" y="6631480"/>
            <a:ext cx="570996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423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60423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60423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60423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60423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60423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60423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60423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60423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r>
              <a:rPr lang="en-US"/>
              <a:t> / 100</a:t>
            </a:r>
          </a:p>
        </p:txBody>
      </p:sp>
    </p:spTree>
    <p:extLst>
      <p:ext uri="{BB962C8B-B14F-4D97-AF65-F5344CB8AC3E}">
        <p14:creationId xmlns:p14="http://schemas.microsoft.com/office/powerpoint/2010/main" val="9984061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ctrTitle"/>
          </p:nvPr>
        </p:nvSpPr>
        <p:spPr>
          <a:xfrm>
            <a:off x="685800" y="2125979"/>
            <a:ext cx="7772400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96" b="0" i="0">
                <a:solidFill>
                  <a:srgbClr val="1B147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ubTitle" idx="1"/>
          </p:nvPr>
        </p:nvSpPr>
        <p:spPr>
          <a:xfrm>
            <a:off x="1371600" y="3840480"/>
            <a:ext cx="6400800" cy="256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665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907330" y="6631479"/>
            <a:ext cx="1166162" cy="146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7339394" y="6631480"/>
            <a:ext cx="570996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423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60423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60423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60423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60423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60423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60423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60423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60423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r>
              <a:rPr lang="en-US"/>
              <a:t> / 100</a:t>
            </a:r>
          </a:p>
        </p:txBody>
      </p:sp>
    </p:spTree>
    <p:extLst>
      <p:ext uri="{BB962C8B-B14F-4D97-AF65-F5344CB8AC3E}">
        <p14:creationId xmlns:p14="http://schemas.microsoft.com/office/powerpoint/2010/main" val="34112643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151137" y="231524"/>
            <a:ext cx="8728089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96" b="0" i="0">
                <a:solidFill>
                  <a:srgbClr val="1B147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457201" y="1577340"/>
            <a:ext cx="397764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lvl="0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1450147" lvl="1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2"/>
          </p:nvPr>
        </p:nvSpPr>
        <p:spPr>
          <a:xfrm>
            <a:off x="4709161" y="1577340"/>
            <a:ext cx="397764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lvl="0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1450147" lvl="1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ftr" idx="11"/>
          </p:nvPr>
        </p:nvSpPr>
        <p:spPr>
          <a:xfrm>
            <a:off x="907330" y="6631479"/>
            <a:ext cx="1166162" cy="146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7339394" y="6631480"/>
            <a:ext cx="570996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423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60423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60423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60423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60423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60423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60423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60423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60423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r>
              <a:rPr lang="en-US"/>
              <a:t> / 100</a:t>
            </a:r>
          </a:p>
        </p:txBody>
      </p:sp>
    </p:spTree>
    <p:extLst>
      <p:ext uri="{BB962C8B-B14F-4D97-AF65-F5344CB8AC3E}">
        <p14:creationId xmlns:p14="http://schemas.microsoft.com/office/powerpoint/2010/main" val="24105202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151137" y="231524"/>
            <a:ext cx="8728089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96" b="0" i="0">
                <a:solidFill>
                  <a:srgbClr val="1B147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ftr" idx="11"/>
          </p:nvPr>
        </p:nvSpPr>
        <p:spPr>
          <a:xfrm>
            <a:off x="907330" y="6631479"/>
            <a:ext cx="1166162" cy="146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7339394" y="6631480"/>
            <a:ext cx="570996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423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60423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60423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60423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60423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60423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60423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60423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60423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r>
              <a:rPr lang="en-US"/>
              <a:t> / 100</a:t>
            </a:r>
          </a:p>
        </p:txBody>
      </p:sp>
    </p:spTree>
    <p:extLst>
      <p:ext uri="{BB962C8B-B14F-4D97-AF65-F5344CB8AC3E}">
        <p14:creationId xmlns:p14="http://schemas.microsoft.com/office/powerpoint/2010/main" val="8504673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1"/>
          <p:cNvSpPr txBox="1">
            <a:spLocks noGrp="1"/>
          </p:cNvSpPr>
          <p:nvPr>
            <p:ph type="ctrTitle"/>
          </p:nvPr>
        </p:nvSpPr>
        <p:spPr>
          <a:xfrm>
            <a:off x="685800" y="2125979"/>
            <a:ext cx="7772400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96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71"/>
          <p:cNvSpPr txBox="1">
            <a:spLocks noGrp="1"/>
          </p:cNvSpPr>
          <p:nvPr>
            <p:ph type="subTitle" idx="1"/>
          </p:nvPr>
        </p:nvSpPr>
        <p:spPr>
          <a:xfrm>
            <a:off x="1371600" y="3840480"/>
            <a:ext cx="6400800" cy="256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665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1"/>
          <p:cNvSpPr txBox="1">
            <a:spLocks noGrp="1"/>
          </p:cNvSpPr>
          <p:nvPr>
            <p:ph type="ftr" idx="11"/>
          </p:nvPr>
        </p:nvSpPr>
        <p:spPr>
          <a:xfrm>
            <a:off x="907330" y="6631479"/>
            <a:ext cx="1166162" cy="146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1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1"/>
          <p:cNvSpPr txBox="1">
            <a:spLocks noGrp="1"/>
          </p:cNvSpPr>
          <p:nvPr>
            <p:ph type="sldNum" idx="12"/>
          </p:nvPr>
        </p:nvSpPr>
        <p:spPr>
          <a:xfrm>
            <a:off x="7372622" y="6631480"/>
            <a:ext cx="504647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93655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3655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3655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3655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93655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655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3655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93655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93655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r>
              <a:rPr lang="en-US"/>
              <a:t> / 67</a:t>
            </a:r>
          </a:p>
        </p:txBody>
      </p:sp>
    </p:spTree>
    <p:extLst>
      <p:ext uri="{BB962C8B-B14F-4D97-AF65-F5344CB8AC3E}">
        <p14:creationId xmlns:p14="http://schemas.microsoft.com/office/powerpoint/2010/main" val="16530014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2"/>
          <p:cNvSpPr txBox="1">
            <a:spLocks noGrp="1"/>
          </p:cNvSpPr>
          <p:nvPr>
            <p:ph type="title"/>
          </p:nvPr>
        </p:nvSpPr>
        <p:spPr>
          <a:xfrm>
            <a:off x="151137" y="231524"/>
            <a:ext cx="8409862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96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72"/>
          <p:cNvSpPr txBox="1">
            <a:spLocks noGrp="1"/>
          </p:cNvSpPr>
          <p:nvPr>
            <p:ph type="body" idx="1"/>
          </p:nvPr>
        </p:nvSpPr>
        <p:spPr>
          <a:xfrm>
            <a:off x="457201" y="1577340"/>
            <a:ext cx="397764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lvl="0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1450147" lvl="1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2"/>
          <p:cNvSpPr txBox="1">
            <a:spLocks noGrp="1"/>
          </p:cNvSpPr>
          <p:nvPr>
            <p:ph type="body" idx="2"/>
          </p:nvPr>
        </p:nvSpPr>
        <p:spPr>
          <a:xfrm>
            <a:off x="4709161" y="1577340"/>
            <a:ext cx="397764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lvl="0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1450147" lvl="1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2"/>
          <p:cNvSpPr txBox="1">
            <a:spLocks noGrp="1"/>
          </p:cNvSpPr>
          <p:nvPr>
            <p:ph type="ftr" idx="11"/>
          </p:nvPr>
        </p:nvSpPr>
        <p:spPr>
          <a:xfrm>
            <a:off x="907330" y="6631479"/>
            <a:ext cx="1166162" cy="146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2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2"/>
          <p:cNvSpPr txBox="1">
            <a:spLocks noGrp="1"/>
          </p:cNvSpPr>
          <p:nvPr>
            <p:ph type="sldNum" idx="12"/>
          </p:nvPr>
        </p:nvSpPr>
        <p:spPr>
          <a:xfrm>
            <a:off x="7372622" y="6631480"/>
            <a:ext cx="504647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93655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3655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3655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3655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93655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655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3655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93655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93655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r>
              <a:rPr lang="en-US"/>
              <a:t> / 67</a:t>
            </a:r>
          </a:p>
        </p:txBody>
      </p:sp>
    </p:spTree>
    <p:extLst>
      <p:ext uri="{BB962C8B-B14F-4D97-AF65-F5344CB8AC3E}">
        <p14:creationId xmlns:p14="http://schemas.microsoft.com/office/powerpoint/2010/main" val="31075431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3"/>
          <p:cNvSpPr txBox="1">
            <a:spLocks noGrp="1"/>
          </p:cNvSpPr>
          <p:nvPr>
            <p:ph type="title"/>
          </p:nvPr>
        </p:nvSpPr>
        <p:spPr>
          <a:xfrm>
            <a:off x="151137" y="231524"/>
            <a:ext cx="8409862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96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3"/>
          <p:cNvSpPr txBox="1">
            <a:spLocks noGrp="1"/>
          </p:cNvSpPr>
          <p:nvPr>
            <p:ph type="ftr" idx="11"/>
          </p:nvPr>
        </p:nvSpPr>
        <p:spPr>
          <a:xfrm>
            <a:off x="907330" y="6631479"/>
            <a:ext cx="1166162" cy="146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3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3"/>
          <p:cNvSpPr txBox="1">
            <a:spLocks noGrp="1"/>
          </p:cNvSpPr>
          <p:nvPr>
            <p:ph type="sldNum" idx="12"/>
          </p:nvPr>
        </p:nvSpPr>
        <p:spPr>
          <a:xfrm>
            <a:off x="7372622" y="6631480"/>
            <a:ext cx="504647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93655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3655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3655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3655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93655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655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3655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93655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93655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r>
              <a:rPr lang="en-US"/>
              <a:t> / 67</a:t>
            </a:r>
          </a:p>
        </p:txBody>
      </p:sp>
    </p:spTree>
    <p:extLst>
      <p:ext uri="{BB962C8B-B14F-4D97-AF65-F5344CB8AC3E}">
        <p14:creationId xmlns:p14="http://schemas.microsoft.com/office/powerpoint/2010/main" val="35552378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Blank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55"/>
          <p:cNvSpPr txBox="1">
            <a:spLocks noGrp="1"/>
          </p:cNvSpPr>
          <p:nvPr>
            <p:ph type="ftr" idx="11"/>
          </p:nvPr>
        </p:nvSpPr>
        <p:spPr>
          <a:xfrm>
            <a:off x="3108960" y="6377939"/>
            <a:ext cx="2926080" cy="146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55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55"/>
          <p:cNvSpPr txBox="1">
            <a:spLocks noGrp="1"/>
          </p:cNvSpPr>
          <p:nvPr>
            <p:ph type="sldNum" idx="12"/>
          </p:nvPr>
        </p:nvSpPr>
        <p:spPr>
          <a:xfrm>
            <a:off x="7306387" y="6631480"/>
            <a:ext cx="637460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5881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25881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25881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5881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25881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25881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25881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5881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25881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r>
              <a:rPr lang="en-US"/>
              <a:t> / 153</a:t>
            </a:r>
          </a:p>
        </p:txBody>
      </p:sp>
    </p:spTree>
    <p:extLst>
      <p:ext uri="{BB962C8B-B14F-4D97-AF65-F5344CB8AC3E}">
        <p14:creationId xmlns:p14="http://schemas.microsoft.com/office/powerpoint/2010/main" val="283398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Blank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55"/>
          <p:cNvSpPr txBox="1">
            <a:spLocks noGrp="1"/>
          </p:cNvSpPr>
          <p:nvPr>
            <p:ph type="ftr" idx="11"/>
          </p:nvPr>
        </p:nvSpPr>
        <p:spPr>
          <a:xfrm>
            <a:off x="3108960" y="6377939"/>
            <a:ext cx="292608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55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55"/>
          <p:cNvSpPr txBox="1">
            <a:spLocks noGrp="1"/>
          </p:cNvSpPr>
          <p:nvPr>
            <p:ph type="sldNum" idx="12"/>
          </p:nvPr>
        </p:nvSpPr>
        <p:spPr>
          <a:xfrm>
            <a:off x="7306387" y="6631480"/>
            <a:ext cx="637460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5881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25881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25881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5881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25881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25881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25881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5881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25881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r>
              <a:rPr lang="en-US"/>
              <a:t> / 153</a:t>
            </a:r>
          </a:p>
        </p:txBody>
      </p:sp>
    </p:spTree>
    <p:extLst>
      <p:ext uri="{BB962C8B-B14F-4D97-AF65-F5344CB8AC3E}">
        <p14:creationId xmlns:p14="http://schemas.microsoft.com/office/powerpoint/2010/main" val="167298745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6"/>
          <p:cNvSpPr txBox="1">
            <a:spLocks noGrp="1"/>
          </p:cNvSpPr>
          <p:nvPr>
            <p:ph type="title"/>
          </p:nvPr>
        </p:nvSpPr>
        <p:spPr>
          <a:xfrm>
            <a:off x="151137" y="231524"/>
            <a:ext cx="8354474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96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56"/>
          <p:cNvSpPr txBox="1">
            <a:spLocks noGrp="1"/>
          </p:cNvSpPr>
          <p:nvPr>
            <p:ph type="body" idx="1"/>
          </p:nvPr>
        </p:nvSpPr>
        <p:spPr>
          <a:xfrm>
            <a:off x="550775" y="1373073"/>
            <a:ext cx="7967767" cy="256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lvl="0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665" b="0" i="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450147" lvl="1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6"/>
          <p:cNvSpPr txBox="1">
            <a:spLocks noGrp="1"/>
          </p:cNvSpPr>
          <p:nvPr>
            <p:ph type="ftr" idx="11"/>
          </p:nvPr>
        </p:nvSpPr>
        <p:spPr>
          <a:xfrm>
            <a:off x="3108960" y="6377939"/>
            <a:ext cx="292608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6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6"/>
          <p:cNvSpPr txBox="1">
            <a:spLocks noGrp="1"/>
          </p:cNvSpPr>
          <p:nvPr>
            <p:ph type="sldNum" idx="12"/>
          </p:nvPr>
        </p:nvSpPr>
        <p:spPr>
          <a:xfrm>
            <a:off x="7306387" y="6631480"/>
            <a:ext cx="637460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5881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25881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25881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5881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25881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25881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25881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5881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25881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r>
              <a:rPr lang="en-US"/>
              <a:t> / 153</a:t>
            </a:r>
          </a:p>
        </p:txBody>
      </p:sp>
    </p:spTree>
    <p:extLst>
      <p:ext uri="{BB962C8B-B14F-4D97-AF65-F5344CB8AC3E}">
        <p14:creationId xmlns:p14="http://schemas.microsoft.com/office/powerpoint/2010/main" val="365879400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57"/>
          <p:cNvSpPr txBox="1">
            <a:spLocks noGrp="1"/>
          </p:cNvSpPr>
          <p:nvPr>
            <p:ph type="ctrTitle"/>
          </p:nvPr>
        </p:nvSpPr>
        <p:spPr>
          <a:xfrm>
            <a:off x="151137" y="231524"/>
            <a:ext cx="6133932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96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57"/>
          <p:cNvSpPr txBox="1">
            <a:spLocks noGrp="1"/>
          </p:cNvSpPr>
          <p:nvPr>
            <p:ph type="subTitle" idx="1"/>
          </p:nvPr>
        </p:nvSpPr>
        <p:spPr>
          <a:xfrm>
            <a:off x="1022315" y="5202307"/>
            <a:ext cx="6283982" cy="256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665" b="0" i="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57"/>
          <p:cNvSpPr txBox="1">
            <a:spLocks noGrp="1"/>
          </p:cNvSpPr>
          <p:nvPr>
            <p:ph type="ftr" idx="11"/>
          </p:nvPr>
        </p:nvSpPr>
        <p:spPr>
          <a:xfrm>
            <a:off x="3108960" y="6377939"/>
            <a:ext cx="292608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57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57"/>
          <p:cNvSpPr txBox="1">
            <a:spLocks noGrp="1"/>
          </p:cNvSpPr>
          <p:nvPr>
            <p:ph type="sldNum" idx="12"/>
          </p:nvPr>
        </p:nvSpPr>
        <p:spPr>
          <a:xfrm>
            <a:off x="7306387" y="6631480"/>
            <a:ext cx="637460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5881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25881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25881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5881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25881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25881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25881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5881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25881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r>
              <a:rPr lang="en-US"/>
              <a:t> / 153</a:t>
            </a:r>
          </a:p>
        </p:txBody>
      </p:sp>
    </p:spTree>
    <p:extLst>
      <p:ext uri="{BB962C8B-B14F-4D97-AF65-F5344CB8AC3E}">
        <p14:creationId xmlns:p14="http://schemas.microsoft.com/office/powerpoint/2010/main" val="324489255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8"/>
          <p:cNvSpPr txBox="1">
            <a:spLocks noGrp="1"/>
          </p:cNvSpPr>
          <p:nvPr>
            <p:ph type="title"/>
          </p:nvPr>
        </p:nvSpPr>
        <p:spPr>
          <a:xfrm>
            <a:off x="151137" y="231524"/>
            <a:ext cx="8354474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96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58"/>
          <p:cNvSpPr txBox="1">
            <a:spLocks noGrp="1"/>
          </p:cNvSpPr>
          <p:nvPr>
            <p:ph type="body" idx="1"/>
          </p:nvPr>
        </p:nvSpPr>
        <p:spPr>
          <a:xfrm>
            <a:off x="457201" y="1577340"/>
            <a:ext cx="397764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lvl="0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1450147" lvl="1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8"/>
          <p:cNvSpPr txBox="1">
            <a:spLocks noGrp="1"/>
          </p:cNvSpPr>
          <p:nvPr>
            <p:ph type="body" idx="2"/>
          </p:nvPr>
        </p:nvSpPr>
        <p:spPr>
          <a:xfrm>
            <a:off x="4709161" y="1577340"/>
            <a:ext cx="397764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lvl="0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1450147" lvl="1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58"/>
          <p:cNvSpPr txBox="1">
            <a:spLocks noGrp="1"/>
          </p:cNvSpPr>
          <p:nvPr>
            <p:ph type="ftr" idx="11"/>
          </p:nvPr>
        </p:nvSpPr>
        <p:spPr>
          <a:xfrm>
            <a:off x="3108960" y="6377939"/>
            <a:ext cx="292608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58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58"/>
          <p:cNvSpPr txBox="1">
            <a:spLocks noGrp="1"/>
          </p:cNvSpPr>
          <p:nvPr>
            <p:ph type="sldNum" idx="12"/>
          </p:nvPr>
        </p:nvSpPr>
        <p:spPr>
          <a:xfrm>
            <a:off x="7306387" y="6631480"/>
            <a:ext cx="637460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5881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25881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25881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5881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25881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25881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25881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5881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25881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r>
              <a:rPr lang="en-US"/>
              <a:t> / 153</a:t>
            </a:r>
          </a:p>
        </p:txBody>
      </p:sp>
    </p:spTree>
    <p:extLst>
      <p:ext uri="{BB962C8B-B14F-4D97-AF65-F5344CB8AC3E}">
        <p14:creationId xmlns:p14="http://schemas.microsoft.com/office/powerpoint/2010/main" val="23689513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59"/>
          <p:cNvSpPr txBox="1">
            <a:spLocks noGrp="1"/>
          </p:cNvSpPr>
          <p:nvPr>
            <p:ph type="title"/>
          </p:nvPr>
        </p:nvSpPr>
        <p:spPr>
          <a:xfrm>
            <a:off x="151137" y="231524"/>
            <a:ext cx="8354474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96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59"/>
          <p:cNvSpPr txBox="1">
            <a:spLocks noGrp="1"/>
          </p:cNvSpPr>
          <p:nvPr>
            <p:ph type="ftr" idx="11"/>
          </p:nvPr>
        </p:nvSpPr>
        <p:spPr>
          <a:xfrm>
            <a:off x="3108960" y="6377939"/>
            <a:ext cx="292608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9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9"/>
          <p:cNvSpPr txBox="1">
            <a:spLocks noGrp="1"/>
          </p:cNvSpPr>
          <p:nvPr>
            <p:ph type="sldNum" idx="12"/>
          </p:nvPr>
        </p:nvSpPr>
        <p:spPr>
          <a:xfrm>
            <a:off x="7306387" y="6631480"/>
            <a:ext cx="637460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5881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25881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25881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5881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25881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25881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25881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5881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25881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r>
              <a:rPr lang="en-US"/>
              <a:t> / 153</a:t>
            </a:r>
          </a:p>
        </p:txBody>
      </p:sp>
    </p:spTree>
    <p:extLst>
      <p:ext uri="{BB962C8B-B14F-4D97-AF65-F5344CB8AC3E}">
        <p14:creationId xmlns:p14="http://schemas.microsoft.com/office/powerpoint/2010/main" val="3845291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5.jp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2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5.jpg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26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7" Type="http://schemas.openxmlformats.org/officeDocument/2006/relationships/image" Target="../media/image15.jpg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9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3" name="Google Shape;13;p9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4" name="Google Shape;14;p9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80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485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3" r:id="rId2"/>
    <p:sldLayoutId id="2147483804" r:id="rId3"/>
    <p:sldLayoutId id="2147483805" r:id="rId4"/>
    <p:sldLayoutId id="2147483806" r:id="rId5"/>
    <p:sldLayoutId id="2147483807" r:id="rId6"/>
    <p:sldLayoutId id="2147483808" r:id="rId7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0" y="169608"/>
            <a:ext cx="9134589" cy="667813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151137" y="231524"/>
            <a:ext cx="8728089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rgbClr val="1B147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490353" y="3071299"/>
            <a:ext cx="390835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907330" y="6631479"/>
            <a:ext cx="1166162" cy="146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55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sldNum" idx="12"/>
          </p:nvPr>
        </p:nvSpPr>
        <p:spPr>
          <a:xfrm>
            <a:off x="7339394" y="6631480"/>
            <a:ext cx="570996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423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60423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60423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60423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60423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60423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60423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60423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60423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r>
              <a:rPr lang="en-US"/>
              <a:t> / 100</a:t>
            </a:r>
            <a:endParaRPr lang="en-US" sz="222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1399180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85" r:id="rId1"/>
    <p:sldLayoutId id="2147483886" r:id="rId2"/>
    <p:sldLayoutId id="2147483887" r:id="rId3"/>
    <p:sldLayoutId id="2147483888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6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0" y="169608"/>
            <a:ext cx="9134589" cy="667813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68"/>
          <p:cNvSpPr txBox="1">
            <a:spLocks noGrp="1"/>
          </p:cNvSpPr>
          <p:nvPr>
            <p:ph type="title"/>
          </p:nvPr>
        </p:nvSpPr>
        <p:spPr>
          <a:xfrm>
            <a:off x="151137" y="231524"/>
            <a:ext cx="8409862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68"/>
          <p:cNvSpPr txBox="1">
            <a:spLocks noGrp="1"/>
          </p:cNvSpPr>
          <p:nvPr>
            <p:ph type="body" idx="1"/>
          </p:nvPr>
        </p:nvSpPr>
        <p:spPr>
          <a:xfrm>
            <a:off x="982032" y="1512782"/>
            <a:ext cx="7179932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68"/>
          <p:cNvSpPr txBox="1">
            <a:spLocks noGrp="1"/>
          </p:cNvSpPr>
          <p:nvPr>
            <p:ph type="ftr" idx="11"/>
          </p:nvPr>
        </p:nvSpPr>
        <p:spPr>
          <a:xfrm>
            <a:off x="907330" y="6631479"/>
            <a:ext cx="1166162" cy="146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9pPr>
          </a:lstStyle>
          <a:p>
            <a:endParaRPr/>
          </a:p>
        </p:txBody>
      </p:sp>
      <p:sp>
        <p:nvSpPr>
          <p:cNvPr id="10" name="Google Shape;10;p68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55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9pPr>
          </a:lstStyle>
          <a:p>
            <a:endParaRPr/>
          </a:p>
        </p:txBody>
      </p:sp>
      <p:sp>
        <p:nvSpPr>
          <p:cNvPr id="11" name="Google Shape;11;p68"/>
          <p:cNvSpPr txBox="1">
            <a:spLocks noGrp="1"/>
          </p:cNvSpPr>
          <p:nvPr>
            <p:ph type="sldNum" idx="12"/>
          </p:nvPr>
        </p:nvSpPr>
        <p:spPr>
          <a:xfrm>
            <a:off x="7372622" y="6631480"/>
            <a:ext cx="504647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93655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3655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3655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3655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93655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655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3655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93655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93655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r>
              <a:rPr lang="en-US"/>
              <a:t> / 67</a:t>
            </a:r>
            <a:endParaRPr lang="en-US" sz="222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7896852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4" r:id="rId3"/>
    <p:sldLayoutId id="2147483895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5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0" y="169608"/>
            <a:ext cx="9134589" cy="667813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54"/>
          <p:cNvSpPr txBox="1">
            <a:spLocks noGrp="1"/>
          </p:cNvSpPr>
          <p:nvPr>
            <p:ph type="title"/>
          </p:nvPr>
        </p:nvSpPr>
        <p:spPr>
          <a:xfrm>
            <a:off x="151137" y="231524"/>
            <a:ext cx="835447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54"/>
          <p:cNvSpPr txBox="1">
            <a:spLocks noGrp="1"/>
          </p:cNvSpPr>
          <p:nvPr>
            <p:ph type="body" idx="1"/>
          </p:nvPr>
        </p:nvSpPr>
        <p:spPr>
          <a:xfrm>
            <a:off x="550775" y="1373073"/>
            <a:ext cx="7967767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54"/>
          <p:cNvSpPr txBox="1">
            <a:spLocks noGrp="1"/>
          </p:cNvSpPr>
          <p:nvPr>
            <p:ph type="ftr" idx="11"/>
          </p:nvPr>
        </p:nvSpPr>
        <p:spPr>
          <a:xfrm>
            <a:off x="3108960" y="6377939"/>
            <a:ext cx="292608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855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9pPr>
          </a:lstStyle>
          <a:p>
            <a:endParaRPr/>
          </a:p>
        </p:txBody>
      </p:sp>
      <p:sp>
        <p:nvSpPr>
          <p:cNvPr id="10" name="Google Shape;10;p154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55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9pPr>
          </a:lstStyle>
          <a:p>
            <a:endParaRPr/>
          </a:p>
        </p:txBody>
      </p:sp>
      <p:sp>
        <p:nvSpPr>
          <p:cNvPr id="11" name="Google Shape;11;p154"/>
          <p:cNvSpPr txBox="1">
            <a:spLocks noGrp="1"/>
          </p:cNvSpPr>
          <p:nvPr>
            <p:ph type="sldNum" idx="12"/>
          </p:nvPr>
        </p:nvSpPr>
        <p:spPr>
          <a:xfrm>
            <a:off x="7306387" y="6631480"/>
            <a:ext cx="637460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5881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25881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25881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5881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25881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25881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25881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5881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25881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r>
              <a:rPr lang="en-US"/>
              <a:t> / 153</a:t>
            </a:r>
            <a:endParaRPr lang="en-US" sz="222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5139162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97" r:id="rId1"/>
    <p:sldLayoutId id="2147483898" r:id="rId2"/>
    <p:sldLayoutId id="2147483899" r:id="rId3"/>
    <p:sldLayoutId id="2147483900" r:id="rId4"/>
    <p:sldLayoutId id="2147483901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mozanunal.com/2019/11/img2sh/" TargetMode="External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23.png"/><Relationship Id="rId4" Type="http://schemas.openxmlformats.org/officeDocument/2006/relationships/customXml" Target="../ink/ink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thworks.com/help/matlab/creating_plots/image-types.html" TargetMode="External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25.png"/><Relationship Id="rId4" Type="http://schemas.openxmlformats.org/officeDocument/2006/relationships/customXml" Target="../ink/ink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46.png"/><Relationship Id="rId4" Type="http://schemas.openxmlformats.org/officeDocument/2006/relationships/customXml" Target="../ink/ink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8.xml"/><Relationship Id="rId6" Type="http://schemas.openxmlformats.org/officeDocument/2006/relationships/customXml" Target="../ink/ink8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8.xml"/><Relationship Id="rId6" Type="http://schemas.openxmlformats.org/officeDocument/2006/relationships/customXml" Target="../ink/ink9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8.xml"/><Relationship Id="rId6" Type="http://schemas.openxmlformats.org/officeDocument/2006/relationships/customXml" Target="../ink/ink10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.xml"/><Relationship Id="rId3" Type="http://schemas.openxmlformats.org/officeDocument/2006/relationships/image" Target="../media/image72.png"/><Relationship Id="rId7" Type="http://schemas.openxmlformats.org/officeDocument/2006/relationships/image" Target="../media/image64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8.xml"/><Relationship Id="rId6" Type="http://schemas.openxmlformats.org/officeDocument/2006/relationships/customXml" Target="../ink/ink11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Relationship Id="rId9" Type="http://schemas.openxmlformats.org/officeDocument/2006/relationships/image" Target="../media/image7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8.xml"/><Relationship Id="rId6" Type="http://schemas.openxmlformats.org/officeDocument/2006/relationships/customXml" Target="../ink/ink13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8.xml"/><Relationship Id="rId6" Type="http://schemas.openxmlformats.org/officeDocument/2006/relationships/customXml" Target="../ink/ink14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7" Type="http://schemas.openxmlformats.org/officeDocument/2006/relationships/image" Target="../media/image8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8.xml"/><Relationship Id="rId6" Type="http://schemas.openxmlformats.org/officeDocument/2006/relationships/customXml" Target="../ink/ink15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8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8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8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8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8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07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8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8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8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3" Type="http://schemas.openxmlformats.org/officeDocument/2006/relationships/image" Target="../media/image113.png"/><Relationship Id="rId7" Type="http://schemas.openxmlformats.org/officeDocument/2006/relationships/image" Target="../media/image11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16.png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8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8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8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8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8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8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8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8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8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8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8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8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8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8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8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8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28.png"/><Relationship Id="rId5" Type="http://schemas.openxmlformats.org/officeDocument/2006/relationships/image" Target="../media/image127.png"/><Relationship Id="rId4" Type="http://schemas.openxmlformats.org/officeDocument/2006/relationships/image" Target="../media/image126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8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8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8.xml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3" Type="http://schemas.openxmlformats.org/officeDocument/2006/relationships/image" Target="../media/image91.png"/><Relationship Id="rId7" Type="http://schemas.openxmlformats.org/officeDocument/2006/relationships/image" Target="../media/image133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32.png"/><Relationship Id="rId11" Type="http://schemas.openxmlformats.org/officeDocument/2006/relationships/image" Target="../media/image137.png"/><Relationship Id="rId5" Type="http://schemas.openxmlformats.org/officeDocument/2006/relationships/image" Target="../media/image131.png"/><Relationship Id="rId10" Type="http://schemas.openxmlformats.org/officeDocument/2006/relationships/image" Target="../media/image136.png"/><Relationship Id="rId4" Type="http://schemas.openxmlformats.org/officeDocument/2006/relationships/image" Target="../media/image130.png"/><Relationship Id="rId9" Type="http://schemas.openxmlformats.org/officeDocument/2006/relationships/image" Target="../media/image135.png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13" Type="http://schemas.openxmlformats.org/officeDocument/2006/relationships/image" Target="../media/image148.png"/><Relationship Id="rId3" Type="http://schemas.openxmlformats.org/officeDocument/2006/relationships/image" Target="../media/image138.png"/><Relationship Id="rId7" Type="http://schemas.openxmlformats.org/officeDocument/2006/relationships/image" Target="../media/image142.png"/><Relationship Id="rId12" Type="http://schemas.openxmlformats.org/officeDocument/2006/relationships/image" Target="../media/image147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41.png"/><Relationship Id="rId11" Type="http://schemas.openxmlformats.org/officeDocument/2006/relationships/image" Target="../media/image146.png"/><Relationship Id="rId5" Type="http://schemas.openxmlformats.org/officeDocument/2006/relationships/image" Target="../media/image140.png"/><Relationship Id="rId10" Type="http://schemas.openxmlformats.org/officeDocument/2006/relationships/image" Target="../media/image145.png"/><Relationship Id="rId4" Type="http://schemas.openxmlformats.org/officeDocument/2006/relationships/image" Target="../media/image139.png"/><Relationship Id="rId9" Type="http://schemas.openxmlformats.org/officeDocument/2006/relationships/image" Target="../media/image144.png"/><Relationship Id="rId14" Type="http://schemas.openxmlformats.org/officeDocument/2006/relationships/image" Target="../media/image149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8.xml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png"/><Relationship Id="rId3" Type="http://schemas.openxmlformats.org/officeDocument/2006/relationships/image" Target="../media/image151.png"/><Relationship Id="rId7" Type="http://schemas.openxmlformats.org/officeDocument/2006/relationships/image" Target="../media/image155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54.png"/><Relationship Id="rId5" Type="http://schemas.openxmlformats.org/officeDocument/2006/relationships/image" Target="../media/image153.png"/><Relationship Id="rId10" Type="http://schemas.openxmlformats.org/officeDocument/2006/relationships/image" Target="../media/image158.png"/><Relationship Id="rId4" Type="http://schemas.openxmlformats.org/officeDocument/2006/relationships/image" Target="../media/image152.png"/><Relationship Id="rId9" Type="http://schemas.openxmlformats.org/officeDocument/2006/relationships/image" Target="../media/image157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61.png"/><Relationship Id="rId5" Type="http://schemas.openxmlformats.org/officeDocument/2006/relationships/image" Target="../media/image160.png"/><Relationship Id="rId4" Type="http://schemas.openxmlformats.org/officeDocument/2006/relationships/image" Target="../media/image159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8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8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67.png"/><Relationship Id="rId5" Type="http://schemas.openxmlformats.org/officeDocument/2006/relationships/image" Target="../media/image166.png"/><Relationship Id="rId4" Type="http://schemas.openxmlformats.org/officeDocument/2006/relationships/image" Target="../media/image165.png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png"/><Relationship Id="rId3" Type="http://schemas.openxmlformats.org/officeDocument/2006/relationships/image" Target="../media/image168.png"/><Relationship Id="rId7" Type="http://schemas.openxmlformats.org/officeDocument/2006/relationships/image" Target="../media/image172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71.png"/><Relationship Id="rId5" Type="http://schemas.openxmlformats.org/officeDocument/2006/relationships/image" Target="../media/image170.png"/><Relationship Id="rId10" Type="http://schemas.openxmlformats.org/officeDocument/2006/relationships/image" Target="../media/image174.png"/><Relationship Id="rId4" Type="http://schemas.openxmlformats.org/officeDocument/2006/relationships/image" Target="../media/image169.png"/><Relationship Id="rId9" Type="http://schemas.openxmlformats.org/officeDocument/2006/relationships/image" Target="../media/image164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78.png"/><Relationship Id="rId5" Type="http://schemas.openxmlformats.org/officeDocument/2006/relationships/image" Target="../media/image177.png"/><Relationship Id="rId4" Type="http://schemas.openxmlformats.org/officeDocument/2006/relationships/image" Target="../media/image176.png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3.png"/><Relationship Id="rId3" Type="http://schemas.openxmlformats.org/officeDocument/2006/relationships/image" Target="../media/image91.png"/><Relationship Id="rId7" Type="http://schemas.openxmlformats.org/officeDocument/2006/relationships/image" Target="../media/image182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81.png"/><Relationship Id="rId5" Type="http://schemas.openxmlformats.org/officeDocument/2006/relationships/image" Target="../media/image180.png"/><Relationship Id="rId4" Type="http://schemas.openxmlformats.org/officeDocument/2006/relationships/image" Target="../media/image179.png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9.png"/><Relationship Id="rId3" Type="http://schemas.openxmlformats.org/officeDocument/2006/relationships/image" Target="../media/image184.png"/><Relationship Id="rId7" Type="http://schemas.openxmlformats.org/officeDocument/2006/relationships/image" Target="../media/image188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87.png"/><Relationship Id="rId5" Type="http://schemas.openxmlformats.org/officeDocument/2006/relationships/image" Target="../media/image186.png"/><Relationship Id="rId10" Type="http://schemas.openxmlformats.org/officeDocument/2006/relationships/image" Target="../media/image191.png"/><Relationship Id="rId4" Type="http://schemas.openxmlformats.org/officeDocument/2006/relationships/image" Target="../media/image185.png"/><Relationship Id="rId9" Type="http://schemas.openxmlformats.org/officeDocument/2006/relationships/image" Target="../media/image190.png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7.png"/><Relationship Id="rId3" Type="http://schemas.openxmlformats.org/officeDocument/2006/relationships/image" Target="../media/image192.png"/><Relationship Id="rId7" Type="http://schemas.openxmlformats.org/officeDocument/2006/relationships/image" Target="../media/image196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95.png"/><Relationship Id="rId11" Type="http://schemas.openxmlformats.org/officeDocument/2006/relationships/image" Target="../media/image200.png"/><Relationship Id="rId5" Type="http://schemas.openxmlformats.org/officeDocument/2006/relationships/image" Target="../media/image194.png"/><Relationship Id="rId10" Type="http://schemas.openxmlformats.org/officeDocument/2006/relationships/image" Target="../media/image199.png"/><Relationship Id="rId4" Type="http://schemas.openxmlformats.org/officeDocument/2006/relationships/image" Target="../media/image193.png"/><Relationship Id="rId9" Type="http://schemas.openxmlformats.org/officeDocument/2006/relationships/image" Target="../media/image198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8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8.xml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7.png"/><Relationship Id="rId3" Type="http://schemas.openxmlformats.org/officeDocument/2006/relationships/image" Target="../media/image202.png"/><Relationship Id="rId7" Type="http://schemas.openxmlformats.org/officeDocument/2006/relationships/image" Target="../media/image206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05.png"/><Relationship Id="rId5" Type="http://schemas.openxmlformats.org/officeDocument/2006/relationships/image" Target="../media/image204.png"/><Relationship Id="rId4" Type="http://schemas.openxmlformats.org/officeDocument/2006/relationships/image" Target="../media/image203.png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8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8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210.png"/><Relationship Id="rId4" Type="http://schemas.openxmlformats.org/officeDocument/2006/relationships/image" Target="../media/image209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213.png"/><Relationship Id="rId4" Type="http://schemas.openxmlformats.org/officeDocument/2006/relationships/image" Target="../media/image212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4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16.png"/><Relationship Id="rId5" Type="http://schemas.openxmlformats.org/officeDocument/2006/relationships/image" Target="../media/image165.png"/><Relationship Id="rId4" Type="http://schemas.openxmlformats.org/officeDocument/2006/relationships/image" Target="../media/image215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17.png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8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8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21.png"/><Relationship Id="rId5" Type="http://schemas.openxmlformats.org/officeDocument/2006/relationships/image" Target="../media/image220.png"/><Relationship Id="rId4" Type="http://schemas.openxmlformats.org/officeDocument/2006/relationships/image" Target="../media/image219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2.jp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Google Shape;39;p1">
            <a:extLst>
              <a:ext uri="{FF2B5EF4-FFF2-40B4-BE49-F238E27FC236}">
                <a16:creationId xmlns:a16="http://schemas.microsoft.com/office/drawing/2014/main" id="{99520C1E-7FDD-487A-8FAD-FD1BBC4D63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00451" y="2934891"/>
            <a:ext cx="5429249" cy="1008459"/>
          </a:xfrm>
        </p:spPr>
        <p:txBody>
          <a:bodyPr spcFirstLastPara="1" vert="horz" wrap="square" lIns="51427" tIns="25706" rIns="51427" bIns="25706" rtlCol="0" anchor="ctr" anchorCtr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altLang="x-none" sz="3000" dirty="0">
                <a:solidFill>
                  <a:srgbClr val="FFFFFF"/>
                </a:solidFill>
              </a:rPr>
              <a:t>Deep Neural Networks</a:t>
            </a:r>
            <a:br>
              <a:rPr lang="en-US" altLang="x-none" sz="3000" dirty="0">
                <a:solidFill>
                  <a:srgbClr val="FFFFFF"/>
                </a:solidFill>
              </a:rPr>
            </a:br>
            <a:r>
              <a:rPr lang="en-US" altLang="x-none" sz="2400" dirty="0">
                <a:solidFill>
                  <a:srgbClr val="FFFFFF"/>
                </a:solidFill>
              </a:rPr>
              <a:t>(AIML ZG511)</a:t>
            </a:r>
            <a:endParaRPr lang="x-none" altLang="x-none" sz="24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Google Shape;39;p1">
            <a:extLst>
              <a:ext uri="{FF2B5EF4-FFF2-40B4-BE49-F238E27FC236}">
                <a16:creationId xmlns:a16="http://schemas.microsoft.com/office/drawing/2014/main" id="{99520C1E-7FDD-487A-8FAD-FD1BBC4D63F1}"/>
              </a:ext>
            </a:extLst>
          </p:cNvPr>
          <p:cNvSpPr txBox="1">
            <a:spLocks/>
          </p:cNvSpPr>
          <p:nvPr/>
        </p:nvSpPr>
        <p:spPr>
          <a:xfrm>
            <a:off x="3644206" y="5169584"/>
            <a:ext cx="5429249" cy="100845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51427" tIns="25706" rIns="51427" bIns="25706" rtlCol="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  <a:defRPr sz="18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00000"/>
              </a:lnSpc>
            </a:pPr>
            <a:endParaRPr lang="x-none" altLang="x-none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1860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idx="1"/>
          </p:nvPr>
        </p:nvSpPr>
        <p:spPr>
          <a:xfrm>
            <a:off x="623888" y="4679004"/>
            <a:ext cx="7886700" cy="852488"/>
          </a:xfrm>
        </p:spPr>
        <p:txBody>
          <a:bodyPr/>
          <a:lstStyle/>
          <a:p>
            <a:pPr algn="ctr">
              <a:spcBef>
                <a:spcPct val="0"/>
              </a:spcBef>
              <a:defRPr/>
            </a:pPr>
            <a:r>
              <a:rPr lang="en-US" sz="2700" b="1" dirty="0">
                <a:solidFill>
                  <a:schemeClr val="tx1"/>
                </a:solidFill>
                <a:latin typeface="Arial" charset="0"/>
                <a:cs typeface="Arial" charset="0"/>
              </a:rPr>
              <a:t>Session 7</a:t>
            </a:r>
          </a:p>
          <a:p>
            <a:pPr algn="ctr">
              <a:spcBef>
                <a:spcPct val="0"/>
              </a:spcBef>
              <a:defRPr/>
            </a:pPr>
            <a:r>
              <a:rPr lang="en-US" sz="2700" b="1" dirty="0">
                <a:solidFill>
                  <a:schemeClr val="tx1"/>
                </a:solidFill>
                <a:latin typeface="Arial" charset="0"/>
                <a:cs typeface="Arial" charset="0"/>
              </a:rPr>
              <a:t>(7</a:t>
            </a:r>
            <a:r>
              <a:rPr lang="en-US" sz="2700" b="1" baseline="30000" dirty="0">
                <a:solidFill>
                  <a:schemeClr val="tx1"/>
                </a:solidFill>
                <a:latin typeface="Arial" charset="0"/>
                <a:cs typeface="Arial" charset="0"/>
              </a:rPr>
              <a:t>th</a:t>
            </a:r>
            <a:r>
              <a:rPr lang="en-US" sz="2700" b="1" dirty="0">
                <a:solidFill>
                  <a:schemeClr val="tx1"/>
                </a:solidFill>
                <a:latin typeface="Arial" charset="0"/>
                <a:cs typeface="Arial" charset="0"/>
              </a:rPr>
              <a:t> June,2026)</a:t>
            </a:r>
          </a:p>
          <a:p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652E8C-CBFD-4C3A-8871-27DD4200CF79}"/>
              </a:ext>
            </a:extLst>
          </p:cNvPr>
          <p:cNvSpPr/>
          <p:nvPr/>
        </p:nvSpPr>
        <p:spPr>
          <a:xfrm>
            <a:off x="953311" y="3173546"/>
            <a:ext cx="7655668" cy="8248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 marR="194945" lvl="0" indent="-635" algn="ctr">
              <a:lnSpc>
                <a:spcPct val="84500"/>
              </a:lnSpc>
            </a:pPr>
            <a:r>
              <a:rPr lang="en-US" sz="2800" dirty="0">
                <a:latin typeface="Cambria"/>
                <a:ea typeface="Cambria"/>
                <a:cs typeface="Cambria"/>
                <a:sym typeface="Cambria"/>
              </a:rPr>
              <a:t>MODULE # 6 :</a:t>
            </a:r>
          </a:p>
          <a:p>
            <a:pPr marL="202565" marR="194945" lvl="0" indent="-635" algn="ctr">
              <a:lnSpc>
                <a:spcPct val="84500"/>
              </a:lnSpc>
            </a:pPr>
            <a:r>
              <a:rPr lang="en-US" sz="2800" dirty="0">
                <a:latin typeface="Cambria"/>
                <a:ea typeface="Cambria"/>
                <a:cs typeface="Cambria"/>
                <a:sym typeface="Cambria"/>
              </a:rPr>
              <a:t> CNN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9801A0-2F9E-4339-AE0C-2CB13B81C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787" y="316958"/>
            <a:ext cx="7858425" cy="77425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7A5532E-A98C-48A2-8D56-1AA6C6F7CCED}"/>
              </a:ext>
            </a:extLst>
          </p:cNvPr>
          <p:cNvSpPr/>
          <p:nvPr/>
        </p:nvSpPr>
        <p:spPr>
          <a:xfrm>
            <a:off x="1105711" y="1606874"/>
            <a:ext cx="7655668" cy="5632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 marR="194945" lvl="0" indent="-635" algn="ctr">
              <a:lnSpc>
                <a:spcPct val="84500"/>
              </a:lnSpc>
            </a:pPr>
            <a:r>
              <a:rPr lang="en-US" sz="1800" dirty="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For queries related to Assignment communicate with Dr Sameera K M</a:t>
            </a:r>
          </a:p>
          <a:p>
            <a:pPr marL="202565" marR="194945" lvl="0" indent="-635" algn="ctr">
              <a:lnSpc>
                <a:spcPct val="84500"/>
              </a:lnSpc>
            </a:pPr>
            <a:r>
              <a:rPr lang="nn-NO" sz="1800" dirty="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km.sameera@wilp.bits-pilani.ac.in</a:t>
            </a:r>
            <a:endParaRPr lang="en-US" sz="1800" dirty="0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6A40AE1-898D-4D65-9DFA-24E5574024B1}"/>
                  </a:ext>
                </a:extLst>
              </p14:cNvPr>
              <p14:cNvContentPartPr/>
              <p14:nvPr/>
            </p14:nvContentPartPr>
            <p14:xfrm>
              <a:off x="85320" y="2149200"/>
              <a:ext cx="8922600" cy="4492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6A40AE1-898D-4D65-9DFA-24E5574024B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960" y="2139840"/>
                <a:ext cx="8941320" cy="4511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79854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7;p4">
            <a:extLst>
              <a:ext uri="{FF2B5EF4-FFF2-40B4-BE49-F238E27FC236}">
                <a16:creationId xmlns:a16="http://schemas.microsoft.com/office/drawing/2014/main" id="{9EAE7F21-A90F-467C-B662-BCCFC062F257}"/>
              </a:ext>
            </a:extLst>
          </p:cNvPr>
          <p:cNvSpPr txBox="1"/>
          <p:nvPr/>
        </p:nvSpPr>
        <p:spPr>
          <a:xfrm>
            <a:off x="95300" y="313827"/>
            <a:ext cx="2871636" cy="384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400" b="1" cap="small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mage</a:t>
            </a: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</a:t>
            </a:r>
            <a:r>
              <a:rPr lang="en-US" sz="2400" b="1" cap="small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lassification</a:t>
            </a:r>
            <a:endParaRPr sz="2400" b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4C9ABA9-118C-4404-8306-CB9E2291A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26660"/>
            <a:ext cx="8179016" cy="373055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B95D2F5-651C-4871-824E-F7EB114E9AF3}"/>
                  </a:ext>
                </a:extLst>
              </p14:cNvPr>
              <p14:cNvContentPartPr/>
              <p14:nvPr/>
            </p14:nvContentPartPr>
            <p14:xfrm>
              <a:off x="604440" y="755640"/>
              <a:ext cx="8224200" cy="5846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B95D2F5-651C-4871-824E-F7EB114E9AF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5080" y="746280"/>
                <a:ext cx="8242920" cy="5865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05406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00;p5">
            <a:extLst>
              <a:ext uri="{FF2B5EF4-FFF2-40B4-BE49-F238E27FC236}">
                <a16:creationId xmlns:a16="http://schemas.microsoft.com/office/drawing/2014/main" id="{52AF237F-DF4D-43FE-8570-05093D3B9A01}"/>
              </a:ext>
            </a:extLst>
          </p:cNvPr>
          <p:cNvSpPr txBox="1"/>
          <p:nvPr/>
        </p:nvSpPr>
        <p:spPr>
          <a:xfrm>
            <a:off x="95299" y="313828"/>
            <a:ext cx="3348291" cy="384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n-US" sz="2400" b="1" cap="small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ace</a:t>
            </a: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</a:t>
            </a:r>
            <a:r>
              <a:rPr lang="en-US" sz="2400" b="1" cap="small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etection</a:t>
            </a:r>
            <a:endParaRPr sz="2400" b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Google Shape;101;p5">
            <a:extLst>
              <a:ext uri="{FF2B5EF4-FFF2-40B4-BE49-F238E27FC236}">
                <a16:creationId xmlns:a16="http://schemas.microsoft.com/office/drawing/2014/main" id="{73CD3F4A-3F63-43A4-8C20-0F1F048D15E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19848" y="1235413"/>
            <a:ext cx="7714034" cy="472764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02;p5">
            <a:extLst>
              <a:ext uri="{FF2B5EF4-FFF2-40B4-BE49-F238E27FC236}">
                <a16:creationId xmlns:a16="http://schemas.microsoft.com/office/drawing/2014/main" id="{9218C9E4-5E7C-4395-8295-121E56495762}"/>
              </a:ext>
            </a:extLst>
          </p:cNvPr>
          <p:cNvSpPr txBox="1"/>
          <p:nvPr/>
        </p:nvSpPr>
        <p:spPr>
          <a:xfrm>
            <a:off x="1759548" y="6102331"/>
            <a:ext cx="4699617" cy="258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Fei-Fei Li &amp; Justin Johnson &amp; Serena Yeung</a:t>
            </a:r>
            <a:endParaRPr sz="1600"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80460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26;p7">
            <a:extLst>
              <a:ext uri="{FF2B5EF4-FFF2-40B4-BE49-F238E27FC236}">
                <a16:creationId xmlns:a16="http://schemas.microsoft.com/office/drawing/2014/main" id="{41421588-D1F5-4141-BCD1-50609AA2AB29}"/>
              </a:ext>
            </a:extLst>
          </p:cNvPr>
          <p:cNvSpPr txBox="1"/>
          <p:nvPr/>
        </p:nvSpPr>
        <p:spPr>
          <a:xfrm>
            <a:off x="95300" y="411104"/>
            <a:ext cx="2501985" cy="384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400" b="1" cap="small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mage</a:t>
            </a: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</a:t>
            </a:r>
            <a:r>
              <a:rPr lang="en-US" sz="2400" b="1" cap="small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aptioning</a:t>
            </a:r>
            <a:endParaRPr sz="2400" b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4B63391-5B2E-4C12-B387-CC8B38F32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1349328"/>
            <a:ext cx="8151779" cy="323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262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62;p9">
            <a:extLst>
              <a:ext uri="{FF2B5EF4-FFF2-40B4-BE49-F238E27FC236}">
                <a16:creationId xmlns:a16="http://schemas.microsoft.com/office/drawing/2014/main" id="{75A27A88-B28D-4E33-8A88-70500D7B8D95}"/>
              </a:ext>
            </a:extLst>
          </p:cNvPr>
          <p:cNvSpPr txBox="1"/>
          <p:nvPr/>
        </p:nvSpPr>
        <p:spPr>
          <a:xfrm>
            <a:off x="2124650" y="1450084"/>
            <a:ext cx="2894822" cy="289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Pixel intensities = </a:t>
            </a:r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800" dirty="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US" sz="1800" dirty="0">
                <a:latin typeface="Tahoma"/>
                <a:ea typeface="Tahoma"/>
                <a:cs typeface="Tahoma"/>
                <a:sym typeface="Tahoma"/>
              </a:rPr>
              <a:t>)</a:t>
            </a:r>
            <a:endParaRPr sz="1800" dirty="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6" name="Google Shape;163;p9">
            <a:extLst>
              <a:ext uri="{FF2B5EF4-FFF2-40B4-BE49-F238E27FC236}">
                <a16:creationId xmlns:a16="http://schemas.microsoft.com/office/drawing/2014/main" id="{BD8059C4-5E31-453A-B1A9-3A488812F05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7319" y="2081719"/>
            <a:ext cx="8127030" cy="359923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64;p9">
            <a:extLst>
              <a:ext uri="{FF2B5EF4-FFF2-40B4-BE49-F238E27FC236}">
                <a16:creationId xmlns:a16="http://schemas.microsoft.com/office/drawing/2014/main" id="{CCB22DA1-52DB-4072-A918-4DE72A3BF866}"/>
              </a:ext>
            </a:extLst>
          </p:cNvPr>
          <p:cNvSpPr txBox="1"/>
          <p:nvPr/>
        </p:nvSpPr>
        <p:spPr>
          <a:xfrm>
            <a:off x="1638426" y="6151354"/>
            <a:ext cx="3816693" cy="258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https://mozanunal.com/2019/11/img2sh/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161;p9">
            <a:extLst>
              <a:ext uri="{FF2B5EF4-FFF2-40B4-BE49-F238E27FC236}">
                <a16:creationId xmlns:a16="http://schemas.microsoft.com/office/drawing/2014/main" id="{C3D66873-76AA-4902-A3BF-D184FAA481E0}"/>
              </a:ext>
            </a:extLst>
          </p:cNvPr>
          <p:cNvSpPr txBox="1">
            <a:spLocks/>
          </p:cNvSpPr>
          <p:nvPr/>
        </p:nvSpPr>
        <p:spPr>
          <a:xfrm>
            <a:off x="95300" y="1043405"/>
            <a:ext cx="3867785" cy="430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96" b="0" i="0" u="none" strike="noStrike" cap="none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/>
            <a:r>
              <a:rPr lang="en-US" b="1" dirty="0">
                <a:solidFill>
                  <a:srgbClr val="FF0000"/>
                </a:solidFill>
              </a:rPr>
              <a:t>D</a:t>
            </a:r>
            <a:r>
              <a:rPr lang="en-US" b="1" cap="small" dirty="0">
                <a:solidFill>
                  <a:srgbClr val="FF0000"/>
                </a:solidFill>
              </a:rPr>
              <a:t>igital</a:t>
            </a:r>
            <a:r>
              <a:rPr lang="en-US" b="1" dirty="0">
                <a:solidFill>
                  <a:srgbClr val="FF0000"/>
                </a:solidFill>
              </a:rPr>
              <a:t> G</a:t>
            </a:r>
            <a:r>
              <a:rPr lang="en-US" b="1" cap="small" dirty="0">
                <a:solidFill>
                  <a:srgbClr val="FF0000"/>
                </a:solidFill>
              </a:rPr>
              <a:t>rayscale</a:t>
            </a:r>
            <a:r>
              <a:rPr lang="en-US" b="1" dirty="0">
                <a:solidFill>
                  <a:srgbClr val="FF0000"/>
                </a:solidFill>
              </a:rPr>
              <a:t> I</a:t>
            </a:r>
            <a:r>
              <a:rPr lang="en-US" b="1" cap="small" dirty="0">
                <a:solidFill>
                  <a:srgbClr val="FF0000"/>
                </a:solidFill>
              </a:rPr>
              <a:t>mage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F7BC31-3763-427E-ACC9-2FF3F6837D0B}"/>
              </a:ext>
            </a:extLst>
          </p:cNvPr>
          <p:cNvSpPr/>
          <p:nvPr/>
        </p:nvSpPr>
        <p:spPr>
          <a:xfrm>
            <a:off x="820105" y="239286"/>
            <a:ext cx="6324488" cy="4977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 marR="5080" lvl="0">
              <a:lnSpc>
                <a:spcPct val="116599"/>
              </a:lnSpc>
            </a:pPr>
            <a:r>
              <a:rPr lang="en-US" sz="2400" b="1" u="sng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2400" b="1" u="sng" cap="small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mage</a:t>
            </a:r>
            <a:r>
              <a:rPr lang="en-US" sz="2400" b="1" u="sng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B</a:t>
            </a:r>
            <a:r>
              <a:rPr lang="en-US" sz="2400" b="1" u="sng" cap="small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asics</a:t>
            </a:r>
            <a:r>
              <a:rPr lang="en-US" sz="2400" b="1" u="sng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400" b="1" u="sng" cap="small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</a:t>
            </a:r>
            <a:r>
              <a:rPr lang="en-US" sz="2400" b="1" u="sng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I</a:t>
            </a:r>
            <a:r>
              <a:rPr lang="en-US" sz="2400" b="1" u="sng" cap="small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mage</a:t>
            </a:r>
            <a:r>
              <a:rPr lang="en-US" sz="2400" b="1" u="sng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2400" b="1" u="sng" cap="small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lassification</a:t>
            </a:r>
            <a:r>
              <a:rPr lang="en-US" sz="2400" b="1" u="sng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2400" b="1" u="sng" cap="small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hallenges</a:t>
            </a:r>
            <a:r>
              <a:rPr lang="en-US" sz="24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111BFF5-5EF0-47E2-8207-169BD774BEF8}"/>
                  </a:ext>
                </a:extLst>
              </p14:cNvPr>
              <p14:cNvContentPartPr/>
              <p14:nvPr/>
            </p14:nvContentPartPr>
            <p14:xfrm>
              <a:off x="3438360" y="1058760"/>
              <a:ext cx="4151520" cy="9277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111BFF5-5EF0-47E2-8207-169BD774BEF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29000" y="1049400"/>
                <a:ext cx="4170240" cy="946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10136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47A04-84B4-4908-A6C3-EB10496C6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37" y="231524"/>
            <a:ext cx="8409862" cy="430887"/>
          </a:xfrm>
        </p:spPr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D</a:t>
            </a:r>
            <a:r>
              <a:rPr lang="en-US" sz="2800" b="1" cap="small" dirty="0">
                <a:solidFill>
                  <a:srgbClr val="FFFFFF"/>
                </a:solidFill>
              </a:rPr>
              <a:t>igital</a:t>
            </a:r>
            <a:r>
              <a:rPr lang="en-US" sz="2800" b="1" dirty="0">
                <a:solidFill>
                  <a:srgbClr val="FFFFFF"/>
                </a:solidFill>
              </a:rPr>
              <a:t> C</a:t>
            </a:r>
            <a:r>
              <a:rPr lang="en-US" sz="2800" b="1" cap="small" dirty="0">
                <a:solidFill>
                  <a:srgbClr val="FFFFFF"/>
                </a:solidFill>
              </a:rPr>
              <a:t>olor</a:t>
            </a:r>
            <a:r>
              <a:rPr lang="en-US" sz="2800" b="1" dirty="0">
                <a:solidFill>
                  <a:srgbClr val="FFFFFF"/>
                </a:solidFill>
              </a:rPr>
              <a:t> I</a:t>
            </a:r>
            <a:r>
              <a:rPr lang="en-US" sz="2800" b="1" cap="small" dirty="0">
                <a:solidFill>
                  <a:srgbClr val="FFFFFF"/>
                </a:solidFill>
              </a:rPr>
              <a:t>mage</a:t>
            </a:r>
            <a:endParaRPr lang="en-IN" b="1" dirty="0"/>
          </a:p>
        </p:txBody>
      </p:sp>
      <p:pic>
        <p:nvPicPr>
          <p:cNvPr id="5" name="Google Shape;177;p10">
            <a:extLst>
              <a:ext uri="{FF2B5EF4-FFF2-40B4-BE49-F238E27FC236}">
                <a16:creationId xmlns:a16="http://schemas.microsoft.com/office/drawing/2014/main" id="{FFF9F19C-A434-45B7-9281-C6897223910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43583" y="1468877"/>
            <a:ext cx="6848271" cy="355059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81;p10">
            <a:extLst>
              <a:ext uri="{FF2B5EF4-FFF2-40B4-BE49-F238E27FC236}">
                <a16:creationId xmlns:a16="http://schemas.microsoft.com/office/drawing/2014/main" id="{5FBB6D27-A4B2-48AE-B8C3-BA95672E1F95}"/>
              </a:ext>
            </a:extLst>
          </p:cNvPr>
          <p:cNvSpPr txBox="1"/>
          <p:nvPr/>
        </p:nvSpPr>
        <p:spPr>
          <a:xfrm>
            <a:off x="1472730" y="5676938"/>
            <a:ext cx="2814955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https://www.mathworks.com/help/matlab/creating_plots/image-types.html</a:t>
            </a:r>
            <a:endParaRPr sz="600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367E499-19CB-4891-B232-2B002A715CDC}"/>
                  </a:ext>
                </a:extLst>
              </p14:cNvPr>
              <p14:cNvContentPartPr/>
              <p14:nvPr/>
            </p14:nvContentPartPr>
            <p14:xfrm>
              <a:off x="4048200" y="1413720"/>
              <a:ext cx="3178440" cy="27406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367E499-19CB-4891-B232-2B002A715CD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38840" y="1404360"/>
                <a:ext cx="3197160" cy="2759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08886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47A04-84B4-4908-A6C3-EB10496C6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37" y="231524"/>
            <a:ext cx="6804140" cy="585599"/>
          </a:xfrm>
        </p:spPr>
        <p:txBody>
          <a:bodyPr/>
          <a:lstStyle/>
          <a:p>
            <a:pPr marL="12700" lvl="0"/>
            <a:r>
              <a:rPr lang="en-US" sz="2800" b="1" dirty="0">
                <a:solidFill>
                  <a:srgbClr val="FFFFFF"/>
                </a:solidFill>
              </a:rPr>
              <a:t>I</a:t>
            </a:r>
            <a:r>
              <a:rPr lang="en-US" sz="2800" b="1" cap="small" dirty="0">
                <a:solidFill>
                  <a:srgbClr val="FFFFFF"/>
                </a:solidFill>
              </a:rPr>
              <a:t>mage</a:t>
            </a:r>
            <a:r>
              <a:rPr lang="en-US" sz="2800" b="1" dirty="0">
                <a:solidFill>
                  <a:srgbClr val="FFFFFF"/>
                </a:solidFill>
              </a:rPr>
              <a:t> C</a:t>
            </a:r>
            <a:r>
              <a:rPr lang="en-US" sz="2800" b="1" cap="small" dirty="0">
                <a:solidFill>
                  <a:srgbClr val="FFFFFF"/>
                </a:solidFill>
              </a:rPr>
              <a:t>lassification</a:t>
            </a:r>
            <a:r>
              <a:rPr lang="en-US" sz="2800" b="1" dirty="0">
                <a:solidFill>
                  <a:srgbClr val="FFFFFF"/>
                </a:solidFill>
              </a:rPr>
              <a:t> - C</a:t>
            </a:r>
            <a:r>
              <a:rPr lang="en-US" sz="2800" b="1" cap="small" dirty="0">
                <a:solidFill>
                  <a:srgbClr val="FFFFFF"/>
                </a:solidFill>
              </a:rPr>
              <a:t>hallenges</a:t>
            </a:r>
            <a:endParaRPr lang="en-US" sz="28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F1D1E9-C26A-4519-B362-67A3A0476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337" y="1067709"/>
            <a:ext cx="7762672" cy="352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790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47A04-84B4-4908-A6C3-EB10496C6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37" y="231524"/>
            <a:ext cx="8409862" cy="430887"/>
          </a:xfrm>
        </p:spPr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I</a:t>
            </a:r>
            <a:r>
              <a:rPr lang="en-US" sz="2800" b="1" cap="small" dirty="0">
                <a:solidFill>
                  <a:srgbClr val="FFFFFF"/>
                </a:solidFill>
              </a:rPr>
              <a:t>mage</a:t>
            </a:r>
            <a:r>
              <a:rPr lang="en-US" sz="2800" b="1" dirty="0">
                <a:solidFill>
                  <a:srgbClr val="FFFFFF"/>
                </a:solidFill>
              </a:rPr>
              <a:t> C</a:t>
            </a:r>
            <a:r>
              <a:rPr lang="en-US" sz="2800" b="1" cap="small" dirty="0">
                <a:solidFill>
                  <a:srgbClr val="FFFFFF"/>
                </a:solidFill>
              </a:rPr>
              <a:t>lassification</a:t>
            </a:r>
            <a:r>
              <a:rPr lang="en-US" sz="2800" b="1" dirty="0">
                <a:solidFill>
                  <a:srgbClr val="FFFFFF"/>
                </a:solidFill>
              </a:rPr>
              <a:t> - C</a:t>
            </a:r>
            <a:r>
              <a:rPr lang="en-US" sz="2800" b="1" cap="small" dirty="0">
                <a:solidFill>
                  <a:srgbClr val="FFFFFF"/>
                </a:solidFill>
              </a:rPr>
              <a:t>hallenges</a:t>
            </a:r>
            <a:endParaRPr lang="en-IN" b="1" dirty="0"/>
          </a:p>
        </p:txBody>
      </p:sp>
      <p:sp>
        <p:nvSpPr>
          <p:cNvPr id="8" name="Google Shape;221;p13">
            <a:extLst>
              <a:ext uri="{FF2B5EF4-FFF2-40B4-BE49-F238E27FC236}">
                <a16:creationId xmlns:a16="http://schemas.microsoft.com/office/drawing/2014/main" id="{19CBC884-D63C-414E-9DA4-F7ACD90EA05D}"/>
              </a:ext>
            </a:extLst>
          </p:cNvPr>
          <p:cNvSpPr txBox="1">
            <a:spLocks/>
          </p:cNvSpPr>
          <p:nvPr/>
        </p:nvSpPr>
        <p:spPr>
          <a:xfrm>
            <a:off x="1050588" y="5107388"/>
            <a:ext cx="6955276" cy="691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02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725073" marR="0" lvl="0" indent="-36253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450147" marR="0" lvl="1" indent="-36253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2175220" marR="0" lvl="2" indent="-36253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900294" marR="0" lvl="3" indent="-36253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625367" marR="0" lvl="4" indent="-36253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350441" marR="0" lvl="5" indent="-36253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5075514" marR="0" lvl="6" indent="-36253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5800588" marR="0" lvl="7" indent="-36253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6525661" marR="0" lvl="8" indent="-36253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298450" indent="-28575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50x50 Image requires 2500 input dimensions.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98450" indent="-285750">
              <a:spcBef>
                <a:spcPts val="484"/>
              </a:spcBef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HD image 1920x1080 is about 2 million inputs. (2 Mega Pixels)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Google Shape;215;p13">
            <a:extLst>
              <a:ext uri="{FF2B5EF4-FFF2-40B4-BE49-F238E27FC236}">
                <a16:creationId xmlns:a16="http://schemas.microsoft.com/office/drawing/2014/main" id="{C7C893B7-5A67-4006-A7AE-FF9773F7DF7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0588" y="2152859"/>
            <a:ext cx="2422186" cy="2302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6429CFA-6360-4C62-998F-3FC2AD59C3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449" y="2152859"/>
            <a:ext cx="1983500" cy="222458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7EB11D2-074F-4667-9DA1-34859F576749}"/>
              </a:ext>
            </a:extLst>
          </p:cNvPr>
          <p:cNvSpPr/>
          <p:nvPr/>
        </p:nvSpPr>
        <p:spPr>
          <a:xfrm>
            <a:off x="1166304" y="1407398"/>
            <a:ext cx="15584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Pixelated Images</a:t>
            </a:r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37200C-FB8E-4C15-BC20-AFBD3C5E9AE5}"/>
              </a:ext>
            </a:extLst>
          </p:cNvPr>
          <p:cNvSpPr/>
          <p:nvPr/>
        </p:nvSpPr>
        <p:spPr>
          <a:xfrm>
            <a:off x="6118970" y="1465764"/>
            <a:ext cx="149752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textcolor</a:t>
            </a:r>
            <a:r>
              <a:rPr lang="en-US" dirty="0"/>
              <a:t> Images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391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47A04-84B4-4908-A6C3-EB10496C6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37" y="231524"/>
            <a:ext cx="7553169" cy="430887"/>
          </a:xfrm>
        </p:spPr>
        <p:txBody>
          <a:bodyPr/>
          <a:lstStyle/>
          <a:p>
            <a:pPr marL="12700" lvl="0"/>
            <a:r>
              <a:rPr lang="en-US" sz="2800" b="1" dirty="0">
                <a:solidFill>
                  <a:srgbClr val="FFFFFF"/>
                </a:solidFill>
              </a:rPr>
              <a:t>I</a:t>
            </a:r>
            <a:r>
              <a:rPr lang="en-US" sz="2800" b="1" cap="small" dirty="0">
                <a:solidFill>
                  <a:srgbClr val="FFFFFF"/>
                </a:solidFill>
              </a:rPr>
              <a:t>mage</a:t>
            </a:r>
            <a:r>
              <a:rPr lang="en-US" sz="2800" b="1" dirty="0">
                <a:solidFill>
                  <a:srgbClr val="FFFFFF"/>
                </a:solidFill>
              </a:rPr>
              <a:t> I</a:t>
            </a:r>
            <a:r>
              <a:rPr lang="en-US" sz="2800" b="1" cap="small" dirty="0">
                <a:solidFill>
                  <a:srgbClr val="FFFFFF"/>
                </a:solidFill>
              </a:rPr>
              <a:t>nvariance</a:t>
            </a:r>
            <a:r>
              <a:rPr lang="en-US" sz="2800" b="1" dirty="0">
                <a:solidFill>
                  <a:srgbClr val="FFFFFF"/>
                </a:solidFill>
              </a:rPr>
              <a:t> - C</a:t>
            </a:r>
            <a:r>
              <a:rPr lang="en-US" sz="2800" b="1" cap="small" dirty="0">
                <a:solidFill>
                  <a:srgbClr val="FFFFFF"/>
                </a:solidFill>
              </a:rPr>
              <a:t>hallenges</a:t>
            </a:r>
            <a:endParaRPr lang="en-US" sz="2800" b="1" dirty="0"/>
          </a:p>
        </p:txBody>
      </p:sp>
      <p:pic>
        <p:nvPicPr>
          <p:cNvPr id="3" name="Google Shape;235;p14">
            <a:extLst>
              <a:ext uri="{FF2B5EF4-FFF2-40B4-BE49-F238E27FC236}">
                <a16:creationId xmlns:a16="http://schemas.microsoft.com/office/drawing/2014/main" id="{DB67CF37-4AF9-485C-A311-B9F8D67057D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9770" y="2073803"/>
            <a:ext cx="7013643" cy="350987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33;p14">
            <a:extLst>
              <a:ext uri="{FF2B5EF4-FFF2-40B4-BE49-F238E27FC236}">
                <a16:creationId xmlns:a16="http://schemas.microsoft.com/office/drawing/2014/main" id="{7433F8B4-CD2F-4218-897B-EEC5361E44BF}"/>
              </a:ext>
            </a:extLst>
          </p:cNvPr>
          <p:cNvSpPr txBox="1"/>
          <p:nvPr/>
        </p:nvSpPr>
        <p:spPr>
          <a:xfrm>
            <a:off x="963201" y="1453422"/>
            <a:ext cx="4727479" cy="293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2984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Object can appear anywhere in the image.</a:t>
            </a:r>
            <a:endParaRPr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655ABE5-5058-4B27-9E14-41FCCBA32FF2}"/>
                  </a:ext>
                </a:extLst>
              </p14:cNvPr>
              <p14:cNvContentPartPr/>
              <p14:nvPr/>
            </p14:nvContentPartPr>
            <p14:xfrm>
              <a:off x="97560" y="212400"/>
              <a:ext cx="7480080" cy="55706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655ABE5-5058-4B27-9E14-41FCCBA32FF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8200" y="203040"/>
                <a:ext cx="7498800" cy="5589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36230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47A04-84B4-4908-A6C3-EB10496C6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37" y="231524"/>
            <a:ext cx="8409862" cy="430887"/>
          </a:xfrm>
        </p:spPr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I</a:t>
            </a:r>
            <a:r>
              <a:rPr lang="en-US" sz="2800" b="1" cap="small" dirty="0">
                <a:solidFill>
                  <a:srgbClr val="FFFFFF"/>
                </a:solidFill>
              </a:rPr>
              <a:t>mage</a:t>
            </a:r>
            <a:r>
              <a:rPr lang="en-US" sz="2800" b="1" dirty="0">
                <a:solidFill>
                  <a:srgbClr val="FFFFFF"/>
                </a:solidFill>
              </a:rPr>
              <a:t> E</a:t>
            </a:r>
            <a:r>
              <a:rPr lang="en-US" sz="2800" b="1" cap="small" dirty="0">
                <a:solidFill>
                  <a:srgbClr val="FFFFFF"/>
                </a:solidFill>
              </a:rPr>
              <a:t>quivariance</a:t>
            </a:r>
            <a:r>
              <a:rPr lang="en-US" sz="2800" b="1" dirty="0">
                <a:solidFill>
                  <a:srgbClr val="FFFFFF"/>
                </a:solidFill>
              </a:rPr>
              <a:t> - C</a:t>
            </a:r>
            <a:r>
              <a:rPr lang="en-US" sz="2800" b="1" cap="small" dirty="0">
                <a:solidFill>
                  <a:srgbClr val="FFFFFF"/>
                </a:solidFill>
              </a:rPr>
              <a:t>hallenges</a:t>
            </a:r>
            <a:endParaRPr lang="en-IN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D65937-2090-40B0-9327-F64C4A2B7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770" y="1585609"/>
            <a:ext cx="6819090" cy="392024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CC2529D-ED79-428E-A780-CF2E8CD415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198" y="6509926"/>
            <a:ext cx="4410691" cy="200053"/>
          </a:xfrm>
          <a:prstGeom prst="rect">
            <a:avLst/>
          </a:prstGeom>
        </p:spPr>
      </p:pic>
      <p:sp>
        <p:nvSpPr>
          <p:cNvPr id="5" name="Google Shape;246;p15">
            <a:extLst>
              <a:ext uri="{FF2B5EF4-FFF2-40B4-BE49-F238E27FC236}">
                <a16:creationId xmlns:a16="http://schemas.microsoft.com/office/drawing/2014/main" id="{E6FE0A88-7C71-46C3-87BF-47AC5D26293E}"/>
              </a:ext>
            </a:extLst>
          </p:cNvPr>
          <p:cNvSpPr txBox="1"/>
          <p:nvPr/>
        </p:nvSpPr>
        <p:spPr>
          <a:xfrm>
            <a:off x="605142" y="1080142"/>
            <a:ext cx="7459088" cy="26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Changes to the input predictably (equivalently) should not affect the output.</a:t>
            </a: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14610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47A04-84B4-4908-A6C3-EB10496C6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37" y="231524"/>
            <a:ext cx="8409862" cy="430887"/>
          </a:xfrm>
        </p:spPr>
        <p:txBody>
          <a:bodyPr/>
          <a:lstStyle/>
          <a:p>
            <a:pPr marL="12700" lvl="0"/>
            <a:r>
              <a:rPr lang="en-US" sz="2800" b="1" dirty="0">
                <a:solidFill>
                  <a:srgbClr val="FFFFFF"/>
                </a:solidFill>
              </a:rPr>
              <a:t>I</a:t>
            </a:r>
            <a:r>
              <a:rPr lang="en-US" sz="2800" b="1" cap="small" dirty="0">
                <a:solidFill>
                  <a:srgbClr val="FFFFFF"/>
                </a:solidFill>
              </a:rPr>
              <a:t>mage</a:t>
            </a:r>
            <a:r>
              <a:rPr lang="en-US" sz="2800" b="1" dirty="0">
                <a:solidFill>
                  <a:srgbClr val="FFFFFF"/>
                </a:solidFill>
              </a:rPr>
              <a:t> C</a:t>
            </a:r>
            <a:r>
              <a:rPr lang="en-US" sz="2800" b="1" cap="small" dirty="0">
                <a:solidFill>
                  <a:srgbClr val="FFFFFF"/>
                </a:solidFill>
              </a:rPr>
              <a:t>lassification</a:t>
            </a:r>
            <a:r>
              <a:rPr lang="en-US" sz="2800" b="1" dirty="0">
                <a:solidFill>
                  <a:srgbClr val="FFFFFF"/>
                </a:solidFill>
              </a:rPr>
              <a:t> - S</a:t>
            </a:r>
            <a:r>
              <a:rPr lang="en-US" sz="2800" b="1" cap="small" dirty="0">
                <a:solidFill>
                  <a:srgbClr val="FFFFFF"/>
                </a:solidFill>
              </a:rPr>
              <a:t>olution</a:t>
            </a:r>
            <a:endParaRPr lang="en-US" sz="2800" b="1" dirty="0"/>
          </a:p>
        </p:txBody>
      </p:sp>
      <p:pic>
        <p:nvPicPr>
          <p:cNvPr id="3" name="Google Shape;260;p16">
            <a:extLst>
              <a:ext uri="{FF2B5EF4-FFF2-40B4-BE49-F238E27FC236}">
                <a16:creationId xmlns:a16="http://schemas.microsoft.com/office/drawing/2014/main" id="{5C892D1B-BD3B-4A59-BE9C-E9906A150C3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2570" y="1342417"/>
            <a:ext cx="7938429" cy="422180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E75BA30-68E9-4BE3-A3EB-0C832101705C}"/>
                  </a:ext>
                </a:extLst>
              </p14:cNvPr>
              <p14:cNvContentPartPr/>
              <p14:nvPr/>
            </p14:nvContentPartPr>
            <p14:xfrm>
              <a:off x="-467640" y="894600"/>
              <a:ext cx="9306720" cy="47412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E75BA30-68E9-4BE3-A3EB-0C832101705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477000" y="885240"/>
                <a:ext cx="9325440" cy="4759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995421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47A04-84B4-4908-A6C3-EB10496C6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37" y="231524"/>
            <a:ext cx="8409862" cy="430887"/>
          </a:xfrm>
        </p:spPr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W</a:t>
            </a:r>
            <a:r>
              <a:rPr lang="en-US" sz="2800" b="1" cap="small" dirty="0">
                <a:solidFill>
                  <a:srgbClr val="FFFFFF"/>
                </a:solidFill>
              </a:rPr>
              <a:t>hat</a:t>
            </a:r>
            <a:r>
              <a:rPr lang="en-US" sz="2800" b="1" dirty="0">
                <a:solidFill>
                  <a:srgbClr val="FFFFFF"/>
                </a:solidFill>
              </a:rPr>
              <a:t> </a:t>
            </a:r>
            <a:r>
              <a:rPr lang="en-US" sz="2800" b="1" cap="small" dirty="0">
                <a:solidFill>
                  <a:srgbClr val="FFFFFF"/>
                </a:solidFill>
              </a:rPr>
              <a:t>is</a:t>
            </a:r>
            <a:r>
              <a:rPr lang="en-US" sz="2800" b="1" dirty="0">
                <a:solidFill>
                  <a:srgbClr val="FFFFFF"/>
                </a:solidFill>
              </a:rPr>
              <a:t> </a:t>
            </a:r>
            <a:r>
              <a:rPr lang="en-US" sz="2800" b="1" cap="small" dirty="0">
                <a:solidFill>
                  <a:srgbClr val="FFFFFF"/>
                </a:solidFill>
              </a:rPr>
              <a:t>a</a:t>
            </a:r>
            <a:r>
              <a:rPr lang="en-US" sz="2800" b="1" dirty="0">
                <a:solidFill>
                  <a:srgbClr val="FFFFFF"/>
                </a:solidFill>
              </a:rPr>
              <a:t> C</a:t>
            </a:r>
            <a:r>
              <a:rPr lang="en-US" sz="2800" b="1" cap="small" dirty="0">
                <a:solidFill>
                  <a:srgbClr val="FFFFFF"/>
                </a:solidFill>
              </a:rPr>
              <a:t>onvolutional</a:t>
            </a:r>
            <a:r>
              <a:rPr lang="en-US" sz="2800" b="1" dirty="0">
                <a:solidFill>
                  <a:srgbClr val="FFFFFF"/>
                </a:solidFill>
              </a:rPr>
              <a:t> N</a:t>
            </a:r>
            <a:r>
              <a:rPr lang="en-US" sz="2800" b="1" cap="small" dirty="0">
                <a:solidFill>
                  <a:srgbClr val="FFFFFF"/>
                </a:solidFill>
              </a:rPr>
              <a:t>eural</a:t>
            </a:r>
            <a:r>
              <a:rPr lang="en-US" sz="2800" b="1" dirty="0">
                <a:solidFill>
                  <a:srgbClr val="FFFFFF"/>
                </a:solidFill>
              </a:rPr>
              <a:t> N</a:t>
            </a:r>
            <a:r>
              <a:rPr lang="en-US" sz="2800" b="1" cap="small" dirty="0">
                <a:solidFill>
                  <a:srgbClr val="FFFFFF"/>
                </a:solidFill>
              </a:rPr>
              <a:t>etwork</a:t>
            </a:r>
            <a:r>
              <a:rPr lang="en-US" sz="2800" b="1" dirty="0">
                <a:solidFill>
                  <a:srgbClr val="FFFFFF"/>
                </a:solidFill>
              </a:rPr>
              <a:t>?</a:t>
            </a:r>
            <a:endParaRPr lang="en-IN" b="1" dirty="0"/>
          </a:p>
        </p:txBody>
      </p:sp>
      <p:grpSp>
        <p:nvGrpSpPr>
          <p:cNvPr id="3" name="Google Shape;294;p18">
            <a:extLst>
              <a:ext uri="{FF2B5EF4-FFF2-40B4-BE49-F238E27FC236}">
                <a16:creationId xmlns:a16="http://schemas.microsoft.com/office/drawing/2014/main" id="{1916E05A-A90F-4548-BDBE-9664AC0FAE5A}"/>
              </a:ext>
            </a:extLst>
          </p:cNvPr>
          <p:cNvGrpSpPr/>
          <p:nvPr/>
        </p:nvGrpSpPr>
        <p:grpSpPr>
          <a:xfrm>
            <a:off x="554477" y="1546699"/>
            <a:ext cx="7859949" cy="4075889"/>
            <a:chOff x="309193" y="903960"/>
            <a:chExt cx="5192466" cy="1629919"/>
          </a:xfrm>
        </p:grpSpPr>
        <p:sp>
          <p:nvSpPr>
            <p:cNvPr id="4" name="Google Shape;295;p18">
              <a:extLst>
                <a:ext uri="{FF2B5EF4-FFF2-40B4-BE49-F238E27FC236}">
                  <a16:creationId xmlns:a16="http://schemas.microsoft.com/office/drawing/2014/main" id="{01CD7534-13A0-4741-AB54-27492949E217}"/>
                </a:ext>
              </a:extLst>
            </p:cNvPr>
            <p:cNvSpPr/>
            <p:nvPr/>
          </p:nvSpPr>
          <p:spPr>
            <a:xfrm>
              <a:off x="309193" y="903960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09" extrusionOk="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6887"/>
                  </a:lnTo>
                  <a:lnTo>
                    <a:pt x="5141666" y="206887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6" name="Google Shape;297;p18">
              <a:extLst>
                <a:ext uri="{FF2B5EF4-FFF2-40B4-BE49-F238E27FC236}">
                  <a16:creationId xmlns:a16="http://schemas.microsoft.com/office/drawing/2014/main" id="{1A378076-F9D6-44E4-B7C3-D6E5F75E208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59994" y="1657527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Google Shape;298;p18">
              <a:extLst>
                <a:ext uri="{FF2B5EF4-FFF2-40B4-BE49-F238E27FC236}">
                  <a16:creationId xmlns:a16="http://schemas.microsoft.com/office/drawing/2014/main" id="{6F7EF6F1-6929-40B1-AA68-B8FA6CEF9D0B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10794" y="1644827"/>
              <a:ext cx="509086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Google Shape;299;p18">
              <a:extLst>
                <a:ext uri="{FF2B5EF4-FFF2-40B4-BE49-F238E27FC236}">
                  <a16:creationId xmlns:a16="http://schemas.microsoft.com/office/drawing/2014/main" id="{28EF8184-0C08-4E24-85A2-6844ED8A1014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450859" y="948194"/>
              <a:ext cx="50800" cy="70933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" name="Google Shape;300;p18">
              <a:extLst>
                <a:ext uri="{FF2B5EF4-FFF2-40B4-BE49-F238E27FC236}">
                  <a16:creationId xmlns:a16="http://schemas.microsoft.com/office/drawing/2014/main" id="{DA996122-882A-4540-AC1A-0A379DC12DF9}"/>
                </a:ext>
              </a:extLst>
            </p:cNvPr>
            <p:cNvSpPr/>
            <p:nvPr/>
          </p:nvSpPr>
          <p:spPr>
            <a:xfrm>
              <a:off x="309193" y="1142466"/>
              <a:ext cx="5142230" cy="566420"/>
            </a:xfrm>
            <a:custGeom>
              <a:avLst/>
              <a:gdLst/>
              <a:ahLst/>
              <a:cxnLst/>
              <a:rect l="l" t="t" r="r" b="b"/>
              <a:pathLst>
                <a:path w="5142230" h="566419" extrusionOk="0">
                  <a:moveTo>
                    <a:pt x="5141666" y="0"/>
                  </a:moveTo>
                  <a:lnTo>
                    <a:pt x="0" y="0"/>
                  </a:lnTo>
                  <a:lnTo>
                    <a:pt x="0" y="515060"/>
                  </a:lnTo>
                  <a:lnTo>
                    <a:pt x="4008" y="534785"/>
                  </a:lnTo>
                  <a:lnTo>
                    <a:pt x="14922" y="550938"/>
                  </a:lnTo>
                  <a:lnTo>
                    <a:pt x="31075" y="561852"/>
                  </a:lnTo>
                  <a:lnTo>
                    <a:pt x="50800" y="565861"/>
                  </a:lnTo>
                  <a:lnTo>
                    <a:pt x="5090865" y="565861"/>
                  </a:lnTo>
                  <a:lnTo>
                    <a:pt x="5110590" y="561852"/>
                  </a:lnTo>
                  <a:lnTo>
                    <a:pt x="5126743" y="550938"/>
                  </a:lnTo>
                  <a:lnTo>
                    <a:pt x="5137657" y="534785"/>
                  </a:lnTo>
                  <a:lnTo>
                    <a:pt x="5141666" y="515060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01;p18">
              <a:extLst>
                <a:ext uri="{FF2B5EF4-FFF2-40B4-BE49-F238E27FC236}">
                  <a16:creationId xmlns:a16="http://schemas.microsoft.com/office/drawing/2014/main" id="{845B095B-16A8-4EA2-98FD-4A6312A2E790}"/>
                </a:ext>
              </a:extLst>
            </p:cNvPr>
            <p:cNvSpPr/>
            <p:nvPr/>
          </p:nvSpPr>
          <p:spPr>
            <a:xfrm>
              <a:off x="5450859" y="986285"/>
              <a:ext cx="0" cy="690880"/>
            </a:xfrm>
            <a:custGeom>
              <a:avLst/>
              <a:gdLst/>
              <a:ahLst/>
              <a:cxnLst/>
              <a:rect l="l" t="t" r="r" b="b"/>
              <a:pathLst>
                <a:path w="120000" h="690880" extrusionOk="0">
                  <a:moveTo>
                    <a:pt x="0" y="690292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02;p18">
              <a:extLst>
                <a:ext uri="{FF2B5EF4-FFF2-40B4-BE49-F238E27FC236}">
                  <a16:creationId xmlns:a16="http://schemas.microsoft.com/office/drawing/2014/main" id="{500F1631-E034-43D8-9774-AFB5D7B2B305}"/>
                </a:ext>
              </a:extLst>
            </p:cNvPr>
            <p:cNvSpPr/>
            <p:nvPr/>
          </p:nvSpPr>
          <p:spPr>
            <a:xfrm>
              <a:off x="5450859" y="97358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03;p18">
              <a:extLst>
                <a:ext uri="{FF2B5EF4-FFF2-40B4-BE49-F238E27FC236}">
                  <a16:creationId xmlns:a16="http://schemas.microsoft.com/office/drawing/2014/main" id="{3E464D4D-00B5-4D63-ADFC-41AEDB7C757A}"/>
                </a:ext>
              </a:extLst>
            </p:cNvPr>
            <p:cNvSpPr/>
            <p:nvPr/>
          </p:nvSpPr>
          <p:spPr>
            <a:xfrm>
              <a:off x="5450859" y="96088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04;p18">
              <a:extLst>
                <a:ext uri="{FF2B5EF4-FFF2-40B4-BE49-F238E27FC236}">
                  <a16:creationId xmlns:a16="http://schemas.microsoft.com/office/drawing/2014/main" id="{51FE1670-CF1C-4E6A-A6B2-F6A9228D472D}"/>
                </a:ext>
              </a:extLst>
            </p:cNvPr>
            <p:cNvSpPr/>
            <p:nvPr/>
          </p:nvSpPr>
          <p:spPr>
            <a:xfrm>
              <a:off x="5450859" y="94818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05;p18">
              <a:extLst>
                <a:ext uri="{FF2B5EF4-FFF2-40B4-BE49-F238E27FC236}">
                  <a16:creationId xmlns:a16="http://schemas.microsoft.com/office/drawing/2014/main" id="{4A1CD818-AF18-4962-920E-404515651F2F}"/>
                </a:ext>
              </a:extLst>
            </p:cNvPr>
            <p:cNvSpPr/>
            <p:nvPr/>
          </p:nvSpPr>
          <p:spPr>
            <a:xfrm>
              <a:off x="5450859" y="929134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5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06;p18">
              <a:extLst>
                <a:ext uri="{FF2B5EF4-FFF2-40B4-BE49-F238E27FC236}">
                  <a16:creationId xmlns:a16="http://schemas.microsoft.com/office/drawing/2014/main" id="{716CCD3E-F16B-46EF-B9FE-9AD65DF62754}"/>
                </a:ext>
              </a:extLst>
            </p:cNvPr>
            <p:cNvSpPr/>
            <p:nvPr/>
          </p:nvSpPr>
          <p:spPr>
            <a:xfrm>
              <a:off x="309193" y="1860257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10" extrusionOk="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6887"/>
                  </a:lnTo>
                  <a:lnTo>
                    <a:pt x="5141666" y="206887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6" name="Google Shape;307;p18">
              <a:extLst>
                <a:ext uri="{FF2B5EF4-FFF2-40B4-BE49-F238E27FC236}">
                  <a16:creationId xmlns:a16="http://schemas.microsoft.com/office/drawing/2014/main" id="{791C1134-DAEA-406D-8E3D-85B2DBB1A582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309193" y="2054491"/>
              <a:ext cx="5141666" cy="506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Google Shape;308;p18">
              <a:extLst>
                <a:ext uri="{FF2B5EF4-FFF2-40B4-BE49-F238E27FC236}">
                  <a16:creationId xmlns:a16="http://schemas.microsoft.com/office/drawing/2014/main" id="{9ADC89E4-7F31-4D9B-806F-BAF785CD452B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59994" y="2432278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309;p18">
              <a:extLst>
                <a:ext uri="{FF2B5EF4-FFF2-40B4-BE49-F238E27FC236}">
                  <a16:creationId xmlns:a16="http://schemas.microsoft.com/office/drawing/2014/main" id="{28D6B502-CFC2-419B-87CC-3AFA31D3D357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410794" y="2419578"/>
              <a:ext cx="509086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310;p18">
              <a:extLst>
                <a:ext uri="{FF2B5EF4-FFF2-40B4-BE49-F238E27FC236}">
                  <a16:creationId xmlns:a16="http://schemas.microsoft.com/office/drawing/2014/main" id="{3ADDF7B2-22E2-47BE-A3B3-39F063457306}"/>
                </a:ext>
              </a:extLst>
            </p:cNvPr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450859" y="1904491"/>
              <a:ext cx="50800" cy="5277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" name="Google Shape;311;p18">
              <a:extLst>
                <a:ext uri="{FF2B5EF4-FFF2-40B4-BE49-F238E27FC236}">
                  <a16:creationId xmlns:a16="http://schemas.microsoft.com/office/drawing/2014/main" id="{9F760878-7439-4A3F-AE9D-E7E0F8435320}"/>
                </a:ext>
              </a:extLst>
            </p:cNvPr>
            <p:cNvSpPr/>
            <p:nvPr/>
          </p:nvSpPr>
          <p:spPr>
            <a:xfrm>
              <a:off x="309193" y="2098768"/>
              <a:ext cx="5142230" cy="384810"/>
            </a:xfrm>
            <a:custGeom>
              <a:avLst/>
              <a:gdLst/>
              <a:ahLst/>
              <a:cxnLst/>
              <a:rect l="l" t="t" r="r" b="b"/>
              <a:pathLst>
                <a:path w="5142230" h="384810" extrusionOk="0">
                  <a:moveTo>
                    <a:pt x="5141666" y="0"/>
                  </a:moveTo>
                  <a:lnTo>
                    <a:pt x="0" y="0"/>
                  </a:lnTo>
                  <a:lnTo>
                    <a:pt x="0" y="333509"/>
                  </a:lnTo>
                  <a:lnTo>
                    <a:pt x="4008" y="353234"/>
                  </a:lnTo>
                  <a:lnTo>
                    <a:pt x="14922" y="369387"/>
                  </a:lnTo>
                  <a:lnTo>
                    <a:pt x="31075" y="380301"/>
                  </a:lnTo>
                  <a:lnTo>
                    <a:pt x="50800" y="384310"/>
                  </a:lnTo>
                  <a:lnTo>
                    <a:pt x="5090865" y="384310"/>
                  </a:lnTo>
                  <a:lnTo>
                    <a:pt x="5110590" y="380301"/>
                  </a:lnTo>
                  <a:lnTo>
                    <a:pt x="5126743" y="369387"/>
                  </a:lnTo>
                  <a:lnTo>
                    <a:pt x="5137657" y="353234"/>
                  </a:lnTo>
                  <a:lnTo>
                    <a:pt x="5141666" y="333509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FFE5E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12;p18">
              <a:extLst>
                <a:ext uri="{FF2B5EF4-FFF2-40B4-BE49-F238E27FC236}">
                  <a16:creationId xmlns:a16="http://schemas.microsoft.com/office/drawing/2014/main" id="{4473F04D-4CA8-406A-9B00-E94D32CF64EC}"/>
                </a:ext>
              </a:extLst>
            </p:cNvPr>
            <p:cNvSpPr/>
            <p:nvPr/>
          </p:nvSpPr>
          <p:spPr>
            <a:xfrm>
              <a:off x="5450859" y="1942587"/>
              <a:ext cx="0" cy="509270"/>
            </a:xfrm>
            <a:custGeom>
              <a:avLst/>
              <a:gdLst/>
              <a:ahLst/>
              <a:cxnLst/>
              <a:rect l="l" t="t" r="r" b="b"/>
              <a:pathLst>
                <a:path w="120000" h="509269" extrusionOk="0">
                  <a:moveTo>
                    <a:pt x="0" y="50874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13;p18">
              <a:extLst>
                <a:ext uri="{FF2B5EF4-FFF2-40B4-BE49-F238E27FC236}">
                  <a16:creationId xmlns:a16="http://schemas.microsoft.com/office/drawing/2014/main" id="{ACE422AB-C7F3-4010-B104-E942FC27BC43}"/>
                </a:ext>
              </a:extLst>
            </p:cNvPr>
            <p:cNvSpPr/>
            <p:nvPr/>
          </p:nvSpPr>
          <p:spPr>
            <a:xfrm>
              <a:off x="5450859" y="192988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14;p18">
              <a:extLst>
                <a:ext uri="{FF2B5EF4-FFF2-40B4-BE49-F238E27FC236}">
                  <a16:creationId xmlns:a16="http://schemas.microsoft.com/office/drawing/2014/main" id="{09E9D02D-2C31-4834-974C-0BE706A4E586}"/>
                </a:ext>
              </a:extLst>
            </p:cNvPr>
            <p:cNvSpPr/>
            <p:nvPr/>
          </p:nvSpPr>
          <p:spPr>
            <a:xfrm>
              <a:off x="5450859" y="191718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15;p18">
              <a:extLst>
                <a:ext uri="{FF2B5EF4-FFF2-40B4-BE49-F238E27FC236}">
                  <a16:creationId xmlns:a16="http://schemas.microsoft.com/office/drawing/2014/main" id="{9254DC95-6C61-49AD-BF61-0E295EF062F6}"/>
                </a:ext>
              </a:extLst>
            </p:cNvPr>
            <p:cNvSpPr/>
            <p:nvPr/>
          </p:nvSpPr>
          <p:spPr>
            <a:xfrm>
              <a:off x="5450859" y="190448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16;p18">
              <a:extLst>
                <a:ext uri="{FF2B5EF4-FFF2-40B4-BE49-F238E27FC236}">
                  <a16:creationId xmlns:a16="http://schemas.microsoft.com/office/drawing/2014/main" id="{62B696AE-FA2E-466E-868B-5BC0DEF1A1E1}"/>
                </a:ext>
              </a:extLst>
            </p:cNvPr>
            <p:cNvSpPr/>
            <p:nvPr/>
          </p:nvSpPr>
          <p:spPr>
            <a:xfrm>
              <a:off x="5450859" y="1885436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5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C45E47D8-5530-4CC4-A01F-0190521FC949}"/>
              </a:ext>
            </a:extLst>
          </p:cNvPr>
          <p:cNvSpPr/>
          <p:nvPr/>
        </p:nvSpPr>
        <p:spPr>
          <a:xfrm>
            <a:off x="792122" y="1621408"/>
            <a:ext cx="14350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 lvl="0"/>
            <a:r>
              <a:rPr lang="en-US" sz="2400" b="1" dirty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2400" b="1" cap="small" dirty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efinition</a:t>
            </a:r>
            <a:endParaRPr lang="en-US" sz="24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D7194BB-94FD-488E-9E68-381B0FA7801F}"/>
              </a:ext>
            </a:extLst>
          </p:cNvPr>
          <p:cNvSpPr/>
          <p:nvPr/>
        </p:nvSpPr>
        <p:spPr>
          <a:xfrm>
            <a:off x="631375" y="2168286"/>
            <a:ext cx="7629257" cy="1487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lvl="0" algn="just">
              <a:lnSpc>
                <a:spcPct val="114700"/>
              </a:lnSpc>
              <a:spcBef>
                <a:spcPts val="75"/>
              </a:spcBef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Convolutional Neural Network (CNN) is a specialized type of deep neural network designed to process data with a grid-like topology, such as images, where spatial relationships between data points are important.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33ABF73-1152-446C-B81F-9A9757ED1DF1}"/>
              </a:ext>
            </a:extLst>
          </p:cNvPr>
          <p:cNvSpPr/>
          <p:nvPr/>
        </p:nvSpPr>
        <p:spPr>
          <a:xfrm>
            <a:off x="661730" y="3975506"/>
            <a:ext cx="17155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 lvl="0"/>
            <a:r>
              <a:rPr lang="en-US" sz="24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2400" b="1" cap="small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ore</a:t>
            </a:r>
            <a:r>
              <a:rPr lang="en-US" sz="24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I</a:t>
            </a:r>
            <a:r>
              <a:rPr lang="en-US" sz="2400" b="1" cap="small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nsight</a:t>
            </a:r>
            <a:endParaRPr lang="en-US" sz="24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D3FC305-397A-43EA-9CCB-C5A045734B15}"/>
              </a:ext>
            </a:extLst>
          </p:cNvPr>
          <p:cNvSpPr/>
          <p:nvPr/>
        </p:nvSpPr>
        <p:spPr>
          <a:xfrm>
            <a:off x="708273" y="4425107"/>
            <a:ext cx="7552359" cy="1133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lvl="0" algn="just">
              <a:lnSpc>
                <a:spcPct val="114700"/>
              </a:lnSpc>
              <a:spcBef>
                <a:spcPts val="75"/>
              </a:spcBef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CNNs mimic the visual cortex by detecting simple patterns (edges, corners) in early layers and combining them into complex objects (faces, cars) in deeper layers.</a:t>
            </a:r>
          </a:p>
        </p:txBody>
      </p:sp>
    </p:spTree>
    <p:extLst>
      <p:ext uri="{BB962C8B-B14F-4D97-AF65-F5344CB8AC3E}">
        <p14:creationId xmlns:p14="http://schemas.microsoft.com/office/powerpoint/2010/main" val="3062171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47A04-84B4-4908-A6C3-EB10496C6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37" y="231524"/>
            <a:ext cx="8409862" cy="430887"/>
          </a:xfrm>
        </p:spPr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W</a:t>
            </a:r>
            <a:r>
              <a:rPr lang="en-US" sz="2800" b="1" cap="small" dirty="0">
                <a:solidFill>
                  <a:srgbClr val="FFFFFF"/>
                </a:solidFill>
              </a:rPr>
              <a:t>hy</a:t>
            </a:r>
            <a:r>
              <a:rPr lang="en-US" sz="2800" b="1" dirty="0">
                <a:solidFill>
                  <a:srgbClr val="FFFFFF"/>
                </a:solidFill>
              </a:rPr>
              <a:t> C</a:t>
            </a:r>
            <a:r>
              <a:rPr lang="en-US" sz="2800" b="1" cap="small" dirty="0">
                <a:solidFill>
                  <a:srgbClr val="FFFFFF"/>
                </a:solidFill>
              </a:rPr>
              <a:t>onvolutional</a:t>
            </a:r>
            <a:r>
              <a:rPr lang="en-US" sz="2800" b="1" dirty="0">
                <a:solidFill>
                  <a:srgbClr val="FFFFFF"/>
                </a:solidFill>
              </a:rPr>
              <a:t> N</a:t>
            </a:r>
            <a:r>
              <a:rPr lang="en-US" sz="2800" b="1" cap="small" dirty="0">
                <a:solidFill>
                  <a:srgbClr val="FFFFFF"/>
                </a:solidFill>
              </a:rPr>
              <a:t>etworks</a:t>
            </a:r>
            <a:r>
              <a:rPr lang="en-US" sz="2800" b="1" dirty="0">
                <a:solidFill>
                  <a:srgbClr val="FFFFFF"/>
                </a:solidFill>
              </a:rPr>
              <a:t>?</a:t>
            </a:r>
            <a:endParaRPr lang="en-IN" b="1" dirty="0"/>
          </a:p>
        </p:txBody>
      </p:sp>
      <p:sp>
        <p:nvSpPr>
          <p:cNvPr id="3" name="Google Shape;346;p19">
            <a:extLst>
              <a:ext uri="{FF2B5EF4-FFF2-40B4-BE49-F238E27FC236}">
                <a16:creationId xmlns:a16="http://schemas.microsoft.com/office/drawing/2014/main" id="{1EB9A7A8-5220-4911-9EB1-E9DA09FBCE98}"/>
              </a:ext>
            </a:extLst>
          </p:cNvPr>
          <p:cNvSpPr txBox="1"/>
          <p:nvPr/>
        </p:nvSpPr>
        <p:spPr>
          <a:xfrm>
            <a:off x="461764" y="2042421"/>
            <a:ext cx="8409862" cy="2408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3333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</a:t>
            </a:r>
            <a:r>
              <a:rPr lang="en-US" sz="2000" b="1" cap="small" dirty="0">
                <a:solidFill>
                  <a:srgbClr val="3333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hy</a:t>
            </a:r>
            <a:r>
              <a:rPr lang="en-US" sz="2000" b="1" dirty="0">
                <a:solidFill>
                  <a:srgbClr val="3333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CNN</a:t>
            </a:r>
            <a:r>
              <a:rPr lang="en-US" sz="2000" b="1" cap="small" dirty="0">
                <a:solidFill>
                  <a:srgbClr val="3333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</a:t>
            </a:r>
            <a:r>
              <a:rPr lang="en-US" sz="2000" b="1" dirty="0">
                <a:solidFill>
                  <a:srgbClr val="3333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US" sz="2000" b="1" cap="small" dirty="0">
                <a:solidFill>
                  <a:srgbClr val="3333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for</a:t>
            </a:r>
            <a:r>
              <a:rPr lang="en-US" sz="2000" b="1" dirty="0">
                <a:solidFill>
                  <a:srgbClr val="3333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I</a:t>
            </a:r>
            <a:r>
              <a:rPr lang="en-US" sz="2000" b="1" cap="small" dirty="0">
                <a:solidFill>
                  <a:srgbClr val="3333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mages</a:t>
            </a:r>
            <a:r>
              <a:rPr lang="en-US" sz="2000" b="1" dirty="0">
                <a:solidFill>
                  <a:srgbClr val="3333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?</a:t>
            </a:r>
            <a:endParaRPr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652780" lvl="0" indent="-342900" algn="l" rtl="0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Translation Invariance: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Object recognition regardless of position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652780" marR="5080" lvl="0" indent="-34290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Local Patterns: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Detect edges, textures, and shapes locally 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652780" marR="5080" lvl="0" indent="-34290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Hierarchical Features: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Low-level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→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Mid-level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 → 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High-level features 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652780" marR="5080" lvl="0" indent="-34290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Parameter Efficiency: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Fewer parameters than fully connected networks</a:t>
            </a:r>
          </a:p>
          <a:p>
            <a:pPr marL="652780" marR="5080" lvl="0" indent="-34290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Computational Efficiency: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Parallel processing of convolutions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398876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47A04-84B4-4908-A6C3-EB10496C6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37" y="231524"/>
            <a:ext cx="8409862" cy="430887"/>
          </a:xfrm>
        </p:spPr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W</a:t>
            </a:r>
            <a:r>
              <a:rPr lang="en-US" sz="2800" b="1" cap="small" dirty="0">
                <a:solidFill>
                  <a:srgbClr val="FFFFFF"/>
                </a:solidFill>
              </a:rPr>
              <a:t>hy</a:t>
            </a:r>
            <a:r>
              <a:rPr lang="en-US" sz="2800" b="1" dirty="0">
                <a:solidFill>
                  <a:srgbClr val="FFFFFF"/>
                </a:solidFill>
              </a:rPr>
              <a:t> CNN </a:t>
            </a:r>
            <a:r>
              <a:rPr lang="en-US" sz="2800" b="1" cap="small" dirty="0">
                <a:solidFill>
                  <a:srgbClr val="FFFFFF"/>
                </a:solidFill>
              </a:rPr>
              <a:t>for</a:t>
            </a:r>
            <a:r>
              <a:rPr lang="en-US" sz="2800" b="1" dirty="0">
                <a:solidFill>
                  <a:srgbClr val="FFFFFF"/>
                </a:solidFill>
              </a:rPr>
              <a:t> I</a:t>
            </a:r>
            <a:r>
              <a:rPr lang="en-US" sz="2800" b="1" cap="small" dirty="0">
                <a:solidFill>
                  <a:srgbClr val="FFFFFF"/>
                </a:solidFill>
              </a:rPr>
              <a:t>mages</a:t>
            </a:r>
            <a:r>
              <a:rPr lang="en-US" sz="2800" b="1" dirty="0">
                <a:solidFill>
                  <a:srgbClr val="FFFFFF"/>
                </a:solidFill>
              </a:rPr>
              <a:t> - L</a:t>
            </a:r>
            <a:r>
              <a:rPr lang="en-US" sz="2800" b="1" cap="small" dirty="0">
                <a:solidFill>
                  <a:srgbClr val="FFFFFF"/>
                </a:solidFill>
              </a:rPr>
              <a:t>ocality</a:t>
            </a:r>
            <a:endParaRPr lang="en-IN" b="1" dirty="0"/>
          </a:p>
        </p:txBody>
      </p:sp>
      <p:pic>
        <p:nvPicPr>
          <p:cNvPr id="3" name="Google Shape;360;p20">
            <a:extLst>
              <a:ext uri="{FF2B5EF4-FFF2-40B4-BE49-F238E27FC236}">
                <a16:creationId xmlns:a16="http://schemas.microsoft.com/office/drawing/2014/main" id="{48E03690-2F8F-4CCE-B1CA-CA08B8D1AD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17904" y="2053405"/>
            <a:ext cx="6596264" cy="234485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364;p20">
            <a:extLst>
              <a:ext uri="{FF2B5EF4-FFF2-40B4-BE49-F238E27FC236}">
                <a16:creationId xmlns:a16="http://schemas.microsoft.com/office/drawing/2014/main" id="{ACC541B2-234A-44ED-964A-30A9C1DDAB40}"/>
              </a:ext>
            </a:extLst>
          </p:cNvPr>
          <p:cNvSpPr txBox="1"/>
          <p:nvPr/>
        </p:nvSpPr>
        <p:spPr>
          <a:xfrm>
            <a:off x="644626" y="1349783"/>
            <a:ext cx="7798983" cy="385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2984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Some patterns are much smaller than the whole image.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183629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47A04-84B4-4908-A6C3-EB10496C6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37" y="231524"/>
            <a:ext cx="8409862" cy="430887"/>
          </a:xfrm>
        </p:spPr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W</a:t>
            </a:r>
            <a:r>
              <a:rPr lang="en-US" sz="2800" b="1" cap="small" dirty="0">
                <a:solidFill>
                  <a:srgbClr val="FFFFFF"/>
                </a:solidFill>
              </a:rPr>
              <a:t>hy</a:t>
            </a:r>
            <a:r>
              <a:rPr lang="en-US" sz="2800" b="1" dirty="0">
                <a:solidFill>
                  <a:srgbClr val="FFFFFF"/>
                </a:solidFill>
              </a:rPr>
              <a:t> CNN </a:t>
            </a:r>
            <a:r>
              <a:rPr lang="en-US" sz="2800" b="1" cap="small" dirty="0">
                <a:solidFill>
                  <a:srgbClr val="FFFFFF"/>
                </a:solidFill>
              </a:rPr>
              <a:t>for</a:t>
            </a:r>
            <a:r>
              <a:rPr lang="en-US" sz="2800" b="1" dirty="0">
                <a:solidFill>
                  <a:srgbClr val="FFFFFF"/>
                </a:solidFill>
              </a:rPr>
              <a:t> I</a:t>
            </a:r>
            <a:r>
              <a:rPr lang="en-US" sz="2800" b="1" cap="small" dirty="0">
                <a:solidFill>
                  <a:srgbClr val="FFFFFF"/>
                </a:solidFill>
              </a:rPr>
              <a:t>mages</a:t>
            </a:r>
            <a:r>
              <a:rPr lang="en-US" sz="2800" b="1" dirty="0">
                <a:solidFill>
                  <a:srgbClr val="FFFFFF"/>
                </a:solidFill>
              </a:rPr>
              <a:t> - L</a:t>
            </a:r>
            <a:r>
              <a:rPr lang="en-US" sz="2800" b="1" cap="small" dirty="0">
                <a:solidFill>
                  <a:srgbClr val="FFFFFF"/>
                </a:solidFill>
              </a:rPr>
              <a:t>ocality</a:t>
            </a:r>
            <a:endParaRPr lang="en-IN" b="1" dirty="0"/>
          </a:p>
        </p:txBody>
      </p:sp>
      <p:pic>
        <p:nvPicPr>
          <p:cNvPr id="3" name="Google Shape;360;p20">
            <a:extLst>
              <a:ext uri="{FF2B5EF4-FFF2-40B4-BE49-F238E27FC236}">
                <a16:creationId xmlns:a16="http://schemas.microsoft.com/office/drawing/2014/main" id="{48E03690-2F8F-4CCE-B1CA-CA08B8D1AD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5449" y="2619342"/>
            <a:ext cx="7140103" cy="214999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364;p20">
            <a:extLst>
              <a:ext uri="{FF2B5EF4-FFF2-40B4-BE49-F238E27FC236}">
                <a16:creationId xmlns:a16="http://schemas.microsoft.com/office/drawing/2014/main" id="{ACC541B2-234A-44ED-964A-30A9C1DDAB40}"/>
              </a:ext>
            </a:extLst>
          </p:cNvPr>
          <p:cNvSpPr txBox="1"/>
          <p:nvPr/>
        </p:nvSpPr>
        <p:spPr>
          <a:xfrm>
            <a:off x="644626" y="1349783"/>
            <a:ext cx="7798983" cy="385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2984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Some patterns are much smaller than the whole image.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5" name="Google Shape;386;p21">
            <a:extLst>
              <a:ext uri="{FF2B5EF4-FFF2-40B4-BE49-F238E27FC236}">
                <a16:creationId xmlns:a16="http://schemas.microsoft.com/office/drawing/2014/main" id="{C24961F5-8555-4613-80F6-C9148F787663}"/>
              </a:ext>
            </a:extLst>
          </p:cNvPr>
          <p:cNvSpPr txBox="1"/>
          <p:nvPr/>
        </p:nvSpPr>
        <p:spPr>
          <a:xfrm>
            <a:off x="846305" y="2018151"/>
            <a:ext cx="7937772" cy="323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3556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A neuron does not have to see the whole image to discover the pattern.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927836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2"/>
          <p:cNvSpPr txBox="1"/>
          <p:nvPr/>
        </p:nvSpPr>
        <p:spPr>
          <a:xfrm>
            <a:off x="151136" y="202866"/>
            <a:ext cx="8451151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sz="2696" dirty="0">
                <a:solidFill>
                  <a:srgbClr val="EC2027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lang="en-US" sz="2696" cap="small" dirty="0">
                <a:solidFill>
                  <a:srgbClr val="EC2027"/>
                </a:solidFill>
                <a:latin typeface="Calibri"/>
                <a:ea typeface="Calibri"/>
                <a:cs typeface="Calibri"/>
                <a:sym typeface="Calibri"/>
              </a:rPr>
              <a:t>hy</a:t>
            </a:r>
            <a:r>
              <a:rPr lang="en-US" sz="2696" dirty="0">
                <a:solidFill>
                  <a:srgbClr val="EC2027"/>
                </a:solidFill>
                <a:latin typeface="Calibri"/>
                <a:ea typeface="Calibri"/>
                <a:cs typeface="Calibri"/>
                <a:sym typeface="Calibri"/>
              </a:rPr>
              <a:t> CNN </a:t>
            </a:r>
            <a:r>
              <a:rPr lang="en-US" sz="2696" cap="small" dirty="0">
                <a:solidFill>
                  <a:srgbClr val="EC2027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lang="en-US" sz="2696" dirty="0">
                <a:solidFill>
                  <a:srgbClr val="EC2027"/>
                </a:solidFill>
                <a:latin typeface="Calibri"/>
                <a:ea typeface="Calibri"/>
                <a:cs typeface="Calibri"/>
                <a:sym typeface="Calibri"/>
              </a:rPr>
              <a:t> I</a:t>
            </a:r>
            <a:r>
              <a:rPr lang="en-US" sz="2696" cap="small" dirty="0">
                <a:solidFill>
                  <a:srgbClr val="EC2027"/>
                </a:solidFill>
                <a:latin typeface="Calibri"/>
                <a:ea typeface="Calibri"/>
                <a:cs typeface="Calibri"/>
                <a:sym typeface="Calibri"/>
              </a:rPr>
              <a:t>mages</a:t>
            </a:r>
            <a:r>
              <a:rPr lang="en-US" sz="2696" dirty="0">
                <a:solidFill>
                  <a:srgbClr val="EC2027"/>
                </a:solidFill>
                <a:latin typeface="Calibri"/>
                <a:ea typeface="Calibri"/>
                <a:cs typeface="Calibri"/>
                <a:sym typeface="Calibri"/>
              </a:rPr>
              <a:t> - T</a:t>
            </a:r>
            <a:r>
              <a:rPr lang="en-US" sz="2696" cap="small" dirty="0">
                <a:solidFill>
                  <a:srgbClr val="EC2027"/>
                </a:solidFill>
                <a:latin typeface="Calibri"/>
                <a:ea typeface="Calibri"/>
                <a:cs typeface="Calibri"/>
                <a:sym typeface="Calibri"/>
              </a:rPr>
              <a:t>ranslation</a:t>
            </a:r>
            <a:r>
              <a:rPr lang="en-US" sz="2696" dirty="0">
                <a:solidFill>
                  <a:srgbClr val="EC2027"/>
                </a:solidFill>
                <a:latin typeface="Calibri"/>
                <a:ea typeface="Calibri"/>
                <a:cs typeface="Calibri"/>
                <a:sym typeface="Calibri"/>
              </a:rPr>
              <a:t> I</a:t>
            </a:r>
            <a:r>
              <a:rPr lang="en-US" sz="2696" cap="small" dirty="0">
                <a:solidFill>
                  <a:srgbClr val="EC2027"/>
                </a:solidFill>
                <a:latin typeface="Calibri"/>
                <a:ea typeface="Calibri"/>
                <a:cs typeface="Calibri"/>
                <a:sym typeface="Calibri"/>
              </a:rPr>
              <a:t>nvariance</a:t>
            </a:r>
            <a:endParaRPr sz="2696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2" name="Google Shape;402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1132" y="1700301"/>
            <a:ext cx="7256834" cy="3719242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22"/>
          <p:cNvSpPr txBox="1"/>
          <p:nvPr/>
        </p:nvSpPr>
        <p:spPr>
          <a:xfrm>
            <a:off x="550775" y="6477741"/>
            <a:ext cx="2049344" cy="230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062" rIns="0" bIns="0" anchor="t" anchorCtr="0">
            <a:spAutoFit/>
          </a:bodyPr>
          <a:lstStyle/>
          <a:p>
            <a:pPr marL="20141"/>
            <a:r>
              <a:rPr lang="en-US" sz="1427" dirty="0"/>
              <a:t>Courtesy: </a:t>
            </a:r>
            <a:r>
              <a:rPr lang="en-US" sz="1427" dirty="0" err="1"/>
              <a:t>Akka</a:t>
            </a:r>
            <a:r>
              <a:rPr lang="en-US" sz="1427" dirty="0"/>
              <a:t> </a:t>
            </a:r>
            <a:r>
              <a:rPr lang="en-US" sz="1427" dirty="0" err="1"/>
              <a:t>Zemmari</a:t>
            </a:r>
            <a:endParaRPr sz="1427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669F3D-5D79-4A5A-A7F4-8B3AAEF15796}"/>
              </a:ext>
            </a:extLst>
          </p:cNvPr>
          <p:cNvSpPr/>
          <p:nvPr/>
        </p:nvSpPr>
        <p:spPr>
          <a:xfrm>
            <a:off x="797668" y="1075939"/>
            <a:ext cx="749029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91236">
              <a:spcBef>
                <a:spcPts val="2149"/>
              </a:spcBef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Same pattern may appear in different regions.</a:t>
            </a: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3"/>
          <p:cNvSpPr txBox="1">
            <a:spLocks noGrp="1"/>
          </p:cNvSpPr>
          <p:nvPr>
            <p:ph type="title"/>
          </p:nvPr>
        </p:nvSpPr>
        <p:spPr>
          <a:xfrm>
            <a:off x="151137" y="377964"/>
            <a:ext cx="835447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b="1" dirty="0">
                <a:solidFill>
                  <a:srgbClr val="FFFFFF"/>
                </a:solidFill>
              </a:rPr>
              <a:t>W</a:t>
            </a:r>
            <a:r>
              <a:rPr lang="en-US" b="1" cap="small" dirty="0">
                <a:solidFill>
                  <a:srgbClr val="FFFFFF"/>
                </a:solidFill>
              </a:rPr>
              <a:t>hy</a:t>
            </a:r>
            <a:r>
              <a:rPr lang="en-US" b="1" dirty="0">
                <a:solidFill>
                  <a:srgbClr val="FFFFFF"/>
                </a:solidFill>
              </a:rPr>
              <a:t> CNN </a:t>
            </a:r>
            <a:r>
              <a:rPr lang="en-US" b="1" cap="small" dirty="0">
                <a:solidFill>
                  <a:srgbClr val="FFFFFF"/>
                </a:solidFill>
              </a:rPr>
              <a:t>for</a:t>
            </a:r>
            <a:r>
              <a:rPr lang="en-US" b="1" dirty="0">
                <a:solidFill>
                  <a:srgbClr val="FFFFFF"/>
                </a:solidFill>
              </a:rPr>
              <a:t> I</a:t>
            </a:r>
            <a:r>
              <a:rPr lang="en-US" b="1" cap="small" dirty="0">
                <a:solidFill>
                  <a:srgbClr val="FFFFFF"/>
                </a:solidFill>
              </a:rPr>
              <a:t>mages</a:t>
            </a:r>
            <a:r>
              <a:rPr lang="en-US" b="1" dirty="0">
                <a:solidFill>
                  <a:srgbClr val="FFFFFF"/>
                </a:solidFill>
              </a:rPr>
              <a:t> - S</a:t>
            </a:r>
            <a:r>
              <a:rPr lang="en-US" b="1" cap="small" dirty="0">
                <a:solidFill>
                  <a:srgbClr val="FFFFFF"/>
                </a:solidFill>
              </a:rPr>
              <a:t>cale</a:t>
            </a:r>
            <a:r>
              <a:rPr lang="en-US" b="1" dirty="0">
                <a:solidFill>
                  <a:srgbClr val="FFFFFF"/>
                </a:solidFill>
              </a:rPr>
              <a:t> I</a:t>
            </a:r>
            <a:r>
              <a:rPr lang="en-US" b="1" cap="small" dirty="0">
                <a:solidFill>
                  <a:srgbClr val="FFFFFF"/>
                </a:solidFill>
              </a:rPr>
              <a:t>nvariance</a:t>
            </a:r>
            <a:endParaRPr b="1" dirty="0"/>
          </a:p>
        </p:txBody>
      </p:sp>
      <p:pic>
        <p:nvPicPr>
          <p:cNvPr id="416" name="Google Shape;416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35412" y="2282394"/>
            <a:ext cx="7383293" cy="2746806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23"/>
          <p:cNvSpPr txBox="1"/>
          <p:nvPr/>
        </p:nvSpPr>
        <p:spPr>
          <a:xfrm>
            <a:off x="1022314" y="1245836"/>
            <a:ext cx="7285107" cy="394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363041" indent="-342900" defTabSz="1450147">
              <a:buFont typeface="Courier New" panose="02070309020205020404" pitchFamily="49" charset="0"/>
              <a:buChar char="o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Sub-sampling the pixels will not change the object.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0" name="Google Shape;420;p23"/>
          <p:cNvSpPr txBox="1"/>
          <p:nvPr/>
        </p:nvSpPr>
        <p:spPr>
          <a:xfrm>
            <a:off x="550775" y="5352448"/>
            <a:ext cx="7464816" cy="86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834339" marR="8056" indent="-342900" defTabSz="1450147">
              <a:lnSpc>
                <a:spcPct val="1384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can sub-sample the image to make it smaller. 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34339" marR="8056" indent="-342900" defTabSz="1450147">
              <a:lnSpc>
                <a:spcPct val="1384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Less parameters for the network to process the image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4"/>
          <p:cNvSpPr txBox="1"/>
          <p:nvPr/>
        </p:nvSpPr>
        <p:spPr>
          <a:xfrm>
            <a:off x="151136" y="377964"/>
            <a:ext cx="3007047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 defTabSz="1450147"/>
            <a:r>
              <a:rPr lang="en-US" sz="2696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2696" cap="small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</a:t>
            </a:r>
            <a:r>
              <a:rPr lang="en-US" sz="2696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W</a:t>
            </a:r>
            <a:r>
              <a:rPr lang="en-US" sz="2696" cap="small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hole</a:t>
            </a:r>
            <a:r>
              <a:rPr lang="en-US" sz="2696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CNN</a:t>
            </a:r>
            <a:endParaRPr sz="2696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3" name="Google Shape;433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9574" y="1031135"/>
            <a:ext cx="8122595" cy="535994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EFE2BF1-022C-4DFD-B2B3-2F8411DC5C87}"/>
                  </a:ext>
                </a:extLst>
              </p14:cNvPr>
              <p14:cNvContentPartPr/>
              <p14:nvPr/>
            </p14:nvContentPartPr>
            <p14:xfrm>
              <a:off x="313560" y="2415240"/>
              <a:ext cx="4892040" cy="3308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EFE2BF1-022C-4DFD-B2B3-2F8411DC5C8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4200" y="2405880"/>
                <a:ext cx="4910760" cy="3327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5"/>
          <p:cNvSpPr txBox="1"/>
          <p:nvPr/>
        </p:nvSpPr>
        <p:spPr>
          <a:xfrm>
            <a:off x="151136" y="270960"/>
            <a:ext cx="3007047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 defTabSz="1450147"/>
            <a:r>
              <a:rPr lang="en-US" sz="2696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2696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</a:t>
            </a:r>
            <a:r>
              <a:rPr lang="en-US" sz="2696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W</a:t>
            </a:r>
            <a:r>
              <a:rPr lang="en-US" sz="2696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hole</a:t>
            </a:r>
            <a:r>
              <a:rPr lang="en-US" sz="2696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CNN</a:t>
            </a:r>
            <a:endParaRPr sz="2696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6" name="Google Shape;446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3932" y="1021404"/>
            <a:ext cx="8278238" cy="44649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6"/>
          <p:cNvSpPr txBox="1"/>
          <p:nvPr/>
        </p:nvSpPr>
        <p:spPr>
          <a:xfrm>
            <a:off x="151136" y="270960"/>
            <a:ext cx="3007047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sz="2696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2696" cap="small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</a:t>
            </a:r>
            <a:r>
              <a:rPr lang="en-US" sz="2696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W</a:t>
            </a:r>
            <a:r>
              <a:rPr lang="en-US" sz="2696" cap="small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hole</a:t>
            </a:r>
            <a:r>
              <a:rPr lang="en-US" sz="2696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CNN</a:t>
            </a:r>
            <a:endParaRPr sz="2696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9" name="Google Shape;459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0664" y="1040860"/>
            <a:ext cx="7908587" cy="56420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7"/>
          <p:cNvSpPr txBox="1"/>
          <p:nvPr/>
        </p:nvSpPr>
        <p:spPr>
          <a:xfrm>
            <a:off x="151136" y="339054"/>
            <a:ext cx="3007047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sz="2696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2696" cap="small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</a:t>
            </a:r>
            <a:r>
              <a:rPr lang="en-US" sz="2696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W</a:t>
            </a:r>
            <a:r>
              <a:rPr lang="en-US" sz="2696" cap="small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hole</a:t>
            </a:r>
            <a:r>
              <a:rPr lang="en-US" sz="2696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CNN</a:t>
            </a:r>
            <a:endParaRPr sz="2696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2" name="Google Shape;472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9651" y="1040861"/>
            <a:ext cx="8540885" cy="4774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8"/>
          <p:cNvSpPr txBox="1">
            <a:spLocks noGrp="1"/>
          </p:cNvSpPr>
          <p:nvPr>
            <p:ph type="title"/>
          </p:nvPr>
        </p:nvSpPr>
        <p:spPr>
          <a:xfrm>
            <a:off x="151137" y="202867"/>
            <a:ext cx="6774957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b="1" dirty="0">
                <a:solidFill>
                  <a:srgbClr val="FFFFFF"/>
                </a:solidFill>
              </a:rPr>
              <a:t>K</a:t>
            </a:r>
            <a:r>
              <a:rPr lang="en-US" b="1" cap="small" dirty="0">
                <a:solidFill>
                  <a:srgbClr val="FFFFFF"/>
                </a:solidFill>
              </a:rPr>
              <a:t>ey</a:t>
            </a:r>
            <a:r>
              <a:rPr lang="en-US" b="1" dirty="0">
                <a:solidFill>
                  <a:srgbClr val="FFFFFF"/>
                </a:solidFill>
              </a:rPr>
              <a:t> P</a:t>
            </a:r>
            <a:r>
              <a:rPr lang="en-US" b="1" cap="small" dirty="0">
                <a:solidFill>
                  <a:srgbClr val="FFFFFF"/>
                </a:solidFill>
              </a:rPr>
              <a:t>rinciples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cap="small" dirty="0">
                <a:solidFill>
                  <a:srgbClr val="FFFFFF"/>
                </a:solidFill>
              </a:rPr>
              <a:t>of</a:t>
            </a:r>
            <a:r>
              <a:rPr lang="en-US" b="1" dirty="0">
                <a:solidFill>
                  <a:srgbClr val="FFFFFF"/>
                </a:solidFill>
              </a:rPr>
              <a:t> CNN</a:t>
            </a:r>
            <a:r>
              <a:rPr lang="en-US" b="1" cap="small" dirty="0">
                <a:solidFill>
                  <a:srgbClr val="FFFFFF"/>
                </a:solidFill>
              </a:rPr>
              <a:t>s</a:t>
            </a:r>
            <a:endParaRPr b="1" dirty="0"/>
          </a:p>
        </p:txBody>
      </p:sp>
      <p:sp>
        <p:nvSpPr>
          <p:cNvPr id="485" name="Google Shape;485;p28"/>
          <p:cNvSpPr txBox="1"/>
          <p:nvPr/>
        </p:nvSpPr>
        <p:spPr>
          <a:xfrm>
            <a:off x="327038" y="1095117"/>
            <a:ext cx="3256793" cy="396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159" rIns="0" bIns="0" anchor="t" anchorCtr="0">
            <a:spAutoFit/>
          </a:bodyPr>
          <a:lstStyle/>
          <a:p>
            <a:pPr marL="20141" defTabSz="1450147"/>
            <a:r>
              <a:rPr lang="en-US" sz="2400" b="1" dirty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2400" b="1" cap="small" dirty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hree</a:t>
            </a:r>
            <a:r>
              <a:rPr lang="en-US" sz="2400" b="1" dirty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K</a:t>
            </a:r>
            <a:r>
              <a:rPr lang="en-US" sz="2400" b="1" cap="small" dirty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ey</a:t>
            </a:r>
            <a:r>
              <a:rPr lang="en-US" sz="2400" b="1" dirty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P</a:t>
            </a:r>
            <a:r>
              <a:rPr lang="en-US" sz="2400" b="1" cap="small" dirty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rinciples</a:t>
            </a:r>
            <a:endParaRPr sz="24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8"/>
          <p:cNvSpPr txBox="1"/>
          <p:nvPr/>
        </p:nvSpPr>
        <p:spPr>
          <a:xfrm>
            <a:off x="767492" y="3370579"/>
            <a:ext cx="106747" cy="165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952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52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8"/>
          <p:cNvSpPr txBox="1"/>
          <p:nvPr/>
        </p:nvSpPr>
        <p:spPr>
          <a:xfrm>
            <a:off x="767492" y="4289591"/>
            <a:ext cx="106747" cy="165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952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52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8"/>
          <p:cNvSpPr txBox="1"/>
          <p:nvPr/>
        </p:nvSpPr>
        <p:spPr>
          <a:xfrm>
            <a:off x="787478" y="1682742"/>
            <a:ext cx="7840956" cy="3839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3718" rIns="0" bIns="0" anchor="t" anchorCtr="0">
            <a:spAutoFit/>
          </a:bodyPr>
          <a:lstStyle/>
          <a:p>
            <a:pPr marL="403323" indent="-342900" defTabSz="1450147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Local Connectivity (Sparse Interactions)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25073" indent="-458206" defTabSz="1450147">
              <a:spcBef>
                <a:spcPts val="626"/>
              </a:spcBef>
              <a:buSzPts val="950"/>
              <a:buFont typeface="Courier New" panose="02070309020205020404" pitchFamily="49" charset="0"/>
              <a:buChar char="o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neuron connects only to a local region of the input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25073" indent="-458206" defTabSz="1450147">
              <a:buSzPts val="950"/>
              <a:buFont typeface="Courier New" panose="02070309020205020404" pitchFamily="49" charset="0"/>
              <a:buChar char="o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Receptive field concept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3323" indent="-342900" defTabSz="1450147">
              <a:spcBef>
                <a:spcPts val="658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Parameter Sharing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25073" indent="-458206" defTabSz="1450147">
              <a:spcBef>
                <a:spcPts val="658"/>
              </a:spcBef>
              <a:buSzPts val="950"/>
              <a:buFont typeface="Courier New" panose="02070309020205020404" pitchFamily="49" charset="0"/>
              <a:buChar char="o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Same filter/kernel used across entire input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25073" indent="-458206" defTabSz="1450147">
              <a:buSzPts val="950"/>
              <a:buFont typeface="Courier New" panose="02070309020205020404" pitchFamily="49" charset="0"/>
              <a:buChar char="o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Dramatically reduces parameters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3323" indent="-342900" defTabSz="1450147">
              <a:spcBef>
                <a:spcPts val="649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Equivariant Representations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25073" indent="-458206" defTabSz="1450147">
              <a:spcBef>
                <a:spcPts val="626"/>
              </a:spcBef>
              <a:buSzPts val="950"/>
              <a:buFont typeface="Courier New" panose="02070309020205020404" pitchFamily="49" charset="0"/>
              <a:buChar char="o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input shifts, output shifts correspondingly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25073" indent="-458206" defTabSz="1450147">
              <a:buSzPts val="950"/>
              <a:buFont typeface="Courier New" panose="02070309020205020404" pitchFamily="49" charset="0"/>
              <a:buChar char="o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Built-in translation equivariance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29"/>
          <p:cNvSpPr txBox="1">
            <a:spLocks noGrp="1"/>
          </p:cNvSpPr>
          <p:nvPr>
            <p:ph type="title"/>
          </p:nvPr>
        </p:nvSpPr>
        <p:spPr>
          <a:xfrm>
            <a:off x="151137" y="241780"/>
            <a:ext cx="736834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b="1" dirty="0">
                <a:solidFill>
                  <a:srgbClr val="FFFFFF"/>
                </a:solidFill>
              </a:rPr>
              <a:t>CNN K</a:t>
            </a:r>
            <a:r>
              <a:rPr lang="en-US" b="1" cap="small" dirty="0">
                <a:solidFill>
                  <a:srgbClr val="FFFFFF"/>
                </a:solidFill>
              </a:rPr>
              <a:t>ey</a:t>
            </a:r>
            <a:r>
              <a:rPr lang="en-US" b="1" dirty="0">
                <a:solidFill>
                  <a:srgbClr val="FFFFFF"/>
                </a:solidFill>
              </a:rPr>
              <a:t> C</a:t>
            </a:r>
            <a:r>
              <a:rPr lang="en-US" b="1" cap="small" dirty="0">
                <a:solidFill>
                  <a:srgbClr val="FFFFFF"/>
                </a:solidFill>
              </a:rPr>
              <a:t>haracteristics</a:t>
            </a:r>
            <a:endParaRPr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283DE0-E318-4A42-A482-088F88C1862D}"/>
              </a:ext>
            </a:extLst>
          </p:cNvPr>
          <p:cNvSpPr/>
          <p:nvPr/>
        </p:nvSpPr>
        <p:spPr>
          <a:xfrm>
            <a:off x="151137" y="1842893"/>
            <a:ext cx="8428659" cy="29100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38900" indent="-342900" algn="just">
              <a:buFont typeface="Courier New" panose="02070309020205020404" pitchFamily="49" charset="0"/>
              <a:buChar char="o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Convolutional Layers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Apply learnable filters to detect local features</a:t>
            </a:r>
          </a:p>
          <a:p>
            <a:pPr marL="738900" marR="8056" indent="-342900" algn="just">
              <a:lnSpc>
                <a:spcPct val="138400"/>
              </a:lnSpc>
              <a:buFont typeface="Courier New" panose="02070309020205020404" pitchFamily="49" charset="0"/>
              <a:buChar char="o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Pooling Layers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Reduce spatial dimensions and provide translation invariance </a:t>
            </a:r>
          </a:p>
          <a:p>
            <a:pPr marL="738900" marR="8056" indent="-342900" algn="just">
              <a:lnSpc>
                <a:spcPct val="138400"/>
              </a:lnSpc>
              <a:buFont typeface="Courier New" panose="02070309020205020404" pitchFamily="49" charset="0"/>
              <a:buChar char="o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Hierarchical Learning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Build complex features from simple ones</a:t>
            </a:r>
          </a:p>
          <a:p>
            <a:pPr marL="738900" marR="1346420" indent="-342900" algn="just">
              <a:lnSpc>
                <a:spcPct val="138400"/>
              </a:lnSpc>
              <a:buFont typeface="Courier New" panose="02070309020205020404" pitchFamily="49" charset="0"/>
              <a:buChar char="o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Parameter Sharing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Same filter applied across entire input </a:t>
            </a:r>
          </a:p>
          <a:p>
            <a:pPr marL="738900" marR="1346420" indent="-342900" algn="just">
              <a:lnSpc>
                <a:spcPct val="138400"/>
              </a:lnSpc>
              <a:buFont typeface="Courier New" panose="02070309020205020404" pitchFamily="49" charset="0"/>
              <a:buChar char="o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Sparse Connectivity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Each neuron connects to local region only</a:t>
            </a:r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30"/>
          <p:cNvSpPr txBox="1">
            <a:spLocks noGrp="1"/>
          </p:cNvSpPr>
          <p:nvPr>
            <p:ph type="title"/>
          </p:nvPr>
        </p:nvSpPr>
        <p:spPr>
          <a:xfrm>
            <a:off x="151137" y="309871"/>
            <a:ext cx="835447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b="1" dirty="0">
                <a:solidFill>
                  <a:srgbClr val="FFFFFF"/>
                </a:solidFill>
              </a:rPr>
              <a:t>H</a:t>
            </a:r>
            <a:r>
              <a:rPr lang="en-US" b="1" cap="small" dirty="0">
                <a:solidFill>
                  <a:srgbClr val="FFFFFF"/>
                </a:solidFill>
              </a:rPr>
              <a:t>ow</a:t>
            </a:r>
            <a:r>
              <a:rPr lang="en-US" b="1" dirty="0">
                <a:solidFill>
                  <a:srgbClr val="FFFFFF"/>
                </a:solidFill>
              </a:rPr>
              <a:t> CNN A</a:t>
            </a:r>
            <a:r>
              <a:rPr lang="en-US" b="1" cap="small" dirty="0">
                <a:solidFill>
                  <a:srgbClr val="FFFFFF"/>
                </a:solidFill>
              </a:rPr>
              <a:t>chieves</a:t>
            </a:r>
            <a:r>
              <a:rPr lang="en-US" b="1" dirty="0">
                <a:solidFill>
                  <a:srgbClr val="FFFFFF"/>
                </a:solidFill>
              </a:rPr>
              <a:t> I</a:t>
            </a:r>
            <a:r>
              <a:rPr lang="en-US" b="1" cap="small" dirty="0">
                <a:solidFill>
                  <a:srgbClr val="FFFFFF"/>
                </a:solidFill>
              </a:rPr>
              <a:t>mage</a:t>
            </a:r>
            <a:r>
              <a:rPr lang="en-US" b="1" dirty="0">
                <a:solidFill>
                  <a:srgbClr val="FFFFFF"/>
                </a:solidFill>
              </a:rPr>
              <a:t> C</a:t>
            </a:r>
            <a:r>
              <a:rPr lang="en-US" b="1" cap="small" dirty="0">
                <a:solidFill>
                  <a:srgbClr val="FFFFFF"/>
                </a:solidFill>
              </a:rPr>
              <a:t>lassification</a:t>
            </a:r>
            <a:endParaRPr b="1" dirty="0"/>
          </a:p>
        </p:txBody>
      </p:sp>
      <p:sp>
        <p:nvSpPr>
          <p:cNvPr id="545" name="Google Shape;545;p30"/>
          <p:cNvSpPr txBox="1"/>
          <p:nvPr/>
        </p:nvSpPr>
        <p:spPr>
          <a:xfrm>
            <a:off x="389106" y="1135679"/>
            <a:ext cx="8194895" cy="142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7581" rIns="0" bIns="0" anchor="t" anchorCtr="0">
            <a:spAutoFit/>
          </a:bodyPr>
          <a:lstStyle/>
          <a:p>
            <a:pPr marL="20141" defTabSz="1450147"/>
            <a:r>
              <a:rPr lang="en-US" sz="2220" b="1" dirty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en-US" sz="2220" b="1" cap="small" dirty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ierarchical</a:t>
            </a:r>
            <a:r>
              <a:rPr lang="en-US" sz="2220" b="1" dirty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F</a:t>
            </a:r>
            <a:r>
              <a:rPr lang="en-US" sz="2220" b="1" cap="small" dirty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eature</a:t>
            </a:r>
            <a:r>
              <a:rPr lang="en-US" sz="2220" b="1" dirty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L</a:t>
            </a:r>
            <a:r>
              <a:rPr lang="en-US" sz="2220" b="1" cap="small" dirty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earning</a:t>
            </a:r>
            <a:r>
              <a:rPr lang="en-US" sz="2220" b="1" dirty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P</a:t>
            </a:r>
            <a:r>
              <a:rPr lang="en-US" sz="2220" b="1" cap="small" dirty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rocess</a:t>
            </a:r>
          </a:p>
          <a:p>
            <a:pPr marL="20141" defTabSz="1450147"/>
            <a:endParaRPr sz="2220" b="1" dirty="0">
              <a:latin typeface="Calibri"/>
              <a:ea typeface="Calibri"/>
              <a:cs typeface="Calibri"/>
              <a:sym typeface="Calibri"/>
            </a:endParaRPr>
          </a:p>
          <a:p>
            <a:pPr marL="20141" marR="8056" algn="just" defTabSz="1450147">
              <a:lnSpc>
                <a:spcPct val="114700"/>
              </a:lnSpc>
              <a:spcBef>
                <a:spcPts val="119"/>
              </a:spcBef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CNNs achieve image classification through a hierarchical feature extraction process, where each layer builds increasingly complex representations from simpler ones.</a:t>
            </a:r>
            <a:endParaRPr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47" name="Google Shape;547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1511" y="2704289"/>
            <a:ext cx="7291836" cy="3843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31"/>
          <p:cNvSpPr txBox="1">
            <a:spLocks noGrp="1"/>
          </p:cNvSpPr>
          <p:nvPr>
            <p:ph type="title"/>
          </p:nvPr>
        </p:nvSpPr>
        <p:spPr>
          <a:xfrm>
            <a:off x="151137" y="387693"/>
            <a:ext cx="742671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b="1" dirty="0">
                <a:solidFill>
                  <a:srgbClr val="FFFFFF"/>
                </a:solidFill>
              </a:rPr>
              <a:t>H</a:t>
            </a:r>
            <a:r>
              <a:rPr lang="en-US" b="1" cap="small" dirty="0">
                <a:solidFill>
                  <a:srgbClr val="FFFFFF"/>
                </a:solidFill>
              </a:rPr>
              <a:t>ierarchical</a:t>
            </a:r>
            <a:r>
              <a:rPr lang="en-US" b="1" dirty="0">
                <a:solidFill>
                  <a:srgbClr val="FFFFFF"/>
                </a:solidFill>
              </a:rPr>
              <a:t> F</a:t>
            </a:r>
            <a:r>
              <a:rPr lang="en-US" b="1" cap="small" dirty="0">
                <a:solidFill>
                  <a:srgbClr val="FFFFFF"/>
                </a:solidFill>
              </a:rPr>
              <a:t>eature</a:t>
            </a:r>
            <a:r>
              <a:rPr lang="en-US" b="1" dirty="0">
                <a:solidFill>
                  <a:srgbClr val="FFFFFF"/>
                </a:solidFill>
              </a:rPr>
              <a:t> L</a:t>
            </a:r>
            <a:r>
              <a:rPr lang="en-US" b="1" cap="small" dirty="0">
                <a:solidFill>
                  <a:srgbClr val="FFFFFF"/>
                </a:solidFill>
              </a:rPr>
              <a:t>earning</a:t>
            </a:r>
            <a:endParaRPr b="1" dirty="0"/>
          </a:p>
        </p:txBody>
      </p:sp>
      <p:sp>
        <p:nvSpPr>
          <p:cNvPr id="558" name="Google Shape;558;p31"/>
          <p:cNvSpPr txBox="1"/>
          <p:nvPr/>
        </p:nvSpPr>
        <p:spPr>
          <a:xfrm>
            <a:off x="774513" y="1203366"/>
            <a:ext cx="6527515" cy="33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363041" indent="-342900" defTabSz="1450147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Deep networks learn increasingly complex features: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9" name="Google Shape;569;p31"/>
          <p:cNvSpPr txBox="1"/>
          <p:nvPr/>
        </p:nvSpPr>
        <p:spPr>
          <a:xfrm>
            <a:off x="865762" y="4818757"/>
            <a:ext cx="7558393" cy="1441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6449" rIns="0" bIns="0" anchor="t" anchorCtr="0">
            <a:spAutoFit/>
          </a:bodyPr>
          <a:lstStyle/>
          <a:p>
            <a:pPr marL="20141" defTabSz="1450147"/>
            <a:r>
              <a:rPr lang="en-US" sz="20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Face Detection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77189" indent="-285750" defTabSz="1450147">
              <a:spcBef>
                <a:spcPts val="363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Layer 1: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Detects edges at various orientations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77189" marR="8056" indent="-285750" defTabSz="1450147">
              <a:lnSpc>
                <a:spcPct val="114599"/>
              </a:lnSpc>
              <a:spcBef>
                <a:spcPts val="8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Layer 2: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Combines edges into facial features (eyes, nose, mouth) </a:t>
            </a:r>
          </a:p>
          <a:p>
            <a:pPr marL="777189" marR="8056" indent="-285750" defTabSz="1450147">
              <a:lnSpc>
                <a:spcPct val="114599"/>
              </a:lnSpc>
              <a:spcBef>
                <a:spcPts val="8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Layer 3: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Combines features into complete face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Google Shape;560;p31">
            <a:extLst>
              <a:ext uri="{FF2B5EF4-FFF2-40B4-BE49-F238E27FC236}">
                <a16:creationId xmlns:a16="http://schemas.microsoft.com/office/drawing/2014/main" id="{14FC7E64-2EE9-4640-AE42-C55E97FB798F}"/>
              </a:ext>
            </a:extLst>
          </p:cNvPr>
          <p:cNvSpPr txBox="1"/>
          <p:nvPr/>
        </p:nvSpPr>
        <p:spPr>
          <a:xfrm>
            <a:off x="2959125" y="2005786"/>
            <a:ext cx="351790" cy="38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5080" lvl="0" indent="0" algn="ctr" rtl="0">
              <a:lnSpc>
                <a:spcPct val="11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dirty="0">
                <a:latin typeface="Arial"/>
                <a:ea typeface="Arial"/>
                <a:cs typeface="Arial"/>
                <a:sym typeface="Arial"/>
              </a:rPr>
              <a:t>Edges Corners Colors</a:t>
            </a:r>
            <a:endParaRPr sz="7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561;p31">
            <a:extLst>
              <a:ext uri="{FF2B5EF4-FFF2-40B4-BE49-F238E27FC236}">
                <a16:creationId xmlns:a16="http://schemas.microsoft.com/office/drawing/2014/main" id="{4F4CF5DE-8D1C-4E24-9B2E-EDE6D0B01FF8}"/>
              </a:ext>
            </a:extLst>
          </p:cNvPr>
          <p:cNvSpPr txBox="1"/>
          <p:nvPr/>
        </p:nvSpPr>
        <p:spPr>
          <a:xfrm>
            <a:off x="3639312" y="3405898"/>
            <a:ext cx="1051560" cy="441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34925" marR="5080" lvl="0" indent="-22860" algn="ctr" rtl="0">
              <a:lnSpc>
                <a:spcPct val="1266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Mid-level features</a:t>
            </a:r>
            <a:endParaRPr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0" name="Google Shape;563;p31">
            <a:extLst>
              <a:ext uri="{FF2B5EF4-FFF2-40B4-BE49-F238E27FC236}">
                <a16:creationId xmlns:a16="http://schemas.microsoft.com/office/drawing/2014/main" id="{816488FA-A3A0-46F8-BC34-73CF5ECD6A16}"/>
              </a:ext>
            </a:extLst>
          </p:cNvPr>
          <p:cNvSpPr txBox="1"/>
          <p:nvPr/>
        </p:nvSpPr>
        <p:spPr>
          <a:xfrm>
            <a:off x="5367528" y="3360178"/>
            <a:ext cx="1051560" cy="480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62864" marR="5080" lvl="0" indent="-50799" algn="ctr" rtl="0">
              <a:lnSpc>
                <a:spcPct val="1266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High-level features</a:t>
            </a:r>
            <a:endParaRPr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1" name="Google Shape;564;p31">
            <a:extLst>
              <a:ext uri="{FF2B5EF4-FFF2-40B4-BE49-F238E27FC236}">
                <a16:creationId xmlns:a16="http://schemas.microsoft.com/office/drawing/2014/main" id="{08CBC07D-230B-4163-BADA-6B7CC7906F7D}"/>
              </a:ext>
            </a:extLst>
          </p:cNvPr>
          <p:cNvSpPr txBox="1"/>
          <p:nvPr/>
        </p:nvSpPr>
        <p:spPr>
          <a:xfrm>
            <a:off x="6805548" y="2409650"/>
            <a:ext cx="930275" cy="766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Objects</a:t>
            </a:r>
            <a:endParaRPr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2700" marR="9525" lvl="0" indent="0" algn="ctr" rtl="0">
              <a:lnSpc>
                <a:spcPct val="1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Faces </a:t>
            </a:r>
          </a:p>
          <a:p>
            <a:pPr marL="12700" marR="9525" lvl="0" indent="0" algn="ctr" rtl="0">
              <a:lnSpc>
                <a:spcPct val="1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Scenes</a:t>
            </a:r>
            <a:endParaRPr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2AF5A2-E90F-4BFF-BE51-77763CBDBD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4065" y="2020594"/>
            <a:ext cx="4751900" cy="1343600"/>
          </a:xfrm>
          <a:prstGeom prst="rect">
            <a:avLst/>
          </a:prstGeom>
        </p:spPr>
      </p:pic>
      <p:sp>
        <p:nvSpPr>
          <p:cNvPr id="13" name="Google Shape;559;p31">
            <a:extLst>
              <a:ext uri="{FF2B5EF4-FFF2-40B4-BE49-F238E27FC236}">
                <a16:creationId xmlns:a16="http://schemas.microsoft.com/office/drawing/2014/main" id="{169BFFAC-F85E-44D1-B456-2A7CBD3EE41D}"/>
              </a:ext>
            </a:extLst>
          </p:cNvPr>
          <p:cNvSpPr txBox="1"/>
          <p:nvPr/>
        </p:nvSpPr>
        <p:spPr>
          <a:xfrm>
            <a:off x="1784065" y="3411994"/>
            <a:ext cx="1175060" cy="442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47625" marR="5080" lvl="0" indent="-3556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Low-level features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84AC47-D41D-4C0C-8792-9A0D6512ECC5}"/>
              </a:ext>
            </a:extLst>
          </p:cNvPr>
          <p:cNvSpPr txBox="1"/>
          <p:nvPr/>
        </p:nvSpPr>
        <p:spPr>
          <a:xfrm>
            <a:off x="4690872" y="2022830"/>
            <a:ext cx="8412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192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u="none" strike="noStrike" cap="none" dirty="0">
                <a:latin typeface="Arial"/>
                <a:ea typeface="Arial"/>
                <a:cs typeface="Arial"/>
                <a:sym typeface="Arial"/>
              </a:rPr>
              <a:t>Textures</a:t>
            </a:r>
          </a:p>
          <a:p>
            <a:pPr marL="12192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/>
              <a:t>Patterns</a:t>
            </a:r>
          </a:p>
          <a:p>
            <a:pPr marL="12192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u="none" strike="noStrike" cap="none" dirty="0">
                <a:latin typeface="Arial"/>
                <a:ea typeface="Arial"/>
                <a:cs typeface="Arial"/>
                <a:sym typeface="Arial"/>
              </a:rPr>
              <a:t>parts</a:t>
            </a:r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32"/>
          <p:cNvSpPr txBox="1">
            <a:spLocks noGrp="1"/>
          </p:cNvSpPr>
          <p:nvPr>
            <p:ph type="title"/>
          </p:nvPr>
        </p:nvSpPr>
        <p:spPr>
          <a:xfrm>
            <a:off x="151137" y="339057"/>
            <a:ext cx="835447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CNN A</a:t>
            </a:r>
            <a:r>
              <a:rPr lang="en-US" cap="small" dirty="0">
                <a:solidFill>
                  <a:srgbClr val="FFFFFF"/>
                </a:solidFill>
              </a:rPr>
              <a:t>rchitecture</a:t>
            </a:r>
            <a:endParaRPr dirty="0"/>
          </a:p>
        </p:txBody>
      </p:sp>
      <p:sp>
        <p:nvSpPr>
          <p:cNvPr id="581" name="Google Shape;581;p32"/>
          <p:cNvSpPr/>
          <p:nvPr/>
        </p:nvSpPr>
        <p:spPr>
          <a:xfrm>
            <a:off x="490350" y="2065233"/>
            <a:ext cx="8155078" cy="328298"/>
          </a:xfrm>
          <a:custGeom>
            <a:avLst/>
            <a:gdLst/>
            <a:ahLst/>
            <a:cxnLst/>
            <a:rect l="l" t="t" r="r" b="b"/>
            <a:pathLst>
              <a:path w="5142230" h="207009" extrusionOk="0">
                <a:moveTo>
                  <a:pt x="50908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6887"/>
                </a:lnTo>
                <a:lnTo>
                  <a:pt x="5141666" y="206887"/>
                </a:lnTo>
                <a:lnTo>
                  <a:pt x="5141666" y="50800"/>
                </a:lnTo>
                <a:lnTo>
                  <a:pt x="5137657" y="31075"/>
                </a:lnTo>
                <a:lnTo>
                  <a:pt x="5126743" y="14922"/>
                </a:lnTo>
                <a:lnTo>
                  <a:pt x="5110590" y="4008"/>
                </a:lnTo>
                <a:lnTo>
                  <a:pt x="5090865" y="0"/>
                </a:lnTo>
                <a:close/>
              </a:path>
            </a:pathLst>
          </a:custGeom>
          <a:solidFill>
            <a:srgbClr val="FF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defTabSz="1450147"/>
            <a:endParaRPr sz="2220"/>
          </a:p>
        </p:txBody>
      </p:sp>
      <p:sp>
        <p:nvSpPr>
          <p:cNvPr id="582" name="Google Shape;582;p32"/>
          <p:cNvSpPr txBox="1"/>
          <p:nvPr/>
        </p:nvSpPr>
        <p:spPr>
          <a:xfrm>
            <a:off x="550775" y="2014011"/>
            <a:ext cx="3375626" cy="369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159" rIns="0" bIns="0" anchor="t" anchorCtr="0">
            <a:spAutoFit/>
          </a:bodyPr>
          <a:lstStyle/>
          <a:p>
            <a:pPr marL="20141" defTabSz="1450147"/>
            <a:r>
              <a:rPr lang="en-US" sz="222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220" cap="small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rchitecture</a:t>
            </a:r>
            <a:r>
              <a:rPr lang="en-US" sz="222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P</a:t>
            </a:r>
            <a:r>
              <a:rPr lang="en-US" sz="2220" cap="small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attern</a:t>
            </a:r>
            <a:endParaRPr sz="222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83" name="Google Shape;583;p32"/>
          <p:cNvGrpSpPr/>
          <p:nvPr/>
        </p:nvGrpSpPr>
        <p:grpSpPr>
          <a:xfrm>
            <a:off x="490350" y="2105174"/>
            <a:ext cx="8234748" cy="716758"/>
            <a:chOff x="309193" y="787679"/>
            <a:chExt cx="5192466" cy="451956"/>
          </a:xfrm>
        </p:grpSpPr>
        <p:pic>
          <p:nvPicPr>
            <p:cNvPr id="584" name="Google Shape;584;p3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59994" y="1138034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5" name="Google Shape;585;p3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09193" y="956729"/>
              <a:ext cx="5141666" cy="506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6" name="Google Shape;586;p32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0794" y="1125334"/>
              <a:ext cx="509086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7" name="Google Shape;587;p32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450859" y="806729"/>
              <a:ext cx="50800" cy="3313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8" name="Google Shape;588;p32"/>
            <p:cNvSpPr/>
            <p:nvPr/>
          </p:nvSpPr>
          <p:spPr>
            <a:xfrm>
              <a:off x="309193" y="1001011"/>
              <a:ext cx="5142230" cy="187960"/>
            </a:xfrm>
            <a:custGeom>
              <a:avLst/>
              <a:gdLst/>
              <a:ahLst/>
              <a:cxnLst/>
              <a:rect l="l" t="t" r="r" b="b"/>
              <a:pathLst>
                <a:path w="5142230" h="187959" extrusionOk="0">
                  <a:moveTo>
                    <a:pt x="5141666" y="0"/>
                  </a:moveTo>
                  <a:lnTo>
                    <a:pt x="0" y="0"/>
                  </a:lnTo>
                  <a:lnTo>
                    <a:pt x="0" y="137023"/>
                  </a:lnTo>
                  <a:lnTo>
                    <a:pt x="4008" y="156747"/>
                  </a:lnTo>
                  <a:lnTo>
                    <a:pt x="14922" y="172900"/>
                  </a:lnTo>
                  <a:lnTo>
                    <a:pt x="31075" y="183814"/>
                  </a:lnTo>
                  <a:lnTo>
                    <a:pt x="50800" y="187823"/>
                  </a:lnTo>
                  <a:lnTo>
                    <a:pt x="5090865" y="187823"/>
                  </a:lnTo>
                  <a:lnTo>
                    <a:pt x="5110590" y="183814"/>
                  </a:lnTo>
                  <a:lnTo>
                    <a:pt x="5126743" y="172900"/>
                  </a:lnTo>
                  <a:lnTo>
                    <a:pt x="5137657" y="156747"/>
                  </a:lnTo>
                  <a:lnTo>
                    <a:pt x="5141666" y="137023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FFE5E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589" name="Google Shape;589;p32"/>
            <p:cNvSpPr/>
            <p:nvPr/>
          </p:nvSpPr>
          <p:spPr>
            <a:xfrm>
              <a:off x="5450859" y="844829"/>
              <a:ext cx="0" cy="312420"/>
            </a:xfrm>
            <a:custGeom>
              <a:avLst/>
              <a:gdLst/>
              <a:ahLst/>
              <a:cxnLst/>
              <a:rect l="l" t="t" r="r" b="b"/>
              <a:pathLst>
                <a:path w="120000" h="312419" extrusionOk="0">
                  <a:moveTo>
                    <a:pt x="0" y="312254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590" name="Google Shape;590;p32"/>
            <p:cNvSpPr/>
            <p:nvPr/>
          </p:nvSpPr>
          <p:spPr>
            <a:xfrm>
              <a:off x="5450859" y="83212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591" name="Google Shape;591;p32"/>
            <p:cNvSpPr/>
            <p:nvPr/>
          </p:nvSpPr>
          <p:spPr>
            <a:xfrm>
              <a:off x="5450859" y="81942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592" name="Google Shape;592;p32"/>
            <p:cNvSpPr/>
            <p:nvPr/>
          </p:nvSpPr>
          <p:spPr>
            <a:xfrm>
              <a:off x="5450859" y="80672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593" name="Google Shape;593;p32"/>
            <p:cNvSpPr/>
            <p:nvPr/>
          </p:nvSpPr>
          <p:spPr>
            <a:xfrm>
              <a:off x="5450859" y="787679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5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sp>
        <p:nvSpPr>
          <p:cNvPr id="594" name="Google Shape;594;p32"/>
          <p:cNvSpPr txBox="1"/>
          <p:nvPr/>
        </p:nvSpPr>
        <p:spPr>
          <a:xfrm>
            <a:off x="550786" y="2389917"/>
            <a:ext cx="7808828" cy="336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903">
                <a:latin typeface="Tahoma"/>
                <a:ea typeface="Tahoma"/>
                <a:cs typeface="Tahoma"/>
                <a:sym typeface="Tahoma"/>
              </a:rPr>
              <a:t>INPUT</a:t>
            </a:r>
            <a:r>
              <a:rPr lang="en-US" sz="634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62"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  <a:r>
              <a:rPr lang="en-US" sz="634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[CONV</a:t>
            </a:r>
            <a:r>
              <a:rPr lang="en-US" sz="634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2062">
                <a:latin typeface="Times New Roman"/>
                <a:ea typeface="Times New Roman"/>
                <a:cs typeface="Times New Roman"/>
                <a:sym typeface="Times New Roman"/>
              </a:rPr>
              <a:t>→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ACTIVATION</a:t>
            </a:r>
            <a:r>
              <a:rPr lang="en-US" sz="634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2062"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  <a:r>
              <a:rPr lang="en-US" sz="634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POOL]</a:t>
            </a:r>
            <a:r>
              <a:rPr lang="en-US" sz="634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1744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N</a:t>
            </a:r>
            <a:r>
              <a:rPr lang="en-US" sz="634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62"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  <a:r>
              <a:rPr lang="en-US" sz="634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FC </a:t>
            </a:r>
            <a:r>
              <a:rPr lang="en-US" sz="2062"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  <a:r>
              <a:rPr lang="en-US" sz="634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OUTPUT</a:t>
            </a:r>
            <a:endParaRPr sz="1903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595" name="Google Shape;595;p32"/>
          <p:cNvGrpSpPr/>
          <p:nvPr/>
        </p:nvGrpSpPr>
        <p:grpSpPr>
          <a:xfrm>
            <a:off x="1614177" y="3693579"/>
            <a:ext cx="457200" cy="914400"/>
            <a:chOff x="1017828" y="1789257"/>
            <a:chExt cx="288290" cy="576580"/>
          </a:xfrm>
        </p:grpSpPr>
        <p:sp>
          <p:nvSpPr>
            <p:cNvPr id="596" name="Google Shape;596;p32"/>
            <p:cNvSpPr/>
            <p:nvPr/>
          </p:nvSpPr>
          <p:spPr>
            <a:xfrm>
              <a:off x="1017828" y="1789257"/>
              <a:ext cx="288290" cy="576580"/>
            </a:xfrm>
            <a:custGeom>
              <a:avLst/>
              <a:gdLst/>
              <a:ahLst/>
              <a:cxnLst/>
              <a:rect l="l" t="t" r="r" b="b"/>
              <a:pathLst>
                <a:path w="288290" h="576580" extrusionOk="0">
                  <a:moveTo>
                    <a:pt x="0" y="576009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576009"/>
                  </a:lnTo>
                  <a:lnTo>
                    <a:pt x="0" y="576009"/>
                  </a:ln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597" name="Google Shape;597;p32"/>
            <p:cNvSpPr/>
            <p:nvPr/>
          </p:nvSpPr>
          <p:spPr>
            <a:xfrm>
              <a:off x="1017828" y="1789257"/>
              <a:ext cx="288290" cy="576580"/>
            </a:xfrm>
            <a:custGeom>
              <a:avLst/>
              <a:gdLst/>
              <a:ahLst/>
              <a:cxnLst/>
              <a:rect l="l" t="t" r="r" b="b"/>
              <a:pathLst>
                <a:path w="288290" h="576580" extrusionOk="0">
                  <a:moveTo>
                    <a:pt x="0" y="576009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576009"/>
                  </a:lnTo>
                  <a:lnTo>
                    <a:pt x="0" y="576009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sp>
        <p:nvSpPr>
          <p:cNvPr id="598" name="Google Shape;598;p32"/>
          <p:cNvSpPr txBox="1"/>
          <p:nvPr/>
        </p:nvSpPr>
        <p:spPr>
          <a:xfrm>
            <a:off x="1581429" y="4654283"/>
            <a:ext cx="522658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/>
              <a:t>Input</a:t>
            </a:r>
            <a:endParaRPr sz="1665"/>
          </a:p>
        </p:txBody>
      </p:sp>
      <p:sp>
        <p:nvSpPr>
          <p:cNvPr id="599" name="Google Shape;599;p32"/>
          <p:cNvSpPr txBox="1"/>
          <p:nvPr/>
        </p:nvSpPr>
        <p:spPr>
          <a:xfrm>
            <a:off x="1465939" y="3326617"/>
            <a:ext cx="753272" cy="238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427"/>
              <a:t>32×32×3</a:t>
            </a:r>
            <a:endParaRPr sz="1427"/>
          </a:p>
        </p:txBody>
      </p:sp>
      <p:grpSp>
        <p:nvGrpSpPr>
          <p:cNvPr id="600" name="Google Shape;600;p32"/>
          <p:cNvGrpSpPr/>
          <p:nvPr/>
        </p:nvGrpSpPr>
        <p:grpSpPr>
          <a:xfrm>
            <a:off x="2070926" y="3784928"/>
            <a:ext cx="5481423" cy="731116"/>
            <a:chOff x="1305833" y="1846857"/>
            <a:chExt cx="3456342" cy="461009"/>
          </a:xfrm>
        </p:grpSpPr>
        <p:sp>
          <p:nvSpPr>
            <p:cNvPr id="601" name="Google Shape;601;p32"/>
            <p:cNvSpPr/>
            <p:nvPr/>
          </p:nvSpPr>
          <p:spPr>
            <a:xfrm>
              <a:off x="1593838" y="1846857"/>
              <a:ext cx="288290" cy="461009"/>
            </a:xfrm>
            <a:custGeom>
              <a:avLst/>
              <a:gdLst/>
              <a:ahLst/>
              <a:cxnLst/>
              <a:rect l="l" t="t" r="r" b="b"/>
              <a:pathLst>
                <a:path w="288289" h="461010" extrusionOk="0">
                  <a:moveTo>
                    <a:pt x="0" y="460808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460808"/>
                  </a:lnTo>
                  <a:lnTo>
                    <a:pt x="0" y="460808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602" name="Google Shape;602;p32"/>
            <p:cNvSpPr/>
            <p:nvPr/>
          </p:nvSpPr>
          <p:spPr>
            <a:xfrm>
              <a:off x="1593838" y="1846857"/>
              <a:ext cx="288290" cy="461009"/>
            </a:xfrm>
            <a:custGeom>
              <a:avLst/>
              <a:gdLst/>
              <a:ahLst/>
              <a:cxnLst/>
              <a:rect l="l" t="t" r="r" b="b"/>
              <a:pathLst>
                <a:path w="288289" h="461010" extrusionOk="0">
                  <a:moveTo>
                    <a:pt x="0" y="460808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460808"/>
                  </a:lnTo>
                  <a:lnTo>
                    <a:pt x="0" y="460808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603" name="Google Shape;603;p32"/>
            <p:cNvSpPr/>
            <p:nvPr/>
          </p:nvSpPr>
          <p:spPr>
            <a:xfrm>
              <a:off x="2169847" y="1904457"/>
              <a:ext cx="288290" cy="346075"/>
            </a:xfrm>
            <a:custGeom>
              <a:avLst/>
              <a:gdLst/>
              <a:ahLst/>
              <a:cxnLst/>
              <a:rect l="l" t="t" r="r" b="b"/>
              <a:pathLst>
                <a:path w="288289" h="346075" extrusionOk="0">
                  <a:moveTo>
                    <a:pt x="0" y="345608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345608"/>
                  </a:lnTo>
                  <a:lnTo>
                    <a:pt x="0" y="345608"/>
                  </a:ln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604" name="Google Shape;604;p32"/>
            <p:cNvSpPr/>
            <p:nvPr/>
          </p:nvSpPr>
          <p:spPr>
            <a:xfrm>
              <a:off x="2169847" y="1904457"/>
              <a:ext cx="288290" cy="346075"/>
            </a:xfrm>
            <a:custGeom>
              <a:avLst/>
              <a:gdLst/>
              <a:ahLst/>
              <a:cxnLst/>
              <a:rect l="l" t="t" r="r" b="b"/>
              <a:pathLst>
                <a:path w="288289" h="346075" extrusionOk="0">
                  <a:moveTo>
                    <a:pt x="0" y="345608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345608"/>
                  </a:lnTo>
                  <a:lnTo>
                    <a:pt x="0" y="345608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605" name="Google Shape;605;p32"/>
            <p:cNvSpPr/>
            <p:nvPr/>
          </p:nvSpPr>
          <p:spPr>
            <a:xfrm>
              <a:off x="2745856" y="1933259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0" y="288004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288004"/>
                  </a:lnTo>
                  <a:lnTo>
                    <a:pt x="0" y="288004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606" name="Google Shape;606;p32"/>
            <p:cNvSpPr/>
            <p:nvPr/>
          </p:nvSpPr>
          <p:spPr>
            <a:xfrm>
              <a:off x="2745856" y="1933259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0" y="288004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288004"/>
                  </a:lnTo>
                  <a:lnTo>
                    <a:pt x="0" y="288004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607" name="Google Shape;607;p32"/>
            <p:cNvSpPr/>
            <p:nvPr/>
          </p:nvSpPr>
          <p:spPr>
            <a:xfrm>
              <a:off x="3321866" y="1962061"/>
              <a:ext cx="288290" cy="230504"/>
            </a:xfrm>
            <a:custGeom>
              <a:avLst/>
              <a:gdLst/>
              <a:ahLst/>
              <a:cxnLst/>
              <a:rect l="l" t="t" r="r" b="b"/>
              <a:pathLst>
                <a:path w="288289" h="230505" extrusionOk="0">
                  <a:moveTo>
                    <a:pt x="0" y="230400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230400"/>
                  </a:lnTo>
                  <a:lnTo>
                    <a:pt x="0" y="230400"/>
                  </a:ln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608" name="Google Shape;608;p32"/>
            <p:cNvSpPr/>
            <p:nvPr/>
          </p:nvSpPr>
          <p:spPr>
            <a:xfrm>
              <a:off x="3321866" y="1962061"/>
              <a:ext cx="288290" cy="230504"/>
            </a:xfrm>
            <a:custGeom>
              <a:avLst/>
              <a:gdLst/>
              <a:ahLst/>
              <a:cxnLst/>
              <a:rect l="l" t="t" r="r" b="b"/>
              <a:pathLst>
                <a:path w="288289" h="230505" extrusionOk="0">
                  <a:moveTo>
                    <a:pt x="0" y="230400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230400"/>
                  </a:lnTo>
                  <a:lnTo>
                    <a:pt x="0" y="23040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609" name="Google Shape;609;p32"/>
            <p:cNvSpPr/>
            <p:nvPr/>
          </p:nvSpPr>
          <p:spPr>
            <a:xfrm>
              <a:off x="3897875" y="1990859"/>
              <a:ext cx="288290" cy="173355"/>
            </a:xfrm>
            <a:custGeom>
              <a:avLst/>
              <a:gdLst/>
              <a:ahLst/>
              <a:cxnLst/>
              <a:rect l="l" t="t" r="r" b="b"/>
              <a:pathLst>
                <a:path w="288289" h="173355" extrusionOk="0">
                  <a:moveTo>
                    <a:pt x="0" y="172804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172804"/>
                  </a:lnTo>
                  <a:lnTo>
                    <a:pt x="0" y="172804"/>
                  </a:lnTo>
                  <a:close/>
                </a:path>
              </a:pathLst>
            </a:custGeom>
            <a:solidFill>
              <a:srgbClr val="FFFCD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610" name="Google Shape;610;p32"/>
            <p:cNvSpPr/>
            <p:nvPr/>
          </p:nvSpPr>
          <p:spPr>
            <a:xfrm>
              <a:off x="3897875" y="1990859"/>
              <a:ext cx="288290" cy="173355"/>
            </a:xfrm>
            <a:custGeom>
              <a:avLst/>
              <a:gdLst/>
              <a:ahLst/>
              <a:cxnLst/>
              <a:rect l="l" t="t" r="r" b="b"/>
              <a:pathLst>
                <a:path w="288289" h="173355" extrusionOk="0">
                  <a:moveTo>
                    <a:pt x="0" y="172804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172804"/>
                  </a:lnTo>
                  <a:lnTo>
                    <a:pt x="0" y="172804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611" name="Google Shape;611;p32"/>
            <p:cNvSpPr/>
            <p:nvPr/>
          </p:nvSpPr>
          <p:spPr>
            <a:xfrm>
              <a:off x="4473885" y="2019661"/>
              <a:ext cx="288290" cy="115570"/>
            </a:xfrm>
            <a:custGeom>
              <a:avLst/>
              <a:gdLst/>
              <a:ahLst/>
              <a:cxnLst/>
              <a:rect l="l" t="t" r="r" b="b"/>
              <a:pathLst>
                <a:path w="288289" h="115569" extrusionOk="0">
                  <a:moveTo>
                    <a:pt x="0" y="115200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115200"/>
                  </a:lnTo>
                  <a:lnTo>
                    <a:pt x="0" y="115200"/>
                  </a:lnTo>
                  <a:close/>
                </a:path>
              </a:pathLst>
            </a:custGeom>
            <a:solidFill>
              <a:srgbClr val="F2CCD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612" name="Google Shape;612;p32"/>
            <p:cNvSpPr/>
            <p:nvPr/>
          </p:nvSpPr>
          <p:spPr>
            <a:xfrm>
              <a:off x="1305833" y="2019661"/>
              <a:ext cx="3456304" cy="115570"/>
            </a:xfrm>
            <a:custGeom>
              <a:avLst/>
              <a:gdLst/>
              <a:ahLst/>
              <a:cxnLst/>
              <a:rect l="l" t="t" r="r" b="b"/>
              <a:pathLst>
                <a:path w="3456304" h="115569" extrusionOk="0">
                  <a:moveTo>
                    <a:pt x="3168051" y="115200"/>
                  </a:moveTo>
                  <a:lnTo>
                    <a:pt x="3168051" y="0"/>
                  </a:lnTo>
                  <a:lnTo>
                    <a:pt x="3456056" y="0"/>
                  </a:lnTo>
                  <a:lnTo>
                    <a:pt x="3456056" y="115200"/>
                  </a:lnTo>
                  <a:lnTo>
                    <a:pt x="3168051" y="115200"/>
                  </a:lnTo>
                  <a:close/>
                </a:path>
                <a:path w="3456304" h="115569" extrusionOk="0">
                  <a:moveTo>
                    <a:pt x="0" y="57599"/>
                  </a:moveTo>
                  <a:lnTo>
                    <a:pt x="225343" y="57599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613" name="Google Shape;613;p32"/>
            <p:cNvSpPr/>
            <p:nvPr/>
          </p:nvSpPr>
          <p:spPr>
            <a:xfrm>
              <a:off x="1507389" y="2046895"/>
              <a:ext cx="26670" cy="60960"/>
            </a:xfrm>
            <a:custGeom>
              <a:avLst/>
              <a:gdLst/>
              <a:ahLst/>
              <a:cxnLst/>
              <a:rect l="l" t="t" r="r" b="b"/>
              <a:pathLst>
                <a:path w="26669" h="60960" extrusionOk="0">
                  <a:moveTo>
                    <a:pt x="0" y="0"/>
                  </a:moveTo>
                  <a:lnTo>
                    <a:pt x="4622" y="11933"/>
                  </a:lnTo>
                  <a:lnTo>
                    <a:pt x="10913" y="20687"/>
                  </a:lnTo>
                  <a:lnTo>
                    <a:pt x="18327" y="26689"/>
                  </a:lnTo>
                  <a:lnTo>
                    <a:pt x="26317" y="30366"/>
                  </a:lnTo>
                  <a:lnTo>
                    <a:pt x="18327" y="34043"/>
                  </a:lnTo>
                  <a:lnTo>
                    <a:pt x="10913" y="40045"/>
                  </a:lnTo>
                  <a:lnTo>
                    <a:pt x="4622" y="48799"/>
                  </a:lnTo>
                  <a:lnTo>
                    <a:pt x="0" y="6073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614" name="Google Shape;614;p32"/>
            <p:cNvSpPr/>
            <p:nvPr/>
          </p:nvSpPr>
          <p:spPr>
            <a:xfrm>
              <a:off x="1881842" y="2077261"/>
              <a:ext cx="225425" cy="0"/>
            </a:xfrm>
            <a:custGeom>
              <a:avLst/>
              <a:gdLst/>
              <a:ahLst/>
              <a:cxnLst/>
              <a:rect l="l" t="t" r="r" b="b"/>
              <a:pathLst>
                <a:path w="225425" h="120000" extrusionOk="0">
                  <a:moveTo>
                    <a:pt x="0" y="0"/>
                  </a:moveTo>
                  <a:lnTo>
                    <a:pt x="225343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615" name="Google Shape;615;p32"/>
            <p:cNvSpPr/>
            <p:nvPr/>
          </p:nvSpPr>
          <p:spPr>
            <a:xfrm>
              <a:off x="2083399" y="2046895"/>
              <a:ext cx="26670" cy="60960"/>
            </a:xfrm>
            <a:custGeom>
              <a:avLst/>
              <a:gdLst/>
              <a:ahLst/>
              <a:cxnLst/>
              <a:rect l="l" t="t" r="r" b="b"/>
              <a:pathLst>
                <a:path w="26669" h="60960" extrusionOk="0">
                  <a:moveTo>
                    <a:pt x="0" y="0"/>
                  </a:moveTo>
                  <a:lnTo>
                    <a:pt x="4622" y="11933"/>
                  </a:lnTo>
                  <a:lnTo>
                    <a:pt x="10913" y="20687"/>
                  </a:lnTo>
                  <a:lnTo>
                    <a:pt x="18327" y="26689"/>
                  </a:lnTo>
                  <a:lnTo>
                    <a:pt x="26317" y="30366"/>
                  </a:lnTo>
                  <a:lnTo>
                    <a:pt x="18327" y="34043"/>
                  </a:lnTo>
                  <a:lnTo>
                    <a:pt x="10913" y="40045"/>
                  </a:lnTo>
                  <a:lnTo>
                    <a:pt x="4622" y="48799"/>
                  </a:lnTo>
                  <a:lnTo>
                    <a:pt x="0" y="6073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616" name="Google Shape;616;p32"/>
            <p:cNvSpPr/>
            <p:nvPr/>
          </p:nvSpPr>
          <p:spPr>
            <a:xfrm>
              <a:off x="2457852" y="2077261"/>
              <a:ext cx="225425" cy="0"/>
            </a:xfrm>
            <a:custGeom>
              <a:avLst/>
              <a:gdLst/>
              <a:ahLst/>
              <a:cxnLst/>
              <a:rect l="l" t="t" r="r" b="b"/>
              <a:pathLst>
                <a:path w="225425" h="120000" extrusionOk="0">
                  <a:moveTo>
                    <a:pt x="0" y="0"/>
                  </a:moveTo>
                  <a:lnTo>
                    <a:pt x="225343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617" name="Google Shape;617;p32"/>
            <p:cNvSpPr/>
            <p:nvPr/>
          </p:nvSpPr>
          <p:spPr>
            <a:xfrm>
              <a:off x="2659408" y="2046895"/>
              <a:ext cx="26670" cy="60960"/>
            </a:xfrm>
            <a:custGeom>
              <a:avLst/>
              <a:gdLst/>
              <a:ahLst/>
              <a:cxnLst/>
              <a:rect l="l" t="t" r="r" b="b"/>
              <a:pathLst>
                <a:path w="26669" h="60960" extrusionOk="0">
                  <a:moveTo>
                    <a:pt x="0" y="0"/>
                  </a:moveTo>
                  <a:lnTo>
                    <a:pt x="4622" y="11933"/>
                  </a:lnTo>
                  <a:lnTo>
                    <a:pt x="10913" y="20687"/>
                  </a:lnTo>
                  <a:lnTo>
                    <a:pt x="18327" y="26689"/>
                  </a:lnTo>
                  <a:lnTo>
                    <a:pt x="26317" y="30366"/>
                  </a:lnTo>
                  <a:lnTo>
                    <a:pt x="18327" y="34043"/>
                  </a:lnTo>
                  <a:lnTo>
                    <a:pt x="10913" y="40045"/>
                  </a:lnTo>
                  <a:lnTo>
                    <a:pt x="4622" y="48799"/>
                  </a:lnTo>
                  <a:lnTo>
                    <a:pt x="0" y="6073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618" name="Google Shape;618;p32"/>
            <p:cNvSpPr/>
            <p:nvPr/>
          </p:nvSpPr>
          <p:spPr>
            <a:xfrm>
              <a:off x="3033861" y="2077261"/>
              <a:ext cx="225425" cy="0"/>
            </a:xfrm>
            <a:custGeom>
              <a:avLst/>
              <a:gdLst/>
              <a:ahLst/>
              <a:cxnLst/>
              <a:rect l="l" t="t" r="r" b="b"/>
              <a:pathLst>
                <a:path w="225425" h="120000" extrusionOk="0">
                  <a:moveTo>
                    <a:pt x="0" y="0"/>
                  </a:moveTo>
                  <a:lnTo>
                    <a:pt x="225343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619" name="Google Shape;619;p32"/>
            <p:cNvSpPr/>
            <p:nvPr/>
          </p:nvSpPr>
          <p:spPr>
            <a:xfrm>
              <a:off x="3235418" y="2046895"/>
              <a:ext cx="26670" cy="60960"/>
            </a:xfrm>
            <a:custGeom>
              <a:avLst/>
              <a:gdLst/>
              <a:ahLst/>
              <a:cxnLst/>
              <a:rect l="l" t="t" r="r" b="b"/>
              <a:pathLst>
                <a:path w="26670" h="60960" extrusionOk="0">
                  <a:moveTo>
                    <a:pt x="0" y="0"/>
                  </a:moveTo>
                  <a:lnTo>
                    <a:pt x="4622" y="11933"/>
                  </a:lnTo>
                  <a:lnTo>
                    <a:pt x="10913" y="20687"/>
                  </a:lnTo>
                  <a:lnTo>
                    <a:pt x="18327" y="26689"/>
                  </a:lnTo>
                  <a:lnTo>
                    <a:pt x="26317" y="30366"/>
                  </a:lnTo>
                  <a:lnTo>
                    <a:pt x="18327" y="34043"/>
                  </a:lnTo>
                  <a:lnTo>
                    <a:pt x="10913" y="40045"/>
                  </a:lnTo>
                  <a:lnTo>
                    <a:pt x="4622" y="48799"/>
                  </a:lnTo>
                  <a:lnTo>
                    <a:pt x="0" y="6073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620" name="Google Shape;620;p32"/>
            <p:cNvSpPr/>
            <p:nvPr/>
          </p:nvSpPr>
          <p:spPr>
            <a:xfrm>
              <a:off x="3609871" y="2077261"/>
              <a:ext cx="225425" cy="0"/>
            </a:xfrm>
            <a:custGeom>
              <a:avLst/>
              <a:gdLst/>
              <a:ahLst/>
              <a:cxnLst/>
              <a:rect l="l" t="t" r="r" b="b"/>
              <a:pathLst>
                <a:path w="225425" h="120000" extrusionOk="0">
                  <a:moveTo>
                    <a:pt x="0" y="0"/>
                  </a:moveTo>
                  <a:lnTo>
                    <a:pt x="225343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621" name="Google Shape;621;p32"/>
            <p:cNvSpPr/>
            <p:nvPr/>
          </p:nvSpPr>
          <p:spPr>
            <a:xfrm>
              <a:off x="3811427" y="2046895"/>
              <a:ext cx="26670" cy="60960"/>
            </a:xfrm>
            <a:custGeom>
              <a:avLst/>
              <a:gdLst/>
              <a:ahLst/>
              <a:cxnLst/>
              <a:rect l="l" t="t" r="r" b="b"/>
              <a:pathLst>
                <a:path w="26670" h="60960" extrusionOk="0">
                  <a:moveTo>
                    <a:pt x="0" y="0"/>
                  </a:moveTo>
                  <a:lnTo>
                    <a:pt x="4622" y="11933"/>
                  </a:lnTo>
                  <a:lnTo>
                    <a:pt x="10913" y="20687"/>
                  </a:lnTo>
                  <a:lnTo>
                    <a:pt x="18327" y="26689"/>
                  </a:lnTo>
                  <a:lnTo>
                    <a:pt x="26317" y="30366"/>
                  </a:lnTo>
                  <a:lnTo>
                    <a:pt x="18327" y="34043"/>
                  </a:lnTo>
                  <a:lnTo>
                    <a:pt x="10913" y="40045"/>
                  </a:lnTo>
                  <a:lnTo>
                    <a:pt x="4622" y="48799"/>
                  </a:lnTo>
                  <a:lnTo>
                    <a:pt x="0" y="6073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622" name="Google Shape;622;p32"/>
            <p:cNvSpPr/>
            <p:nvPr/>
          </p:nvSpPr>
          <p:spPr>
            <a:xfrm>
              <a:off x="4185880" y="2077261"/>
              <a:ext cx="225425" cy="0"/>
            </a:xfrm>
            <a:custGeom>
              <a:avLst/>
              <a:gdLst/>
              <a:ahLst/>
              <a:cxnLst/>
              <a:rect l="l" t="t" r="r" b="b"/>
              <a:pathLst>
                <a:path w="225425" h="120000" extrusionOk="0">
                  <a:moveTo>
                    <a:pt x="0" y="0"/>
                  </a:moveTo>
                  <a:lnTo>
                    <a:pt x="225343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623" name="Google Shape;623;p32"/>
            <p:cNvSpPr/>
            <p:nvPr/>
          </p:nvSpPr>
          <p:spPr>
            <a:xfrm>
              <a:off x="4387436" y="2046895"/>
              <a:ext cx="26670" cy="60960"/>
            </a:xfrm>
            <a:custGeom>
              <a:avLst/>
              <a:gdLst/>
              <a:ahLst/>
              <a:cxnLst/>
              <a:rect l="l" t="t" r="r" b="b"/>
              <a:pathLst>
                <a:path w="26670" h="60960" extrusionOk="0">
                  <a:moveTo>
                    <a:pt x="0" y="0"/>
                  </a:moveTo>
                  <a:lnTo>
                    <a:pt x="4622" y="11933"/>
                  </a:lnTo>
                  <a:lnTo>
                    <a:pt x="10913" y="20687"/>
                  </a:lnTo>
                  <a:lnTo>
                    <a:pt x="18327" y="26689"/>
                  </a:lnTo>
                  <a:lnTo>
                    <a:pt x="26317" y="30366"/>
                  </a:lnTo>
                  <a:lnTo>
                    <a:pt x="18327" y="34043"/>
                  </a:lnTo>
                  <a:lnTo>
                    <a:pt x="10913" y="40045"/>
                  </a:lnTo>
                  <a:lnTo>
                    <a:pt x="4622" y="48799"/>
                  </a:lnTo>
                  <a:lnTo>
                    <a:pt x="0" y="6073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sp>
        <p:nvSpPr>
          <p:cNvPr id="627" name="Google Shape;627;p32"/>
          <p:cNvSpPr txBox="1"/>
          <p:nvPr/>
        </p:nvSpPr>
        <p:spPr>
          <a:xfrm>
            <a:off x="2424911" y="4676660"/>
            <a:ext cx="662638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/>
              <a:t>Conv1</a:t>
            </a:r>
            <a:endParaRPr sz="1665"/>
          </a:p>
        </p:txBody>
      </p:sp>
      <p:sp>
        <p:nvSpPr>
          <p:cNvPr id="630" name="Google Shape;630;p32"/>
          <p:cNvSpPr txBox="1"/>
          <p:nvPr/>
        </p:nvSpPr>
        <p:spPr>
          <a:xfrm>
            <a:off x="2379413" y="3326617"/>
            <a:ext cx="753272" cy="238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427"/>
              <a:t>28×28×6</a:t>
            </a:r>
            <a:endParaRPr sz="1427"/>
          </a:p>
        </p:txBody>
      </p:sp>
      <p:sp>
        <p:nvSpPr>
          <p:cNvPr id="631" name="Google Shape;631;p32"/>
          <p:cNvSpPr txBox="1"/>
          <p:nvPr/>
        </p:nvSpPr>
        <p:spPr>
          <a:xfrm>
            <a:off x="3377740" y="4675088"/>
            <a:ext cx="584088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/>
              <a:t>Pool1</a:t>
            </a:r>
            <a:endParaRPr sz="1665"/>
          </a:p>
        </p:txBody>
      </p:sp>
      <p:sp>
        <p:nvSpPr>
          <p:cNvPr id="632" name="Google Shape;632;p32"/>
          <p:cNvSpPr txBox="1"/>
          <p:nvPr/>
        </p:nvSpPr>
        <p:spPr>
          <a:xfrm>
            <a:off x="3292907" y="3326617"/>
            <a:ext cx="753272" cy="238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427"/>
              <a:t>14×14×6</a:t>
            </a:r>
            <a:endParaRPr sz="1427"/>
          </a:p>
        </p:txBody>
      </p:sp>
      <p:sp>
        <p:nvSpPr>
          <p:cNvPr id="633" name="Google Shape;633;p32"/>
          <p:cNvSpPr txBox="1"/>
          <p:nvPr/>
        </p:nvSpPr>
        <p:spPr>
          <a:xfrm>
            <a:off x="4251879" y="4676660"/>
            <a:ext cx="662638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/>
              <a:t>Conv2</a:t>
            </a:r>
            <a:endParaRPr sz="1665"/>
          </a:p>
        </p:txBody>
      </p:sp>
      <p:sp>
        <p:nvSpPr>
          <p:cNvPr id="634" name="Google Shape;634;p32"/>
          <p:cNvSpPr txBox="1"/>
          <p:nvPr/>
        </p:nvSpPr>
        <p:spPr>
          <a:xfrm>
            <a:off x="4156168" y="3326617"/>
            <a:ext cx="853977" cy="238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427"/>
              <a:t>10×10×16</a:t>
            </a:r>
            <a:endParaRPr sz="1427"/>
          </a:p>
        </p:txBody>
      </p:sp>
      <p:sp>
        <p:nvSpPr>
          <p:cNvPr id="635" name="Google Shape;635;p32"/>
          <p:cNvSpPr txBox="1"/>
          <p:nvPr/>
        </p:nvSpPr>
        <p:spPr>
          <a:xfrm>
            <a:off x="5204707" y="4675088"/>
            <a:ext cx="584088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/>
              <a:t>Pool2</a:t>
            </a:r>
            <a:endParaRPr sz="1665"/>
          </a:p>
        </p:txBody>
      </p:sp>
      <p:sp>
        <p:nvSpPr>
          <p:cNvPr id="636" name="Google Shape;636;p32"/>
          <p:cNvSpPr txBox="1"/>
          <p:nvPr/>
        </p:nvSpPr>
        <p:spPr>
          <a:xfrm>
            <a:off x="5170066" y="3326617"/>
            <a:ext cx="653574" cy="238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427"/>
              <a:t>5×5×16</a:t>
            </a:r>
            <a:endParaRPr sz="1427"/>
          </a:p>
        </p:txBody>
      </p:sp>
      <p:sp>
        <p:nvSpPr>
          <p:cNvPr id="637" name="Google Shape;637;p32"/>
          <p:cNvSpPr txBox="1"/>
          <p:nvPr/>
        </p:nvSpPr>
        <p:spPr>
          <a:xfrm>
            <a:off x="6245392" y="4676660"/>
            <a:ext cx="329305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/>
              <a:t>FC</a:t>
            </a:r>
            <a:endParaRPr sz="1665"/>
          </a:p>
        </p:txBody>
      </p:sp>
      <p:sp>
        <p:nvSpPr>
          <p:cNvPr id="638" name="Google Shape;638;p32"/>
          <p:cNvSpPr txBox="1"/>
          <p:nvPr/>
        </p:nvSpPr>
        <p:spPr>
          <a:xfrm>
            <a:off x="6239209" y="3326617"/>
            <a:ext cx="342396" cy="238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427"/>
              <a:t>120</a:t>
            </a:r>
            <a:endParaRPr sz="1427"/>
          </a:p>
        </p:txBody>
      </p:sp>
      <p:sp>
        <p:nvSpPr>
          <p:cNvPr id="639" name="Google Shape;639;p32"/>
          <p:cNvSpPr txBox="1"/>
          <p:nvPr/>
        </p:nvSpPr>
        <p:spPr>
          <a:xfrm>
            <a:off x="6978039" y="4655855"/>
            <a:ext cx="690834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/>
              <a:t>Output</a:t>
            </a:r>
            <a:endParaRPr sz="1665"/>
          </a:p>
        </p:txBody>
      </p:sp>
      <p:sp>
        <p:nvSpPr>
          <p:cNvPr id="640" name="Google Shape;640;p32"/>
          <p:cNvSpPr txBox="1"/>
          <p:nvPr/>
        </p:nvSpPr>
        <p:spPr>
          <a:xfrm>
            <a:off x="7202913" y="3326617"/>
            <a:ext cx="241692" cy="238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427"/>
              <a:t>10</a:t>
            </a:r>
            <a:endParaRPr sz="1427"/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33"/>
          <p:cNvSpPr txBox="1">
            <a:spLocks noGrp="1"/>
          </p:cNvSpPr>
          <p:nvPr>
            <p:ph type="title"/>
          </p:nvPr>
        </p:nvSpPr>
        <p:spPr>
          <a:xfrm>
            <a:off x="151137" y="359153"/>
            <a:ext cx="835447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b="1" dirty="0">
                <a:solidFill>
                  <a:srgbClr val="FFFFFF"/>
                </a:solidFill>
              </a:rPr>
              <a:t>CNN - L</a:t>
            </a:r>
            <a:r>
              <a:rPr lang="en-US" b="1" cap="small" dirty="0">
                <a:solidFill>
                  <a:srgbClr val="FFFFFF"/>
                </a:solidFill>
              </a:rPr>
              <a:t>ayer</a:t>
            </a:r>
            <a:r>
              <a:rPr lang="en-US" b="1" dirty="0">
                <a:solidFill>
                  <a:srgbClr val="FFFFFF"/>
                </a:solidFill>
              </a:rPr>
              <a:t>-</a:t>
            </a:r>
            <a:r>
              <a:rPr lang="en-US" b="1" cap="small" dirty="0">
                <a:solidFill>
                  <a:srgbClr val="FFFFFF"/>
                </a:solidFill>
              </a:rPr>
              <a:t>by</a:t>
            </a:r>
            <a:r>
              <a:rPr lang="en-US" b="1" dirty="0">
                <a:solidFill>
                  <a:srgbClr val="FFFFFF"/>
                </a:solidFill>
              </a:rPr>
              <a:t>-L</a:t>
            </a:r>
            <a:r>
              <a:rPr lang="en-US" b="1" cap="small" dirty="0">
                <a:solidFill>
                  <a:srgbClr val="FFFFFF"/>
                </a:solidFill>
              </a:rPr>
              <a:t>ayer</a:t>
            </a:r>
            <a:r>
              <a:rPr lang="en-US" b="1" dirty="0">
                <a:solidFill>
                  <a:srgbClr val="FFFFFF"/>
                </a:solidFill>
              </a:rPr>
              <a:t> B</a:t>
            </a:r>
            <a:r>
              <a:rPr lang="en-US" b="1" cap="small" dirty="0">
                <a:solidFill>
                  <a:srgbClr val="FFFFFF"/>
                </a:solidFill>
              </a:rPr>
              <a:t>reakdown</a:t>
            </a:r>
            <a:endParaRPr b="1" dirty="0"/>
          </a:p>
        </p:txBody>
      </p:sp>
      <p:sp>
        <p:nvSpPr>
          <p:cNvPr id="655" name="Google Shape;655;p33"/>
          <p:cNvSpPr txBox="1"/>
          <p:nvPr/>
        </p:nvSpPr>
        <p:spPr>
          <a:xfrm>
            <a:off x="853439" y="1251442"/>
            <a:ext cx="7471955" cy="441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5811" rIns="0" bIns="0" anchor="t" anchorCtr="0">
            <a:spAutoFit/>
          </a:bodyPr>
          <a:lstStyle/>
          <a:p>
            <a:pPr marL="363041" indent="-342900" defTabSz="1450147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EC202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Early Layers (1-2)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34339" marR="745214" indent="-342900" defTabSz="1450147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Purpose: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Detect low-level features </a:t>
            </a:r>
          </a:p>
          <a:p>
            <a:pPr marL="834339" marR="745214" indent="-342900" defTabSz="1450147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Features: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Edges, corners, lines </a:t>
            </a:r>
            <a:r>
              <a:rPr lang="en-US" sz="20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Filters: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Small (3×3, 5×5)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34339" indent="-342900" defTabSz="1450147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Receptive Field: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Local, small regions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defTabSz="1450147">
              <a:spcBef>
                <a:spcPts val="1094"/>
              </a:spcBef>
            </a:pP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3041" indent="-342900" defTabSz="1450147">
              <a:spcBef>
                <a:spcPts val="8"/>
              </a:spcBef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EC202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Middle Layers (3-4)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34339" marR="8056" indent="-342900" defTabSz="1450147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Purpose: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Combine low-level features </a:t>
            </a:r>
          </a:p>
          <a:p>
            <a:pPr marL="834339" marR="8056" indent="-342900" defTabSz="1450147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Features: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Shapes, textures, patterns </a:t>
            </a:r>
          </a:p>
          <a:p>
            <a:pPr marL="834339" marR="8056" indent="-342900" defTabSz="1450147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Complexity: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Medium-level abstractions </a:t>
            </a:r>
          </a:p>
          <a:p>
            <a:pPr marL="834339" marR="8056" indent="-342900" defTabSz="1450147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Receptive Field: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textcolorBitsRedr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regions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34"/>
          <p:cNvSpPr txBox="1">
            <a:spLocks noGrp="1"/>
          </p:cNvSpPr>
          <p:nvPr>
            <p:ph type="title"/>
          </p:nvPr>
        </p:nvSpPr>
        <p:spPr>
          <a:xfrm>
            <a:off x="132475" y="329921"/>
            <a:ext cx="7387998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b="1" dirty="0">
                <a:solidFill>
                  <a:srgbClr val="FFFFFF"/>
                </a:solidFill>
              </a:rPr>
              <a:t>CNN - L</a:t>
            </a:r>
            <a:r>
              <a:rPr lang="en-US" b="1" cap="small" dirty="0">
                <a:solidFill>
                  <a:srgbClr val="FFFFFF"/>
                </a:solidFill>
              </a:rPr>
              <a:t>ayer</a:t>
            </a:r>
            <a:r>
              <a:rPr lang="en-US" b="1" dirty="0">
                <a:solidFill>
                  <a:srgbClr val="FFFFFF"/>
                </a:solidFill>
              </a:rPr>
              <a:t>-</a:t>
            </a:r>
            <a:r>
              <a:rPr lang="en-US" b="1" cap="small" dirty="0">
                <a:solidFill>
                  <a:srgbClr val="FFFFFF"/>
                </a:solidFill>
              </a:rPr>
              <a:t>by</a:t>
            </a:r>
            <a:r>
              <a:rPr lang="en-US" b="1" dirty="0">
                <a:solidFill>
                  <a:srgbClr val="FFFFFF"/>
                </a:solidFill>
              </a:rPr>
              <a:t>-L</a:t>
            </a:r>
            <a:r>
              <a:rPr lang="en-US" b="1" cap="small" dirty="0">
                <a:solidFill>
                  <a:srgbClr val="FFFFFF"/>
                </a:solidFill>
              </a:rPr>
              <a:t>ayer</a:t>
            </a:r>
            <a:r>
              <a:rPr lang="en-US" b="1" dirty="0">
                <a:solidFill>
                  <a:srgbClr val="FFFFFF"/>
                </a:solidFill>
              </a:rPr>
              <a:t> B</a:t>
            </a:r>
            <a:r>
              <a:rPr lang="en-US" b="1" cap="small" dirty="0">
                <a:solidFill>
                  <a:srgbClr val="FFFFFF"/>
                </a:solidFill>
              </a:rPr>
              <a:t>reakdown</a:t>
            </a:r>
            <a:endParaRPr b="1" dirty="0"/>
          </a:p>
        </p:txBody>
      </p:sp>
      <p:sp>
        <p:nvSpPr>
          <p:cNvPr id="675" name="Google Shape;675;p34"/>
          <p:cNvSpPr txBox="1"/>
          <p:nvPr/>
        </p:nvSpPr>
        <p:spPr>
          <a:xfrm>
            <a:off x="877344" y="1128689"/>
            <a:ext cx="7016353" cy="4918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5811" rIns="0" bIns="0" anchor="t" anchorCtr="0">
            <a:spAutoFit/>
          </a:bodyPr>
          <a:lstStyle/>
          <a:p>
            <a:pPr marL="20141" defTabSz="1450147"/>
            <a:r>
              <a:rPr lang="en-US" sz="2000" dirty="0">
                <a:solidFill>
                  <a:srgbClr val="EC202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Deep Layers (5+)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77189" marR="1183280" indent="-285750" defTabSz="1450147">
              <a:lnSpc>
                <a:spcPct val="1384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Purpose: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Detect object parts</a:t>
            </a:r>
          </a:p>
          <a:p>
            <a:pPr marL="777189" marR="1183280" indent="-285750" defTabSz="1450147">
              <a:lnSpc>
                <a:spcPct val="1384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Features: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Wheels, faces, eyes, ears</a:t>
            </a:r>
          </a:p>
          <a:p>
            <a:pPr marL="777189" marR="1183280" indent="-285750" defTabSz="1450147">
              <a:lnSpc>
                <a:spcPct val="1384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Complexity: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High-level semantics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77189" indent="-285750" defTabSz="1450147">
              <a:spcBef>
                <a:spcPts val="768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Receptive Field: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textcolor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Bits Red image regions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defTabSz="1450147">
              <a:spcBef>
                <a:spcPts val="1094"/>
              </a:spcBef>
            </a:pP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0141" defTabSz="1450147">
              <a:spcBef>
                <a:spcPts val="8"/>
              </a:spcBef>
            </a:pPr>
            <a:r>
              <a:rPr lang="en-US" sz="2000" dirty="0">
                <a:solidFill>
                  <a:srgbClr val="EC202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Fully Connected Layers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77189" marR="985899" indent="-285750" defTabSz="1450147">
              <a:lnSpc>
                <a:spcPct val="1384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Purpose: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classification decision </a:t>
            </a:r>
          </a:p>
          <a:p>
            <a:pPr marL="777189" marR="985899" indent="-285750" defTabSz="1450147">
              <a:lnSpc>
                <a:spcPct val="1384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vector from conv layers</a:t>
            </a:r>
          </a:p>
          <a:p>
            <a:pPr marL="777189" marR="985899" indent="-285750" defTabSz="1450147">
              <a:lnSpc>
                <a:spcPct val="1384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 probability scores</a:t>
            </a:r>
          </a:p>
          <a:p>
            <a:pPr marL="777189" marR="985899" indent="-285750" defTabSz="1450147">
              <a:lnSpc>
                <a:spcPct val="1384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Combine all learned features</a:t>
            </a:r>
          </a:p>
          <a:p>
            <a:pPr marL="491439" marR="985899" defTabSz="1450147">
              <a:lnSpc>
                <a:spcPct val="138400"/>
              </a:lnSpc>
            </a:pPr>
            <a:endParaRPr sz="1665" dirty="0"/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35"/>
          <p:cNvSpPr txBox="1">
            <a:spLocks noGrp="1"/>
          </p:cNvSpPr>
          <p:nvPr>
            <p:ph type="title"/>
          </p:nvPr>
        </p:nvSpPr>
        <p:spPr>
          <a:xfrm>
            <a:off x="151137" y="227290"/>
            <a:ext cx="835447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b="1" dirty="0">
                <a:solidFill>
                  <a:srgbClr val="FFFFFF"/>
                </a:solidFill>
              </a:rPr>
              <a:t>T</a:t>
            </a:r>
            <a:r>
              <a:rPr lang="en-US" b="1" cap="small" dirty="0">
                <a:solidFill>
                  <a:srgbClr val="FFFFFF"/>
                </a:solidFill>
              </a:rPr>
              <a:t>he</a:t>
            </a:r>
            <a:r>
              <a:rPr lang="en-US" b="1" dirty="0">
                <a:solidFill>
                  <a:srgbClr val="FFFFFF"/>
                </a:solidFill>
              </a:rPr>
              <a:t> C</a:t>
            </a:r>
            <a:r>
              <a:rPr lang="en-US" b="1" cap="small" dirty="0">
                <a:solidFill>
                  <a:srgbClr val="FFFFFF"/>
                </a:solidFill>
              </a:rPr>
              <a:t>lassification</a:t>
            </a:r>
            <a:r>
              <a:rPr lang="en-US" b="1" dirty="0">
                <a:solidFill>
                  <a:srgbClr val="FFFFFF"/>
                </a:solidFill>
              </a:rPr>
              <a:t> P</a:t>
            </a:r>
            <a:r>
              <a:rPr lang="en-US" b="1" cap="small" dirty="0">
                <a:solidFill>
                  <a:srgbClr val="FFFFFF"/>
                </a:solidFill>
              </a:rPr>
              <a:t>rocess</a:t>
            </a:r>
            <a:endParaRPr b="1" dirty="0"/>
          </a:p>
        </p:txBody>
      </p:sp>
      <p:sp>
        <p:nvSpPr>
          <p:cNvPr id="695" name="Google Shape;695;p35"/>
          <p:cNvSpPr txBox="1"/>
          <p:nvPr/>
        </p:nvSpPr>
        <p:spPr>
          <a:xfrm>
            <a:off x="767492" y="2791223"/>
            <a:ext cx="106747" cy="165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952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52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35"/>
          <p:cNvSpPr txBox="1"/>
          <p:nvPr/>
        </p:nvSpPr>
        <p:spPr>
          <a:xfrm>
            <a:off x="767492" y="3398413"/>
            <a:ext cx="106747" cy="165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952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52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35"/>
          <p:cNvSpPr txBox="1"/>
          <p:nvPr/>
        </p:nvSpPr>
        <p:spPr>
          <a:xfrm>
            <a:off x="651478" y="1133647"/>
            <a:ext cx="7993055" cy="3299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305891" marR="442093" indent="-285750" algn="just" defTabSz="1450147">
              <a:lnSpc>
                <a:spcPct val="1147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Extraction: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Convolutional layers progressively extract features of increasing complexity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05891" marR="8056" indent="-285750" algn="just" defTabSz="1450147">
              <a:lnSpc>
                <a:spcPct val="114700"/>
              </a:lnSpc>
              <a:spcBef>
                <a:spcPts val="198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Spatial Reduction: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Pooling layers reduce spatial dimensions while preserving important information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05891" marR="176233" indent="-285750" algn="just" defTabSz="1450147">
              <a:lnSpc>
                <a:spcPct val="114700"/>
              </a:lnSpc>
              <a:spcBef>
                <a:spcPts val="198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Combination: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Deeper layers combine simpler features to recognize complex patterns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05891" marR="34240" indent="-285750" algn="just" defTabSz="1450147">
              <a:lnSpc>
                <a:spcPct val="114700"/>
              </a:lnSpc>
              <a:spcBef>
                <a:spcPts val="198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Decision Making: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Fully connected layers use extracted features to make final classification decision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05891" indent="-285750" algn="just" defTabSz="1450147">
              <a:spcBef>
                <a:spcPts val="490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Output: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Softmax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layer produces probability distribution over classes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701" name="Google Shape;701;p35"/>
          <p:cNvGrpSpPr/>
          <p:nvPr/>
        </p:nvGrpSpPr>
        <p:grpSpPr>
          <a:xfrm>
            <a:off x="490350" y="4754157"/>
            <a:ext cx="8234748" cy="1357845"/>
            <a:chOff x="309193" y="2234437"/>
            <a:chExt cx="5192466" cy="856197"/>
          </a:xfrm>
        </p:grpSpPr>
        <p:sp>
          <p:nvSpPr>
            <p:cNvPr id="702" name="Google Shape;702;p35"/>
            <p:cNvSpPr/>
            <p:nvPr/>
          </p:nvSpPr>
          <p:spPr>
            <a:xfrm>
              <a:off x="309193" y="2234437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10" extrusionOk="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6887"/>
                  </a:lnTo>
                  <a:lnTo>
                    <a:pt x="5141666" y="206887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pic>
          <p:nvPicPr>
            <p:cNvPr id="703" name="Google Shape;703;p3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9193" y="2428671"/>
              <a:ext cx="5141666" cy="506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4" name="Google Shape;704;p3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9994" y="2989033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5" name="Google Shape;705;p3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0794" y="2976333"/>
              <a:ext cx="509086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6" name="Google Shape;706;p35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450859" y="2278684"/>
              <a:ext cx="50800" cy="7103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7" name="Google Shape;707;p35"/>
            <p:cNvSpPr/>
            <p:nvPr/>
          </p:nvSpPr>
          <p:spPr>
            <a:xfrm>
              <a:off x="309193" y="2472949"/>
              <a:ext cx="5142230" cy="567055"/>
            </a:xfrm>
            <a:custGeom>
              <a:avLst/>
              <a:gdLst/>
              <a:ahLst/>
              <a:cxnLst/>
              <a:rect l="l" t="t" r="r" b="b"/>
              <a:pathLst>
                <a:path w="5142230" h="567055" extrusionOk="0">
                  <a:moveTo>
                    <a:pt x="5141666" y="0"/>
                  </a:moveTo>
                  <a:lnTo>
                    <a:pt x="0" y="0"/>
                  </a:lnTo>
                  <a:lnTo>
                    <a:pt x="0" y="516084"/>
                  </a:lnTo>
                  <a:lnTo>
                    <a:pt x="4008" y="535809"/>
                  </a:lnTo>
                  <a:lnTo>
                    <a:pt x="14922" y="551962"/>
                  </a:lnTo>
                  <a:lnTo>
                    <a:pt x="31075" y="562876"/>
                  </a:lnTo>
                  <a:lnTo>
                    <a:pt x="50800" y="566885"/>
                  </a:lnTo>
                  <a:lnTo>
                    <a:pt x="5090865" y="566885"/>
                  </a:lnTo>
                  <a:lnTo>
                    <a:pt x="5110590" y="562876"/>
                  </a:lnTo>
                  <a:lnTo>
                    <a:pt x="5126743" y="551962"/>
                  </a:lnTo>
                  <a:lnTo>
                    <a:pt x="5137657" y="535809"/>
                  </a:lnTo>
                  <a:lnTo>
                    <a:pt x="5141666" y="516084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FFE5E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708" name="Google Shape;708;p35"/>
            <p:cNvSpPr/>
            <p:nvPr/>
          </p:nvSpPr>
          <p:spPr>
            <a:xfrm>
              <a:off x="5450859" y="2316767"/>
              <a:ext cx="0" cy="691515"/>
            </a:xfrm>
            <a:custGeom>
              <a:avLst/>
              <a:gdLst/>
              <a:ahLst/>
              <a:cxnLst/>
              <a:rect l="l" t="t" r="r" b="b"/>
              <a:pathLst>
                <a:path w="120000" h="691514" extrusionOk="0">
                  <a:moveTo>
                    <a:pt x="0" y="691316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709" name="Google Shape;709;p35"/>
            <p:cNvSpPr/>
            <p:nvPr/>
          </p:nvSpPr>
          <p:spPr>
            <a:xfrm>
              <a:off x="5450859" y="230406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710" name="Google Shape;710;p35"/>
            <p:cNvSpPr/>
            <p:nvPr/>
          </p:nvSpPr>
          <p:spPr>
            <a:xfrm>
              <a:off x="5450859" y="229136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711" name="Google Shape;711;p35"/>
            <p:cNvSpPr/>
            <p:nvPr/>
          </p:nvSpPr>
          <p:spPr>
            <a:xfrm>
              <a:off x="5450859" y="227866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712" name="Google Shape;712;p35"/>
            <p:cNvSpPr/>
            <p:nvPr/>
          </p:nvSpPr>
          <p:spPr>
            <a:xfrm>
              <a:off x="5450859" y="2259617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4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sp>
        <p:nvSpPr>
          <p:cNvPr id="713" name="Google Shape;713;p35"/>
          <p:cNvSpPr txBox="1"/>
          <p:nvPr/>
        </p:nvSpPr>
        <p:spPr>
          <a:xfrm>
            <a:off x="550774" y="4363949"/>
            <a:ext cx="8102875" cy="1666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5599" rIns="0" bIns="0" anchor="t" anchorCtr="0">
            <a:spAutoFit/>
          </a:bodyPr>
          <a:lstStyle/>
          <a:p>
            <a:pPr marL="20141" defTabSz="1450147"/>
            <a:endParaRPr lang="en-US" sz="2220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141" algn="just" defTabSz="1450147"/>
            <a:r>
              <a:rPr lang="en-US" sz="18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K</a:t>
            </a:r>
            <a:r>
              <a:rPr lang="en-US" sz="1800" cap="small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ey</a:t>
            </a:r>
            <a:r>
              <a:rPr lang="en-US" sz="18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I</a:t>
            </a:r>
            <a:r>
              <a:rPr lang="en-US" sz="1800" cap="small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nsight</a:t>
            </a:r>
            <a:endParaRPr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20141" marR="8056" algn="just" defTabSz="1450147">
              <a:lnSpc>
                <a:spcPct val="114700"/>
              </a:lnSpc>
              <a:spcBef>
                <a:spcPts val="111"/>
              </a:spcBef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layer acts as a </a:t>
            </a:r>
            <a:r>
              <a:rPr lang="en-US" sz="18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detector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that becomes increasingly sophisticated. Early layers detect simple patterns, while later layers detect complex objects by combining simpler patterns.</a:t>
            </a:r>
            <a:endParaRPr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37"/>
          <p:cNvSpPr txBox="1">
            <a:spLocks noGrp="1"/>
          </p:cNvSpPr>
          <p:nvPr>
            <p:ph type="title"/>
          </p:nvPr>
        </p:nvSpPr>
        <p:spPr>
          <a:xfrm>
            <a:off x="151137" y="236621"/>
            <a:ext cx="7453312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b="1" dirty="0">
                <a:solidFill>
                  <a:srgbClr val="FFFFFF"/>
                </a:solidFill>
              </a:rPr>
              <a:t>2D C</a:t>
            </a:r>
            <a:r>
              <a:rPr lang="en-US" b="1" cap="small" dirty="0">
                <a:solidFill>
                  <a:srgbClr val="FFFFFF"/>
                </a:solidFill>
              </a:rPr>
              <a:t>onvolution</a:t>
            </a:r>
            <a:r>
              <a:rPr lang="en-US" b="1" dirty="0">
                <a:solidFill>
                  <a:srgbClr val="FFFFFF"/>
                </a:solidFill>
              </a:rPr>
              <a:t> O</a:t>
            </a:r>
            <a:r>
              <a:rPr lang="en-US" b="1" cap="small" dirty="0">
                <a:solidFill>
                  <a:srgbClr val="FFFFFF"/>
                </a:solidFill>
              </a:rPr>
              <a:t>peration</a:t>
            </a:r>
            <a:endParaRPr b="1" dirty="0"/>
          </a:p>
        </p:txBody>
      </p:sp>
      <p:pic>
        <p:nvPicPr>
          <p:cNvPr id="754" name="Google Shape;75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693" y="979714"/>
            <a:ext cx="8660618" cy="4432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38"/>
          <p:cNvSpPr txBox="1">
            <a:spLocks noGrp="1"/>
          </p:cNvSpPr>
          <p:nvPr>
            <p:ph type="title"/>
          </p:nvPr>
        </p:nvSpPr>
        <p:spPr>
          <a:xfrm>
            <a:off x="151137" y="292599"/>
            <a:ext cx="733201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b="1" dirty="0">
                <a:solidFill>
                  <a:srgbClr val="FFFFFF"/>
                </a:solidFill>
              </a:rPr>
              <a:t>2D C</a:t>
            </a:r>
            <a:r>
              <a:rPr lang="en-US" b="1" cap="small" dirty="0">
                <a:solidFill>
                  <a:srgbClr val="FFFFFF"/>
                </a:solidFill>
              </a:rPr>
              <a:t>onvolution</a:t>
            </a:r>
            <a:r>
              <a:rPr lang="en-US" b="1" dirty="0">
                <a:solidFill>
                  <a:srgbClr val="FFFFFF"/>
                </a:solidFill>
              </a:rPr>
              <a:t> O</a:t>
            </a:r>
            <a:r>
              <a:rPr lang="en-US" b="1" cap="small" dirty="0">
                <a:solidFill>
                  <a:srgbClr val="FFFFFF"/>
                </a:solidFill>
              </a:rPr>
              <a:t>peration</a:t>
            </a:r>
            <a:endParaRPr b="1" dirty="0"/>
          </a:p>
        </p:txBody>
      </p:sp>
      <p:graphicFrame>
        <p:nvGraphicFramePr>
          <p:cNvPr id="760" name="Google Shape;760;p38"/>
          <p:cNvGraphicFramePr/>
          <p:nvPr>
            <p:extLst>
              <p:ext uri="{D42A27DB-BD31-4B8C-83A1-F6EECF244321}">
                <p14:modId xmlns:p14="http://schemas.microsoft.com/office/powerpoint/2010/main" val="2662722578"/>
              </p:ext>
            </p:extLst>
          </p:nvPr>
        </p:nvGraphicFramePr>
        <p:xfrm>
          <a:off x="639642" y="1128983"/>
          <a:ext cx="2984622" cy="295299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497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4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74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74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74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74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9216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16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16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 dirty="0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16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216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216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61" name="Google Shape;761;p38"/>
          <p:cNvSpPr txBox="1"/>
          <p:nvPr/>
        </p:nvSpPr>
        <p:spPr>
          <a:xfrm>
            <a:off x="1357914" y="4351347"/>
            <a:ext cx="1780462" cy="296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 Image 6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×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</a:t>
            </a:r>
            <a:endParaRPr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762" name="Google Shape;762;p38"/>
          <p:cNvGraphicFramePr/>
          <p:nvPr>
            <p:extLst>
              <p:ext uri="{D42A27DB-BD31-4B8C-83A1-F6EECF244321}">
                <p14:modId xmlns:p14="http://schemas.microsoft.com/office/powerpoint/2010/main" val="3970275100"/>
              </p:ext>
            </p:extLst>
          </p:nvPr>
        </p:nvGraphicFramePr>
        <p:xfrm>
          <a:off x="5026913" y="2284118"/>
          <a:ext cx="1504506" cy="1144881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01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5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5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627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627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627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63" name="Google Shape;763;p38"/>
          <p:cNvSpPr txBox="1"/>
          <p:nvPr/>
        </p:nvSpPr>
        <p:spPr>
          <a:xfrm>
            <a:off x="4886681" y="1202827"/>
            <a:ext cx="3637459" cy="171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marR="8056" algn="just" defTabSz="1450147">
              <a:lnSpc>
                <a:spcPct val="114700"/>
              </a:lnSpc>
            </a:pPr>
            <a:r>
              <a:rPr lang="en-US" sz="1665" dirty="0">
                <a:solidFill>
                  <a:srgbClr val="FF0000"/>
                </a:solidFill>
              </a:rPr>
              <a:t>These values inside the matrix are to be learned by the network.  We call these as parameters or weights.</a:t>
            </a:r>
            <a:endParaRPr sz="1665" dirty="0"/>
          </a:p>
          <a:p>
            <a:pPr defTabSz="1450147"/>
            <a:endParaRPr sz="1665" dirty="0"/>
          </a:p>
          <a:p>
            <a:pPr defTabSz="1450147">
              <a:spcBef>
                <a:spcPts val="324"/>
              </a:spcBef>
            </a:pPr>
            <a:endParaRPr sz="1665" dirty="0"/>
          </a:p>
          <a:p>
            <a:pPr marL="1872099" defTabSz="1450147"/>
            <a:r>
              <a:rPr lang="en-US" sz="1665" dirty="0"/>
              <a:t>Kernel / Filter 1</a:t>
            </a:r>
            <a:endParaRPr sz="1665" dirty="0"/>
          </a:p>
        </p:txBody>
      </p:sp>
      <p:graphicFrame>
        <p:nvGraphicFramePr>
          <p:cNvPr id="764" name="Google Shape;764;p38"/>
          <p:cNvGraphicFramePr/>
          <p:nvPr>
            <p:extLst>
              <p:ext uri="{D42A27DB-BD31-4B8C-83A1-F6EECF244321}">
                <p14:modId xmlns:p14="http://schemas.microsoft.com/office/powerpoint/2010/main" val="2117373214"/>
              </p:ext>
            </p:extLst>
          </p:nvPr>
        </p:nvGraphicFramePr>
        <p:xfrm>
          <a:off x="5026913" y="3662981"/>
          <a:ext cx="1626684" cy="1144881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69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96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627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627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627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65" name="Google Shape;765;p38"/>
          <p:cNvSpPr txBox="1"/>
          <p:nvPr/>
        </p:nvSpPr>
        <p:spPr>
          <a:xfrm>
            <a:off x="6702693" y="4189490"/>
            <a:ext cx="1506544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/>
              <a:t>Kernel / Filter 2</a:t>
            </a:r>
            <a:endParaRPr sz="1665"/>
          </a:p>
        </p:txBody>
      </p:sp>
      <p:grpSp>
        <p:nvGrpSpPr>
          <p:cNvPr id="766" name="Google Shape;766;p38"/>
          <p:cNvGrpSpPr/>
          <p:nvPr/>
        </p:nvGrpSpPr>
        <p:grpSpPr>
          <a:xfrm>
            <a:off x="490351" y="5015781"/>
            <a:ext cx="8234748" cy="466285"/>
            <a:chOff x="309193" y="2622981"/>
            <a:chExt cx="5192466" cy="294019"/>
          </a:xfrm>
        </p:grpSpPr>
        <p:sp>
          <p:nvSpPr>
            <p:cNvPr id="767" name="Google Shape;767;p38"/>
            <p:cNvSpPr/>
            <p:nvPr/>
          </p:nvSpPr>
          <p:spPr>
            <a:xfrm>
              <a:off x="309193" y="2622981"/>
              <a:ext cx="5142230" cy="82550"/>
            </a:xfrm>
            <a:custGeom>
              <a:avLst/>
              <a:gdLst/>
              <a:ahLst/>
              <a:cxnLst/>
              <a:rect l="l" t="t" r="r" b="b"/>
              <a:pathLst>
                <a:path w="5142230" h="82550" extrusionOk="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5141666" y="82384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pic>
          <p:nvPicPr>
            <p:cNvPr id="768" name="Google Shape;768;p3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59994" y="2815399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9" name="Google Shape;769;p3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10794" y="2802699"/>
              <a:ext cx="509086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0" name="Google Shape;770;p3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450859" y="2673540"/>
              <a:ext cx="50800" cy="14185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1" name="Google Shape;771;p38"/>
            <p:cNvSpPr/>
            <p:nvPr/>
          </p:nvSpPr>
          <p:spPr>
            <a:xfrm>
              <a:off x="309193" y="2667405"/>
              <a:ext cx="5142230" cy="199390"/>
            </a:xfrm>
            <a:custGeom>
              <a:avLst/>
              <a:gdLst/>
              <a:ahLst/>
              <a:cxnLst/>
              <a:rect l="l" t="t" r="r" b="b"/>
              <a:pathLst>
                <a:path w="5142230" h="199389" extrusionOk="0">
                  <a:moveTo>
                    <a:pt x="5141666" y="0"/>
                  </a:moveTo>
                  <a:lnTo>
                    <a:pt x="0" y="0"/>
                  </a:lnTo>
                  <a:lnTo>
                    <a:pt x="0" y="147993"/>
                  </a:lnTo>
                  <a:lnTo>
                    <a:pt x="4008" y="167718"/>
                  </a:lnTo>
                  <a:lnTo>
                    <a:pt x="14922" y="183871"/>
                  </a:lnTo>
                  <a:lnTo>
                    <a:pt x="31075" y="194785"/>
                  </a:lnTo>
                  <a:lnTo>
                    <a:pt x="50800" y="198793"/>
                  </a:lnTo>
                  <a:lnTo>
                    <a:pt x="5090865" y="198793"/>
                  </a:lnTo>
                  <a:lnTo>
                    <a:pt x="5110590" y="194785"/>
                  </a:lnTo>
                  <a:lnTo>
                    <a:pt x="5126743" y="183871"/>
                  </a:lnTo>
                  <a:lnTo>
                    <a:pt x="5137657" y="167718"/>
                  </a:lnTo>
                  <a:lnTo>
                    <a:pt x="5141666" y="147993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772" name="Google Shape;772;p38"/>
            <p:cNvSpPr/>
            <p:nvPr/>
          </p:nvSpPr>
          <p:spPr>
            <a:xfrm>
              <a:off x="5450859" y="2711643"/>
              <a:ext cx="0" cy="123189"/>
            </a:xfrm>
            <a:custGeom>
              <a:avLst/>
              <a:gdLst/>
              <a:ahLst/>
              <a:cxnLst/>
              <a:rect l="l" t="t" r="r" b="b"/>
              <a:pathLst>
                <a:path w="120000" h="123189" extrusionOk="0">
                  <a:moveTo>
                    <a:pt x="0" y="12280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773" name="Google Shape;773;p38"/>
            <p:cNvSpPr/>
            <p:nvPr/>
          </p:nvSpPr>
          <p:spPr>
            <a:xfrm>
              <a:off x="5450859" y="269894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774" name="Google Shape;774;p38"/>
            <p:cNvSpPr/>
            <p:nvPr/>
          </p:nvSpPr>
          <p:spPr>
            <a:xfrm>
              <a:off x="5450859" y="268624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775" name="Google Shape;775;p38"/>
            <p:cNvSpPr/>
            <p:nvPr/>
          </p:nvSpPr>
          <p:spPr>
            <a:xfrm>
              <a:off x="5450859" y="267354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776" name="Google Shape;776;p38"/>
            <p:cNvSpPr/>
            <p:nvPr/>
          </p:nvSpPr>
          <p:spPr>
            <a:xfrm>
              <a:off x="5450859" y="2654492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5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sp>
        <p:nvSpPr>
          <p:cNvPr id="780" name="Google Shape;780;p38"/>
          <p:cNvSpPr txBox="1"/>
          <p:nvPr/>
        </p:nvSpPr>
        <p:spPr>
          <a:xfrm>
            <a:off x="550775" y="5058004"/>
            <a:ext cx="5132926" cy="333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0141" defTabSz="1450147">
              <a:lnSpc>
                <a:spcPct val="113750"/>
              </a:lnSpc>
            </a:pP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Property 1: Each filter detects a small pattern (3 </a:t>
            </a:r>
            <a:r>
              <a:rPr lang="en-US" sz="190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×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3)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F632ADF-89D6-4AFE-B9F1-DE2DE726C45C}"/>
                  </a:ext>
                </a:extLst>
              </p14:cNvPr>
              <p14:cNvContentPartPr/>
              <p14:nvPr/>
            </p14:nvContentPartPr>
            <p14:xfrm>
              <a:off x="568800" y="268920"/>
              <a:ext cx="7482600" cy="4527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F632ADF-89D6-4AFE-B9F1-DE2DE726C45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59440" y="259560"/>
                <a:ext cx="7501320" cy="4545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39"/>
          <p:cNvSpPr txBox="1">
            <a:spLocks noGrp="1"/>
          </p:cNvSpPr>
          <p:nvPr>
            <p:ph type="title"/>
          </p:nvPr>
        </p:nvSpPr>
        <p:spPr>
          <a:xfrm>
            <a:off x="151137" y="236618"/>
            <a:ext cx="6808131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b="1" dirty="0">
                <a:solidFill>
                  <a:srgbClr val="FFFFFF"/>
                </a:solidFill>
              </a:rPr>
              <a:t>C</a:t>
            </a:r>
            <a:r>
              <a:rPr lang="en-US" b="1" cap="small" dirty="0">
                <a:solidFill>
                  <a:srgbClr val="FFFFFF"/>
                </a:solidFill>
              </a:rPr>
              <a:t>onvolution</a:t>
            </a:r>
            <a:r>
              <a:rPr lang="en-US" b="1" dirty="0">
                <a:solidFill>
                  <a:srgbClr val="FFFFFF"/>
                </a:solidFill>
              </a:rPr>
              <a:t> O</a:t>
            </a:r>
            <a:r>
              <a:rPr lang="en-US" b="1" cap="small" dirty="0">
                <a:solidFill>
                  <a:srgbClr val="FFFFFF"/>
                </a:solidFill>
              </a:rPr>
              <a:t>peration</a:t>
            </a:r>
            <a:endParaRPr b="1" dirty="0"/>
          </a:p>
        </p:txBody>
      </p:sp>
      <p:graphicFrame>
        <p:nvGraphicFramePr>
          <p:cNvPr id="788" name="Google Shape;788;p39"/>
          <p:cNvGraphicFramePr/>
          <p:nvPr>
            <p:extLst>
              <p:ext uri="{D42A27DB-BD31-4B8C-83A1-F6EECF244321}">
                <p14:modId xmlns:p14="http://schemas.microsoft.com/office/powerpoint/2010/main" val="2617633066"/>
              </p:ext>
            </p:extLst>
          </p:nvPr>
        </p:nvGraphicFramePr>
        <p:xfrm>
          <a:off x="570935" y="1400214"/>
          <a:ext cx="2955993" cy="2664558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29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9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98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54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54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54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4093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093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093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09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09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09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89" name="Google Shape;789;p39"/>
          <p:cNvSpPr txBox="1"/>
          <p:nvPr/>
        </p:nvSpPr>
        <p:spPr>
          <a:xfrm>
            <a:off x="886408" y="4343459"/>
            <a:ext cx="1954437" cy="303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 Image 6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×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</a:t>
            </a:r>
            <a:endParaRPr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790" name="Google Shape;790;p39"/>
          <p:cNvGraphicFramePr/>
          <p:nvPr>
            <p:extLst>
              <p:ext uri="{D42A27DB-BD31-4B8C-83A1-F6EECF244321}">
                <p14:modId xmlns:p14="http://schemas.microsoft.com/office/powerpoint/2010/main" val="3715901259"/>
              </p:ext>
            </p:extLst>
          </p:nvPr>
        </p:nvGraphicFramePr>
        <p:xfrm>
          <a:off x="3929993" y="1894115"/>
          <a:ext cx="1504506" cy="1365747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01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5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5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5249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249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249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91" name="Google Shape;791;p39"/>
          <p:cNvSpPr txBox="1"/>
          <p:nvPr/>
        </p:nvSpPr>
        <p:spPr>
          <a:xfrm>
            <a:off x="4242004" y="3342338"/>
            <a:ext cx="702920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algn="ctr" defTabSz="1450147"/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Filter 1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792" name="Google Shape;792;p39"/>
          <p:cNvGrpSpPr/>
          <p:nvPr/>
        </p:nvGrpSpPr>
        <p:grpSpPr>
          <a:xfrm>
            <a:off x="6025149" y="1463466"/>
            <a:ext cx="2639636" cy="1297744"/>
            <a:chOff x="3799191" y="977277"/>
            <a:chExt cx="1664437" cy="818300"/>
          </a:xfrm>
        </p:grpSpPr>
        <p:sp>
          <p:nvSpPr>
            <p:cNvPr id="793" name="Google Shape;793;p39"/>
            <p:cNvSpPr/>
            <p:nvPr/>
          </p:nvSpPr>
          <p:spPr>
            <a:xfrm>
              <a:off x="3799191" y="977277"/>
              <a:ext cx="1614170" cy="82550"/>
            </a:xfrm>
            <a:custGeom>
              <a:avLst/>
              <a:gdLst/>
              <a:ahLst/>
              <a:cxnLst/>
              <a:rect l="l" t="t" r="r" b="b"/>
              <a:pathLst>
                <a:path w="1614170" h="82550" extrusionOk="0">
                  <a:moveTo>
                    <a:pt x="156283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1613635" y="82384"/>
                  </a:lnTo>
                  <a:lnTo>
                    <a:pt x="1613635" y="50800"/>
                  </a:lnTo>
                  <a:lnTo>
                    <a:pt x="1609627" y="31075"/>
                  </a:lnTo>
                  <a:lnTo>
                    <a:pt x="1598713" y="14922"/>
                  </a:lnTo>
                  <a:lnTo>
                    <a:pt x="1582560" y="4008"/>
                  </a:lnTo>
                  <a:lnTo>
                    <a:pt x="1562835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pic>
          <p:nvPicPr>
            <p:cNvPr id="794" name="Google Shape;794;p3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849992" y="1693976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5" name="Google Shape;795;p3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900793" y="1681276"/>
              <a:ext cx="156283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6" name="Google Shape;796;p3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412827" y="1027836"/>
              <a:ext cx="50800" cy="6661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7" name="Google Shape;797;p39"/>
            <p:cNvSpPr/>
            <p:nvPr/>
          </p:nvSpPr>
          <p:spPr>
            <a:xfrm>
              <a:off x="3799191" y="1021688"/>
              <a:ext cx="1614170" cy="723265"/>
            </a:xfrm>
            <a:custGeom>
              <a:avLst/>
              <a:gdLst/>
              <a:ahLst/>
              <a:cxnLst/>
              <a:rect l="l" t="t" r="r" b="b"/>
              <a:pathLst>
                <a:path w="1614170" h="723264" extrusionOk="0">
                  <a:moveTo>
                    <a:pt x="1613635" y="0"/>
                  </a:moveTo>
                  <a:lnTo>
                    <a:pt x="0" y="0"/>
                  </a:lnTo>
                  <a:lnTo>
                    <a:pt x="0" y="672288"/>
                  </a:lnTo>
                  <a:lnTo>
                    <a:pt x="4008" y="692012"/>
                  </a:lnTo>
                  <a:lnTo>
                    <a:pt x="14922" y="708165"/>
                  </a:lnTo>
                  <a:lnTo>
                    <a:pt x="31075" y="719080"/>
                  </a:lnTo>
                  <a:lnTo>
                    <a:pt x="50800" y="723088"/>
                  </a:lnTo>
                  <a:lnTo>
                    <a:pt x="1562835" y="723088"/>
                  </a:lnTo>
                  <a:lnTo>
                    <a:pt x="1582560" y="719080"/>
                  </a:lnTo>
                  <a:lnTo>
                    <a:pt x="1598713" y="708165"/>
                  </a:lnTo>
                  <a:lnTo>
                    <a:pt x="1609627" y="692012"/>
                  </a:lnTo>
                  <a:lnTo>
                    <a:pt x="1613635" y="672288"/>
                  </a:lnTo>
                  <a:lnTo>
                    <a:pt x="1613635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798" name="Google Shape;798;p39"/>
            <p:cNvSpPr/>
            <p:nvPr/>
          </p:nvSpPr>
          <p:spPr>
            <a:xfrm>
              <a:off x="5412827" y="1065925"/>
              <a:ext cx="0" cy="647700"/>
            </a:xfrm>
            <a:custGeom>
              <a:avLst/>
              <a:gdLst/>
              <a:ahLst/>
              <a:cxnLst/>
              <a:rect l="l" t="t" r="r" b="b"/>
              <a:pathLst>
                <a:path w="120000" h="647700" extrusionOk="0">
                  <a:moveTo>
                    <a:pt x="0" y="6471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799" name="Google Shape;799;p39"/>
            <p:cNvSpPr/>
            <p:nvPr/>
          </p:nvSpPr>
          <p:spPr>
            <a:xfrm>
              <a:off x="5412827" y="105322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800" name="Google Shape;800;p39"/>
            <p:cNvSpPr/>
            <p:nvPr/>
          </p:nvSpPr>
          <p:spPr>
            <a:xfrm>
              <a:off x="5412827" y="104052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801" name="Google Shape;801;p39"/>
            <p:cNvSpPr/>
            <p:nvPr/>
          </p:nvSpPr>
          <p:spPr>
            <a:xfrm>
              <a:off x="5412827" y="102782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802" name="Google Shape;802;p39"/>
            <p:cNvSpPr/>
            <p:nvPr/>
          </p:nvSpPr>
          <p:spPr>
            <a:xfrm>
              <a:off x="5412827" y="1008775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5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sp>
        <p:nvSpPr>
          <p:cNvPr id="803" name="Google Shape;803;p39"/>
          <p:cNvSpPr txBox="1"/>
          <p:nvPr/>
        </p:nvSpPr>
        <p:spPr>
          <a:xfrm>
            <a:off x="6085573" y="1466002"/>
            <a:ext cx="2245718" cy="119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marR="8056" defTabSz="1450147">
              <a:lnSpc>
                <a:spcPct val="114599"/>
              </a:lnSpc>
            </a:pPr>
            <a:r>
              <a:rPr lang="en-US" sz="1665" dirty="0"/>
              <a:t>Start at top left corner. Perform element wise product and add all the values.</a:t>
            </a:r>
            <a:endParaRPr sz="1665" dirty="0"/>
          </a:p>
        </p:txBody>
      </p:sp>
      <p:grpSp>
        <p:nvGrpSpPr>
          <p:cNvPr id="804" name="Google Shape;804;p39"/>
          <p:cNvGrpSpPr/>
          <p:nvPr/>
        </p:nvGrpSpPr>
        <p:grpSpPr>
          <a:xfrm>
            <a:off x="7076312" y="3594656"/>
            <a:ext cx="457200" cy="457200"/>
            <a:chOff x="4462008" y="2221093"/>
            <a:chExt cx="288290" cy="288290"/>
          </a:xfrm>
        </p:grpSpPr>
        <p:sp>
          <p:nvSpPr>
            <p:cNvPr id="805" name="Google Shape;805;p39"/>
            <p:cNvSpPr/>
            <p:nvPr/>
          </p:nvSpPr>
          <p:spPr>
            <a:xfrm>
              <a:off x="4462008" y="2221093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806" name="Google Shape;806;p39"/>
            <p:cNvSpPr/>
            <p:nvPr/>
          </p:nvSpPr>
          <p:spPr>
            <a:xfrm>
              <a:off x="4462008" y="2221093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sp>
        <p:nvSpPr>
          <p:cNvPr id="807" name="Google Shape;807;p39"/>
          <p:cNvSpPr txBox="1"/>
          <p:nvPr/>
        </p:nvSpPr>
        <p:spPr>
          <a:xfrm>
            <a:off x="6959268" y="3231458"/>
            <a:ext cx="690834" cy="717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algn="ctr" defTabSz="1450147"/>
            <a:r>
              <a:rPr lang="en-US" sz="1665"/>
              <a:t>Output</a:t>
            </a:r>
            <a:endParaRPr sz="1665"/>
          </a:p>
          <a:p>
            <a:pPr algn="ctr" defTabSz="1450147">
              <a:spcBef>
                <a:spcPts val="1378"/>
              </a:spcBef>
            </a:pPr>
            <a:r>
              <a:rPr lang="en-US" sz="1665"/>
              <a:t>3</a:t>
            </a:r>
            <a:endParaRPr sz="1665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5C312E1-4E21-418A-9685-081A4BBA33E5}"/>
                  </a:ext>
                </a:extLst>
              </p14:cNvPr>
              <p14:cNvContentPartPr/>
              <p14:nvPr/>
            </p14:nvContentPartPr>
            <p14:xfrm>
              <a:off x="660240" y="1189080"/>
              <a:ext cx="4471200" cy="4761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5C312E1-4E21-418A-9685-081A4BBA33E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50880" y="1179720"/>
                <a:ext cx="4489920" cy="4779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40"/>
          <p:cNvSpPr txBox="1">
            <a:spLocks noGrp="1"/>
          </p:cNvSpPr>
          <p:nvPr>
            <p:ph type="title"/>
          </p:nvPr>
        </p:nvSpPr>
        <p:spPr>
          <a:xfrm>
            <a:off x="151137" y="348585"/>
            <a:ext cx="727603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b="1" dirty="0">
                <a:solidFill>
                  <a:srgbClr val="FFFFFF"/>
                </a:solidFill>
              </a:rPr>
              <a:t>C</a:t>
            </a:r>
            <a:r>
              <a:rPr lang="en-US" b="1" cap="small" dirty="0">
                <a:solidFill>
                  <a:srgbClr val="FFFFFF"/>
                </a:solidFill>
              </a:rPr>
              <a:t>onvolution</a:t>
            </a:r>
            <a:r>
              <a:rPr lang="en-US" b="1" dirty="0">
                <a:solidFill>
                  <a:srgbClr val="FFFFFF"/>
                </a:solidFill>
              </a:rPr>
              <a:t> O</a:t>
            </a:r>
            <a:r>
              <a:rPr lang="en-US" b="1" cap="small" dirty="0">
                <a:solidFill>
                  <a:srgbClr val="FFFFFF"/>
                </a:solidFill>
              </a:rPr>
              <a:t>peration</a:t>
            </a:r>
            <a:endParaRPr b="1" dirty="0"/>
          </a:p>
        </p:txBody>
      </p:sp>
      <p:graphicFrame>
        <p:nvGraphicFramePr>
          <p:cNvPr id="819" name="Google Shape;819;p40"/>
          <p:cNvGraphicFramePr/>
          <p:nvPr>
            <p:extLst>
              <p:ext uri="{D42A27DB-BD31-4B8C-83A1-F6EECF244321}">
                <p14:modId xmlns:p14="http://schemas.microsoft.com/office/powerpoint/2010/main" val="3385328183"/>
              </p:ext>
            </p:extLst>
          </p:nvPr>
        </p:nvGraphicFramePr>
        <p:xfrm>
          <a:off x="570935" y="1763486"/>
          <a:ext cx="2955732" cy="290778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455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98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98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98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53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53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463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63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20" name="Google Shape;820;p40"/>
          <p:cNvSpPr txBox="1"/>
          <p:nvPr/>
        </p:nvSpPr>
        <p:spPr>
          <a:xfrm>
            <a:off x="883100" y="4726014"/>
            <a:ext cx="1780462" cy="296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 Image 6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×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</a:t>
            </a:r>
            <a:endParaRPr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821" name="Google Shape;821;p40"/>
          <p:cNvGraphicFramePr/>
          <p:nvPr/>
        </p:nvGraphicFramePr>
        <p:xfrm>
          <a:off x="3780702" y="2952585"/>
          <a:ext cx="1504506" cy="89421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01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5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5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807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07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07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822" name="Google Shape;822;p40"/>
          <p:cNvGrpSpPr/>
          <p:nvPr/>
        </p:nvGrpSpPr>
        <p:grpSpPr>
          <a:xfrm>
            <a:off x="6025149" y="2231820"/>
            <a:ext cx="2639636" cy="1588721"/>
            <a:chOff x="3799191" y="867536"/>
            <a:chExt cx="1664437" cy="1001777"/>
          </a:xfrm>
        </p:grpSpPr>
        <p:sp>
          <p:nvSpPr>
            <p:cNvPr id="823" name="Google Shape;823;p40"/>
            <p:cNvSpPr/>
            <p:nvPr/>
          </p:nvSpPr>
          <p:spPr>
            <a:xfrm>
              <a:off x="3799191" y="867536"/>
              <a:ext cx="1614170" cy="82550"/>
            </a:xfrm>
            <a:custGeom>
              <a:avLst/>
              <a:gdLst/>
              <a:ahLst/>
              <a:cxnLst/>
              <a:rect l="l" t="t" r="r" b="b"/>
              <a:pathLst>
                <a:path w="1614170" h="82550" extrusionOk="0">
                  <a:moveTo>
                    <a:pt x="156283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1613635" y="82384"/>
                  </a:lnTo>
                  <a:lnTo>
                    <a:pt x="1613635" y="50800"/>
                  </a:lnTo>
                  <a:lnTo>
                    <a:pt x="1609627" y="31075"/>
                  </a:lnTo>
                  <a:lnTo>
                    <a:pt x="1598713" y="14922"/>
                  </a:lnTo>
                  <a:lnTo>
                    <a:pt x="1582560" y="4008"/>
                  </a:lnTo>
                  <a:lnTo>
                    <a:pt x="1562835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pic>
          <p:nvPicPr>
            <p:cNvPr id="824" name="Google Shape;824;p4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849992" y="1767712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5" name="Google Shape;825;p4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900793" y="1755012"/>
              <a:ext cx="156283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6" name="Google Shape;826;p4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412827" y="918108"/>
              <a:ext cx="50800" cy="8496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7" name="Google Shape;827;p40"/>
            <p:cNvSpPr/>
            <p:nvPr/>
          </p:nvSpPr>
          <p:spPr>
            <a:xfrm>
              <a:off x="3799191" y="911960"/>
              <a:ext cx="1614170" cy="906780"/>
            </a:xfrm>
            <a:custGeom>
              <a:avLst/>
              <a:gdLst/>
              <a:ahLst/>
              <a:cxnLst/>
              <a:rect l="l" t="t" r="r" b="b"/>
              <a:pathLst>
                <a:path w="1614170" h="906780" extrusionOk="0">
                  <a:moveTo>
                    <a:pt x="1613635" y="0"/>
                  </a:moveTo>
                  <a:lnTo>
                    <a:pt x="0" y="0"/>
                  </a:lnTo>
                  <a:lnTo>
                    <a:pt x="0" y="855752"/>
                  </a:lnTo>
                  <a:lnTo>
                    <a:pt x="4008" y="875477"/>
                  </a:lnTo>
                  <a:lnTo>
                    <a:pt x="14922" y="891630"/>
                  </a:lnTo>
                  <a:lnTo>
                    <a:pt x="31075" y="902544"/>
                  </a:lnTo>
                  <a:lnTo>
                    <a:pt x="50800" y="906553"/>
                  </a:lnTo>
                  <a:lnTo>
                    <a:pt x="1562835" y="906553"/>
                  </a:lnTo>
                  <a:lnTo>
                    <a:pt x="1582560" y="902544"/>
                  </a:lnTo>
                  <a:lnTo>
                    <a:pt x="1598713" y="891630"/>
                  </a:lnTo>
                  <a:lnTo>
                    <a:pt x="1609627" y="875477"/>
                  </a:lnTo>
                  <a:lnTo>
                    <a:pt x="1613635" y="855752"/>
                  </a:lnTo>
                  <a:lnTo>
                    <a:pt x="1613635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828" name="Google Shape;828;p40"/>
            <p:cNvSpPr/>
            <p:nvPr/>
          </p:nvSpPr>
          <p:spPr>
            <a:xfrm>
              <a:off x="5412827" y="956197"/>
              <a:ext cx="0" cy="830580"/>
            </a:xfrm>
            <a:custGeom>
              <a:avLst/>
              <a:gdLst/>
              <a:ahLst/>
              <a:cxnLst/>
              <a:rect l="l" t="t" r="r" b="b"/>
              <a:pathLst>
                <a:path w="120000" h="830580" extrusionOk="0">
                  <a:moveTo>
                    <a:pt x="0" y="83056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829" name="Google Shape;829;p40"/>
            <p:cNvSpPr/>
            <p:nvPr/>
          </p:nvSpPr>
          <p:spPr>
            <a:xfrm>
              <a:off x="5412827" y="94349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830" name="Google Shape;830;p40"/>
            <p:cNvSpPr/>
            <p:nvPr/>
          </p:nvSpPr>
          <p:spPr>
            <a:xfrm>
              <a:off x="5412827" y="93079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831" name="Google Shape;831;p40"/>
            <p:cNvSpPr/>
            <p:nvPr/>
          </p:nvSpPr>
          <p:spPr>
            <a:xfrm>
              <a:off x="5412827" y="91809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832" name="Google Shape;832;p40"/>
            <p:cNvSpPr/>
            <p:nvPr/>
          </p:nvSpPr>
          <p:spPr>
            <a:xfrm>
              <a:off x="5412827" y="899047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5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sp>
        <p:nvSpPr>
          <p:cNvPr id="833" name="Google Shape;833;p40"/>
          <p:cNvSpPr txBox="1"/>
          <p:nvPr/>
        </p:nvSpPr>
        <p:spPr>
          <a:xfrm>
            <a:off x="4186018" y="2234376"/>
            <a:ext cx="4145011" cy="1979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1919431" marR="524671" defTabSz="1450147">
              <a:lnSpc>
                <a:spcPct val="114700"/>
              </a:lnSpc>
            </a:pPr>
            <a:r>
              <a:rPr lang="en-US" sz="1665"/>
              <a:t>Slide by one pixel towards right.</a:t>
            </a:r>
            <a:endParaRPr sz="1665"/>
          </a:p>
          <a:p>
            <a:pPr marL="1919431" marR="8056" defTabSz="1450147">
              <a:lnSpc>
                <a:spcPct val="114599"/>
              </a:lnSpc>
            </a:pPr>
            <a:r>
              <a:rPr lang="en-US" sz="1665"/>
              <a:t>Perform element wise product and add all the values.</a:t>
            </a:r>
            <a:endParaRPr sz="1665"/>
          </a:p>
          <a:p>
            <a:pPr marL="20141" defTabSz="1450147">
              <a:spcBef>
                <a:spcPts val="1800"/>
              </a:spcBef>
            </a:pPr>
            <a:r>
              <a:rPr lang="en-US" sz="1665"/>
              <a:t>Filter 1</a:t>
            </a:r>
            <a:endParaRPr sz="1665"/>
          </a:p>
        </p:txBody>
      </p:sp>
      <p:grpSp>
        <p:nvGrpSpPr>
          <p:cNvPr id="834" name="Google Shape;834;p40"/>
          <p:cNvGrpSpPr/>
          <p:nvPr/>
        </p:nvGrpSpPr>
        <p:grpSpPr>
          <a:xfrm>
            <a:off x="6790834" y="4552466"/>
            <a:ext cx="1028131" cy="457200"/>
            <a:chOff x="4281998" y="2330833"/>
            <a:chExt cx="648294" cy="288290"/>
          </a:xfrm>
        </p:grpSpPr>
        <p:sp>
          <p:nvSpPr>
            <p:cNvPr id="835" name="Google Shape;835;p40"/>
            <p:cNvSpPr/>
            <p:nvPr/>
          </p:nvSpPr>
          <p:spPr>
            <a:xfrm>
              <a:off x="4281998" y="2330833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836" name="Google Shape;836;p40"/>
            <p:cNvSpPr/>
            <p:nvPr/>
          </p:nvSpPr>
          <p:spPr>
            <a:xfrm>
              <a:off x="4281998" y="2330833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837" name="Google Shape;837;p40"/>
            <p:cNvSpPr/>
            <p:nvPr/>
          </p:nvSpPr>
          <p:spPr>
            <a:xfrm>
              <a:off x="4642002" y="2330833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838" name="Google Shape;838;p40"/>
            <p:cNvSpPr/>
            <p:nvPr/>
          </p:nvSpPr>
          <p:spPr>
            <a:xfrm>
              <a:off x="4642002" y="2330833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sp>
        <p:nvSpPr>
          <p:cNvPr id="839" name="Google Shape;839;p40"/>
          <p:cNvSpPr txBox="1"/>
          <p:nvPr/>
        </p:nvSpPr>
        <p:spPr>
          <a:xfrm>
            <a:off x="6480440" y="4132150"/>
            <a:ext cx="2092625" cy="768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40282" defTabSz="1450147"/>
            <a:r>
              <a:rPr lang="en-US" sz="1665" dirty="0"/>
              <a:t>Output</a:t>
            </a:r>
            <a:endParaRPr sz="1665" dirty="0"/>
          </a:p>
          <a:p>
            <a:pPr marL="20141" defTabSz="1450147">
              <a:spcBef>
                <a:spcPts val="1848"/>
              </a:spcBef>
            </a:pPr>
            <a:r>
              <a:rPr lang="en-US" sz="1665" dirty="0"/>
              <a:t>       3        -1</a:t>
            </a:r>
            <a:endParaRPr sz="1665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C6DBCC8-28A4-4E55-A1CE-D9AE3F64021E}"/>
                  </a:ext>
                </a:extLst>
              </p14:cNvPr>
              <p14:cNvContentPartPr/>
              <p14:nvPr/>
            </p14:nvContentPartPr>
            <p14:xfrm>
              <a:off x="820080" y="1479600"/>
              <a:ext cx="6850440" cy="30304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C6DBCC8-28A4-4E55-A1CE-D9AE3F64021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10720" y="1470240"/>
                <a:ext cx="6869160" cy="3049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1"/>
          <p:cNvSpPr txBox="1">
            <a:spLocks noGrp="1"/>
          </p:cNvSpPr>
          <p:nvPr>
            <p:ph type="title"/>
          </p:nvPr>
        </p:nvSpPr>
        <p:spPr>
          <a:xfrm>
            <a:off x="151137" y="367245"/>
            <a:ext cx="6925171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b="1" dirty="0">
                <a:solidFill>
                  <a:srgbClr val="FFFFFF"/>
                </a:solidFill>
              </a:rPr>
              <a:t>C</a:t>
            </a:r>
            <a:r>
              <a:rPr lang="en-US" b="1" cap="small" dirty="0">
                <a:solidFill>
                  <a:srgbClr val="FFFFFF"/>
                </a:solidFill>
              </a:rPr>
              <a:t>onvolution</a:t>
            </a:r>
            <a:r>
              <a:rPr lang="en-US" b="1" dirty="0">
                <a:solidFill>
                  <a:srgbClr val="FFFFFF"/>
                </a:solidFill>
              </a:rPr>
              <a:t> O</a:t>
            </a:r>
            <a:r>
              <a:rPr lang="en-US" b="1" cap="small" dirty="0">
                <a:solidFill>
                  <a:srgbClr val="FFFFFF"/>
                </a:solidFill>
              </a:rPr>
              <a:t>peration</a:t>
            </a:r>
            <a:endParaRPr b="1" dirty="0"/>
          </a:p>
        </p:txBody>
      </p:sp>
      <p:sp>
        <p:nvSpPr>
          <p:cNvPr id="851" name="Google Shape;851;p41"/>
          <p:cNvSpPr txBox="1"/>
          <p:nvPr/>
        </p:nvSpPr>
        <p:spPr>
          <a:xfrm>
            <a:off x="1180259" y="1130242"/>
            <a:ext cx="1186303" cy="312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stride </a:t>
            </a:r>
            <a:r>
              <a:rPr lang="en-US" sz="1665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 </a:t>
            </a:r>
            <a:r>
              <a:rPr lang="en-US" sz="190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=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852" name="Google Shape;852;p41"/>
          <p:cNvGraphicFramePr/>
          <p:nvPr>
            <p:extLst>
              <p:ext uri="{D42A27DB-BD31-4B8C-83A1-F6EECF244321}">
                <p14:modId xmlns:p14="http://schemas.microsoft.com/office/powerpoint/2010/main" val="233088879"/>
              </p:ext>
            </p:extLst>
          </p:nvPr>
        </p:nvGraphicFramePr>
        <p:xfrm>
          <a:off x="479215" y="1671397"/>
          <a:ext cx="2814492" cy="2947254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4336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6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5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45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36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9120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20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20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20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20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20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53" name="Google Shape;853;p41"/>
          <p:cNvSpPr txBox="1"/>
          <p:nvPr/>
        </p:nvSpPr>
        <p:spPr>
          <a:xfrm>
            <a:off x="883100" y="4987868"/>
            <a:ext cx="1780462" cy="312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665" dirty="0"/>
              <a:t>Input Image 6 </a:t>
            </a:r>
            <a:r>
              <a:rPr lang="en-US" sz="1903" dirty="0">
                <a:latin typeface="Lucida Sans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× </a:t>
            </a:r>
            <a:r>
              <a:rPr lang="en-US" sz="1665" dirty="0"/>
              <a:t>6</a:t>
            </a:r>
            <a:endParaRPr sz="1665" dirty="0"/>
          </a:p>
        </p:txBody>
      </p:sp>
      <p:graphicFrame>
        <p:nvGraphicFramePr>
          <p:cNvPr id="854" name="Google Shape;854;p41"/>
          <p:cNvGraphicFramePr/>
          <p:nvPr/>
        </p:nvGraphicFramePr>
        <p:xfrm>
          <a:off x="3780702" y="2996231"/>
          <a:ext cx="1504506" cy="89421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01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5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5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807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07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07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855" name="Google Shape;855;p41"/>
          <p:cNvGrpSpPr/>
          <p:nvPr/>
        </p:nvGrpSpPr>
        <p:grpSpPr>
          <a:xfrm>
            <a:off x="6025149" y="2158547"/>
            <a:ext cx="2639636" cy="3011685"/>
            <a:chOff x="3799191" y="821333"/>
            <a:chExt cx="1664437" cy="1899035"/>
          </a:xfrm>
        </p:grpSpPr>
        <p:sp>
          <p:nvSpPr>
            <p:cNvPr id="856" name="Google Shape;856;p41"/>
            <p:cNvSpPr/>
            <p:nvPr/>
          </p:nvSpPr>
          <p:spPr>
            <a:xfrm>
              <a:off x="3799191" y="821333"/>
              <a:ext cx="1614170" cy="82550"/>
            </a:xfrm>
            <a:custGeom>
              <a:avLst/>
              <a:gdLst/>
              <a:ahLst/>
              <a:cxnLst/>
              <a:rect l="l" t="t" r="r" b="b"/>
              <a:pathLst>
                <a:path w="1614170" h="82550" extrusionOk="0">
                  <a:moveTo>
                    <a:pt x="156283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1613635" y="82384"/>
                  </a:lnTo>
                  <a:lnTo>
                    <a:pt x="1613635" y="50800"/>
                  </a:lnTo>
                  <a:lnTo>
                    <a:pt x="1609627" y="31075"/>
                  </a:lnTo>
                  <a:lnTo>
                    <a:pt x="1598713" y="14922"/>
                  </a:lnTo>
                  <a:lnTo>
                    <a:pt x="1582560" y="4008"/>
                  </a:lnTo>
                  <a:lnTo>
                    <a:pt x="1562835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pic>
          <p:nvPicPr>
            <p:cNvPr id="857" name="Google Shape;857;p4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849992" y="1721497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8" name="Google Shape;858;p4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900793" y="1708797"/>
              <a:ext cx="156283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9" name="Google Shape;859;p4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412827" y="871893"/>
              <a:ext cx="50800" cy="8496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0" name="Google Shape;860;p41"/>
            <p:cNvSpPr/>
            <p:nvPr/>
          </p:nvSpPr>
          <p:spPr>
            <a:xfrm>
              <a:off x="3799191" y="865744"/>
              <a:ext cx="1614170" cy="906780"/>
            </a:xfrm>
            <a:custGeom>
              <a:avLst/>
              <a:gdLst/>
              <a:ahLst/>
              <a:cxnLst/>
              <a:rect l="l" t="t" r="r" b="b"/>
              <a:pathLst>
                <a:path w="1614170" h="906780" extrusionOk="0">
                  <a:moveTo>
                    <a:pt x="1613635" y="0"/>
                  </a:moveTo>
                  <a:lnTo>
                    <a:pt x="0" y="0"/>
                  </a:lnTo>
                  <a:lnTo>
                    <a:pt x="0" y="855752"/>
                  </a:lnTo>
                  <a:lnTo>
                    <a:pt x="4008" y="875477"/>
                  </a:lnTo>
                  <a:lnTo>
                    <a:pt x="14922" y="891630"/>
                  </a:lnTo>
                  <a:lnTo>
                    <a:pt x="31075" y="902544"/>
                  </a:lnTo>
                  <a:lnTo>
                    <a:pt x="50800" y="906553"/>
                  </a:lnTo>
                  <a:lnTo>
                    <a:pt x="1562835" y="906553"/>
                  </a:lnTo>
                  <a:lnTo>
                    <a:pt x="1582560" y="902544"/>
                  </a:lnTo>
                  <a:lnTo>
                    <a:pt x="1598713" y="891630"/>
                  </a:lnTo>
                  <a:lnTo>
                    <a:pt x="1609627" y="875477"/>
                  </a:lnTo>
                  <a:lnTo>
                    <a:pt x="1613635" y="855752"/>
                  </a:lnTo>
                  <a:lnTo>
                    <a:pt x="1613635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861" name="Google Shape;861;p41"/>
            <p:cNvSpPr/>
            <p:nvPr/>
          </p:nvSpPr>
          <p:spPr>
            <a:xfrm>
              <a:off x="5412827" y="909982"/>
              <a:ext cx="0" cy="830580"/>
            </a:xfrm>
            <a:custGeom>
              <a:avLst/>
              <a:gdLst/>
              <a:ahLst/>
              <a:cxnLst/>
              <a:rect l="l" t="t" r="r" b="b"/>
              <a:pathLst>
                <a:path w="120000" h="830580" extrusionOk="0">
                  <a:moveTo>
                    <a:pt x="0" y="83056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862" name="Google Shape;862;p41"/>
            <p:cNvSpPr/>
            <p:nvPr/>
          </p:nvSpPr>
          <p:spPr>
            <a:xfrm>
              <a:off x="5412827" y="89728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863" name="Google Shape;863;p41"/>
            <p:cNvSpPr/>
            <p:nvPr/>
          </p:nvSpPr>
          <p:spPr>
            <a:xfrm>
              <a:off x="5412827" y="88458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864" name="Google Shape;864;p41"/>
            <p:cNvSpPr/>
            <p:nvPr/>
          </p:nvSpPr>
          <p:spPr>
            <a:xfrm>
              <a:off x="5412827" y="87188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865" name="Google Shape;865;p41"/>
            <p:cNvSpPr/>
            <p:nvPr/>
          </p:nvSpPr>
          <p:spPr>
            <a:xfrm>
              <a:off x="5412827" y="852832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5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866" name="Google Shape;866;p41"/>
            <p:cNvSpPr/>
            <p:nvPr/>
          </p:nvSpPr>
          <p:spPr>
            <a:xfrm>
              <a:off x="4102001" y="2432078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867" name="Google Shape;867;p41"/>
            <p:cNvSpPr/>
            <p:nvPr/>
          </p:nvSpPr>
          <p:spPr>
            <a:xfrm>
              <a:off x="4102001" y="2432078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868" name="Google Shape;868;p41"/>
            <p:cNvSpPr/>
            <p:nvPr/>
          </p:nvSpPr>
          <p:spPr>
            <a:xfrm>
              <a:off x="4462005" y="2432078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869" name="Google Shape;869;p41"/>
            <p:cNvSpPr/>
            <p:nvPr/>
          </p:nvSpPr>
          <p:spPr>
            <a:xfrm>
              <a:off x="4462005" y="2432078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870" name="Google Shape;870;p41"/>
            <p:cNvSpPr/>
            <p:nvPr/>
          </p:nvSpPr>
          <p:spPr>
            <a:xfrm>
              <a:off x="4822010" y="2432078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5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5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871" name="Google Shape;871;p41"/>
            <p:cNvSpPr/>
            <p:nvPr/>
          </p:nvSpPr>
          <p:spPr>
            <a:xfrm>
              <a:off x="4822010" y="2432078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5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5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sp>
        <p:nvSpPr>
          <p:cNvPr id="872" name="Google Shape;872;p41"/>
          <p:cNvSpPr txBox="1"/>
          <p:nvPr/>
        </p:nvSpPr>
        <p:spPr>
          <a:xfrm>
            <a:off x="4186018" y="2161083"/>
            <a:ext cx="4145011" cy="3196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1919431" marR="524671" defTabSz="1450147">
              <a:lnSpc>
                <a:spcPct val="114700"/>
              </a:lnSpc>
            </a:pPr>
            <a:r>
              <a:rPr lang="en-US" sz="1665" dirty="0"/>
              <a:t>Slide by one pixel towards right.</a:t>
            </a:r>
            <a:endParaRPr sz="1665" dirty="0"/>
          </a:p>
          <a:p>
            <a:pPr marL="1919431" marR="8056" defTabSz="1450147">
              <a:lnSpc>
                <a:spcPct val="114599"/>
              </a:lnSpc>
            </a:pPr>
            <a:r>
              <a:rPr lang="en-US" sz="1665" dirty="0"/>
              <a:t>Perform element wise product and add all the values.</a:t>
            </a:r>
            <a:endParaRPr sz="1665" dirty="0"/>
          </a:p>
          <a:p>
            <a:pPr defTabSz="1450147">
              <a:spcBef>
                <a:spcPts val="801"/>
              </a:spcBef>
            </a:pPr>
            <a:endParaRPr sz="1665" dirty="0"/>
          </a:p>
          <a:p>
            <a:pPr marL="20141" defTabSz="1450147"/>
            <a:r>
              <a:rPr lang="en-US" sz="1665" dirty="0"/>
              <a:t>Filter 1</a:t>
            </a:r>
            <a:endParaRPr sz="1665" dirty="0"/>
          </a:p>
          <a:p>
            <a:pPr marL="2792538" defTabSz="1450147">
              <a:spcBef>
                <a:spcPts val="666"/>
              </a:spcBef>
            </a:pPr>
            <a:r>
              <a:rPr lang="en-US" sz="1665" dirty="0"/>
              <a:t>Output</a:t>
            </a:r>
            <a:endParaRPr lang="en-IN" sz="1665" dirty="0"/>
          </a:p>
          <a:p>
            <a:pPr marL="2487405" defTabSz="1450147">
              <a:spcBef>
                <a:spcPts val="1840"/>
              </a:spcBef>
            </a:pPr>
            <a:r>
              <a:rPr lang="en-IN" sz="1665" dirty="0"/>
              <a:t>3       -1	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5B9A2C2-A485-46D6-89E2-901196DBD7BB}"/>
                  </a:ext>
                </a:extLst>
              </p14:cNvPr>
              <p14:cNvContentPartPr/>
              <p14:nvPr/>
            </p14:nvContentPartPr>
            <p14:xfrm>
              <a:off x="7722720" y="4885920"/>
              <a:ext cx="243000" cy="1350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5B9A2C2-A485-46D6-89E2-901196DBD7B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13360" y="4876560"/>
                <a:ext cx="26172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46AFA61-17BE-454C-99F4-F95FB413C0C7}"/>
                  </a:ext>
                </a:extLst>
              </p14:cNvPr>
              <p14:cNvContentPartPr/>
              <p14:nvPr/>
            </p14:nvContentPartPr>
            <p14:xfrm>
              <a:off x="1758960" y="1537920"/>
              <a:ext cx="6249600" cy="31399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46AFA61-17BE-454C-99F4-F95FB413C0C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749600" y="1528560"/>
                <a:ext cx="6268320" cy="3158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42"/>
          <p:cNvSpPr txBox="1">
            <a:spLocks noGrp="1"/>
          </p:cNvSpPr>
          <p:nvPr>
            <p:ph type="title"/>
          </p:nvPr>
        </p:nvSpPr>
        <p:spPr>
          <a:xfrm>
            <a:off x="151137" y="329926"/>
            <a:ext cx="7322683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b="1" dirty="0">
                <a:solidFill>
                  <a:srgbClr val="FFFFFF"/>
                </a:solidFill>
              </a:rPr>
              <a:t>C</a:t>
            </a:r>
            <a:r>
              <a:rPr lang="en-US" b="1" cap="small" dirty="0">
                <a:solidFill>
                  <a:srgbClr val="FFFFFF"/>
                </a:solidFill>
              </a:rPr>
              <a:t>onvolution</a:t>
            </a:r>
            <a:r>
              <a:rPr lang="en-US" b="1" dirty="0">
                <a:solidFill>
                  <a:srgbClr val="FFFFFF"/>
                </a:solidFill>
              </a:rPr>
              <a:t> O</a:t>
            </a:r>
            <a:r>
              <a:rPr lang="en-US" b="1" cap="small" dirty="0">
                <a:solidFill>
                  <a:srgbClr val="FFFFFF"/>
                </a:solidFill>
              </a:rPr>
              <a:t>peration</a:t>
            </a:r>
            <a:endParaRPr b="1" dirty="0"/>
          </a:p>
        </p:txBody>
      </p:sp>
      <p:sp>
        <p:nvSpPr>
          <p:cNvPr id="884" name="Google Shape;884;p42"/>
          <p:cNvSpPr txBox="1"/>
          <p:nvPr/>
        </p:nvSpPr>
        <p:spPr>
          <a:xfrm>
            <a:off x="1180259" y="1876692"/>
            <a:ext cx="1186303" cy="312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665"/>
              <a:t>stride </a:t>
            </a:r>
            <a:r>
              <a:rPr lang="en-US" sz="1665" i="1"/>
              <a:t>s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665"/>
              <a:t>1</a:t>
            </a:r>
            <a:endParaRPr sz="1665"/>
          </a:p>
        </p:txBody>
      </p:sp>
      <p:graphicFrame>
        <p:nvGraphicFramePr>
          <p:cNvPr id="885" name="Google Shape;885;p42"/>
          <p:cNvGraphicFramePr/>
          <p:nvPr/>
        </p:nvGraphicFramePr>
        <p:xfrm>
          <a:off x="570935" y="2268557"/>
          <a:ext cx="2398839" cy="2664558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6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5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5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0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0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0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409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09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09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09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09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09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86" name="Google Shape;886;p42"/>
          <p:cNvSpPr txBox="1"/>
          <p:nvPr/>
        </p:nvSpPr>
        <p:spPr>
          <a:xfrm>
            <a:off x="883100" y="4987868"/>
            <a:ext cx="1780462" cy="312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665"/>
              <a:t>Input Image 6 </a:t>
            </a:r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665"/>
              <a:t>6</a:t>
            </a:r>
            <a:endParaRPr sz="1665"/>
          </a:p>
        </p:txBody>
      </p:sp>
      <p:graphicFrame>
        <p:nvGraphicFramePr>
          <p:cNvPr id="887" name="Google Shape;887;p42"/>
          <p:cNvGraphicFramePr/>
          <p:nvPr/>
        </p:nvGraphicFramePr>
        <p:xfrm>
          <a:off x="3780702" y="2996231"/>
          <a:ext cx="1504506" cy="89421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01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5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5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807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07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07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888" name="Google Shape;888;p42"/>
          <p:cNvGrpSpPr/>
          <p:nvPr/>
        </p:nvGrpSpPr>
        <p:grpSpPr>
          <a:xfrm>
            <a:off x="6025149" y="2158547"/>
            <a:ext cx="2639636" cy="3011685"/>
            <a:chOff x="3799191" y="821333"/>
            <a:chExt cx="1664437" cy="1899035"/>
          </a:xfrm>
        </p:grpSpPr>
        <p:sp>
          <p:nvSpPr>
            <p:cNvPr id="889" name="Google Shape;889;p42"/>
            <p:cNvSpPr/>
            <p:nvPr/>
          </p:nvSpPr>
          <p:spPr>
            <a:xfrm>
              <a:off x="3799191" y="821333"/>
              <a:ext cx="1614170" cy="82550"/>
            </a:xfrm>
            <a:custGeom>
              <a:avLst/>
              <a:gdLst/>
              <a:ahLst/>
              <a:cxnLst/>
              <a:rect l="l" t="t" r="r" b="b"/>
              <a:pathLst>
                <a:path w="1614170" h="82550" extrusionOk="0">
                  <a:moveTo>
                    <a:pt x="156283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1613635" y="82384"/>
                  </a:lnTo>
                  <a:lnTo>
                    <a:pt x="1613635" y="50800"/>
                  </a:lnTo>
                  <a:lnTo>
                    <a:pt x="1609627" y="31075"/>
                  </a:lnTo>
                  <a:lnTo>
                    <a:pt x="1598713" y="14922"/>
                  </a:lnTo>
                  <a:lnTo>
                    <a:pt x="1582560" y="4008"/>
                  </a:lnTo>
                  <a:lnTo>
                    <a:pt x="1562835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pic>
          <p:nvPicPr>
            <p:cNvPr id="890" name="Google Shape;890;p4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849992" y="1721497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1" name="Google Shape;891;p4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900793" y="1708797"/>
              <a:ext cx="156283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2" name="Google Shape;892;p42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412827" y="871893"/>
              <a:ext cx="50800" cy="8496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3" name="Google Shape;893;p42"/>
            <p:cNvSpPr/>
            <p:nvPr/>
          </p:nvSpPr>
          <p:spPr>
            <a:xfrm>
              <a:off x="3799191" y="865744"/>
              <a:ext cx="1614170" cy="906780"/>
            </a:xfrm>
            <a:custGeom>
              <a:avLst/>
              <a:gdLst/>
              <a:ahLst/>
              <a:cxnLst/>
              <a:rect l="l" t="t" r="r" b="b"/>
              <a:pathLst>
                <a:path w="1614170" h="906780" extrusionOk="0">
                  <a:moveTo>
                    <a:pt x="1613635" y="0"/>
                  </a:moveTo>
                  <a:lnTo>
                    <a:pt x="0" y="0"/>
                  </a:lnTo>
                  <a:lnTo>
                    <a:pt x="0" y="855752"/>
                  </a:lnTo>
                  <a:lnTo>
                    <a:pt x="4008" y="875477"/>
                  </a:lnTo>
                  <a:lnTo>
                    <a:pt x="14922" y="891630"/>
                  </a:lnTo>
                  <a:lnTo>
                    <a:pt x="31075" y="902544"/>
                  </a:lnTo>
                  <a:lnTo>
                    <a:pt x="50800" y="906553"/>
                  </a:lnTo>
                  <a:lnTo>
                    <a:pt x="1562835" y="906553"/>
                  </a:lnTo>
                  <a:lnTo>
                    <a:pt x="1582560" y="902544"/>
                  </a:lnTo>
                  <a:lnTo>
                    <a:pt x="1598713" y="891630"/>
                  </a:lnTo>
                  <a:lnTo>
                    <a:pt x="1609627" y="875477"/>
                  </a:lnTo>
                  <a:lnTo>
                    <a:pt x="1613635" y="855752"/>
                  </a:lnTo>
                  <a:lnTo>
                    <a:pt x="1613635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894" name="Google Shape;894;p42"/>
            <p:cNvSpPr/>
            <p:nvPr/>
          </p:nvSpPr>
          <p:spPr>
            <a:xfrm>
              <a:off x="5412827" y="909982"/>
              <a:ext cx="0" cy="830580"/>
            </a:xfrm>
            <a:custGeom>
              <a:avLst/>
              <a:gdLst/>
              <a:ahLst/>
              <a:cxnLst/>
              <a:rect l="l" t="t" r="r" b="b"/>
              <a:pathLst>
                <a:path w="120000" h="830580" extrusionOk="0">
                  <a:moveTo>
                    <a:pt x="0" y="83056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895" name="Google Shape;895;p42"/>
            <p:cNvSpPr/>
            <p:nvPr/>
          </p:nvSpPr>
          <p:spPr>
            <a:xfrm>
              <a:off x="5412827" y="89728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896" name="Google Shape;896;p42"/>
            <p:cNvSpPr/>
            <p:nvPr/>
          </p:nvSpPr>
          <p:spPr>
            <a:xfrm>
              <a:off x="5412827" y="88458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897" name="Google Shape;897;p42"/>
            <p:cNvSpPr/>
            <p:nvPr/>
          </p:nvSpPr>
          <p:spPr>
            <a:xfrm>
              <a:off x="5412827" y="87188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898" name="Google Shape;898;p42"/>
            <p:cNvSpPr/>
            <p:nvPr/>
          </p:nvSpPr>
          <p:spPr>
            <a:xfrm>
              <a:off x="5412827" y="852832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5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899" name="Google Shape;899;p42"/>
            <p:cNvSpPr/>
            <p:nvPr/>
          </p:nvSpPr>
          <p:spPr>
            <a:xfrm>
              <a:off x="3922004" y="2432078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00" name="Google Shape;900;p42"/>
            <p:cNvSpPr/>
            <p:nvPr/>
          </p:nvSpPr>
          <p:spPr>
            <a:xfrm>
              <a:off x="3922004" y="2432078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01" name="Google Shape;901;p42"/>
            <p:cNvSpPr/>
            <p:nvPr/>
          </p:nvSpPr>
          <p:spPr>
            <a:xfrm>
              <a:off x="4282008" y="2432078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02" name="Google Shape;902;p42"/>
            <p:cNvSpPr/>
            <p:nvPr/>
          </p:nvSpPr>
          <p:spPr>
            <a:xfrm>
              <a:off x="4282008" y="2432078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03" name="Google Shape;903;p42"/>
            <p:cNvSpPr/>
            <p:nvPr/>
          </p:nvSpPr>
          <p:spPr>
            <a:xfrm>
              <a:off x="4642013" y="2432078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5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5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04" name="Google Shape;904;p42"/>
            <p:cNvSpPr/>
            <p:nvPr/>
          </p:nvSpPr>
          <p:spPr>
            <a:xfrm>
              <a:off x="4642013" y="2432078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5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5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05" name="Google Shape;905;p42"/>
            <p:cNvSpPr/>
            <p:nvPr/>
          </p:nvSpPr>
          <p:spPr>
            <a:xfrm>
              <a:off x="5002017" y="2432078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06" name="Google Shape;906;p42"/>
            <p:cNvSpPr/>
            <p:nvPr/>
          </p:nvSpPr>
          <p:spPr>
            <a:xfrm>
              <a:off x="5002017" y="2432078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sp>
        <p:nvSpPr>
          <p:cNvPr id="907" name="Google Shape;907;p42"/>
          <p:cNvSpPr txBox="1"/>
          <p:nvPr/>
        </p:nvSpPr>
        <p:spPr>
          <a:xfrm>
            <a:off x="4186031" y="2161071"/>
            <a:ext cx="4319524" cy="2940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1919431" marR="524671" defTabSz="1450147">
              <a:lnSpc>
                <a:spcPct val="114700"/>
              </a:lnSpc>
            </a:pPr>
            <a:r>
              <a:rPr lang="en-US" sz="1665"/>
              <a:t>Slide by one pixel towards right.</a:t>
            </a:r>
            <a:endParaRPr sz="1665"/>
          </a:p>
          <a:p>
            <a:pPr marL="1919431" marR="8056" defTabSz="1450147">
              <a:lnSpc>
                <a:spcPct val="114599"/>
              </a:lnSpc>
            </a:pPr>
            <a:r>
              <a:rPr lang="en-US" sz="1665"/>
              <a:t>Perform element wise product and add all the values.</a:t>
            </a:r>
            <a:endParaRPr sz="1665"/>
          </a:p>
          <a:p>
            <a:pPr defTabSz="1450147">
              <a:spcBef>
                <a:spcPts val="801"/>
              </a:spcBef>
            </a:pPr>
            <a:endParaRPr sz="1665"/>
          </a:p>
          <a:p>
            <a:pPr marL="20141" defTabSz="1450147"/>
            <a:r>
              <a:rPr lang="en-US" sz="1665"/>
              <a:t>Filter 1</a:t>
            </a:r>
            <a:endParaRPr sz="1665"/>
          </a:p>
          <a:p>
            <a:pPr marL="2792538" defTabSz="1450147">
              <a:spcBef>
                <a:spcPts val="666"/>
              </a:spcBef>
            </a:pPr>
            <a:r>
              <a:rPr lang="en-US" sz="1665"/>
              <a:t>Output</a:t>
            </a:r>
            <a:endParaRPr sz="1665"/>
          </a:p>
          <a:p>
            <a:pPr marL="2201404" defTabSz="1450147">
              <a:spcBef>
                <a:spcPts val="1840"/>
              </a:spcBef>
            </a:pPr>
            <a:r>
              <a:rPr lang="en-US" sz="1665"/>
              <a:t>3       -1      -3       -1</a:t>
            </a:r>
            <a:endParaRPr sz="1665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1FFB99B-BEA3-4FE1-9444-B7F35069EDB4}"/>
                  </a:ext>
                </a:extLst>
              </p14:cNvPr>
              <p14:cNvContentPartPr/>
              <p14:nvPr/>
            </p14:nvContentPartPr>
            <p14:xfrm>
              <a:off x="316440" y="2114640"/>
              <a:ext cx="8110080" cy="4307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1FFB99B-BEA3-4FE1-9444-B7F35069EDB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7080" y="2105280"/>
                <a:ext cx="8128800" cy="4326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43"/>
          <p:cNvSpPr txBox="1">
            <a:spLocks noGrp="1"/>
          </p:cNvSpPr>
          <p:nvPr>
            <p:ph type="title"/>
          </p:nvPr>
        </p:nvSpPr>
        <p:spPr>
          <a:xfrm>
            <a:off x="151137" y="236618"/>
            <a:ext cx="7096913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b="1" dirty="0">
                <a:solidFill>
                  <a:srgbClr val="FFFFFF"/>
                </a:solidFill>
              </a:rPr>
              <a:t>C</a:t>
            </a:r>
            <a:r>
              <a:rPr lang="en-US" b="1" cap="small" dirty="0">
                <a:solidFill>
                  <a:srgbClr val="FFFFFF"/>
                </a:solidFill>
              </a:rPr>
              <a:t>onvolution</a:t>
            </a:r>
            <a:r>
              <a:rPr lang="en-US" b="1" dirty="0">
                <a:solidFill>
                  <a:srgbClr val="FFFFFF"/>
                </a:solidFill>
              </a:rPr>
              <a:t> O</a:t>
            </a:r>
            <a:r>
              <a:rPr lang="en-US" b="1" cap="small" dirty="0">
                <a:solidFill>
                  <a:srgbClr val="FFFFFF"/>
                </a:solidFill>
              </a:rPr>
              <a:t>peration</a:t>
            </a:r>
            <a:endParaRPr b="1" dirty="0"/>
          </a:p>
        </p:txBody>
      </p:sp>
      <p:sp>
        <p:nvSpPr>
          <p:cNvPr id="919" name="Google Shape;919;p43"/>
          <p:cNvSpPr txBox="1"/>
          <p:nvPr/>
        </p:nvSpPr>
        <p:spPr>
          <a:xfrm>
            <a:off x="1180259" y="1886439"/>
            <a:ext cx="1186303" cy="312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665"/>
              <a:t>stride </a:t>
            </a:r>
            <a:r>
              <a:rPr lang="en-US" sz="1665" i="1"/>
              <a:t>s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665"/>
              <a:t>1</a:t>
            </a:r>
            <a:endParaRPr sz="1665"/>
          </a:p>
        </p:txBody>
      </p:sp>
      <p:graphicFrame>
        <p:nvGraphicFramePr>
          <p:cNvPr id="920" name="Google Shape;920;p43"/>
          <p:cNvGraphicFramePr/>
          <p:nvPr/>
        </p:nvGraphicFramePr>
        <p:xfrm>
          <a:off x="570935" y="2278305"/>
          <a:ext cx="2398839" cy="2664558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4300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0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95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95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95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409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093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09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093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09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09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21" name="Google Shape;921;p43"/>
          <p:cNvSpPr txBox="1"/>
          <p:nvPr/>
        </p:nvSpPr>
        <p:spPr>
          <a:xfrm>
            <a:off x="883100" y="4997614"/>
            <a:ext cx="1780462" cy="312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665"/>
              <a:t>Input Image 6 </a:t>
            </a:r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665"/>
              <a:t>6</a:t>
            </a:r>
            <a:endParaRPr sz="1665"/>
          </a:p>
        </p:txBody>
      </p:sp>
      <p:graphicFrame>
        <p:nvGraphicFramePr>
          <p:cNvPr id="922" name="Google Shape;922;p43"/>
          <p:cNvGraphicFramePr/>
          <p:nvPr/>
        </p:nvGraphicFramePr>
        <p:xfrm>
          <a:off x="3780701" y="3005959"/>
          <a:ext cx="1504506" cy="89421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01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5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5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807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07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07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23" name="Google Shape;923;p43"/>
          <p:cNvSpPr txBox="1"/>
          <p:nvPr/>
        </p:nvSpPr>
        <p:spPr>
          <a:xfrm>
            <a:off x="4186018" y="3964897"/>
            <a:ext cx="702920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/>
              <a:t>Filter 1</a:t>
            </a:r>
            <a:endParaRPr sz="1665"/>
          </a:p>
        </p:txBody>
      </p:sp>
      <p:grpSp>
        <p:nvGrpSpPr>
          <p:cNvPr id="924" name="Google Shape;924;p43"/>
          <p:cNvGrpSpPr/>
          <p:nvPr/>
        </p:nvGrpSpPr>
        <p:grpSpPr>
          <a:xfrm>
            <a:off x="6025149" y="1913632"/>
            <a:ext cx="2639636" cy="1878248"/>
            <a:chOff x="3799191" y="666901"/>
            <a:chExt cx="1664437" cy="1184340"/>
          </a:xfrm>
        </p:grpSpPr>
        <p:sp>
          <p:nvSpPr>
            <p:cNvPr id="925" name="Google Shape;925;p43"/>
            <p:cNvSpPr/>
            <p:nvPr/>
          </p:nvSpPr>
          <p:spPr>
            <a:xfrm>
              <a:off x="3799191" y="666901"/>
              <a:ext cx="1614170" cy="82550"/>
            </a:xfrm>
            <a:custGeom>
              <a:avLst/>
              <a:gdLst/>
              <a:ahLst/>
              <a:cxnLst/>
              <a:rect l="l" t="t" r="r" b="b"/>
              <a:pathLst>
                <a:path w="1614170" h="82550" extrusionOk="0">
                  <a:moveTo>
                    <a:pt x="156283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1613635" y="82384"/>
                  </a:lnTo>
                  <a:lnTo>
                    <a:pt x="1613635" y="50800"/>
                  </a:lnTo>
                  <a:lnTo>
                    <a:pt x="1609627" y="31075"/>
                  </a:lnTo>
                  <a:lnTo>
                    <a:pt x="1598713" y="14922"/>
                  </a:lnTo>
                  <a:lnTo>
                    <a:pt x="1582560" y="4008"/>
                  </a:lnTo>
                  <a:lnTo>
                    <a:pt x="1562835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pic>
          <p:nvPicPr>
            <p:cNvPr id="926" name="Google Shape;926;p4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849992" y="1749640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7" name="Google Shape;927;p4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900793" y="1736940"/>
              <a:ext cx="156283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8" name="Google Shape;928;p4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412827" y="717461"/>
              <a:ext cx="50800" cy="103217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9" name="Google Shape;929;p43"/>
            <p:cNvSpPr/>
            <p:nvPr/>
          </p:nvSpPr>
          <p:spPr>
            <a:xfrm>
              <a:off x="3799191" y="711313"/>
              <a:ext cx="1614170" cy="1089660"/>
            </a:xfrm>
            <a:custGeom>
              <a:avLst/>
              <a:gdLst/>
              <a:ahLst/>
              <a:cxnLst/>
              <a:rect l="l" t="t" r="r" b="b"/>
              <a:pathLst>
                <a:path w="1614170" h="1089660" extrusionOk="0">
                  <a:moveTo>
                    <a:pt x="1613635" y="0"/>
                  </a:moveTo>
                  <a:lnTo>
                    <a:pt x="0" y="0"/>
                  </a:lnTo>
                  <a:lnTo>
                    <a:pt x="0" y="1038327"/>
                  </a:lnTo>
                  <a:lnTo>
                    <a:pt x="4008" y="1058052"/>
                  </a:lnTo>
                  <a:lnTo>
                    <a:pt x="14922" y="1074205"/>
                  </a:lnTo>
                  <a:lnTo>
                    <a:pt x="31075" y="1085119"/>
                  </a:lnTo>
                  <a:lnTo>
                    <a:pt x="50800" y="1089127"/>
                  </a:lnTo>
                  <a:lnTo>
                    <a:pt x="1562835" y="1089127"/>
                  </a:lnTo>
                  <a:lnTo>
                    <a:pt x="1582560" y="1085119"/>
                  </a:lnTo>
                  <a:lnTo>
                    <a:pt x="1598713" y="1074205"/>
                  </a:lnTo>
                  <a:lnTo>
                    <a:pt x="1609627" y="1058052"/>
                  </a:lnTo>
                  <a:lnTo>
                    <a:pt x="1613635" y="1038327"/>
                  </a:lnTo>
                  <a:lnTo>
                    <a:pt x="1613635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30" name="Google Shape;930;p43"/>
            <p:cNvSpPr/>
            <p:nvPr/>
          </p:nvSpPr>
          <p:spPr>
            <a:xfrm>
              <a:off x="5412827" y="755550"/>
              <a:ext cx="0" cy="1013460"/>
            </a:xfrm>
            <a:custGeom>
              <a:avLst/>
              <a:gdLst/>
              <a:ahLst/>
              <a:cxnLst/>
              <a:rect l="l" t="t" r="r" b="b"/>
              <a:pathLst>
                <a:path w="120000" h="1013460" extrusionOk="0">
                  <a:moveTo>
                    <a:pt x="0" y="101314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31" name="Google Shape;931;p43"/>
            <p:cNvSpPr/>
            <p:nvPr/>
          </p:nvSpPr>
          <p:spPr>
            <a:xfrm>
              <a:off x="5412827" y="74285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32" name="Google Shape;932;p43"/>
            <p:cNvSpPr/>
            <p:nvPr/>
          </p:nvSpPr>
          <p:spPr>
            <a:xfrm>
              <a:off x="5412827" y="73015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33" name="Google Shape;933;p43"/>
            <p:cNvSpPr/>
            <p:nvPr/>
          </p:nvSpPr>
          <p:spPr>
            <a:xfrm>
              <a:off x="5412827" y="71745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34" name="Google Shape;934;p43"/>
            <p:cNvSpPr/>
            <p:nvPr/>
          </p:nvSpPr>
          <p:spPr>
            <a:xfrm>
              <a:off x="5412827" y="698400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5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sp>
        <p:nvSpPr>
          <p:cNvPr id="935" name="Google Shape;935;p43"/>
          <p:cNvSpPr txBox="1"/>
          <p:nvPr/>
        </p:nvSpPr>
        <p:spPr>
          <a:xfrm>
            <a:off x="6085573" y="1914759"/>
            <a:ext cx="2380663" cy="178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marR="314199" algn="just" defTabSz="1450147">
              <a:lnSpc>
                <a:spcPct val="114700"/>
              </a:lnSpc>
            </a:pPr>
            <a:r>
              <a:rPr lang="en-US" sz="1665" dirty="0"/>
              <a:t>Jump to next row, left most pixel.</a:t>
            </a:r>
            <a:endParaRPr sz="1665" dirty="0"/>
          </a:p>
          <a:p>
            <a:pPr marL="20141" marR="8056" algn="just" defTabSz="1450147">
              <a:lnSpc>
                <a:spcPct val="114599"/>
              </a:lnSpc>
            </a:pPr>
            <a:r>
              <a:rPr lang="en-US" sz="1665" dirty="0"/>
              <a:t>The filter has to completely superimpose the pixels of input.</a:t>
            </a:r>
            <a:endParaRPr sz="1665" dirty="0"/>
          </a:p>
          <a:p>
            <a:pPr marL="20141" algn="just" defTabSz="1450147">
              <a:spcBef>
                <a:spcPts val="293"/>
              </a:spcBef>
            </a:pPr>
            <a:r>
              <a:rPr lang="en-US" sz="1665" dirty="0"/>
              <a:t>NOT PARTIALLY.</a:t>
            </a:r>
            <a:endParaRPr sz="1665" dirty="0"/>
          </a:p>
        </p:txBody>
      </p:sp>
      <p:grpSp>
        <p:nvGrpSpPr>
          <p:cNvPr id="936" name="Google Shape;936;p43"/>
          <p:cNvGrpSpPr/>
          <p:nvPr/>
        </p:nvGrpSpPr>
        <p:grpSpPr>
          <a:xfrm>
            <a:off x="6219919" y="4406506"/>
            <a:ext cx="2169996" cy="457200"/>
            <a:chOff x="3922004" y="2238797"/>
            <a:chExt cx="1368303" cy="288290"/>
          </a:xfrm>
        </p:grpSpPr>
        <p:sp>
          <p:nvSpPr>
            <p:cNvPr id="937" name="Google Shape;937;p43"/>
            <p:cNvSpPr/>
            <p:nvPr/>
          </p:nvSpPr>
          <p:spPr>
            <a:xfrm>
              <a:off x="3922004" y="2238797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38" name="Google Shape;938;p43"/>
            <p:cNvSpPr/>
            <p:nvPr/>
          </p:nvSpPr>
          <p:spPr>
            <a:xfrm>
              <a:off x="3922004" y="2238797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39" name="Google Shape;939;p43"/>
            <p:cNvSpPr/>
            <p:nvPr/>
          </p:nvSpPr>
          <p:spPr>
            <a:xfrm>
              <a:off x="4282008" y="2238797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40" name="Google Shape;940;p43"/>
            <p:cNvSpPr/>
            <p:nvPr/>
          </p:nvSpPr>
          <p:spPr>
            <a:xfrm>
              <a:off x="4282008" y="2238797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41" name="Google Shape;941;p43"/>
            <p:cNvSpPr/>
            <p:nvPr/>
          </p:nvSpPr>
          <p:spPr>
            <a:xfrm>
              <a:off x="4642013" y="2238797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5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5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42" name="Google Shape;942;p43"/>
            <p:cNvSpPr/>
            <p:nvPr/>
          </p:nvSpPr>
          <p:spPr>
            <a:xfrm>
              <a:off x="4642013" y="2238797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5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5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43" name="Google Shape;943;p43"/>
            <p:cNvSpPr/>
            <p:nvPr/>
          </p:nvSpPr>
          <p:spPr>
            <a:xfrm>
              <a:off x="5002017" y="2238797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44" name="Google Shape;944;p43"/>
            <p:cNvSpPr/>
            <p:nvPr/>
          </p:nvSpPr>
          <p:spPr>
            <a:xfrm>
              <a:off x="5002017" y="2238797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sp>
        <p:nvSpPr>
          <p:cNvPr id="945" name="Google Shape;945;p43"/>
          <p:cNvSpPr txBox="1"/>
          <p:nvPr/>
        </p:nvSpPr>
        <p:spPr>
          <a:xfrm>
            <a:off x="6367918" y="3986207"/>
            <a:ext cx="2169991" cy="768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611277" defTabSz="1450147"/>
            <a:r>
              <a:rPr lang="en-US" sz="1665"/>
              <a:t>Output</a:t>
            </a:r>
            <a:endParaRPr sz="1665"/>
          </a:p>
          <a:p>
            <a:pPr marL="20141" defTabSz="1450147">
              <a:spcBef>
                <a:spcPts val="1848"/>
              </a:spcBef>
            </a:pPr>
            <a:r>
              <a:rPr lang="en-US" sz="1665"/>
              <a:t>3       -1      -3	   -1</a:t>
            </a:r>
            <a:endParaRPr sz="1665"/>
          </a:p>
        </p:txBody>
      </p:sp>
      <p:grpSp>
        <p:nvGrpSpPr>
          <p:cNvPr id="946" name="Google Shape;946;p43"/>
          <p:cNvGrpSpPr/>
          <p:nvPr/>
        </p:nvGrpSpPr>
        <p:grpSpPr>
          <a:xfrm>
            <a:off x="6219918" y="4977438"/>
            <a:ext cx="457200" cy="457200"/>
            <a:chOff x="3922004" y="2598801"/>
            <a:chExt cx="288290" cy="288290"/>
          </a:xfrm>
        </p:grpSpPr>
        <p:sp>
          <p:nvSpPr>
            <p:cNvPr id="947" name="Google Shape;947;p43"/>
            <p:cNvSpPr/>
            <p:nvPr/>
          </p:nvSpPr>
          <p:spPr>
            <a:xfrm>
              <a:off x="3922004" y="2598801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48" name="Google Shape;948;p43"/>
            <p:cNvSpPr/>
            <p:nvPr/>
          </p:nvSpPr>
          <p:spPr>
            <a:xfrm>
              <a:off x="3922004" y="2598801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sp>
        <p:nvSpPr>
          <p:cNvPr id="949" name="Google Shape;949;p43"/>
          <p:cNvSpPr txBox="1"/>
          <p:nvPr/>
        </p:nvSpPr>
        <p:spPr>
          <a:xfrm>
            <a:off x="6331817" y="5043508"/>
            <a:ext cx="233635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/>
              <a:t>-3</a:t>
            </a:r>
            <a:endParaRPr sz="1665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DC26E7B-EF4A-495D-B7AD-F9C08E38A4BB}"/>
                  </a:ext>
                </a:extLst>
              </p14:cNvPr>
              <p14:cNvContentPartPr/>
              <p14:nvPr/>
            </p14:nvContentPartPr>
            <p14:xfrm>
              <a:off x="416880" y="3291480"/>
              <a:ext cx="5726520" cy="1958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DC26E7B-EF4A-495D-B7AD-F9C08E38A4B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07520" y="3282120"/>
                <a:ext cx="5745240" cy="1977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44"/>
          <p:cNvSpPr txBox="1">
            <a:spLocks noGrp="1"/>
          </p:cNvSpPr>
          <p:nvPr>
            <p:ph type="title"/>
          </p:nvPr>
        </p:nvSpPr>
        <p:spPr>
          <a:xfrm>
            <a:off x="151137" y="367246"/>
            <a:ext cx="6744185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b="1" dirty="0">
                <a:solidFill>
                  <a:srgbClr val="FFFFFF"/>
                </a:solidFill>
              </a:rPr>
              <a:t>C</a:t>
            </a:r>
            <a:r>
              <a:rPr lang="en-US" b="1" cap="small" dirty="0">
                <a:solidFill>
                  <a:srgbClr val="FFFFFF"/>
                </a:solidFill>
              </a:rPr>
              <a:t>onvolution</a:t>
            </a:r>
            <a:r>
              <a:rPr lang="en-US" b="1" dirty="0">
                <a:solidFill>
                  <a:srgbClr val="FFFFFF"/>
                </a:solidFill>
              </a:rPr>
              <a:t> O</a:t>
            </a:r>
            <a:r>
              <a:rPr lang="en-US" b="1" cap="small" dirty="0">
                <a:solidFill>
                  <a:srgbClr val="FFFFFF"/>
                </a:solidFill>
              </a:rPr>
              <a:t>peration</a:t>
            </a:r>
            <a:endParaRPr b="1" dirty="0"/>
          </a:p>
        </p:txBody>
      </p:sp>
      <p:sp>
        <p:nvSpPr>
          <p:cNvPr id="961" name="Google Shape;961;p44"/>
          <p:cNvSpPr txBox="1"/>
          <p:nvPr/>
        </p:nvSpPr>
        <p:spPr>
          <a:xfrm>
            <a:off x="1180259" y="1888695"/>
            <a:ext cx="1186303" cy="312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665"/>
              <a:t>stride </a:t>
            </a:r>
            <a:r>
              <a:rPr lang="en-US" sz="1665" i="1"/>
              <a:t>s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665"/>
              <a:t>1</a:t>
            </a:r>
            <a:endParaRPr sz="1665"/>
          </a:p>
        </p:txBody>
      </p:sp>
      <p:graphicFrame>
        <p:nvGraphicFramePr>
          <p:cNvPr id="962" name="Google Shape;962;p44"/>
          <p:cNvGraphicFramePr/>
          <p:nvPr/>
        </p:nvGraphicFramePr>
        <p:xfrm>
          <a:off x="570935" y="2280560"/>
          <a:ext cx="2398839" cy="2664558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6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5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5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0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0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0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409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09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09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09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09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09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63" name="Google Shape;963;p44"/>
          <p:cNvSpPr txBox="1"/>
          <p:nvPr/>
        </p:nvSpPr>
        <p:spPr>
          <a:xfrm>
            <a:off x="883100" y="4999890"/>
            <a:ext cx="1780462" cy="312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665"/>
              <a:t>Input Image 6 </a:t>
            </a:r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665"/>
              <a:t>6</a:t>
            </a:r>
            <a:endParaRPr sz="1665"/>
          </a:p>
        </p:txBody>
      </p:sp>
      <p:graphicFrame>
        <p:nvGraphicFramePr>
          <p:cNvPr id="964" name="Google Shape;964;p44"/>
          <p:cNvGraphicFramePr/>
          <p:nvPr/>
        </p:nvGraphicFramePr>
        <p:xfrm>
          <a:off x="3780701" y="3008235"/>
          <a:ext cx="1504506" cy="89421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01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5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5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807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07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07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65" name="Google Shape;965;p44"/>
          <p:cNvSpPr txBox="1"/>
          <p:nvPr/>
        </p:nvSpPr>
        <p:spPr>
          <a:xfrm>
            <a:off x="4186018" y="3967154"/>
            <a:ext cx="702920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/>
              <a:t>Filter 1</a:t>
            </a:r>
            <a:endParaRPr sz="1665"/>
          </a:p>
        </p:txBody>
      </p:sp>
      <p:grpSp>
        <p:nvGrpSpPr>
          <p:cNvPr id="966" name="Google Shape;966;p44"/>
          <p:cNvGrpSpPr/>
          <p:nvPr/>
        </p:nvGrpSpPr>
        <p:grpSpPr>
          <a:xfrm>
            <a:off x="6025149" y="1904550"/>
            <a:ext cx="2639636" cy="3093385"/>
            <a:chOff x="3799191" y="661174"/>
            <a:chExt cx="1664437" cy="1950551"/>
          </a:xfrm>
        </p:grpSpPr>
        <p:sp>
          <p:nvSpPr>
            <p:cNvPr id="967" name="Google Shape;967;p44"/>
            <p:cNvSpPr/>
            <p:nvPr/>
          </p:nvSpPr>
          <p:spPr>
            <a:xfrm>
              <a:off x="3799191" y="661174"/>
              <a:ext cx="1614170" cy="82550"/>
            </a:xfrm>
            <a:custGeom>
              <a:avLst/>
              <a:gdLst/>
              <a:ahLst/>
              <a:cxnLst/>
              <a:rect l="l" t="t" r="r" b="b"/>
              <a:pathLst>
                <a:path w="1614170" h="82550" extrusionOk="0">
                  <a:moveTo>
                    <a:pt x="156283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1613635" y="82384"/>
                  </a:lnTo>
                  <a:lnTo>
                    <a:pt x="1613635" y="50800"/>
                  </a:lnTo>
                  <a:lnTo>
                    <a:pt x="1609627" y="31075"/>
                  </a:lnTo>
                  <a:lnTo>
                    <a:pt x="1598713" y="14922"/>
                  </a:lnTo>
                  <a:lnTo>
                    <a:pt x="1582560" y="4008"/>
                  </a:lnTo>
                  <a:lnTo>
                    <a:pt x="1562835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pic>
          <p:nvPicPr>
            <p:cNvPr id="968" name="Google Shape;968;p4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849992" y="1038224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9" name="Google Shape;969;p4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900793" y="1025524"/>
              <a:ext cx="156283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0" name="Google Shape;970;p4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412827" y="711746"/>
              <a:ext cx="50800" cy="3264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1" name="Google Shape;971;p44"/>
            <p:cNvSpPr/>
            <p:nvPr/>
          </p:nvSpPr>
          <p:spPr>
            <a:xfrm>
              <a:off x="3799191" y="705604"/>
              <a:ext cx="1614170" cy="383540"/>
            </a:xfrm>
            <a:custGeom>
              <a:avLst/>
              <a:gdLst/>
              <a:ahLst/>
              <a:cxnLst/>
              <a:rect l="l" t="t" r="r" b="b"/>
              <a:pathLst>
                <a:path w="1614170" h="383540" extrusionOk="0">
                  <a:moveTo>
                    <a:pt x="1613635" y="0"/>
                  </a:moveTo>
                  <a:lnTo>
                    <a:pt x="0" y="0"/>
                  </a:lnTo>
                  <a:lnTo>
                    <a:pt x="0" y="332620"/>
                  </a:lnTo>
                  <a:lnTo>
                    <a:pt x="4008" y="352345"/>
                  </a:lnTo>
                  <a:lnTo>
                    <a:pt x="14922" y="368498"/>
                  </a:lnTo>
                  <a:lnTo>
                    <a:pt x="31075" y="379412"/>
                  </a:lnTo>
                  <a:lnTo>
                    <a:pt x="50800" y="383420"/>
                  </a:lnTo>
                  <a:lnTo>
                    <a:pt x="1562835" y="383420"/>
                  </a:lnTo>
                  <a:lnTo>
                    <a:pt x="1582560" y="379412"/>
                  </a:lnTo>
                  <a:lnTo>
                    <a:pt x="1598713" y="368498"/>
                  </a:lnTo>
                  <a:lnTo>
                    <a:pt x="1609627" y="352345"/>
                  </a:lnTo>
                  <a:lnTo>
                    <a:pt x="1613635" y="332620"/>
                  </a:lnTo>
                  <a:lnTo>
                    <a:pt x="1613635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72" name="Google Shape;972;p44"/>
            <p:cNvSpPr/>
            <p:nvPr/>
          </p:nvSpPr>
          <p:spPr>
            <a:xfrm>
              <a:off x="5412827" y="749841"/>
              <a:ext cx="0" cy="307975"/>
            </a:xfrm>
            <a:custGeom>
              <a:avLst/>
              <a:gdLst/>
              <a:ahLst/>
              <a:cxnLst/>
              <a:rect l="l" t="t" r="r" b="b"/>
              <a:pathLst>
                <a:path w="120000" h="307975" extrusionOk="0">
                  <a:moveTo>
                    <a:pt x="0" y="307432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73" name="Google Shape;973;p44"/>
            <p:cNvSpPr/>
            <p:nvPr/>
          </p:nvSpPr>
          <p:spPr>
            <a:xfrm>
              <a:off x="5412827" y="73714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74" name="Google Shape;974;p44"/>
            <p:cNvSpPr/>
            <p:nvPr/>
          </p:nvSpPr>
          <p:spPr>
            <a:xfrm>
              <a:off x="5412827" y="72444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75" name="Google Shape;975;p44"/>
            <p:cNvSpPr/>
            <p:nvPr/>
          </p:nvSpPr>
          <p:spPr>
            <a:xfrm>
              <a:off x="5412827" y="71174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76" name="Google Shape;976;p44"/>
            <p:cNvSpPr/>
            <p:nvPr/>
          </p:nvSpPr>
          <p:spPr>
            <a:xfrm>
              <a:off x="5412827" y="692691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4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77" name="Google Shape;977;p44"/>
            <p:cNvSpPr/>
            <p:nvPr/>
          </p:nvSpPr>
          <p:spPr>
            <a:xfrm>
              <a:off x="3922004" y="1243421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78" name="Google Shape;978;p44"/>
            <p:cNvSpPr/>
            <p:nvPr/>
          </p:nvSpPr>
          <p:spPr>
            <a:xfrm>
              <a:off x="3922004" y="1243421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79" name="Google Shape;979;p44"/>
            <p:cNvSpPr/>
            <p:nvPr/>
          </p:nvSpPr>
          <p:spPr>
            <a:xfrm>
              <a:off x="4282008" y="1243421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80" name="Google Shape;980;p44"/>
            <p:cNvSpPr/>
            <p:nvPr/>
          </p:nvSpPr>
          <p:spPr>
            <a:xfrm>
              <a:off x="4282008" y="1243421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81" name="Google Shape;981;p44"/>
            <p:cNvSpPr/>
            <p:nvPr/>
          </p:nvSpPr>
          <p:spPr>
            <a:xfrm>
              <a:off x="4642013" y="1243421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144002" y="0"/>
                  </a:moveTo>
                  <a:lnTo>
                    <a:pt x="98485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5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82" name="Google Shape;982;p44"/>
            <p:cNvSpPr/>
            <p:nvPr/>
          </p:nvSpPr>
          <p:spPr>
            <a:xfrm>
              <a:off x="4642013" y="1243421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5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5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83" name="Google Shape;983;p44"/>
            <p:cNvSpPr/>
            <p:nvPr/>
          </p:nvSpPr>
          <p:spPr>
            <a:xfrm>
              <a:off x="5002017" y="1243421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84" name="Google Shape;984;p44"/>
            <p:cNvSpPr/>
            <p:nvPr/>
          </p:nvSpPr>
          <p:spPr>
            <a:xfrm>
              <a:off x="5002017" y="1243421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85" name="Google Shape;985;p44"/>
            <p:cNvSpPr/>
            <p:nvPr/>
          </p:nvSpPr>
          <p:spPr>
            <a:xfrm>
              <a:off x="3922004" y="1603426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86" name="Google Shape;986;p44"/>
            <p:cNvSpPr/>
            <p:nvPr/>
          </p:nvSpPr>
          <p:spPr>
            <a:xfrm>
              <a:off x="3922004" y="1603426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87" name="Google Shape;987;p44"/>
            <p:cNvSpPr/>
            <p:nvPr/>
          </p:nvSpPr>
          <p:spPr>
            <a:xfrm>
              <a:off x="4282008" y="1603426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88" name="Google Shape;988;p44"/>
            <p:cNvSpPr/>
            <p:nvPr/>
          </p:nvSpPr>
          <p:spPr>
            <a:xfrm>
              <a:off x="4282008" y="1603426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89" name="Google Shape;989;p44"/>
            <p:cNvSpPr/>
            <p:nvPr/>
          </p:nvSpPr>
          <p:spPr>
            <a:xfrm>
              <a:off x="4642013" y="1603426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5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5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90" name="Google Shape;990;p44"/>
            <p:cNvSpPr/>
            <p:nvPr/>
          </p:nvSpPr>
          <p:spPr>
            <a:xfrm>
              <a:off x="4642013" y="1603426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5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5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91" name="Google Shape;991;p44"/>
            <p:cNvSpPr/>
            <p:nvPr/>
          </p:nvSpPr>
          <p:spPr>
            <a:xfrm>
              <a:off x="5002017" y="1603426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92" name="Google Shape;992;p44"/>
            <p:cNvSpPr/>
            <p:nvPr/>
          </p:nvSpPr>
          <p:spPr>
            <a:xfrm>
              <a:off x="5002017" y="1603426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93" name="Google Shape;993;p44"/>
            <p:cNvSpPr/>
            <p:nvPr/>
          </p:nvSpPr>
          <p:spPr>
            <a:xfrm>
              <a:off x="3922004" y="196343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5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5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94" name="Google Shape;994;p44"/>
            <p:cNvSpPr/>
            <p:nvPr/>
          </p:nvSpPr>
          <p:spPr>
            <a:xfrm>
              <a:off x="3922004" y="196343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5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5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95" name="Google Shape;995;p44"/>
            <p:cNvSpPr/>
            <p:nvPr/>
          </p:nvSpPr>
          <p:spPr>
            <a:xfrm>
              <a:off x="4282008" y="196343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5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5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96" name="Google Shape;996;p44"/>
            <p:cNvSpPr/>
            <p:nvPr/>
          </p:nvSpPr>
          <p:spPr>
            <a:xfrm>
              <a:off x="4282008" y="196343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5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5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97" name="Google Shape;997;p44"/>
            <p:cNvSpPr/>
            <p:nvPr/>
          </p:nvSpPr>
          <p:spPr>
            <a:xfrm>
              <a:off x="4642013" y="196343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5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5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5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5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4642013" y="196343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5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5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5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5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99" name="Google Shape;999;p44"/>
            <p:cNvSpPr/>
            <p:nvPr/>
          </p:nvSpPr>
          <p:spPr>
            <a:xfrm>
              <a:off x="5002017" y="196343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5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5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000" name="Google Shape;1000;p44"/>
            <p:cNvSpPr/>
            <p:nvPr/>
          </p:nvSpPr>
          <p:spPr>
            <a:xfrm>
              <a:off x="5002017" y="196343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5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5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001" name="Google Shape;1001;p44"/>
            <p:cNvSpPr/>
            <p:nvPr/>
          </p:nvSpPr>
          <p:spPr>
            <a:xfrm>
              <a:off x="3922004" y="2323435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002" name="Google Shape;1002;p44"/>
            <p:cNvSpPr/>
            <p:nvPr/>
          </p:nvSpPr>
          <p:spPr>
            <a:xfrm>
              <a:off x="3922004" y="2323435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4282008" y="2323435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4282008" y="2323435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4642013" y="2323435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5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5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4642013" y="2323435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5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5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007" name="Google Shape;1007;p44"/>
            <p:cNvSpPr/>
            <p:nvPr/>
          </p:nvSpPr>
          <p:spPr>
            <a:xfrm>
              <a:off x="5002017" y="2323435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008" name="Google Shape;1008;p44"/>
            <p:cNvSpPr/>
            <p:nvPr/>
          </p:nvSpPr>
          <p:spPr>
            <a:xfrm>
              <a:off x="5002017" y="2323435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sp>
        <p:nvSpPr>
          <p:cNvPr id="1009" name="Google Shape;1009;p44"/>
          <p:cNvSpPr txBox="1"/>
          <p:nvPr/>
        </p:nvSpPr>
        <p:spPr>
          <a:xfrm>
            <a:off x="6188210" y="1896365"/>
            <a:ext cx="2329374" cy="3632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marR="8056" defTabSz="1450147">
              <a:lnSpc>
                <a:spcPct val="114700"/>
              </a:lnSpc>
            </a:pPr>
            <a:r>
              <a:rPr lang="en-US" sz="1665" dirty="0"/>
              <a:t>After sliding through the entire image.</a:t>
            </a:r>
            <a:endParaRPr sz="1665" dirty="0"/>
          </a:p>
          <a:p>
            <a:pPr defTabSz="1450147">
              <a:spcBef>
                <a:spcPts val="1338"/>
              </a:spcBef>
            </a:pPr>
            <a:endParaRPr sz="1665" dirty="0"/>
          </a:p>
          <a:p>
            <a:pPr marL="302114" defTabSz="1450147">
              <a:spcBef>
                <a:spcPts val="8"/>
              </a:spcBef>
            </a:pPr>
            <a:r>
              <a:rPr lang="en-US" sz="1665" dirty="0"/>
              <a:t>3     -1       -3      -1</a:t>
            </a:r>
            <a:endParaRPr sz="1665" dirty="0"/>
          </a:p>
          <a:p>
            <a:pPr defTabSz="1450147">
              <a:spcBef>
                <a:spcPts val="579"/>
              </a:spcBef>
            </a:pPr>
            <a:endParaRPr sz="1665" dirty="0"/>
          </a:p>
          <a:p>
            <a:pPr marL="265860" defTabSz="1450147"/>
            <a:r>
              <a:rPr lang="en-US" sz="1665" dirty="0"/>
              <a:t>-3     -1       0      -3</a:t>
            </a:r>
            <a:endParaRPr sz="1665" dirty="0"/>
          </a:p>
          <a:p>
            <a:pPr defTabSz="1450147">
              <a:spcBef>
                <a:spcPts val="579"/>
              </a:spcBef>
            </a:pPr>
            <a:endParaRPr sz="1665" dirty="0"/>
          </a:p>
          <a:p>
            <a:pPr marL="265860" defTabSz="1450147">
              <a:spcBef>
                <a:spcPts val="8"/>
              </a:spcBef>
            </a:pPr>
            <a:r>
              <a:rPr lang="en-US" sz="1665" dirty="0"/>
              <a:t>-3     -2	0       1</a:t>
            </a:r>
            <a:endParaRPr sz="1665" dirty="0"/>
          </a:p>
          <a:p>
            <a:pPr defTabSz="1450147">
              <a:spcBef>
                <a:spcPts val="579"/>
              </a:spcBef>
            </a:pPr>
            <a:endParaRPr sz="1665" dirty="0"/>
          </a:p>
          <a:p>
            <a:pPr marL="302114" defTabSz="1450147"/>
            <a:r>
              <a:rPr lang="en-US" sz="1665" dirty="0"/>
              <a:t>3      -2        -2     -1</a:t>
            </a:r>
            <a:endParaRPr sz="1665" dirty="0"/>
          </a:p>
          <a:p>
            <a:pPr defTabSz="1450147">
              <a:spcBef>
                <a:spcPts val="507"/>
              </a:spcBef>
            </a:pPr>
            <a:endParaRPr sz="1665" dirty="0"/>
          </a:p>
          <a:p>
            <a:pPr marL="251762" defTabSz="1450147"/>
            <a:r>
              <a:rPr lang="en-US" sz="1665" dirty="0"/>
              <a:t>Output Feature Map</a:t>
            </a:r>
            <a:endParaRPr sz="1665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73AC410-14F9-4478-BE32-C2BE89CB4050}"/>
                  </a:ext>
                </a:extLst>
              </p14:cNvPr>
              <p14:cNvContentPartPr/>
              <p14:nvPr/>
            </p14:nvContentPartPr>
            <p14:xfrm>
              <a:off x="817560" y="1500480"/>
              <a:ext cx="7858440" cy="5116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73AC410-14F9-4478-BE32-C2BE89CB405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08200" y="1491120"/>
                <a:ext cx="7877160" cy="5135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45"/>
          <p:cNvSpPr txBox="1">
            <a:spLocks noGrp="1"/>
          </p:cNvSpPr>
          <p:nvPr>
            <p:ph type="title"/>
          </p:nvPr>
        </p:nvSpPr>
        <p:spPr>
          <a:xfrm>
            <a:off x="151137" y="301932"/>
            <a:ext cx="835447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b="1" dirty="0">
                <a:solidFill>
                  <a:srgbClr val="FFFFFF"/>
                </a:solidFill>
              </a:rPr>
              <a:t>C</a:t>
            </a:r>
            <a:r>
              <a:rPr lang="en-US" b="1" cap="small" dirty="0">
                <a:solidFill>
                  <a:srgbClr val="FFFFFF"/>
                </a:solidFill>
              </a:rPr>
              <a:t>onvolution</a:t>
            </a:r>
            <a:r>
              <a:rPr lang="en-US" b="1" dirty="0">
                <a:solidFill>
                  <a:srgbClr val="FFFFFF"/>
                </a:solidFill>
              </a:rPr>
              <a:t> O</a:t>
            </a:r>
            <a:r>
              <a:rPr lang="en-US" b="1" cap="small" dirty="0">
                <a:solidFill>
                  <a:srgbClr val="FFFFFF"/>
                </a:solidFill>
              </a:rPr>
              <a:t>peration</a:t>
            </a:r>
            <a:endParaRPr b="1" dirty="0"/>
          </a:p>
        </p:txBody>
      </p:sp>
      <p:sp>
        <p:nvSpPr>
          <p:cNvPr id="1021" name="Google Shape;1021;p45"/>
          <p:cNvSpPr txBox="1"/>
          <p:nvPr/>
        </p:nvSpPr>
        <p:spPr>
          <a:xfrm>
            <a:off x="1146806" y="1864647"/>
            <a:ext cx="1186303" cy="312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665"/>
              <a:t>stride </a:t>
            </a:r>
            <a:r>
              <a:rPr lang="en-US" sz="1665" i="1"/>
              <a:t>s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665"/>
              <a:t>1</a:t>
            </a:r>
            <a:endParaRPr sz="1665"/>
          </a:p>
        </p:txBody>
      </p:sp>
      <p:graphicFrame>
        <p:nvGraphicFramePr>
          <p:cNvPr id="1022" name="Google Shape;1022;p45"/>
          <p:cNvGraphicFramePr/>
          <p:nvPr>
            <p:extLst>
              <p:ext uri="{D42A27DB-BD31-4B8C-83A1-F6EECF244321}">
                <p14:modId xmlns:p14="http://schemas.microsoft.com/office/powerpoint/2010/main" val="47338192"/>
              </p:ext>
            </p:extLst>
          </p:nvPr>
        </p:nvGraphicFramePr>
        <p:xfrm>
          <a:off x="627833" y="2260521"/>
          <a:ext cx="2559918" cy="2664558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4266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6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66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66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66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66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409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09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 dirty="0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09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09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09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09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23" name="Google Shape;1023;p45"/>
          <p:cNvSpPr txBox="1"/>
          <p:nvPr/>
        </p:nvSpPr>
        <p:spPr>
          <a:xfrm>
            <a:off x="849646" y="4975843"/>
            <a:ext cx="1780462" cy="312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665"/>
              <a:t>Input Image 6 </a:t>
            </a:r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665"/>
              <a:t>6</a:t>
            </a:r>
            <a:endParaRPr sz="1665"/>
          </a:p>
        </p:txBody>
      </p:sp>
      <p:sp>
        <p:nvSpPr>
          <p:cNvPr id="1024" name="Google Shape;1024;p45"/>
          <p:cNvSpPr/>
          <p:nvPr/>
        </p:nvSpPr>
        <p:spPr>
          <a:xfrm>
            <a:off x="628190" y="2512232"/>
            <a:ext cx="743202" cy="856998"/>
          </a:xfrm>
          <a:custGeom>
            <a:avLst/>
            <a:gdLst/>
            <a:ahLst/>
            <a:cxnLst/>
            <a:rect l="l" t="t" r="r" b="b"/>
            <a:pathLst>
              <a:path w="468630" h="540385" extrusionOk="0">
                <a:moveTo>
                  <a:pt x="0" y="0"/>
                </a:moveTo>
                <a:lnTo>
                  <a:pt x="468007" y="540006"/>
                </a:lnTo>
              </a:path>
            </a:pathLst>
          </a:custGeom>
          <a:noFill/>
          <a:ln w="151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defTabSz="1450147"/>
            <a:endParaRPr sz="2220"/>
          </a:p>
        </p:txBody>
      </p:sp>
      <p:sp>
        <p:nvSpPr>
          <p:cNvPr id="1025" name="Google Shape;1025;p45"/>
          <p:cNvSpPr/>
          <p:nvPr/>
        </p:nvSpPr>
        <p:spPr>
          <a:xfrm>
            <a:off x="628190" y="3825377"/>
            <a:ext cx="743202" cy="856998"/>
          </a:xfrm>
          <a:custGeom>
            <a:avLst/>
            <a:gdLst/>
            <a:ahLst/>
            <a:cxnLst/>
            <a:rect l="l" t="t" r="r" b="b"/>
            <a:pathLst>
              <a:path w="468630" h="540385" extrusionOk="0">
                <a:moveTo>
                  <a:pt x="0" y="0"/>
                </a:moveTo>
                <a:lnTo>
                  <a:pt x="468007" y="540006"/>
                </a:lnTo>
              </a:path>
            </a:pathLst>
          </a:custGeom>
          <a:noFill/>
          <a:ln w="151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defTabSz="1450147"/>
            <a:endParaRPr sz="2220"/>
          </a:p>
        </p:txBody>
      </p:sp>
      <p:graphicFrame>
        <p:nvGraphicFramePr>
          <p:cNvPr id="1026" name="Google Shape;1026;p45"/>
          <p:cNvGraphicFramePr/>
          <p:nvPr/>
        </p:nvGraphicFramePr>
        <p:xfrm>
          <a:off x="3780701" y="2994217"/>
          <a:ext cx="1504506" cy="89421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01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5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5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807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07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07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27" name="Google Shape;1027;p45"/>
          <p:cNvSpPr txBox="1"/>
          <p:nvPr/>
        </p:nvSpPr>
        <p:spPr>
          <a:xfrm>
            <a:off x="4186018" y="3953136"/>
            <a:ext cx="702920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/>
              <a:t>Filter 1</a:t>
            </a:r>
            <a:endParaRPr sz="1665"/>
          </a:p>
        </p:txBody>
      </p:sp>
      <p:grpSp>
        <p:nvGrpSpPr>
          <p:cNvPr id="1028" name="Google Shape;1028;p45"/>
          <p:cNvGrpSpPr/>
          <p:nvPr/>
        </p:nvGrpSpPr>
        <p:grpSpPr>
          <a:xfrm>
            <a:off x="6223926" y="1900405"/>
            <a:ext cx="2169998" cy="457200"/>
            <a:chOff x="3924531" y="658561"/>
            <a:chExt cx="1368304" cy="288290"/>
          </a:xfrm>
        </p:grpSpPr>
        <p:sp>
          <p:nvSpPr>
            <p:cNvPr id="1029" name="Google Shape;1029;p45"/>
            <p:cNvSpPr/>
            <p:nvPr/>
          </p:nvSpPr>
          <p:spPr>
            <a:xfrm>
              <a:off x="3924531" y="658561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288004" y="0"/>
                  </a:moveTo>
                  <a:lnTo>
                    <a:pt x="0" y="0"/>
                  </a:lnTo>
                  <a:lnTo>
                    <a:pt x="0" y="288004"/>
                  </a:lnTo>
                  <a:lnTo>
                    <a:pt x="288004" y="288004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BFB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030" name="Google Shape;1030;p45"/>
            <p:cNvSpPr/>
            <p:nvPr/>
          </p:nvSpPr>
          <p:spPr>
            <a:xfrm>
              <a:off x="3924531" y="658561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0" y="288004"/>
                  </a:moveTo>
                  <a:lnTo>
                    <a:pt x="288004" y="288004"/>
                  </a:lnTo>
                  <a:lnTo>
                    <a:pt x="288004" y="0"/>
                  </a:lnTo>
                  <a:lnTo>
                    <a:pt x="0" y="0"/>
                  </a:lnTo>
                  <a:lnTo>
                    <a:pt x="0" y="288004"/>
                  </a:lnTo>
                  <a:close/>
                </a:path>
              </a:pathLst>
            </a:custGeom>
            <a:noFill/>
            <a:ln w="1517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031" name="Google Shape;1031;p45"/>
            <p:cNvSpPr/>
            <p:nvPr/>
          </p:nvSpPr>
          <p:spPr>
            <a:xfrm>
              <a:off x="4284536" y="658561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032" name="Google Shape;1032;p45"/>
            <p:cNvSpPr/>
            <p:nvPr/>
          </p:nvSpPr>
          <p:spPr>
            <a:xfrm>
              <a:off x="4284536" y="658561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033" name="Google Shape;1033;p45"/>
            <p:cNvSpPr/>
            <p:nvPr/>
          </p:nvSpPr>
          <p:spPr>
            <a:xfrm>
              <a:off x="4644540" y="658561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144002" y="0"/>
                  </a:moveTo>
                  <a:lnTo>
                    <a:pt x="98485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5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034" name="Google Shape;1034;p45"/>
            <p:cNvSpPr/>
            <p:nvPr/>
          </p:nvSpPr>
          <p:spPr>
            <a:xfrm>
              <a:off x="4644540" y="658561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5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5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035" name="Google Shape;1035;p45"/>
            <p:cNvSpPr/>
            <p:nvPr/>
          </p:nvSpPr>
          <p:spPr>
            <a:xfrm>
              <a:off x="5004545" y="658561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036" name="Google Shape;1036;p45"/>
            <p:cNvSpPr/>
            <p:nvPr/>
          </p:nvSpPr>
          <p:spPr>
            <a:xfrm>
              <a:off x="5004545" y="658561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sp>
        <p:nvSpPr>
          <p:cNvPr id="1037" name="Google Shape;1037;p45"/>
          <p:cNvSpPr txBox="1"/>
          <p:nvPr/>
        </p:nvSpPr>
        <p:spPr>
          <a:xfrm>
            <a:off x="6371918" y="1968263"/>
            <a:ext cx="1910220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 dirty="0"/>
              <a:t>3      -1      -3	    -1</a:t>
            </a:r>
            <a:endParaRPr sz="1665" dirty="0"/>
          </a:p>
        </p:txBody>
      </p:sp>
      <p:grpSp>
        <p:nvGrpSpPr>
          <p:cNvPr id="1038" name="Google Shape;1038;p45"/>
          <p:cNvGrpSpPr/>
          <p:nvPr/>
        </p:nvGrpSpPr>
        <p:grpSpPr>
          <a:xfrm>
            <a:off x="6223927" y="2471337"/>
            <a:ext cx="2169996" cy="1028133"/>
            <a:chOff x="3924531" y="1018565"/>
            <a:chExt cx="1368303" cy="648295"/>
          </a:xfrm>
        </p:grpSpPr>
        <p:sp>
          <p:nvSpPr>
            <p:cNvPr id="1039" name="Google Shape;1039;p45"/>
            <p:cNvSpPr/>
            <p:nvPr/>
          </p:nvSpPr>
          <p:spPr>
            <a:xfrm>
              <a:off x="3924531" y="1018565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040" name="Google Shape;1040;p45"/>
            <p:cNvSpPr/>
            <p:nvPr/>
          </p:nvSpPr>
          <p:spPr>
            <a:xfrm>
              <a:off x="3924531" y="1018565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041" name="Google Shape;1041;p45"/>
            <p:cNvSpPr/>
            <p:nvPr/>
          </p:nvSpPr>
          <p:spPr>
            <a:xfrm>
              <a:off x="4284535" y="1018565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042" name="Google Shape;1042;p45"/>
            <p:cNvSpPr/>
            <p:nvPr/>
          </p:nvSpPr>
          <p:spPr>
            <a:xfrm>
              <a:off x="4284535" y="1018565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043" name="Google Shape;1043;p45"/>
            <p:cNvSpPr/>
            <p:nvPr/>
          </p:nvSpPr>
          <p:spPr>
            <a:xfrm>
              <a:off x="4644540" y="1018565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144002" y="0"/>
                  </a:moveTo>
                  <a:lnTo>
                    <a:pt x="98485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5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044" name="Google Shape;1044;p45"/>
            <p:cNvSpPr/>
            <p:nvPr/>
          </p:nvSpPr>
          <p:spPr>
            <a:xfrm>
              <a:off x="4644540" y="1018565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5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5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045" name="Google Shape;1045;p45"/>
            <p:cNvSpPr/>
            <p:nvPr/>
          </p:nvSpPr>
          <p:spPr>
            <a:xfrm>
              <a:off x="5004544" y="1018565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046" name="Google Shape;1046;p45"/>
            <p:cNvSpPr/>
            <p:nvPr/>
          </p:nvSpPr>
          <p:spPr>
            <a:xfrm>
              <a:off x="5004544" y="1018565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047" name="Google Shape;1047;p45"/>
            <p:cNvSpPr/>
            <p:nvPr/>
          </p:nvSpPr>
          <p:spPr>
            <a:xfrm>
              <a:off x="3924531" y="137857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5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5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048" name="Google Shape;1048;p45"/>
            <p:cNvSpPr/>
            <p:nvPr/>
          </p:nvSpPr>
          <p:spPr>
            <a:xfrm>
              <a:off x="3924531" y="137857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5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5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049" name="Google Shape;1049;p45"/>
            <p:cNvSpPr/>
            <p:nvPr/>
          </p:nvSpPr>
          <p:spPr>
            <a:xfrm>
              <a:off x="4284535" y="137857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5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5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050" name="Google Shape;1050;p45"/>
            <p:cNvSpPr/>
            <p:nvPr/>
          </p:nvSpPr>
          <p:spPr>
            <a:xfrm>
              <a:off x="4284535" y="137857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5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5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051" name="Google Shape;1051;p45"/>
            <p:cNvSpPr/>
            <p:nvPr/>
          </p:nvSpPr>
          <p:spPr>
            <a:xfrm>
              <a:off x="4644540" y="137857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5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5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5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5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052" name="Google Shape;1052;p45"/>
            <p:cNvSpPr/>
            <p:nvPr/>
          </p:nvSpPr>
          <p:spPr>
            <a:xfrm>
              <a:off x="4644540" y="137857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5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5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5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5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053" name="Google Shape;1053;p45"/>
            <p:cNvSpPr/>
            <p:nvPr/>
          </p:nvSpPr>
          <p:spPr>
            <a:xfrm>
              <a:off x="5004544" y="137857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5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5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054" name="Google Shape;1054;p45"/>
            <p:cNvSpPr/>
            <p:nvPr/>
          </p:nvSpPr>
          <p:spPr>
            <a:xfrm>
              <a:off x="5004544" y="137857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5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5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sp>
        <p:nvSpPr>
          <p:cNvPr id="1055" name="Google Shape;1055;p45"/>
          <p:cNvSpPr txBox="1"/>
          <p:nvPr/>
        </p:nvSpPr>
        <p:spPr>
          <a:xfrm>
            <a:off x="6335844" y="2539199"/>
            <a:ext cx="1946855" cy="87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/>
              <a:t>-3      -1       0	    -3</a:t>
            </a:r>
            <a:endParaRPr sz="1665"/>
          </a:p>
          <a:p>
            <a:pPr defTabSz="1450147">
              <a:spcBef>
                <a:spcPts val="579"/>
              </a:spcBef>
            </a:pPr>
            <a:endParaRPr sz="1665"/>
          </a:p>
          <a:p>
            <a:pPr marL="20141" defTabSz="1450147"/>
            <a:r>
              <a:rPr lang="en-US" sz="1665"/>
              <a:t>-3       -2       0	     1</a:t>
            </a:r>
            <a:endParaRPr sz="1665"/>
          </a:p>
        </p:txBody>
      </p:sp>
      <p:grpSp>
        <p:nvGrpSpPr>
          <p:cNvPr id="1056" name="Google Shape;1056;p45"/>
          <p:cNvGrpSpPr/>
          <p:nvPr/>
        </p:nvGrpSpPr>
        <p:grpSpPr>
          <a:xfrm>
            <a:off x="6223926" y="3613201"/>
            <a:ext cx="2169998" cy="457200"/>
            <a:chOff x="3924531" y="1738574"/>
            <a:chExt cx="1368304" cy="288290"/>
          </a:xfrm>
        </p:grpSpPr>
        <p:sp>
          <p:nvSpPr>
            <p:cNvPr id="1057" name="Google Shape;1057;p45"/>
            <p:cNvSpPr/>
            <p:nvPr/>
          </p:nvSpPr>
          <p:spPr>
            <a:xfrm>
              <a:off x="3924531" y="1738574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0"/>
                  </a:moveTo>
                  <a:lnTo>
                    <a:pt x="0" y="0"/>
                  </a:lnTo>
                  <a:lnTo>
                    <a:pt x="0" y="288004"/>
                  </a:lnTo>
                  <a:lnTo>
                    <a:pt x="288004" y="288004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BFB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058" name="Google Shape;1058;p45"/>
            <p:cNvSpPr/>
            <p:nvPr/>
          </p:nvSpPr>
          <p:spPr>
            <a:xfrm>
              <a:off x="3924531" y="1738574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0" y="288004"/>
                  </a:moveTo>
                  <a:lnTo>
                    <a:pt x="288004" y="288004"/>
                  </a:lnTo>
                  <a:lnTo>
                    <a:pt x="288004" y="0"/>
                  </a:lnTo>
                  <a:lnTo>
                    <a:pt x="0" y="0"/>
                  </a:lnTo>
                  <a:lnTo>
                    <a:pt x="0" y="288004"/>
                  </a:lnTo>
                  <a:close/>
                </a:path>
              </a:pathLst>
            </a:custGeom>
            <a:noFill/>
            <a:ln w="1517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059" name="Google Shape;1059;p45"/>
            <p:cNvSpPr/>
            <p:nvPr/>
          </p:nvSpPr>
          <p:spPr>
            <a:xfrm>
              <a:off x="4284536" y="1738574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060" name="Google Shape;1060;p45"/>
            <p:cNvSpPr/>
            <p:nvPr/>
          </p:nvSpPr>
          <p:spPr>
            <a:xfrm>
              <a:off x="4284536" y="1738574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061" name="Google Shape;1061;p45"/>
            <p:cNvSpPr/>
            <p:nvPr/>
          </p:nvSpPr>
          <p:spPr>
            <a:xfrm>
              <a:off x="4644540" y="1738574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5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5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062" name="Google Shape;1062;p45"/>
            <p:cNvSpPr/>
            <p:nvPr/>
          </p:nvSpPr>
          <p:spPr>
            <a:xfrm>
              <a:off x="4644540" y="1738574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5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5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063" name="Google Shape;1063;p45"/>
            <p:cNvSpPr/>
            <p:nvPr/>
          </p:nvSpPr>
          <p:spPr>
            <a:xfrm>
              <a:off x="5004545" y="1738574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064" name="Google Shape;1064;p45"/>
            <p:cNvSpPr/>
            <p:nvPr/>
          </p:nvSpPr>
          <p:spPr>
            <a:xfrm>
              <a:off x="5004545" y="1738574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sp>
        <p:nvSpPr>
          <p:cNvPr id="1065" name="Google Shape;1065;p45"/>
          <p:cNvSpPr txBox="1"/>
          <p:nvPr/>
        </p:nvSpPr>
        <p:spPr>
          <a:xfrm>
            <a:off x="6318141" y="3681051"/>
            <a:ext cx="1973974" cy="87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73514" defTabSz="1450147"/>
            <a:r>
              <a:rPr lang="en-US" sz="1665"/>
              <a:t>3       -2      -2	-    1</a:t>
            </a:r>
            <a:endParaRPr sz="1665"/>
          </a:p>
          <a:p>
            <a:pPr defTabSz="1450147">
              <a:spcBef>
                <a:spcPts val="563"/>
              </a:spcBef>
            </a:pPr>
            <a:endParaRPr sz="1665"/>
          </a:p>
          <a:p>
            <a:pPr marL="20141" defTabSz="1450147">
              <a:spcBef>
                <a:spcPts val="8"/>
              </a:spcBef>
            </a:pPr>
            <a:r>
              <a:rPr lang="en-US" sz="1665"/>
              <a:t>Output Feature Map</a:t>
            </a:r>
            <a:endParaRPr sz="1665"/>
          </a:p>
        </p:txBody>
      </p:sp>
      <p:grpSp>
        <p:nvGrpSpPr>
          <p:cNvPr id="1066" name="Google Shape;1066;p45"/>
          <p:cNvGrpSpPr/>
          <p:nvPr/>
        </p:nvGrpSpPr>
        <p:grpSpPr>
          <a:xfrm>
            <a:off x="6025149" y="4893550"/>
            <a:ext cx="2639636" cy="466286"/>
            <a:chOff x="3799191" y="2545905"/>
            <a:chExt cx="1664437" cy="294019"/>
          </a:xfrm>
        </p:grpSpPr>
        <p:sp>
          <p:nvSpPr>
            <p:cNvPr id="1067" name="Google Shape;1067;p45"/>
            <p:cNvSpPr/>
            <p:nvPr/>
          </p:nvSpPr>
          <p:spPr>
            <a:xfrm>
              <a:off x="3799191" y="2545905"/>
              <a:ext cx="1614170" cy="82550"/>
            </a:xfrm>
            <a:custGeom>
              <a:avLst/>
              <a:gdLst/>
              <a:ahLst/>
              <a:cxnLst/>
              <a:rect l="l" t="t" r="r" b="b"/>
              <a:pathLst>
                <a:path w="1614170" h="82550" extrusionOk="0">
                  <a:moveTo>
                    <a:pt x="156283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1613635" y="82384"/>
                  </a:lnTo>
                  <a:lnTo>
                    <a:pt x="1613635" y="50800"/>
                  </a:lnTo>
                  <a:lnTo>
                    <a:pt x="1609627" y="31075"/>
                  </a:lnTo>
                  <a:lnTo>
                    <a:pt x="1598713" y="14922"/>
                  </a:lnTo>
                  <a:lnTo>
                    <a:pt x="1582560" y="4008"/>
                  </a:lnTo>
                  <a:lnTo>
                    <a:pt x="1562835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pic>
          <p:nvPicPr>
            <p:cNvPr id="1068" name="Google Shape;1068;p4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849992" y="2738323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9" name="Google Shape;1069;p4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900793" y="2725623"/>
              <a:ext cx="156283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0" name="Google Shape;1070;p4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412827" y="2596464"/>
              <a:ext cx="50800" cy="14185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1" name="Google Shape;1071;p45"/>
            <p:cNvSpPr/>
            <p:nvPr/>
          </p:nvSpPr>
          <p:spPr>
            <a:xfrm>
              <a:off x="3799191" y="2590329"/>
              <a:ext cx="1614170" cy="199390"/>
            </a:xfrm>
            <a:custGeom>
              <a:avLst/>
              <a:gdLst/>
              <a:ahLst/>
              <a:cxnLst/>
              <a:rect l="l" t="t" r="r" b="b"/>
              <a:pathLst>
                <a:path w="1614170" h="199389" extrusionOk="0">
                  <a:moveTo>
                    <a:pt x="1613635" y="0"/>
                  </a:moveTo>
                  <a:lnTo>
                    <a:pt x="0" y="0"/>
                  </a:lnTo>
                  <a:lnTo>
                    <a:pt x="0" y="147993"/>
                  </a:lnTo>
                  <a:lnTo>
                    <a:pt x="4008" y="167718"/>
                  </a:lnTo>
                  <a:lnTo>
                    <a:pt x="14922" y="183871"/>
                  </a:lnTo>
                  <a:lnTo>
                    <a:pt x="31075" y="194785"/>
                  </a:lnTo>
                  <a:lnTo>
                    <a:pt x="50800" y="198793"/>
                  </a:lnTo>
                  <a:lnTo>
                    <a:pt x="1562835" y="198793"/>
                  </a:lnTo>
                  <a:lnTo>
                    <a:pt x="1582560" y="194785"/>
                  </a:lnTo>
                  <a:lnTo>
                    <a:pt x="1598713" y="183871"/>
                  </a:lnTo>
                  <a:lnTo>
                    <a:pt x="1609627" y="167718"/>
                  </a:lnTo>
                  <a:lnTo>
                    <a:pt x="1613635" y="147993"/>
                  </a:lnTo>
                  <a:lnTo>
                    <a:pt x="1613635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072" name="Google Shape;1072;p45"/>
            <p:cNvSpPr/>
            <p:nvPr/>
          </p:nvSpPr>
          <p:spPr>
            <a:xfrm>
              <a:off x="5412827" y="2634566"/>
              <a:ext cx="0" cy="123189"/>
            </a:xfrm>
            <a:custGeom>
              <a:avLst/>
              <a:gdLst/>
              <a:ahLst/>
              <a:cxnLst/>
              <a:rect l="l" t="t" r="r" b="b"/>
              <a:pathLst>
                <a:path w="120000" h="123189" extrusionOk="0">
                  <a:moveTo>
                    <a:pt x="0" y="12280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073" name="Google Shape;1073;p45"/>
            <p:cNvSpPr/>
            <p:nvPr/>
          </p:nvSpPr>
          <p:spPr>
            <a:xfrm>
              <a:off x="5412827" y="26218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074" name="Google Shape;1074;p45"/>
            <p:cNvSpPr/>
            <p:nvPr/>
          </p:nvSpPr>
          <p:spPr>
            <a:xfrm>
              <a:off x="5412827" y="26091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075" name="Google Shape;1075;p45"/>
            <p:cNvSpPr/>
            <p:nvPr/>
          </p:nvSpPr>
          <p:spPr>
            <a:xfrm>
              <a:off x="5412827" y="25964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076" name="Google Shape;1076;p45"/>
            <p:cNvSpPr/>
            <p:nvPr/>
          </p:nvSpPr>
          <p:spPr>
            <a:xfrm>
              <a:off x="5412827" y="2577416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5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sp>
        <p:nvSpPr>
          <p:cNvPr id="1077" name="Google Shape;1077;p45"/>
          <p:cNvSpPr txBox="1"/>
          <p:nvPr/>
        </p:nvSpPr>
        <p:spPr>
          <a:xfrm>
            <a:off x="6085573" y="4925582"/>
            <a:ext cx="2181267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/>
              <a:t>Property 2 is satisfied.</a:t>
            </a:r>
            <a:endParaRPr sz="1665"/>
          </a:p>
        </p:txBody>
      </p:sp>
    </p:spTree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46"/>
          <p:cNvSpPr txBox="1"/>
          <p:nvPr/>
        </p:nvSpPr>
        <p:spPr>
          <a:xfrm>
            <a:off x="151137" y="236620"/>
            <a:ext cx="425679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 defTabSz="1450147"/>
            <a:r>
              <a:rPr lang="en-US" sz="2696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2696" cap="small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onvolution</a:t>
            </a:r>
            <a:r>
              <a:rPr lang="en-US" sz="2696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O</a:t>
            </a:r>
            <a:r>
              <a:rPr lang="en-US" sz="2696" cap="small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peration</a:t>
            </a:r>
            <a:endParaRPr sz="2696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46"/>
          <p:cNvSpPr txBox="1"/>
          <p:nvPr/>
        </p:nvSpPr>
        <p:spPr>
          <a:xfrm>
            <a:off x="1776372" y="1891495"/>
            <a:ext cx="1186303" cy="312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665"/>
              <a:t>stride </a:t>
            </a:r>
            <a:r>
              <a:rPr lang="en-US" sz="1665" i="1"/>
              <a:t>s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665"/>
              <a:t>1</a:t>
            </a:r>
            <a:endParaRPr sz="1665"/>
          </a:p>
        </p:txBody>
      </p:sp>
      <p:graphicFrame>
        <p:nvGraphicFramePr>
          <p:cNvPr id="1090" name="Google Shape;1090;p46"/>
          <p:cNvGraphicFramePr/>
          <p:nvPr/>
        </p:nvGraphicFramePr>
        <p:xfrm>
          <a:off x="1257401" y="2283361"/>
          <a:ext cx="2217570" cy="2664558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6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5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5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95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95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95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409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09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09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09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09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09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91" name="Google Shape;1091;p46"/>
          <p:cNvSpPr txBox="1"/>
          <p:nvPr/>
        </p:nvSpPr>
        <p:spPr>
          <a:xfrm>
            <a:off x="1479213" y="5002691"/>
            <a:ext cx="1780462" cy="312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665"/>
              <a:t>Input Image 6 </a:t>
            </a:r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665"/>
              <a:t>6</a:t>
            </a:r>
            <a:endParaRPr sz="1665"/>
          </a:p>
        </p:txBody>
      </p:sp>
      <p:sp>
        <p:nvSpPr>
          <p:cNvPr id="1092" name="Google Shape;1092;p46"/>
          <p:cNvSpPr txBox="1"/>
          <p:nvPr/>
        </p:nvSpPr>
        <p:spPr>
          <a:xfrm>
            <a:off x="5603357" y="1679503"/>
            <a:ext cx="702920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/>
              <a:t>Filter 1</a:t>
            </a:r>
            <a:endParaRPr sz="1665"/>
          </a:p>
        </p:txBody>
      </p:sp>
      <p:sp>
        <p:nvSpPr>
          <p:cNvPr id="1093" name="Google Shape;1093;p46"/>
          <p:cNvSpPr txBox="1"/>
          <p:nvPr/>
        </p:nvSpPr>
        <p:spPr>
          <a:xfrm>
            <a:off x="7140657" y="1679503"/>
            <a:ext cx="702920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/>
              <a:t>Filter 2</a:t>
            </a:r>
            <a:endParaRPr sz="1665"/>
          </a:p>
        </p:txBody>
      </p:sp>
      <p:graphicFrame>
        <p:nvGraphicFramePr>
          <p:cNvPr id="1094" name="Google Shape;1094;p46"/>
          <p:cNvGraphicFramePr/>
          <p:nvPr/>
        </p:nvGraphicFramePr>
        <p:xfrm>
          <a:off x="5198042" y="2003643"/>
          <a:ext cx="3005009" cy="89421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01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5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57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57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89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1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807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1587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5905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07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1587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5905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07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1587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5905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095" name="Google Shape;1095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06823" y="3149382"/>
            <a:ext cx="2379424" cy="23794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96" name="Google Shape;1096;p46"/>
          <p:cNvGrpSpPr/>
          <p:nvPr/>
        </p:nvGrpSpPr>
        <p:grpSpPr>
          <a:xfrm>
            <a:off x="7624794" y="3869090"/>
            <a:ext cx="1141993" cy="1141928"/>
            <a:chOff x="4807856" y="1899926"/>
            <a:chExt cx="720090" cy="720049"/>
          </a:xfrm>
        </p:grpSpPr>
        <p:sp>
          <p:nvSpPr>
            <p:cNvPr id="1097" name="Google Shape;1097;p46"/>
            <p:cNvSpPr/>
            <p:nvPr/>
          </p:nvSpPr>
          <p:spPr>
            <a:xfrm>
              <a:off x="4807856" y="1899926"/>
              <a:ext cx="720090" cy="360045"/>
            </a:xfrm>
            <a:custGeom>
              <a:avLst/>
              <a:gdLst/>
              <a:ahLst/>
              <a:cxnLst/>
              <a:rect l="l" t="t" r="r" b="b"/>
              <a:pathLst>
                <a:path w="720089" h="360044" extrusionOk="0">
                  <a:moveTo>
                    <a:pt x="72000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720008" y="360004"/>
                  </a:lnTo>
                  <a:lnTo>
                    <a:pt x="720008" y="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098" name="Google Shape;1098;p46"/>
            <p:cNvSpPr/>
            <p:nvPr/>
          </p:nvSpPr>
          <p:spPr>
            <a:xfrm>
              <a:off x="4807856" y="1899926"/>
              <a:ext cx="720090" cy="360045"/>
            </a:xfrm>
            <a:custGeom>
              <a:avLst/>
              <a:gdLst/>
              <a:ahLst/>
              <a:cxnLst/>
              <a:rect l="l" t="t" r="r" b="b"/>
              <a:pathLst>
                <a:path w="720089" h="360044" extrusionOk="0">
                  <a:moveTo>
                    <a:pt x="0" y="360004"/>
                  </a:moveTo>
                  <a:lnTo>
                    <a:pt x="720008" y="360004"/>
                  </a:lnTo>
                  <a:lnTo>
                    <a:pt x="72000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noFill/>
            <a:ln w="10100" cap="flat" cmpd="sng">
              <a:solidFill>
                <a:srgbClr val="00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099" name="Google Shape;1099;p46"/>
            <p:cNvSpPr/>
            <p:nvPr/>
          </p:nvSpPr>
          <p:spPr>
            <a:xfrm>
              <a:off x="4807856" y="2259930"/>
              <a:ext cx="720090" cy="360045"/>
            </a:xfrm>
            <a:custGeom>
              <a:avLst/>
              <a:gdLst/>
              <a:ahLst/>
              <a:cxnLst/>
              <a:rect l="l" t="t" r="r" b="b"/>
              <a:pathLst>
                <a:path w="720089" h="360044" extrusionOk="0">
                  <a:moveTo>
                    <a:pt x="72000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720008" y="360004"/>
                  </a:lnTo>
                  <a:lnTo>
                    <a:pt x="720008" y="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100" name="Google Shape;1100;p46"/>
            <p:cNvSpPr/>
            <p:nvPr/>
          </p:nvSpPr>
          <p:spPr>
            <a:xfrm>
              <a:off x="4807856" y="2259930"/>
              <a:ext cx="720090" cy="360045"/>
            </a:xfrm>
            <a:custGeom>
              <a:avLst/>
              <a:gdLst/>
              <a:ahLst/>
              <a:cxnLst/>
              <a:rect l="l" t="t" r="r" b="b"/>
              <a:pathLst>
                <a:path w="720089" h="360044" extrusionOk="0">
                  <a:moveTo>
                    <a:pt x="0" y="360004"/>
                  </a:moveTo>
                  <a:lnTo>
                    <a:pt x="720008" y="360004"/>
                  </a:lnTo>
                  <a:lnTo>
                    <a:pt x="72000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noFill/>
            <a:ln w="10100" cap="flat" cmpd="sng">
              <a:solidFill>
                <a:srgbClr val="00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graphicFrame>
        <p:nvGraphicFramePr>
          <p:cNvPr id="1101" name="Google Shape;1101;p46"/>
          <p:cNvGraphicFramePr/>
          <p:nvPr>
            <p:extLst>
              <p:ext uri="{D42A27DB-BD31-4B8C-83A1-F6EECF244321}">
                <p14:modId xmlns:p14="http://schemas.microsoft.com/office/powerpoint/2010/main" val="743972962"/>
              </p:ext>
            </p:extLst>
          </p:nvPr>
        </p:nvGraphicFramePr>
        <p:xfrm>
          <a:off x="4992544" y="3249807"/>
          <a:ext cx="3774448" cy="2256617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327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7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20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9974">
                <a:tc>
                  <a:txBody>
                    <a:bodyPr/>
                    <a:lstStyle/>
                    <a:p>
                      <a:pPr marL="53975" marR="0" lvl="0" indent="0" algn="l" rtl="0">
                        <a:lnSpc>
                          <a:spcPct val="10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58750" marR="0" lvl="0" indent="0" algn="l" rtl="0">
                        <a:lnSpc>
                          <a:spcPct val="10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5244" marR="0" lvl="0" indent="0" algn="l" rtl="0">
                        <a:lnSpc>
                          <a:spcPct val="1061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82880" marR="0" lvl="0" indent="0" algn="l" rtl="0">
                        <a:lnSpc>
                          <a:spcPct val="10761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5244" marR="0" lvl="0" indent="0" algn="l" rtl="0">
                        <a:lnSpc>
                          <a:spcPct val="10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-3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82880" marR="0" lvl="0" indent="0" algn="l" rtl="0">
                        <a:lnSpc>
                          <a:spcPct val="10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5244" marR="0" lvl="0" indent="0" algn="l" rtl="0">
                        <a:lnSpc>
                          <a:spcPct val="1061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82880" marR="0" lvl="0" indent="0" algn="l" rtl="0">
                        <a:lnSpc>
                          <a:spcPct val="10761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760">
                <a:tc>
                  <a:txBody>
                    <a:bodyPr/>
                    <a:lstStyle/>
                    <a:p>
                      <a:pPr marL="31750" marR="0" lvl="0" indent="0" algn="l" rtl="0">
                        <a:lnSpc>
                          <a:spcPct val="10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-3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58750" marR="0" lvl="0" indent="0" algn="l" rtl="0">
                        <a:lnSpc>
                          <a:spcPct val="10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5244" marR="0" lvl="0" indent="0" algn="l" rtl="0">
                        <a:lnSpc>
                          <a:spcPct val="1061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82880" marR="0" lvl="0" indent="0" algn="l" rtl="0">
                        <a:lnSpc>
                          <a:spcPct val="10761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82880" marR="0" lvl="0" indent="0" algn="l" rtl="0">
                        <a:lnSpc>
                          <a:spcPct val="10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-2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5244" marR="0" lvl="0" indent="0" algn="l" rtl="0">
                        <a:lnSpc>
                          <a:spcPct val="10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-3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82880" marR="0" lvl="0" indent="0" algn="l" rtl="0">
                        <a:lnSpc>
                          <a:spcPct val="10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Feature</a:t>
                      </a:r>
                      <a:endParaRPr sz="17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8396" marB="0"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335">
                <a:tc>
                  <a:txBody>
                    <a:bodyPr/>
                    <a:lstStyle/>
                    <a:p>
                      <a:pPr marL="31750" marR="0" lvl="0" indent="0" algn="l" rtl="0">
                        <a:lnSpc>
                          <a:spcPct val="10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-3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58750" marR="0" lvl="0" indent="0" algn="l" rtl="0">
                        <a:lnSpc>
                          <a:spcPct val="10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4326" marB="0"/>
                </a:tc>
                <a:tc>
                  <a:txBody>
                    <a:bodyPr/>
                    <a:lstStyle/>
                    <a:p>
                      <a:pPr marL="55244" marR="0" lvl="0" indent="0" algn="l" rtl="0">
                        <a:lnSpc>
                          <a:spcPct val="10761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-2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82880" marR="0" lvl="0" indent="0" algn="l" rtl="0">
                        <a:lnSpc>
                          <a:spcPct val="10761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6308" marB="0"/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82880" marR="0" lvl="0" indent="0" algn="l" rtl="0">
                        <a:lnSpc>
                          <a:spcPct val="10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-2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4326" marB="0"/>
                </a:tc>
                <a:tc>
                  <a:txBody>
                    <a:bodyPr/>
                    <a:lstStyle/>
                    <a:p>
                      <a:pPr marL="0" marR="363220" lvl="0" indent="0" algn="ctr" rtl="0">
                        <a:lnSpc>
                          <a:spcPct val="10761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108585" lvl="0" indent="0" algn="ctr" rtl="0">
                        <a:lnSpc>
                          <a:spcPct val="10761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6308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Maps</a:t>
                      </a:r>
                      <a:endParaRPr sz="17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27577" marB="0"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760">
                <a:tc>
                  <a:txBody>
                    <a:bodyPr/>
                    <a:lstStyle/>
                    <a:p>
                      <a:pPr marL="53975" marR="0" lvl="0" indent="0" algn="l" rtl="0">
                        <a:lnSpc>
                          <a:spcPct val="10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58750" marR="0" lvl="0" indent="0" algn="l" rtl="0">
                        <a:lnSpc>
                          <a:spcPct val="10761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5244" marR="0" lvl="0" indent="0" algn="l" rtl="0">
                        <a:lnSpc>
                          <a:spcPct val="10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-2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205104" marR="0" lvl="0" indent="0" algn="l" rtl="0">
                        <a:lnSpc>
                          <a:spcPct val="10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5244" marR="0" lvl="0" indent="0" algn="l" rtl="0">
                        <a:lnSpc>
                          <a:spcPct val="1061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-2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82880" marR="0" lvl="0" indent="0" algn="l" rtl="0">
                        <a:lnSpc>
                          <a:spcPct val="10761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-4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363220" lvl="0" indent="0" algn="ctr" rtl="0">
                        <a:lnSpc>
                          <a:spcPct val="10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108585" lvl="0" indent="0" algn="ctr" rtl="0">
                        <a:lnSpc>
                          <a:spcPct val="10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47"/>
          <p:cNvSpPr txBox="1">
            <a:spLocks noGrp="1"/>
          </p:cNvSpPr>
          <p:nvPr>
            <p:ph type="title"/>
          </p:nvPr>
        </p:nvSpPr>
        <p:spPr>
          <a:xfrm>
            <a:off x="151137" y="236618"/>
            <a:ext cx="7061426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b="1" dirty="0">
                <a:solidFill>
                  <a:srgbClr val="FFFFFF"/>
                </a:solidFill>
              </a:rPr>
              <a:t>W</a:t>
            </a:r>
            <a:r>
              <a:rPr lang="en-US" b="1" cap="small" dirty="0">
                <a:solidFill>
                  <a:srgbClr val="FFFFFF"/>
                </a:solidFill>
              </a:rPr>
              <a:t>hat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cap="small" dirty="0">
                <a:solidFill>
                  <a:srgbClr val="FFFFFF"/>
                </a:solidFill>
              </a:rPr>
              <a:t>is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cap="small" dirty="0">
                <a:solidFill>
                  <a:srgbClr val="FFFFFF"/>
                </a:solidFill>
              </a:rPr>
              <a:t>a</a:t>
            </a:r>
            <a:r>
              <a:rPr lang="en-US" b="1" dirty="0">
                <a:solidFill>
                  <a:srgbClr val="FFFFFF"/>
                </a:solidFill>
              </a:rPr>
              <a:t> F</a:t>
            </a:r>
            <a:r>
              <a:rPr lang="en-US" b="1" cap="small" dirty="0">
                <a:solidFill>
                  <a:srgbClr val="FFFFFF"/>
                </a:solidFill>
              </a:rPr>
              <a:t>eature</a:t>
            </a:r>
            <a:r>
              <a:rPr lang="en-US" b="1" dirty="0">
                <a:solidFill>
                  <a:srgbClr val="FFFFFF"/>
                </a:solidFill>
              </a:rPr>
              <a:t> M</a:t>
            </a:r>
            <a:r>
              <a:rPr lang="en-US" b="1" cap="small" dirty="0">
                <a:solidFill>
                  <a:srgbClr val="FFFFFF"/>
                </a:solidFill>
              </a:rPr>
              <a:t>ap</a:t>
            </a:r>
            <a:r>
              <a:rPr lang="en-US" b="1" dirty="0">
                <a:solidFill>
                  <a:srgbClr val="FFFFFF"/>
                </a:solidFill>
              </a:rPr>
              <a:t>?</a:t>
            </a:r>
            <a:endParaRPr b="1" dirty="0"/>
          </a:p>
        </p:txBody>
      </p:sp>
      <p:pic>
        <p:nvPicPr>
          <p:cNvPr id="1119" name="Google Shape;1119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976" y="1028814"/>
            <a:ext cx="8417114" cy="4812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48"/>
          <p:cNvSpPr txBox="1">
            <a:spLocks noGrp="1"/>
          </p:cNvSpPr>
          <p:nvPr>
            <p:ph type="title"/>
          </p:nvPr>
        </p:nvSpPr>
        <p:spPr>
          <a:xfrm>
            <a:off x="151137" y="329923"/>
            <a:ext cx="835447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b="1" dirty="0">
                <a:solidFill>
                  <a:srgbClr val="FFFFFF"/>
                </a:solidFill>
              </a:rPr>
              <a:t>F</a:t>
            </a:r>
            <a:r>
              <a:rPr lang="en-US" b="1" cap="small" dirty="0">
                <a:solidFill>
                  <a:srgbClr val="FFFFFF"/>
                </a:solidFill>
              </a:rPr>
              <a:t>eature</a:t>
            </a:r>
            <a:r>
              <a:rPr lang="en-US" b="1" dirty="0">
                <a:solidFill>
                  <a:srgbClr val="FFFFFF"/>
                </a:solidFill>
              </a:rPr>
              <a:t> M</a:t>
            </a:r>
            <a:r>
              <a:rPr lang="en-US" b="1" cap="small" dirty="0">
                <a:solidFill>
                  <a:srgbClr val="FFFFFF"/>
                </a:solidFill>
              </a:rPr>
              <a:t>aps</a:t>
            </a:r>
            <a:r>
              <a:rPr lang="en-US" b="1" dirty="0">
                <a:solidFill>
                  <a:srgbClr val="FFFFFF"/>
                </a:solidFill>
              </a:rPr>
              <a:t>: V</a:t>
            </a:r>
            <a:r>
              <a:rPr lang="en-US" b="1" cap="small" dirty="0">
                <a:solidFill>
                  <a:srgbClr val="FFFFFF"/>
                </a:solidFill>
              </a:rPr>
              <a:t>isual</a:t>
            </a:r>
            <a:r>
              <a:rPr lang="en-US" b="1" dirty="0">
                <a:solidFill>
                  <a:srgbClr val="FFFFFF"/>
                </a:solidFill>
              </a:rPr>
              <a:t> E</a:t>
            </a:r>
            <a:r>
              <a:rPr lang="en-US" b="1" cap="small" dirty="0">
                <a:solidFill>
                  <a:srgbClr val="FFFFFF"/>
                </a:solidFill>
              </a:rPr>
              <a:t>xample</a:t>
            </a:r>
            <a:endParaRPr b="1" dirty="0"/>
          </a:p>
        </p:txBody>
      </p:sp>
      <p:pic>
        <p:nvPicPr>
          <p:cNvPr id="1131" name="Google Shape;1131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040" y="1082351"/>
            <a:ext cx="8435649" cy="5113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49"/>
          <p:cNvSpPr txBox="1">
            <a:spLocks noGrp="1"/>
          </p:cNvSpPr>
          <p:nvPr>
            <p:ph type="title"/>
          </p:nvPr>
        </p:nvSpPr>
        <p:spPr>
          <a:xfrm>
            <a:off x="151137" y="357915"/>
            <a:ext cx="835447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b="1" dirty="0">
                <a:solidFill>
                  <a:srgbClr val="FFFFFF"/>
                </a:solidFill>
              </a:rPr>
              <a:t>M</a:t>
            </a:r>
            <a:r>
              <a:rPr lang="en-US" b="1" cap="small" dirty="0">
                <a:solidFill>
                  <a:srgbClr val="FFFFFF"/>
                </a:solidFill>
              </a:rPr>
              <a:t>ultiple</a:t>
            </a:r>
            <a:r>
              <a:rPr lang="en-US" b="1" dirty="0">
                <a:solidFill>
                  <a:srgbClr val="FFFFFF"/>
                </a:solidFill>
              </a:rPr>
              <a:t> F</a:t>
            </a:r>
            <a:r>
              <a:rPr lang="en-US" b="1" cap="small" dirty="0">
                <a:solidFill>
                  <a:srgbClr val="FFFFFF"/>
                </a:solidFill>
              </a:rPr>
              <a:t>eature</a:t>
            </a:r>
            <a:r>
              <a:rPr lang="en-US" b="1" dirty="0">
                <a:solidFill>
                  <a:srgbClr val="FFFFFF"/>
                </a:solidFill>
              </a:rPr>
              <a:t> M</a:t>
            </a:r>
            <a:r>
              <a:rPr lang="en-US" b="1" cap="small" dirty="0">
                <a:solidFill>
                  <a:srgbClr val="FFFFFF"/>
                </a:solidFill>
              </a:rPr>
              <a:t>aps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cap="small" dirty="0">
                <a:solidFill>
                  <a:srgbClr val="FFFFFF"/>
                </a:solidFill>
              </a:rPr>
              <a:t>in</a:t>
            </a:r>
            <a:r>
              <a:rPr lang="en-US" b="1" dirty="0">
                <a:solidFill>
                  <a:srgbClr val="FFFFFF"/>
                </a:solidFill>
              </a:rPr>
              <a:t> CNN</a:t>
            </a:r>
            <a:r>
              <a:rPr lang="en-US" b="1" cap="small" dirty="0">
                <a:solidFill>
                  <a:srgbClr val="FFFFFF"/>
                </a:solidFill>
              </a:rPr>
              <a:t>s</a:t>
            </a:r>
            <a:endParaRPr b="1" dirty="0"/>
          </a:p>
        </p:txBody>
      </p:sp>
      <p:grpSp>
        <p:nvGrpSpPr>
          <p:cNvPr id="1137" name="Google Shape;1137;p49"/>
          <p:cNvGrpSpPr/>
          <p:nvPr/>
        </p:nvGrpSpPr>
        <p:grpSpPr>
          <a:xfrm>
            <a:off x="2273493" y="2481551"/>
            <a:ext cx="1028196" cy="1028196"/>
            <a:chOff x="1433563" y="1025005"/>
            <a:chExt cx="648335" cy="648335"/>
          </a:xfrm>
        </p:grpSpPr>
        <p:sp>
          <p:nvSpPr>
            <p:cNvPr id="1138" name="Google Shape;1138;p49"/>
            <p:cNvSpPr/>
            <p:nvPr/>
          </p:nvSpPr>
          <p:spPr>
            <a:xfrm>
              <a:off x="1433563" y="1025005"/>
              <a:ext cx="648335" cy="648335"/>
            </a:xfrm>
            <a:custGeom>
              <a:avLst/>
              <a:gdLst/>
              <a:ahLst/>
              <a:cxnLst/>
              <a:rect l="l" t="t" r="r" b="b"/>
              <a:pathLst>
                <a:path w="648335" h="648335" extrusionOk="0">
                  <a:moveTo>
                    <a:pt x="0" y="648003"/>
                  </a:moveTo>
                  <a:lnTo>
                    <a:pt x="0" y="0"/>
                  </a:lnTo>
                  <a:lnTo>
                    <a:pt x="648003" y="0"/>
                  </a:lnTo>
                  <a:lnTo>
                    <a:pt x="648003" y="648003"/>
                  </a:lnTo>
                  <a:lnTo>
                    <a:pt x="0" y="648003"/>
                  </a:ln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139" name="Google Shape;1139;p49"/>
            <p:cNvSpPr/>
            <p:nvPr/>
          </p:nvSpPr>
          <p:spPr>
            <a:xfrm>
              <a:off x="1433563" y="1025005"/>
              <a:ext cx="648335" cy="648335"/>
            </a:xfrm>
            <a:custGeom>
              <a:avLst/>
              <a:gdLst/>
              <a:ahLst/>
              <a:cxnLst/>
              <a:rect l="l" t="t" r="r" b="b"/>
              <a:pathLst>
                <a:path w="648335" h="648335" extrusionOk="0">
                  <a:moveTo>
                    <a:pt x="0" y="648003"/>
                  </a:moveTo>
                  <a:lnTo>
                    <a:pt x="0" y="0"/>
                  </a:lnTo>
                  <a:lnTo>
                    <a:pt x="648003" y="0"/>
                  </a:lnTo>
                  <a:lnTo>
                    <a:pt x="648003" y="648003"/>
                  </a:lnTo>
                  <a:lnTo>
                    <a:pt x="0" y="648003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sp>
        <p:nvSpPr>
          <p:cNvPr id="1140" name="Google Shape;1140;p49"/>
          <p:cNvSpPr txBox="1"/>
          <p:nvPr/>
        </p:nvSpPr>
        <p:spPr>
          <a:xfrm>
            <a:off x="2171660" y="3533600"/>
            <a:ext cx="1231620" cy="602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algn="ctr" defTabSz="1450147">
              <a:lnSpc>
                <a:spcPct val="103809"/>
              </a:lnSpc>
            </a:pPr>
            <a:r>
              <a:rPr lang="en-US" sz="1665"/>
              <a:t>Input</a:t>
            </a:r>
            <a:endParaRPr sz="1665"/>
          </a:p>
          <a:p>
            <a:pPr algn="ctr" defTabSz="1450147">
              <a:lnSpc>
                <a:spcPct val="105833"/>
              </a:lnSpc>
            </a:pPr>
            <a:r>
              <a:rPr lang="en-US" sz="1665"/>
              <a:t>32 </a:t>
            </a:r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665"/>
              <a:t>32 </a:t>
            </a:r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665"/>
              <a:t>3</a:t>
            </a:r>
            <a:endParaRPr sz="1665"/>
          </a:p>
        </p:txBody>
      </p:sp>
      <p:grpSp>
        <p:nvGrpSpPr>
          <p:cNvPr id="1141" name="Google Shape;1141;p49"/>
          <p:cNvGrpSpPr/>
          <p:nvPr/>
        </p:nvGrpSpPr>
        <p:grpSpPr>
          <a:xfrm>
            <a:off x="3814998" y="2532928"/>
            <a:ext cx="720187" cy="720187"/>
            <a:chOff x="2405568" y="1057402"/>
            <a:chExt cx="454118" cy="454118"/>
          </a:xfrm>
        </p:grpSpPr>
        <p:sp>
          <p:nvSpPr>
            <p:cNvPr id="1142" name="Google Shape;1142;p49"/>
            <p:cNvSpPr/>
            <p:nvPr/>
          </p:nvSpPr>
          <p:spPr>
            <a:xfrm>
              <a:off x="2405568" y="1251805"/>
              <a:ext cx="259715" cy="259715"/>
            </a:xfrm>
            <a:custGeom>
              <a:avLst/>
              <a:gdLst/>
              <a:ahLst/>
              <a:cxnLst/>
              <a:rect l="l" t="t" r="r" b="b"/>
              <a:pathLst>
                <a:path w="259714" h="259715" extrusionOk="0">
                  <a:moveTo>
                    <a:pt x="0" y="259202"/>
                  </a:moveTo>
                  <a:lnTo>
                    <a:pt x="0" y="0"/>
                  </a:lnTo>
                  <a:lnTo>
                    <a:pt x="259202" y="0"/>
                  </a:lnTo>
                  <a:lnTo>
                    <a:pt x="259202" y="259202"/>
                  </a:lnTo>
                  <a:lnTo>
                    <a:pt x="0" y="259202"/>
                  </a:lnTo>
                  <a:close/>
                </a:path>
              </a:pathLst>
            </a:custGeom>
            <a:solidFill>
              <a:srgbClr val="FFB2B2">
                <a:alpha val="6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143" name="Google Shape;1143;p49"/>
            <p:cNvSpPr/>
            <p:nvPr/>
          </p:nvSpPr>
          <p:spPr>
            <a:xfrm>
              <a:off x="2405568" y="1251805"/>
              <a:ext cx="259715" cy="259715"/>
            </a:xfrm>
            <a:custGeom>
              <a:avLst/>
              <a:gdLst/>
              <a:ahLst/>
              <a:cxnLst/>
              <a:rect l="l" t="t" r="r" b="b"/>
              <a:pathLst>
                <a:path w="259714" h="259715" extrusionOk="0">
                  <a:moveTo>
                    <a:pt x="0" y="259202"/>
                  </a:moveTo>
                  <a:lnTo>
                    <a:pt x="0" y="0"/>
                  </a:lnTo>
                  <a:lnTo>
                    <a:pt x="259202" y="0"/>
                  </a:lnTo>
                  <a:lnTo>
                    <a:pt x="259202" y="259202"/>
                  </a:lnTo>
                  <a:lnTo>
                    <a:pt x="0" y="259202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144" name="Google Shape;1144;p49"/>
            <p:cNvSpPr/>
            <p:nvPr/>
          </p:nvSpPr>
          <p:spPr>
            <a:xfrm>
              <a:off x="2502769" y="1154604"/>
              <a:ext cx="259715" cy="259715"/>
            </a:xfrm>
            <a:custGeom>
              <a:avLst/>
              <a:gdLst/>
              <a:ahLst/>
              <a:cxnLst/>
              <a:rect l="l" t="t" r="r" b="b"/>
              <a:pathLst>
                <a:path w="259714" h="259715" extrusionOk="0">
                  <a:moveTo>
                    <a:pt x="0" y="259202"/>
                  </a:moveTo>
                  <a:lnTo>
                    <a:pt x="0" y="0"/>
                  </a:lnTo>
                  <a:lnTo>
                    <a:pt x="259202" y="0"/>
                  </a:lnTo>
                  <a:lnTo>
                    <a:pt x="259202" y="259202"/>
                  </a:lnTo>
                  <a:lnTo>
                    <a:pt x="0" y="259202"/>
                  </a:lnTo>
                  <a:close/>
                </a:path>
              </a:pathLst>
            </a:custGeom>
            <a:solidFill>
              <a:srgbClr val="FFB2B2">
                <a:alpha val="6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145" name="Google Shape;1145;p49"/>
            <p:cNvSpPr/>
            <p:nvPr/>
          </p:nvSpPr>
          <p:spPr>
            <a:xfrm>
              <a:off x="2502769" y="1154604"/>
              <a:ext cx="259715" cy="259715"/>
            </a:xfrm>
            <a:custGeom>
              <a:avLst/>
              <a:gdLst/>
              <a:ahLst/>
              <a:cxnLst/>
              <a:rect l="l" t="t" r="r" b="b"/>
              <a:pathLst>
                <a:path w="259714" h="259715" extrusionOk="0">
                  <a:moveTo>
                    <a:pt x="0" y="259202"/>
                  </a:moveTo>
                  <a:lnTo>
                    <a:pt x="0" y="0"/>
                  </a:lnTo>
                  <a:lnTo>
                    <a:pt x="259202" y="0"/>
                  </a:lnTo>
                  <a:lnTo>
                    <a:pt x="259202" y="259202"/>
                  </a:lnTo>
                  <a:lnTo>
                    <a:pt x="0" y="259202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146" name="Google Shape;1146;p49"/>
            <p:cNvSpPr/>
            <p:nvPr/>
          </p:nvSpPr>
          <p:spPr>
            <a:xfrm>
              <a:off x="2599971" y="1057402"/>
              <a:ext cx="259715" cy="259715"/>
            </a:xfrm>
            <a:custGeom>
              <a:avLst/>
              <a:gdLst/>
              <a:ahLst/>
              <a:cxnLst/>
              <a:rect l="l" t="t" r="r" b="b"/>
              <a:pathLst>
                <a:path w="259714" h="259715" extrusionOk="0">
                  <a:moveTo>
                    <a:pt x="0" y="259202"/>
                  </a:moveTo>
                  <a:lnTo>
                    <a:pt x="0" y="0"/>
                  </a:lnTo>
                  <a:lnTo>
                    <a:pt x="259202" y="0"/>
                  </a:lnTo>
                  <a:lnTo>
                    <a:pt x="259202" y="259202"/>
                  </a:lnTo>
                  <a:lnTo>
                    <a:pt x="0" y="259202"/>
                  </a:lnTo>
                  <a:close/>
                </a:path>
              </a:pathLst>
            </a:custGeom>
            <a:solidFill>
              <a:srgbClr val="FFB2B2">
                <a:alpha val="6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147" name="Google Shape;1147;p49"/>
            <p:cNvSpPr/>
            <p:nvPr/>
          </p:nvSpPr>
          <p:spPr>
            <a:xfrm>
              <a:off x="2599971" y="1057402"/>
              <a:ext cx="259715" cy="259715"/>
            </a:xfrm>
            <a:custGeom>
              <a:avLst/>
              <a:gdLst/>
              <a:ahLst/>
              <a:cxnLst/>
              <a:rect l="l" t="t" r="r" b="b"/>
              <a:pathLst>
                <a:path w="259714" h="259715" extrusionOk="0">
                  <a:moveTo>
                    <a:pt x="0" y="259202"/>
                  </a:moveTo>
                  <a:lnTo>
                    <a:pt x="0" y="0"/>
                  </a:lnTo>
                  <a:lnTo>
                    <a:pt x="259202" y="0"/>
                  </a:lnTo>
                  <a:lnTo>
                    <a:pt x="259202" y="259202"/>
                  </a:lnTo>
                  <a:lnTo>
                    <a:pt x="0" y="259202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sp>
        <p:nvSpPr>
          <p:cNvPr id="1148" name="Google Shape;1148;p49"/>
          <p:cNvSpPr txBox="1"/>
          <p:nvPr/>
        </p:nvSpPr>
        <p:spPr>
          <a:xfrm>
            <a:off x="550776" y="1602202"/>
            <a:ext cx="4560922" cy="784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8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Single Convolutional Layer with Multiple Filters:</a:t>
            </a:r>
            <a:endParaRPr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529706" algn="r" defTabSz="1450147">
              <a:spcBef>
                <a:spcPts val="1641"/>
              </a:spcBef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64 Filters</a:t>
            </a:r>
            <a:endParaRPr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49" name="Google Shape;1149;p49"/>
          <p:cNvSpPr txBox="1"/>
          <p:nvPr/>
        </p:nvSpPr>
        <p:spPr>
          <a:xfrm>
            <a:off x="3835505" y="2235542"/>
            <a:ext cx="576032" cy="312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665"/>
              <a:t>3 </a:t>
            </a:r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665"/>
              <a:t>3</a:t>
            </a:r>
            <a:endParaRPr sz="1665"/>
          </a:p>
        </p:txBody>
      </p:sp>
      <p:grpSp>
        <p:nvGrpSpPr>
          <p:cNvPr id="1150" name="Google Shape;1150;p49"/>
          <p:cNvGrpSpPr/>
          <p:nvPr/>
        </p:nvGrpSpPr>
        <p:grpSpPr>
          <a:xfrm>
            <a:off x="5356505" y="2507251"/>
            <a:ext cx="1002614" cy="1002614"/>
            <a:chOff x="3377574" y="1041211"/>
            <a:chExt cx="632204" cy="632204"/>
          </a:xfrm>
        </p:grpSpPr>
        <p:sp>
          <p:nvSpPr>
            <p:cNvPr id="1151" name="Google Shape;1151;p49"/>
            <p:cNvSpPr/>
            <p:nvPr/>
          </p:nvSpPr>
          <p:spPr>
            <a:xfrm>
              <a:off x="3377574" y="1187006"/>
              <a:ext cx="486409" cy="486409"/>
            </a:xfrm>
            <a:custGeom>
              <a:avLst/>
              <a:gdLst/>
              <a:ahLst/>
              <a:cxnLst/>
              <a:rect l="l" t="t" r="r" b="b"/>
              <a:pathLst>
                <a:path w="486410" h="486410" extrusionOk="0">
                  <a:moveTo>
                    <a:pt x="0" y="486002"/>
                  </a:moveTo>
                  <a:lnTo>
                    <a:pt x="0" y="0"/>
                  </a:lnTo>
                  <a:lnTo>
                    <a:pt x="486002" y="0"/>
                  </a:lnTo>
                  <a:lnTo>
                    <a:pt x="486002" y="486002"/>
                  </a:lnTo>
                  <a:lnTo>
                    <a:pt x="0" y="486002"/>
                  </a:lnTo>
                  <a:close/>
                </a:path>
              </a:pathLst>
            </a:custGeom>
            <a:solidFill>
              <a:srgbClr val="CCFFCC">
                <a:alpha val="7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152" name="Google Shape;1152;p49"/>
            <p:cNvSpPr/>
            <p:nvPr/>
          </p:nvSpPr>
          <p:spPr>
            <a:xfrm>
              <a:off x="3377574" y="1187006"/>
              <a:ext cx="486409" cy="486409"/>
            </a:xfrm>
            <a:custGeom>
              <a:avLst/>
              <a:gdLst/>
              <a:ahLst/>
              <a:cxnLst/>
              <a:rect l="l" t="t" r="r" b="b"/>
              <a:pathLst>
                <a:path w="486410" h="486410" extrusionOk="0">
                  <a:moveTo>
                    <a:pt x="0" y="486002"/>
                  </a:moveTo>
                  <a:lnTo>
                    <a:pt x="0" y="0"/>
                  </a:lnTo>
                  <a:lnTo>
                    <a:pt x="486002" y="0"/>
                  </a:lnTo>
                  <a:lnTo>
                    <a:pt x="486002" y="486002"/>
                  </a:lnTo>
                  <a:lnTo>
                    <a:pt x="0" y="486002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153" name="Google Shape;1153;p49"/>
            <p:cNvSpPr/>
            <p:nvPr/>
          </p:nvSpPr>
          <p:spPr>
            <a:xfrm>
              <a:off x="3426172" y="1138408"/>
              <a:ext cx="486409" cy="486409"/>
            </a:xfrm>
            <a:custGeom>
              <a:avLst/>
              <a:gdLst/>
              <a:ahLst/>
              <a:cxnLst/>
              <a:rect l="l" t="t" r="r" b="b"/>
              <a:pathLst>
                <a:path w="486410" h="486409" extrusionOk="0">
                  <a:moveTo>
                    <a:pt x="0" y="486002"/>
                  </a:moveTo>
                  <a:lnTo>
                    <a:pt x="0" y="0"/>
                  </a:lnTo>
                  <a:lnTo>
                    <a:pt x="486002" y="0"/>
                  </a:lnTo>
                  <a:lnTo>
                    <a:pt x="486002" y="486002"/>
                  </a:lnTo>
                  <a:lnTo>
                    <a:pt x="0" y="486002"/>
                  </a:lnTo>
                  <a:close/>
                </a:path>
              </a:pathLst>
            </a:custGeom>
            <a:solidFill>
              <a:srgbClr val="CCFFCC">
                <a:alpha val="7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154" name="Google Shape;1154;p49"/>
            <p:cNvSpPr/>
            <p:nvPr/>
          </p:nvSpPr>
          <p:spPr>
            <a:xfrm>
              <a:off x="3426172" y="1138408"/>
              <a:ext cx="486409" cy="486409"/>
            </a:xfrm>
            <a:custGeom>
              <a:avLst/>
              <a:gdLst/>
              <a:ahLst/>
              <a:cxnLst/>
              <a:rect l="l" t="t" r="r" b="b"/>
              <a:pathLst>
                <a:path w="486410" h="486409" extrusionOk="0">
                  <a:moveTo>
                    <a:pt x="0" y="486002"/>
                  </a:moveTo>
                  <a:lnTo>
                    <a:pt x="0" y="0"/>
                  </a:lnTo>
                  <a:lnTo>
                    <a:pt x="486002" y="0"/>
                  </a:lnTo>
                  <a:lnTo>
                    <a:pt x="486002" y="486002"/>
                  </a:lnTo>
                  <a:lnTo>
                    <a:pt x="0" y="486002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155" name="Google Shape;1155;p49"/>
            <p:cNvSpPr/>
            <p:nvPr/>
          </p:nvSpPr>
          <p:spPr>
            <a:xfrm>
              <a:off x="3474770" y="1089809"/>
              <a:ext cx="486409" cy="486409"/>
            </a:xfrm>
            <a:custGeom>
              <a:avLst/>
              <a:gdLst/>
              <a:ahLst/>
              <a:cxnLst/>
              <a:rect l="l" t="t" r="r" b="b"/>
              <a:pathLst>
                <a:path w="486410" h="486409" extrusionOk="0">
                  <a:moveTo>
                    <a:pt x="0" y="486002"/>
                  </a:moveTo>
                  <a:lnTo>
                    <a:pt x="0" y="0"/>
                  </a:lnTo>
                  <a:lnTo>
                    <a:pt x="486002" y="0"/>
                  </a:lnTo>
                  <a:lnTo>
                    <a:pt x="486002" y="486002"/>
                  </a:lnTo>
                  <a:lnTo>
                    <a:pt x="0" y="486002"/>
                  </a:lnTo>
                  <a:close/>
                </a:path>
              </a:pathLst>
            </a:custGeom>
            <a:solidFill>
              <a:srgbClr val="CCFFCC">
                <a:alpha val="7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156" name="Google Shape;1156;p49"/>
            <p:cNvSpPr/>
            <p:nvPr/>
          </p:nvSpPr>
          <p:spPr>
            <a:xfrm>
              <a:off x="3474770" y="1089809"/>
              <a:ext cx="486409" cy="486409"/>
            </a:xfrm>
            <a:custGeom>
              <a:avLst/>
              <a:gdLst/>
              <a:ahLst/>
              <a:cxnLst/>
              <a:rect l="l" t="t" r="r" b="b"/>
              <a:pathLst>
                <a:path w="486410" h="486409" extrusionOk="0">
                  <a:moveTo>
                    <a:pt x="0" y="486002"/>
                  </a:moveTo>
                  <a:lnTo>
                    <a:pt x="0" y="0"/>
                  </a:lnTo>
                  <a:lnTo>
                    <a:pt x="486002" y="0"/>
                  </a:lnTo>
                  <a:lnTo>
                    <a:pt x="486002" y="486002"/>
                  </a:lnTo>
                  <a:lnTo>
                    <a:pt x="0" y="486002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157" name="Google Shape;1157;p49"/>
            <p:cNvSpPr/>
            <p:nvPr/>
          </p:nvSpPr>
          <p:spPr>
            <a:xfrm>
              <a:off x="3523369" y="1041211"/>
              <a:ext cx="486409" cy="486409"/>
            </a:xfrm>
            <a:custGeom>
              <a:avLst/>
              <a:gdLst/>
              <a:ahLst/>
              <a:cxnLst/>
              <a:rect l="l" t="t" r="r" b="b"/>
              <a:pathLst>
                <a:path w="486410" h="486409" extrusionOk="0">
                  <a:moveTo>
                    <a:pt x="0" y="486002"/>
                  </a:moveTo>
                  <a:lnTo>
                    <a:pt x="0" y="0"/>
                  </a:lnTo>
                  <a:lnTo>
                    <a:pt x="486002" y="0"/>
                  </a:lnTo>
                  <a:lnTo>
                    <a:pt x="486002" y="486002"/>
                  </a:lnTo>
                  <a:lnTo>
                    <a:pt x="0" y="486002"/>
                  </a:lnTo>
                  <a:close/>
                </a:path>
              </a:pathLst>
            </a:custGeom>
            <a:solidFill>
              <a:srgbClr val="CCFFCC">
                <a:alpha val="7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158" name="Google Shape;1158;p49"/>
            <p:cNvSpPr/>
            <p:nvPr/>
          </p:nvSpPr>
          <p:spPr>
            <a:xfrm>
              <a:off x="3523369" y="1041211"/>
              <a:ext cx="486409" cy="486409"/>
            </a:xfrm>
            <a:custGeom>
              <a:avLst/>
              <a:gdLst/>
              <a:ahLst/>
              <a:cxnLst/>
              <a:rect l="l" t="t" r="r" b="b"/>
              <a:pathLst>
                <a:path w="486410" h="486409" extrusionOk="0">
                  <a:moveTo>
                    <a:pt x="0" y="486002"/>
                  </a:moveTo>
                  <a:lnTo>
                    <a:pt x="0" y="0"/>
                  </a:lnTo>
                  <a:lnTo>
                    <a:pt x="486002" y="0"/>
                  </a:lnTo>
                  <a:lnTo>
                    <a:pt x="486002" y="486002"/>
                  </a:lnTo>
                  <a:lnTo>
                    <a:pt x="0" y="486002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sp>
        <p:nvSpPr>
          <p:cNvPr id="1159" name="Google Shape;1159;p49"/>
          <p:cNvSpPr txBox="1"/>
          <p:nvPr/>
        </p:nvSpPr>
        <p:spPr>
          <a:xfrm>
            <a:off x="5291275" y="3533601"/>
            <a:ext cx="1672707" cy="602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algn="ctr" defTabSz="1450147">
              <a:lnSpc>
                <a:spcPct val="103809"/>
              </a:lnSpc>
            </a:pPr>
            <a:r>
              <a:rPr lang="en-US" sz="1665"/>
              <a:t>64 Feature Maps</a:t>
            </a:r>
            <a:endParaRPr sz="1665"/>
          </a:p>
          <a:p>
            <a:pPr algn="ctr" defTabSz="1450147">
              <a:lnSpc>
                <a:spcPct val="105833"/>
              </a:lnSpc>
            </a:pPr>
            <a:r>
              <a:rPr lang="en-US" sz="1665"/>
              <a:t>30 </a:t>
            </a:r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665"/>
              <a:t>30 </a:t>
            </a:r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665"/>
              <a:t>64</a:t>
            </a:r>
            <a:endParaRPr sz="1665"/>
          </a:p>
        </p:txBody>
      </p:sp>
      <p:sp>
        <p:nvSpPr>
          <p:cNvPr id="1168" name="Google Shape;1168;p49"/>
          <p:cNvSpPr txBox="1"/>
          <p:nvPr/>
        </p:nvSpPr>
        <p:spPr>
          <a:xfrm>
            <a:off x="933061" y="4578524"/>
            <a:ext cx="7660433" cy="1601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1696" rIns="0" bIns="0" anchor="t" anchorCtr="0">
            <a:spAutoFit/>
          </a:bodyPr>
          <a:lstStyle/>
          <a:p>
            <a:pPr marL="20141" defTabSz="1450147"/>
            <a:r>
              <a:rPr lang="en-US" sz="20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Important: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77189" indent="-285750" defTabSz="1450147">
              <a:spcBef>
                <a:spcPts val="649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Number of filters = Number of output feature maps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77189" marR="8056" indent="-285750" defTabSz="1450147">
              <a:lnSpc>
                <a:spcPct val="1313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feature map = One filter’s response across entire input</a:t>
            </a:r>
          </a:p>
          <a:p>
            <a:pPr marL="777189" marR="8056" indent="-285750" defTabSz="1450147">
              <a:lnSpc>
                <a:spcPct val="1313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Stack of feature maps = 3D volume (height × width × channels)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p50"/>
          <p:cNvSpPr txBox="1">
            <a:spLocks noGrp="1"/>
          </p:cNvSpPr>
          <p:nvPr>
            <p:ph type="title"/>
          </p:nvPr>
        </p:nvSpPr>
        <p:spPr>
          <a:xfrm>
            <a:off x="151137" y="339253"/>
            <a:ext cx="7549842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b="1" dirty="0">
                <a:solidFill>
                  <a:srgbClr val="FFFFFF"/>
                </a:solidFill>
              </a:rPr>
              <a:t>R</a:t>
            </a:r>
            <a:r>
              <a:rPr lang="en-US" b="1" cap="small" dirty="0">
                <a:solidFill>
                  <a:srgbClr val="FFFFFF"/>
                </a:solidFill>
              </a:rPr>
              <a:t>eceptive</a:t>
            </a:r>
            <a:r>
              <a:rPr lang="en-US" b="1" dirty="0">
                <a:solidFill>
                  <a:srgbClr val="FFFFFF"/>
                </a:solidFill>
              </a:rPr>
              <a:t> F</a:t>
            </a:r>
            <a:r>
              <a:rPr lang="en-US" b="1" cap="small" dirty="0">
                <a:solidFill>
                  <a:srgbClr val="FFFFFF"/>
                </a:solidFill>
              </a:rPr>
              <a:t>ield</a:t>
            </a:r>
            <a:r>
              <a:rPr lang="en-US" b="1" dirty="0">
                <a:solidFill>
                  <a:srgbClr val="FFFFFF"/>
                </a:solidFill>
              </a:rPr>
              <a:t>: D</a:t>
            </a:r>
            <a:r>
              <a:rPr lang="en-US" b="1" cap="small" dirty="0">
                <a:solidFill>
                  <a:srgbClr val="FFFFFF"/>
                </a:solidFill>
              </a:rPr>
              <a:t>efinition</a:t>
            </a:r>
            <a:endParaRPr b="1" dirty="0"/>
          </a:p>
        </p:txBody>
      </p:sp>
      <p:grpSp>
        <p:nvGrpSpPr>
          <p:cNvPr id="1180" name="Google Shape;1180;p50"/>
          <p:cNvGrpSpPr/>
          <p:nvPr/>
        </p:nvGrpSpPr>
        <p:grpSpPr>
          <a:xfrm>
            <a:off x="490350" y="1092940"/>
            <a:ext cx="8234748" cy="1022237"/>
            <a:chOff x="309193" y="602436"/>
            <a:chExt cx="5192466" cy="644577"/>
          </a:xfrm>
        </p:grpSpPr>
        <p:sp>
          <p:nvSpPr>
            <p:cNvPr id="1181" name="Google Shape;1181;p50"/>
            <p:cNvSpPr/>
            <p:nvPr/>
          </p:nvSpPr>
          <p:spPr>
            <a:xfrm>
              <a:off x="309193" y="602436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09" extrusionOk="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6887"/>
                  </a:lnTo>
                  <a:lnTo>
                    <a:pt x="5141666" y="206887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pic>
          <p:nvPicPr>
            <p:cNvPr id="1182" name="Google Shape;1182;p5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9193" y="796670"/>
              <a:ext cx="5141666" cy="506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3" name="Google Shape;1183;p5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9994" y="1145412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4" name="Google Shape;1184;p5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0794" y="1132712"/>
              <a:ext cx="509086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5" name="Google Shape;1185;p50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450859" y="646671"/>
              <a:ext cx="50800" cy="4987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6" name="Google Shape;1186;p50"/>
            <p:cNvSpPr/>
            <p:nvPr/>
          </p:nvSpPr>
          <p:spPr>
            <a:xfrm>
              <a:off x="309193" y="840943"/>
              <a:ext cx="5142230" cy="355600"/>
            </a:xfrm>
            <a:custGeom>
              <a:avLst/>
              <a:gdLst/>
              <a:ahLst/>
              <a:cxnLst/>
              <a:rect l="l" t="t" r="r" b="b"/>
              <a:pathLst>
                <a:path w="5142230" h="355600" extrusionOk="0">
                  <a:moveTo>
                    <a:pt x="5141666" y="0"/>
                  </a:moveTo>
                  <a:lnTo>
                    <a:pt x="0" y="0"/>
                  </a:lnTo>
                  <a:lnTo>
                    <a:pt x="0" y="304469"/>
                  </a:lnTo>
                  <a:lnTo>
                    <a:pt x="4008" y="324194"/>
                  </a:lnTo>
                  <a:lnTo>
                    <a:pt x="14922" y="340347"/>
                  </a:lnTo>
                  <a:lnTo>
                    <a:pt x="31075" y="351261"/>
                  </a:lnTo>
                  <a:lnTo>
                    <a:pt x="50800" y="355270"/>
                  </a:lnTo>
                  <a:lnTo>
                    <a:pt x="5090865" y="355270"/>
                  </a:lnTo>
                  <a:lnTo>
                    <a:pt x="5110590" y="351261"/>
                  </a:lnTo>
                  <a:lnTo>
                    <a:pt x="5126743" y="340347"/>
                  </a:lnTo>
                  <a:lnTo>
                    <a:pt x="5137657" y="324194"/>
                  </a:lnTo>
                  <a:lnTo>
                    <a:pt x="5141666" y="304469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187" name="Google Shape;1187;p50"/>
            <p:cNvSpPr/>
            <p:nvPr/>
          </p:nvSpPr>
          <p:spPr>
            <a:xfrm>
              <a:off x="5450859" y="684761"/>
              <a:ext cx="0" cy="480059"/>
            </a:xfrm>
            <a:custGeom>
              <a:avLst/>
              <a:gdLst/>
              <a:ahLst/>
              <a:cxnLst/>
              <a:rect l="l" t="t" r="r" b="b"/>
              <a:pathLst>
                <a:path w="120000" h="480059" extrusionOk="0">
                  <a:moveTo>
                    <a:pt x="0" y="47970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188" name="Google Shape;1188;p50"/>
            <p:cNvSpPr/>
            <p:nvPr/>
          </p:nvSpPr>
          <p:spPr>
            <a:xfrm>
              <a:off x="5450859" y="67206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189" name="Google Shape;1189;p50"/>
            <p:cNvSpPr/>
            <p:nvPr/>
          </p:nvSpPr>
          <p:spPr>
            <a:xfrm>
              <a:off x="5450859" y="65936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190" name="Google Shape;1190;p50"/>
            <p:cNvSpPr/>
            <p:nvPr/>
          </p:nvSpPr>
          <p:spPr>
            <a:xfrm>
              <a:off x="5450859" y="64666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191" name="Google Shape;1191;p50"/>
            <p:cNvSpPr/>
            <p:nvPr/>
          </p:nvSpPr>
          <p:spPr>
            <a:xfrm>
              <a:off x="5450859" y="627611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5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sp>
        <p:nvSpPr>
          <p:cNvPr id="1194" name="Google Shape;1194;p50"/>
          <p:cNvSpPr txBox="1"/>
          <p:nvPr/>
        </p:nvSpPr>
        <p:spPr>
          <a:xfrm>
            <a:off x="490351" y="2410185"/>
            <a:ext cx="8031908" cy="3587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5599" rIns="0" bIns="0" anchor="t" anchorCtr="0">
            <a:spAutoFit/>
          </a:bodyPr>
          <a:lstStyle/>
          <a:p>
            <a:pPr marL="854480" indent="-342900" algn="just" defTabSz="1450147">
              <a:spcBef>
                <a:spcPts val="184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Concepts:</a:t>
            </a:r>
            <a:endParaRPr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00197" indent="-342900" algn="just" defTabSz="1450147">
              <a:spcBef>
                <a:spcPts val="626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Receptive field grows with network depth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00197" indent="-342900" algn="just" defTabSz="1450147">
              <a:spcBef>
                <a:spcPts val="341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Early layers: small receptive fields (local patterns)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00197" indent="-342900" algn="just" defTabSz="1450147">
              <a:spcBef>
                <a:spcPts val="341"/>
              </a:spcBef>
              <a:buFont typeface="Courier New" panose="02070309020205020404" pitchFamily="49" charset="0"/>
              <a:buChar char="o"/>
            </a:pPr>
            <a:r>
              <a:rPr lang="en-US" sz="2000" baseline="30000" dirty="0">
                <a:solidFill>
                  <a:srgbClr val="3333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Deep layers: large receptive fields (global context)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00197" indent="-342900" algn="just" defTabSz="1450147">
              <a:spcBef>
                <a:spcPts val="341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Determined by kernel size, stride, and pooling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54480" indent="-342900" algn="just" defTabSz="1450147">
              <a:spcBef>
                <a:spcPts val="649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Importance:</a:t>
            </a:r>
            <a:endParaRPr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00197" indent="-342900" algn="just" defTabSz="1450147">
              <a:spcBef>
                <a:spcPts val="626"/>
              </a:spcBef>
              <a:buFont typeface="Courier New" panose="02070309020205020404" pitchFamily="49" charset="0"/>
              <a:buChar char="o"/>
            </a:pPr>
            <a:r>
              <a:rPr lang="en-US" sz="2000" baseline="30000" dirty="0">
                <a:solidFill>
                  <a:srgbClr val="3333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Small receptive field: Cannot capture large objects</a:t>
            </a:r>
          </a:p>
          <a:p>
            <a:pPr marL="1100197" indent="-342900" algn="just" defTabSz="1450147">
              <a:spcBef>
                <a:spcPts val="626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Large receptive field: Better context understanding</a:t>
            </a:r>
          </a:p>
          <a:p>
            <a:pPr marL="1100197" indent="-342900" algn="just" defTabSz="1450147">
              <a:spcBef>
                <a:spcPts val="626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Trade-off: Computational cost vs. context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1383E9-6259-41A2-B3B4-EE22F3527266}"/>
              </a:ext>
            </a:extLst>
          </p:cNvPr>
          <p:cNvSpPr/>
          <p:nvPr/>
        </p:nvSpPr>
        <p:spPr>
          <a:xfrm>
            <a:off x="541173" y="1115926"/>
            <a:ext cx="8031907" cy="1000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0282" defTabSz="1450147"/>
            <a:r>
              <a:rPr lang="en-US" sz="1800" dirty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1800" cap="small" dirty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efinition</a:t>
            </a:r>
            <a:endParaRPr lang="en-US" sz="1800" dirty="0">
              <a:latin typeface="Calibri"/>
              <a:ea typeface="Calibri"/>
              <a:cs typeface="Calibri"/>
              <a:sym typeface="Calibri"/>
            </a:endParaRPr>
          </a:p>
          <a:p>
            <a:pPr marL="40282" marR="28197" defTabSz="1450147">
              <a:lnSpc>
                <a:spcPct val="114700"/>
              </a:lnSpc>
              <a:spcBef>
                <a:spcPts val="111"/>
              </a:spcBef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18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receptive field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 a neuron is the region in the input image that affects that neuron’s activation value.</a:t>
            </a:r>
          </a:p>
        </p:txBody>
      </p:sp>
    </p:spTree>
  </p:cSld>
  <p:clrMapOvr>
    <a:masterClrMapping/>
  </p:clrMapOvr>
  <p:transition>
    <p:cu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51"/>
          <p:cNvSpPr txBox="1">
            <a:spLocks noGrp="1"/>
          </p:cNvSpPr>
          <p:nvPr>
            <p:ph type="title"/>
          </p:nvPr>
        </p:nvSpPr>
        <p:spPr>
          <a:xfrm>
            <a:off x="132475" y="255280"/>
            <a:ext cx="7005443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b="1" dirty="0">
                <a:solidFill>
                  <a:srgbClr val="FFFFFF"/>
                </a:solidFill>
              </a:rPr>
              <a:t>R</a:t>
            </a:r>
            <a:r>
              <a:rPr lang="en-US" b="1" cap="small" dirty="0">
                <a:solidFill>
                  <a:srgbClr val="FFFFFF"/>
                </a:solidFill>
              </a:rPr>
              <a:t>eceptive</a:t>
            </a:r>
            <a:r>
              <a:rPr lang="en-US" b="1" dirty="0">
                <a:solidFill>
                  <a:srgbClr val="FFFFFF"/>
                </a:solidFill>
              </a:rPr>
              <a:t> F</a:t>
            </a:r>
            <a:r>
              <a:rPr lang="en-US" b="1" cap="small" dirty="0">
                <a:solidFill>
                  <a:srgbClr val="FFFFFF"/>
                </a:solidFill>
              </a:rPr>
              <a:t>ield</a:t>
            </a:r>
            <a:r>
              <a:rPr lang="en-US" b="1" dirty="0">
                <a:solidFill>
                  <a:srgbClr val="FFFFFF"/>
                </a:solidFill>
              </a:rPr>
              <a:t>: V</a:t>
            </a:r>
            <a:r>
              <a:rPr lang="en-US" b="1" cap="small" dirty="0">
                <a:solidFill>
                  <a:srgbClr val="FFFFFF"/>
                </a:solidFill>
              </a:rPr>
              <a:t>isual</a:t>
            </a:r>
            <a:r>
              <a:rPr lang="en-US" b="1" dirty="0">
                <a:solidFill>
                  <a:srgbClr val="FFFFFF"/>
                </a:solidFill>
              </a:rPr>
              <a:t> E</a:t>
            </a:r>
            <a:r>
              <a:rPr lang="en-US" b="1" cap="small" dirty="0">
                <a:solidFill>
                  <a:srgbClr val="FFFFFF"/>
                </a:solidFill>
              </a:rPr>
              <a:t>xample</a:t>
            </a:r>
            <a:endParaRPr b="1" dirty="0"/>
          </a:p>
        </p:txBody>
      </p:sp>
      <p:pic>
        <p:nvPicPr>
          <p:cNvPr id="1212" name="Google Shape;1212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505" y="1054359"/>
            <a:ext cx="8276253" cy="4991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p52"/>
          <p:cNvSpPr txBox="1">
            <a:spLocks noGrp="1"/>
          </p:cNvSpPr>
          <p:nvPr>
            <p:ph type="title"/>
          </p:nvPr>
        </p:nvSpPr>
        <p:spPr>
          <a:xfrm>
            <a:off x="151137" y="255280"/>
            <a:ext cx="711741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b="1" dirty="0">
                <a:solidFill>
                  <a:srgbClr val="FFFFFF"/>
                </a:solidFill>
              </a:rPr>
              <a:t>R</a:t>
            </a:r>
            <a:r>
              <a:rPr lang="en-US" b="1" cap="small" dirty="0">
                <a:solidFill>
                  <a:srgbClr val="FFFFFF"/>
                </a:solidFill>
              </a:rPr>
              <a:t>eceptive</a:t>
            </a:r>
            <a:r>
              <a:rPr lang="en-US" b="1" dirty="0">
                <a:solidFill>
                  <a:srgbClr val="FFFFFF"/>
                </a:solidFill>
              </a:rPr>
              <a:t> F</a:t>
            </a:r>
            <a:r>
              <a:rPr lang="en-US" b="1" cap="small" dirty="0">
                <a:solidFill>
                  <a:srgbClr val="FFFFFF"/>
                </a:solidFill>
              </a:rPr>
              <a:t>ield</a:t>
            </a:r>
            <a:r>
              <a:rPr lang="en-US" b="1" dirty="0">
                <a:solidFill>
                  <a:srgbClr val="FFFFFF"/>
                </a:solidFill>
              </a:rPr>
              <a:t>: C</a:t>
            </a:r>
            <a:r>
              <a:rPr lang="en-US" b="1" cap="small" dirty="0">
                <a:solidFill>
                  <a:srgbClr val="FFFFFF"/>
                </a:solidFill>
              </a:rPr>
              <a:t>alculation</a:t>
            </a:r>
            <a:endParaRPr b="1" dirty="0"/>
          </a:p>
        </p:txBody>
      </p:sp>
      <p:pic>
        <p:nvPicPr>
          <p:cNvPr id="1224" name="Google Shape;1224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812" y="1138335"/>
            <a:ext cx="7996335" cy="511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p53"/>
          <p:cNvSpPr txBox="1">
            <a:spLocks noGrp="1"/>
          </p:cNvSpPr>
          <p:nvPr>
            <p:ph type="title"/>
          </p:nvPr>
        </p:nvSpPr>
        <p:spPr>
          <a:xfrm>
            <a:off x="151137" y="367245"/>
            <a:ext cx="835447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b="1" dirty="0">
                <a:solidFill>
                  <a:srgbClr val="FFFFFF"/>
                </a:solidFill>
              </a:rPr>
              <a:t>L</a:t>
            </a:r>
            <a:r>
              <a:rPr lang="en-US" b="1" cap="small" dirty="0">
                <a:solidFill>
                  <a:srgbClr val="FFFFFF"/>
                </a:solidFill>
              </a:rPr>
              <a:t>earning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cap="small" dirty="0">
                <a:solidFill>
                  <a:srgbClr val="FFFFFF"/>
                </a:solidFill>
              </a:rPr>
              <a:t>a</a:t>
            </a:r>
            <a:r>
              <a:rPr lang="en-US" b="1" dirty="0">
                <a:solidFill>
                  <a:srgbClr val="FFFFFF"/>
                </a:solidFill>
              </a:rPr>
              <a:t> K</a:t>
            </a:r>
            <a:r>
              <a:rPr lang="en-US" b="1" cap="small" dirty="0">
                <a:solidFill>
                  <a:srgbClr val="FFFFFF"/>
                </a:solidFill>
              </a:rPr>
              <a:t>ernel</a:t>
            </a:r>
            <a:r>
              <a:rPr lang="en-US" b="1" dirty="0">
                <a:solidFill>
                  <a:srgbClr val="FFFFFF"/>
                </a:solidFill>
              </a:rPr>
              <a:t>: O</a:t>
            </a:r>
            <a:r>
              <a:rPr lang="en-US" b="1" cap="small" dirty="0">
                <a:solidFill>
                  <a:srgbClr val="FFFFFF"/>
                </a:solidFill>
              </a:rPr>
              <a:t>verview</a:t>
            </a:r>
            <a:endParaRPr b="1" dirty="0"/>
          </a:p>
        </p:txBody>
      </p:sp>
      <p:grpSp>
        <p:nvGrpSpPr>
          <p:cNvPr id="1230" name="Google Shape;1230;p53"/>
          <p:cNvGrpSpPr/>
          <p:nvPr/>
        </p:nvGrpSpPr>
        <p:grpSpPr>
          <a:xfrm>
            <a:off x="490350" y="1101850"/>
            <a:ext cx="8234748" cy="800405"/>
            <a:chOff x="309193" y="531570"/>
            <a:chExt cx="5192466" cy="504700"/>
          </a:xfrm>
        </p:grpSpPr>
        <p:sp>
          <p:nvSpPr>
            <p:cNvPr id="1231" name="Google Shape;1231;p53"/>
            <p:cNvSpPr/>
            <p:nvPr/>
          </p:nvSpPr>
          <p:spPr>
            <a:xfrm>
              <a:off x="309193" y="531570"/>
              <a:ext cx="5142230" cy="223520"/>
            </a:xfrm>
            <a:custGeom>
              <a:avLst/>
              <a:gdLst/>
              <a:ahLst/>
              <a:cxnLst/>
              <a:rect l="l" t="t" r="r" b="b"/>
              <a:pathLst>
                <a:path w="5142230" h="223520" extrusionOk="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23335"/>
                  </a:lnTo>
                  <a:lnTo>
                    <a:pt x="5141666" y="223335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pic>
          <p:nvPicPr>
            <p:cNvPr id="1232" name="Google Shape;1232;p5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9193" y="742251"/>
              <a:ext cx="5141666" cy="506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3" name="Google Shape;1233;p5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9994" y="934669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4" name="Google Shape;1234;p5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0794" y="921969"/>
              <a:ext cx="509086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5" name="Google Shape;1235;p5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450859" y="575805"/>
              <a:ext cx="50800" cy="3588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6" name="Google Shape;1236;p53"/>
            <p:cNvSpPr/>
            <p:nvPr/>
          </p:nvSpPr>
          <p:spPr>
            <a:xfrm>
              <a:off x="309193" y="786536"/>
              <a:ext cx="5142230" cy="199390"/>
            </a:xfrm>
            <a:custGeom>
              <a:avLst/>
              <a:gdLst/>
              <a:ahLst/>
              <a:cxnLst/>
              <a:rect l="l" t="t" r="r" b="b"/>
              <a:pathLst>
                <a:path w="5142230" h="199390" extrusionOk="0">
                  <a:moveTo>
                    <a:pt x="5141666" y="0"/>
                  </a:moveTo>
                  <a:lnTo>
                    <a:pt x="0" y="0"/>
                  </a:lnTo>
                  <a:lnTo>
                    <a:pt x="0" y="148132"/>
                  </a:lnTo>
                  <a:lnTo>
                    <a:pt x="4008" y="167857"/>
                  </a:lnTo>
                  <a:lnTo>
                    <a:pt x="14922" y="184009"/>
                  </a:lnTo>
                  <a:lnTo>
                    <a:pt x="31075" y="194924"/>
                  </a:lnTo>
                  <a:lnTo>
                    <a:pt x="50800" y="198932"/>
                  </a:lnTo>
                  <a:lnTo>
                    <a:pt x="5090865" y="198932"/>
                  </a:lnTo>
                  <a:lnTo>
                    <a:pt x="5110590" y="194924"/>
                  </a:lnTo>
                  <a:lnTo>
                    <a:pt x="5126743" y="184009"/>
                  </a:lnTo>
                  <a:lnTo>
                    <a:pt x="5137657" y="167857"/>
                  </a:lnTo>
                  <a:lnTo>
                    <a:pt x="5141666" y="148132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237" name="Google Shape;1237;p53"/>
            <p:cNvSpPr/>
            <p:nvPr/>
          </p:nvSpPr>
          <p:spPr>
            <a:xfrm>
              <a:off x="5450859" y="613906"/>
              <a:ext cx="0" cy="340360"/>
            </a:xfrm>
            <a:custGeom>
              <a:avLst/>
              <a:gdLst/>
              <a:ahLst/>
              <a:cxnLst/>
              <a:rect l="l" t="t" r="r" b="b"/>
              <a:pathLst>
                <a:path w="120000" h="340359" extrusionOk="0">
                  <a:moveTo>
                    <a:pt x="0" y="33981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238" name="Google Shape;1238;p53"/>
            <p:cNvSpPr/>
            <p:nvPr/>
          </p:nvSpPr>
          <p:spPr>
            <a:xfrm>
              <a:off x="5450859" y="60120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239" name="Google Shape;1239;p53"/>
            <p:cNvSpPr/>
            <p:nvPr/>
          </p:nvSpPr>
          <p:spPr>
            <a:xfrm>
              <a:off x="5450859" y="58850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240" name="Google Shape;1240;p53"/>
            <p:cNvSpPr/>
            <p:nvPr/>
          </p:nvSpPr>
          <p:spPr>
            <a:xfrm>
              <a:off x="5450859" y="57580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241" name="Google Shape;1241;p53"/>
            <p:cNvSpPr/>
            <p:nvPr/>
          </p:nvSpPr>
          <p:spPr>
            <a:xfrm>
              <a:off x="5450859" y="556756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5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sp>
        <p:nvSpPr>
          <p:cNvPr id="1246" name="Google Shape;1246;p53"/>
          <p:cNvSpPr txBox="1"/>
          <p:nvPr/>
        </p:nvSpPr>
        <p:spPr>
          <a:xfrm>
            <a:off x="490350" y="1971894"/>
            <a:ext cx="8355069" cy="2868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2828" rIns="0" bIns="0" anchor="t" anchorCtr="0">
            <a:spAutoFit/>
          </a:bodyPr>
          <a:lstStyle/>
          <a:p>
            <a:pPr marL="20141" defTabSz="1450147"/>
            <a:r>
              <a:rPr lang="en-US" sz="20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Answer: Through Gradient Descent!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77189" marR="514601" indent="-285750" defTabSz="1450147">
              <a:lnSpc>
                <a:spcPct val="114700"/>
              </a:lnSpc>
              <a:spcBef>
                <a:spcPts val="381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Kernel weights are </a:t>
            </a:r>
            <a:r>
              <a:rPr lang="en-US" sz="20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learnable parameters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(like weights in fully connected layers)</a:t>
            </a:r>
          </a:p>
          <a:p>
            <a:pPr marL="777189" marR="514601" indent="-285750" defTabSz="1450147">
              <a:lnSpc>
                <a:spcPct val="114700"/>
              </a:lnSpc>
              <a:spcBef>
                <a:spcPts val="381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Initialized randomly (or with specific strategies) </a:t>
            </a:r>
          </a:p>
          <a:p>
            <a:pPr marL="777189" marR="514601" indent="-285750" defTabSz="1450147">
              <a:lnSpc>
                <a:spcPct val="114700"/>
              </a:lnSpc>
              <a:spcBef>
                <a:spcPts val="381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Updated via backpropagation and gradient descent </a:t>
            </a:r>
          </a:p>
          <a:p>
            <a:pPr marL="777189" marR="514601" indent="-285750" defTabSz="1450147">
              <a:lnSpc>
                <a:spcPct val="114700"/>
              </a:lnSpc>
              <a:spcBef>
                <a:spcPts val="381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Network learns kernels that minimize the loss function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0141" defTabSz="1450147">
              <a:spcBef>
                <a:spcPts val="1570"/>
              </a:spcBef>
            </a:pPr>
            <a:r>
              <a:rPr lang="en-US" sz="1665" dirty="0">
                <a:solidFill>
                  <a:srgbClr val="1B1472"/>
                </a:solidFill>
              </a:rPr>
              <a:t>Process:</a:t>
            </a:r>
            <a:endParaRPr sz="1665" dirty="0"/>
          </a:p>
        </p:txBody>
      </p:sp>
      <p:sp>
        <p:nvSpPr>
          <p:cNvPr id="1247" name="Google Shape;1247;p53"/>
          <p:cNvSpPr txBox="1"/>
          <p:nvPr/>
        </p:nvSpPr>
        <p:spPr>
          <a:xfrm>
            <a:off x="1327813" y="4955036"/>
            <a:ext cx="2322254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60423" defTabSz="1450147"/>
            <a:r>
              <a:rPr lang="en-US" sz="1665" dirty="0"/>
              <a:t>Random kernels </a:t>
            </a:r>
            <a:r>
              <a:rPr lang="en-US" sz="1665" baseline="30000" dirty="0"/>
              <a:t>Training</a:t>
            </a:r>
            <a:endParaRPr sz="1665" baseline="30000" dirty="0"/>
          </a:p>
        </p:txBody>
      </p:sp>
      <p:sp>
        <p:nvSpPr>
          <p:cNvPr id="1248" name="Google Shape;1248;p53"/>
          <p:cNvSpPr txBox="1"/>
          <p:nvPr/>
        </p:nvSpPr>
        <p:spPr>
          <a:xfrm>
            <a:off x="3013693" y="4930956"/>
            <a:ext cx="4753427" cy="312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903" dirty="0">
                <a:latin typeface="Lucida Sans"/>
                <a:ea typeface="Lucida Sans"/>
                <a:cs typeface="Lucida Sans"/>
                <a:sym typeface="Lucida Sans"/>
              </a:rPr>
              <a:t>——→ </a:t>
            </a:r>
            <a:r>
              <a:rPr lang="en-US" sz="1665" dirty="0"/>
              <a:t>Meaningful edge/texture/pattern detectors</a:t>
            </a:r>
            <a:endParaRPr sz="1665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62E6C7-33CD-42D9-AFBE-EC27D5253D30}"/>
              </a:ext>
            </a:extLst>
          </p:cNvPr>
          <p:cNvSpPr/>
          <p:nvPr/>
        </p:nvSpPr>
        <p:spPr>
          <a:xfrm>
            <a:off x="578497" y="1068312"/>
            <a:ext cx="8354474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141" defTabSz="1450147"/>
            <a:r>
              <a:rPr lang="en-US" sz="1800" dirty="0">
                <a:solidFill>
                  <a:srgbClr val="3333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K</a:t>
            </a:r>
            <a:r>
              <a:rPr lang="en-US" sz="1800" cap="small" dirty="0">
                <a:solidFill>
                  <a:srgbClr val="3333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ey</a:t>
            </a:r>
            <a:r>
              <a:rPr lang="en-US" sz="1800" dirty="0">
                <a:solidFill>
                  <a:srgbClr val="3333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Q</a:t>
            </a:r>
            <a:r>
              <a:rPr lang="en-US" sz="1800" cap="small" dirty="0">
                <a:solidFill>
                  <a:srgbClr val="3333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uestion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20141" defTabSz="1450147">
              <a:spcBef>
                <a:spcPts val="619"/>
              </a:spcBef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does the network learn what values to put in the convolutional kernels/filters?</a:t>
            </a:r>
          </a:p>
        </p:txBody>
      </p:sp>
    </p:spTree>
  </p:cSld>
  <p:clrMapOvr>
    <a:masterClrMapping/>
  </p:clrMapOvr>
  <p:transition>
    <p:cut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p54"/>
          <p:cNvSpPr txBox="1">
            <a:spLocks noGrp="1"/>
          </p:cNvSpPr>
          <p:nvPr>
            <p:ph type="title"/>
          </p:nvPr>
        </p:nvSpPr>
        <p:spPr>
          <a:xfrm>
            <a:off x="151137" y="395237"/>
            <a:ext cx="7201385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b="1" dirty="0">
                <a:solidFill>
                  <a:srgbClr val="FFFFFF"/>
                </a:solidFill>
              </a:rPr>
              <a:t>K</a:t>
            </a:r>
            <a:r>
              <a:rPr lang="en-US" b="1" cap="small" dirty="0">
                <a:solidFill>
                  <a:srgbClr val="FFFFFF"/>
                </a:solidFill>
              </a:rPr>
              <a:t>ernels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cap="small" dirty="0">
                <a:solidFill>
                  <a:srgbClr val="FFFFFF"/>
                </a:solidFill>
              </a:rPr>
              <a:t>as</a:t>
            </a:r>
            <a:r>
              <a:rPr lang="en-US" b="1" dirty="0">
                <a:solidFill>
                  <a:srgbClr val="FFFFFF"/>
                </a:solidFill>
              </a:rPr>
              <a:t> P</a:t>
            </a:r>
            <a:r>
              <a:rPr lang="en-US" b="1" cap="small" dirty="0">
                <a:solidFill>
                  <a:srgbClr val="FFFFFF"/>
                </a:solidFill>
              </a:rPr>
              <a:t>arameters</a:t>
            </a:r>
            <a:endParaRPr b="1" dirty="0"/>
          </a:p>
        </p:txBody>
      </p:sp>
      <p:pic>
        <p:nvPicPr>
          <p:cNvPr id="1266" name="Google Shape;1266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940" y="1073020"/>
            <a:ext cx="8118537" cy="50198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p55"/>
          <p:cNvSpPr txBox="1">
            <a:spLocks noGrp="1"/>
          </p:cNvSpPr>
          <p:nvPr>
            <p:ph type="title"/>
          </p:nvPr>
        </p:nvSpPr>
        <p:spPr>
          <a:xfrm>
            <a:off x="151137" y="348584"/>
            <a:ext cx="7257369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b="1" dirty="0">
                <a:solidFill>
                  <a:srgbClr val="FFFFFF"/>
                </a:solidFill>
              </a:rPr>
              <a:t>W</a:t>
            </a:r>
            <a:r>
              <a:rPr lang="en-US" b="1" cap="small" dirty="0">
                <a:solidFill>
                  <a:srgbClr val="FFFFFF"/>
                </a:solidFill>
              </a:rPr>
              <a:t>hat</a:t>
            </a:r>
            <a:r>
              <a:rPr lang="en-US" b="1" dirty="0">
                <a:solidFill>
                  <a:srgbClr val="FFFFFF"/>
                </a:solidFill>
              </a:rPr>
              <a:t> D</a:t>
            </a:r>
            <a:r>
              <a:rPr lang="en-US" b="1" cap="small" dirty="0">
                <a:solidFill>
                  <a:srgbClr val="FFFFFF"/>
                </a:solidFill>
              </a:rPr>
              <a:t>o</a:t>
            </a:r>
            <a:r>
              <a:rPr lang="en-US" b="1" dirty="0">
                <a:solidFill>
                  <a:srgbClr val="FFFFFF"/>
                </a:solidFill>
              </a:rPr>
              <a:t> L</a:t>
            </a:r>
            <a:r>
              <a:rPr lang="en-US" b="1" cap="small" dirty="0">
                <a:solidFill>
                  <a:srgbClr val="FFFFFF"/>
                </a:solidFill>
              </a:rPr>
              <a:t>earned</a:t>
            </a:r>
            <a:r>
              <a:rPr lang="en-US" b="1" dirty="0">
                <a:solidFill>
                  <a:srgbClr val="FFFFFF"/>
                </a:solidFill>
              </a:rPr>
              <a:t> K</a:t>
            </a:r>
            <a:r>
              <a:rPr lang="en-US" b="1" cap="small" dirty="0">
                <a:solidFill>
                  <a:srgbClr val="FFFFFF"/>
                </a:solidFill>
              </a:rPr>
              <a:t>ernels</a:t>
            </a:r>
            <a:r>
              <a:rPr lang="en-US" b="1" dirty="0">
                <a:solidFill>
                  <a:srgbClr val="FFFFFF"/>
                </a:solidFill>
              </a:rPr>
              <a:t> L</a:t>
            </a:r>
            <a:r>
              <a:rPr lang="en-US" b="1" cap="small" dirty="0">
                <a:solidFill>
                  <a:srgbClr val="FFFFFF"/>
                </a:solidFill>
              </a:rPr>
              <a:t>ook</a:t>
            </a:r>
            <a:r>
              <a:rPr lang="en-US" b="1" dirty="0">
                <a:solidFill>
                  <a:srgbClr val="FFFFFF"/>
                </a:solidFill>
              </a:rPr>
              <a:t> L</a:t>
            </a:r>
            <a:r>
              <a:rPr lang="en-US" b="1" cap="small" dirty="0">
                <a:solidFill>
                  <a:srgbClr val="FFFFFF"/>
                </a:solidFill>
              </a:rPr>
              <a:t>ike</a:t>
            </a:r>
            <a:r>
              <a:rPr lang="en-US" b="1" dirty="0">
                <a:solidFill>
                  <a:srgbClr val="FFFFFF"/>
                </a:solidFill>
              </a:rPr>
              <a:t>?</a:t>
            </a:r>
            <a:endParaRPr b="1" dirty="0"/>
          </a:p>
        </p:txBody>
      </p:sp>
      <p:pic>
        <p:nvPicPr>
          <p:cNvPr id="1278" name="Google Shape;1278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868" y="1101012"/>
            <a:ext cx="8360229" cy="5206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p56"/>
          <p:cNvSpPr txBox="1">
            <a:spLocks noGrp="1"/>
          </p:cNvSpPr>
          <p:nvPr>
            <p:ph type="title"/>
          </p:nvPr>
        </p:nvSpPr>
        <p:spPr>
          <a:xfrm>
            <a:off x="151137" y="301931"/>
            <a:ext cx="835447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b="1" dirty="0">
                <a:solidFill>
                  <a:srgbClr val="FFFFFF"/>
                </a:solidFill>
              </a:rPr>
              <a:t>L</a:t>
            </a:r>
            <a:r>
              <a:rPr lang="en-US" b="1" cap="small" dirty="0">
                <a:solidFill>
                  <a:srgbClr val="FFFFFF"/>
                </a:solidFill>
              </a:rPr>
              <a:t>earning</a:t>
            </a:r>
            <a:r>
              <a:rPr lang="en-US" b="1" dirty="0">
                <a:solidFill>
                  <a:srgbClr val="FFFFFF"/>
                </a:solidFill>
              </a:rPr>
              <a:t> K</a:t>
            </a:r>
            <a:r>
              <a:rPr lang="en-US" b="1" cap="small" dirty="0">
                <a:solidFill>
                  <a:srgbClr val="FFFFFF"/>
                </a:solidFill>
              </a:rPr>
              <a:t>ernels</a:t>
            </a:r>
            <a:r>
              <a:rPr lang="en-US" b="1" dirty="0">
                <a:solidFill>
                  <a:srgbClr val="FFFFFF"/>
                </a:solidFill>
              </a:rPr>
              <a:t>: B</a:t>
            </a:r>
            <a:r>
              <a:rPr lang="en-US" b="1" cap="small" dirty="0">
                <a:solidFill>
                  <a:srgbClr val="FFFFFF"/>
                </a:solidFill>
              </a:rPr>
              <a:t>ackpropagation</a:t>
            </a:r>
            <a:r>
              <a:rPr lang="en-US" b="1" dirty="0">
                <a:solidFill>
                  <a:srgbClr val="FFFFFF"/>
                </a:solidFill>
              </a:rPr>
              <a:t> T</a:t>
            </a:r>
            <a:r>
              <a:rPr lang="en-US" b="1" cap="small" dirty="0">
                <a:solidFill>
                  <a:srgbClr val="FFFFFF"/>
                </a:solidFill>
              </a:rPr>
              <a:t>hrough</a:t>
            </a:r>
            <a:endParaRPr b="1" dirty="0"/>
          </a:p>
        </p:txBody>
      </p:sp>
      <p:pic>
        <p:nvPicPr>
          <p:cNvPr id="1286" name="Google Shape;1286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110343"/>
            <a:ext cx="8173616" cy="5057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p57"/>
          <p:cNvSpPr txBox="1">
            <a:spLocks noGrp="1"/>
          </p:cNvSpPr>
          <p:nvPr>
            <p:ph type="title"/>
          </p:nvPr>
        </p:nvSpPr>
        <p:spPr>
          <a:xfrm>
            <a:off x="151137" y="292599"/>
            <a:ext cx="7350675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b="1" dirty="0">
                <a:solidFill>
                  <a:srgbClr val="FFFFFF"/>
                </a:solidFill>
              </a:rPr>
              <a:t>P</a:t>
            </a:r>
            <a:r>
              <a:rPr lang="en-US" b="1" cap="small" dirty="0">
                <a:solidFill>
                  <a:srgbClr val="FFFFFF"/>
                </a:solidFill>
              </a:rPr>
              <a:t>adding</a:t>
            </a:r>
            <a:endParaRPr b="1" dirty="0"/>
          </a:p>
        </p:txBody>
      </p:sp>
      <p:grpSp>
        <p:nvGrpSpPr>
          <p:cNvPr id="1292" name="Google Shape;1292;p57"/>
          <p:cNvGrpSpPr/>
          <p:nvPr/>
        </p:nvGrpSpPr>
        <p:grpSpPr>
          <a:xfrm>
            <a:off x="564998" y="5031277"/>
            <a:ext cx="8234748" cy="810213"/>
            <a:chOff x="309193" y="2497429"/>
            <a:chExt cx="5192466" cy="510884"/>
          </a:xfrm>
        </p:grpSpPr>
        <p:sp>
          <p:nvSpPr>
            <p:cNvPr id="1299" name="Google Shape;1299;p57"/>
            <p:cNvSpPr/>
            <p:nvPr/>
          </p:nvSpPr>
          <p:spPr>
            <a:xfrm>
              <a:off x="309193" y="2497429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10" extrusionOk="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6887"/>
                  </a:lnTo>
                  <a:lnTo>
                    <a:pt x="5141666" y="206887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pic>
          <p:nvPicPr>
            <p:cNvPr id="1300" name="Google Shape;1300;p5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9193" y="2691663"/>
              <a:ext cx="5141666" cy="506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1" name="Google Shape;1301;p5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9994" y="2906712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2" name="Google Shape;1302;p57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0794" y="2894012"/>
              <a:ext cx="509086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3" name="Google Shape;1303;p57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450859" y="2541663"/>
              <a:ext cx="50800" cy="3650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4" name="Google Shape;1304;p57"/>
            <p:cNvSpPr/>
            <p:nvPr/>
          </p:nvSpPr>
          <p:spPr>
            <a:xfrm>
              <a:off x="309193" y="2735948"/>
              <a:ext cx="5142230" cy="221615"/>
            </a:xfrm>
            <a:custGeom>
              <a:avLst/>
              <a:gdLst/>
              <a:ahLst/>
              <a:cxnLst/>
              <a:rect l="l" t="t" r="r" b="b"/>
              <a:pathLst>
                <a:path w="5142230" h="221614" extrusionOk="0">
                  <a:moveTo>
                    <a:pt x="5141666" y="0"/>
                  </a:moveTo>
                  <a:lnTo>
                    <a:pt x="0" y="0"/>
                  </a:lnTo>
                  <a:lnTo>
                    <a:pt x="0" y="170764"/>
                  </a:lnTo>
                  <a:lnTo>
                    <a:pt x="4008" y="190489"/>
                  </a:lnTo>
                  <a:lnTo>
                    <a:pt x="14922" y="206642"/>
                  </a:lnTo>
                  <a:lnTo>
                    <a:pt x="31075" y="217556"/>
                  </a:lnTo>
                  <a:lnTo>
                    <a:pt x="50800" y="221564"/>
                  </a:lnTo>
                  <a:lnTo>
                    <a:pt x="5090865" y="221564"/>
                  </a:lnTo>
                  <a:lnTo>
                    <a:pt x="5110590" y="217556"/>
                  </a:lnTo>
                  <a:lnTo>
                    <a:pt x="5126743" y="206642"/>
                  </a:lnTo>
                  <a:lnTo>
                    <a:pt x="5137657" y="190489"/>
                  </a:lnTo>
                  <a:lnTo>
                    <a:pt x="5141666" y="170764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305" name="Google Shape;1305;p57"/>
            <p:cNvSpPr/>
            <p:nvPr/>
          </p:nvSpPr>
          <p:spPr>
            <a:xfrm>
              <a:off x="5450859" y="2579766"/>
              <a:ext cx="0" cy="346075"/>
            </a:xfrm>
            <a:custGeom>
              <a:avLst/>
              <a:gdLst/>
              <a:ahLst/>
              <a:cxnLst/>
              <a:rect l="l" t="t" r="r" b="b"/>
              <a:pathLst>
                <a:path w="120000" h="346075" extrusionOk="0">
                  <a:moveTo>
                    <a:pt x="0" y="345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306" name="Google Shape;1306;p57"/>
            <p:cNvSpPr/>
            <p:nvPr/>
          </p:nvSpPr>
          <p:spPr>
            <a:xfrm>
              <a:off x="5450859" y="25670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307" name="Google Shape;1307;p57"/>
            <p:cNvSpPr/>
            <p:nvPr/>
          </p:nvSpPr>
          <p:spPr>
            <a:xfrm>
              <a:off x="5450859" y="25543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308" name="Google Shape;1308;p57"/>
            <p:cNvSpPr/>
            <p:nvPr/>
          </p:nvSpPr>
          <p:spPr>
            <a:xfrm>
              <a:off x="5450859" y="25416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309" name="Google Shape;1309;p57"/>
            <p:cNvSpPr/>
            <p:nvPr/>
          </p:nvSpPr>
          <p:spPr>
            <a:xfrm>
              <a:off x="5450859" y="2522616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5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sp>
        <p:nvSpPr>
          <p:cNvPr id="1310" name="Google Shape;1310;p57"/>
          <p:cNvSpPr txBox="1"/>
          <p:nvPr/>
        </p:nvSpPr>
        <p:spPr>
          <a:xfrm>
            <a:off x="564997" y="1133176"/>
            <a:ext cx="7645941" cy="3614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5811" rIns="0" bIns="0" anchor="t" anchorCtr="0">
            <a:spAutoFit/>
          </a:bodyPr>
          <a:lstStyle/>
          <a:p>
            <a:pPr marL="20141" algn="just" defTabSz="1450147"/>
            <a:r>
              <a:rPr lang="en-US" sz="2000" b="1" dirty="0">
                <a:solidFill>
                  <a:srgbClr val="EC202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Padding?</a:t>
            </a:r>
            <a:endParaRPr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77189" marR="8056" indent="-285750" algn="just" defTabSz="1450147">
              <a:lnSpc>
                <a:spcPct val="1384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Without padding: Output size = Input size - Kernel size + 1 </a:t>
            </a:r>
          </a:p>
          <a:p>
            <a:pPr marL="777189" marR="8056" indent="-285750" algn="just" defTabSz="1450147">
              <a:lnSpc>
                <a:spcPct val="1384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Information at borders gets less attention</a:t>
            </a:r>
          </a:p>
          <a:p>
            <a:pPr marL="777189" marR="8056" indent="-285750" algn="just" defTabSz="1450147">
              <a:lnSpc>
                <a:spcPct val="1384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Deep networks would shrink feature maps rapidly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 defTabSz="1450147">
              <a:spcBef>
                <a:spcPts val="198"/>
              </a:spcBef>
            </a:pP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0141" algn="just" defTabSz="1450147"/>
            <a:r>
              <a:rPr lang="en-US" sz="2000" b="1" dirty="0">
                <a:solidFill>
                  <a:srgbClr val="EC202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Types of Padding</a:t>
            </a:r>
            <a:endParaRPr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77189" marR="464248" indent="-285750" algn="just" defTabSz="1450147">
              <a:lnSpc>
                <a:spcPct val="1384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 Padding: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padding (output smaller than input) </a:t>
            </a:r>
          </a:p>
          <a:p>
            <a:pPr marL="777189" marR="464248" indent="-285750" algn="just" defTabSz="1450147">
              <a:lnSpc>
                <a:spcPct val="1384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Same Padding: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Pad to keep output size = input size </a:t>
            </a:r>
          </a:p>
          <a:p>
            <a:pPr marL="777189" marR="464248" indent="-285750" algn="just" defTabSz="1450147">
              <a:lnSpc>
                <a:spcPct val="1384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Full Padding: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Maximum padding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9D400B-10FC-4870-83B1-52A140E9B1A1}"/>
              </a:ext>
            </a:extLst>
          </p:cNvPr>
          <p:cNvSpPr/>
          <p:nvPr/>
        </p:nvSpPr>
        <p:spPr>
          <a:xfrm>
            <a:off x="653145" y="5059601"/>
            <a:ext cx="8065135" cy="7155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141" defTabSz="1450147">
              <a:spcBef>
                <a:spcPts val="1594"/>
              </a:spcBef>
            </a:pPr>
            <a:r>
              <a:rPr lang="en-US" sz="1800" b="1" dirty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1800" b="1" cap="small" dirty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ame</a:t>
            </a:r>
            <a:r>
              <a:rPr lang="en-US" sz="1800" b="1" dirty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P</a:t>
            </a:r>
            <a:r>
              <a:rPr lang="en-US" sz="1800" b="1" cap="small" dirty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adding</a:t>
            </a:r>
            <a:r>
              <a:rPr lang="en-US" sz="1800" b="1" dirty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C</a:t>
            </a:r>
            <a:r>
              <a:rPr lang="en-US" sz="1800" b="1" cap="small" dirty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alculation</a:t>
            </a:r>
            <a:endParaRPr lang="en-US" sz="1800" b="1" dirty="0">
              <a:latin typeface="Calibri"/>
              <a:ea typeface="Calibri"/>
              <a:cs typeface="Calibri"/>
              <a:sym typeface="Calibri"/>
            </a:endParaRPr>
          </a:p>
          <a:p>
            <a:pPr marL="20141" defTabSz="1450147">
              <a:spcBef>
                <a:spcPts val="341"/>
              </a:spcBef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kernel size </a:t>
            </a:r>
            <a:r>
              <a:rPr lang="en-US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stride </a:t>
            </a:r>
            <a:r>
              <a:rPr lang="en-US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=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1: Padding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= (</a:t>
            </a:r>
            <a:r>
              <a:rPr lang="en-US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—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)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/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</p:spTree>
  </p:cSld>
  <p:clrMapOvr>
    <a:masterClrMapping/>
  </p:clrMapOvr>
  <p:transition>
    <p:cut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p58"/>
          <p:cNvSpPr txBox="1"/>
          <p:nvPr/>
        </p:nvSpPr>
        <p:spPr>
          <a:xfrm>
            <a:off x="151137" y="329922"/>
            <a:ext cx="479053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 defTabSz="1450147"/>
            <a:r>
              <a:rPr lang="en-US" sz="2696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2696" b="1" cap="small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onvolution</a:t>
            </a:r>
            <a:r>
              <a:rPr lang="en-US" sz="2696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696" b="1" cap="small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with</a:t>
            </a:r>
            <a:r>
              <a:rPr lang="en-US" sz="2696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P</a:t>
            </a:r>
            <a:r>
              <a:rPr lang="en-US" sz="2696" b="1" cap="small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adding</a:t>
            </a:r>
            <a:endParaRPr sz="2696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2" name="Google Shape;1322;p58"/>
          <p:cNvSpPr txBox="1"/>
          <p:nvPr/>
        </p:nvSpPr>
        <p:spPr>
          <a:xfrm>
            <a:off x="2330760" y="1877313"/>
            <a:ext cx="2756292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507"/>
              <a:t>Input Image with padding 8 </a:t>
            </a:r>
            <a:r>
              <a:rPr lang="en-US" sz="1665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507"/>
              <a:t>8</a:t>
            </a:r>
            <a:endParaRPr sz="1507"/>
          </a:p>
        </p:txBody>
      </p:sp>
      <p:graphicFrame>
        <p:nvGraphicFramePr>
          <p:cNvPr id="1323" name="Google Shape;1323;p58"/>
          <p:cNvGraphicFramePr/>
          <p:nvPr/>
        </p:nvGraphicFramePr>
        <p:xfrm>
          <a:off x="2158465" y="2232008"/>
          <a:ext cx="3093776" cy="3198448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86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7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67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67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67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67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67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672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9806"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806"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806"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9806"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9806"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9806"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9806"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9806"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24" name="Google Shape;1324;p58"/>
          <p:cNvSpPr txBox="1"/>
          <p:nvPr/>
        </p:nvSpPr>
        <p:spPr>
          <a:xfrm>
            <a:off x="5352724" y="2812975"/>
            <a:ext cx="1242698" cy="947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619334" defTabSz="1450147"/>
            <a:r>
              <a:rPr lang="en-US" sz="1665"/>
              <a:t>Filter1</a:t>
            </a:r>
            <a:endParaRPr sz="1665"/>
          </a:p>
          <a:p>
            <a:pPr defTabSz="1450147">
              <a:spcBef>
                <a:spcPts val="1150"/>
              </a:spcBef>
            </a:pPr>
            <a:endParaRPr sz="1665"/>
          </a:p>
          <a:p>
            <a:pPr marL="20141" defTabSz="1450147">
              <a:spcBef>
                <a:spcPts val="8"/>
              </a:spcBef>
            </a:pPr>
            <a:r>
              <a:rPr lang="en-US" sz="1665"/>
              <a:t>*</a:t>
            </a:r>
            <a:endParaRPr sz="1665"/>
          </a:p>
        </p:txBody>
      </p:sp>
      <p:graphicFrame>
        <p:nvGraphicFramePr>
          <p:cNvPr id="1325" name="Google Shape;1325;p58"/>
          <p:cNvGraphicFramePr/>
          <p:nvPr/>
        </p:nvGraphicFramePr>
        <p:xfrm>
          <a:off x="5517397" y="3180762"/>
          <a:ext cx="1504506" cy="1332279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01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5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5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4093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093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093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7954D72-3ACE-497E-AD7C-61A379C88FE1}"/>
                  </a:ext>
                </a:extLst>
              </p14:cNvPr>
              <p14:cNvContentPartPr/>
              <p14:nvPr/>
            </p14:nvContentPartPr>
            <p14:xfrm>
              <a:off x="1883520" y="1958760"/>
              <a:ext cx="6150240" cy="43477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7954D72-3ACE-497E-AD7C-61A379C88FE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74160" y="1949400"/>
                <a:ext cx="6168960" cy="4366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59"/>
          <p:cNvSpPr txBox="1">
            <a:spLocks noGrp="1"/>
          </p:cNvSpPr>
          <p:nvPr>
            <p:ph type="title"/>
          </p:nvPr>
        </p:nvSpPr>
        <p:spPr>
          <a:xfrm>
            <a:off x="151137" y="255279"/>
            <a:ext cx="7611932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b="1" dirty="0">
                <a:solidFill>
                  <a:srgbClr val="FFFFFF"/>
                </a:solidFill>
              </a:rPr>
              <a:t>S</a:t>
            </a:r>
            <a:r>
              <a:rPr lang="en-US" b="1" cap="small" dirty="0">
                <a:solidFill>
                  <a:srgbClr val="FFFFFF"/>
                </a:solidFill>
              </a:rPr>
              <a:t>tride</a:t>
            </a:r>
            <a:endParaRPr b="1" dirty="0"/>
          </a:p>
        </p:txBody>
      </p:sp>
      <p:pic>
        <p:nvPicPr>
          <p:cNvPr id="1343" name="Google Shape;1343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216" y="1212981"/>
            <a:ext cx="8420724" cy="49358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p60"/>
          <p:cNvSpPr txBox="1"/>
          <p:nvPr/>
        </p:nvSpPr>
        <p:spPr>
          <a:xfrm>
            <a:off x="151138" y="385905"/>
            <a:ext cx="647230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 defTabSz="1450147"/>
            <a:r>
              <a:rPr lang="en-US" sz="2696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2696" b="1" cap="small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onvolution</a:t>
            </a:r>
            <a:r>
              <a:rPr lang="en-US" sz="2696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O</a:t>
            </a:r>
            <a:r>
              <a:rPr lang="en-US" sz="2696" b="1" cap="small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peration</a:t>
            </a:r>
            <a:r>
              <a:rPr lang="en-US" sz="2696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696" b="1" cap="small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with</a:t>
            </a:r>
            <a:r>
              <a:rPr lang="en-US" sz="2696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S</a:t>
            </a:r>
            <a:r>
              <a:rPr lang="en-US" sz="2696" b="1" cap="small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tride</a:t>
            </a:r>
            <a:endParaRPr sz="2696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9" name="Google Shape;1349;p60"/>
          <p:cNvSpPr txBox="1"/>
          <p:nvPr/>
        </p:nvSpPr>
        <p:spPr>
          <a:xfrm>
            <a:off x="1270632" y="1876692"/>
            <a:ext cx="1186303" cy="312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665"/>
              <a:t>stride </a:t>
            </a:r>
            <a:r>
              <a:rPr lang="en-US" sz="1665" i="1"/>
              <a:t>s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665"/>
              <a:t>3</a:t>
            </a:r>
            <a:endParaRPr sz="1665"/>
          </a:p>
        </p:txBody>
      </p:sp>
      <p:graphicFrame>
        <p:nvGraphicFramePr>
          <p:cNvPr id="1350" name="Google Shape;1350;p60"/>
          <p:cNvGraphicFramePr/>
          <p:nvPr/>
        </p:nvGraphicFramePr>
        <p:xfrm>
          <a:off x="570934" y="2268557"/>
          <a:ext cx="2580108" cy="2664558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4300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0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0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0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0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4093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093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093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093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093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093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51" name="Google Shape;1351;p60"/>
          <p:cNvSpPr txBox="1"/>
          <p:nvPr/>
        </p:nvSpPr>
        <p:spPr>
          <a:xfrm>
            <a:off x="973473" y="4987868"/>
            <a:ext cx="1780462" cy="312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665"/>
              <a:t>Input Image 6 </a:t>
            </a:r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665"/>
              <a:t>6</a:t>
            </a:r>
            <a:endParaRPr sz="1665"/>
          </a:p>
        </p:txBody>
      </p:sp>
      <p:graphicFrame>
        <p:nvGraphicFramePr>
          <p:cNvPr id="1352" name="Google Shape;1352;p60"/>
          <p:cNvGraphicFramePr/>
          <p:nvPr/>
        </p:nvGraphicFramePr>
        <p:xfrm>
          <a:off x="3780702" y="2997942"/>
          <a:ext cx="1504506" cy="89421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01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5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5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807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07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07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53" name="Google Shape;1353;p60"/>
          <p:cNvSpPr txBox="1"/>
          <p:nvPr/>
        </p:nvSpPr>
        <p:spPr>
          <a:xfrm>
            <a:off x="4216128" y="3869711"/>
            <a:ext cx="642497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/>
              <a:t>Filter1</a:t>
            </a:r>
            <a:endParaRPr sz="1665"/>
          </a:p>
        </p:txBody>
      </p:sp>
      <p:grpSp>
        <p:nvGrpSpPr>
          <p:cNvPr id="1354" name="Google Shape;1354;p60"/>
          <p:cNvGrpSpPr/>
          <p:nvPr/>
        </p:nvGrpSpPr>
        <p:grpSpPr>
          <a:xfrm>
            <a:off x="6790834" y="2856900"/>
            <a:ext cx="1028131" cy="457200"/>
            <a:chOff x="4281998" y="1261684"/>
            <a:chExt cx="648294" cy="288290"/>
          </a:xfrm>
        </p:grpSpPr>
        <p:sp>
          <p:nvSpPr>
            <p:cNvPr id="1355" name="Google Shape;1355;p60"/>
            <p:cNvSpPr/>
            <p:nvPr/>
          </p:nvSpPr>
          <p:spPr>
            <a:xfrm>
              <a:off x="4281998" y="1261684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356" name="Google Shape;1356;p60"/>
            <p:cNvSpPr/>
            <p:nvPr/>
          </p:nvSpPr>
          <p:spPr>
            <a:xfrm>
              <a:off x="4281998" y="1261684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357" name="Google Shape;1357;p60"/>
            <p:cNvSpPr/>
            <p:nvPr/>
          </p:nvSpPr>
          <p:spPr>
            <a:xfrm>
              <a:off x="4642002" y="1261684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358" name="Google Shape;1358;p60"/>
            <p:cNvSpPr/>
            <p:nvPr/>
          </p:nvSpPr>
          <p:spPr>
            <a:xfrm>
              <a:off x="4642002" y="1261684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sp>
        <p:nvSpPr>
          <p:cNvPr id="1359" name="Google Shape;1359;p60"/>
          <p:cNvSpPr txBox="1"/>
          <p:nvPr/>
        </p:nvSpPr>
        <p:spPr>
          <a:xfrm>
            <a:off x="6938826" y="2924757"/>
            <a:ext cx="768370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/>
              <a:t>3       -1</a:t>
            </a:r>
            <a:endParaRPr sz="1665"/>
          </a:p>
        </p:txBody>
      </p:sp>
      <p:grpSp>
        <p:nvGrpSpPr>
          <p:cNvPr id="1360" name="Google Shape;1360;p60"/>
          <p:cNvGrpSpPr/>
          <p:nvPr/>
        </p:nvGrpSpPr>
        <p:grpSpPr>
          <a:xfrm>
            <a:off x="6790834" y="3427831"/>
            <a:ext cx="1028131" cy="457200"/>
            <a:chOff x="4281998" y="1621688"/>
            <a:chExt cx="648294" cy="288290"/>
          </a:xfrm>
        </p:grpSpPr>
        <p:sp>
          <p:nvSpPr>
            <p:cNvPr id="1361" name="Google Shape;1361;p60"/>
            <p:cNvSpPr/>
            <p:nvPr/>
          </p:nvSpPr>
          <p:spPr>
            <a:xfrm>
              <a:off x="4281998" y="1621688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9999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362" name="Google Shape;1362;p60"/>
            <p:cNvSpPr/>
            <p:nvPr/>
          </p:nvSpPr>
          <p:spPr>
            <a:xfrm>
              <a:off x="4281998" y="1621688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363" name="Google Shape;1363;p60"/>
            <p:cNvSpPr/>
            <p:nvPr/>
          </p:nvSpPr>
          <p:spPr>
            <a:xfrm>
              <a:off x="4642002" y="1621688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99FF9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364" name="Google Shape;1364;p60"/>
            <p:cNvSpPr/>
            <p:nvPr/>
          </p:nvSpPr>
          <p:spPr>
            <a:xfrm>
              <a:off x="4642002" y="1621688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sp>
        <p:nvSpPr>
          <p:cNvPr id="1365" name="Google Shape;1365;p60"/>
          <p:cNvSpPr txBox="1"/>
          <p:nvPr/>
        </p:nvSpPr>
        <p:spPr>
          <a:xfrm>
            <a:off x="6468754" y="3495674"/>
            <a:ext cx="1672811" cy="858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489425" defTabSz="1450147"/>
            <a:r>
              <a:rPr lang="en-US" sz="1665" dirty="0"/>
              <a:t>3        -1</a:t>
            </a:r>
            <a:endParaRPr sz="1665" dirty="0"/>
          </a:p>
          <a:p>
            <a:pPr defTabSz="1450147">
              <a:spcBef>
                <a:spcPts val="500"/>
              </a:spcBef>
            </a:pPr>
            <a:endParaRPr sz="1665" dirty="0"/>
          </a:p>
          <a:p>
            <a:pPr marL="20141" defTabSz="1450147">
              <a:spcBef>
                <a:spcPts val="8"/>
              </a:spcBef>
            </a:pPr>
            <a:r>
              <a:rPr lang="en-US" sz="1665" dirty="0"/>
              <a:t>Feature Map 2x2</a:t>
            </a:r>
            <a:endParaRPr sz="1665" dirty="0"/>
          </a:p>
        </p:txBody>
      </p:sp>
    </p:spTree>
  </p:cSld>
  <p:clrMapOvr>
    <a:masterClrMapping/>
  </p:clrMapOvr>
  <p:transition>
    <p:cut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p61"/>
          <p:cNvSpPr txBox="1">
            <a:spLocks noGrp="1"/>
          </p:cNvSpPr>
          <p:nvPr>
            <p:ph type="title"/>
          </p:nvPr>
        </p:nvSpPr>
        <p:spPr>
          <a:xfrm>
            <a:off x="151137" y="357914"/>
            <a:ext cx="835447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b="1" dirty="0" err="1">
                <a:solidFill>
                  <a:srgbClr val="FFFFFF"/>
                </a:solidFill>
              </a:rPr>
              <a:t>S</a:t>
            </a:r>
            <a:r>
              <a:rPr lang="en-US" b="1" cap="small" dirty="0" err="1">
                <a:solidFill>
                  <a:srgbClr val="FFFFFF"/>
                </a:solidFill>
              </a:rPr>
              <a:t>trided</a:t>
            </a:r>
            <a:r>
              <a:rPr lang="en-US" b="1" dirty="0">
                <a:solidFill>
                  <a:srgbClr val="FFFFFF"/>
                </a:solidFill>
              </a:rPr>
              <a:t> C</a:t>
            </a:r>
            <a:r>
              <a:rPr lang="en-US" b="1" cap="small" dirty="0">
                <a:solidFill>
                  <a:srgbClr val="FFFFFF"/>
                </a:solidFill>
              </a:rPr>
              <a:t>onvolution</a:t>
            </a:r>
            <a:endParaRPr b="1" dirty="0"/>
          </a:p>
        </p:txBody>
      </p:sp>
      <p:pic>
        <p:nvPicPr>
          <p:cNvPr id="1383" name="Google Shape;1383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837" y="1101013"/>
            <a:ext cx="8089641" cy="53091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p62"/>
          <p:cNvSpPr txBox="1">
            <a:spLocks noGrp="1"/>
          </p:cNvSpPr>
          <p:nvPr>
            <p:ph type="title"/>
          </p:nvPr>
        </p:nvSpPr>
        <p:spPr>
          <a:xfrm>
            <a:off x="151137" y="423229"/>
            <a:ext cx="835447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b="1" dirty="0" err="1">
                <a:solidFill>
                  <a:srgbClr val="FFFFFF"/>
                </a:solidFill>
              </a:rPr>
              <a:t>S</a:t>
            </a:r>
            <a:r>
              <a:rPr lang="en-US" b="1" cap="small" dirty="0" err="1">
                <a:solidFill>
                  <a:srgbClr val="FFFFFF"/>
                </a:solidFill>
              </a:rPr>
              <a:t>trided</a:t>
            </a:r>
            <a:r>
              <a:rPr lang="en-US" b="1" dirty="0">
                <a:solidFill>
                  <a:srgbClr val="FFFFFF"/>
                </a:solidFill>
              </a:rPr>
              <a:t> C</a:t>
            </a:r>
            <a:r>
              <a:rPr lang="en-US" b="1" cap="small" dirty="0">
                <a:solidFill>
                  <a:srgbClr val="FFFFFF"/>
                </a:solidFill>
              </a:rPr>
              <a:t>onvolution</a:t>
            </a:r>
            <a:r>
              <a:rPr lang="en-US" b="1" dirty="0">
                <a:solidFill>
                  <a:srgbClr val="FFFFFF"/>
                </a:solidFill>
              </a:rPr>
              <a:t>: E</a:t>
            </a:r>
            <a:r>
              <a:rPr lang="en-US" b="1" cap="small" dirty="0">
                <a:solidFill>
                  <a:srgbClr val="FFFFFF"/>
                </a:solidFill>
              </a:rPr>
              <a:t>xample</a:t>
            </a:r>
            <a:endParaRPr b="1" dirty="0"/>
          </a:p>
        </p:txBody>
      </p:sp>
      <p:sp>
        <p:nvSpPr>
          <p:cNvPr id="1389" name="Google Shape;1389;p62"/>
          <p:cNvSpPr txBox="1"/>
          <p:nvPr/>
        </p:nvSpPr>
        <p:spPr>
          <a:xfrm>
            <a:off x="550775" y="1804155"/>
            <a:ext cx="1941589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 dirty="0">
                <a:solidFill>
                  <a:srgbClr val="1B1472"/>
                </a:solidFill>
              </a:rPr>
              <a:t>Stride = 2 Example:</a:t>
            </a:r>
            <a:endParaRPr sz="1665" dirty="0"/>
          </a:p>
        </p:txBody>
      </p:sp>
      <p:graphicFrame>
        <p:nvGraphicFramePr>
          <p:cNvPr id="1390" name="Google Shape;1390;p62"/>
          <p:cNvGraphicFramePr/>
          <p:nvPr/>
        </p:nvGraphicFramePr>
        <p:xfrm>
          <a:off x="2410303" y="2370719"/>
          <a:ext cx="1436034" cy="1431991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950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3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8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3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28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3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406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31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0352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32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0352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33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0352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34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0352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35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0352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36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0352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757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25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0352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26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0352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27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1344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28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0352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29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0352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30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0352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81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19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0352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20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0352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21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1344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22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1344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23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0352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24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1344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38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13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0352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14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1344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15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0352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16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0352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17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1344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18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0352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757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0352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0352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0352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0352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1344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1344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757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1344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1344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0352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1344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9361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8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0352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391" name="Google Shape;1391;p62"/>
          <p:cNvGrpSpPr/>
          <p:nvPr/>
        </p:nvGrpSpPr>
        <p:grpSpPr>
          <a:xfrm>
            <a:off x="2480723" y="2437126"/>
            <a:ext cx="1142546" cy="685798"/>
            <a:chOff x="1564233" y="996993"/>
            <a:chExt cx="720439" cy="432434"/>
          </a:xfrm>
        </p:grpSpPr>
        <p:sp>
          <p:nvSpPr>
            <p:cNvPr id="1392" name="Google Shape;1392;p62"/>
            <p:cNvSpPr/>
            <p:nvPr/>
          </p:nvSpPr>
          <p:spPr>
            <a:xfrm>
              <a:off x="1564233" y="996993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4" extrusionOk="0">
                  <a:moveTo>
                    <a:pt x="0" y="432007"/>
                  </a:moveTo>
                  <a:lnTo>
                    <a:pt x="0" y="0"/>
                  </a:lnTo>
                  <a:lnTo>
                    <a:pt x="432006" y="0"/>
                  </a:lnTo>
                  <a:lnTo>
                    <a:pt x="432006" y="432007"/>
                  </a:lnTo>
                  <a:lnTo>
                    <a:pt x="0" y="432007"/>
                  </a:lnTo>
                  <a:close/>
                </a:path>
              </a:pathLst>
            </a:custGeom>
            <a:noFill/>
            <a:ln w="202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393" name="Google Shape;1393;p62"/>
            <p:cNvSpPr/>
            <p:nvPr/>
          </p:nvSpPr>
          <p:spPr>
            <a:xfrm>
              <a:off x="1852238" y="996993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4" extrusionOk="0">
                  <a:moveTo>
                    <a:pt x="0" y="432007"/>
                  </a:moveTo>
                  <a:lnTo>
                    <a:pt x="0" y="0"/>
                  </a:lnTo>
                  <a:lnTo>
                    <a:pt x="432007" y="0"/>
                  </a:lnTo>
                  <a:lnTo>
                    <a:pt x="432007" y="432007"/>
                  </a:lnTo>
                  <a:lnTo>
                    <a:pt x="0" y="432007"/>
                  </a:lnTo>
                  <a:close/>
                </a:path>
              </a:pathLst>
            </a:custGeom>
            <a:noFill/>
            <a:ln w="2022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grpSp>
        <p:nvGrpSpPr>
          <p:cNvPr id="1394" name="Google Shape;1394;p62"/>
          <p:cNvGrpSpPr/>
          <p:nvPr/>
        </p:nvGrpSpPr>
        <p:grpSpPr>
          <a:xfrm>
            <a:off x="4230610" y="2802067"/>
            <a:ext cx="625945" cy="548841"/>
            <a:chOff x="2667634" y="1227108"/>
            <a:chExt cx="394693" cy="346075"/>
          </a:xfrm>
        </p:grpSpPr>
        <p:sp>
          <p:nvSpPr>
            <p:cNvPr id="1395" name="Google Shape;1395;p62"/>
            <p:cNvSpPr/>
            <p:nvPr/>
          </p:nvSpPr>
          <p:spPr>
            <a:xfrm>
              <a:off x="2716252" y="1227108"/>
              <a:ext cx="346075" cy="346075"/>
            </a:xfrm>
            <a:custGeom>
              <a:avLst/>
              <a:gdLst/>
              <a:ahLst/>
              <a:cxnLst/>
              <a:rect l="l" t="t" r="r" b="b"/>
              <a:pathLst>
                <a:path w="346075" h="346075" extrusionOk="0">
                  <a:moveTo>
                    <a:pt x="0" y="288299"/>
                  </a:moveTo>
                  <a:lnTo>
                    <a:pt x="345894" y="288299"/>
                  </a:lnTo>
                </a:path>
                <a:path w="346075" h="346075" extrusionOk="0">
                  <a:moveTo>
                    <a:pt x="0" y="173098"/>
                  </a:moveTo>
                  <a:lnTo>
                    <a:pt x="345894" y="173098"/>
                  </a:lnTo>
                </a:path>
                <a:path w="346075" h="346075" extrusionOk="0">
                  <a:moveTo>
                    <a:pt x="0" y="57898"/>
                  </a:moveTo>
                  <a:lnTo>
                    <a:pt x="345894" y="57898"/>
                  </a:lnTo>
                </a:path>
                <a:path w="346075" h="346075" extrusionOk="0">
                  <a:moveTo>
                    <a:pt x="115182" y="345894"/>
                  </a:moveTo>
                  <a:lnTo>
                    <a:pt x="115182" y="0"/>
                  </a:lnTo>
                </a:path>
                <a:path w="346075" h="346075" extrusionOk="0">
                  <a:moveTo>
                    <a:pt x="230382" y="345894"/>
                  </a:moveTo>
                  <a:lnTo>
                    <a:pt x="230382" y="0"/>
                  </a:lnTo>
                </a:path>
                <a:path w="346075" h="346075" extrusionOk="0">
                  <a:moveTo>
                    <a:pt x="345582" y="345894"/>
                  </a:moveTo>
                  <a:lnTo>
                    <a:pt x="345582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396" name="Google Shape;1396;p62"/>
            <p:cNvSpPr/>
            <p:nvPr/>
          </p:nvSpPr>
          <p:spPr>
            <a:xfrm>
              <a:off x="2667634" y="1350341"/>
              <a:ext cx="44450" cy="74930"/>
            </a:xfrm>
            <a:custGeom>
              <a:avLst/>
              <a:gdLst/>
              <a:ahLst/>
              <a:cxnLst/>
              <a:rect l="l" t="t" r="r" b="b"/>
              <a:pathLst>
                <a:path w="44450" h="74930" extrusionOk="0">
                  <a:moveTo>
                    <a:pt x="26763" y="0"/>
                  </a:moveTo>
                  <a:lnTo>
                    <a:pt x="26857" y="16534"/>
                  </a:lnTo>
                  <a:lnTo>
                    <a:pt x="30284" y="29872"/>
                  </a:lnTo>
                  <a:lnTo>
                    <a:pt x="36224" y="40310"/>
                  </a:lnTo>
                  <a:lnTo>
                    <a:pt x="43856" y="48142"/>
                  </a:lnTo>
                  <a:lnTo>
                    <a:pt x="32983" y="49312"/>
                  </a:lnTo>
                  <a:lnTo>
                    <a:pt x="21753" y="53569"/>
                  </a:lnTo>
                  <a:lnTo>
                    <a:pt x="10611" y="61662"/>
                  </a:lnTo>
                  <a:lnTo>
                    <a:pt x="0" y="74343"/>
                  </a:lnTo>
                </a:path>
              </a:pathLst>
            </a:custGeom>
            <a:noFill/>
            <a:ln w="10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397" name="Google Shape;1397;p62"/>
            <p:cNvSpPr/>
            <p:nvPr/>
          </p:nvSpPr>
          <p:spPr>
            <a:xfrm>
              <a:off x="2897385" y="1349761"/>
              <a:ext cx="45085" cy="73660"/>
            </a:xfrm>
            <a:custGeom>
              <a:avLst/>
              <a:gdLst/>
              <a:ahLst/>
              <a:cxnLst/>
              <a:rect l="l" t="t" r="r" b="b"/>
              <a:pathLst>
                <a:path w="45085" h="73659" extrusionOk="0">
                  <a:moveTo>
                    <a:pt x="28791" y="0"/>
                  </a:moveTo>
                  <a:lnTo>
                    <a:pt x="28431" y="16530"/>
                  </a:lnTo>
                  <a:lnTo>
                    <a:pt x="31492" y="29958"/>
                  </a:lnTo>
                  <a:lnTo>
                    <a:pt x="37143" y="40554"/>
                  </a:lnTo>
                  <a:lnTo>
                    <a:pt x="44557" y="48592"/>
                  </a:lnTo>
                  <a:lnTo>
                    <a:pt x="33657" y="49464"/>
                  </a:lnTo>
                  <a:lnTo>
                    <a:pt x="22315" y="53412"/>
                  </a:lnTo>
                  <a:lnTo>
                    <a:pt x="10954" y="61196"/>
                  </a:lnTo>
                  <a:lnTo>
                    <a:pt x="0" y="73581"/>
                  </a:lnTo>
                </a:path>
              </a:pathLst>
            </a:custGeom>
            <a:noFill/>
            <a:ln w="10100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sp>
        <p:nvSpPr>
          <p:cNvPr id="1401" name="Google Shape;1401;p62"/>
          <p:cNvSpPr txBox="1"/>
          <p:nvPr/>
        </p:nvSpPr>
        <p:spPr>
          <a:xfrm>
            <a:off x="4020157" y="3858161"/>
            <a:ext cx="1123866" cy="286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19" rIns="0" bIns="0" anchor="t" anchorCtr="0">
            <a:spAutoFit/>
          </a:bodyPr>
          <a:lstStyle/>
          <a:p>
            <a:pPr marL="20141" defTabSz="1450147"/>
            <a:r>
              <a:rPr lang="en-US" sz="1507"/>
              <a:t>3 </a:t>
            </a:r>
            <a:r>
              <a:rPr lang="en-US" sz="1744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507"/>
              <a:t>3 kernel</a:t>
            </a:r>
            <a:endParaRPr sz="1507"/>
          </a:p>
        </p:txBody>
      </p:sp>
      <p:graphicFrame>
        <p:nvGraphicFramePr>
          <p:cNvPr id="1402" name="Google Shape;1402;p62"/>
          <p:cNvGraphicFramePr/>
          <p:nvPr/>
        </p:nvGraphicFramePr>
        <p:xfrm>
          <a:off x="5673941" y="2524468"/>
          <a:ext cx="638484" cy="593167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192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2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924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4185" marB="0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418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2163" marB="0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418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403" name="Google Shape;1403;p62"/>
          <p:cNvGrpSpPr/>
          <p:nvPr/>
        </p:nvGrpSpPr>
        <p:grpSpPr>
          <a:xfrm>
            <a:off x="3165843" y="2665499"/>
            <a:ext cx="1493001" cy="405839"/>
            <a:chOff x="1996240" y="1140995"/>
            <a:chExt cx="941420" cy="255904"/>
          </a:xfrm>
        </p:grpSpPr>
        <p:sp>
          <p:nvSpPr>
            <p:cNvPr id="1404" name="Google Shape;1404;p62"/>
            <p:cNvSpPr/>
            <p:nvPr/>
          </p:nvSpPr>
          <p:spPr>
            <a:xfrm>
              <a:off x="1996240" y="1140995"/>
              <a:ext cx="710565" cy="255904"/>
            </a:xfrm>
            <a:custGeom>
              <a:avLst/>
              <a:gdLst/>
              <a:ahLst/>
              <a:cxnLst/>
              <a:rect l="l" t="t" r="r" b="b"/>
              <a:pathLst>
                <a:path w="710564" h="255905" extrusionOk="0">
                  <a:moveTo>
                    <a:pt x="0" y="0"/>
                  </a:moveTo>
                  <a:lnTo>
                    <a:pt x="710488" y="255774"/>
                  </a:lnTo>
                </a:path>
              </a:pathLst>
            </a:custGeom>
            <a:noFill/>
            <a:ln w="10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405" name="Google Shape;1405;p62"/>
            <p:cNvSpPr/>
            <p:nvPr/>
          </p:nvSpPr>
          <p:spPr>
            <a:xfrm>
              <a:off x="2284245" y="1140995"/>
              <a:ext cx="653415" cy="255904"/>
            </a:xfrm>
            <a:custGeom>
              <a:avLst/>
              <a:gdLst/>
              <a:ahLst/>
              <a:cxnLst/>
              <a:rect l="l" t="t" r="r" b="b"/>
              <a:pathLst>
                <a:path w="653414" h="255905" extrusionOk="0">
                  <a:moveTo>
                    <a:pt x="0" y="0"/>
                  </a:moveTo>
                  <a:lnTo>
                    <a:pt x="652986" y="255514"/>
                  </a:lnTo>
                </a:path>
              </a:pathLst>
            </a:custGeom>
            <a:noFill/>
            <a:ln w="10100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sp>
        <p:nvSpPr>
          <p:cNvPr id="1406" name="Google Shape;1406;p62"/>
          <p:cNvSpPr txBox="1"/>
          <p:nvPr/>
        </p:nvSpPr>
        <p:spPr>
          <a:xfrm>
            <a:off x="2620077" y="3846700"/>
            <a:ext cx="1091641" cy="286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19" rIns="0" bIns="0" anchor="t" anchorCtr="0">
            <a:spAutoFit/>
          </a:bodyPr>
          <a:lstStyle/>
          <a:p>
            <a:pPr marL="20141" defTabSz="1450147"/>
            <a:r>
              <a:rPr lang="en-US" sz="1507"/>
              <a:t>Input: 6 </a:t>
            </a:r>
            <a:r>
              <a:rPr lang="en-US" sz="1744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507"/>
              <a:t>6</a:t>
            </a:r>
            <a:endParaRPr sz="1507"/>
          </a:p>
        </p:txBody>
      </p:sp>
      <p:sp>
        <p:nvSpPr>
          <p:cNvPr id="1409" name="Google Shape;1409;p62"/>
          <p:cNvSpPr txBox="1"/>
          <p:nvPr/>
        </p:nvSpPr>
        <p:spPr>
          <a:xfrm>
            <a:off x="5374959" y="3848131"/>
            <a:ext cx="1245719" cy="464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8542" rIns="0" bIns="0" anchor="t" anchorCtr="0">
            <a:spAutoFit/>
          </a:bodyPr>
          <a:lstStyle/>
          <a:p>
            <a:pPr marL="200401" marR="8056" indent="-181268" defTabSz="1450147">
              <a:lnSpc>
                <a:spcPct val="77300"/>
              </a:lnSpc>
            </a:pPr>
            <a:r>
              <a:rPr lang="en-US" sz="1507"/>
              <a:t>Output: 2 </a:t>
            </a:r>
            <a:r>
              <a:rPr lang="en-US" sz="1744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507"/>
              <a:t>2 (stride=2)</a:t>
            </a:r>
            <a:endParaRPr sz="1507"/>
          </a:p>
        </p:txBody>
      </p:sp>
      <p:sp>
        <p:nvSpPr>
          <p:cNvPr id="1410" name="Google Shape;1410;p62"/>
          <p:cNvSpPr txBox="1"/>
          <p:nvPr/>
        </p:nvSpPr>
        <p:spPr>
          <a:xfrm>
            <a:off x="510513" y="4728371"/>
            <a:ext cx="4180258" cy="312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60423" defTabSz="1450147"/>
            <a:r>
              <a:rPr lang="en-US" sz="1665"/>
              <a:t>With stride = 2: Output size = </a:t>
            </a:r>
            <a:r>
              <a:rPr lang="en-US" sz="1665" u="sng" baseline="30000"/>
              <a:t>6</a:t>
            </a:r>
            <a:r>
              <a:rPr lang="en-US" sz="1903" i="1" u="sng" baseline="30000">
                <a:latin typeface="Verdana"/>
                <a:ea typeface="Verdana"/>
                <a:cs typeface="Verdana"/>
                <a:sym typeface="Verdana"/>
              </a:rPr>
              <a:t>−</a:t>
            </a:r>
            <a:r>
              <a:rPr lang="en-US" sz="1665" u="sng" baseline="30000"/>
              <a:t>3</a:t>
            </a:r>
            <a:r>
              <a:rPr lang="en-US" sz="1665" baseline="30000"/>
              <a:t>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665"/>
              <a:t>1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665"/>
              <a:t>2</a:t>
            </a:r>
            <a:endParaRPr sz="1665"/>
          </a:p>
        </p:txBody>
      </p:sp>
      <p:sp>
        <p:nvSpPr>
          <p:cNvPr id="1411" name="Google Shape;1411;p62"/>
          <p:cNvSpPr txBox="1"/>
          <p:nvPr/>
        </p:nvSpPr>
        <p:spPr>
          <a:xfrm>
            <a:off x="550794" y="4856700"/>
            <a:ext cx="6382672" cy="579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4498" rIns="0" bIns="0" anchor="t" anchorCtr="0">
            <a:spAutoFit/>
          </a:bodyPr>
          <a:lstStyle/>
          <a:p>
            <a:pPr marR="249748" algn="ctr" defTabSz="1450147"/>
            <a:r>
              <a:rPr lang="en-US" sz="1110" dirty="0"/>
              <a:t>2</a:t>
            </a:r>
            <a:endParaRPr sz="1110" dirty="0"/>
          </a:p>
          <a:p>
            <a:pPr marL="20141" defTabSz="1450147">
              <a:spcBef>
                <a:spcPts val="649"/>
              </a:spcBef>
            </a:pPr>
            <a:r>
              <a:rPr lang="en-US" sz="1665" dirty="0">
                <a:solidFill>
                  <a:srgbClr val="EC2027"/>
                </a:solidFill>
              </a:rPr>
              <a:t>Trade-off: Lose spatial resolution but gain computational efficiency</a:t>
            </a:r>
            <a:endParaRPr sz="1665" dirty="0"/>
          </a:p>
        </p:txBody>
      </p:sp>
    </p:spTree>
  </p:cSld>
  <p:clrMapOvr>
    <a:masterClrMapping/>
  </p:clrMapOvr>
  <p:transition>
    <p:cut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p63"/>
          <p:cNvSpPr txBox="1">
            <a:spLocks noGrp="1"/>
          </p:cNvSpPr>
          <p:nvPr>
            <p:ph type="title"/>
          </p:nvPr>
        </p:nvSpPr>
        <p:spPr>
          <a:xfrm>
            <a:off x="151137" y="236618"/>
            <a:ext cx="835447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b="1" dirty="0">
                <a:solidFill>
                  <a:srgbClr val="FFFFFF"/>
                </a:solidFill>
              </a:rPr>
              <a:t>D</a:t>
            </a:r>
            <a:r>
              <a:rPr lang="en-US" b="1" cap="small" dirty="0">
                <a:solidFill>
                  <a:srgbClr val="FFFFFF"/>
                </a:solidFill>
              </a:rPr>
              <a:t>ilated</a:t>
            </a:r>
            <a:r>
              <a:rPr lang="en-US" b="1" dirty="0">
                <a:solidFill>
                  <a:srgbClr val="FFFFFF"/>
                </a:solidFill>
              </a:rPr>
              <a:t> (</a:t>
            </a:r>
            <a:r>
              <a:rPr lang="en-US" b="1" dirty="0" err="1">
                <a:solidFill>
                  <a:srgbClr val="FFFFFF"/>
                </a:solidFill>
              </a:rPr>
              <a:t>A</a:t>
            </a:r>
            <a:r>
              <a:rPr lang="en-US" b="1" cap="small" dirty="0" err="1">
                <a:solidFill>
                  <a:srgbClr val="FFFFFF"/>
                </a:solidFill>
              </a:rPr>
              <a:t>trous</a:t>
            </a:r>
            <a:r>
              <a:rPr lang="en-US" b="1" dirty="0">
                <a:solidFill>
                  <a:srgbClr val="FFFFFF"/>
                </a:solidFill>
              </a:rPr>
              <a:t>) C</a:t>
            </a:r>
            <a:r>
              <a:rPr lang="en-US" b="1" cap="small" dirty="0">
                <a:solidFill>
                  <a:srgbClr val="FFFFFF"/>
                </a:solidFill>
              </a:rPr>
              <a:t>onvolution</a:t>
            </a:r>
            <a:endParaRPr b="1" dirty="0"/>
          </a:p>
        </p:txBody>
      </p:sp>
      <p:grpSp>
        <p:nvGrpSpPr>
          <p:cNvPr id="1417" name="Google Shape;1417;p63"/>
          <p:cNvGrpSpPr/>
          <p:nvPr/>
        </p:nvGrpSpPr>
        <p:grpSpPr>
          <a:xfrm>
            <a:off x="490350" y="1036633"/>
            <a:ext cx="8234748" cy="1066889"/>
            <a:chOff x="309193" y="537514"/>
            <a:chExt cx="5192466" cy="672733"/>
          </a:xfrm>
        </p:grpSpPr>
        <p:sp>
          <p:nvSpPr>
            <p:cNvPr id="1418" name="Google Shape;1418;p63"/>
            <p:cNvSpPr/>
            <p:nvPr/>
          </p:nvSpPr>
          <p:spPr>
            <a:xfrm>
              <a:off x="309193" y="537514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09" extrusionOk="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6887"/>
                  </a:lnTo>
                  <a:lnTo>
                    <a:pt x="5141666" y="206887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pic>
          <p:nvPicPr>
            <p:cNvPr id="1419" name="Google Shape;1419;p6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9193" y="731748"/>
              <a:ext cx="5141666" cy="506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0" name="Google Shape;1420;p6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9994" y="1108646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1" name="Google Shape;1421;p6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0794" y="1095946"/>
              <a:ext cx="509086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2" name="Google Shape;1422;p6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450859" y="581748"/>
              <a:ext cx="50800" cy="5268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3" name="Google Shape;1423;p63"/>
            <p:cNvSpPr/>
            <p:nvPr/>
          </p:nvSpPr>
          <p:spPr>
            <a:xfrm>
              <a:off x="309193" y="776026"/>
              <a:ext cx="5142230" cy="383540"/>
            </a:xfrm>
            <a:custGeom>
              <a:avLst/>
              <a:gdLst/>
              <a:ahLst/>
              <a:cxnLst/>
              <a:rect l="l" t="t" r="r" b="b"/>
              <a:pathLst>
                <a:path w="5142230" h="383540" extrusionOk="0">
                  <a:moveTo>
                    <a:pt x="5141666" y="0"/>
                  </a:moveTo>
                  <a:lnTo>
                    <a:pt x="0" y="0"/>
                  </a:lnTo>
                  <a:lnTo>
                    <a:pt x="0" y="332620"/>
                  </a:lnTo>
                  <a:lnTo>
                    <a:pt x="4008" y="352345"/>
                  </a:lnTo>
                  <a:lnTo>
                    <a:pt x="14922" y="368498"/>
                  </a:lnTo>
                  <a:lnTo>
                    <a:pt x="31075" y="379412"/>
                  </a:lnTo>
                  <a:lnTo>
                    <a:pt x="50800" y="383420"/>
                  </a:lnTo>
                  <a:lnTo>
                    <a:pt x="5090865" y="383420"/>
                  </a:lnTo>
                  <a:lnTo>
                    <a:pt x="5110590" y="379412"/>
                  </a:lnTo>
                  <a:lnTo>
                    <a:pt x="5126743" y="368498"/>
                  </a:lnTo>
                  <a:lnTo>
                    <a:pt x="5137657" y="352345"/>
                  </a:lnTo>
                  <a:lnTo>
                    <a:pt x="5141666" y="332620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424" name="Google Shape;1424;p63"/>
            <p:cNvSpPr/>
            <p:nvPr/>
          </p:nvSpPr>
          <p:spPr>
            <a:xfrm>
              <a:off x="5450859" y="619844"/>
              <a:ext cx="0" cy="508000"/>
            </a:xfrm>
            <a:custGeom>
              <a:avLst/>
              <a:gdLst/>
              <a:ahLst/>
              <a:cxnLst/>
              <a:rect l="l" t="t" r="r" b="b"/>
              <a:pathLst>
                <a:path w="120000" h="508000" extrusionOk="0">
                  <a:moveTo>
                    <a:pt x="0" y="50785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425" name="Google Shape;1425;p63"/>
            <p:cNvSpPr/>
            <p:nvPr/>
          </p:nvSpPr>
          <p:spPr>
            <a:xfrm>
              <a:off x="5450859" y="60714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426" name="Google Shape;1426;p63"/>
            <p:cNvSpPr/>
            <p:nvPr/>
          </p:nvSpPr>
          <p:spPr>
            <a:xfrm>
              <a:off x="5450859" y="59444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427" name="Google Shape;1427;p63"/>
            <p:cNvSpPr/>
            <p:nvPr/>
          </p:nvSpPr>
          <p:spPr>
            <a:xfrm>
              <a:off x="5450859" y="58174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428" name="Google Shape;1428;p63"/>
            <p:cNvSpPr/>
            <p:nvPr/>
          </p:nvSpPr>
          <p:spPr>
            <a:xfrm>
              <a:off x="5450859" y="562694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5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sp>
        <p:nvSpPr>
          <p:cNvPr id="1432" name="Google Shape;1432;p63"/>
          <p:cNvSpPr txBox="1"/>
          <p:nvPr/>
        </p:nvSpPr>
        <p:spPr>
          <a:xfrm>
            <a:off x="546336" y="2325887"/>
            <a:ext cx="8033226" cy="3138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5599" rIns="0" bIns="0" anchor="t" anchorCtr="0">
            <a:spAutoFit/>
          </a:bodyPr>
          <a:lstStyle/>
          <a:p>
            <a:pPr marL="80564" defTabSz="1450147"/>
            <a:r>
              <a:rPr lang="en-US" sz="20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Dilation rate </a:t>
            </a:r>
            <a:r>
              <a:rPr lang="en-US" sz="2000" i="1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 </a:t>
            </a:r>
            <a:r>
              <a:rPr lang="en-US" sz="20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Number of pixels between kernel elements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51861" defTabSz="1450147">
              <a:spcBef>
                <a:spcPts val="530"/>
              </a:spcBef>
            </a:pPr>
            <a:r>
              <a:rPr lang="en-US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=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1: Standard convolution (no dilation)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51861" defTabSz="1450147">
              <a:spcBef>
                <a:spcPts val="476"/>
              </a:spcBef>
            </a:pPr>
            <a:r>
              <a:rPr lang="en-US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=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2: One pixel gap between kernel elements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51861" defTabSz="1450147">
              <a:spcBef>
                <a:spcPts val="476"/>
              </a:spcBef>
            </a:pPr>
            <a:r>
              <a:rPr lang="en-US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=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3: Two pixel gaps between elements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0564" defTabSz="1450147">
              <a:spcBef>
                <a:spcPts val="1616"/>
              </a:spcBef>
            </a:pPr>
            <a:r>
              <a:rPr lang="en-US" sz="20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Effective receptive field: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0846" algn="ctr" defTabSz="1450147">
              <a:spcBef>
                <a:spcPts val="56"/>
              </a:spcBef>
            </a:pPr>
            <a:r>
              <a:rPr lang="en-US" sz="20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</a:t>
            </a:r>
            <a:r>
              <a:rPr lang="en-US" sz="2000" i="1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</a:t>
            </a:r>
            <a:r>
              <a:rPr lang="en-US" sz="2000" i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= </a:t>
            </a:r>
            <a:r>
              <a:rPr lang="en-US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+ (</a:t>
            </a:r>
            <a:r>
              <a:rPr lang="en-US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—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)(</a:t>
            </a:r>
            <a:r>
              <a:rPr lang="en-US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—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)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80564" defTabSz="1450147">
              <a:spcBef>
                <a:spcPts val="1269"/>
              </a:spcBef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 </a:t>
            </a:r>
            <a:r>
              <a:rPr lang="en-US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kernel size, </a:t>
            </a:r>
            <a:r>
              <a:rPr lang="en-US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dilation rate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0564" defTabSz="1450147">
              <a:spcBef>
                <a:spcPts val="56"/>
              </a:spcBef>
            </a:pPr>
            <a:r>
              <a:rPr lang="en-US" sz="20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×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kernel with </a:t>
            </a:r>
            <a:r>
              <a:rPr lang="en-US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=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  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effective 5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×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 receptive field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B23CCC-8228-4A10-968A-62FBCDBECB68}"/>
              </a:ext>
            </a:extLst>
          </p:cNvPr>
          <p:cNvSpPr/>
          <p:nvPr/>
        </p:nvSpPr>
        <p:spPr>
          <a:xfrm>
            <a:off x="606488" y="973385"/>
            <a:ext cx="8047161" cy="1000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564" defTabSz="1450147"/>
            <a:r>
              <a:rPr lang="en-US" sz="1800" b="1" dirty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1800" b="1" cap="small" dirty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efinition</a:t>
            </a:r>
            <a:endParaRPr lang="en-US" sz="1800" b="1" dirty="0">
              <a:latin typeface="Calibri"/>
              <a:ea typeface="Calibri"/>
              <a:cs typeface="Calibri"/>
              <a:sym typeface="Calibri"/>
            </a:endParaRPr>
          </a:p>
          <a:p>
            <a:pPr marL="80564" marR="28197" defTabSz="1450147">
              <a:lnSpc>
                <a:spcPct val="114700"/>
              </a:lnSpc>
              <a:spcBef>
                <a:spcPts val="111"/>
              </a:spcBef>
            </a:pPr>
            <a:r>
              <a:rPr lang="en-US" sz="18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Dilated convolution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(also called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atrous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convolution) inserts spaces (holes) between kernel elements to increase receptive field without increasing parameters.</a:t>
            </a:r>
          </a:p>
        </p:txBody>
      </p:sp>
    </p:spTree>
  </p:cSld>
  <p:clrMapOvr>
    <a:masterClrMapping/>
  </p:clrMapOvr>
  <p:transition>
    <p:cut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p64"/>
          <p:cNvSpPr txBox="1">
            <a:spLocks noGrp="1"/>
          </p:cNvSpPr>
          <p:nvPr>
            <p:ph type="title"/>
          </p:nvPr>
        </p:nvSpPr>
        <p:spPr>
          <a:xfrm>
            <a:off x="141806" y="227288"/>
            <a:ext cx="835447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b="1" dirty="0">
                <a:solidFill>
                  <a:srgbClr val="FFFFFF"/>
                </a:solidFill>
              </a:rPr>
              <a:t>D</a:t>
            </a:r>
            <a:r>
              <a:rPr lang="en-US" b="1" cap="small" dirty="0">
                <a:solidFill>
                  <a:srgbClr val="FFFFFF"/>
                </a:solidFill>
              </a:rPr>
              <a:t>ilated</a:t>
            </a:r>
            <a:r>
              <a:rPr lang="en-US" b="1" dirty="0">
                <a:solidFill>
                  <a:srgbClr val="FFFFFF"/>
                </a:solidFill>
              </a:rPr>
              <a:t> C</a:t>
            </a:r>
            <a:r>
              <a:rPr lang="en-US" b="1" cap="small" dirty="0">
                <a:solidFill>
                  <a:srgbClr val="FFFFFF"/>
                </a:solidFill>
              </a:rPr>
              <a:t>onvolution</a:t>
            </a:r>
            <a:r>
              <a:rPr lang="en-US" b="1" dirty="0">
                <a:solidFill>
                  <a:srgbClr val="FFFFFF"/>
                </a:solidFill>
              </a:rPr>
              <a:t>: V</a:t>
            </a:r>
            <a:r>
              <a:rPr lang="en-US" b="1" cap="small" dirty="0">
                <a:solidFill>
                  <a:srgbClr val="FFFFFF"/>
                </a:solidFill>
              </a:rPr>
              <a:t>isual</a:t>
            </a:r>
            <a:r>
              <a:rPr lang="en-US" b="1" dirty="0">
                <a:solidFill>
                  <a:srgbClr val="FFFFFF"/>
                </a:solidFill>
              </a:rPr>
              <a:t> E</a:t>
            </a:r>
            <a:r>
              <a:rPr lang="en-US" b="1" cap="small" dirty="0">
                <a:solidFill>
                  <a:srgbClr val="FFFFFF"/>
                </a:solidFill>
              </a:rPr>
              <a:t>xample</a:t>
            </a:r>
            <a:endParaRPr b="1" dirty="0"/>
          </a:p>
        </p:txBody>
      </p:sp>
      <p:sp>
        <p:nvSpPr>
          <p:cNvPr id="1444" name="Google Shape;1444;p64"/>
          <p:cNvSpPr txBox="1"/>
          <p:nvPr/>
        </p:nvSpPr>
        <p:spPr>
          <a:xfrm>
            <a:off x="2968778" y="2088726"/>
            <a:ext cx="3197379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>
                <a:solidFill>
                  <a:srgbClr val="1B1472"/>
                </a:solidFill>
              </a:rPr>
              <a:t>Standard vs. Dilated Convolution</a:t>
            </a:r>
            <a:endParaRPr sz="1665"/>
          </a:p>
        </p:txBody>
      </p:sp>
      <p:grpSp>
        <p:nvGrpSpPr>
          <p:cNvPr id="1445" name="Google Shape;1445;p64"/>
          <p:cNvGrpSpPr/>
          <p:nvPr/>
        </p:nvGrpSpPr>
        <p:grpSpPr>
          <a:xfrm>
            <a:off x="2488316" y="2514040"/>
            <a:ext cx="1644510" cy="1644510"/>
            <a:chOff x="1569021" y="1016074"/>
            <a:chExt cx="1036955" cy="1036955"/>
          </a:xfrm>
        </p:grpSpPr>
        <p:sp>
          <p:nvSpPr>
            <p:cNvPr id="1446" name="Google Shape;1446;p64"/>
            <p:cNvSpPr/>
            <p:nvPr/>
          </p:nvSpPr>
          <p:spPr>
            <a:xfrm>
              <a:off x="1569021" y="1016074"/>
              <a:ext cx="1036955" cy="1036955"/>
            </a:xfrm>
            <a:custGeom>
              <a:avLst/>
              <a:gdLst/>
              <a:ahLst/>
              <a:cxnLst/>
              <a:rect l="l" t="t" r="r" b="b"/>
              <a:pathLst>
                <a:path w="1036955" h="1036955" extrusionOk="0">
                  <a:moveTo>
                    <a:pt x="0" y="1036804"/>
                  </a:moveTo>
                  <a:lnTo>
                    <a:pt x="1036804" y="1036804"/>
                  </a:lnTo>
                </a:path>
                <a:path w="1036955" h="1036955" extrusionOk="0">
                  <a:moveTo>
                    <a:pt x="0" y="907206"/>
                  </a:moveTo>
                  <a:lnTo>
                    <a:pt x="1036804" y="907206"/>
                  </a:lnTo>
                </a:path>
                <a:path w="1036955" h="1036955" extrusionOk="0">
                  <a:moveTo>
                    <a:pt x="0" y="777607"/>
                  </a:moveTo>
                  <a:lnTo>
                    <a:pt x="1036804" y="777607"/>
                  </a:lnTo>
                </a:path>
                <a:path w="1036955" h="1036955" extrusionOk="0">
                  <a:moveTo>
                    <a:pt x="0" y="648008"/>
                  </a:moveTo>
                  <a:lnTo>
                    <a:pt x="1036804" y="648008"/>
                  </a:lnTo>
                </a:path>
                <a:path w="1036955" h="1036955" extrusionOk="0">
                  <a:moveTo>
                    <a:pt x="0" y="518409"/>
                  </a:moveTo>
                  <a:lnTo>
                    <a:pt x="1036804" y="518409"/>
                  </a:lnTo>
                </a:path>
                <a:path w="1036955" h="1036955" extrusionOk="0">
                  <a:moveTo>
                    <a:pt x="0" y="388811"/>
                  </a:moveTo>
                  <a:lnTo>
                    <a:pt x="1036804" y="388811"/>
                  </a:lnTo>
                </a:path>
                <a:path w="1036955" h="1036955" extrusionOk="0">
                  <a:moveTo>
                    <a:pt x="0" y="259212"/>
                  </a:moveTo>
                  <a:lnTo>
                    <a:pt x="1036804" y="259212"/>
                  </a:lnTo>
                </a:path>
                <a:path w="1036955" h="1036955" extrusionOk="0">
                  <a:moveTo>
                    <a:pt x="0" y="129613"/>
                  </a:moveTo>
                  <a:lnTo>
                    <a:pt x="1036804" y="129613"/>
                  </a:lnTo>
                </a:path>
                <a:path w="1036955" h="1036955" extrusionOk="0">
                  <a:moveTo>
                    <a:pt x="0" y="14"/>
                  </a:moveTo>
                  <a:lnTo>
                    <a:pt x="1036804" y="14"/>
                  </a:lnTo>
                </a:path>
                <a:path w="1036955" h="1036955" extrusionOk="0">
                  <a:moveTo>
                    <a:pt x="0" y="1036804"/>
                  </a:moveTo>
                  <a:lnTo>
                    <a:pt x="0" y="0"/>
                  </a:lnTo>
                </a:path>
                <a:path w="1036955" h="1036955" extrusionOk="0">
                  <a:moveTo>
                    <a:pt x="129598" y="1036804"/>
                  </a:moveTo>
                  <a:lnTo>
                    <a:pt x="129598" y="0"/>
                  </a:lnTo>
                </a:path>
                <a:path w="1036955" h="1036955" extrusionOk="0">
                  <a:moveTo>
                    <a:pt x="259197" y="1036804"/>
                  </a:moveTo>
                  <a:lnTo>
                    <a:pt x="259197" y="0"/>
                  </a:lnTo>
                </a:path>
                <a:path w="1036955" h="1036955" extrusionOk="0">
                  <a:moveTo>
                    <a:pt x="388796" y="1036804"/>
                  </a:moveTo>
                  <a:lnTo>
                    <a:pt x="388796" y="0"/>
                  </a:lnTo>
                </a:path>
                <a:path w="1036955" h="1036955" extrusionOk="0">
                  <a:moveTo>
                    <a:pt x="518394" y="1036804"/>
                  </a:moveTo>
                  <a:lnTo>
                    <a:pt x="518394" y="0"/>
                  </a:lnTo>
                </a:path>
                <a:path w="1036955" h="1036955" extrusionOk="0">
                  <a:moveTo>
                    <a:pt x="647993" y="1036804"/>
                  </a:moveTo>
                  <a:lnTo>
                    <a:pt x="647993" y="0"/>
                  </a:lnTo>
                </a:path>
                <a:path w="1036955" h="1036955" extrusionOk="0">
                  <a:moveTo>
                    <a:pt x="777592" y="1036804"/>
                  </a:moveTo>
                  <a:lnTo>
                    <a:pt x="777592" y="0"/>
                  </a:lnTo>
                </a:path>
                <a:path w="1036955" h="1036955" extrusionOk="0">
                  <a:moveTo>
                    <a:pt x="907190" y="1036804"/>
                  </a:moveTo>
                  <a:lnTo>
                    <a:pt x="907190" y="0"/>
                  </a:lnTo>
                </a:path>
                <a:path w="1036955" h="1036955" extrusionOk="0">
                  <a:moveTo>
                    <a:pt x="1036789" y="1036804"/>
                  </a:moveTo>
                  <a:lnTo>
                    <a:pt x="1036789" y="0"/>
                  </a:lnTo>
                </a:path>
              </a:pathLst>
            </a:custGeom>
            <a:noFill/>
            <a:ln w="9525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447" name="Google Shape;1447;p64"/>
            <p:cNvSpPr/>
            <p:nvPr/>
          </p:nvSpPr>
          <p:spPr>
            <a:xfrm>
              <a:off x="1698619" y="1145672"/>
              <a:ext cx="389255" cy="389255"/>
            </a:xfrm>
            <a:custGeom>
              <a:avLst/>
              <a:gdLst/>
              <a:ahLst/>
              <a:cxnLst/>
              <a:rect l="l" t="t" r="r" b="b"/>
              <a:pathLst>
                <a:path w="389255" h="389255" extrusionOk="0">
                  <a:moveTo>
                    <a:pt x="0" y="388801"/>
                  </a:moveTo>
                  <a:lnTo>
                    <a:pt x="0" y="0"/>
                  </a:lnTo>
                  <a:lnTo>
                    <a:pt x="388806" y="0"/>
                  </a:lnTo>
                  <a:lnTo>
                    <a:pt x="388806" y="388801"/>
                  </a:lnTo>
                  <a:lnTo>
                    <a:pt x="0" y="388801"/>
                  </a:lnTo>
                  <a:close/>
                </a:path>
              </a:pathLst>
            </a:custGeom>
            <a:noFill/>
            <a:ln w="202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pic>
          <p:nvPicPr>
            <p:cNvPr id="1448" name="Google Shape;1448;p6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666218" y="1372483"/>
              <a:ext cx="64803" cy="648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9" name="Google Shape;1449;p6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666218" y="1242884"/>
              <a:ext cx="64803" cy="648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0" name="Google Shape;1450;p6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666218" y="1113285"/>
              <a:ext cx="64803" cy="648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1" name="Google Shape;1451;p6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795816" y="1372483"/>
              <a:ext cx="64803" cy="648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2" name="Google Shape;1452;p6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795816" y="1242884"/>
              <a:ext cx="64803" cy="648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3" name="Google Shape;1453;p64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795816" y="1113285"/>
              <a:ext cx="64803" cy="648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4" name="Google Shape;1454;p6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925415" y="1372483"/>
              <a:ext cx="64803" cy="648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5" name="Google Shape;1455;p6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925415" y="1242884"/>
              <a:ext cx="64803" cy="648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6" name="Google Shape;1456;p64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925415" y="1113285"/>
              <a:ext cx="64803" cy="6480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57" name="Google Shape;1457;p64"/>
          <p:cNvSpPr txBox="1"/>
          <p:nvPr/>
        </p:nvSpPr>
        <p:spPr>
          <a:xfrm>
            <a:off x="2481166" y="4211560"/>
            <a:ext cx="1658607" cy="312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665"/>
              <a:t>Standard (</a:t>
            </a:r>
            <a:r>
              <a:rPr lang="en-US" sz="1665" i="1"/>
              <a:t>r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665"/>
              <a:t>1)</a:t>
            </a:r>
            <a:endParaRPr sz="1665"/>
          </a:p>
        </p:txBody>
      </p:sp>
      <p:sp>
        <p:nvSpPr>
          <p:cNvPr id="1458" name="Google Shape;1458;p64"/>
          <p:cNvSpPr txBox="1"/>
          <p:nvPr/>
        </p:nvSpPr>
        <p:spPr>
          <a:xfrm>
            <a:off x="2588901" y="4426405"/>
            <a:ext cx="1443100" cy="214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110"/>
              <a:t>Receptive field: 3 </a:t>
            </a:r>
            <a:r>
              <a:rPr lang="en-US" sz="1269" i="1">
                <a:latin typeface="Verdana"/>
                <a:ea typeface="Verdana"/>
                <a:cs typeface="Verdana"/>
                <a:sym typeface="Verdana"/>
              </a:rPr>
              <a:t>× </a:t>
            </a:r>
            <a:r>
              <a:rPr lang="en-US" sz="1110"/>
              <a:t>3</a:t>
            </a:r>
            <a:endParaRPr sz="1110"/>
          </a:p>
        </p:txBody>
      </p:sp>
      <p:grpSp>
        <p:nvGrpSpPr>
          <p:cNvPr id="1459" name="Google Shape;1459;p64"/>
          <p:cNvGrpSpPr/>
          <p:nvPr/>
        </p:nvGrpSpPr>
        <p:grpSpPr>
          <a:xfrm>
            <a:off x="5057493" y="2514040"/>
            <a:ext cx="1644510" cy="1644510"/>
            <a:chOff x="3189030" y="1016074"/>
            <a:chExt cx="1036955" cy="1036955"/>
          </a:xfrm>
        </p:grpSpPr>
        <p:sp>
          <p:nvSpPr>
            <p:cNvPr id="1460" name="Google Shape;1460;p64"/>
            <p:cNvSpPr/>
            <p:nvPr/>
          </p:nvSpPr>
          <p:spPr>
            <a:xfrm>
              <a:off x="3189030" y="1016074"/>
              <a:ext cx="1036955" cy="1036955"/>
            </a:xfrm>
            <a:custGeom>
              <a:avLst/>
              <a:gdLst/>
              <a:ahLst/>
              <a:cxnLst/>
              <a:rect l="l" t="t" r="r" b="b"/>
              <a:pathLst>
                <a:path w="1036954" h="1036955" extrusionOk="0">
                  <a:moveTo>
                    <a:pt x="0" y="1036804"/>
                  </a:moveTo>
                  <a:lnTo>
                    <a:pt x="1036804" y="1036804"/>
                  </a:lnTo>
                </a:path>
                <a:path w="1036954" h="1036955" extrusionOk="0">
                  <a:moveTo>
                    <a:pt x="0" y="907206"/>
                  </a:moveTo>
                  <a:lnTo>
                    <a:pt x="1036804" y="907206"/>
                  </a:lnTo>
                </a:path>
                <a:path w="1036954" h="1036955" extrusionOk="0">
                  <a:moveTo>
                    <a:pt x="0" y="777607"/>
                  </a:moveTo>
                  <a:lnTo>
                    <a:pt x="1036804" y="777607"/>
                  </a:lnTo>
                </a:path>
                <a:path w="1036954" h="1036955" extrusionOk="0">
                  <a:moveTo>
                    <a:pt x="0" y="648008"/>
                  </a:moveTo>
                  <a:lnTo>
                    <a:pt x="1036804" y="648008"/>
                  </a:lnTo>
                </a:path>
                <a:path w="1036954" h="1036955" extrusionOk="0">
                  <a:moveTo>
                    <a:pt x="0" y="518409"/>
                  </a:moveTo>
                  <a:lnTo>
                    <a:pt x="1036804" y="518409"/>
                  </a:lnTo>
                </a:path>
                <a:path w="1036954" h="1036955" extrusionOk="0">
                  <a:moveTo>
                    <a:pt x="0" y="388811"/>
                  </a:moveTo>
                  <a:lnTo>
                    <a:pt x="1036804" y="388811"/>
                  </a:lnTo>
                </a:path>
                <a:path w="1036954" h="1036955" extrusionOk="0">
                  <a:moveTo>
                    <a:pt x="0" y="259212"/>
                  </a:moveTo>
                  <a:lnTo>
                    <a:pt x="1036804" y="259212"/>
                  </a:lnTo>
                </a:path>
                <a:path w="1036954" h="1036955" extrusionOk="0">
                  <a:moveTo>
                    <a:pt x="0" y="129613"/>
                  </a:moveTo>
                  <a:lnTo>
                    <a:pt x="1036804" y="129613"/>
                  </a:lnTo>
                </a:path>
                <a:path w="1036954" h="1036955" extrusionOk="0">
                  <a:moveTo>
                    <a:pt x="0" y="14"/>
                  </a:moveTo>
                  <a:lnTo>
                    <a:pt x="1036804" y="14"/>
                  </a:lnTo>
                </a:path>
                <a:path w="1036954" h="1036955" extrusionOk="0">
                  <a:moveTo>
                    <a:pt x="64773" y="1036804"/>
                  </a:moveTo>
                  <a:lnTo>
                    <a:pt x="64773" y="0"/>
                  </a:lnTo>
                </a:path>
                <a:path w="1036954" h="1036955" extrusionOk="0">
                  <a:moveTo>
                    <a:pt x="194372" y="1036804"/>
                  </a:moveTo>
                  <a:lnTo>
                    <a:pt x="194372" y="0"/>
                  </a:lnTo>
                </a:path>
                <a:path w="1036954" h="1036955" extrusionOk="0">
                  <a:moveTo>
                    <a:pt x="323971" y="1036804"/>
                  </a:moveTo>
                  <a:lnTo>
                    <a:pt x="323971" y="0"/>
                  </a:lnTo>
                </a:path>
                <a:path w="1036954" h="1036955" extrusionOk="0">
                  <a:moveTo>
                    <a:pt x="453570" y="1036804"/>
                  </a:moveTo>
                  <a:lnTo>
                    <a:pt x="453570" y="0"/>
                  </a:lnTo>
                </a:path>
                <a:path w="1036954" h="1036955" extrusionOk="0">
                  <a:moveTo>
                    <a:pt x="583169" y="1036804"/>
                  </a:moveTo>
                  <a:lnTo>
                    <a:pt x="583169" y="0"/>
                  </a:lnTo>
                </a:path>
                <a:path w="1036954" h="1036955" extrusionOk="0">
                  <a:moveTo>
                    <a:pt x="712767" y="1036804"/>
                  </a:moveTo>
                  <a:lnTo>
                    <a:pt x="712767" y="0"/>
                  </a:lnTo>
                </a:path>
                <a:path w="1036954" h="1036955" extrusionOk="0">
                  <a:moveTo>
                    <a:pt x="842366" y="1036804"/>
                  </a:moveTo>
                  <a:lnTo>
                    <a:pt x="842366" y="0"/>
                  </a:lnTo>
                </a:path>
                <a:path w="1036954" h="1036955" extrusionOk="0">
                  <a:moveTo>
                    <a:pt x="971965" y="1036804"/>
                  </a:moveTo>
                  <a:lnTo>
                    <a:pt x="971965" y="0"/>
                  </a:lnTo>
                </a:path>
              </a:pathLst>
            </a:custGeom>
            <a:noFill/>
            <a:ln w="9525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461" name="Google Shape;1461;p64"/>
            <p:cNvSpPr/>
            <p:nvPr/>
          </p:nvSpPr>
          <p:spPr>
            <a:xfrm>
              <a:off x="3318629" y="1080873"/>
              <a:ext cx="842644" cy="842644"/>
            </a:xfrm>
            <a:custGeom>
              <a:avLst/>
              <a:gdLst/>
              <a:ahLst/>
              <a:cxnLst/>
              <a:rect l="l" t="t" r="r" b="b"/>
              <a:pathLst>
                <a:path w="842645" h="842644" extrusionOk="0">
                  <a:moveTo>
                    <a:pt x="0" y="842407"/>
                  </a:moveTo>
                  <a:lnTo>
                    <a:pt x="0" y="0"/>
                  </a:lnTo>
                  <a:lnTo>
                    <a:pt x="842406" y="0"/>
                  </a:lnTo>
                  <a:lnTo>
                    <a:pt x="842406" y="842407"/>
                  </a:lnTo>
                  <a:lnTo>
                    <a:pt x="0" y="842407"/>
                  </a:lnTo>
                  <a:close/>
                </a:path>
              </a:pathLst>
            </a:custGeom>
            <a:noFill/>
            <a:ln w="2022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pic>
          <p:nvPicPr>
            <p:cNvPr id="1462" name="Google Shape;1462;p64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545429" y="1437272"/>
              <a:ext cx="64803" cy="648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3" name="Google Shape;1463;p64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3804632" y="1437272"/>
              <a:ext cx="64803" cy="648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4" name="Google Shape;1464;p64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063834" y="1437272"/>
              <a:ext cx="64803" cy="648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5" name="Google Shape;1465;p64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545429" y="1178070"/>
              <a:ext cx="64803" cy="648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6" name="Google Shape;1466;p64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3804632" y="1178070"/>
              <a:ext cx="64803" cy="648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7" name="Google Shape;1467;p64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063834" y="1178070"/>
              <a:ext cx="64803" cy="648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8" name="Google Shape;1468;p64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545429" y="1696475"/>
              <a:ext cx="64803" cy="648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9" name="Google Shape;1469;p64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3804632" y="1696475"/>
              <a:ext cx="64803" cy="648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70" name="Google Shape;1470;p64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063834" y="1696475"/>
              <a:ext cx="64803" cy="6480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71" name="Google Shape;1471;p64"/>
          <p:cNvSpPr txBox="1"/>
          <p:nvPr/>
        </p:nvSpPr>
        <p:spPr>
          <a:xfrm>
            <a:off x="5152824" y="4210855"/>
            <a:ext cx="1454178" cy="312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665"/>
              <a:t>Dilated (</a:t>
            </a:r>
            <a:r>
              <a:rPr lang="en-US" sz="1665" i="1"/>
              <a:t>r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665"/>
              <a:t>2)</a:t>
            </a:r>
            <a:endParaRPr sz="1665"/>
          </a:p>
        </p:txBody>
      </p:sp>
      <p:sp>
        <p:nvSpPr>
          <p:cNvPr id="1472" name="Google Shape;1472;p64"/>
          <p:cNvSpPr txBox="1"/>
          <p:nvPr/>
        </p:nvSpPr>
        <p:spPr>
          <a:xfrm>
            <a:off x="5158041" y="4426405"/>
            <a:ext cx="1443100" cy="214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110"/>
              <a:t>Receptive field: 5 </a:t>
            </a:r>
            <a:r>
              <a:rPr lang="en-US" sz="1269" i="1">
                <a:latin typeface="Verdana"/>
                <a:ea typeface="Verdana"/>
                <a:cs typeface="Verdana"/>
                <a:sym typeface="Verdana"/>
              </a:rPr>
              <a:t>× </a:t>
            </a:r>
            <a:r>
              <a:rPr lang="en-US" sz="1110"/>
              <a:t>5</a:t>
            </a:r>
            <a:endParaRPr sz="1110"/>
          </a:p>
        </p:txBody>
      </p:sp>
      <p:sp>
        <p:nvSpPr>
          <p:cNvPr id="1473" name="Google Shape;1473;p64"/>
          <p:cNvSpPr txBox="1"/>
          <p:nvPr/>
        </p:nvSpPr>
        <p:spPr>
          <a:xfrm>
            <a:off x="550775" y="5031725"/>
            <a:ext cx="7189319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>
                <a:solidFill>
                  <a:srgbClr val="1B1472"/>
                </a:solidFill>
              </a:rPr>
              <a:t>Key Advantage: </a:t>
            </a:r>
            <a:r>
              <a:rPr lang="en-US" sz="1665"/>
              <a:t>Same number of parameters (9), but larger receptive field!</a:t>
            </a:r>
            <a:endParaRPr sz="1665"/>
          </a:p>
        </p:txBody>
      </p:sp>
    </p:spTree>
  </p:cSld>
  <p:clrMapOvr>
    <a:masterClrMapping/>
  </p:clrMapOvr>
  <p:transition>
    <p:cut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p65"/>
          <p:cNvSpPr txBox="1">
            <a:spLocks noGrp="1"/>
          </p:cNvSpPr>
          <p:nvPr>
            <p:ph type="title"/>
          </p:nvPr>
        </p:nvSpPr>
        <p:spPr>
          <a:xfrm>
            <a:off x="151137" y="432559"/>
            <a:ext cx="8354474" cy="369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159" rIns="0" bIns="0" anchor="t" anchorCtr="0">
            <a:spAutoFit/>
          </a:bodyPr>
          <a:lstStyle/>
          <a:p>
            <a:pPr marL="20141"/>
            <a:r>
              <a:rPr lang="en-US" sz="2220" b="1" dirty="0">
                <a:solidFill>
                  <a:srgbClr val="FFFFFF"/>
                </a:solidFill>
              </a:rPr>
              <a:t>D</a:t>
            </a:r>
            <a:r>
              <a:rPr lang="en-US" sz="2220" b="1" cap="small" dirty="0">
                <a:solidFill>
                  <a:srgbClr val="FFFFFF"/>
                </a:solidFill>
              </a:rPr>
              <a:t>ilated</a:t>
            </a:r>
            <a:r>
              <a:rPr lang="en-US" sz="2220" b="1" dirty="0">
                <a:solidFill>
                  <a:srgbClr val="FFFFFF"/>
                </a:solidFill>
              </a:rPr>
              <a:t> C</a:t>
            </a:r>
            <a:r>
              <a:rPr lang="en-US" sz="2220" b="1" cap="small" dirty="0">
                <a:solidFill>
                  <a:srgbClr val="FFFFFF"/>
                </a:solidFill>
              </a:rPr>
              <a:t>onvolution</a:t>
            </a:r>
            <a:r>
              <a:rPr lang="en-US" sz="2220" b="1" dirty="0">
                <a:solidFill>
                  <a:srgbClr val="FFFFFF"/>
                </a:solidFill>
              </a:rPr>
              <a:t>: A</a:t>
            </a:r>
            <a:r>
              <a:rPr lang="en-US" sz="2220" b="1" cap="small" dirty="0">
                <a:solidFill>
                  <a:srgbClr val="FFFFFF"/>
                </a:solidFill>
              </a:rPr>
              <a:t>pplications</a:t>
            </a:r>
            <a:r>
              <a:rPr lang="en-US" sz="2220" b="1" dirty="0">
                <a:solidFill>
                  <a:srgbClr val="FFFFFF"/>
                </a:solidFill>
              </a:rPr>
              <a:t> </a:t>
            </a:r>
            <a:r>
              <a:rPr lang="en-US" sz="2220" b="1" cap="small" dirty="0">
                <a:solidFill>
                  <a:srgbClr val="FFFFFF"/>
                </a:solidFill>
              </a:rPr>
              <a:t>and</a:t>
            </a:r>
            <a:r>
              <a:rPr lang="en-US" sz="2220" b="1" dirty="0">
                <a:solidFill>
                  <a:srgbClr val="FFFFFF"/>
                </a:solidFill>
              </a:rPr>
              <a:t> B</a:t>
            </a:r>
            <a:r>
              <a:rPr lang="en-US" sz="2220" b="1" cap="small" dirty="0">
                <a:solidFill>
                  <a:srgbClr val="FFFFFF"/>
                </a:solidFill>
              </a:rPr>
              <a:t>enefits</a:t>
            </a:r>
            <a:endParaRPr sz="2220" b="1" dirty="0"/>
          </a:p>
        </p:txBody>
      </p:sp>
      <p:sp>
        <p:nvSpPr>
          <p:cNvPr id="1488" name="Google Shape;1488;p65"/>
          <p:cNvSpPr txBox="1"/>
          <p:nvPr/>
        </p:nvSpPr>
        <p:spPr>
          <a:xfrm>
            <a:off x="692785" y="1010219"/>
            <a:ext cx="7812826" cy="4829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3718" rIns="0" bIns="0" anchor="t" anchorCtr="0">
            <a:spAutoFit/>
          </a:bodyPr>
          <a:lstStyle/>
          <a:p>
            <a:pPr marL="346173" indent="-285750" algn="just" defTabSz="1450147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 to Use Dilated Convolutions:</a:t>
            </a:r>
            <a:endParaRPr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91892" indent="-285750" algn="just" defTabSz="1450147">
              <a:spcBef>
                <a:spcPts val="626"/>
              </a:spcBef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Semantic segmentation: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Need large receptive field while maintaining resolution</a:t>
            </a:r>
            <a:endParaRPr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91892" indent="-285750" algn="just" defTabSz="1450147">
              <a:spcBef>
                <a:spcPts val="341"/>
              </a:spcBef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Dense prediction tasks: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 detection, depth estimation</a:t>
            </a:r>
            <a:endParaRPr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91892" indent="-285750" algn="just" defTabSz="1450147">
              <a:spcBef>
                <a:spcPts val="341"/>
              </a:spcBef>
              <a:buFont typeface="Courier New" panose="02070309020205020404" pitchFamily="49" charset="0"/>
              <a:buChar char="o"/>
            </a:pPr>
            <a:r>
              <a:rPr lang="en-US" sz="1800" baseline="30000" dirty="0">
                <a:solidFill>
                  <a:srgbClr val="3333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Audio processing: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WaveNet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uses dilated convolutions for sequence modeling</a:t>
            </a:r>
            <a:endParaRPr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6173" indent="-285750" algn="just" defTabSz="1450147">
              <a:spcBef>
                <a:spcPts val="658"/>
              </a:spcBef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Benefits:</a:t>
            </a:r>
          </a:p>
          <a:p>
            <a:pPr marL="346173" indent="-285750" algn="just" defTabSz="1450147">
              <a:spcBef>
                <a:spcPts val="658"/>
              </a:spcBef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Larger receptive field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without pooling or striding </a:t>
            </a:r>
          </a:p>
          <a:p>
            <a:pPr marL="346173" indent="-285750" algn="just" defTabSz="1450147">
              <a:spcBef>
                <a:spcPts val="658"/>
              </a:spcBef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Preserve spatial resolution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(no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downsampling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</a:p>
          <a:p>
            <a:pPr marL="346173" indent="-285750" algn="just" defTabSz="1450147">
              <a:spcBef>
                <a:spcPts val="658"/>
              </a:spcBef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Same parameter count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standard convolution </a:t>
            </a:r>
          </a:p>
          <a:p>
            <a:pPr marL="346173" indent="-285750" algn="just" defTabSz="1450147">
              <a:spcBef>
                <a:spcPts val="658"/>
              </a:spcBef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Multi-scale context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using different dilation rates</a:t>
            </a:r>
          </a:p>
          <a:p>
            <a:pPr marL="346173" indent="-285750" algn="just" defTabSz="1450147">
              <a:spcBef>
                <a:spcPts val="658"/>
              </a:spcBef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Trade-offs:</a:t>
            </a:r>
          </a:p>
          <a:p>
            <a:pPr marL="591892" indent="-285750" algn="just" defTabSz="1450147">
              <a:spcBef>
                <a:spcPts val="626"/>
              </a:spcBef>
              <a:buFont typeface="Courier New" panose="02070309020205020404" pitchFamily="49" charset="0"/>
              <a:buChar char="o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May lose fine-grained local information</a:t>
            </a:r>
          </a:p>
          <a:p>
            <a:pPr marL="591892" indent="-285750" algn="just" defTabSz="1450147">
              <a:spcBef>
                <a:spcPts val="341"/>
              </a:spcBef>
              <a:buFont typeface="Courier New" panose="02070309020205020404" pitchFamily="49" charset="0"/>
              <a:buChar char="o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Gridding artifacts possible (mitigated with varying dilation rates)</a:t>
            </a:r>
          </a:p>
          <a:p>
            <a:pPr marL="591892" indent="-285750" algn="just" defTabSz="1450147">
              <a:spcBef>
                <a:spcPts val="341"/>
              </a:spcBef>
              <a:buFont typeface="Courier New" panose="02070309020205020404" pitchFamily="49" charset="0"/>
              <a:buChar char="o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Slightly more memory usage during forward pass</a:t>
            </a: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>
    <p:cut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Google Shape;1510;p66"/>
          <p:cNvSpPr txBox="1">
            <a:spLocks noGrp="1"/>
          </p:cNvSpPr>
          <p:nvPr>
            <p:ph type="title"/>
          </p:nvPr>
        </p:nvSpPr>
        <p:spPr>
          <a:xfrm>
            <a:off x="151137" y="348582"/>
            <a:ext cx="835447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b="1" dirty="0" err="1">
                <a:solidFill>
                  <a:srgbClr val="FFFFFF"/>
                </a:solidFill>
              </a:rPr>
              <a:t>S</a:t>
            </a:r>
            <a:r>
              <a:rPr lang="en-US" b="1" cap="small" dirty="0" err="1">
                <a:solidFill>
                  <a:srgbClr val="FFFFFF"/>
                </a:solidFill>
              </a:rPr>
              <a:t>trided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cap="small" dirty="0">
                <a:solidFill>
                  <a:srgbClr val="FFFFFF"/>
                </a:solidFill>
              </a:rPr>
              <a:t>vs</a:t>
            </a:r>
            <a:r>
              <a:rPr lang="en-US" b="1" dirty="0">
                <a:solidFill>
                  <a:srgbClr val="FFFFFF"/>
                </a:solidFill>
              </a:rPr>
              <a:t>. D</a:t>
            </a:r>
            <a:r>
              <a:rPr lang="en-US" b="1" cap="small" dirty="0">
                <a:solidFill>
                  <a:srgbClr val="FFFFFF"/>
                </a:solidFill>
              </a:rPr>
              <a:t>ilated</a:t>
            </a:r>
            <a:r>
              <a:rPr lang="en-US" b="1" dirty="0">
                <a:solidFill>
                  <a:srgbClr val="FFFFFF"/>
                </a:solidFill>
              </a:rPr>
              <a:t> C</a:t>
            </a:r>
            <a:r>
              <a:rPr lang="en-US" b="1" cap="small" dirty="0">
                <a:solidFill>
                  <a:srgbClr val="FFFFFF"/>
                </a:solidFill>
              </a:rPr>
              <a:t>onvolution</a:t>
            </a:r>
            <a:r>
              <a:rPr lang="en-US" b="1" dirty="0">
                <a:solidFill>
                  <a:srgbClr val="FFFFFF"/>
                </a:solidFill>
              </a:rPr>
              <a:t>: C</a:t>
            </a:r>
            <a:r>
              <a:rPr lang="en-US" b="1" cap="small" dirty="0">
                <a:solidFill>
                  <a:srgbClr val="FFFFFF"/>
                </a:solidFill>
              </a:rPr>
              <a:t>omparison</a:t>
            </a:r>
            <a:endParaRPr b="1" dirty="0"/>
          </a:p>
        </p:txBody>
      </p:sp>
      <p:graphicFrame>
        <p:nvGraphicFramePr>
          <p:cNvPr id="1511" name="Google Shape;1511;p66"/>
          <p:cNvGraphicFramePr/>
          <p:nvPr>
            <p:extLst>
              <p:ext uri="{D42A27DB-BD31-4B8C-83A1-F6EECF244321}">
                <p14:modId xmlns:p14="http://schemas.microsoft.com/office/powerpoint/2010/main" val="463134257"/>
              </p:ext>
            </p:extLst>
          </p:nvPr>
        </p:nvGraphicFramePr>
        <p:xfrm>
          <a:off x="2124751" y="1758527"/>
          <a:ext cx="4876137" cy="2449068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7180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34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8070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1B1472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Property</a:t>
                      </a:r>
                      <a:endParaRPr sz="2000" u="none" strike="noStrike" cap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0" indent="0" algn="l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solidFill>
                            <a:srgbClr val="1B1472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Strided Conv</a:t>
                      </a:r>
                      <a:endParaRPr sz="2000" u="none" strike="noStrike" cap="none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25095" marR="0" lvl="0" indent="0" algn="l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solidFill>
                            <a:srgbClr val="1B1472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Dilated Conv</a:t>
                      </a:r>
                      <a:endParaRPr sz="2000" u="none" strike="noStrike" cap="none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0176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Output size</a:t>
                      </a:r>
                      <a:endParaRPr sz="2000" u="none" strike="noStrike" cap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  <a:p>
                      <a:pPr marL="78105" marR="104139" lvl="0" indent="0" algn="l" rtl="0">
                        <a:lnSpc>
                          <a:spcPct val="1145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Receptive field Parameters</a:t>
                      </a:r>
                      <a:endParaRPr sz="2000" u="none" strike="noStrike" cap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07009" marR="0" lvl="0" indent="0" algn="l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Reduced</a:t>
                      </a:r>
                      <a:endParaRPr sz="2000" u="none" strike="noStrike" cap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  <a:p>
                      <a:pPr marL="302260" marR="172720" lvl="0" indent="-121919" algn="l" rtl="0">
                        <a:lnSpc>
                          <a:spcPct val="1145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Increased</a:t>
                      </a:r>
                    </a:p>
                    <a:p>
                      <a:pPr marL="302260" marR="172720" lvl="0" indent="-121919" algn="l" rtl="0">
                        <a:lnSpc>
                          <a:spcPct val="1145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Same</a:t>
                      </a:r>
                      <a:endParaRPr sz="2000" u="none" strike="noStrike" cap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Same as input</a:t>
                      </a:r>
                    </a:p>
                    <a:p>
                      <a:pPr marL="0" marR="0" lvl="0" indent="0" algn="l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Increased </a:t>
                      </a:r>
                    </a:p>
                    <a:p>
                      <a:pPr marL="0" marR="0" lvl="0" indent="0" algn="l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Same</a:t>
                      </a:r>
                      <a:endParaRPr sz="2000" u="none" strike="noStrike" cap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0176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Downsampling</a:t>
                      </a:r>
                      <a:endParaRPr sz="2000" u="none" strike="noStrike" cap="none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  <a:p>
                      <a:pPr marL="78105" marR="70485" lvl="0" indent="0" algn="l" rtl="0">
                        <a:lnSpc>
                          <a:spcPct val="1145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Resolution loss Typical use</a:t>
                      </a:r>
                      <a:endParaRPr sz="2000" u="none" strike="noStrike" cap="none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Yes</a:t>
                      </a:r>
                      <a:endParaRPr sz="2000" u="none" strike="noStrike" cap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  <a:p>
                      <a:pPr marL="78105" marR="70485" lvl="0" indent="0" algn="l" rtl="0">
                        <a:lnSpc>
                          <a:spcPct val="1145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Yes Classification</a:t>
                      </a:r>
                      <a:endParaRPr sz="2000" u="none" strike="noStrike" cap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No</a:t>
                      </a:r>
                    </a:p>
                    <a:p>
                      <a:pPr marL="0" marR="0" lvl="0" indent="0" algn="l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No Segmentation</a:t>
                      </a:r>
                      <a:endParaRPr sz="2000" u="none" strike="noStrike" cap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16" name="Google Shape;1516;p66"/>
          <p:cNvSpPr txBox="1"/>
          <p:nvPr/>
        </p:nvSpPr>
        <p:spPr>
          <a:xfrm>
            <a:off x="709397" y="4109290"/>
            <a:ext cx="8164015" cy="1811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1767" rIns="0" bIns="0" anchor="t" anchorCtr="0">
            <a:spAutoFit/>
          </a:bodyPr>
          <a:lstStyle/>
          <a:p>
            <a:pPr marL="20141" defTabSz="1450147"/>
            <a:r>
              <a:rPr lang="en-US" sz="18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Summary:</a:t>
            </a:r>
            <a:endParaRPr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77189" indent="-285750" defTabSz="1450147">
              <a:spcBef>
                <a:spcPts val="736"/>
              </a:spcBef>
              <a:buFont typeface="Courier New" panose="02070309020205020404" pitchFamily="49" charset="0"/>
              <a:buChar char="o"/>
            </a:pPr>
            <a:r>
              <a:rPr lang="en-US" sz="1800" dirty="0" err="1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Strided</a:t>
            </a:r>
            <a:r>
              <a:rPr lang="en-US" sz="18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convolution: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 spatial dimensions, typically for classification</a:t>
            </a:r>
            <a:endParaRPr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77189" marR="8056" indent="-285750" defTabSz="1450147">
              <a:lnSpc>
                <a:spcPct val="114599"/>
              </a:lnSpc>
              <a:spcBef>
                <a:spcPts val="428"/>
              </a:spcBef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Dilated convolution: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Increase receptive field while maintaining resolution, for dense predictions</a:t>
            </a:r>
            <a:endParaRPr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77189" indent="-285750" defTabSz="1450147">
              <a:spcBef>
                <a:spcPts val="728"/>
              </a:spcBef>
              <a:buFont typeface="Courier New" panose="02070309020205020404" pitchFamily="49" charset="0"/>
              <a:buChar char="o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Both are alternatives to pooling for different purposes</a:t>
            </a:r>
            <a:endParaRPr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>
    <p:cut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p67"/>
          <p:cNvSpPr txBox="1">
            <a:spLocks noGrp="1"/>
          </p:cNvSpPr>
          <p:nvPr>
            <p:ph type="title"/>
          </p:nvPr>
        </p:nvSpPr>
        <p:spPr>
          <a:xfrm>
            <a:off x="151137" y="289056"/>
            <a:ext cx="7182351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b="1" dirty="0">
                <a:solidFill>
                  <a:srgbClr val="FFFFFF"/>
                </a:solidFill>
              </a:rPr>
              <a:t>M</a:t>
            </a:r>
            <a:r>
              <a:rPr lang="en-US" b="1" cap="small" dirty="0">
                <a:solidFill>
                  <a:srgbClr val="FFFFFF"/>
                </a:solidFill>
              </a:rPr>
              <a:t>ultiple</a:t>
            </a:r>
            <a:r>
              <a:rPr lang="en-US" b="1" dirty="0">
                <a:solidFill>
                  <a:srgbClr val="FFFFFF"/>
                </a:solidFill>
              </a:rPr>
              <a:t> C</a:t>
            </a:r>
            <a:r>
              <a:rPr lang="en-US" b="1" cap="small" dirty="0">
                <a:solidFill>
                  <a:srgbClr val="FFFFFF"/>
                </a:solidFill>
              </a:rPr>
              <a:t>hannels</a:t>
            </a:r>
            <a:r>
              <a:rPr lang="en-US" b="1" dirty="0">
                <a:solidFill>
                  <a:srgbClr val="FFFFFF"/>
                </a:solidFill>
              </a:rPr>
              <a:t>:  I</a:t>
            </a:r>
            <a:r>
              <a:rPr lang="en-US" b="1" cap="small" dirty="0">
                <a:solidFill>
                  <a:srgbClr val="FFFFFF"/>
                </a:solidFill>
              </a:rPr>
              <a:t>ntroduction</a:t>
            </a:r>
            <a:endParaRPr b="1" dirty="0"/>
          </a:p>
        </p:txBody>
      </p:sp>
      <p:sp>
        <p:nvSpPr>
          <p:cNvPr id="1532" name="Google Shape;1532;p67"/>
          <p:cNvSpPr txBox="1"/>
          <p:nvPr/>
        </p:nvSpPr>
        <p:spPr>
          <a:xfrm>
            <a:off x="822960" y="1115568"/>
            <a:ext cx="7534655" cy="4230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6379" rIns="0" bIns="0" anchor="t" anchorCtr="0">
            <a:spAutoFit/>
          </a:bodyPr>
          <a:lstStyle/>
          <a:p>
            <a:pPr marL="20141" algn="just" defTabSz="1450147"/>
            <a:r>
              <a:rPr lang="en-US" sz="2000" dirty="0">
                <a:solidFill>
                  <a:srgbClr val="EC202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Reality Check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0141" algn="just" defTabSz="1450147">
              <a:spcBef>
                <a:spcPts val="293"/>
              </a:spcBef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 images have </a:t>
            </a:r>
            <a:r>
              <a:rPr lang="en-US" sz="2000" dirty="0">
                <a:solidFill>
                  <a:srgbClr val="EC202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multiple channels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77189" marR="1793550" indent="-285750" algn="just" defTabSz="1450147">
              <a:lnSpc>
                <a:spcPct val="1384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RGB images: 3 channels (Red, Green, Blue)</a:t>
            </a:r>
          </a:p>
          <a:p>
            <a:pPr marL="777189" marR="1793550" indent="-285750" algn="just" defTabSz="1450147">
              <a:lnSpc>
                <a:spcPct val="1384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Grayscale: 1 channel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77189" indent="-285750" algn="just" defTabSz="1450147">
              <a:spcBef>
                <a:spcPts val="761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maps in CNNs: Typically 64, 128, 256, or 512 channels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0141" algn="just" defTabSz="1450147">
              <a:spcBef>
                <a:spcPts val="1665"/>
              </a:spcBef>
            </a:pPr>
            <a:r>
              <a:rPr lang="en-US" sz="2000" dirty="0">
                <a:solidFill>
                  <a:srgbClr val="EC202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Questions:</a:t>
            </a:r>
          </a:p>
          <a:p>
            <a:pPr marL="363041" marR="8056" indent="-342900" algn="just" defTabSz="1450147">
              <a:lnSpc>
                <a:spcPct val="1384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does convolution work with multi-channel inputs? </a:t>
            </a:r>
          </a:p>
          <a:p>
            <a:pPr marL="363041" marR="8056" indent="-342900" algn="just" defTabSz="1450147">
              <a:lnSpc>
                <a:spcPct val="1384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do we get multi-channel outputs?</a:t>
            </a:r>
          </a:p>
          <a:p>
            <a:pPr marL="363041" indent="-342900" algn="just" defTabSz="1450147">
              <a:spcBef>
                <a:spcPts val="761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many parameters do we need?</a:t>
            </a:r>
          </a:p>
          <a:p>
            <a:pPr marL="20141" defTabSz="1450147">
              <a:spcBef>
                <a:spcPts val="1665"/>
              </a:spcBef>
            </a:pPr>
            <a:endParaRPr sz="1665" dirty="0"/>
          </a:p>
        </p:txBody>
      </p:sp>
    </p:spTree>
  </p:cSld>
  <p:clrMapOvr>
    <a:masterClrMapping/>
  </p:clrMapOvr>
  <p:transition>
    <p:cut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p68"/>
          <p:cNvSpPr txBox="1">
            <a:spLocks noGrp="1"/>
          </p:cNvSpPr>
          <p:nvPr>
            <p:ph type="title"/>
          </p:nvPr>
        </p:nvSpPr>
        <p:spPr>
          <a:xfrm>
            <a:off x="151137" y="316488"/>
            <a:ext cx="835447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M</a:t>
            </a:r>
            <a:r>
              <a:rPr lang="en-US" cap="small" dirty="0">
                <a:solidFill>
                  <a:srgbClr val="FFFFFF"/>
                </a:solidFill>
              </a:rPr>
              <a:t>ulti</a:t>
            </a:r>
            <a:r>
              <a:rPr lang="en-US" dirty="0">
                <a:solidFill>
                  <a:srgbClr val="FFFFFF"/>
                </a:solidFill>
              </a:rPr>
              <a:t>-C</a:t>
            </a:r>
            <a:r>
              <a:rPr lang="en-US" cap="small" dirty="0">
                <a:solidFill>
                  <a:srgbClr val="FFFFFF"/>
                </a:solidFill>
              </a:rPr>
              <a:t>hannel</a:t>
            </a:r>
            <a:r>
              <a:rPr lang="en-US" dirty="0">
                <a:solidFill>
                  <a:srgbClr val="FFFFFF"/>
                </a:solidFill>
              </a:rPr>
              <a:t> I</a:t>
            </a:r>
            <a:r>
              <a:rPr lang="en-US" cap="small" dirty="0">
                <a:solidFill>
                  <a:srgbClr val="FFFFFF"/>
                </a:solidFill>
              </a:rPr>
              <a:t>nput</a:t>
            </a:r>
            <a:r>
              <a:rPr lang="en-US" dirty="0">
                <a:solidFill>
                  <a:srgbClr val="FFFFFF"/>
                </a:solidFill>
              </a:rPr>
              <a:t>: S</a:t>
            </a:r>
            <a:r>
              <a:rPr lang="en-US" cap="small" dirty="0">
                <a:solidFill>
                  <a:srgbClr val="FFFFFF"/>
                </a:solidFill>
              </a:rPr>
              <a:t>ingle</a:t>
            </a:r>
            <a:r>
              <a:rPr lang="en-US" dirty="0">
                <a:solidFill>
                  <a:srgbClr val="FFFFFF"/>
                </a:solidFill>
              </a:rPr>
              <a:t> F</a:t>
            </a:r>
            <a:r>
              <a:rPr lang="en-US" cap="small" dirty="0">
                <a:solidFill>
                  <a:srgbClr val="FFFFFF"/>
                </a:solidFill>
              </a:rPr>
              <a:t>ilter</a:t>
            </a:r>
            <a:endParaRPr dirty="0"/>
          </a:p>
        </p:txBody>
      </p:sp>
      <p:pic>
        <p:nvPicPr>
          <p:cNvPr id="1553" name="Google Shape;1553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352" y="1728610"/>
            <a:ext cx="8065812" cy="4141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Google Shape;1558;p69"/>
          <p:cNvSpPr txBox="1">
            <a:spLocks noGrp="1"/>
          </p:cNvSpPr>
          <p:nvPr>
            <p:ph type="title"/>
          </p:nvPr>
        </p:nvSpPr>
        <p:spPr>
          <a:xfrm>
            <a:off x="151137" y="471935"/>
            <a:ext cx="835447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M</a:t>
            </a:r>
            <a:r>
              <a:rPr lang="en-US" cap="small" dirty="0">
                <a:solidFill>
                  <a:srgbClr val="FFFFFF"/>
                </a:solidFill>
              </a:rPr>
              <a:t>ulti</a:t>
            </a:r>
            <a:r>
              <a:rPr lang="en-US" dirty="0">
                <a:solidFill>
                  <a:srgbClr val="FFFFFF"/>
                </a:solidFill>
              </a:rPr>
              <a:t>-C</a:t>
            </a:r>
            <a:r>
              <a:rPr lang="en-US" cap="small" dirty="0">
                <a:solidFill>
                  <a:srgbClr val="FFFFFF"/>
                </a:solidFill>
              </a:rPr>
              <a:t>hannel</a:t>
            </a:r>
            <a:r>
              <a:rPr lang="en-US" dirty="0">
                <a:solidFill>
                  <a:srgbClr val="FFFFFF"/>
                </a:solidFill>
              </a:rPr>
              <a:t> C</a:t>
            </a:r>
            <a:r>
              <a:rPr lang="en-US" cap="small" dirty="0">
                <a:solidFill>
                  <a:srgbClr val="FFFFFF"/>
                </a:solidFill>
              </a:rPr>
              <a:t>onvolution</a:t>
            </a:r>
            <a:r>
              <a:rPr lang="en-US" dirty="0">
                <a:solidFill>
                  <a:srgbClr val="FFFFFF"/>
                </a:solidFill>
              </a:rPr>
              <a:t>:  M</a:t>
            </a:r>
            <a:r>
              <a:rPr lang="en-US" cap="small" dirty="0">
                <a:solidFill>
                  <a:srgbClr val="FFFFFF"/>
                </a:solidFill>
              </a:rPr>
              <a:t>athematical</a:t>
            </a:r>
            <a:endParaRPr dirty="0"/>
          </a:p>
        </p:txBody>
      </p:sp>
      <p:pic>
        <p:nvPicPr>
          <p:cNvPr id="1565" name="Google Shape;1565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420" y="1134251"/>
            <a:ext cx="8033628" cy="484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p70"/>
          <p:cNvSpPr txBox="1">
            <a:spLocks noGrp="1"/>
          </p:cNvSpPr>
          <p:nvPr>
            <p:ph type="title"/>
          </p:nvPr>
        </p:nvSpPr>
        <p:spPr>
          <a:xfrm>
            <a:off x="151137" y="389640"/>
            <a:ext cx="835447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>
                <a:solidFill>
                  <a:srgbClr val="FFFFFF"/>
                </a:solidFill>
              </a:rPr>
              <a:t>M</a:t>
            </a:r>
            <a:r>
              <a:rPr lang="en-US" cap="small">
                <a:solidFill>
                  <a:srgbClr val="FFFFFF"/>
                </a:solidFill>
              </a:rPr>
              <a:t>ulti</a:t>
            </a:r>
            <a:r>
              <a:rPr lang="en-US">
                <a:solidFill>
                  <a:srgbClr val="FFFFFF"/>
                </a:solidFill>
              </a:rPr>
              <a:t>-C</a:t>
            </a:r>
            <a:r>
              <a:rPr lang="en-US" cap="small">
                <a:solidFill>
                  <a:srgbClr val="FFFFFF"/>
                </a:solidFill>
              </a:rPr>
              <a:t>hannel</a:t>
            </a:r>
            <a:r>
              <a:rPr lang="en-US">
                <a:solidFill>
                  <a:srgbClr val="FFFFFF"/>
                </a:solidFill>
              </a:rPr>
              <a:t> I</a:t>
            </a:r>
            <a:r>
              <a:rPr lang="en-US" cap="small">
                <a:solidFill>
                  <a:srgbClr val="FFFFFF"/>
                </a:solidFill>
              </a:rPr>
              <a:t>nput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and</a:t>
            </a:r>
            <a:r>
              <a:rPr lang="en-US">
                <a:solidFill>
                  <a:srgbClr val="FFFFFF"/>
                </a:solidFill>
              </a:rPr>
              <a:t> O</a:t>
            </a:r>
            <a:r>
              <a:rPr lang="en-US" cap="small">
                <a:solidFill>
                  <a:srgbClr val="FFFFFF"/>
                </a:solidFill>
              </a:rPr>
              <a:t>utput</a:t>
            </a:r>
            <a:endParaRPr/>
          </a:p>
        </p:txBody>
      </p:sp>
      <p:pic>
        <p:nvPicPr>
          <p:cNvPr id="1572" name="Google Shape;1572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869" y="1463435"/>
            <a:ext cx="7731875" cy="4196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Google Shape;1577;p71"/>
          <p:cNvSpPr txBox="1">
            <a:spLocks noGrp="1"/>
          </p:cNvSpPr>
          <p:nvPr>
            <p:ph type="title"/>
          </p:nvPr>
        </p:nvSpPr>
        <p:spPr>
          <a:xfrm>
            <a:off x="151137" y="444504"/>
            <a:ext cx="835447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M</a:t>
            </a:r>
            <a:r>
              <a:rPr lang="en-US" cap="small" dirty="0">
                <a:solidFill>
                  <a:srgbClr val="FFFFFF"/>
                </a:solidFill>
              </a:rPr>
              <a:t>ulti</a:t>
            </a:r>
            <a:r>
              <a:rPr lang="en-US" dirty="0">
                <a:solidFill>
                  <a:srgbClr val="FFFFFF"/>
                </a:solidFill>
              </a:rPr>
              <a:t>-C</a:t>
            </a:r>
            <a:r>
              <a:rPr lang="en-US" cap="small" dirty="0">
                <a:solidFill>
                  <a:srgbClr val="FFFFFF"/>
                </a:solidFill>
              </a:rPr>
              <a:t>hannel</a:t>
            </a:r>
            <a:r>
              <a:rPr lang="en-US" dirty="0">
                <a:solidFill>
                  <a:srgbClr val="FFFFFF"/>
                </a:solidFill>
              </a:rPr>
              <a:t> E</a:t>
            </a:r>
            <a:r>
              <a:rPr lang="en-US" cap="small" dirty="0">
                <a:solidFill>
                  <a:srgbClr val="FFFFFF"/>
                </a:solidFill>
              </a:rPr>
              <a:t>xample</a:t>
            </a:r>
            <a:r>
              <a:rPr lang="en-US" dirty="0">
                <a:solidFill>
                  <a:srgbClr val="FFFFFF"/>
                </a:solidFill>
              </a:rPr>
              <a:t>: N</a:t>
            </a:r>
            <a:r>
              <a:rPr lang="en-US" cap="small" dirty="0">
                <a:solidFill>
                  <a:srgbClr val="FFFFFF"/>
                </a:solidFill>
              </a:rPr>
              <a:t>umerical</a:t>
            </a:r>
            <a:endParaRPr dirty="0"/>
          </a:p>
        </p:txBody>
      </p:sp>
      <p:pic>
        <p:nvPicPr>
          <p:cNvPr id="1579" name="Google Shape;1579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360" y="1110996"/>
            <a:ext cx="8307806" cy="46360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4" name="Google Shape;1584;p72"/>
          <p:cNvSpPr txBox="1">
            <a:spLocks noGrp="1"/>
          </p:cNvSpPr>
          <p:nvPr>
            <p:ph type="title"/>
          </p:nvPr>
        </p:nvSpPr>
        <p:spPr>
          <a:xfrm>
            <a:off x="151137" y="417072"/>
            <a:ext cx="835447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C</a:t>
            </a:r>
            <a:r>
              <a:rPr lang="en-US" cap="small" dirty="0">
                <a:solidFill>
                  <a:srgbClr val="FFFFFF"/>
                </a:solidFill>
              </a:rPr>
              <a:t>hannel</a:t>
            </a:r>
            <a:r>
              <a:rPr lang="en-US" dirty="0">
                <a:solidFill>
                  <a:srgbClr val="FFFFFF"/>
                </a:solidFill>
              </a:rPr>
              <a:t> E</a:t>
            </a:r>
            <a:r>
              <a:rPr lang="en-US" cap="small" dirty="0">
                <a:solidFill>
                  <a:srgbClr val="FFFFFF"/>
                </a:solidFill>
              </a:rPr>
              <a:t>volution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cap="small" dirty="0">
                <a:solidFill>
                  <a:srgbClr val="FFFFFF"/>
                </a:solidFill>
              </a:rPr>
              <a:t>in</a:t>
            </a:r>
            <a:r>
              <a:rPr lang="en-US" dirty="0">
                <a:solidFill>
                  <a:srgbClr val="FFFFFF"/>
                </a:solidFill>
              </a:rPr>
              <a:t> D</a:t>
            </a:r>
            <a:r>
              <a:rPr lang="en-US" cap="small" dirty="0">
                <a:solidFill>
                  <a:srgbClr val="FFFFFF"/>
                </a:solidFill>
              </a:rPr>
              <a:t>eep</a:t>
            </a:r>
            <a:r>
              <a:rPr lang="en-US" dirty="0">
                <a:solidFill>
                  <a:srgbClr val="FFFFFF"/>
                </a:solidFill>
              </a:rPr>
              <a:t> CNN</a:t>
            </a:r>
            <a:r>
              <a:rPr lang="en-US" cap="small" dirty="0">
                <a:solidFill>
                  <a:srgbClr val="FFFFFF"/>
                </a:solidFill>
              </a:rPr>
              <a:t>s</a:t>
            </a:r>
            <a:endParaRPr dirty="0"/>
          </a:p>
        </p:txBody>
      </p:sp>
      <p:sp>
        <p:nvSpPr>
          <p:cNvPr id="1585" name="Google Shape;1585;p72"/>
          <p:cNvSpPr txBox="1"/>
          <p:nvPr/>
        </p:nvSpPr>
        <p:spPr>
          <a:xfrm>
            <a:off x="550774" y="1602201"/>
            <a:ext cx="6851958" cy="30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8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Typical pattern: Increase channels while decreasing spatial dimensions</a:t>
            </a:r>
            <a:endParaRPr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86" name="Google Shape;1586;p72"/>
          <p:cNvSpPr txBox="1"/>
          <p:nvPr/>
        </p:nvSpPr>
        <p:spPr>
          <a:xfrm>
            <a:off x="1705900" y="2213413"/>
            <a:ext cx="1028196" cy="922087"/>
          </a:xfrm>
          <a:prstGeom prst="rect">
            <a:avLst/>
          </a:prstGeom>
          <a:solidFill>
            <a:srgbClr val="CCCC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59106" rIns="0" bIns="0" anchor="t" anchorCtr="0">
            <a:spAutoFit/>
          </a:bodyPr>
          <a:lstStyle/>
          <a:p>
            <a:pPr defTabSz="1450147"/>
            <a:endParaRPr sz="1427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 defTabSz="1450147">
              <a:lnSpc>
                <a:spcPct val="111000"/>
              </a:lnSpc>
            </a:pPr>
            <a:r>
              <a:rPr lang="en-US" sz="1427"/>
              <a:t>224 </a:t>
            </a:r>
            <a:r>
              <a:rPr lang="en-US" sz="1586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427"/>
              <a:t>224</a:t>
            </a:r>
            <a:endParaRPr sz="1427"/>
          </a:p>
          <a:p>
            <a:pPr algn="ctr" defTabSz="1450147">
              <a:lnSpc>
                <a:spcPct val="111000"/>
              </a:lnSpc>
            </a:pPr>
            <a:r>
              <a:rPr lang="en-US" sz="1586">
                <a:latin typeface="Lucida Sans"/>
                <a:ea typeface="Lucida Sans"/>
                <a:cs typeface="Lucida Sans"/>
                <a:sym typeface="Lucida Sans"/>
              </a:rPr>
              <a:t>×</a:t>
            </a:r>
            <a:r>
              <a:rPr lang="en-US" sz="1427"/>
              <a:t>3</a:t>
            </a:r>
            <a:endParaRPr sz="1427"/>
          </a:p>
        </p:txBody>
      </p:sp>
      <p:sp>
        <p:nvSpPr>
          <p:cNvPr id="1587" name="Google Shape;1587;p72"/>
          <p:cNvSpPr txBox="1"/>
          <p:nvPr/>
        </p:nvSpPr>
        <p:spPr>
          <a:xfrm>
            <a:off x="1958609" y="3316842"/>
            <a:ext cx="522658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/>
              <a:t>Input</a:t>
            </a:r>
            <a:endParaRPr sz="1665"/>
          </a:p>
        </p:txBody>
      </p:sp>
      <p:grpSp>
        <p:nvGrpSpPr>
          <p:cNvPr id="1588" name="Google Shape;1588;p72"/>
          <p:cNvGrpSpPr/>
          <p:nvPr/>
        </p:nvGrpSpPr>
        <p:grpSpPr>
          <a:xfrm>
            <a:off x="3247406" y="2316179"/>
            <a:ext cx="874118" cy="822759"/>
            <a:chOff x="2047670" y="920729"/>
            <a:chExt cx="551180" cy="518795"/>
          </a:xfrm>
        </p:grpSpPr>
        <p:sp>
          <p:nvSpPr>
            <p:cNvPr id="1589" name="Google Shape;1589;p72"/>
            <p:cNvSpPr/>
            <p:nvPr/>
          </p:nvSpPr>
          <p:spPr>
            <a:xfrm>
              <a:off x="2047670" y="920729"/>
              <a:ext cx="551180" cy="518795"/>
            </a:xfrm>
            <a:custGeom>
              <a:avLst/>
              <a:gdLst/>
              <a:ahLst/>
              <a:cxnLst/>
              <a:rect l="l" t="t" r="r" b="b"/>
              <a:pathLst>
                <a:path w="551180" h="518794" extrusionOk="0">
                  <a:moveTo>
                    <a:pt x="0" y="518404"/>
                  </a:moveTo>
                  <a:lnTo>
                    <a:pt x="0" y="0"/>
                  </a:lnTo>
                  <a:lnTo>
                    <a:pt x="550802" y="0"/>
                  </a:lnTo>
                  <a:lnTo>
                    <a:pt x="550802" y="518404"/>
                  </a:lnTo>
                  <a:lnTo>
                    <a:pt x="0" y="518404"/>
                  </a:lnTo>
                  <a:close/>
                </a:path>
              </a:pathLst>
            </a:custGeom>
            <a:solidFill>
              <a:srgbClr val="B2B2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590" name="Google Shape;1590;p72"/>
            <p:cNvSpPr/>
            <p:nvPr/>
          </p:nvSpPr>
          <p:spPr>
            <a:xfrm>
              <a:off x="2047670" y="920729"/>
              <a:ext cx="551180" cy="518795"/>
            </a:xfrm>
            <a:custGeom>
              <a:avLst/>
              <a:gdLst/>
              <a:ahLst/>
              <a:cxnLst/>
              <a:rect l="l" t="t" r="r" b="b"/>
              <a:pathLst>
                <a:path w="551180" h="518794" extrusionOk="0">
                  <a:moveTo>
                    <a:pt x="0" y="518404"/>
                  </a:moveTo>
                  <a:lnTo>
                    <a:pt x="0" y="0"/>
                  </a:lnTo>
                  <a:lnTo>
                    <a:pt x="550802" y="0"/>
                  </a:lnTo>
                  <a:lnTo>
                    <a:pt x="550802" y="518404"/>
                  </a:lnTo>
                  <a:lnTo>
                    <a:pt x="0" y="518404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sp>
        <p:nvSpPr>
          <p:cNvPr id="1591" name="Google Shape;1591;p72"/>
          <p:cNvSpPr txBox="1"/>
          <p:nvPr/>
        </p:nvSpPr>
        <p:spPr>
          <a:xfrm>
            <a:off x="3260298" y="2561718"/>
            <a:ext cx="868076" cy="263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defTabSz="1450147"/>
            <a:r>
              <a:rPr lang="en-US" sz="1427"/>
              <a:t>112 </a:t>
            </a:r>
            <a:r>
              <a:rPr lang="en-US" sz="1586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427"/>
              <a:t>112</a:t>
            </a:r>
            <a:endParaRPr sz="1427"/>
          </a:p>
        </p:txBody>
      </p:sp>
      <p:sp>
        <p:nvSpPr>
          <p:cNvPr id="1592" name="Google Shape;1592;p72"/>
          <p:cNvSpPr txBox="1"/>
          <p:nvPr/>
        </p:nvSpPr>
        <p:spPr>
          <a:xfrm>
            <a:off x="3505697" y="2715877"/>
            <a:ext cx="377643" cy="263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defTabSz="1450147"/>
            <a:r>
              <a:rPr lang="en-US" sz="1586">
                <a:latin typeface="Lucida Sans"/>
                <a:ea typeface="Lucida Sans"/>
                <a:cs typeface="Lucida Sans"/>
                <a:sym typeface="Lucida Sans"/>
              </a:rPr>
              <a:t>×</a:t>
            </a:r>
            <a:r>
              <a:rPr lang="en-US" sz="1427"/>
              <a:t>64</a:t>
            </a:r>
            <a:endParaRPr sz="1427"/>
          </a:p>
        </p:txBody>
      </p:sp>
      <p:grpSp>
        <p:nvGrpSpPr>
          <p:cNvPr id="1593" name="Google Shape;1593;p72"/>
          <p:cNvGrpSpPr/>
          <p:nvPr/>
        </p:nvGrpSpPr>
        <p:grpSpPr>
          <a:xfrm>
            <a:off x="4634760" y="2418945"/>
            <a:ext cx="720040" cy="617321"/>
            <a:chOff x="2922473" y="985529"/>
            <a:chExt cx="454025" cy="389255"/>
          </a:xfrm>
        </p:grpSpPr>
        <p:sp>
          <p:nvSpPr>
            <p:cNvPr id="1594" name="Google Shape;1594;p72"/>
            <p:cNvSpPr/>
            <p:nvPr/>
          </p:nvSpPr>
          <p:spPr>
            <a:xfrm>
              <a:off x="2922473" y="985529"/>
              <a:ext cx="454025" cy="389255"/>
            </a:xfrm>
            <a:custGeom>
              <a:avLst/>
              <a:gdLst/>
              <a:ahLst/>
              <a:cxnLst/>
              <a:rect l="l" t="t" r="r" b="b"/>
              <a:pathLst>
                <a:path w="454025" h="389255" extrusionOk="0">
                  <a:moveTo>
                    <a:pt x="0" y="388806"/>
                  </a:moveTo>
                  <a:lnTo>
                    <a:pt x="0" y="0"/>
                  </a:lnTo>
                  <a:lnTo>
                    <a:pt x="453605" y="0"/>
                  </a:lnTo>
                  <a:lnTo>
                    <a:pt x="453605" y="388806"/>
                  </a:lnTo>
                  <a:lnTo>
                    <a:pt x="0" y="388806"/>
                  </a:lnTo>
                  <a:close/>
                </a:path>
              </a:pathLst>
            </a:custGeom>
            <a:solidFill>
              <a:srgbClr val="9999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595" name="Google Shape;1595;p72"/>
            <p:cNvSpPr/>
            <p:nvPr/>
          </p:nvSpPr>
          <p:spPr>
            <a:xfrm>
              <a:off x="2922473" y="985529"/>
              <a:ext cx="454025" cy="389255"/>
            </a:xfrm>
            <a:custGeom>
              <a:avLst/>
              <a:gdLst/>
              <a:ahLst/>
              <a:cxnLst/>
              <a:rect l="l" t="t" r="r" b="b"/>
              <a:pathLst>
                <a:path w="454025" h="389255" extrusionOk="0">
                  <a:moveTo>
                    <a:pt x="0" y="388806"/>
                  </a:moveTo>
                  <a:lnTo>
                    <a:pt x="0" y="0"/>
                  </a:lnTo>
                  <a:lnTo>
                    <a:pt x="453605" y="0"/>
                  </a:lnTo>
                  <a:lnTo>
                    <a:pt x="453605" y="388806"/>
                  </a:lnTo>
                  <a:lnTo>
                    <a:pt x="0" y="388806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sp>
        <p:nvSpPr>
          <p:cNvPr id="1596" name="Google Shape;1596;p72"/>
          <p:cNvSpPr txBox="1"/>
          <p:nvPr/>
        </p:nvSpPr>
        <p:spPr>
          <a:xfrm>
            <a:off x="4670972" y="2561718"/>
            <a:ext cx="667673" cy="263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defTabSz="1450147"/>
            <a:r>
              <a:rPr lang="en-US" sz="1427"/>
              <a:t>56 </a:t>
            </a:r>
            <a:r>
              <a:rPr lang="en-US" sz="1586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427"/>
              <a:t>56</a:t>
            </a:r>
            <a:endParaRPr sz="1427"/>
          </a:p>
        </p:txBody>
      </p:sp>
      <p:sp>
        <p:nvSpPr>
          <p:cNvPr id="1597" name="Google Shape;1597;p72"/>
          <p:cNvSpPr txBox="1"/>
          <p:nvPr/>
        </p:nvSpPr>
        <p:spPr>
          <a:xfrm>
            <a:off x="4765755" y="2690176"/>
            <a:ext cx="478348" cy="263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defTabSz="1450147"/>
            <a:r>
              <a:rPr lang="en-US" sz="1586">
                <a:latin typeface="Lucida Sans"/>
                <a:ea typeface="Lucida Sans"/>
                <a:cs typeface="Lucida Sans"/>
                <a:sym typeface="Lucida Sans"/>
              </a:rPr>
              <a:t>×</a:t>
            </a:r>
            <a:r>
              <a:rPr lang="en-US" sz="1427"/>
              <a:t>128</a:t>
            </a:r>
            <a:endParaRPr sz="1427"/>
          </a:p>
        </p:txBody>
      </p:sp>
      <p:grpSp>
        <p:nvGrpSpPr>
          <p:cNvPr id="1598" name="Google Shape;1598;p72"/>
          <p:cNvGrpSpPr/>
          <p:nvPr/>
        </p:nvGrpSpPr>
        <p:grpSpPr>
          <a:xfrm>
            <a:off x="5816584" y="2521718"/>
            <a:ext cx="565961" cy="411883"/>
            <a:chOff x="3667679" y="1050333"/>
            <a:chExt cx="356870" cy="259715"/>
          </a:xfrm>
        </p:grpSpPr>
        <p:sp>
          <p:nvSpPr>
            <p:cNvPr id="1599" name="Google Shape;1599;p72"/>
            <p:cNvSpPr/>
            <p:nvPr/>
          </p:nvSpPr>
          <p:spPr>
            <a:xfrm>
              <a:off x="3667679" y="1050333"/>
              <a:ext cx="356870" cy="259715"/>
            </a:xfrm>
            <a:custGeom>
              <a:avLst/>
              <a:gdLst/>
              <a:ahLst/>
              <a:cxnLst/>
              <a:rect l="l" t="t" r="r" b="b"/>
              <a:pathLst>
                <a:path w="356870" h="259715" extrusionOk="0">
                  <a:moveTo>
                    <a:pt x="0" y="259197"/>
                  </a:moveTo>
                  <a:lnTo>
                    <a:pt x="0" y="0"/>
                  </a:lnTo>
                  <a:lnTo>
                    <a:pt x="356404" y="0"/>
                  </a:lnTo>
                  <a:lnTo>
                    <a:pt x="356404" y="259197"/>
                  </a:lnTo>
                  <a:lnTo>
                    <a:pt x="0" y="259197"/>
                  </a:lnTo>
                  <a:close/>
                </a:path>
              </a:pathLst>
            </a:custGeom>
            <a:solidFill>
              <a:srgbClr val="7F7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600" name="Google Shape;1600;p72"/>
            <p:cNvSpPr/>
            <p:nvPr/>
          </p:nvSpPr>
          <p:spPr>
            <a:xfrm>
              <a:off x="3667679" y="1050333"/>
              <a:ext cx="356870" cy="259715"/>
            </a:xfrm>
            <a:custGeom>
              <a:avLst/>
              <a:gdLst/>
              <a:ahLst/>
              <a:cxnLst/>
              <a:rect l="l" t="t" r="r" b="b"/>
              <a:pathLst>
                <a:path w="356870" h="259715" extrusionOk="0">
                  <a:moveTo>
                    <a:pt x="0" y="259197"/>
                  </a:moveTo>
                  <a:lnTo>
                    <a:pt x="0" y="0"/>
                  </a:lnTo>
                  <a:lnTo>
                    <a:pt x="356404" y="0"/>
                  </a:lnTo>
                  <a:lnTo>
                    <a:pt x="356404" y="259197"/>
                  </a:lnTo>
                  <a:lnTo>
                    <a:pt x="0" y="259197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sp>
        <p:nvSpPr>
          <p:cNvPr id="1601" name="Google Shape;1601;p72"/>
          <p:cNvSpPr txBox="1"/>
          <p:nvPr/>
        </p:nvSpPr>
        <p:spPr>
          <a:xfrm>
            <a:off x="5816584" y="2521718"/>
            <a:ext cx="565961" cy="240616"/>
          </a:xfrm>
          <a:prstGeom prst="rect">
            <a:avLst/>
          </a:prstGeom>
          <a:solidFill>
            <a:srgbClr val="7F7FFF"/>
          </a:solidFill>
          <a:ln>
            <a:noFill/>
          </a:ln>
        </p:spPr>
        <p:txBody>
          <a:bodyPr spcFirstLastPara="1" wrap="square" lIns="0" tIns="10070" rIns="0" bIns="0" anchor="t" anchorCtr="0">
            <a:spAutoFit/>
          </a:bodyPr>
          <a:lstStyle/>
          <a:p>
            <a:pPr marL="17120" defTabSz="1450147">
              <a:lnSpc>
                <a:spcPct val="117999"/>
              </a:lnSpc>
            </a:pPr>
            <a:r>
              <a:rPr lang="en-US" sz="1110"/>
              <a:t>28 </a:t>
            </a:r>
            <a:r>
              <a:rPr lang="en-US" sz="1269" i="1">
                <a:latin typeface="Verdana"/>
                <a:ea typeface="Verdana"/>
                <a:cs typeface="Verdana"/>
                <a:sym typeface="Verdana"/>
              </a:rPr>
              <a:t>× </a:t>
            </a:r>
            <a:r>
              <a:rPr lang="en-US" sz="1110"/>
              <a:t>28</a:t>
            </a:r>
            <a:endParaRPr sz="1110"/>
          </a:p>
        </p:txBody>
      </p:sp>
      <p:sp>
        <p:nvSpPr>
          <p:cNvPr id="1602" name="Google Shape;1602;p72"/>
          <p:cNvSpPr txBox="1"/>
          <p:nvPr/>
        </p:nvSpPr>
        <p:spPr>
          <a:xfrm>
            <a:off x="5816584" y="2721542"/>
            <a:ext cx="565961" cy="191399"/>
          </a:xfrm>
          <a:prstGeom prst="rect">
            <a:avLst/>
          </a:prstGeom>
          <a:solidFill>
            <a:srgbClr val="7F7FFF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95669" defTabSz="1450147">
              <a:lnSpc>
                <a:spcPct val="97500"/>
              </a:lnSpc>
            </a:pPr>
            <a:r>
              <a:rPr lang="en-US" sz="1269" i="1">
                <a:latin typeface="Verdana"/>
                <a:ea typeface="Verdana"/>
                <a:cs typeface="Verdana"/>
                <a:sym typeface="Verdana"/>
              </a:rPr>
              <a:t>×</a:t>
            </a:r>
            <a:r>
              <a:rPr lang="en-US" sz="1110"/>
              <a:t>256</a:t>
            </a:r>
            <a:endParaRPr sz="1110"/>
          </a:p>
        </p:txBody>
      </p:sp>
      <p:grpSp>
        <p:nvGrpSpPr>
          <p:cNvPr id="1603" name="Google Shape;1603;p72"/>
          <p:cNvGrpSpPr/>
          <p:nvPr/>
        </p:nvGrpSpPr>
        <p:grpSpPr>
          <a:xfrm>
            <a:off x="6844254" y="2624483"/>
            <a:ext cx="411883" cy="206445"/>
            <a:chOff x="4315682" y="1115132"/>
            <a:chExt cx="259715" cy="130175"/>
          </a:xfrm>
        </p:grpSpPr>
        <p:sp>
          <p:nvSpPr>
            <p:cNvPr id="1604" name="Google Shape;1604;p72"/>
            <p:cNvSpPr/>
            <p:nvPr/>
          </p:nvSpPr>
          <p:spPr>
            <a:xfrm>
              <a:off x="4315682" y="1115132"/>
              <a:ext cx="259715" cy="130175"/>
            </a:xfrm>
            <a:custGeom>
              <a:avLst/>
              <a:gdLst/>
              <a:ahLst/>
              <a:cxnLst/>
              <a:rect l="l" t="t" r="r" b="b"/>
              <a:pathLst>
                <a:path w="259714" h="130175" extrusionOk="0">
                  <a:moveTo>
                    <a:pt x="0" y="129598"/>
                  </a:moveTo>
                  <a:lnTo>
                    <a:pt x="0" y="0"/>
                  </a:lnTo>
                  <a:lnTo>
                    <a:pt x="259202" y="0"/>
                  </a:lnTo>
                  <a:lnTo>
                    <a:pt x="259202" y="129598"/>
                  </a:lnTo>
                  <a:lnTo>
                    <a:pt x="0" y="129598"/>
                  </a:lnTo>
                  <a:close/>
                </a:path>
              </a:pathLst>
            </a:custGeom>
            <a:solidFill>
              <a:srgbClr val="6666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605" name="Google Shape;1605;p72"/>
            <p:cNvSpPr/>
            <p:nvPr/>
          </p:nvSpPr>
          <p:spPr>
            <a:xfrm>
              <a:off x="4315682" y="1115132"/>
              <a:ext cx="259715" cy="130175"/>
            </a:xfrm>
            <a:custGeom>
              <a:avLst/>
              <a:gdLst/>
              <a:ahLst/>
              <a:cxnLst/>
              <a:rect l="l" t="t" r="r" b="b"/>
              <a:pathLst>
                <a:path w="259714" h="130175" extrusionOk="0">
                  <a:moveTo>
                    <a:pt x="0" y="129598"/>
                  </a:moveTo>
                  <a:lnTo>
                    <a:pt x="0" y="0"/>
                  </a:lnTo>
                  <a:lnTo>
                    <a:pt x="259202" y="0"/>
                  </a:lnTo>
                  <a:lnTo>
                    <a:pt x="259202" y="129598"/>
                  </a:lnTo>
                  <a:lnTo>
                    <a:pt x="0" y="129598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sp>
        <p:nvSpPr>
          <p:cNvPr id="1606" name="Google Shape;1606;p72"/>
          <p:cNvSpPr txBox="1"/>
          <p:nvPr/>
        </p:nvSpPr>
        <p:spPr>
          <a:xfrm>
            <a:off x="6816932" y="2539764"/>
            <a:ext cx="466263" cy="165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793"/>
              <a:t>14 </a:t>
            </a:r>
            <a:r>
              <a:rPr lang="en-US" sz="952" i="1">
                <a:latin typeface="Verdana"/>
                <a:ea typeface="Verdana"/>
                <a:cs typeface="Verdana"/>
                <a:sym typeface="Verdana"/>
              </a:rPr>
              <a:t>× </a:t>
            </a:r>
            <a:r>
              <a:rPr lang="en-US" sz="793"/>
              <a:t>14</a:t>
            </a:r>
            <a:endParaRPr sz="793"/>
          </a:p>
        </p:txBody>
      </p:sp>
      <p:sp>
        <p:nvSpPr>
          <p:cNvPr id="1607" name="Google Shape;1607;p72"/>
          <p:cNvSpPr txBox="1"/>
          <p:nvPr/>
        </p:nvSpPr>
        <p:spPr>
          <a:xfrm>
            <a:off x="6881242" y="2693903"/>
            <a:ext cx="337361" cy="165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952" i="1">
                <a:latin typeface="Verdana"/>
                <a:ea typeface="Verdana"/>
                <a:cs typeface="Verdana"/>
                <a:sym typeface="Verdana"/>
              </a:rPr>
              <a:t>×</a:t>
            </a:r>
            <a:r>
              <a:rPr lang="en-US" sz="793"/>
              <a:t>512</a:t>
            </a:r>
            <a:endParaRPr sz="793"/>
          </a:p>
        </p:txBody>
      </p:sp>
      <p:sp>
        <p:nvSpPr>
          <p:cNvPr id="1608" name="Google Shape;1608;p72"/>
          <p:cNvSpPr txBox="1"/>
          <p:nvPr/>
        </p:nvSpPr>
        <p:spPr>
          <a:xfrm>
            <a:off x="3353037" y="3339238"/>
            <a:ext cx="4557410" cy="537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/>
              <a:t>Conv1	           Conv2	    Conv3       Conv4</a:t>
            </a:r>
            <a:endParaRPr sz="1665"/>
          </a:p>
        </p:txBody>
      </p:sp>
      <p:sp>
        <p:nvSpPr>
          <p:cNvPr id="1622" name="Google Shape;1622;p72"/>
          <p:cNvSpPr txBox="1"/>
          <p:nvPr/>
        </p:nvSpPr>
        <p:spPr>
          <a:xfrm>
            <a:off x="825114" y="3941545"/>
            <a:ext cx="6669682" cy="176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0775" rIns="0" bIns="0" anchor="t" anchorCtr="0">
            <a:spAutoFit/>
          </a:bodyPr>
          <a:lstStyle/>
          <a:p>
            <a:pPr marL="20141" defTabSz="1450147"/>
            <a:r>
              <a:rPr lang="en-US" sz="1665" dirty="0">
                <a:solidFill>
                  <a:srgbClr val="1B1472"/>
                </a:solidFill>
              </a:rPr>
              <a:t>Why this pattern?</a:t>
            </a:r>
            <a:endParaRPr sz="1665" dirty="0"/>
          </a:p>
          <a:p>
            <a:pPr marL="777189" indent="-285750" defTabSz="1450147">
              <a:spcBef>
                <a:spcPts val="722"/>
              </a:spcBef>
              <a:buFont typeface="Courier New" panose="02070309020205020404" pitchFamily="49" charset="0"/>
              <a:buChar char="o"/>
            </a:pPr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Early layers: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resolution, few channels (local patterns)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77189" marR="8056" indent="-285750" defTabSz="1450147">
              <a:lnSpc>
                <a:spcPct val="135900"/>
              </a:lnSpc>
              <a:buFont typeface="Courier New" panose="02070309020205020404" pitchFamily="49" charset="0"/>
              <a:buChar char="o"/>
            </a:pPr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Deep layers: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 resolution, many channels (semantic features)</a:t>
            </a:r>
          </a:p>
          <a:p>
            <a:pPr marL="777189" marR="8056" indent="-285750" defTabSz="1450147">
              <a:lnSpc>
                <a:spcPct val="135900"/>
              </a:lnSpc>
              <a:buFont typeface="Courier New" panose="02070309020205020404" pitchFamily="49" charset="0"/>
              <a:buChar char="o"/>
            </a:pP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Maintains roughly constant </a:t>
            </a:r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computational cost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 layer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77189" indent="-285750" defTabSz="1450147">
              <a:spcBef>
                <a:spcPts val="484"/>
              </a:spcBef>
              <a:buFont typeface="Courier New" panose="02070309020205020404" pitchFamily="49" charset="0"/>
              <a:buChar char="o"/>
            </a:pP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information capacity: </a:t>
            </a:r>
            <a:r>
              <a:rPr lang="en-US" sz="1665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 </a:t>
            </a:r>
            <a:r>
              <a:rPr lang="en-US" sz="190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× </a:t>
            </a:r>
            <a:r>
              <a:rPr lang="en-US" sz="1665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 </a:t>
            </a:r>
            <a:r>
              <a:rPr lang="en-US" sz="190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× </a:t>
            </a:r>
            <a:r>
              <a:rPr lang="en-US" sz="1665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approximately constant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>
    <p:cut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p73"/>
          <p:cNvSpPr txBox="1">
            <a:spLocks noGrp="1"/>
          </p:cNvSpPr>
          <p:nvPr>
            <p:ph type="title"/>
          </p:nvPr>
        </p:nvSpPr>
        <p:spPr>
          <a:xfrm>
            <a:off x="151137" y="380495"/>
            <a:ext cx="835447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b="1" dirty="0">
                <a:solidFill>
                  <a:srgbClr val="FFFFFF"/>
                </a:solidFill>
              </a:rPr>
              <a:t>M</a:t>
            </a:r>
            <a:r>
              <a:rPr lang="en-US" b="1" cap="small" dirty="0">
                <a:solidFill>
                  <a:srgbClr val="FFFFFF"/>
                </a:solidFill>
              </a:rPr>
              <a:t>ulti</a:t>
            </a:r>
            <a:r>
              <a:rPr lang="en-US" b="1" dirty="0">
                <a:solidFill>
                  <a:srgbClr val="FFFFFF"/>
                </a:solidFill>
              </a:rPr>
              <a:t>-C</a:t>
            </a:r>
            <a:r>
              <a:rPr lang="en-US" b="1" cap="small" dirty="0">
                <a:solidFill>
                  <a:srgbClr val="FFFFFF"/>
                </a:solidFill>
              </a:rPr>
              <a:t>hannel</a:t>
            </a:r>
            <a:r>
              <a:rPr lang="en-US" b="1" dirty="0">
                <a:solidFill>
                  <a:srgbClr val="FFFFFF"/>
                </a:solidFill>
              </a:rPr>
              <a:t> C</a:t>
            </a:r>
            <a:r>
              <a:rPr lang="en-US" b="1" cap="small" dirty="0">
                <a:solidFill>
                  <a:srgbClr val="FFFFFF"/>
                </a:solidFill>
              </a:rPr>
              <a:t>onvolution</a:t>
            </a:r>
            <a:r>
              <a:rPr lang="en-US" b="1" dirty="0">
                <a:solidFill>
                  <a:srgbClr val="FFFFFF"/>
                </a:solidFill>
              </a:rPr>
              <a:t>: K</a:t>
            </a:r>
            <a:r>
              <a:rPr lang="en-US" b="1" cap="small" dirty="0">
                <a:solidFill>
                  <a:srgbClr val="FFFFFF"/>
                </a:solidFill>
              </a:rPr>
              <a:t>ey</a:t>
            </a:r>
            <a:r>
              <a:rPr lang="en-US" b="1" dirty="0">
                <a:solidFill>
                  <a:srgbClr val="FFFFFF"/>
                </a:solidFill>
              </a:rPr>
              <a:t> T</a:t>
            </a:r>
            <a:r>
              <a:rPr lang="en-US" b="1" cap="small" dirty="0">
                <a:solidFill>
                  <a:srgbClr val="FFFFFF"/>
                </a:solidFill>
              </a:rPr>
              <a:t>akeaway</a:t>
            </a:r>
            <a:endParaRPr b="1" dirty="0"/>
          </a:p>
        </p:txBody>
      </p:sp>
      <p:sp>
        <p:nvSpPr>
          <p:cNvPr id="1643" name="Google Shape;1643;p73"/>
          <p:cNvSpPr txBox="1"/>
          <p:nvPr/>
        </p:nvSpPr>
        <p:spPr>
          <a:xfrm>
            <a:off x="311177" y="1577438"/>
            <a:ext cx="8211031" cy="3521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9533" rIns="0" bIns="0" anchor="t" anchorCtr="0">
            <a:spAutoFit/>
          </a:bodyPr>
          <a:lstStyle/>
          <a:p>
            <a:pPr marL="797330" indent="-285750" defTabSz="1450147"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 channels: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Filter depth = Input depth (must match)</a:t>
            </a:r>
            <a:endParaRPr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97330" marR="1285998" indent="-285750" defTabSz="1450147">
              <a:lnSpc>
                <a:spcPct val="112000"/>
              </a:lnSpc>
              <a:spcBef>
                <a:spcPts val="238"/>
              </a:spcBef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channels: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Number of filters = Number of output channels</a:t>
            </a:r>
          </a:p>
          <a:p>
            <a:pPr marL="797330" marR="1285998" indent="-285750" defTabSz="1450147">
              <a:lnSpc>
                <a:spcPct val="112000"/>
              </a:lnSpc>
              <a:spcBef>
                <a:spcPts val="238"/>
              </a:spcBef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Parameters: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(</a:t>
            </a:r>
            <a:r>
              <a:rPr lang="en-US" sz="1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× </a:t>
            </a:r>
            <a:r>
              <a:rPr lang="en-US" sz="1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× </a:t>
            </a:r>
            <a:r>
              <a:rPr lang="en-US" sz="18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1800" i="1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lang="en-US" sz="1800" i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+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)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× </a:t>
            </a:r>
            <a:r>
              <a:rPr lang="en-US" sz="18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1800" i="1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</a:t>
            </a:r>
            <a:endParaRPr sz="1800" baseline="-25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97330" indent="-285750" defTabSz="1450147">
              <a:spcBef>
                <a:spcPts val="428"/>
              </a:spcBef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Computation: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filter operates on all input channels simultaneously</a:t>
            </a:r>
            <a:endParaRPr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282" defTabSz="1450147">
              <a:spcBef>
                <a:spcPts val="975"/>
              </a:spcBef>
            </a:pPr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Important Relationships: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97330" indent="-285750" defTabSz="1450147">
              <a:spcBef>
                <a:spcPts val="523"/>
              </a:spcBef>
              <a:buFont typeface="Courier New" panose="02070309020205020404" pitchFamily="49" charset="0"/>
              <a:buChar char="o"/>
            </a:pP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 filter</a:t>
            </a:r>
            <a:r>
              <a:rPr lang="en-US" sz="142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  →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 output channel (feature map)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97330" marR="508558" indent="-285750" defTabSz="1450147">
              <a:lnSpc>
                <a:spcPct val="114700"/>
              </a:lnSpc>
              <a:spcBef>
                <a:spcPts val="181"/>
              </a:spcBef>
              <a:buFont typeface="Courier New" panose="02070309020205020404" pitchFamily="49" charset="0"/>
              <a:buChar char="o"/>
            </a:pP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More filters</a:t>
            </a:r>
            <a:r>
              <a:rPr lang="en-US" sz="142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 → 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More output channels</a:t>
            </a:r>
            <a:r>
              <a:rPr lang="en-US" sz="142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  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Network can learn more diverse features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97330" indent="-285750" defTabSz="1450147">
              <a:spcBef>
                <a:spcPts val="484"/>
              </a:spcBef>
              <a:buFont typeface="Courier New" panose="02070309020205020404" pitchFamily="49" charset="0"/>
              <a:buChar char="o"/>
            </a:pP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Typical progression: Channels increase with depth (3</a:t>
            </a:r>
            <a:r>
              <a:rPr lang="en-US" sz="142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  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64</a:t>
            </a:r>
            <a:r>
              <a:rPr lang="en-US" sz="142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  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128</a:t>
            </a:r>
            <a:r>
              <a:rPr lang="en-US" sz="142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  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256</a:t>
            </a:r>
            <a:r>
              <a:rPr lang="en-US" sz="142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512)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282" defTabSz="1450147">
              <a:spcBef>
                <a:spcPts val="975"/>
              </a:spcBef>
            </a:pPr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Memory consideration: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Deep networks trade spatial resolution for channel depth.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8691" algn="ctr" defTabSz="1450147">
              <a:spcBef>
                <a:spcPts val="1277"/>
              </a:spcBef>
            </a:pP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Memory </a:t>
            </a:r>
            <a:r>
              <a:rPr lang="en-US" sz="190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∝ </a:t>
            </a:r>
            <a:r>
              <a:rPr lang="en-US" sz="1665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 </a:t>
            </a:r>
            <a:r>
              <a:rPr lang="en-US" sz="190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× </a:t>
            </a:r>
            <a:r>
              <a:rPr lang="en-US" sz="1665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 </a:t>
            </a:r>
            <a:r>
              <a:rPr lang="en-US" sz="190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× </a:t>
            </a:r>
            <a:r>
              <a:rPr lang="en-US" sz="1665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>
    <p:cut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4" name="Google Shape;1654;p74"/>
          <p:cNvSpPr txBox="1">
            <a:spLocks noGrp="1"/>
          </p:cNvSpPr>
          <p:nvPr>
            <p:ph type="title"/>
          </p:nvPr>
        </p:nvSpPr>
        <p:spPr>
          <a:xfrm>
            <a:off x="151137" y="252480"/>
            <a:ext cx="835447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P</a:t>
            </a:r>
            <a:r>
              <a:rPr lang="en-US" cap="small" dirty="0">
                <a:solidFill>
                  <a:srgbClr val="FFFFFF"/>
                </a:solidFill>
              </a:rPr>
              <a:t>ooling</a:t>
            </a:r>
            <a:r>
              <a:rPr lang="en-US" dirty="0">
                <a:solidFill>
                  <a:srgbClr val="FFFFFF"/>
                </a:solidFill>
              </a:rPr>
              <a:t> O</a:t>
            </a:r>
            <a:r>
              <a:rPr lang="en-US" cap="small" dirty="0">
                <a:solidFill>
                  <a:srgbClr val="FFFFFF"/>
                </a:solidFill>
              </a:rPr>
              <a:t>perations</a:t>
            </a:r>
            <a:endParaRPr dirty="0"/>
          </a:p>
        </p:txBody>
      </p:sp>
      <p:sp>
        <p:nvSpPr>
          <p:cNvPr id="1663" name="Google Shape;1663;p74"/>
          <p:cNvSpPr txBox="1"/>
          <p:nvPr/>
        </p:nvSpPr>
        <p:spPr>
          <a:xfrm>
            <a:off x="468488" y="1025354"/>
            <a:ext cx="8181736" cy="4832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5811" rIns="0" bIns="0" anchor="t" anchorCtr="0">
            <a:spAutoFit/>
          </a:bodyPr>
          <a:lstStyle/>
          <a:p>
            <a:pPr marL="20141" defTabSz="1450147"/>
            <a:r>
              <a:rPr lang="en-US" sz="1665" dirty="0">
                <a:solidFill>
                  <a:srgbClr val="1B1472"/>
                </a:solidFill>
              </a:rPr>
              <a:t>What Pooling Layers Do</a:t>
            </a:r>
            <a:endParaRPr sz="1665" dirty="0"/>
          </a:p>
          <a:p>
            <a:pPr marL="777189" marR="237663" indent="-285750" defTabSz="1450147">
              <a:lnSpc>
                <a:spcPct val="114700"/>
              </a:lnSpc>
              <a:spcBef>
                <a:spcPts val="476"/>
              </a:spcBef>
              <a:buFont typeface="Courier New" panose="02070309020205020404" pitchFamily="49" charset="0"/>
              <a:buChar char="o"/>
            </a:pPr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Spatial </a:t>
            </a:r>
            <a:r>
              <a:rPr lang="en-US" sz="1665" dirty="0" err="1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Downsampling</a:t>
            </a:r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 height and width dimensions but preserve </a:t>
            </a:r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channel depth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77189" indent="-285750" defTabSz="1450147">
              <a:spcBef>
                <a:spcPts val="768"/>
              </a:spcBef>
              <a:buFont typeface="Courier New" panose="02070309020205020404" pitchFamily="49" charset="0"/>
              <a:buChar char="o"/>
            </a:pPr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Translation Invariance: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Make features less sensitive to small shifts.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77189" marR="257804" indent="-285750" defTabSz="1450147">
              <a:lnSpc>
                <a:spcPct val="114700"/>
              </a:lnSpc>
              <a:spcBef>
                <a:spcPts val="468"/>
              </a:spcBef>
              <a:buFont typeface="Courier New" panose="02070309020205020404" pitchFamily="49" charset="0"/>
              <a:buChar char="o"/>
            </a:pPr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Computational Efficiency: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 number of computations in subsequent layers.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77189" indent="-285750" defTabSz="1450147">
              <a:spcBef>
                <a:spcPts val="768"/>
              </a:spcBef>
              <a:buFont typeface="Courier New" panose="02070309020205020404" pitchFamily="49" charset="0"/>
              <a:buChar char="o"/>
            </a:pPr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Overfitting Reduction: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 as a form of regularization.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77189" marR="8056" indent="-285750" defTabSz="1450147">
              <a:lnSpc>
                <a:spcPct val="138400"/>
              </a:lnSpc>
              <a:buFont typeface="Courier New" panose="02070309020205020404" pitchFamily="49" charset="0"/>
              <a:buChar char="o"/>
            </a:pP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Pooling layers are </a:t>
            </a:r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parameter-free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but still important for network performance</a:t>
            </a:r>
          </a:p>
          <a:p>
            <a:pPr marL="777189" marR="8056" indent="-285750" defTabSz="1450147">
              <a:lnSpc>
                <a:spcPct val="138400"/>
              </a:lnSpc>
              <a:buFont typeface="Courier New" panose="02070309020205020404" pitchFamily="49" charset="0"/>
              <a:buChar char="o"/>
            </a:pP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Global Average Pooling (GAP) is used to replace fully connected layers.</a:t>
            </a:r>
            <a:endParaRPr lang="en-IN"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91439" defTabSz="1450147">
              <a:spcBef>
                <a:spcPts val="1094"/>
              </a:spcBef>
            </a:pPr>
            <a:endParaRPr lang="en-IN"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91439" defTabSz="1450147">
              <a:spcBef>
                <a:spcPts val="1094"/>
              </a:spcBef>
            </a:pPr>
            <a:r>
              <a:rPr lang="en-IN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Two types</a:t>
            </a:r>
          </a:p>
          <a:p>
            <a:pPr marL="777189" indent="-285750" defTabSz="1450147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Max pooling </a:t>
            </a:r>
          </a:p>
          <a:p>
            <a:pPr marL="777189" indent="-285750" defTabSz="1450147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pooling</a:t>
            </a:r>
          </a:p>
          <a:p>
            <a:pPr marL="491439" defTabSz="1450147">
              <a:spcBef>
                <a:spcPts val="1094"/>
              </a:spcBef>
            </a:pPr>
            <a:endParaRPr lang="en-IN"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>
    <p:cut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" name="Google Shape;1679;p75"/>
          <p:cNvSpPr txBox="1">
            <a:spLocks noGrp="1"/>
          </p:cNvSpPr>
          <p:nvPr>
            <p:ph type="title"/>
          </p:nvPr>
        </p:nvSpPr>
        <p:spPr>
          <a:xfrm>
            <a:off x="151137" y="371352"/>
            <a:ext cx="835447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M</a:t>
            </a:r>
            <a:r>
              <a:rPr lang="en-US" cap="small" dirty="0">
                <a:solidFill>
                  <a:srgbClr val="FFFFFF"/>
                </a:solidFill>
              </a:rPr>
              <a:t>ax</a:t>
            </a:r>
            <a:r>
              <a:rPr lang="en-US" dirty="0">
                <a:solidFill>
                  <a:srgbClr val="FFFFFF"/>
                </a:solidFill>
              </a:rPr>
              <a:t> P</a:t>
            </a:r>
            <a:r>
              <a:rPr lang="en-US" cap="small" dirty="0">
                <a:solidFill>
                  <a:srgbClr val="FFFFFF"/>
                </a:solidFill>
              </a:rPr>
              <a:t>ooling</a:t>
            </a:r>
            <a:endParaRPr dirty="0"/>
          </a:p>
        </p:txBody>
      </p:sp>
      <p:sp>
        <p:nvSpPr>
          <p:cNvPr id="1687" name="Google Shape;1687;p75"/>
          <p:cNvSpPr txBox="1"/>
          <p:nvPr/>
        </p:nvSpPr>
        <p:spPr>
          <a:xfrm>
            <a:off x="1022314" y="1606925"/>
            <a:ext cx="5123863" cy="1436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marR="1539773" defTabSz="1450147">
              <a:lnSpc>
                <a:spcPct val="138400"/>
              </a:lnSpc>
            </a:pP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Takes maximum value in each region Most common pooling operation Preserves strongest activations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986903" defTabSz="1450147">
              <a:spcBef>
                <a:spcPts val="523"/>
              </a:spcBef>
            </a:pPr>
            <a:r>
              <a:rPr lang="en-US" sz="1665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</a:t>
            </a:r>
            <a:r>
              <a:rPr lang="en-US" sz="190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= max(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inputs in window</a:t>
            </a:r>
            <a:r>
              <a:rPr lang="en-US" sz="190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)</a:t>
            </a:r>
            <a:endParaRPr sz="190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</p:txBody>
      </p:sp>
      <p:sp>
        <p:nvSpPr>
          <p:cNvPr id="1690" name="Google Shape;1690;p75"/>
          <p:cNvSpPr txBox="1"/>
          <p:nvPr/>
        </p:nvSpPr>
        <p:spPr>
          <a:xfrm>
            <a:off x="2436815" y="3313790"/>
            <a:ext cx="1117824" cy="312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665"/>
              <a:t>Input 4 </a:t>
            </a:r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665"/>
              <a:t>4</a:t>
            </a:r>
            <a:endParaRPr sz="1665"/>
          </a:p>
        </p:txBody>
      </p:sp>
      <p:graphicFrame>
        <p:nvGraphicFramePr>
          <p:cNvPr id="1691" name="Google Shape;1691;p75"/>
          <p:cNvGraphicFramePr/>
          <p:nvPr/>
        </p:nvGraphicFramePr>
        <p:xfrm>
          <a:off x="2132586" y="3705656"/>
          <a:ext cx="1720072" cy="1776372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4300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0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0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4093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093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093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093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92" name="Google Shape;1692;p75"/>
          <p:cNvSpPr txBox="1"/>
          <p:nvPr/>
        </p:nvSpPr>
        <p:spPr>
          <a:xfrm>
            <a:off x="3898889" y="4179630"/>
            <a:ext cx="280967" cy="312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→</a:t>
            </a:r>
            <a:endParaRPr sz="1903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693" name="Google Shape;1693;p75"/>
          <p:cNvSpPr txBox="1"/>
          <p:nvPr/>
        </p:nvSpPr>
        <p:spPr>
          <a:xfrm>
            <a:off x="4380560" y="3910760"/>
            <a:ext cx="1209465" cy="880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algn="ctr" defTabSz="1450147"/>
            <a:r>
              <a:rPr lang="en-US" sz="1665"/>
              <a:t>Max pooling</a:t>
            </a:r>
            <a:endParaRPr sz="1665"/>
          </a:p>
          <a:p>
            <a:pPr algn="ctr" defTabSz="1450147">
              <a:spcBef>
                <a:spcPts val="56"/>
              </a:spcBef>
            </a:pPr>
            <a:r>
              <a:rPr lang="en-US" sz="1665" i="1"/>
              <a:t>k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665"/>
              <a:t>2</a:t>
            </a:r>
            <a:endParaRPr sz="1665"/>
          </a:p>
          <a:p>
            <a:pPr algn="ctr" defTabSz="1450147">
              <a:spcBef>
                <a:spcPts val="8"/>
              </a:spcBef>
            </a:pPr>
            <a:r>
              <a:rPr lang="en-US" sz="1665" i="1"/>
              <a:t>s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665"/>
              <a:t>2</a:t>
            </a:r>
            <a:endParaRPr sz="1665"/>
          </a:p>
        </p:txBody>
      </p:sp>
      <p:sp>
        <p:nvSpPr>
          <p:cNvPr id="1694" name="Google Shape;1694;p75"/>
          <p:cNvSpPr txBox="1"/>
          <p:nvPr/>
        </p:nvSpPr>
        <p:spPr>
          <a:xfrm>
            <a:off x="5729461" y="4179630"/>
            <a:ext cx="280967" cy="312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→</a:t>
            </a:r>
            <a:endParaRPr sz="1903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695" name="Google Shape;1695;p75"/>
          <p:cNvSpPr txBox="1"/>
          <p:nvPr/>
        </p:nvSpPr>
        <p:spPr>
          <a:xfrm>
            <a:off x="6211133" y="3427040"/>
            <a:ext cx="690834" cy="888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0" rIns="0" bIns="0" anchor="t" anchorCtr="0">
            <a:spAutoFit/>
          </a:bodyPr>
          <a:lstStyle/>
          <a:p>
            <a:pPr marL="77543" marR="8056" indent="-58409" defTabSz="1450147">
              <a:lnSpc>
                <a:spcPct val="160100"/>
              </a:lnSpc>
            </a:pPr>
            <a:r>
              <a:rPr lang="en-US" sz="1665"/>
              <a:t>Output 2 </a:t>
            </a:r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665"/>
              <a:t>2</a:t>
            </a:r>
            <a:endParaRPr sz="1665"/>
          </a:p>
        </p:txBody>
      </p:sp>
      <p:graphicFrame>
        <p:nvGraphicFramePr>
          <p:cNvPr id="1696" name="Google Shape;1696;p75"/>
          <p:cNvGraphicFramePr/>
          <p:nvPr/>
        </p:nvGraphicFramePr>
        <p:xfrm>
          <a:off x="6110891" y="4368334"/>
          <a:ext cx="884181" cy="888186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4300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4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4093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093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1" name="Google Shape;1701;p76"/>
          <p:cNvSpPr txBox="1">
            <a:spLocks noGrp="1"/>
          </p:cNvSpPr>
          <p:nvPr>
            <p:ph type="title"/>
          </p:nvPr>
        </p:nvSpPr>
        <p:spPr>
          <a:xfrm>
            <a:off x="151137" y="371352"/>
            <a:ext cx="835447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A</a:t>
            </a:r>
            <a:r>
              <a:rPr lang="en-US" cap="small" dirty="0">
                <a:solidFill>
                  <a:srgbClr val="FFFFFF"/>
                </a:solidFill>
              </a:rPr>
              <a:t>verage</a:t>
            </a:r>
            <a:r>
              <a:rPr lang="en-US" dirty="0">
                <a:solidFill>
                  <a:srgbClr val="FFFFFF"/>
                </a:solidFill>
              </a:rPr>
              <a:t> P</a:t>
            </a:r>
            <a:r>
              <a:rPr lang="en-US" cap="small" dirty="0">
                <a:solidFill>
                  <a:srgbClr val="FFFFFF"/>
                </a:solidFill>
              </a:rPr>
              <a:t>ooling</a:t>
            </a:r>
            <a:endParaRPr dirty="0"/>
          </a:p>
        </p:txBody>
      </p:sp>
      <p:sp>
        <p:nvSpPr>
          <p:cNvPr id="1706" name="Google Shape;1706;p76"/>
          <p:cNvSpPr/>
          <p:nvPr/>
        </p:nvSpPr>
        <p:spPr>
          <a:xfrm>
            <a:off x="4041809" y="2932383"/>
            <a:ext cx="220544" cy="0"/>
          </a:xfrm>
          <a:custGeom>
            <a:avLst/>
            <a:gdLst/>
            <a:ahLst/>
            <a:cxnLst/>
            <a:rect l="l" t="t" r="r" b="b"/>
            <a:pathLst>
              <a:path w="139064" h="120000" extrusionOk="0">
                <a:moveTo>
                  <a:pt x="0" y="0"/>
                </a:moveTo>
                <a:lnTo>
                  <a:pt x="138963" y="0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defTabSz="1450147"/>
            <a:endParaRPr sz="2220"/>
          </a:p>
        </p:txBody>
      </p:sp>
      <p:sp>
        <p:nvSpPr>
          <p:cNvPr id="1707" name="Google Shape;1707;p76"/>
          <p:cNvSpPr txBox="1"/>
          <p:nvPr/>
        </p:nvSpPr>
        <p:spPr>
          <a:xfrm>
            <a:off x="1022315" y="1345013"/>
            <a:ext cx="3778285" cy="1110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305891" marR="8056" indent="-285750" defTabSz="1450147">
              <a:lnSpc>
                <a:spcPct val="1329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Takes average of values in region</a:t>
            </a:r>
          </a:p>
          <a:p>
            <a:pPr marL="305891" marR="8056" indent="-285750" defTabSz="1450147">
              <a:lnSpc>
                <a:spcPct val="1329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Smoother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downsampling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05891" indent="-285750" defTabSz="1450147">
              <a:spcBef>
                <a:spcPts val="649"/>
              </a:spcBef>
              <a:buFont typeface="Courier New" panose="02070309020205020404" pitchFamily="49" charset="0"/>
              <a:buChar char="o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in final layers sometimes</a:t>
            </a:r>
            <a:endParaRPr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08" name="Google Shape;1708;p76"/>
          <p:cNvSpPr txBox="1"/>
          <p:nvPr/>
        </p:nvSpPr>
        <p:spPr>
          <a:xfrm>
            <a:off x="3981387" y="2851345"/>
            <a:ext cx="331319" cy="281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60423" defTabSz="1450147"/>
            <a:r>
              <a:rPr lang="en-US" sz="2498" i="1" baseline="-25000"/>
              <a:t>k </a:t>
            </a:r>
            <a:r>
              <a:rPr lang="en-US" sz="1110"/>
              <a:t>2</a:t>
            </a:r>
            <a:endParaRPr sz="1110"/>
          </a:p>
        </p:txBody>
      </p:sp>
      <p:sp>
        <p:nvSpPr>
          <p:cNvPr id="1709" name="Google Shape;1709;p76"/>
          <p:cNvSpPr txBox="1"/>
          <p:nvPr/>
        </p:nvSpPr>
        <p:spPr>
          <a:xfrm>
            <a:off x="3018212" y="2731640"/>
            <a:ext cx="4074502" cy="312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60423" defTabSz="1450147"/>
            <a:r>
              <a:rPr lang="en-US" sz="1665" i="1"/>
              <a:t>output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=   </a:t>
            </a:r>
            <a:r>
              <a:rPr lang="en-US" sz="2498" baseline="30000"/>
              <a:t>1     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665"/>
              <a:t>inputs in window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)</a:t>
            </a:r>
            <a:endParaRPr sz="1903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10" name="Google Shape;1710;p76"/>
          <p:cNvSpPr txBox="1"/>
          <p:nvPr/>
        </p:nvSpPr>
        <p:spPr>
          <a:xfrm>
            <a:off x="2107611" y="3395138"/>
            <a:ext cx="1117824" cy="312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665"/>
              <a:t>Input 4 </a:t>
            </a:r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665"/>
              <a:t>4</a:t>
            </a:r>
            <a:endParaRPr sz="1665"/>
          </a:p>
        </p:txBody>
      </p:sp>
      <p:graphicFrame>
        <p:nvGraphicFramePr>
          <p:cNvPr id="1711" name="Google Shape;1711;p76"/>
          <p:cNvGraphicFramePr/>
          <p:nvPr/>
        </p:nvGraphicFramePr>
        <p:xfrm>
          <a:off x="1803381" y="3786984"/>
          <a:ext cx="1720072" cy="1776372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4300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0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0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4093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093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093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093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12" name="Google Shape;1712;p76"/>
          <p:cNvSpPr txBox="1"/>
          <p:nvPr/>
        </p:nvSpPr>
        <p:spPr>
          <a:xfrm>
            <a:off x="3569705" y="4260959"/>
            <a:ext cx="280967" cy="312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→</a:t>
            </a:r>
            <a:endParaRPr sz="1903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713" name="Google Shape;1713;p76"/>
          <p:cNvSpPr txBox="1"/>
          <p:nvPr/>
        </p:nvSpPr>
        <p:spPr>
          <a:xfrm>
            <a:off x="4051355" y="3992088"/>
            <a:ext cx="1590130" cy="880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algn="ctr" defTabSz="1450147"/>
            <a:r>
              <a:rPr lang="en-US" sz="1665" dirty="0"/>
              <a:t>Average pooling</a:t>
            </a:r>
            <a:endParaRPr sz="1665" dirty="0"/>
          </a:p>
          <a:p>
            <a:pPr algn="ctr" defTabSz="1450147">
              <a:spcBef>
                <a:spcPts val="56"/>
              </a:spcBef>
            </a:pPr>
            <a:r>
              <a:rPr lang="en-US" sz="1665" i="1" dirty="0"/>
              <a:t>k </a:t>
            </a:r>
            <a:r>
              <a:rPr lang="en-US" sz="1903" dirty="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665" dirty="0"/>
              <a:t>2</a:t>
            </a:r>
            <a:endParaRPr sz="1665" dirty="0"/>
          </a:p>
          <a:p>
            <a:pPr algn="ctr" defTabSz="1450147">
              <a:spcBef>
                <a:spcPts val="8"/>
              </a:spcBef>
            </a:pPr>
            <a:r>
              <a:rPr lang="en-US" sz="1665" i="1" dirty="0"/>
              <a:t>s </a:t>
            </a:r>
            <a:r>
              <a:rPr lang="en-US" sz="1903" dirty="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665" dirty="0"/>
              <a:t>2</a:t>
            </a:r>
            <a:endParaRPr sz="1665" dirty="0"/>
          </a:p>
        </p:txBody>
      </p:sp>
      <p:sp>
        <p:nvSpPr>
          <p:cNvPr id="1714" name="Google Shape;1714;p76"/>
          <p:cNvSpPr txBox="1"/>
          <p:nvPr/>
        </p:nvSpPr>
        <p:spPr>
          <a:xfrm>
            <a:off x="5781666" y="4260959"/>
            <a:ext cx="280967" cy="312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→</a:t>
            </a:r>
            <a:endParaRPr sz="1903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715" name="Google Shape;1715;p76"/>
          <p:cNvSpPr txBox="1"/>
          <p:nvPr/>
        </p:nvSpPr>
        <p:spPr>
          <a:xfrm>
            <a:off x="6401827" y="3508370"/>
            <a:ext cx="690834" cy="888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0" rIns="0" bIns="0" anchor="t" anchorCtr="0">
            <a:spAutoFit/>
          </a:bodyPr>
          <a:lstStyle/>
          <a:p>
            <a:pPr marL="77543" marR="8056" indent="-58409" defTabSz="1450147">
              <a:lnSpc>
                <a:spcPct val="160100"/>
              </a:lnSpc>
            </a:pPr>
            <a:r>
              <a:rPr lang="en-US" sz="1665"/>
              <a:t>Output 2 </a:t>
            </a:r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665"/>
              <a:t>2</a:t>
            </a:r>
            <a:endParaRPr sz="1665"/>
          </a:p>
        </p:txBody>
      </p:sp>
      <p:graphicFrame>
        <p:nvGraphicFramePr>
          <p:cNvPr id="1716" name="Google Shape;1716;p76"/>
          <p:cNvGraphicFramePr/>
          <p:nvPr/>
        </p:nvGraphicFramePr>
        <p:xfrm>
          <a:off x="6163076" y="4449664"/>
          <a:ext cx="1161119" cy="888186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7311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4093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4.5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093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4.75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Google Shape;1727;p77"/>
          <p:cNvSpPr txBox="1">
            <a:spLocks noGrp="1"/>
          </p:cNvSpPr>
          <p:nvPr>
            <p:ph type="title"/>
          </p:nvPr>
        </p:nvSpPr>
        <p:spPr>
          <a:xfrm>
            <a:off x="151137" y="380496"/>
            <a:ext cx="774722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b="1" dirty="0">
                <a:solidFill>
                  <a:srgbClr val="FFFFFF"/>
                </a:solidFill>
              </a:rPr>
              <a:t>1</a:t>
            </a:r>
            <a:r>
              <a:rPr lang="en-US" sz="1189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b="1" dirty="0">
                <a:solidFill>
                  <a:srgbClr val="FFFFFF"/>
                </a:solidFill>
              </a:rPr>
              <a:t>1 C</a:t>
            </a:r>
            <a:r>
              <a:rPr lang="en-US" b="1" cap="small" dirty="0">
                <a:solidFill>
                  <a:srgbClr val="FFFFFF"/>
                </a:solidFill>
              </a:rPr>
              <a:t>onvolution</a:t>
            </a:r>
            <a:r>
              <a:rPr lang="en-US" b="1" dirty="0">
                <a:solidFill>
                  <a:srgbClr val="FFFFFF"/>
                </a:solidFill>
              </a:rPr>
              <a:t>: I</a:t>
            </a:r>
            <a:r>
              <a:rPr lang="en-US" b="1" cap="small" dirty="0">
                <a:solidFill>
                  <a:srgbClr val="FFFFFF"/>
                </a:solidFill>
              </a:rPr>
              <a:t>ntroduction</a:t>
            </a:r>
            <a:endParaRPr sz="1189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6" name="Google Shape;1746;p77"/>
          <p:cNvSpPr txBox="1"/>
          <p:nvPr/>
        </p:nvSpPr>
        <p:spPr>
          <a:xfrm>
            <a:off x="493776" y="1293334"/>
            <a:ext cx="8174735" cy="436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2335" rIns="0" bIns="0" anchor="t" anchorCtr="0">
            <a:spAutoFit/>
          </a:bodyPr>
          <a:lstStyle/>
          <a:p>
            <a:pPr marL="100705" defTabSz="1450147"/>
            <a:r>
              <a:rPr lang="en-US" sz="2220" dirty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2220" cap="small" dirty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efinition</a:t>
            </a:r>
            <a:endParaRPr sz="2220" dirty="0">
              <a:latin typeface="Calibri"/>
              <a:ea typeface="Calibri"/>
              <a:cs typeface="Calibri"/>
              <a:sym typeface="Calibri"/>
            </a:endParaRPr>
          </a:p>
          <a:p>
            <a:pPr marL="100705" marR="88620" defTabSz="1450147">
              <a:lnSpc>
                <a:spcPct val="120000"/>
              </a:lnSpc>
              <a:spcBef>
                <a:spcPts val="254"/>
              </a:spcBef>
            </a:pP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1×1 convolution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uses a kernel of size 1 </a:t>
            </a:r>
            <a:r>
              <a:rPr lang="en-US" sz="190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×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</a:t>
            </a:r>
            <a:r>
              <a:rPr lang="en-US" sz="190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× </a:t>
            </a:r>
            <a:r>
              <a:rPr lang="en-US" sz="1665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1665" i="1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lang="en-US" sz="1665" i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perform a weighted sum across channels at each spatial location.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defTabSz="1450147">
              <a:spcBef>
                <a:spcPts val="666"/>
              </a:spcBef>
            </a:pPr>
            <a:endParaRPr sz="1665" dirty="0"/>
          </a:p>
          <a:p>
            <a:pPr marL="100705" defTabSz="1450147"/>
            <a:r>
              <a:rPr lang="en-US" sz="18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 First Glance:</a:t>
            </a:r>
            <a:endParaRPr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57752" marR="1518626" indent="-285750" defTabSz="1450147">
              <a:lnSpc>
                <a:spcPct val="133100"/>
              </a:lnSpc>
              <a:spcBef>
                <a:spcPts val="16"/>
              </a:spcBef>
              <a:buFont typeface="Courier New" panose="02070309020205020404" pitchFamily="49" charset="0"/>
              <a:buChar char="o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Seems pointless: No spatial information, just a single pixel!</a:t>
            </a:r>
          </a:p>
          <a:p>
            <a:pPr marL="857752" marR="1518626" indent="-285750" defTabSz="1450147">
              <a:lnSpc>
                <a:spcPct val="133100"/>
              </a:lnSpc>
              <a:spcBef>
                <a:spcPts val="16"/>
              </a:spcBef>
              <a:buFont typeface="Courier New" panose="02070309020205020404" pitchFamily="49" charset="0"/>
              <a:buChar char="o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But actually very powerful: ”Network in Network”</a:t>
            </a:r>
            <a:endParaRPr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00705" defTabSz="1450147">
              <a:spcBef>
                <a:spcPts val="1576"/>
              </a:spcBef>
            </a:pPr>
            <a:r>
              <a:rPr lang="en-US" sz="18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it does:</a:t>
            </a:r>
            <a:endParaRPr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57752" marR="3430000" indent="-285750" defTabSz="1450147">
              <a:lnSpc>
                <a:spcPct val="133100"/>
              </a:lnSpc>
              <a:spcBef>
                <a:spcPts val="24"/>
              </a:spcBef>
              <a:buFont typeface="Courier New" panose="02070309020205020404" pitchFamily="49" charset="0"/>
              <a:buChar char="o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Combines information across </a:t>
            </a:r>
            <a:r>
              <a:rPr lang="en-US" sz="18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channels </a:t>
            </a:r>
          </a:p>
          <a:p>
            <a:pPr marL="857752" marR="3430000" indent="-285750" defTabSz="1450147">
              <a:lnSpc>
                <a:spcPct val="133100"/>
              </a:lnSpc>
              <a:spcBef>
                <a:spcPts val="24"/>
              </a:spcBef>
              <a:buFont typeface="Courier New" panose="02070309020205020404" pitchFamily="49" charset="0"/>
              <a:buChar char="o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Acts as a learned linear combination</a:t>
            </a:r>
          </a:p>
          <a:p>
            <a:pPr marL="857752" marR="3430000" indent="-285750" defTabSz="1450147">
              <a:lnSpc>
                <a:spcPct val="133100"/>
              </a:lnSpc>
              <a:spcBef>
                <a:spcPts val="24"/>
              </a:spcBef>
              <a:buFont typeface="Courier New" panose="02070309020205020404" pitchFamily="49" charset="0"/>
              <a:buChar char="o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Does NOT look at neighboring pixels</a:t>
            </a:r>
          </a:p>
          <a:p>
            <a:pPr marL="857752" marR="3430000" indent="-285750" defTabSz="1450147">
              <a:lnSpc>
                <a:spcPct val="133100"/>
              </a:lnSpc>
              <a:buFont typeface="Courier New" panose="02070309020205020404" pitchFamily="49" charset="0"/>
              <a:buChar char="o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Applied independently at each spatial position</a:t>
            </a: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>
    <p:cut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7" name="Google Shape;1757;p78"/>
          <p:cNvSpPr txBox="1">
            <a:spLocks noGrp="1"/>
          </p:cNvSpPr>
          <p:nvPr>
            <p:ph type="title"/>
          </p:nvPr>
        </p:nvSpPr>
        <p:spPr>
          <a:xfrm>
            <a:off x="151137" y="316488"/>
            <a:ext cx="835447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1</a:t>
            </a:r>
            <a:r>
              <a:rPr lang="en-US" sz="118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dirty="0">
                <a:solidFill>
                  <a:srgbClr val="FFFFFF"/>
                </a:solidFill>
              </a:rPr>
              <a:t>1 C</a:t>
            </a:r>
            <a:r>
              <a:rPr lang="en-US" cap="small" dirty="0">
                <a:solidFill>
                  <a:srgbClr val="FFFFFF"/>
                </a:solidFill>
              </a:rPr>
              <a:t>onvolution</a:t>
            </a:r>
            <a:r>
              <a:rPr lang="en-US" dirty="0">
                <a:solidFill>
                  <a:srgbClr val="FFFFFF"/>
                </a:solidFill>
              </a:rPr>
              <a:t>: H</a:t>
            </a:r>
            <a:r>
              <a:rPr lang="en-US" cap="small" dirty="0">
                <a:solidFill>
                  <a:srgbClr val="FFFFFF"/>
                </a:solidFill>
              </a:rPr>
              <a:t>ow</a:t>
            </a:r>
            <a:r>
              <a:rPr lang="en-US" dirty="0">
                <a:solidFill>
                  <a:srgbClr val="FFFFFF"/>
                </a:solidFill>
              </a:rPr>
              <a:t> I</a:t>
            </a:r>
            <a:r>
              <a:rPr lang="en-US" cap="small" dirty="0">
                <a:solidFill>
                  <a:srgbClr val="FFFFFF"/>
                </a:solidFill>
              </a:rPr>
              <a:t>t</a:t>
            </a:r>
            <a:r>
              <a:rPr lang="en-US" dirty="0">
                <a:solidFill>
                  <a:srgbClr val="FFFFFF"/>
                </a:solidFill>
              </a:rPr>
              <a:t> W</a:t>
            </a:r>
            <a:r>
              <a:rPr lang="en-US" cap="small" dirty="0">
                <a:solidFill>
                  <a:srgbClr val="FFFFFF"/>
                </a:solidFill>
              </a:rPr>
              <a:t>orks</a:t>
            </a:r>
            <a:endParaRPr sz="1189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64" name="Google Shape;1764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016" y="1381139"/>
            <a:ext cx="7594716" cy="3861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9" name="Google Shape;1769;p79"/>
          <p:cNvSpPr txBox="1">
            <a:spLocks noGrp="1"/>
          </p:cNvSpPr>
          <p:nvPr>
            <p:ph type="title"/>
          </p:nvPr>
        </p:nvSpPr>
        <p:spPr>
          <a:xfrm>
            <a:off x="151137" y="407927"/>
            <a:ext cx="8354537" cy="451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>
                <a:solidFill>
                  <a:srgbClr val="FFFFFF"/>
                </a:solidFill>
              </a:rPr>
              <a:t>1</a:t>
            </a:r>
            <a:r>
              <a:rPr lang="en-US" sz="118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7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118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>
                <a:solidFill>
                  <a:srgbClr val="FFFFFF"/>
                </a:solidFill>
              </a:rPr>
              <a:t>1 C</a:t>
            </a:r>
            <a:r>
              <a:rPr lang="en-US" cap="small">
                <a:solidFill>
                  <a:srgbClr val="FFFFFF"/>
                </a:solidFill>
              </a:rPr>
              <a:t>onvolution</a:t>
            </a:r>
            <a:r>
              <a:rPr lang="en-US">
                <a:solidFill>
                  <a:srgbClr val="FFFFFF"/>
                </a:solidFill>
              </a:rPr>
              <a:t>: K</a:t>
            </a:r>
            <a:r>
              <a:rPr lang="en-US" cap="small">
                <a:solidFill>
                  <a:srgbClr val="FFFFFF"/>
                </a:solidFill>
              </a:rPr>
              <a:t>ey</a:t>
            </a:r>
            <a:r>
              <a:rPr lang="en-US">
                <a:solidFill>
                  <a:srgbClr val="FFFFFF"/>
                </a:solidFill>
              </a:rPr>
              <a:t> A</a:t>
            </a:r>
            <a:r>
              <a:rPr lang="en-US" cap="small">
                <a:solidFill>
                  <a:srgbClr val="FFFFFF"/>
                </a:solidFill>
              </a:rPr>
              <a:t>pplications</a:t>
            </a:r>
            <a:endParaRPr sz="1189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76" name="Google Shape;1776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691" y="1591930"/>
            <a:ext cx="8137469" cy="42401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" name="Google Shape;1781;p80"/>
          <p:cNvSpPr txBox="1">
            <a:spLocks noGrp="1"/>
          </p:cNvSpPr>
          <p:nvPr>
            <p:ph type="title"/>
          </p:nvPr>
        </p:nvSpPr>
        <p:spPr>
          <a:xfrm>
            <a:off x="151137" y="380495"/>
            <a:ext cx="8354537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1</a:t>
            </a:r>
            <a:r>
              <a:rPr lang="en-US" sz="118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2458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118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>
                <a:solidFill>
                  <a:srgbClr val="FFFFFF"/>
                </a:solidFill>
              </a:rPr>
              <a:t>1 C</a:t>
            </a:r>
            <a:r>
              <a:rPr lang="en-US" cap="small" dirty="0">
                <a:solidFill>
                  <a:srgbClr val="FFFFFF"/>
                </a:solidFill>
              </a:rPr>
              <a:t>onvolution</a:t>
            </a:r>
            <a:r>
              <a:rPr lang="en-US" dirty="0">
                <a:solidFill>
                  <a:srgbClr val="FFFFFF"/>
                </a:solidFill>
              </a:rPr>
              <a:t>: B</a:t>
            </a:r>
            <a:r>
              <a:rPr lang="en-US" cap="small" dirty="0">
                <a:solidFill>
                  <a:srgbClr val="FFFFFF"/>
                </a:solidFill>
              </a:rPr>
              <a:t>ottleneck</a:t>
            </a:r>
            <a:r>
              <a:rPr lang="en-US" dirty="0">
                <a:solidFill>
                  <a:srgbClr val="FFFFFF"/>
                </a:solidFill>
              </a:rPr>
              <a:t> A</a:t>
            </a:r>
            <a:r>
              <a:rPr lang="en-US" cap="small" dirty="0">
                <a:solidFill>
                  <a:srgbClr val="FFFFFF"/>
                </a:solidFill>
              </a:rPr>
              <a:t>rchitecture</a:t>
            </a:r>
            <a:endParaRPr sz="1189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88" name="Google Shape;1788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692" y="1710548"/>
            <a:ext cx="8126599" cy="38797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3" name="Google Shape;1793;p81"/>
          <p:cNvSpPr txBox="1">
            <a:spLocks noGrp="1"/>
          </p:cNvSpPr>
          <p:nvPr>
            <p:ph type="title"/>
          </p:nvPr>
        </p:nvSpPr>
        <p:spPr>
          <a:xfrm>
            <a:off x="151137" y="316488"/>
            <a:ext cx="7465815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b="1" dirty="0" err="1">
                <a:solidFill>
                  <a:srgbClr val="FFFFFF"/>
                </a:solidFill>
              </a:rPr>
              <a:t>R</a:t>
            </a:r>
            <a:r>
              <a:rPr lang="en-US" b="1" cap="small" dirty="0" err="1">
                <a:solidFill>
                  <a:srgbClr val="FFFFFF"/>
                </a:solidFill>
              </a:rPr>
              <a:t>e</a:t>
            </a:r>
            <a:r>
              <a:rPr lang="en-US" b="1" dirty="0" err="1">
                <a:solidFill>
                  <a:srgbClr val="FFFFFF"/>
                </a:solidFill>
              </a:rPr>
              <a:t>LU</a:t>
            </a:r>
            <a:r>
              <a:rPr lang="en-US" b="1" dirty="0">
                <a:solidFill>
                  <a:srgbClr val="FFFFFF"/>
                </a:solidFill>
              </a:rPr>
              <a:t> A</a:t>
            </a:r>
            <a:r>
              <a:rPr lang="en-US" b="1" cap="small" dirty="0">
                <a:solidFill>
                  <a:srgbClr val="FFFFFF"/>
                </a:solidFill>
              </a:rPr>
              <a:t>ctivation</a:t>
            </a:r>
            <a:r>
              <a:rPr lang="en-US" b="1" dirty="0">
                <a:solidFill>
                  <a:srgbClr val="FFFFFF"/>
                </a:solidFill>
              </a:rPr>
              <a:t> F</a:t>
            </a:r>
            <a:r>
              <a:rPr lang="en-US" b="1" cap="small" dirty="0">
                <a:solidFill>
                  <a:srgbClr val="FFFFFF"/>
                </a:solidFill>
              </a:rPr>
              <a:t>unction</a:t>
            </a:r>
            <a:endParaRPr b="1" dirty="0"/>
          </a:p>
        </p:txBody>
      </p:sp>
      <p:grpSp>
        <p:nvGrpSpPr>
          <p:cNvPr id="1794" name="Google Shape;1794;p81"/>
          <p:cNvGrpSpPr/>
          <p:nvPr/>
        </p:nvGrpSpPr>
        <p:grpSpPr>
          <a:xfrm>
            <a:off x="490350" y="1682052"/>
            <a:ext cx="8234748" cy="1065056"/>
            <a:chOff x="309193" y="520877"/>
            <a:chExt cx="5192466" cy="671577"/>
          </a:xfrm>
        </p:grpSpPr>
        <p:sp>
          <p:nvSpPr>
            <p:cNvPr id="1795" name="Google Shape;1795;p81"/>
            <p:cNvSpPr/>
            <p:nvPr/>
          </p:nvSpPr>
          <p:spPr>
            <a:xfrm>
              <a:off x="309193" y="520877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09" extrusionOk="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6887"/>
                  </a:lnTo>
                  <a:lnTo>
                    <a:pt x="5141666" y="206887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pic>
          <p:nvPicPr>
            <p:cNvPr id="1796" name="Google Shape;1796;p8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9193" y="715111"/>
              <a:ext cx="5141666" cy="506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97" name="Google Shape;1797;p8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9994" y="1090853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98" name="Google Shape;1798;p8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0794" y="1078153"/>
              <a:ext cx="509086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99" name="Google Shape;1799;p81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450859" y="565124"/>
              <a:ext cx="50800" cy="5257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00" name="Google Shape;1800;p81"/>
            <p:cNvSpPr/>
            <p:nvPr/>
          </p:nvSpPr>
          <p:spPr>
            <a:xfrm>
              <a:off x="309193" y="759395"/>
              <a:ext cx="5142230" cy="382270"/>
            </a:xfrm>
            <a:custGeom>
              <a:avLst/>
              <a:gdLst/>
              <a:ahLst/>
              <a:cxnLst/>
              <a:rect l="l" t="t" r="r" b="b"/>
              <a:pathLst>
                <a:path w="5142230" h="382269" extrusionOk="0">
                  <a:moveTo>
                    <a:pt x="5141666" y="0"/>
                  </a:moveTo>
                  <a:lnTo>
                    <a:pt x="0" y="0"/>
                  </a:lnTo>
                  <a:lnTo>
                    <a:pt x="0" y="331457"/>
                  </a:lnTo>
                  <a:lnTo>
                    <a:pt x="4008" y="351182"/>
                  </a:lnTo>
                  <a:lnTo>
                    <a:pt x="14922" y="367335"/>
                  </a:lnTo>
                  <a:lnTo>
                    <a:pt x="31075" y="378249"/>
                  </a:lnTo>
                  <a:lnTo>
                    <a:pt x="50800" y="382258"/>
                  </a:lnTo>
                  <a:lnTo>
                    <a:pt x="5090865" y="382258"/>
                  </a:lnTo>
                  <a:lnTo>
                    <a:pt x="5110590" y="378249"/>
                  </a:lnTo>
                  <a:lnTo>
                    <a:pt x="5126743" y="367335"/>
                  </a:lnTo>
                  <a:lnTo>
                    <a:pt x="5137657" y="351182"/>
                  </a:lnTo>
                  <a:lnTo>
                    <a:pt x="5141666" y="331457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801" name="Google Shape;1801;p81"/>
            <p:cNvSpPr/>
            <p:nvPr/>
          </p:nvSpPr>
          <p:spPr>
            <a:xfrm>
              <a:off x="5450859" y="603214"/>
              <a:ext cx="0" cy="506730"/>
            </a:xfrm>
            <a:custGeom>
              <a:avLst/>
              <a:gdLst/>
              <a:ahLst/>
              <a:cxnLst/>
              <a:rect l="l" t="t" r="r" b="b"/>
              <a:pathLst>
                <a:path w="120000" h="506730" extrusionOk="0">
                  <a:moveTo>
                    <a:pt x="0" y="50668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802" name="Google Shape;1802;p81"/>
            <p:cNvSpPr/>
            <p:nvPr/>
          </p:nvSpPr>
          <p:spPr>
            <a:xfrm>
              <a:off x="5450859" y="59051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803" name="Google Shape;1803;p81"/>
            <p:cNvSpPr/>
            <p:nvPr/>
          </p:nvSpPr>
          <p:spPr>
            <a:xfrm>
              <a:off x="5450859" y="57781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804" name="Google Shape;1804;p81"/>
            <p:cNvSpPr/>
            <p:nvPr/>
          </p:nvSpPr>
          <p:spPr>
            <a:xfrm>
              <a:off x="5450859" y="56511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805" name="Google Shape;1805;p81"/>
            <p:cNvSpPr/>
            <p:nvPr/>
          </p:nvSpPr>
          <p:spPr>
            <a:xfrm>
              <a:off x="5450859" y="546064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5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sp>
        <p:nvSpPr>
          <p:cNvPr id="1810" name="Google Shape;1810;p81"/>
          <p:cNvSpPr txBox="1"/>
          <p:nvPr/>
        </p:nvSpPr>
        <p:spPr>
          <a:xfrm>
            <a:off x="523343" y="1571765"/>
            <a:ext cx="8033226" cy="4082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5599" rIns="0" bIns="0" anchor="t" anchorCtr="0">
            <a:spAutoFit/>
          </a:bodyPr>
          <a:lstStyle/>
          <a:p>
            <a:pPr marL="20141" defTabSz="1450147"/>
            <a:r>
              <a:rPr lang="en-US" sz="2220" dirty="0">
                <a:solidFill>
                  <a:srgbClr val="3333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</a:t>
            </a:r>
            <a:r>
              <a:rPr lang="en-US" sz="2220" cap="small" dirty="0">
                <a:solidFill>
                  <a:srgbClr val="3333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efinition</a:t>
            </a:r>
            <a:endParaRPr sz="222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20141" marR="700903" defTabSz="1450147">
              <a:lnSpc>
                <a:spcPct val="114700"/>
              </a:lnSpc>
              <a:spcBef>
                <a:spcPts val="111"/>
              </a:spcBef>
            </a:pPr>
            <a:r>
              <a:rPr lang="en-US" sz="1665" dirty="0" err="1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ReLU</a:t>
            </a:r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(Rectified Linear Unit)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a simple and powerful activation function that outputs the input directly if positive, otherwise outputs zero.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defTabSz="1450147">
              <a:spcBef>
                <a:spcPts val="722"/>
              </a:spcBef>
            </a:pP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0141" defTabSz="1450147"/>
            <a:r>
              <a:rPr lang="en-US" sz="1665" dirty="0">
                <a:solidFill>
                  <a:srgbClr val="EC202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Properties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77189" marR="2649539" indent="-285750" defTabSz="1450147">
              <a:lnSpc>
                <a:spcPct val="122600"/>
              </a:lnSpc>
              <a:spcBef>
                <a:spcPts val="56"/>
              </a:spcBef>
              <a:buFont typeface="Courier New" panose="02070309020205020404" pitchFamily="49" charset="0"/>
              <a:buChar char="o"/>
            </a:pPr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Non-linear: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Enables learning complex patterns</a:t>
            </a:r>
          </a:p>
          <a:p>
            <a:pPr marL="777189" marR="2649539" indent="-285750" defTabSz="1450147">
              <a:lnSpc>
                <a:spcPct val="122600"/>
              </a:lnSpc>
              <a:spcBef>
                <a:spcPts val="56"/>
              </a:spcBef>
              <a:buFont typeface="Courier New" panose="02070309020205020404" pitchFamily="49" charset="0"/>
              <a:buChar char="o"/>
            </a:pPr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Sparse: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Many outputs are exactly zero</a:t>
            </a:r>
          </a:p>
          <a:p>
            <a:pPr marL="777189" marR="2649539" indent="-285750" defTabSz="1450147">
              <a:lnSpc>
                <a:spcPct val="122600"/>
              </a:lnSpc>
              <a:spcBef>
                <a:spcPts val="56"/>
              </a:spcBef>
              <a:buFont typeface="Courier New" panose="02070309020205020404" pitchFamily="49" charset="0"/>
              <a:buChar char="o"/>
            </a:pPr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Computationally efficient: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Simple max operation</a:t>
            </a:r>
          </a:p>
          <a:p>
            <a:pPr marL="777189" marR="2649539" indent="-285750" defTabSz="1450147">
              <a:lnSpc>
                <a:spcPct val="122600"/>
              </a:lnSpc>
              <a:spcBef>
                <a:spcPts val="56"/>
              </a:spcBef>
              <a:buFont typeface="Courier New" panose="02070309020205020404" pitchFamily="49" charset="0"/>
              <a:buChar char="o"/>
            </a:pPr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Non-saturating: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upper bound on positive values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0141" marR="8056" defTabSz="1450147">
              <a:lnSpc>
                <a:spcPct val="114700"/>
              </a:lnSpc>
              <a:spcBef>
                <a:spcPts val="1110"/>
              </a:spcBef>
            </a:pPr>
            <a:r>
              <a:rPr lang="en-US" sz="1665" dirty="0">
                <a:solidFill>
                  <a:srgbClr val="EC202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Usage in CNNs </a:t>
            </a:r>
            <a:r>
              <a:rPr lang="en-US" sz="1665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ReLU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the </a:t>
            </a:r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default choice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activation functions in CNNs and is typically applied after each convolutional layer: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 defTabSz="1450147">
              <a:spcBef>
                <a:spcPts val="1213"/>
              </a:spcBef>
            </a:pP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 Layer Output </a:t>
            </a:r>
            <a:r>
              <a:rPr lang="en-US" sz="190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→ </a:t>
            </a:r>
            <a:r>
              <a:rPr lang="en-US" sz="1665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ReLU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→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 Layer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>
    <p:cut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1" name="Google Shape;1821;p82"/>
          <p:cNvSpPr txBox="1">
            <a:spLocks noGrp="1"/>
          </p:cNvSpPr>
          <p:nvPr>
            <p:ph type="title"/>
          </p:nvPr>
        </p:nvSpPr>
        <p:spPr>
          <a:xfrm>
            <a:off x="151137" y="307344"/>
            <a:ext cx="7218927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b="1" dirty="0" err="1">
                <a:solidFill>
                  <a:srgbClr val="FFFFFF"/>
                </a:solidFill>
              </a:rPr>
              <a:t>R</a:t>
            </a:r>
            <a:r>
              <a:rPr lang="en-US" b="1" cap="small" dirty="0" err="1">
                <a:solidFill>
                  <a:srgbClr val="FFFFFF"/>
                </a:solidFill>
              </a:rPr>
              <a:t>e</a:t>
            </a:r>
            <a:r>
              <a:rPr lang="en-US" b="1" dirty="0" err="1">
                <a:solidFill>
                  <a:srgbClr val="FFFFFF"/>
                </a:solidFill>
              </a:rPr>
              <a:t>LU</a:t>
            </a:r>
            <a:r>
              <a:rPr lang="en-US" b="1" dirty="0">
                <a:solidFill>
                  <a:srgbClr val="FFFFFF"/>
                </a:solidFill>
              </a:rPr>
              <a:t> A</a:t>
            </a:r>
            <a:r>
              <a:rPr lang="en-US" b="1" cap="small" dirty="0">
                <a:solidFill>
                  <a:srgbClr val="FFFFFF"/>
                </a:solidFill>
              </a:rPr>
              <a:t>ctivation</a:t>
            </a:r>
            <a:r>
              <a:rPr lang="en-US" b="1" dirty="0">
                <a:solidFill>
                  <a:srgbClr val="FFFFFF"/>
                </a:solidFill>
              </a:rPr>
              <a:t> F</a:t>
            </a:r>
            <a:r>
              <a:rPr lang="en-US" b="1" cap="small" dirty="0">
                <a:solidFill>
                  <a:srgbClr val="FFFFFF"/>
                </a:solidFill>
              </a:rPr>
              <a:t>unction</a:t>
            </a:r>
            <a:endParaRPr b="1" dirty="0"/>
          </a:p>
        </p:txBody>
      </p:sp>
      <p:pic>
        <p:nvPicPr>
          <p:cNvPr id="1828" name="Google Shape;1828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692" y="1728611"/>
            <a:ext cx="8451601" cy="38617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" name="Google Shape;1833;p83"/>
          <p:cNvSpPr txBox="1">
            <a:spLocks noGrp="1"/>
          </p:cNvSpPr>
          <p:nvPr>
            <p:ph type="title"/>
          </p:nvPr>
        </p:nvSpPr>
        <p:spPr>
          <a:xfrm>
            <a:off x="151137" y="380496"/>
            <a:ext cx="835447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b="1" dirty="0" err="1">
                <a:solidFill>
                  <a:srgbClr val="FFFFFF"/>
                </a:solidFill>
              </a:rPr>
              <a:t>R</a:t>
            </a:r>
            <a:r>
              <a:rPr lang="en-US" b="1" cap="small" dirty="0" err="1">
                <a:solidFill>
                  <a:srgbClr val="FFFFFF"/>
                </a:solidFill>
              </a:rPr>
              <a:t>e</a:t>
            </a:r>
            <a:r>
              <a:rPr lang="en-US" b="1" dirty="0" err="1">
                <a:solidFill>
                  <a:srgbClr val="FFFFFF"/>
                </a:solidFill>
              </a:rPr>
              <a:t>LU</a:t>
            </a:r>
            <a:r>
              <a:rPr lang="en-US" b="1" dirty="0">
                <a:solidFill>
                  <a:srgbClr val="FFFFFF"/>
                </a:solidFill>
              </a:rPr>
              <a:t> A</a:t>
            </a:r>
            <a:r>
              <a:rPr lang="en-US" b="1" cap="small" dirty="0">
                <a:solidFill>
                  <a:srgbClr val="FFFFFF"/>
                </a:solidFill>
              </a:rPr>
              <a:t>ctivation</a:t>
            </a:r>
            <a:r>
              <a:rPr lang="en-US" b="1" dirty="0">
                <a:solidFill>
                  <a:srgbClr val="FFFFFF"/>
                </a:solidFill>
              </a:rPr>
              <a:t> F</a:t>
            </a:r>
            <a:r>
              <a:rPr lang="en-US" b="1" cap="small" dirty="0">
                <a:solidFill>
                  <a:srgbClr val="FFFFFF"/>
                </a:solidFill>
              </a:rPr>
              <a:t>unction</a:t>
            </a:r>
            <a:endParaRPr b="1" dirty="0"/>
          </a:p>
        </p:txBody>
      </p:sp>
      <p:sp>
        <p:nvSpPr>
          <p:cNvPr id="1843" name="Google Shape;1843;p83"/>
          <p:cNvSpPr txBox="1"/>
          <p:nvPr/>
        </p:nvSpPr>
        <p:spPr>
          <a:xfrm>
            <a:off x="468478" y="1521145"/>
            <a:ext cx="8456065" cy="454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5740" rIns="0" bIns="0" anchor="t" anchorCtr="0">
            <a:spAutoFit/>
          </a:bodyPr>
          <a:lstStyle/>
          <a:p>
            <a:pPr marL="20141" defTabSz="1450147"/>
            <a:r>
              <a:rPr lang="en-US" sz="1800" dirty="0">
                <a:solidFill>
                  <a:srgbClr val="EC202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Advantages of </a:t>
            </a:r>
            <a:r>
              <a:rPr lang="en-US" sz="1800" dirty="0" err="1">
                <a:solidFill>
                  <a:srgbClr val="EC202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ReLU</a:t>
            </a:r>
            <a:endParaRPr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77189" marR="8056" indent="-285750" defTabSz="1450147">
              <a:lnSpc>
                <a:spcPct val="114700"/>
              </a:lnSpc>
              <a:spcBef>
                <a:spcPts val="396"/>
              </a:spcBef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Solves Vanishing Gradient Problem: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Gradient is either 0 or 1 (no saturation for positive values)</a:t>
            </a:r>
            <a:endParaRPr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77189" marR="1178244" indent="-285750" defTabSz="1450147">
              <a:lnSpc>
                <a:spcPct val="1336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Computational Efficiency: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expensive operations (exp, log, etc.)</a:t>
            </a:r>
          </a:p>
          <a:p>
            <a:pPr marL="777189" marR="1178244" indent="-285750" defTabSz="1450147">
              <a:lnSpc>
                <a:spcPct val="1336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Sparse Representation: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Naturally produces sparse networks </a:t>
            </a:r>
          </a:p>
          <a:p>
            <a:pPr marL="777189" marR="1178244" indent="-285750" defTabSz="1450147">
              <a:lnSpc>
                <a:spcPct val="1336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Biological Plausibility: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Similar to neuron firing patterns</a:t>
            </a:r>
          </a:p>
          <a:p>
            <a:pPr marL="777189" marR="1178244" indent="-285750" defTabSz="1450147">
              <a:lnSpc>
                <a:spcPct val="1336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Scale Invariant: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ReLU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(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α</a:t>
            </a:r>
            <a:r>
              <a:rPr lang="en-US" sz="1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) =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α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·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ReLU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(</a:t>
            </a:r>
            <a:r>
              <a:rPr lang="en-US" sz="1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)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α &gt;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endParaRPr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defTabSz="1450147">
              <a:spcBef>
                <a:spcPts val="71"/>
              </a:spcBef>
            </a:pPr>
            <a:endParaRPr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0141" defTabSz="1450147"/>
            <a:r>
              <a:rPr lang="en-US" sz="1800" dirty="0">
                <a:solidFill>
                  <a:srgbClr val="EC202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Disadvantages of </a:t>
            </a:r>
            <a:r>
              <a:rPr lang="en-US" sz="1800" dirty="0" err="1">
                <a:solidFill>
                  <a:srgbClr val="EC202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ReLU</a:t>
            </a:r>
            <a:endParaRPr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77189" marR="480361" indent="-285750" defTabSz="1450147">
              <a:lnSpc>
                <a:spcPct val="114700"/>
              </a:lnSpc>
              <a:spcBef>
                <a:spcPts val="396"/>
              </a:spcBef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Dying </a:t>
            </a:r>
            <a:r>
              <a:rPr lang="en-US" sz="1800" dirty="0" err="1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ReLU</a:t>
            </a:r>
            <a:r>
              <a:rPr lang="en-US" sz="18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Problem: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Neurons can become permanently inactive (output always 0)</a:t>
            </a:r>
            <a:endParaRPr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77189" indent="-285750" defTabSz="1450147">
              <a:spcBef>
                <a:spcPts val="674"/>
              </a:spcBef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 Zero-Centered: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is always non-negative</a:t>
            </a:r>
            <a:endParaRPr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77189" indent="-285750" defTabSz="1450147">
              <a:spcBef>
                <a:spcPts val="666"/>
              </a:spcBef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Non-Differentiable at Zero: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 cause issues in some optimization scenarios</a:t>
            </a:r>
            <a:endParaRPr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>
    <p:cut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4" name="Google Shape;1854;p84"/>
          <p:cNvSpPr txBox="1">
            <a:spLocks noGrp="1"/>
          </p:cNvSpPr>
          <p:nvPr>
            <p:ph type="title"/>
          </p:nvPr>
        </p:nvSpPr>
        <p:spPr>
          <a:xfrm>
            <a:off x="151137" y="380496"/>
            <a:ext cx="835447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C</a:t>
            </a:r>
            <a:r>
              <a:rPr lang="en-US" cap="small" dirty="0">
                <a:solidFill>
                  <a:srgbClr val="FFFFFF"/>
                </a:solidFill>
              </a:rPr>
              <a:t>onvolution</a:t>
            </a:r>
            <a:r>
              <a:rPr lang="en-US" dirty="0">
                <a:solidFill>
                  <a:srgbClr val="FFFFFF"/>
                </a:solidFill>
              </a:rPr>
              <a:t> + </a:t>
            </a:r>
            <a:r>
              <a:rPr lang="en-US" dirty="0" err="1">
                <a:solidFill>
                  <a:srgbClr val="FFFFFF"/>
                </a:solidFill>
              </a:rPr>
              <a:t>R</a:t>
            </a:r>
            <a:r>
              <a:rPr lang="en-US" cap="small" dirty="0" err="1">
                <a:solidFill>
                  <a:srgbClr val="FFFFFF"/>
                </a:solidFill>
              </a:rPr>
              <a:t>e</a:t>
            </a:r>
            <a:r>
              <a:rPr lang="en-US" dirty="0" err="1">
                <a:solidFill>
                  <a:srgbClr val="FFFFFF"/>
                </a:solidFill>
              </a:rPr>
              <a:t>L</a:t>
            </a:r>
            <a:r>
              <a:rPr lang="en-US" cap="small" dirty="0" err="1">
                <a:solidFill>
                  <a:srgbClr val="FFFFFF"/>
                </a:solidFill>
              </a:rPr>
              <a:t>u</a:t>
            </a:r>
            <a:r>
              <a:rPr lang="en-US" dirty="0">
                <a:solidFill>
                  <a:srgbClr val="FFFFFF"/>
                </a:solidFill>
              </a:rPr>
              <a:t> + M</a:t>
            </a:r>
            <a:r>
              <a:rPr lang="en-US" cap="small" dirty="0">
                <a:solidFill>
                  <a:srgbClr val="FFFFFF"/>
                </a:solidFill>
              </a:rPr>
              <a:t>ax</a:t>
            </a:r>
            <a:r>
              <a:rPr lang="en-US" dirty="0">
                <a:solidFill>
                  <a:srgbClr val="FFFFFF"/>
                </a:solidFill>
              </a:rPr>
              <a:t> P</a:t>
            </a:r>
            <a:r>
              <a:rPr lang="en-US" cap="small" dirty="0">
                <a:solidFill>
                  <a:srgbClr val="FFFFFF"/>
                </a:solidFill>
              </a:rPr>
              <a:t>ooling</a:t>
            </a:r>
            <a:endParaRPr dirty="0"/>
          </a:p>
        </p:txBody>
      </p:sp>
      <p:sp>
        <p:nvSpPr>
          <p:cNvPr id="1855" name="Google Shape;1855;p84"/>
          <p:cNvSpPr txBox="1"/>
          <p:nvPr/>
        </p:nvSpPr>
        <p:spPr>
          <a:xfrm>
            <a:off x="1279373" y="1789823"/>
            <a:ext cx="1780462" cy="312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665"/>
              <a:t>Input Image 6 </a:t>
            </a:r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665"/>
              <a:t>6</a:t>
            </a:r>
            <a:endParaRPr sz="1665"/>
          </a:p>
        </p:txBody>
      </p:sp>
      <p:graphicFrame>
        <p:nvGraphicFramePr>
          <p:cNvPr id="1856" name="Google Shape;1856;p84"/>
          <p:cNvGraphicFramePr/>
          <p:nvPr/>
        </p:nvGraphicFramePr>
        <p:xfrm>
          <a:off x="1057582" y="2138043"/>
          <a:ext cx="2217570" cy="178842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6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5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5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95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95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95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807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07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07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07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07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07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57" name="Google Shape;1857;p84"/>
          <p:cNvSpPr txBox="1"/>
          <p:nvPr/>
        </p:nvSpPr>
        <p:spPr>
          <a:xfrm>
            <a:off x="1908599" y="4098091"/>
            <a:ext cx="522658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/>
              <a:t>Filter</a:t>
            </a:r>
            <a:endParaRPr sz="1665"/>
          </a:p>
        </p:txBody>
      </p:sp>
      <p:graphicFrame>
        <p:nvGraphicFramePr>
          <p:cNvPr id="1858" name="Google Shape;1858;p84"/>
          <p:cNvGraphicFramePr/>
          <p:nvPr/>
        </p:nvGraphicFramePr>
        <p:xfrm>
          <a:off x="1449002" y="4422231"/>
          <a:ext cx="1431991" cy="89421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01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9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5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807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07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07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59" name="Google Shape;1859;p84"/>
          <p:cNvSpPr txBox="1"/>
          <p:nvPr/>
        </p:nvSpPr>
        <p:spPr>
          <a:xfrm>
            <a:off x="5605071" y="1963389"/>
            <a:ext cx="1401810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/>
              <a:t>Convolve, s=1</a:t>
            </a:r>
            <a:endParaRPr sz="1665"/>
          </a:p>
        </p:txBody>
      </p:sp>
      <p:graphicFrame>
        <p:nvGraphicFramePr>
          <p:cNvPr id="1860" name="Google Shape;1860;p84"/>
          <p:cNvGraphicFramePr/>
          <p:nvPr/>
        </p:nvGraphicFramePr>
        <p:xfrm>
          <a:off x="5298142" y="2287530"/>
          <a:ext cx="2006008" cy="119228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01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5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5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1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807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70485" lvl="0" indent="0" algn="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07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70485" lvl="0" indent="0" algn="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-2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07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70485" lvl="0" indent="0" algn="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-2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07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70485" lvl="0" indent="0" algn="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-4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61" name="Google Shape;1861;p84"/>
          <p:cNvSpPr txBox="1"/>
          <p:nvPr/>
        </p:nvSpPr>
        <p:spPr>
          <a:xfrm>
            <a:off x="4968354" y="3649631"/>
            <a:ext cx="1197381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/>
              <a:t>Apply ReLU</a:t>
            </a:r>
            <a:endParaRPr sz="1665"/>
          </a:p>
        </p:txBody>
      </p:sp>
      <p:graphicFrame>
        <p:nvGraphicFramePr>
          <p:cNvPr id="1862" name="Google Shape;1862;p84"/>
          <p:cNvGraphicFramePr/>
          <p:nvPr/>
        </p:nvGraphicFramePr>
        <p:xfrm>
          <a:off x="4703440" y="3973772"/>
          <a:ext cx="1720072" cy="119228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4300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0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0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807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07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07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07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63" name="Google Shape;1863;p84"/>
          <p:cNvSpPr txBox="1"/>
          <p:nvPr/>
        </p:nvSpPr>
        <p:spPr>
          <a:xfrm>
            <a:off x="6935865" y="3772220"/>
            <a:ext cx="872104" cy="60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marR="8056" indent="6041" defTabSz="1450147">
              <a:lnSpc>
                <a:spcPct val="114700"/>
              </a:lnSpc>
            </a:pPr>
            <a:r>
              <a:rPr lang="en-US" sz="1665"/>
              <a:t>Maxpool k=2, s=2</a:t>
            </a:r>
            <a:endParaRPr sz="1665"/>
          </a:p>
        </p:txBody>
      </p:sp>
      <p:graphicFrame>
        <p:nvGraphicFramePr>
          <p:cNvPr id="1864" name="Google Shape;1864;p84"/>
          <p:cNvGraphicFramePr/>
          <p:nvPr/>
        </p:nvGraphicFramePr>
        <p:xfrm>
          <a:off x="6835603" y="4418223"/>
          <a:ext cx="1065450" cy="59614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4300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807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07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5" name="Google Shape;1875;p85"/>
          <p:cNvSpPr txBox="1">
            <a:spLocks noGrp="1"/>
          </p:cNvSpPr>
          <p:nvPr>
            <p:ph type="title"/>
          </p:nvPr>
        </p:nvSpPr>
        <p:spPr>
          <a:xfrm>
            <a:off x="151137" y="380496"/>
            <a:ext cx="835447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F</a:t>
            </a:r>
            <a:r>
              <a:rPr lang="en-US" cap="small" dirty="0">
                <a:solidFill>
                  <a:srgbClr val="FFFFFF"/>
                </a:solidFill>
              </a:rPr>
              <a:t>ully</a:t>
            </a:r>
            <a:r>
              <a:rPr lang="en-US" dirty="0">
                <a:solidFill>
                  <a:srgbClr val="FFFFFF"/>
                </a:solidFill>
              </a:rPr>
              <a:t> C</a:t>
            </a:r>
            <a:r>
              <a:rPr lang="en-US" cap="small" dirty="0">
                <a:solidFill>
                  <a:srgbClr val="FFFFFF"/>
                </a:solidFill>
              </a:rPr>
              <a:t>onnected</a:t>
            </a:r>
            <a:r>
              <a:rPr lang="en-US" dirty="0">
                <a:solidFill>
                  <a:srgbClr val="FFFFFF"/>
                </a:solidFill>
              </a:rPr>
              <a:t> (D</a:t>
            </a:r>
            <a:r>
              <a:rPr lang="en-US" cap="small" dirty="0">
                <a:solidFill>
                  <a:srgbClr val="FFFFFF"/>
                </a:solidFill>
              </a:rPr>
              <a:t>ense</a:t>
            </a:r>
            <a:r>
              <a:rPr lang="en-US" dirty="0">
                <a:solidFill>
                  <a:srgbClr val="FFFFFF"/>
                </a:solidFill>
              </a:rPr>
              <a:t>) L</a:t>
            </a:r>
            <a:r>
              <a:rPr lang="en-US" cap="small" dirty="0">
                <a:solidFill>
                  <a:srgbClr val="FFFFFF"/>
                </a:solidFill>
              </a:rPr>
              <a:t>ayer</a:t>
            </a:r>
            <a:endParaRPr dirty="0"/>
          </a:p>
        </p:txBody>
      </p:sp>
      <p:grpSp>
        <p:nvGrpSpPr>
          <p:cNvPr id="1876" name="Google Shape;1876;p85"/>
          <p:cNvGrpSpPr/>
          <p:nvPr/>
        </p:nvGrpSpPr>
        <p:grpSpPr>
          <a:xfrm>
            <a:off x="490350" y="1671176"/>
            <a:ext cx="8234748" cy="3514176"/>
            <a:chOff x="309193" y="514019"/>
            <a:chExt cx="5192466" cy="2215883"/>
          </a:xfrm>
        </p:grpSpPr>
        <p:sp>
          <p:nvSpPr>
            <p:cNvPr id="1877" name="Google Shape;1877;p85"/>
            <p:cNvSpPr/>
            <p:nvPr/>
          </p:nvSpPr>
          <p:spPr>
            <a:xfrm>
              <a:off x="309193" y="514019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09" extrusionOk="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6887"/>
                  </a:lnTo>
                  <a:lnTo>
                    <a:pt x="5141666" y="206887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pic>
          <p:nvPicPr>
            <p:cNvPr id="1878" name="Google Shape;1878;p8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9193" y="708253"/>
              <a:ext cx="5141666" cy="506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9" name="Google Shape;1879;p8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9994" y="1268336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0" name="Google Shape;1880;p8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0794" y="1255636"/>
              <a:ext cx="509086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1" name="Google Shape;1881;p85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450859" y="558253"/>
              <a:ext cx="50800" cy="7100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2" name="Google Shape;1882;p85"/>
            <p:cNvSpPr/>
            <p:nvPr/>
          </p:nvSpPr>
          <p:spPr>
            <a:xfrm>
              <a:off x="309193" y="752524"/>
              <a:ext cx="5142230" cy="567055"/>
            </a:xfrm>
            <a:custGeom>
              <a:avLst/>
              <a:gdLst/>
              <a:ahLst/>
              <a:cxnLst/>
              <a:rect l="l" t="t" r="r" b="b"/>
              <a:pathLst>
                <a:path w="5142230" h="567055" extrusionOk="0">
                  <a:moveTo>
                    <a:pt x="5141666" y="0"/>
                  </a:moveTo>
                  <a:lnTo>
                    <a:pt x="0" y="0"/>
                  </a:lnTo>
                  <a:lnTo>
                    <a:pt x="0" y="515811"/>
                  </a:lnTo>
                  <a:lnTo>
                    <a:pt x="4008" y="535536"/>
                  </a:lnTo>
                  <a:lnTo>
                    <a:pt x="14922" y="551689"/>
                  </a:lnTo>
                  <a:lnTo>
                    <a:pt x="31075" y="562603"/>
                  </a:lnTo>
                  <a:lnTo>
                    <a:pt x="50800" y="566611"/>
                  </a:lnTo>
                  <a:lnTo>
                    <a:pt x="5090865" y="566611"/>
                  </a:lnTo>
                  <a:lnTo>
                    <a:pt x="5110590" y="562603"/>
                  </a:lnTo>
                  <a:lnTo>
                    <a:pt x="5126743" y="551689"/>
                  </a:lnTo>
                  <a:lnTo>
                    <a:pt x="5137657" y="535536"/>
                  </a:lnTo>
                  <a:lnTo>
                    <a:pt x="5141666" y="515811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883" name="Google Shape;1883;p85"/>
            <p:cNvSpPr/>
            <p:nvPr/>
          </p:nvSpPr>
          <p:spPr>
            <a:xfrm>
              <a:off x="5450859" y="596342"/>
              <a:ext cx="0" cy="691515"/>
            </a:xfrm>
            <a:custGeom>
              <a:avLst/>
              <a:gdLst/>
              <a:ahLst/>
              <a:cxnLst/>
              <a:rect l="l" t="t" r="r" b="b"/>
              <a:pathLst>
                <a:path w="120000" h="691515" extrusionOk="0">
                  <a:moveTo>
                    <a:pt x="0" y="691043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884" name="Google Shape;1884;p85"/>
            <p:cNvSpPr/>
            <p:nvPr/>
          </p:nvSpPr>
          <p:spPr>
            <a:xfrm>
              <a:off x="5450859" y="58364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885" name="Google Shape;1885;p85"/>
            <p:cNvSpPr/>
            <p:nvPr/>
          </p:nvSpPr>
          <p:spPr>
            <a:xfrm>
              <a:off x="5450859" y="57094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886" name="Google Shape;1886;p85"/>
            <p:cNvSpPr/>
            <p:nvPr/>
          </p:nvSpPr>
          <p:spPr>
            <a:xfrm>
              <a:off x="5450859" y="55824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887" name="Google Shape;1887;p85"/>
            <p:cNvSpPr/>
            <p:nvPr/>
          </p:nvSpPr>
          <p:spPr>
            <a:xfrm>
              <a:off x="5450859" y="539192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4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pic>
          <p:nvPicPr>
            <p:cNvPr id="1888" name="Google Shape;1888;p85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173344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9" name="Google Shape;1889;p85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210282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0" name="Google Shape;1890;p85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13702" y="228875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1" name="Google Shape;1891;p85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13702" y="247468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2" name="Google Shape;1892;p85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513702" y="266061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93" name="Google Shape;1893;p85"/>
          <p:cNvSpPr txBox="1"/>
          <p:nvPr/>
        </p:nvSpPr>
        <p:spPr>
          <a:xfrm>
            <a:off x="550775" y="1558963"/>
            <a:ext cx="7940577" cy="4374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7581" rIns="0" bIns="0" anchor="t" anchorCtr="0">
            <a:spAutoFit/>
          </a:bodyPr>
          <a:lstStyle/>
          <a:p>
            <a:pPr marL="20141" defTabSz="1450147"/>
            <a:r>
              <a:rPr lang="en-US" sz="222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222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efinition</a:t>
            </a:r>
            <a:endParaRPr sz="2220">
              <a:latin typeface="Calibri"/>
              <a:ea typeface="Calibri"/>
              <a:cs typeface="Calibri"/>
              <a:sym typeface="Calibri"/>
            </a:endParaRPr>
          </a:p>
          <a:p>
            <a:pPr marL="20141" marR="8056" defTabSz="1450147">
              <a:lnSpc>
                <a:spcPct val="114599"/>
              </a:lnSpc>
              <a:spcBef>
                <a:spcPts val="119"/>
              </a:spcBef>
            </a:pPr>
            <a:r>
              <a:rPr lang="en-US" sz="1665"/>
              <a:t>A </a:t>
            </a:r>
            <a:r>
              <a:rPr lang="en-US" sz="1665">
                <a:solidFill>
                  <a:srgbClr val="1B1472"/>
                </a:solidFill>
              </a:rPr>
              <a:t>Fully Connected (FC) Layer </a:t>
            </a:r>
            <a:r>
              <a:rPr lang="en-US" sz="1665"/>
              <a:t>or </a:t>
            </a:r>
            <a:r>
              <a:rPr lang="en-US" sz="1665">
                <a:solidFill>
                  <a:srgbClr val="1B1472"/>
                </a:solidFill>
              </a:rPr>
              <a:t>Dense Layer </a:t>
            </a:r>
            <a:r>
              <a:rPr lang="en-US" sz="1665"/>
              <a:t>is a layer where every neuron is connected to every neuron in the previous layer, performing a linear transformation followed by an activation function.</a:t>
            </a:r>
            <a:endParaRPr sz="1665"/>
          </a:p>
          <a:p>
            <a:pPr defTabSz="1450147">
              <a:spcBef>
                <a:spcPts val="682"/>
              </a:spcBef>
            </a:pPr>
            <a:endParaRPr sz="1665"/>
          </a:p>
          <a:p>
            <a:pPr marL="20141" defTabSz="1450147"/>
            <a:r>
              <a:rPr lang="en-US" sz="1665">
                <a:solidFill>
                  <a:srgbClr val="EC2027"/>
                </a:solidFill>
              </a:rPr>
              <a:t>Role in CNN Architecture</a:t>
            </a:r>
            <a:endParaRPr sz="1665"/>
          </a:p>
          <a:p>
            <a:pPr marL="491439" defTabSz="1450147">
              <a:spcBef>
                <a:spcPts val="396"/>
              </a:spcBef>
            </a:pPr>
            <a:r>
              <a:rPr lang="en-US" sz="1665">
                <a:solidFill>
                  <a:srgbClr val="1B1472"/>
                </a:solidFill>
              </a:rPr>
              <a:t>Feature Flattening: </a:t>
            </a:r>
            <a:r>
              <a:rPr lang="en-US" sz="1665"/>
              <a:t>Convert spatial features to vector:</a:t>
            </a:r>
            <a:endParaRPr sz="1665"/>
          </a:p>
          <a:p>
            <a:pPr marL="491439" defTabSz="1450147">
              <a:spcBef>
                <a:spcPts val="56"/>
              </a:spcBef>
            </a:pP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665" i="1"/>
              <a:t>H </a:t>
            </a:r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665" i="1"/>
              <a:t>W </a:t>
            </a:r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665" i="1"/>
              <a:t>C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→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665" i="1"/>
              <a:t>H </a:t>
            </a:r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· </a:t>
            </a:r>
            <a:r>
              <a:rPr lang="en-US" sz="1665" i="1"/>
              <a:t>W </a:t>
            </a:r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· </a:t>
            </a:r>
            <a:r>
              <a:rPr lang="en-US" sz="1665" i="1"/>
              <a:t>C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)</a:t>
            </a:r>
            <a:endParaRPr sz="1903">
              <a:latin typeface="Tahoma"/>
              <a:ea typeface="Tahoma"/>
              <a:cs typeface="Tahoma"/>
              <a:sym typeface="Tahoma"/>
            </a:endParaRPr>
          </a:p>
          <a:p>
            <a:pPr marL="491439" marR="2694856" defTabSz="1450147">
              <a:lnSpc>
                <a:spcPct val="139047"/>
              </a:lnSpc>
              <a:spcBef>
                <a:spcPts val="95"/>
              </a:spcBef>
            </a:pPr>
            <a:r>
              <a:rPr lang="en-US" sz="1665">
                <a:solidFill>
                  <a:srgbClr val="1B1472"/>
                </a:solidFill>
              </a:rPr>
              <a:t>Classification Head: </a:t>
            </a:r>
            <a:r>
              <a:rPr lang="en-US" sz="1665"/>
              <a:t>Map features to class scores </a:t>
            </a:r>
            <a:r>
              <a:rPr lang="en-US" sz="1665">
                <a:solidFill>
                  <a:srgbClr val="1B1472"/>
                </a:solidFill>
              </a:rPr>
              <a:t>Dimensionality Control: </a:t>
            </a:r>
            <a:r>
              <a:rPr lang="en-US" sz="1665"/>
              <a:t>Adjust feature vector size</a:t>
            </a:r>
            <a:endParaRPr sz="1665"/>
          </a:p>
          <a:p>
            <a:pPr marL="491439" marR="1998987" defTabSz="1450147">
              <a:lnSpc>
                <a:spcPct val="139047"/>
              </a:lnSpc>
              <a:spcBef>
                <a:spcPts val="8"/>
              </a:spcBef>
            </a:pPr>
            <a:r>
              <a:rPr lang="en-US" sz="1665">
                <a:solidFill>
                  <a:srgbClr val="1B1472"/>
                </a:solidFill>
              </a:rPr>
              <a:t>Non-linear Mapping: </a:t>
            </a:r>
            <a:r>
              <a:rPr lang="en-US" sz="1665"/>
              <a:t>Learn complex decision boundaries </a:t>
            </a:r>
            <a:r>
              <a:rPr lang="en-US" sz="1665">
                <a:solidFill>
                  <a:srgbClr val="1B1472"/>
                </a:solidFill>
              </a:rPr>
              <a:t>Typical CNN Flow:</a:t>
            </a:r>
            <a:endParaRPr sz="1665"/>
          </a:p>
          <a:p>
            <a:pPr marL="1866057" defTabSz="1450147">
              <a:spcBef>
                <a:spcPts val="793"/>
              </a:spcBef>
            </a:pPr>
            <a:r>
              <a:rPr lang="en-US" sz="1665"/>
              <a:t>Conv Layers </a:t>
            </a:r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→ </a:t>
            </a:r>
            <a:r>
              <a:rPr lang="en-US" sz="1665"/>
              <a:t>Flatten </a:t>
            </a:r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→ </a:t>
            </a:r>
            <a:r>
              <a:rPr lang="en-US" sz="1665"/>
              <a:t>FC Layer(s) </a:t>
            </a:r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→ </a:t>
            </a:r>
            <a:r>
              <a:rPr lang="en-US" sz="1665"/>
              <a:t>Output</a:t>
            </a:r>
            <a:endParaRPr sz="1665"/>
          </a:p>
        </p:txBody>
      </p:sp>
    </p:spTree>
  </p:cSld>
  <p:clrMapOvr>
    <a:masterClrMapping/>
  </p:clrMapOvr>
  <p:transition>
    <p:cut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" name="Google Shape;1904;p86"/>
          <p:cNvSpPr txBox="1">
            <a:spLocks noGrp="1"/>
          </p:cNvSpPr>
          <p:nvPr>
            <p:ph type="title"/>
          </p:nvPr>
        </p:nvSpPr>
        <p:spPr>
          <a:xfrm>
            <a:off x="151137" y="453648"/>
            <a:ext cx="835447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>
                <a:solidFill>
                  <a:srgbClr val="FFFFFF"/>
                </a:solidFill>
              </a:rPr>
              <a:t>F</a:t>
            </a:r>
            <a:r>
              <a:rPr lang="en-US" cap="small">
                <a:solidFill>
                  <a:srgbClr val="FFFFFF"/>
                </a:solidFill>
              </a:rPr>
              <a:t>ully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onnected</a:t>
            </a:r>
            <a:r>
              <a:rPr lang="en-US">
                <a:solidFill>
                  <a:srgbClr val="FFFFFF"/>
                </a:solidFill>
              </a:rPr>
              <a:t> (D</a:t>
            </a:r>
            <a:r>
              <a:rPr lang="en-US" cap="small">
                <a:solidFill>
                  <a:srgbClr val="FFFFFF"/>
                </a:solidFill>
              </a:rPr>
              <a:t>ense</a:t>
            </a:r>
            <a:r>
              <a:rPr lang="en-US">
                <a:solidFill>
                  <a:srgbClr val="FFFFFF"/>
                </a:solidFill>
              </a:rPr>
              <a:t>) L</a:t>
            </a:r>
            <a:r>
              <a:rPr lang="en-US" cap="small">
                <a:solidFill>
                  <a:srgbClr val="FFFFFF"/>
                </a:solidFill>
              </a:rPr>
              <a:t>ayer</a:t>
            </a:r>
            <a:endParaRPr/>
          </a:p>
        </p:txBody>
      </p:sp>
      <p:sp>
        <p:nvSpPr>
          <p:cNvPr id="1905" name="Google Shape;1905;p86"/>
          <p:cNvSpPr txBox="1"/>
          <p:nvPr/>
        </p:nvSpPr>
        <p:spPr>
          <a:xfrm>
            <a:off x="1629197" y="1696005"/>
            <a:ext cx="1973022" cy="312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665" b="1"/>
              <a:t>y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665" i="1"/>
              <a:t>f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665" b="1"/>
              <a:t>Wx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665" b="1"/>
              <a:t>b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)</a:t>
            </a:r>
            <a:endParaRPr sz="1903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906" name="Google Shape;1906;p86"/>
          <p:cNvGrpSpPr/>
          <p:nvPr/>
        </p:nvGrpSpPr>
        <p:grpSpPr>
          <a:xfrm>
            <a:off x="624371" y="2615566"/>
            <a:ext cx="109889" cy="2919091"/>
            <a:chOff x="393700" y="1109509"/>
            <a:chExt cx="69291" cy="1840649"/>
          </a:xfrm>
        </p:grpSpPr>
        <p:pic>
          <p:nvPicPr>
            <p:cNvPr id="1907" name="Google Shape;1907;p8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93700" y="110950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08" name="Google Shape;1908;p8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93700" y="133092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09" name="Google Shape;1909;p8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93700" y="155234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0" name="Google Shape;1910;p86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393700" y="177375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1" name="Google Shape;1911;p86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93700" y="199518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2" name="Google Shape;1912;p86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393700" y="243801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3" name="Google Shape;1913;p86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393700" y="265944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4" name="Google Shape;1914;p86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393700" y="288086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15" name="Google Shape;1915;p86"/>
          <p:cNvSpPr txBox="1"/>
          <p:nvPr/>
        </p:nvSpPr>
        <p:spPr>
          <a:xfrm>
            <a:off x="320201" y="2406342"/>
            <a:ext cx="3481367" cy="3294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1555" rIns="0" bIns="0" anchor="t" anchorCtr="0">
            <a:spAutoFit/>
          </a:bodyPr>
          <a:lstStyle/>
          <a:p>
            <a:pPr marL="531721" defTabSz="1450147"/>
            <a:r>
              <a:rPr lang="en-US" sz="1665" b="1"/>
              <a:t>x </a:t>
            </a:r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lang="en-US" sz="1903"/>
              <a:t>R</a:t>
            </a:r>
            <a:r>
              <a:rPr lang="en-US" sz="1665" i="1" baseline="30000"/>
              <a:t>n </a:t>
            </a:r>
            <a:r>
              <a:rPr lang="en-US" sz="1665"/>
              <a:t>: Input Vector</a:t>
            </a:r>
            <a:endParaRPr sz="1665"/>
          </a:p>
          <a:p>
            <a:pPr marL="531721" defTabSz="1450147">
              <a:spcBef>
                <a:spcPts val="476"/>
              </a:spcBef>
            </a:pPr>
            <a:r>
              <a:rPr lang="en-US" sz="1665" b="1"/>
              <a:t>W </a:t>
            </a:r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lang="en-US" sz="1903"/>
              <a:t>R</a:t>
            </a:r>
            <a:r>
              <a:rPr lang="en-US" sz="1665" i="1" baseline="30000"/>
              <a:t>m</a:t>
            </a:r>
            <a:r>
              <a:rPr lang="en-US" sz="1903" i="1" baseline="30000">
                <a:latin typeface="Verdana"/>
                <a:ea typeface="Verdana"/>
                <a:cs typeface="Verdana"/>
                <a:sym typeface="Verdana"/>
              </a:rPr>
              <a:t>×</a:t>
            </a:r>
            <a:r>
              <a:rPr lang="en-US" sz="1665" i="1" baseline="30000"/>
              <a:t>n </a:t>
            </a:r>
            <a:r>
              <a:rPr lang="en-US" sz="1665"/>
              <a:t>: Weight matrix</a:t>
            </a:r>
            <a:endParaRPr sz="1665"/>
          </a:p>
          <a:p>
            <a:pPr marL="531721" marR="707954" defTabSz="1450147">
              <a:lnSpc>
                <a:spcPct val="121100"/>
              </a:lnSpc>
            </a:pPr>
            <a:r>
              <a:rPr lang="en-US" sz="1665" b="1"/>
              <a:t>b </a:t>
            </a:r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lang="en-US" sz="1903"/>
              <a:t>R</a:t>
            </a:r>
            <a:r>
              <a:rPr lang="en-US" sz="1665" i="1" baseline="30000"/>
              <a:t>m </a:t>
            </a:r>
            <a:r>
              <a:rPr lang="en-US" sz="1665"/>
              <a:t>: Bias vector  </a:t>
            </a:r>
            <a:r>
              <a:rPr lang="en-US" sz="1665" i="1"/>
              <a:t>f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·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)</a:t>
            </a:r>
            <a:r>
              <a:rPr lang="en-US" sz="1665"/>
              <a:t>: Activation function </a:t>
            </a:r>
            <a:r>
              <a:rPr lang="en-US" sz="1665" b="1"/>
              <a:t>y </a:t>
            </a:r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lang="en-US" sz="1903"/>
              <a:t>R</a:t>
            </a:r>
            <a:r>
              <a:rPr lang="en-US" sz="1665" i="1" baseline="30000"/>
              <a:t>m </a:t>
            </a:r>
            <a:r>
              <a:rPr lang="en-US" sz="1665"/>
              <a:t>: Output vector</a:t>
            </a:r>
            <a:endParaRPr sz="1665"/>
          </a:p>
          <a:p>
            <a:pPr marL="60423" defTabSz="1450147">
              <a:spcBef>
                <a:spcPts val="722"/>
              </a:spcBef>
            </a:pPr>
            <a:r>
              <a:rPr lang="en-US" sz="1665">
                <a:solidFill>
                  <a:srgbClr val="1B1472"/>
                </a:solidFill>
              </a:rPr>
              <a:t>Parameter Count</a:t>
            </a:r>
            <a:endParaRPr sz="1665"/>
          </a:p>
          <a:p>
            <a:pPr marL="531721" marR="268881" defTabSz="1450147">
              <a:lnSpc>
                <a:spcPct val="144916"/>
              </a:lnSpc>
              <a:spcBef>
                <a:spcPts val="222"/>
              </a:spcBef>
            </a:pPr>
            <a:r>
              <a:rPr lang="en-US" sz="1665">
                <a:solidFill>
                  <a:srgbClr val="1B1472"/>
                </a:solidFill>
              </a:rPr>
              <a:t>Weights: </a:t>
            </a:r>
            <a:r>
              <a:rPr lang="en-US" sz="1665" i="1"/>
              <a:t>n </a:t>
            </a:r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665" i="1"/>
              <a:t>m </a:t>
            </a:r>
            <a:r>
              <a:rPr lang="en-US" sz="1665"/>
              <a:t>parameters </a:t>
            </a:r>
            <a:r>
              <a:rPr lang="en-US" sz="1665">
                <a:solidFill>
                  <a:srgbClr val="1B1472"/>
                </a:solidFill>
              </a:rPr>
              <a:t>Biases: </a:t>
            </a:r>
            <a:r>
              <a:rPr lang="en-US" sz="1665" i="1"/>
              <a:t>m </a:t>
            </a:r>
            <a:r>
              <a:rPr lang="en-US" sz="1665"/>
              <a:t>parameters</a:t>
            </a:r>
            <a:endParaRPr sz="1665"/>
          </a:p>
          <a:p>
            <a:pPr marL="531721" defTabSz="1450147">
              <a:spcBef>
                <a:spcPts val="317"/>
              </a:spcBef>
            </a:pPr>
            <a:r>
              <a:rPr lang="en-US" sz="1665">
                <a:solidFill>
                  <a:srgbClr val="1B1472"/>
                </a:solidFill>
              </a:rPr>
              <a:t>Total: </a:t>
            </a:r>
            <a:r>
              <a:rPr lang="en-US" sz="1665" i="1"/>
              <a:t>n </a:t>
            </a:r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665" i="1"/>
              <a:t>m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665" i="1"/>
              <a:t>m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665" i="1"/>
              <a:t>m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665" i="1"/>
              <a:t>n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665"/>
              <a:t>1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)</a:t>
            </a:r>
            <a:endParaRPr sz="1903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916" name="Google Shape;1916;p86"/>
          <p:cNvGrpSpPr/>
          <p:nvPr/>
        </p:nvGrpSpPr>
        <p:grpSpPr>
          <a:xfrm>
            <a:off x="5727795" y="3107970"/>
            <a:ext cx="145044" cy="1241242"/>
            <a:chOff x="3611693" y="1419998"/>
            <a:chExt cx="91458" cy="782672"/>
          </a:xfrm>
        </p:grpSpPr>
        <p:pic>
          <p:nvPicPr>
            <p:cNvPr id="1917" name="Google Shape;1917;p86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3611693" y="2111212"/>
              <a:ext cx="91458" cy="914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8" name="Google Shape;1918;p86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3611693" y="1880807"/>
              <a:ext cx="91458" cy="914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9" name="Google Shape;1919;p86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3611693" y="1650403"/>
              <a:ext cx="91458" cy="914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20" name="Google Shape;1920;p86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3611693" y="1419998"/>
              <a:ext cx="91458" cy="9145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21" name="Google Shape;1921;p86"/>
          <p:cNvSpPr txBox="1"/>
          <p:nvPr/>
        </p:nvSpPr>
        <p:spPr>
          <a:xfrm>
            <a:off x="5327910" y="3239673"/>
            <a:ext cx="310171" cy="1126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60423" marR="48338" algn="just" defTabSz="1450147">
              <a:lnSpc>
                <a:spcPct val="144200"/>
              </a:lnSpc>
            </a:pPr>
            <a:r>
              <a:rPr lang="en-US" sz="1665" i="1"/>
              <a:t>x</a:t>
            </a:r>
            <a:r>
              <a:rPr lang="en-US" sz="1665" baseline="-25000"/>
              <a:t>3 </a:t>
            </a:r>
            <a:r>
              <a:rPr lang="en-US" sz="1665" i="1"/>
              <a:t>x</a:t>
            </a:r>
            <a:r>
              <a:rPr lang="en-US" sz="1665" baseline="-25000"/>
              <a:t>2 </a:t>
            </a:r>
            <a:r>
              <a:rPr lang="en-US" sz="1665" i="1"/>
              <a:t>x</a:t>
            </a:r>
            <a:r>
              <a:rPr lang="en-US" sz="1665" baseline="-25000"/>
              <a:t>1</a:t>
            </a:r>
            <a:endParaRPr sz="1665" baseline="-25000"/>
          </a:p>
        </p:txBody>
      </p:sp>
      <p:sp>
        <p:nvSpPr>
          <p:cNvPr id="1922" name="Google Shape;1922;p86"/>
          <p:cNvSpPr txBox="1"/>
          <p:nvPr/>
        </p:nvSpPr>
        <p:spPr>
          <a:xfrm>
            <a:off x="5368192" y="2981999"/>
            <a:ext cx="149043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 i="1"/>
              <a:t>x</a:t>
            </a:r>
            <a:endParaRPr sz="1665"/>
          </a:p>
        </p:txBody>
      </p:sp>
      <p:sp>
        <p:nvSpPr>
          <p:cNvPr id="1923" name="Google Shape;1923;p86"/>
          <p:cNvSpPr txBox="1"/>
          <p:nvPr/>
        </p:nvSpPr>
        <p:spPr>
          <a:xfrm>
            <a:off x="5476550" y="3090367"/>
            <a:ext cx="120846" cy="194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154" rIns="0" bIns="0" anchor="t" anchorCtr="0">
            <a:spAutoFit/>
          </a:bodyPr>
          <a:lstStyle/>
          <a:p>
            <a:pPr marL="20141" defTabSz="1450147"/>
            <a:r>
              <a:rPr lang="en-US" sz="1110"/>
              <a:t>4</a:t>
            </a:r>
            <a:endParaRPr sz="1110"/>
          </a:p>
        </p:txBody>
      </p:sp>
      <p:sp>
        <p:nvSpPr>
          <p:cNvPr id="1924" name="Google Shape;1924;p86"/>
          <p:cNvSpPr txBox="1"/>
          <p:nvPr/>
        </p:nvSpPr>
        <p:spPr>
          <a:xfrm>
            <a:off x="5243498" y="4369006"/>
            <a:ext cx="1113796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/>
              <a:t>Input Layer</a:t>
            </a:r>
            <a:endParaRPr sz="1665"/>
          </a:p>
        </p:txBody>
      </p:sp>
      <p:sp>
        <p:nvSpPr>
          <p:cNvPr id="1925" name="Google Shape;1925;p86"/>
          <p:cNvSpPr txBox="1"/>
          <p:nvPr/>
        </p:nvSpPr>
        <p:spPr>
          <a:xfrm>
            <a:off x="5407628" y="4532700"/>
            <a:ext cx="785498" cy="312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903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665" i="1"/>
              <a:t>n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665"/>
              <a:t>4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)</a:t>
            </a:r>
            <a:endParaRPr sz="1903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926" name="Google Shape;1926;p86"/>
          <p:cNvGrpSpPr/>
          <p:nvPr/>
        </p:nvGrpSpPr>
        <p:grpSpPr>
          <a:xfrm>
            <a:off x="5868825" y="3180493"/>
            <a:ext cx="1831003" cy="1096676"/>
            <a:chOff x="3700620" y="1465727"/>
            <a:chExt cx="1154549" cy="691515"/>
          </a:xfrm>
        </p:grpSpPr>
        <p:pic>
          <p:nvPicPr>
            <p:cNvPr id="1927" name="Google Shape;1927;p86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4763711" y="2053612"/>
              <a:ext cx="91458" cy="914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28" name="Google Shape;1928;p86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4763711" y="1765607"/>
              <a:ext cx="91458" cy="914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29" name="Google Shape;1929;p86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4763711" y="1477603"/>
              <a:ext cx="91458" cy="9145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30" name="Google Shape;1930;p86"/>
            <p:cNvSpPr/>
            <p:nvPr/>
          </p:nvSpPr>
          <p:spPr>
            <a:xfrm>
              <a:off x="3700620" y="1465727"/>
              <a:ext cx="1066165" cy="691515"/>
            </a:xfrm>
            <a:custGeom>
              <a:avLst/>
              <a:gdLst/>
              <a:ahLst/>
              <a:cxnLst/>
              <a:rect l="l" t="t" r="r" b="b"/>
              <a:pathLst>
                <a:path w="1066164" h="691514" extrusionOk="0">
                  <a:moveTo>
                    <a:pt x="0" y="691214"/>
                  </a:moveTo>
                  <a:lnTo>
                    <a:pt x="1065620" y="633613"/>
                  </a:lnTo>
                </a:path>
                <a:path w="1066164" h="691514" extrusionOk="0">
                  <a:moveTo>
                    <a:pt x="0" y="691214"/>
                  </a:moveTo>
                  <a:lnTo>
                    <a:pt x="1065620" y="345609"/>
                  </a:lnTo>
                </a:path>
                <a:path w="1066164" h="691514" extrusionOk="0">
                  <a:moveTo>
                    <a:pt x="0" y="691214"/>
                  </a:moveTo>
                  <a:lnTo>
                    <a:pt x="1065620" y="57604"/>
                  </a:lnTo>
                </a:path>
                <a:path w="1066164" h="691514" extrusionOk="0">
                  <a:moveTo>
                    <a:pt x="0" y="460809"/>
                  </a:moveTo>
                  <a:lnTo>
                    <a:pt x="1065620" y="633613"/>
                  </a:lnTo>
                </a:path>
                <a:path w="1066164" h="691514" extrusionOk="0">
                  <a:moveTo>
                    <a:pt x="0" y="460809"/>
                  </a:moveTo>
                  <a:lnTo>
                    <a:pt x="1065620" y="345609"/>
                  </a:lnTo>
                </a:path>
                <a:path w="1066164" h="691514" extrusionOk="0">
                  <a:moveTo>
                    <a:pt x="0" y="460809"/>
                  </a:moveTo>
                  <a:lnTo>
                    <a:pt x="1065620" y="57604"/>
                  </a:lnTo>
                </a:path>
                <a:path w="1066164" h="691514" extrusionOk="0">
                  <a:moveTo>
                    <a:pt x="0" y="230404"/>
                  </a:moveTo>
                  <a:lnTo>
                    <a:pt x="1065620" y="633613"/>
                  </a:lnTo>
                </a:path>
                <a:path w="1066164" h="691514" extrusionOk="0">
                  <a:moveTo>
                    <a:pt x="0" y="230404"/>
                  </a:moveTo>
                  <a:lnTo>
                    <a:pt x="1065620" y="345609"/>
                  </a:lnTo>
                </a:path>
                <a:path w="1066164" h="691514" extrusionOk="0">
                  <a:moveTo>
                    <a:pt x="0" y="230404"/>
                  </a:moveTo>
                  <a:lnTo>
                    <a:pt x="1065620" y="57604"/>
                  </a:lnTo>
                </a:path>
                <a:path w="1066164" h="691514" extrusionOk="0">
                  <a:moveTo>
                    <a:pt x="0" y="0"/>
                  </a:moveTo>
                  <a:lnTo>
                    <a:pt x="1065620" y="633613"/>
                  </a:lnTo>
                </a:path>
                <a:path w="1066164" h="691514" extrusionOk="0">
                  <a:moveTo>
                    <a:pt x="0" y="0"/>
                  </a:moveTo>
                  <a:lnTo>
                    <a:pt x="1065620" y="345609"/>
                  </a:lnTo>
                </a:path>
                <a:path w="1066164" h="691514" extrusionOk="0">
                  <a:moveTo>
                    <a:pt x="0" y="0"/>
                  </a:moveTo>
                  <a:lnTo>
                    <a:pt x="1065620" y="57604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sp>
        <p:nvSpPr>
          <p:cNvPr id="1931" name="Google Shape;1931;p86"/>
          <p:cNvSpPr txBox="1"/>
          <p:nvPr/>
        </p:nvSpPr>
        <p:spPr>
          <a:xfrm>
            <a:off x="7820394" y="3981716"/>
            <a:ext cx="149043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 i="1"/>
              <a:t>y</a:t>
            </a:r>
            <a:endParaRPr sz="1665"/>
          </a:p>
        </p:txBody>
      </p:sp>
      <p:sp>
        <p:nvSpPr>
          <p:cNvPr id="1932" name="Google Shape;1932;p86"/>
          <p:cNvSpPr txBox="1"/>
          <p:nvPr/>
        </p:nvSpPr>
        <p:spPr>
          <a:xfrm>
            <a:off x="7928754" y="4090065"/>
            <a:ext cx="120846" cy="194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154" rIns="0" bIns="0" anchor="t" anchorCtr="0">
            <a:spAutoFit/>
          </a:bodyPr>
          <a:lstStyle/>
          <a:p>
            <a:pPr marL="20141" defTabSz="1450147"/>
            <a:r>
              <a:rPr lang="en-US" sz="1110"/>
              <a:t>1</a:t>
            </a:r>
            <a:endParaRPr sz="1110"/>
          </a:p>
        </p:txBody>
      </p:sp>
      <p:sp>
        <p:nvSpPr>
          <p:cNvPr id="1933" name="Google Shape;1933;p86"/>
          <p:cNvSpPr txBox="1"/>
          <p:nvPr/>
        </p:nvSpPr>
        <p:spPr>
          <a:xfrm>
            <a:off x="7780112" y="3068242"/>
            <a:ext cx="310171" cy="747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60423" defTabSz="1450147"/>
            <a:r>
              <a:rPr lang="en-US" sz="1665" i="1"/>
              <a:t>y</a:t>
            </a:r>
            <a:r>
              <a:rPr lang="en-US" sz="1665" baseline="-25000"/>
              <a:t>3</a:t>
            </a:r>
            <a:endParaRPr sz="1665" baseline="-25000"/>
          </a:p>
          <a:p>
            <a:pPr defTabSz="1450147">
              <a:spcBef>
                <a:spcPts val="317"/>
              </a:spcBef>
            </a:pPr>
            <a:endParaRPr sz="1110"/>
          </a:p>
          <a:p>
            <a:pPr marL="60423" defTabSz="1450147"/>
            <a:r>
              <a:rPr lang="en-US" sz="1665" i="1"/>
              <a:t>y</a:t>
            </a:r>
            <a:r>
              <a:rPr lang="en-US" sz="1665" baseline="-25000"/>
              <a:t>2</a:t>
            </a:r>
            <a:endParaRPr sz="1665" baseline="-25000"/>
          </a:p>
        </p:txBody>
      </p:sp>
      <p:sp>
        <p:nvSpPr>
          <p:cNvPr id="1934" name="Google Shape;1934;p86"/>
          <p:cNvSpPr txBox="1"/>
          <p:nvPr/>
        </p:nvSpPr>
        <p:spPr>
          <a:xfrm>
            <a:off x="7204263" y="4532721"/>
            <a:ext cx="845921" cy="312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903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665" i="1"/>
              <a:t>m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665"/>
              <a:t>3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)</a:t>
            </a:r>
            <a:endParaRPr sz="1903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35" name="Google Shape;1935;p86"/>
          <p:cNvSpPr txBox="1"/>
          <p:nvPr/>
        </p:nvSpPr>
        <p:spPr>
          <a:xfrm>
            <a:off x="6530085" y="4214022"/>
            <a:ext cx="197381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 i="1"/>
              <a:t>w</a:t>
            </a:r>
            <a:endParaRPr sz="1665"/>
          </a:p>
        </p:txBody>
      </p:sp>
      <p:sp>
        <p:nvSpPr>
          <p:cNvPr id="1936" name="Google Shape;1936;p86"/>
          <p:cNvSpPr txBox="1"/>
          <p:nvPr/>
        </p:nvSpPr>
        <p:spPr>
          <a:xfrm>
            <a:off x="6686539" y="4370578"/>
            <a:ext cx="1582073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 baseline="30000"/>
              <a:t>31  </a:t>
            </a:r>
            <a:r>
              <a:rPr lang="en-US" sz="1665"/>
              <a:t>Output Layer</a:t>
            </a:r>
            <a:endParaRPr sz="1665"/>
          </a:p>
        </p:txBody>
      </p:sp>
      <p:sp>
        <p:nvSpPr>
          <p:cNvPr id="1937" name="Google Shape;1937;p86"/>
          <p:cNvSpPr/>
          <p:nvPr/>
        </p:nvSpPr>
        <p:spPr>
          <a:xfrm>
            <a:off x="7398933" y="4185343"/>
            <a:ext cx="160121" cy="0"/>
          </a:xfrm>
          <a:custGeom>
            <a:avLst/>
            <a:gdLst/>
            <a:ahLst/>
            <a:cxnLst/>
            <a:rect l="l" t="t" r="r" b="b"/>
            <a:pathLst>
              <a:path w="100964" h="120000" extrusionOk="0">
                <a:moveTo>
                  <a:pt x="0" y="0"/>
                </a:moveTo>
                <a:lnTo>
                  <a:pt x="100803" y="0"/>
                </a:lnTo>
              </a:path>
            </a:pathLst>
          </a:custGeom>
          <a:noFill/>
          <a:ln w="9525" cap="flat" cmpd="sng">
            <a:solidFill>
              <a:srgbClr val="00FF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defTabSz="1450147"/>
            <a:endParaRPr sz="2220"/>
          </a:p>
        </p:txBody>
      </p:sp>
      <p:sp>
        <p:nvSpPr>
          <p:cNvPr id="1938" name="Google Shape;1938;p86"/>
          <p:cNvSpPr txBox="1"/>
          <p:nvPr/>
        </p:nvSpPr>
        <p:spPr>
          <a:xfrm>
            <a:off x="7136327" y="4008726"/>
            <a:ext cx="161128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 i="1">
                <a:solidFill>
                  <a:srgbClr val="00FF00"/>
                </a:solidFill>
              </a:rPr>
              <a:t>b</a:t>
            </a:r>
            <a:endParaRPr sz="1665"/>
          </a:p>
        </p:txBody>
      </p:sp>
      <p:sp>
        <p:nvSpPr>
          <p:cNvPr id="1939" name="Google Shape;1939;p86"/>
          <p:cNvSpPr txBox="1"/>
          <p:nvPr/>
        </p:nvSpPr>
        <p:spPr>
          <a:xfrm>
            <a:off x="7256810" y="4117094"/>
            <a:ext cx="120846" cy="194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154" rIns="0" bIns="0" anchor="t" anchorCtr="0">
            <a:spAutoFit/>
          </a:bodyPr>
          <a:lstStyle/>
          <a:p>
            <a:pPr marL="20141" defTabSz="1450147"/>
            <a:r>
              <a:rPr lang="en-US" sz="1110">
                <a:solidFill>
                  <a:srgbClr val="00FF00"/>
                </a:solidFill>
              </a:rPr>
              <a:t>1</a:t>
            </a:r>
            <a:endParaRPr sz="1110"/>
          </a:p>
        </p:txBody>
      </p:sp>
      <p:sp>
        <p:nvSpPr>
          <p:cNvPr id="1940" name="Google Shape;1940;p86"/>
          <p:cNvSpPr/>
          <p:nvPr/>
        </p:nvSpPr>
        <p:spPr>
          <a:xfrm>
            <a:off x="7398933" y="3728595"/>
            <a:ext cx="160121" cy="0"/>
          </a:xfrm>
          <a:custGeom>
            <a:avLst/>
            <a:gdLst/>
            <a:ahLst/>
            <a:cxnLst/>
            <a:rect l="l" t="t" r="r" b="b"/>
            <a:pathLst>
              <a:path w="100964" h="120000" extrusionOk="0">
                <a:moveTo>
                  <a:pt x="0" y="0"/>
                </a:moveTo>
                <a:lnTo>
                  <a:pt x="100803" y="0"/>
                </a:lnTo>
              </a:path>
            </a:pathLst>
          </a:custGeom>
          <a:noFill/>
          <a:ln w="9525" cap="flat" cmpd="sng">
            <a:solidFill>
              <a:srgbClr val="00FF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defTabSz="1450147"/>
            <a:endParaRPr sz="2220"/>
          </a:p>
        </p:txBody>
      </p:sp>
      <p:sp>
        <p:nvSpPr>
          <p:cNvPr id="1941" name="Google Shape;1941;p86"/>
          <p:cNvSpPr txBox="1"/>
          <p:nvPr/>
        </p:nvSpPr>
        <p:spPr>
          <a:xfrm>
            <a:off x="6134637" y="3569350"/>
            <a:ext cx="1163141" cy="794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 b="1"/>
              <a:t>W	</a:t>
            </a:r>
            <a:r>
              <a:rPr lang="en-US" sz="2498" i="1" baseline="30000">
                <a:solidFill>
                  <a:srgbClr val="00FF00"/>
                </a:solidFill>
              </a:rPr>
              <a:t>b</a:t>
            </a:r>
            <a:endParaRPr sz="2498" baseline="30000"/>
          </a:p>
        </p:txBody>
      </p:sp>
      <p:sp>
        <p:nvSpPr>
          <p:cNvPr id="1942" name="Google Shape;1942;p86"/>
          <p:cNvSpPr txBox="1"/>
          <p:nvPr/>
        </p:nvSpPr>
        <p:spPr>
          <a:xfrm>
            <a:off x="7256810" y="3660336"/>
            <a:ext cx="120846" cy="194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154" rIns="0" bIns="0" anchor="t" anchorCtr="0">
            <a:spAutoFit/>
          </a:bodyPr>
          <a:lstStyle/>
          <a:p>
            <a:pPr marL="20141" defTabSz="1450147"/>
            <a:r>
              <a:rPr lang="en-US" sz="1110">
                <a:solidFill>
                  <a:srgbClr val="00FF00"/>
                </a:solidFill>
              </a:rPr>
              <a:t>2</a:t>
            </a:r>
            <a:endParaRPr sz="1110"/>
          </a:p>
        </p:txBody>
      </p:sp>
      <p:sp>
        <p:nvSpPr>
          <p:cNvPr id="1943" name="Google Shape;1943;p86"/>
          <p:cNvSpPr/>
          <p:nvPr/>
        </p:nvSpPr>
        <p:spPr>
          <a:xfrm>
            <a:off x="7398933" y="3271847"/>
            <a:ext cx="160121" cy="0"/>
          </a:xfrm>
          <a:custGeom>
            <a:avLst/>
            <a:gdLst/>
            <a:ahLst/>
            <a:cxnLst/>
            <a:rect l="l" t="t" r="r" b="b"/>
            <a:pathLst>
              <a:path w="100964" h="120000" extrusionOk="0">
                <a:moveTo>
                  <a:pt x="0" y="0"/>
                </a:moveTo>
                <a:lnTo>
                  <a:pt x="100803" y="0"/>
                </a:lnTo>
              </a:path>
            </a:pathLst>
          </a:custGeom>
          <a:noFill/>
          <a:ln w="9525" cap="flat" cmpd="sng">
            <a:solidFill>
              <a:srgbClr val="00FF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defTabSz="1450147"/>
            <a:endParaRPr sz="2220"/>
          </a:p>
        </p:txBody>
      </p:sp>
      <p:sp>
        <p:nvSpPr>
          <p:cNvPr id="1944" name="Google Shape;1944;p86"/>
          <p:cNvSpPr txBox="1"/>
          <p:nvPr/>
        </p:nvSpPr>
        <p:spPr>
          <a:xfrm>
            <a:off x="5647204" y="2565977"/>
            <a:ext cx="2217521" cy="81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2335" rIns="0" bIns="0" anchor="t" anchorCtr="0">
            <a:spAutoFit/>
          </a:bodyPr>
          <a:lstStyle/>
          <a:p>
            <a:pPr algn="ctr" defTabSz="1450147"/>
            <a:r>
              <a:rPr lang="en-US" sz="1665">
                <a:solidFill>
                  <a:srgbClr val="1B1472"/>
                </a:solidFill>
              </a:rPr>
              <a:t>FC Layer Architecture</a:t>
            </a:r>
            <a:endParaRPr sz="1665"/>
          </a:p>
          <a:p>
            <a:pPr marR="81571" algn="ctr" defTabSz="1450147">
              <a:lnSpc>
                <a:spcPct val="73650"/>
              </a:lnSpc>
              <a:spcBef>
                <a:spcPts val="270"/>
              </a:spcBef>
            </a:pPr>
            <a:r>
              <a:rPr lang="en-US" sz="2498" i="1" baseline="30000"/>
              <a:t>w</a:t>
            </a:r>
            <a:r>
              <a:rPr lang="en-US" sz="1110"/>
              <a:t>11</a:t>
            </a:r>
            <a:endParaRPr sz="1110"/>
          </a:p>
          <a:p>
            <a:pPr marR="494460" algn="r" defTabSz="1450147">
              <a:lnSpc>
                <a:spcPct val="110476"/>
              </a:lnSpc>
            </a:pPr>
            <a:r>
              <a:rPr lang="en-US" sz="1665" i="1">
                <a:solidFill>
                  <a:srgbClr val="00FF00"/>
                </a:solidFill>
              </a:rPr>
              <a:t>b</a:t>
            </a:r>
            <a:r>
              <a:rPr lang="en-US" sz="1665" baseline="-25000">
                <a:solidFill>
                  <a:srgbClr val="00FF00"/>
                </a:solidFill>
              </a:rPr>
              <a:t>3</a:t>
            </a:r>
            <a:endParaRPr sz="1665" baseline="-25000"/>
          </a:p>
        </p:txBody>
      </p:sp>
    </p:spTree>
  </p:cSld>
  <p:clrMapOvr>
    <a:masterClrMapping/>
  </p:clrMapOvr>
  <p:transition>
    <p:cut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" name="Google Shape;1955;p87"/>
          <p:cNvSpPr txBox="1">
            <a:spLocks noGrp="1"/>
          </p:cNvSpPr>
          <p:nvPr>
            <p:ph type="title"/>
          </p:nvPr>
        </p:nvSpPr>
        <p:spPr>
          <a:xfrm>
            <a:off x="151137" y="316488"/>
            <a:ext cx="835447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FC L</a:t>
            </a:r>
            <a:r>
              <a:rPr lang="en-US" cap="small" dirty="0">
                <a:solidFill>
                  <a:srgbClr val="FFFFFF"/>
                </a:solidFill>
              </a:rPr>
              <a:t>ayer</a:t>
            </a:r>
            <a:r>
              <a:rPr lang="en-US" dirty="0">
                <a:solidFill>
                  <a:srgbClr val="FFFFFF"/>
                </a:solidFill>
              </a:rPr>
              <a:t> - N</a:t>
            </a:r>
            <a:r>
              <a:rPr lang="en-US" cap="small" dirty="0">
                <a:solidFill>
                  <a:srgbClr val="FFFFFF"/>
                </a:solidFill>
              </a:rPr>
              <a:t>umerical</a:t>
            </a:r>
            <a:r>
              <a:rPr lang="en-US" dirty="0">
                <a:solidFill>
                  <a:srgbClr val="FFFFFF"/>
                </a:solidFill>
              </a:rPr>
              <a:t> E</a:t>
            </a:r>
            <a:r>
              <a:rPr lang="en-US" cap="small" dirty="0">
                <a:solidFill>
                  <a:srgbClr val="FFFFFF"/>
                </a:solidFill>
              </a:rPr>
              <a:t>xample</a:t>
            </a:r>
            <a:endParaRPr dirty="0"/>
          </a:p>
        </p:txBody>
      </p:sp>
      <p:pic>
        <p:nvPicPr>
          <p:cNvPr id="1962" name="Google Shape;1962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692" y="1728611"/>
            <a:ext cx="8117261" cy="3861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7" name="Google Shape;1967;p88"/>
          <p:cNvSpPr txBox="1">
            <a:spLocks noGrp="1"/>
          </p:cNvSpPr>
          <p:nvPr>
            <p:ph type="title"/>
          </p:nvPr>
        </p:nvSpPr>
        <p:spPr>
          <a:xfrm>
            <a:off x="151137" y="380496"/>
            <a:ext cx="7676127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FC - A</a:t>
            </a:r>
            <a:r>
              <a:rPr lang="en-US" cap="small" dirty="0">
                <a:solidFill>
                  <a:srgbClr val="FFFFFF"/>
                </a:solidFill>
              </a:rPr>
              <a:t>dvantages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cap="small" dirty="0">
                <a:solidFill>
                  <a:srgbClr val="FFFFFF"/>
                </a:solidFill>
              </a:rPr>
              <a:t>and</a:t>
            </a:r>
            <a:r>
              <a:rPr lang="en-US" dirty="0">
                <a:solidFill>
                  <a:srgbClr val="FFFFFF"/>
                </a:solidFill>
              </a:rPr>
              <a:t> D</a:t>
            </a:r>
            <a:r>
              <a:rPr lang="en-US" cap="small" dirty="0">
                <a:solidFill>
                  <a:srgbClr val="FFFFFF"/>
                </a:solidFill>
              </a:rPr>
              <a:t>isadvantages</a:t>
            </a:r>
            <a:endParaRPr dirty="0"/>
          </a:p>
        </p:txBody>
      </p:sp>
      <p:grpSp>
        <p:nvGrpSpPr>
          <p:cNvPr id="1968" name="Google Shape;1968;p88"/>
          <p:cNvGrpSpPr/>
          <p:nvPr/>
        </p:nvGrpSpPr>
        <p:grpSpPr>
          <a:xfrm>
            <a:off x="624371" y="2084267"/>
            <a:ext cx="4486984" cy="2036192"/>
            <a:chOff x="393700" y="774496"/>
            <a:chExt cx="2829293" cy="1283932"/>
          </a:xfrm>
        </p:grpSpPr>
        <p:pic>
          <p:nvPicPr>
            <p:cNvPr id="1969" name="Google Shape;1969;p8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93700" y="77449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0" name="Google Shape;1970;p8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93700" y="117937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1" name="Google Shape;1971;p8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93700" y="158426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2" name="Google Shape;1972;p88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393700" y="198913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3" name="Google Shape;1973;p88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153702" y="77449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4" name="Google Shape;1974;p88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3153702" y="117937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5" name="Google Shape;1975;p88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3153702" y="158426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6" name="Google Shape;1976;p88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3153702" y="198913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77" name="Google Shape;1977;p88"/>
          <p:cNvSpPr txBox="1"/>
          <p:nvPr/>
        </p:nvSpPr>
        <p:spPr>
          <a:xfrm>
            <a:off x="4737559" y="1519091"/>
            <a:ext cx="3998855" cy="2986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5811" rIns="0" bIns="0" anchor="t" anchorCtr="0">
            <a:spAutoFit/>
          </a:bodyPr>
          <a:lstStyle/>
          <a:p>
            <a:pPr marL="20141" defTabSz="1450147"/>
            <a:r>
              <a:rPr lang="en-US" sz="1665">
                <a:solidFill>
                  <a:srgbClr val="1B1472"/>
                </a:solidFill>
              </a:rPr>
              <a:t>Disadvantages:</a:t>
            </a:r>
            <a:endParaRPr sz="1665"/>
          </a:p>
          <a:p>
            <a:pPr marL="491439" defTabSz="1450147">
              <a:spcBef>
                <a:spcPts val="768"/>
              </a:spcBef>
            </a:pPr>
            <a:r>
              <a:rPr lang="en-US" sz="1665">
                <a:solidFill>
                  <a:srgbClr val="1B1472"/>
                </a:solidFill>
              </a:rPr>
              <a:t>Parameter Heavy: </a:t>
            </a:r>
            <a:r>
              <a:rPr lang="en-US" sz="1665"/>
              <a:t>Many parameters</a:t>
            </a:r>
            <a:endParaRPr sz="1665"/>
          </a:p>
          <a:p>
            <a:pPr marL="491439" defTabSz="1450147">
              <a:spcBef>
                <a:spcPts val="293"/>
              </a:spcBef>
            </a:pPr>
            <a:r>
              <a:rPr lang="en-US" sz="1427">
                <a:latin typeface="Times New Roman"/>
                <a:ea typeface="Times New Roman"/>
                <a:cs typeface="Times New Roman"/>
                <a:sym typeface="Times New Roman"/>
              </a:rPr>
              <a:t>  → </a:t>
            </a:r>
            <a:r>
              <a:rPr lang="en-US" sz="1665"/>
              <a:t>overfitting risk</a:t>
            </a:r>
            <a:endParaRPr sz="1665"/>
          </a:p>
          <a:p>
            <a:pPr marL="491439" marR="71500" defTabSz="1450147">
              <a:lnSpc>
                <a:spcPct val="114700"/>
              </a:lnSpc>
              <a:spcBef>
                <a:spcPts val="476"/>
              </a:spcBef>
            </a:pPr>
            <a:r>
              <a:rPr lang="en-US" sz="1665">
                <a:solidFill>
                  <a:srgbClr val="1B1472"/>
                </a:solidFill>
              </a:rPr>
              <a:t>Spatial Information Loss: </a:t>
            </a:r>
            <a:r>
              <a:rPr lang="en-US" sz="1665"/>
              <a:t>No spatial structure preservation</a:t>
            </a:r>
            <a:endParaRPr sz="1665"/>
          </a:p>
          <a:p>
            <a:pPr marL="491439" marR="831820" defTabSz="1450147">
              <a:lnSpc>
                <a:spcPct val="114700"/>
              </a:lnSpc>
              <a:spcBef>
                <a:spcPts val="468"/>
              </a:spcBef>
            </a:pPr>
            <a:r>
              <a:rPr lang="en-US" sz="1665">
                <a:solidFill>
                  <a:srgbClr val="1B1472"/>
                </a:solidFill>
              </a:rPr>
              <a:t>Fixed Input Size: </a:t>
            </a:r>
            <a:r>
              <a:rPr lang="en-US" sz="1665"/>
              <a:t>Requires consistent input dimensions</a:t>
            </a:r>
            <a:endParaRPr sz="1665"/>
          </a:p>
          <a:p>
            <a:pPr marL="491439" marR="863039" defTabSz="1450147">
              <a:lnSpc>
                <a:spcPct val="114599"/>
              </a:lnSpc>
              <a:spcBef>
                <a:spcPts val="476"/>
              </a:spcBef>
            </a:pPr>
            <a:r>
              <a:rPr lang="en-US" sz="1665">
                <a:solidFill>
                  <a:srgbClr val="1B1472"/>
                </a:solidFill>
              </a:rPr>
              <a:t>Computational Cost: </a:t>
            </a:r>
            <a:r>
              <a:rPr lang="en-US" sz="1665"/>
              <a:t>Matrix multiplication overhead</a:t>
            </a:r>
            <a:endParaRPr sz="1665"/>
          </a:p>
        </p:txBody>
      </p:sp>
      <p:sp>
        <p:nvSpPr>
          <p:cNvPr id="1978" name="Google Shape;1978;p88"/>
          <p:cNvSpPr txBox="1"/>
          <p:nvPr/>
        </p:nvSpPr>
        <p:spPr>
          <a:xfrm>
            <a:off x="360483" y="1519091"/>
            <a:ext cx="3928496" cy="3319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5811" rIns="0" bIns="0" anchor="t" anchorCtr="0">
            <a:spAutoFit/>
          </a:bodyPr>
          <a:lstStyle/>
          <a:p>
            <a:pPr marL="20141" defTabSz="1450147"/>
            <a:r>
              <a:rPr lang="en-US" sz="1665">
                <a:solidFill>
                  <a:srgbClr val="1B1472"/>
                </a:solidFill>
              </a:rPr>
              <a:t>Advantages:</a:t>
            </a:r>
            <a:endParaRPr sz="1665"/>
          </a:p>
          <a:p>
            <a:pPr marL="491439" marR="8056" defTabSz="1450147">
              <a:lnSpc>
                <a:spcPct val="114700"/>
              </a:lnSpc>
              <a:spcBef>
                <a:spcPts val="476"/>
              </a:spcBef>
            </a:pPr>
            <a:r>
              <a:rPr lang="en-US" sz="1665">
                <a:solidFill>
                  <a:srgbClr val="1B1472"/>
                </a:solidFill>
              </a:rPr>
              <a:t>Universal Approximation: </a:t>
            </a:r>
            <a:r>
              <a:rPr lang="en-US" sz="1665"/>
              <a:t>Can learn any function</a:t>
            </a:r>
            <a:endParaRPr sz="1665"/>
          </a:p>
          <a:p>
            <a:pPr marL="491439" defTabSz="1450147">
              <a:spcBef>
                <a:spcPts val="768"/>
              </a:spcBef>
            </a:pPr>
            <a:r>
              <a:rPr lang="en-US" sz="1665">
                <a:solidFill>
                  <a:srgbClr val="1B1472"/>
                </a:solidFill>
              </a:rPr>
              <a:t>Flexible Output Size: </a:t>
            </a:r>
            <a:r>
              <a:rPr lang="en-US" sz="1665"/>
              <a:t>Any input</a:t>
            </a:r>
            <a:r>
              <a:rPr lang="en-US" sz="1427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27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91439" defTabSz="1450147">
              <a:spcBef>
                <a:spcPts val="293"/>
              </a:spcBef>
            </a:pPr>
            <a:r>
              <a:rPr lang="en-US" sz="1665"/>
              <a:t>any output dimension</a:t>
            </a:r>
            <a:endParaRPr sz="1665"/>
          </a:p>
          <a:p>
            <a:pPr marL="491439" marR="767368" defTabSz="1450147">
              <a:lnSpc>
                <a:spcPct val="114700"/>
              </a:lnSpc>
              <a:spcBef>
                <a:spcPts val="468"/>
              </a:spcBef>
            </a:pPr>
            <a:r>
              <a:rPr lang="en-US" sz="1665">
                <a:solidFill>
                  <a:srgbClr val="1B1472"/>
                </a:solidFill>
              </a:rPr>
              <a:t>Non-linear Transformations: </a:t>
            </a:r>
            <a:r>
              <a:rPr lang="en-US" sz="1665"/>
              <a:t>Complex mappings</a:t>
            </a:r>
            <a:endParaRPr sz="1665"/>
          </a:p>
          <a:p>
            <a:pPr marL="491439" marR="216515" defTabSz="1450147">
              <a:lnSpc>
                <a:spcPct val="114599"/>
              </a:lnSpc>
              <a:spcBef>
                <a:spcPts val="476"/>
              </a:spcBef>
            </a:pPr>
            <a:r>
              <a:rPr lang="en-US" sz="1665">
                <a:solidFill>
                  <a:srgbClr val="1B1472"/>
                </a:solidFill>
              </a:rPr>
              <a:t>Feature Integration: </a:t>
            </a:r>
            <a:r>
              <a:rPr lang="en-US" sz="1665"/>
              <a:t>Combines all spatial information</a:t>
            </a:r>
            <a:endParaRPr sz="1665"/>
          </a:p>
          <a:p>
            <a:pPr marL="209466" defTabSz="1450147">
              <a:spcBef>
                <a:spcPts val="649"/>
              </a:spcBef>
            </a:pPr>
            <a:r>
              <a:rPr lang="en-US" sz="1665">
                <a:solidFill>
                  <a:srgbClr val="1B1472"/>
                </a:solidFill>
              </a:rPr>
              <a:t>Modern Alternatives</a:t>
            </a:r>
            <a:endParaRPr sz="1665"/>
          </a:p>
        </p:txBody>
      </p:sp>
      <p:sp>
        <p:nvSpPr>
          <p:cNvPr id="1985" name="Google Shape;1985;p88"/>
          <p:cNvSpPr txBox="1"/>
          <p:nvPr/>
        </p:nvSpPr>
        <p:spPr>
          <a:xfrm>
            <a:off x="1022314" y="4774657"/>
            <a:ext cx="6630344" cy="726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marR="8056" defTabSz="1450147">
              <a:lnSpc>
                <a:spcPct val="138400"/>
              </a:lnSpc>
            </a:pPr>
            <a:r>
              <a:rPr lang="en-US" sz="1665">
                <a:solidFill>
                  <a:srgbClr val="1B1472"/>
                </a:solidFill>
              </a:rPr>
              <a:t>Global Average Pooling (GAP): </a:t>
            </a:r>
            <a:r>
              <a:rPr lang="en-US" sz="1665"/>
              <a:t>Replace FC with average pooling </a:t>
            </a:r>
            <a:endParaRPr sz="1665"/>
          </a:p>
          <a:p>
            <a:pPr marL="20141" marR="8056" defTabSz="1450147">
              <a:lnSpc>
                <a:spcPct val="138400"/>
              </a:lnSpc>
            </a:pPr>
            <a:r>
              <a:rPr lang="en-US" sz="1665">
                <a:solidFill>
                  <a:srgbClr val="1B1472"/>
                </a:solidFill>
              </a:rPr>
              <a:t>1×1 Convolutions: </a:t>
            </a:r>
            <a:r>
              <a:rPr lang="en-US" sz="1665"/>
              <a:t>Maintain spatial structure while reducing channels</a:t>
            </a:r>
            <a:endParaRPr sz="1665"/>
          </a:p>
        </p:txBody>
      </p:sp>
    </p:spTree>
  </p:cSld>
  <p:clrMapOvr>
    <a:masterClrMapping/>
  </p:clrMapOvr>
  <p:transition>
    <p:cut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2" name="Google Shape;1992;p89"/>
          <p:cNvSpPr txBox="1">
            <a:spLocks noGrp="1"/>
          </p:cNvSpPr>
          <p:nvPr>
            <p:ph type="title"/>
          </p:nvPr>
        </p:nvSpPr>
        <p:spPr>
          <a:xfrm>
            <a:off x="151137" y="471936"/>
            <a:ext cx="835447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 err="1">
                <a:solidFill>
                  <a:srgbClr val="FFFFFF"/>
                </a:solidFill>
              </a:rPr>
              <a:t>S</a:t>
            </a:r>
            <a:r>
              <a:rPr lang="en-US" cap="small" dirty="0" err="1">
                <a:solidFill>
                  <a:srgbClr val="FFFFFF"/>
                </a:solidFill>
              </a:rPr>
              <a:t>oftmax</a:t>
            </a:r>
            <a:r>
              <a:rPr lang="en-US" dirty="0">
                <a:solidFill>
                  <a:srgbClr val="FFFFFF"/>
                </a:solidFill>
              </a:rPr>
              <a:t> A</a:t>
            </a:r>
            <a:r>
              <a:rPr lang="en-US" cap="small" dirty="0">
                <a:solidFill>
                  <a:srgbClr val="FFFFFF"/>
                </a:solidFill>
              </a:rPr>
              <a:t>ctivation</a:t>
            </a:r>
            <a:r>
              <a:rPr lang="en-US" dirty="0">
                <a:solidFill>
                  <a:srgbClr val="FFFFFF"/>
                </a:solidFill>
              </a:rPr>
              <a:t> F</a:t>
            </a:r>
            <a:r>
              <a:rPr lang="en-US" cap="small" dirty="0">
                <a:solidFill>
                  <a:srgbClr val="FFFFFF"/>
                </a:solidFill>
              </a:rPr>
              <a:t>unction</a:t>
            </a:r>
            <a:endParaRPr dirty="0"/>
          </a:p>
        </p:txBody>
      </p:sp>
      <p:grpSp>
        <p:nvGrpSpPr>
          <p:cNvPr id="1993" name="Google Shape;1993;p89"/>
          <p:cNvGrpSpPr/>
          <p:nvPr/>
        </p:nvGrpSpPr>
        <p:grpSpPr>
          <a:xfrm>
            <a:off x="490350" y="2309322"/>
            <a:ext cx="8234748" cy="1314603"/>
            <a:chOff x="309193" y="916406"/>
            <a:chExt cx="5192466" cy="828930"/>
          </a:xfrm>
        </p:grpSpPr>
        <p:sp>
          <p:nvSpPr>
            <p:cNvPr id="1994" name="Google Shape;1994;p89"/>
            <p:cNvSpPr/>
            <p:nvPr/>
          </p:nvSpPr>
          <p:spPr>
            <a:xfrm>
              <a:off x="309193" y="916406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09" extrusionOk="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6887"/>
                  </a:lnTo>
                  <a:lnTo>
                    <a:pt x="5141666" y="206887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pic>
          <p:nvPicPr>
            <p:cNvPr id="1995" name="Google Shape;1995;p8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9193" y="1110640"/>
              <a:ext cx="5141666" cy="506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96" name="Google Shape;1996;p8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9994" y="1643735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97" name="Google Shape;1997;p8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0794" y="1631035"/>
              <a:ext cx="509086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98" name="Google Shape;1998;p89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450859" y="960640"/>
              <a:ext cx="50800" cy="6830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99" name="Google Shape;1999;p89"/>
            <p:cNvSpPr/>
            <p:nvPr/>
          </p:nvSpPr>
          <p:spPr>
            <a:xfrm>
              <a:off x="309193" y="1154911"/>
              <a:ext cx="5142230" cy="539750"/>
            </a:xfrm>
            <a:custGeom>
              <a:avLst/>
              <a:gdLst/>
              <a:ahLst/>
              <a:cxnLst/>
              <a:rect l="l" t="t" r="r" b="b"/>
              <a:pathLst>
                <a:path w="5142230" h="539750" extrusionOk="0">
                  <a:moveTo>
                    <a:pt x="5141666" y="0"/>
                  </a:moveTo>
                  <a:lnTo>
                    <a:pt x="0" y="0"/>
                  </a:lnTo>
                  <a:lnTo>
                    <a:pt x="0" y="488823"/>
                  </a:lnTo>
                  <a:lnTo>
                    <a:pt x="4008" y="508548"/>
                  </a:lnTo>
                  <a:lnTo>
                    <a:pt x="14922" y="524701"/>
                  </a:lnTo>
                  <a:lnTo>
                    <a:pt x="31075" y="535615"/>
                  </a:lnTo>
                  <a:lnTo>
                    <a:pt x="50800" y="539624"/>
                  </a:lnTo>
                  <a:lnTo>
                    <a:pt x="5090865" y="539624"/>
                  </a:lnTo>
                  <a:lnTo>
                    <a:pt x="5110590" y="535615"/>
                  </a:lnTo>
                  <a:lnTo>
                    <a:pt x="5126743" y="524701"/>
                  </a:lnTo>
                  <a:lnTo>
                    <a:pt x="5137657" y="508548"/>
                  </a:lnTo>
                  <a:lnTo>
                    <a:pt x="5141666" y="488823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00" name="Google Shape;2000;p89"/>
            <p:cNvSpPr/>
            <p:nvPr/>
          </p:nvSpPr>
          <p:spPr>
            <a:xfrm>
              <a:off x="5450859" y="998730"/>
              <a:ext cx="0" cy="664210"/>
            </a:xfrm>
            <a:custGeom>
              <a:avLst/>
              <a:gdLst/>
              <a:ahLst/>
              <a:cxnLst/>
              <a:rect l="l" t="t" r="r" b="b"/>
              <a:pathLst>
                <a:path w="120000" h="664210" extrusionOk="0">
                  <a:moveTo>
                    <a:pt x="0" y="66405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01" name="Google Shape;2001;p89"/>
            <p:cNvSpPr/>
            <p:nvPr/>
          </p:nvSpPr>
          <p:spPr>
            <a:xfrm>
              <a:off x="5450859" y="98603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02" name="Google Shape;2002;p89"/>
            <p:cNvSpPr/>
            <p:nvPr/>
          </p:nvSpPr>
          <p:spPr>
            <a:xfrm>
              <a:off x="5450859" y="97333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03" name="Google Shape;2003;p89"/>
            <p:cNvSpPr/>
            <p:nvPr/>
          </p:nvSpPr>
          <p:spPr>
            <a:xfrm>
              <a:off x="5450859" y="96063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04" name="Google Shape;2004;p89"/>
            <p:cNvSpPr/>
            <p:nvPr/>
          </p:nvSpPr>
          <p:spPr>
            <a:xfrm>
              <a:off x="5450859" y="941579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5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sp>
        <p:nvSpPr>
          <p:cNvPr id="2005" name="Google Shape;2005;p89"/>
          <p:cNvSpPr txBox="1"/>
          <p:nvPr/>
        </p:nvSpPr>
        <p:spPr>
          <a:xfrm>
            <a:off x="550775" y="2197109"/>
            <a:ext cx="8033226" cy="2554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7581" rIns="0" bIns="0" anchor="t" anchorCtr="0">
            <a:spAutoFit/>
          </a:bodyPr>
          <a:lstStyle/>
          <a:p>
            <a:pPr marL="20141" defTabSz="1450147"/>
            <a:r>
              <a:rPr lang="en-US" sz="222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222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efinition</a:t>
            </a:r>
            <a:endParaRPr sz="2220">
              <a:latin typeface="Calibri"/>
              <a:ea typeface="Calibri"/>
              <a:cs typeface="Calibri"/>
              <a:sym typeface="Calibri"/>
            </a:endParaRPr>
          </a:p>
          <a:p>
            <a:pPr marL="20141" marR="619334" defTabSz="1450147">
              <a:lnSpc>
                <a:spcPct val="114700"/>
              </a:lnSpc>
              <a:spcBef>
                <a:spcPts val="119"/>
              </a:spcBef>
            </a:pPr>
            <a:r>
              <a:rPr lang="en-US" sz="1665">
                <a:solidFill>
                  <a:srgbClr val="1B1472"/>
                </a:solidFill>
              </a:rPr>
              <a:t>Softmax </a:t>
            </a:r>
            <a:r>
              <a:rPr lang="en-US" sz="1665"/>
              <a:t>is an activation function that converts a vector of real numbers into a probability distribution, commonly used in the output layer for multi-class classification.</a:t>
            </a:r>
            <a:endParaRPr sz="1665"/>
          </a:p>
          <a:p>
            <a:pPr defTabSz="1450147">
              <a:spcBef>
                <a:spcPts val="649"/>
              </a:spcBef>
            </a:pPr>
            <a:endParaRPr sz="1665"/>
          </a:p>
          <a:p>
            <a:pPr marL="20141" marR="8056" defTabSz="1450147">
              <a:lnSpc>
                <a:spcPct val="114700"/>
              </a:lnSpc>
            </a:pPr>
            <a:r>
              <a:rPr lang="en-US" sz="1665">
                <a:solidFill>
                  <a:srgbClr val="1B1472"/>
                </a:solidFill>
              </a:rPr>
              <a:t>Usage in CNNs </a:t>
            </a:r>
            <a:r>
              <a:rPr lang="en-US" sz="1665"/>
              <a:t>Softmax is typically used in the </a:t>
            </a:r>
            <a:r>
              <a:rPr lang="en-US" sz="1665">
                <a:solidFill>
                  <a:srgbClr val="1B1472"/>
                </a:solidFill>
              </a:rPr>
              <a:t>final layer </a:t>
            </a:r>
            <a:r>
              <a:rPr lang="en-US" sz="1665"/>
              <a:t>for multi-class classifica- tion:</a:t>
            </a:r>
            <a:endParaRPr sz="1665"/>
          </a:p>
          <a:p>
            <a:pPr marL="1367569" defTabSz="1450147">
              <a:spcBef>
                <a:spcPts val="56"/>
              </a:spcBef>
            </a:pPr>
            <a:r>
              <a:rPr lang="en-US" sz="1665"/>
              <a:t>Final Conv/FC Layer </a:t>
            </a:r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→ </a:t>
            </a:r>
            <a:r>
              <a:rPr lang="en-US" sz="1665"/>
              <a:t>Softmax </a:t>
            </a:r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→ </a:t>
            </a:r>
            <a:r>
              <a:rPr lang="en-US" sz="1665"/>
              <a:t>Class Probabilities</a:t>
            </a:r>
            <a:endParaRPr sz="1665"/>
          </a:p>
        </p:txBody>
      </p:sp>
    </p:spTree>
  </p:cSld>
  <p:clrMapOvr>
    <a:masterClrMapping/>
  </p:clrMapOvr>
  <p:transition>
    <p:cut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6" name="Google Shape;2016;p90"/>
          <p:cNvSpPr txBox="1">
            <a:spLocks noGrp="1"/>
          </p:cNvSpPr>
          <p:nvPr>
            <p:ph type="title"/>
          </p:nvPr>
        </p:nvSpPr>
        <p:spPr>
          <a:xfrm>
            <a:off x="151136" y="316487"/>
            <a:ext cx="5331315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 err="1">
                <a:solidFill>
                  <a:srgbClr val="FFFFFF"/>
                </a:solidFill>
              </a:rPr>
              <a:t>S</a:t>
            </a:r>
            <a:r>
              <a:rPr lang="en-US" cap="small" dirty="0" err="1">
                <a:solidFill>
                  <a:srgbClr val="FFFFFF"/>
                </a:solidFill>
              </a:rPr>
              <a:t>oftmax</a:t>
            </a:r>
            <a:r>
              <a:rPr lang="en-US" dirty="0">
                <a:solidFill>
                  <a:srgbClr val="FFFFFF"/>
                </a:solidFill>
              </a:rPr>
              <a:t> A</a:t>
            </a:r>
            <a:r>
              <a:rPr lang="en-US" cap="small" dirty="0">
                <a:solidFill>
                  <a:srgbClr val="FFFFFF"/>
                </a:solidFill>
              </a:rPr>
              <a:t>ctivation</a:t>
            </a:r>
            <a:r>
              <a:rPr lang="en-US" dirty="0">
                <a:solidFill>
                  <a:srgbClr val="FFFFFF"/>
                </a:solidFill>
              </a:rPr>
              <a:t> F</a:t>
            </a:r>
            <a:r>
              <a:rPr lang="en-US" cap="small" dirty="0">
                <a:solidFill>
                  <a:srgbClr val="FFFFFF"/>
                </a:solidFill>
              </a:rPr>
              <a:t>unction</a:t>
            </a:r>
            <a:endParaRPr dirty="0"/>
          </a:p>
        </p:txBody>
      </p:sp>
      <p:pic>
        <p:nvPicPr>
          <p:cNvPr id="2023" name="Google Shape;2023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692" y="1728611"/>
            <a:ext cx="7773456" cy="3861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8" name="Google Shape;2028;p91"/>
          <p:cNvSpPr txBox="1">
            <a:spLocks noGrp="1"/>
          </p:cNvSpPr>
          <p:nvPr>
            <p:ph type="title"/>
          </p:nvPr>
        </p:nvSpPr>
        <p:spPr>
          <a:xfrm>
            <a:off x="151137" y="417072"/>
            <a:ext cx="835447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 err="1">
                <a:solidFill>
                  <a:srgbClr val="FFFFFF"/>
                </a:solidFill>
              </a:rPr>
              <a:t>S</a:t>
            </a:r>
            <a:r>
              <a:rPr lang="en-US" cap="small" dirty="0" err="1">
                <a:solidFill>
                  <a:srgbClr val="FFFFFF"/>
                </a:solidFill>
              </a:rPr>
              <a:t>oftmax</a:t>
            </a:r>
            <a:r>
              <a:rPr lang="en-US" dirty="0">
                <a:solidFill>
                  <a:srgbClr val="FFFFFF"/>
                </a:solidFill>
              </a:rPr>
              <a:t> - N</a:t>
            </a:r>
            <a:r>
              <a:rPr lang="en-US" cap="small" dirty="0">
                <a:solidFill>
                  <a:srgbClr val="FFFFFF"/>
                </a:solidFill>
              </a:rPr>
              <a:t>umerical</a:t>
            </a:r>
            <a:r>
              <a:rPr lang="en-US" dirty="0">
                <a:solidFill>
                  <a:srgbClr val="FFFFFF"/>
                </a:solidFill>
              </a:rPr>
              <a:t> E</a:t>
            </a:r>
            <a:r>
              <a:rPr lang="en-US" cap="small" dirty="0">
                <a:solidFill>
                  <a:srgbClr val="FFFFFF"/>
                </a:solidFill>
              </a:rPr>
              <a:t>xample</a:t>
            </a:r>
            <a:endParaRPr dirty="0"/>
          </a:p>
        </p:txBody>
      </p:sp>
      <p:pic>
        <p:nvPicPr>
          <p:cNvPr id="2031" name="Google Shape;2031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497" y="1595473"/>
            <a:ext cx="8241978" cy="42274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9" name="Google Shape;2059;p93"/>
          <p:cNvSpPr txBox="1">
            <a:spLocks noGrp="1"/>
          </p:cNvSpPr>
          <p:nvPr>
            <p:ph type="title"/>
          </p:nvPr>
        </p:nvSpPr>
        <p:spPr>
          <a:xfrm>
            <a:off x="151137" y="316488"/>
            <a:ext cx="835447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T</a:t>
            </a:r>
            <a:r>
              <a:rPr lang="en-US" cap="small" dirty="0">
                <a:solidFill>
                  <a:srgbClr val="FFFFFF"/>
                </a:solidFill>
              </a:rPr>
              <a:t>ypical</a:t>
            </a:r>
            <a:r>
              <a:rPr lang="en-US" dirty="0">
                <a:solidFill>
                  <a:srgbClr val="FFFFFF"/>
                </a:solidFill>
              </a:rPr>
              <a:t> CNN A</a:t>
            </a:r>
            <a:r>
              <a:rPr lang="en-US" cap="small" dirty="0">
                <a:solidFill>
                  <a:srgbClr val="FFFFFF"/>
                </a:solidFill>
              </a:rPr>
              <a:t>rchitecture</a:t>
            </a:r>
            <a:endParaRPr dirty="0"/>
          </a:p>
        </p:txBody>
      </p:sp>
      <p:grpSp>
        <p:nvGrpSpPr>
          <p:cNvPr id="2060" name="Google Shape;2060;p93"/>
          <p:cNvGrpSpPr/>
          <p:nvPr/>
        </p:nvGrpSpPr>
        <p:grpSpPr>
          <a:xfrm>
            <a:off x="1614177" y="2251667"/>
            <a:ext cx="457200" cy="914400"/>
            <a:chOff x="1017828" y="880051"/>
            <a:chExt cx="288290" cy="576580"/>
          </a:xfrm>
        </p:grpSpPr>
        <p:sp>
          <p:nvSpPr>
            <p:cNvPr id="2061" name="Google Shape;2061;p93"/>
            <p:cNvSpPr/>
            <p:nvPr/>
          </p:nvSpPr>
          <p:spPr>
            <a:xfrm>
              <a:off x="1017828" y="880051"/>
              <a:ext cx="288290" cy="576580"/>
            </a:xfrm>
            <a:custGeom>
              <a:avLst/>
              <a:gdLst/>
              <a:ahLst/>
              <a:cxnLst/>
              <a:rect l="l" t="t" r="r" b="b"/>
              <a:pathLst>
                <a:path w="288290" h="576580" extrusionOk="0">
                  <a:moveTo>
                    <a:pt x="0" y="576009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576009"/>
                  </a:lnTo>
                  <a:lnTo>
                    <a:pt x="0" y="576009"/>
                  </a:ln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62" name="Google Shape;2062;p93"/>
            <p:cNvSpPr/>
            <p:nvPr/>
          </p:nvSpPr>
          <p:spPr>
            <a:xfrm>
              <a:off x="1017828" y="880051"/>
              <a:ext cx="288290" cy="576580"/>
            </a:xfrm>
            <a:custGeom>
              <a:avLst/>
              <a:gdLst/>
              <a:ahLst/>
              <a:cxnLst/>
              <a:rect l="l" t="t" r="r" b="b"/>
              <a:pathLst>
                <a:path w="288290" h="576580" extrusionOk="0">
                  <a:moveTo>
                    <a:pt x="0" y="576009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576009"/>
                  </a:lnTo>
                  <a:lnTo>
                    <a:pt x="0" y="576009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sp>
        <p:nvSpPr>
          <p:cNvPr id="2063" name="Google Shape;2063;p93"/>
          <p:cNvSpPr txBox="1"/>
          <p:nvPr/>
        </p:nvSpPr>
        <p:spPr>
          <a:xfrm>
            <a:off x="1581429" y="3212391"/>
            <a:ext cx="522658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/>
              <a:t>Input</a:t>
            </a:r>
            <a:endParaRPr sz="1665"/>
          </a:p>
        </p:txBody>
      </p:sp>
      <p:sp>
        <p:nvSpPr>
          <p:cNvPr id="2064" name="Google Shape;2064;p93"/>
          <p:cNvSpPr txBox="1"/>
          <p:nvPr/>
        </p:nvSpPr>
        <p:spPr>
          <a:xfrm>
            <a:off x="1465939" y="1884725"/>
            <a:ext cx="753272" cy="238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427"/>
              <a:t>32×32×3</a:t>
            </a:r>
            <a:endParaRPr sz="1427"/>
          </a:p>
        </p:txBody>
      </p:sp>
      <p:grpSp>
        <p:nvGrpSpPr>
          <p:cNvPr id="2065" name="Google Shape;2065;p93"/>
          <p:cNvGrpSpPr/>
          <p:nvPr/>
        </p:nvGrpSpPr>
        <p:grpSpPr>
          <a:xfrm>
            <a:off x="814682" y="2343016"/>
            <a:ext cx="6737665" cy="3117400"/>
            <a:chOff x="513702" y="937652"/>
            <a:chExt cx="4248472" cy="1965694"/>
          </a:xfrm>
        </p:grpSpPr>
        <p:sp>
          <p:nvSpPr>
            <p:cNvPr id="2066" name="Google Shape;2066;p93"/>
            <p:cNvSpPr/>
            <p:nvPr/>
          </p:nvSpPr>
          <p:spPr>
            <a:xfrm>
              <a:off x="1593838" y="937652"/>
              <a:ext cx="288290" cy="461009"/>
            </a:xfrm>
            <a:custGeom>
              <a:avLst/>
              <a:gdLst/>
              <a:ahLst/>
              <a:cxnLst/>
              <a:rect l="l" t="t" r="r" b="b"/>
              <a:pathLst>
                <a:path w="288289" h="461009" extrusionOk="0">
                  <a:moveTo>
                    <a:pt x="0" y="460808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460808"/>
                  </a:lnTo>
                  <a:lnTo>
                    <a:pt x="0" y="460808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67" name="Google Shape;2067;p93"/>
            <p:cNvSpPr/>
            <p:nvPr/>
          </p:nvSpPr>
          <p:spPr>
            <a:xfrm>
              <a:off x="1593838" y="937652"/>
              <a:ext cx="288290" cy="461009"/>
            </a:xfrm>
            <a:custGeom>
              <a:avLst/>
              <a:gdLst/>
              <a:ahLst/>
              <a:cxnLst/>
              <a:rect l="l" t="t" r="r" b="b"/>
              <a:pathLst>
                <a:path w="288289" h="461009" extrusionOk="0">
                  <a:moveTo>
                    <a:pt x="0" y="460808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460808"/>
                  </a:lnTo>
                  <a:lnTo>
                    <a:pt x="0" y="460808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68" name="Google Shape;2068;p93"/>
            <p:cNvSpPr/>
            <p:nvPr/>
          </p:nvSpPr>
          <p:spPr>
            <a:xfrm>
              <a:off x="2169847" y="995251"/>
              <a:ext cx="288290" cy="346075"/>
            </a:xfrm>
            <a:custGeom>
              <a:avLst/>
              <a:gdLst/>
              <a:ahLst/>
              <a:cxnLst/>
              <a:rect l="l" t="t" r="r" b="b"/>
              <a:pathLst>
                <a:path w="288289" h="346075" extrusionOk="0">
                  <a:moveTo>
                    <a:pt x="0" y="345608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345608"/>
                  </a:lnTo>
                  <a:lnTo>
                    <a:pt x="0" y="345608"/>
                  </a:ln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69" name="Google Shape;2069;p93"/>
            <p:cNvSpPr/>
            <p:nvPr/>
          </p:nvSpPr>
          <p:spPr>
            <a:xfrm>
              <a:off x="2169847" y="995251"/>
              <a:ext cx="288290" cy="346075"/>
            </a:xfrm>
            <a:custGeom>
              <a:avLst/>
              <a:gdLst/>
              <a:ahLst/>
              <a:cxnLst/>
              <a:rect l="l" t="t" r="r" b="b"/>
              <a:pathLst>
                <a:path w="288289" h="346075" extrusionOk="0">
                  <a:moveTo>
                    <a:pt x="0" y="345608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345608"/>
                  </a:lnTo>
                  <a:lnTo>
                    <a:pt x="0" y="345608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70" name="Google Shape;2070;p93"/>
            <p:cNvSpPr/>
            <p:nvPr/>
          </p:nvSpPr>
          <p:spPr>
            <a:xfrm>
              <a:off x="2745856" y="1024054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0" y="288004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288004"/>
                  </a:lnTo>
                  <a:lnTo>
                    <a:pt x="0" y="288004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71" name="Google Shape;2071;p93"/>
            <p:cNvSpPr/>
            <p:nvPr/>
          </p:nvSpPr>
          <p:spPr>
            <a:xfrm>
              <a:off x="2745856" y="1024054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0" y="288004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288004"/>
                  </a:lnTo>
                  <a:lnTo>
                    <a:pt x="0" y="288004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72" name="Google Shape;2072;p93"/>
            <p:cNvSpPr/>
            <p:nvPr/>
          </p:nvSpPr>
          <p:spPr>
            <a:xfrm>
              <a:off x="3321866" y="1052856"/>
              <a:ext cx="288290" cy="230504"/>
            </a:xfrm>
            <a:custGeom>
              <a:avLst/>
              <a:gdLst/>
              <a:ahLst/>
              <a:cxnLst/>
              <a:rect l="l" t="t" r="r" b="b"/>
              <a:pathLst>
                <a:path w="288289" h="230505" extrusionOk="0">
                  <a:moveTo>
                    <a:pt x="0" y="230400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230400"/>
                  </a:lnTo>
                  <a:lnTo>
                    <a:pt x="0" y="230400"/>
                  </a:ln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73" name="Google Shape;2073;p93"/>
            <p:cNvSpPr/>
            <p:nvPr/>
          </p:nvSpPr>
          <p:spPr>
            <a:xfrm>
              <a:off x="3321866" y="1052856"/>
              <a:ext cx="288290" cy="230504"/>
            </a:xfrm>
            <a:custGeom>
              <a:avLst/>
              <a:gdLst/>
              <a:ahLst/>
              <a:cxnLst/>
              <a:rect l="l" t="t" r="r" b="b"/>
              <a:pathLst>
                <a:path w="288289" h="230505" extrusionOk="0">
                  <a:moveTo>
                    <a:pt x="0" y="230400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230400"/>
                  </a:lnTo>
                  <a:lnTo>
                    <a:pt x="0" y="23040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74" name="Google Shape;2074;p93"/>
            <p:cNvSpPr/>
            <p:nvPr/>
          </p:nvSpPr>
          <p:spPr>
            <a:xfrm>
              <a:off x="3897875" y="1081654"/>
              <a:ext cx="288290" cy="173355"/>
            </a:xfrm>
            <a:custGeom>
              <a:avLst/>
              <a:gdLst/>
              <a:ahLst/>
              <a:cxnLst/>
              <a:rect l="l" t="t" r="r" b="b"/>
              <a:pathLst>
                <a:path w="288289" h="173355" extrusionOk="0">
                  <a:moveTo>
                    <a:pt x="0" y="172804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172804"/>
                  </a:lnTo>
                  <a:lnTo>
                    <a:pt x="0" y="172804"/>
                  </a:lnTo>
                  <a:close/>
                </a:path>
              </a:pathLst>
            </a:custGeom>
            <a:solidFill>
              <a:srgbClr val="FFFCD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75" name="Google Shape;2075;p93"/>
            <p:cNvSpPr/>
            <p:nvPr/>
          </p:nvSpPr>
          <p:spPr>
            <a:xfrm>
              <a:off x="3897875" y="1081654"/>
              <a:ext cx="288290" cy="173355"/>
            </a:xfrm>
            <a:custGeom>
              <a:avLst/>
              <a:gdLst/>
              <a:ahLst/>
              <a:cxnLst/>
              <a:rect l="l" t="t" r="r" b="b"/>
              <a:pathLst>
                <a:path w="288289" h="173355" extrusionOk="0">
                  <a:moveTo>
                    <a:pt x="0" y="172804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172804"/>
                  </a:lnTo>
                  <a:lnTo>
                    <a:pt x="0" y="172804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76" name="Google Shape;2076;p93"/>
            <p:cNvSpPr/>
            <p:nvPr/>
          </p:nvSpPr>
          <p:spPr>
            <a:xfrm>
              <a:off x="4473884" y="1110456"/>
              <a:ext cx="288290" cy="115570"/>
            </a:xfrm>
            <a:custGeom>
              <a:avLst/>
              <a:gdLst/>
              <a:ahLst/>
              <a:cxnLst/>
              <a:rect l="l" t="t" r="r" b="b"/>
              <a:pathLst>
                <a:path w="288289" h="115569" extrusionOk="0">
                  <a:moveTo>
                    <a:pt x="0" y="115200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115200"/>
                  </a:lnTo>
                  <a:lnTo>
                    <a:pt x="0" y="115200"/>
                  </a:lnTo>
                  <a:close/>
                </a:path>
              </a:pathLst>
            </a:custGeom>
            <a:solidFill>
              <a:srgbClr val="F2CCD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77" name="Google Shape;2077;p93"/>
            <p:cNvSpPr/>
            <p:nvPr/>
          </p:nvSpPr>
          <p:spPr>
            <a:xfrm>
              <a:off x="1305833" y="1110456"/>
              <a:ext cx="3456304" cy="115570"/>
            </a:xfrm>
            <a:custGeom>
              <a:avLst/>
              <a:gdLst/>
              <a:ahLst/>
              <a:cxnLst/>
              <a:rect l="l" t="t" r="r" b="b"/>
              <a:pathLst>
                <a:path w="3456304" h="115569" extrusionOk="0">
                  <a:moveTo>
                    <a:pt x="3168051" y="115200"/>
                  </a:moveTo>
                  <a:lnTo>
                    <a:pt x="3168051" y="0"/>
                  </a:lnTo>
                  <a:lnTo>
                    <a:pt x="3456056" y="0"/>
                  </a:lnTo>
                  <a:lnTo>
                    <a:pt x="3456056" y="115200"/>
                  </a:lnTo>
                  <a:lnTo>
                    <a:pt x="3168051" y="115200"/>
                  </a:lnTo>
                  <a:close/>
                </a:path>
                <a:path w="3456304" h="115569" extrusionOk="0">
                  <a:moveTo>
                    <a:pt x="0" y="57599"/>
                  </a:moveTo>
                  <a:lnTo>
                    <a:pt x="225343" y="57599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78" name="Google Shape;2078;p93"/>
            <p:cNvSpPr/>
            <p:nvPr/>
          </p:nvSpPr>
          <p:spPr>
            <a:xfrm>
              <a:off x="1507389" y="1137690"/>
              <a:ext cx="26670" cy="60960"/>
            </a:xfrm>
            <a:custGeom>
              <a:avLst/>
              <a:gdLst/>
              <a:ahLst/>
              <a:cxnLst/>
              <a:rect l="l" t="t" r="r" b="b"/>
              <a:pathLst>
                <a:path w="26669" h="60959" extrusionOk="0">
                  <a:moveTo>
                    <a:pt x="0" y="0"/>
                  </a:moveTo>
                  <a:lnTo>
                    <a:pt x="4622" y="11933"/>
                  </a:lnTo>
                  <a:lnTo>
                    <a:pt x="10913" y="20687"/>
                  </a:lnTo>
                  <a:lnTo>
                    <a:pt x="18327" y="26689"/>
                  </a:lnTo>
                  <a:lnTo>
                    <a:pt x="26317" y="30366"/>
                  </a:lnTo>
                  <a:lnTo>
                    <a:pt x="18327" y="34043"/>
                  </a:lnTo>
                  <a:lnTo>
                    <a:pt x="10913" y="40045"/>
                  </a:lnTo>
                  <a:lnTo>
                    <a:pt x="4622" y="48799"/>
                  </a:lnTo>
                  <a:lnTo>
                    <a:pt x="0" y="6073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79" name="Google Shape;2079;p93"/>
            <p:cNvSpPr/>
            <p:nvPr/>
          </p:nvSpPr>
          <p:spPr>
            <a:xfrm>
              <a:off x="1881842" y="1168056"/>
              <a:ext cx="225425" cy="0"/>
            </a:xfrm>
            <a:custGeom>
              <a:avLst/>
              <a:gdLst/>
              <a:ahLst/>
              <a:cxnLst/>
              <a:rect l="l" t="t" r="r" b="b"/>
              <a:pathLst>
                <a:path w="225425" h="120000" extrusionOk="0">
                  <a:moveTo>
                    <a:pt x="0" y="0"/>
                  </a:moveTo>
                  <a:lnTo>
                    <a:pt x="225343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80" name="Google Shape;2080;p93"/>
            <p:cNvSpPr/>
            <p:nvPr/>
          </p:nvSpPr>
          <p:spPr>
            <a:xfrm>
              <a:off x="2083399" y="1137690"/>
              <a:ext cx="26670" cy="60960"/>
            </a:xfrm>
            <a:custGeom>
              <a:avLst/>
              <a:gdLst/>
              <a:ahLst/>
              <a:cxnLst/>
              <a:rect l="l" t="t" r="r" b="b"/>
              <a:pathLst>
                <a:path w="26669" h="60959" extrusionOk="0">
                  <a:moveTo>
                    <a:pt x="0" y="0"/>
                  </a:moveTo>
                  <a:lnTo>
                    <a:pt x="4622" y="11933"/>
                  </a:lnTo>
                  <a:lnTo>
                    <a:pt x="10913" y="20687"/>
                  </a:lnTo>
                  <a:lnTo>
                    <a:pt x="18327" y="26689"/>
                  </a:lnTo>
                  <a:lnTo>
                    <a:pt x="26317" y="30366"/>
                  </a:lnTo>
                  <a:lnTo>
                    <a:pt x="18327" y="34043"/>
                  </a:lnTo>
                  <a:lnTo>
                    <a:pt x="10913" y="40045"/>
                  </a:lnTo>
                  <a:lnTo>
                    <a:pt x="4622" y="48799"/>
                  </a:lnTo>
                  <a:lnTo>
                    <a:pt x="0" y="6073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81" name="Google Shape;2081;p93"/>
            <p:cNvSpPr/>
            <p:nvPr/>
          </p:nvSpPr>
          <p:spPr>
            <a:xfrm>
              <a:off x="2457852" y="1168056"/>
              <a:ext cx="225425" cy="0"/>
            </a:xfrm>
            <a:custGeom>
              <a:avLst/>
              <a:gdLst/>
              <a:ahLst/>
              <a:cxnLst/>
              <a:rect l="l" t="t" r="r" b="b"/>
              <a:pathLst>
                <a:path w="225425" h="120000" extrusionOk="0">
                  <a:moveTo>
                    <a:pt x="0" y="0"/>
                  </a:moveTo>
                  <a:lnTo>
                    <a:pt x="225343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82" name="Google Shape;2082;p93"/>
            <p:cNvSpPr/>
            <p:nvPr/>
          </p:nvSpPr>
          <p:spPr>
            <a:xfrm>
              <a:off x="2659408" y="1137690"/>
              <a:ext cx="26670" cy="60960"/>
            </a:xfrm>
            <a:custGeom>
              <a:avLst/>
              <a:gdLst/>
              <a:ahLst/>
              <a:cxnLst/>
              <a:rect l="l" t="t" r="r" b="b"/>
              <a:pathLst>
                <a:path w="26669" h="60959" extrusionOk="0">
                  <a:moveTo>
                    <a:pt x="0" y="0"/>
                  </a:moveTo>
                  <a:lnTo>
                    <a:pt x="4622" y="11933"/>
                  </a:lnTo>
                  <a:lnTo>
                    <a:pt x="10913" y="20687"/>
                  </a:lnTo>
                  <a:lnTo>
                    <a:pt x="18327" y="26689"/>
                  </a:lnTo>
                  <a:lnTo>
                    <a:pt x="26317" y="30366"/>
                  </a:lnTo>
                  <a:lnTo>
                    <a:pt x="18327" y="34043"/>
                  </a:lnTo>
                  <a:lnTo>
                    <a:pt x="10913" y="40045"/>
                  </a:lnTo>
                  <a:lnTo>
                    <a:pt x="4622" y="48799"/>
                  </a:lnTo>
                  <a:lnTo>
                    <a:pt x="0" y="6073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83" name="Google Shape;2083;p93"/>
            <p:cNvSpPr/>
            <p:nvPr/>
          </p:nvSpPr>
          <p:spPr>
            <a:xfrm>
              <a:off x="3033861" y="1168056"/>
              <a:ext cx="225425" cy="0"/>
            </a:xfrm>
            <a:custGeom>
              <a:avLst/>
              <a:gdLst/>
              <a:ahLst/>
              <a:cxnLst/>
              <a:rect l="l" t="t" r="r" b="b"/>
              <a:pathLst>
                <a:path w="225425" h="120000" extrusionOk="0">
                  <a:moveTo>
                    <a:pt x="0" y="0"/>
                  </a:moveTo>
                  <a:lnTo>
                    <a:pt x="225343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84" name="Google Shape;2084;p93"/>
            <p:cNvSpPr/>
            <p:nvPr/>
          </p:nvSpPr>
          <p:spPr>
            <a:xfrm>
              <a:off x="3235417" y="1137690"/>
              <a:ext cx="26670" cy="60960"/>
            </a:xfrm>
            <a:custGeom>
              <a:avLst/>
              <a:gdLst/>
              <a:ahLst/>
              <a:cxnLst/>
              <a:rect l="l" t="t" r="r" b="b"/>
              <a:pathLst>
                <a:path w="26670" h="60959" extrusionOk="0">
                  <a:moveTo>
                    <a:pt x="0" y="0"/>
                  </a:moveTo>
                  <a:lnTo>
                    <a:pt x="4622" y="11933"/>
                  </a:lnTo>
                  <a:lnTo>
                    <a:pt x="10913" y="20687"/>
                  </a:lnTo>
                  <a:lnTo>
                    <a:pt x="18327" y="26689"/>
                  </a:lnTo>
                  <a:lnTo>
                    <a:pt x="26317" y="30366"/>
                  </a:lnTo>
                  <a:lnTo>
                    <a:pt x="18327" y="34043"/>
                  </a:lnTo>
                  <a:lnTo>
                    <a:pt x="10913" y="40045"/>
                  </a:lnTo>
                  <a:lnTo>
                    <a:pt x="4622" y="48799"/>
                  </a:lnTo>
                  <a:lnTo>
                    <a:pt x="0" y="6073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85" name="Google Shape;2085;p93"/>
            <p:cNvSpPr/>
            <p:nvPr/>
          </p:nvSpPr>
          <p:spPr>
            <a:xfrm>
              <a:off x="3609871" y="1168056"/>
              <a:ext cx="225425" cy="0"/>
            </a:xfrm>
            <a:custGeom>
              <a:avLst/>
              <a:gdLst/>
              <a:ahLst/>
              <a:cxnLst/>
              <a:rect l="l" t="t" r="r" b="b"/>
              <a:pathLst>
                <a:path w="225425" h="120000" extrusionOk="0">
                  <a:moveTo>
                    <a:pt x="0" y="0"/>
                  </a:moveTo>
                  <a:lnTo>
                    <a:pt x="225343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86" name="Google Shape;2086;p93"/>
            <p:cNvSpPr/>
            <p:nvPr/>
          </p:nvSpPr>
          <p:spPr>
            <a:xfrm>
              <a:off x="3811427" y="1137690"/>
              <a:ext cx="26670" cy="60960"/>
            </a:xfrm>
            <a:custGeom>
              <a:avLst/>
              <a:gdLst/>
              <a:ahLst/>
              <a:cxnLst/>
              <a:rect l="l" t="t" r="r" b="b"/>
              <a:pathLst>
                <a:path w="26670" h="60959" extrusionOk="0">
                  <a:moveTo>
                    <a:pt x="0" y="0"/>
                  </a:moveTo>
                  <a:lnTo>
                    <a:pt x="4622" y="11933"/>
                  </a:lnTo>
                  <a:lnTo>
                    <a:pt x="10913" y="20687"/>
                  </a:lnTo>
                  <a:lnTo>
                    <a:pt x="18327" y="26689"/>
                  </a:lnTo>
                  <a:lnTo>
                    <a:pt x="26317" y="30366"/>
                  </a:lnTo>
                  <a:lnTo>
                    <a:pt x="18327" y="34043"/>
                  </a:lnTo>
                  <a:lnTo>
                    <a:pt x="10913" y="40045"/>
                  </a:lnTo>
                  <a:lnTo>
                    <a:pt x="4622" y="48799"/>
                  </a:lnTo>
                  <a:lnTo>
                    <a:pt x="0" y="6073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87" name="Google Shape;2087;p93"/>
            <p:cNvSpPr/>
            <p:nvPr/>
          </p:nvSpPr>
          <p:spPr>
            <a:xfrm>
              <a:off x="4185880" y="1168056"/>
              <a:ext cx="225425" cy="0"/>
            </a:xfrm>
            <a:custGeom>
              <a:avLst/>
              <a:gdLst/>
              <a:ahLst/>
              <a:cxnLst/>
              <a:rect l="l" t="t" r="r" b="b"/>
              <a:pathLst>
                <a:path w="225425" h="120000" extrusionOk="0">
                  <a:moveTo>
                    <a:pt x="0" y="0"/>
                  </a:moveTo>
                  <a:lnTo>
                    <a:pt x="225343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88" name="Google Shape;2088;p93"/>
            <p:cNvSpPr/>
            <p:nvPr/>
          </p:nvSpPr>
          <p:spPr>
            <a:xfrm>
              <a:off x="4387436" y="1137690"/>
              <a:ext cx="26670" cy="60960"/>
            </a:xfrm>
            <a:custGeom>
              <a:avLst/>
              <a:gdLst/>
              <a:ahLst/>
              <a:cxnLst/>
              <a:rect l="l" t="t" r="r" b="b"/>
              <a:pathLst>
                <a:path w="26670" h="60959" extrusionOk="0">
                  <a:moveTo>
                    <a:pt x="0" y="0"/>
                  </a:moveTo>
                  <a:lnTo>
                    <a:pt x="4622" y="11933"/>
                  </a:lnTo>
                  <a:lnTo>
                    <a:pt x="10913" y="20687"/>
                  </a:lnTo>
                  <a:lnTo>
                    <a:pt x="18327" y="26689"/>
                  </a:lnTo>
                  <a:lnTo>
                    <a:pt x="26317" y="30366"/>
                  </a:lnTo>
                  <a:lnTo>
                    <a:pt x="18327" y="34043"/>
                  </a:lnTo>
                  <a:lnTo>
                    <a:pt x="10913" y="40045"/>
                  </a:lnTo>
                  <a:lnTo>
                    <a:pt x="4622" y="48799"/>
                  </a:lnTo>
                  <a:lnTo>
                    <a:pt x="0" y="6073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pic>
          <p:nvPicPr>
            <p:cNvPr id="2089" name="Google Shape;2089;p9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216979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0" name="Google Shape;2090;p9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239121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1" name="Google Shape;2091;p9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261264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2" name="Google Shape;2092;p9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283405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93" name="Google Shape;2093;p93"/>
          <p:cNvSpPr txBox="1"/>
          <p:nvPr/>
        </p:nvSpPr>
        <p:spPr>
          <a:xfrm>
            <a:off x="2379413" y="1884725"/>
            <a:ext cx="753272" cy="238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427"/>
              <a:t>28×28×6</a:t>
            </a:r>
            <a:endParaRPr sz="1427"/>
          </a:p>
        </p:txBody>
      </p:sp>
      <p:sp>
        <p:nvSpPr>
          <p:cNvPr id="2094" name="Google Shape;2094;p93"/>
          <p:cNvSpPr txBox="1"/>
          <p:nvPr/>
        </p:nvSpPr>
        <p:spPr>
          <a:xfrm>
            <a:off x="3292907" y="1884725"/>
            <a:ext cx="753272" cy="238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427"/>
              <a:t>14×14×6</a:t>
            </a:r>
            <a:endParaRPr sz="1427"/>
          </a:p>
        </p:txBody>
      </p:sp>
      <p:sp>
        <p:nvSpPr>
          <p:cNvPr id="2095" name="Google Shape;2095;p93"/>
          <p:cNvSpPr txBox="1"/>
          <p:nvPr/>
        </p:nvSpPr>
        <p:spPr>
          <a:xfrm>
            <a:off x="4156168" y="1884725"/>
            <a:ext cx="853977" cy="238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427"/>
              <a:t>10×10×16</a:t>
            </a:r>
            <a:endParaRPr sz="1427"/>
          </a:p>
        </p:txBody>
      </p:sp>
      <p:sp>
        <p:nvSpPr>
          <p:cNvPr id="2096" name="Google Shape;2096;p93"/>
          <p:cNvSpPr txBox="1"/>
          <p:nvPr/>
        </p:nvSpPr>
        <p:spPr>
          <a:xfrm>
            <a:off x="5170066" y="1884725"/>
            <a:ext cx="653574" cy="238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427"/>
              <a:t>5×5×16</a:t>
            </a:r>
            <a:endParaRPr sz="1427"/>
          </a:p>
        </p:txBody>
      </p:sp>
      <p:sp>
        <p:nvSpPr>
          <p:cNvPr id="2097" name="Google Shape;2097;p93"/>
          <p:cNvSpPr txBox="1"/>
          <p:nvPr/>
        </p:nvSpPr>
        <p:spPr>
          <a:xfrm>
            <a:off x="2424931" y="3234768"/>
            <a:ext cx="4150150" cy="537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/>
              <a:t>Conv1	    Pool1      Conv2	Pool2	    FC</a:t>
            </a:r>
            <a:endParaRPr sz="1665"/>
          </a:p>
        </p:txBody>
      </p:sp>
      <p:sp>
        <p:nvSpPr>
          <p:cNvPr id="2098" name="Google Shape;2098;p93"/>
          <p:cNvSpPr txBox="1"/>
          <p:nvPr/>
        </p:nvSpPr>
        <p:spPr>
          <a:xfrm>
            <a:off x="6239209" y="1884725"/>
            <a:ext cx="342396" cy="238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427"/>
              <a:t>120</a:t>
            </a:r>
            <a:endParaRPr sz="1427"/>
          </a:p>
        </p:txBody>
      </p:sp>
      <p:sp>
        <p:nvSpPr>
          <p:cNvPr id="2099" name="Google Shape;2099;p93"/>
          <p:cNvSpPr txBox="1"/>
          <p:nvPr/>
        </p:nvSpPr>
        <p:spPr>
          <a:xfrm>
            <a:off x="6978039" y="3213963"/>
            <a:ext cx="690834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/>
              <a:t>Output</a:t>
            </a:r>
            <a:endParaRPr sz="1665"/>
          </a:p>
        </p:txBody>
      </p:sp>
      <p:sp>
        <p:nvSpPr>
          <p:cNvPr id="2100" name="Google Shape;2100;p93"/>
          <p:cNvSpPr txBox="1"/>
          <p:nvPr/>
        </p:nvSpPr>
        <p:spPr>
          <a:xfrm>
            <a:off x="7202913" y="1884725"/>
            <a:ext cx="241692" cy="238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427"/>
              <a:t>10</a:t>
            </a:r>
            <a:endParaRPr sz="1427"/>
          </a:p>
        </p:txBody>
      </p:sp>
      <p:sp>
        <p:nvSpPr>
          <p:cNvPr id="2101" name="Google Shape;2101;p93"/>
          <p:cNvSpPr txBox="1"/>
          <p:nvPr/>
        </p:nvSpPr>
        <p:spPr>
          <a:xfrm>
            <a:off x="550774" y="3835165"/>
            <a:ext cx="6287789" cy="1787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5811" rIns="0" bIns="0" anchor="t" anchorCtr="0">
            <a:spAutoFit/>
          </a:bodyPr>
          <a:lstStyle/>
          <a:p>
            <a:pPr marL="20141" defTabSz="1450147"/>
            <a:r>
              <a:rPr lang="en-US" sz="1665">
                <a:solidFill>
                  <a:srgbClr val="1B1472"/>
                </a:solidFill>
              </a:rPr>
              <a:t>Pattern: </a:t>
            </a:r>
            <a:r>
              <a:rPr lang="en-US" sz="1665"/>
              <a:t>CONV</a:t>
            </a:r>
            <a:r>
              <a:rPr lang="en-US" sz="1427">
                <a:latin typeface="Times New Roman"/>
                <a:ea typeface="Times New Roman"/>
                <a:cs typeface="Times New Roman"/>
                <a:sym typeface="Times New Roman"/>
              </a:rPr>
              <a:t>  → </a:t>
            </a:r>
            <a:r>
              <a:rPr lang="en-US" sz="1665"/>
              <a:t>POOL</a:t>
            </a:r>
            <a:r>
              <a:rPr lang="en-US" sz="1427">
                <a:latin typeface="Times New Roman"/>
                <a:ea typeface="Times New Roman"/>
                <a:cs typeface="Times New Roman"/>
                <a:sym typeface="Times New Roman"/>
              </a:rPr>
              <a:t> →</a:t>
            </a:r>
            <a:r>
              <a:rPr lang="en-US" sz="1665"/>
              <a:t>CONV</a:t>
            </a:r>
            <a:r>
              <a:rPr lang="en-US" sz="1427">
                <a:latin typeface="Times New Roman"/>
                <a:ea typeface="Times New Roman"/>
                <a:cs typeface="Times New Roman"/>
                <a:sym typeface="Times New Roman"/>
              </a:rPr>
              <a:t> →</a:t>
            </a:r>
            <a:r>
              <a:rPr lang="en-US" sz="1665"/>
              <a:t>POOL</a:t>
            </a:r>
            <a:r>
              <a:rPr lang="en-US" sz="1427">
                <a:latin typeface="Times New Roman"/>
                <a:ea typeface="Times New Roman"/>
                <a:cs typeface="Times New Roman"/>
                <a:sym typeface="Times New Roman"/>
              </a:rPr>
              <a:t> →</a:t>
            </a:r>
            <a:r>
              <a:rPr lang="en-US" sz="1665"/>
              <a:t>FC</a:t>
            </a:r>
            <a:r>
              <a:rPr lang="en-US" sz="1427">
                <a:latin typeface="Times New Roman"/>
                <a:ea typeface="Times New Roman"/>
                <a:cs typeface="Times New Roman"/>
                <a:sym typeface="Times New Roman"/>
              </a:rPr>
              <a:t> →</a:t>
            </a:r>
            <a:r>
              <a:rPr lang="en-US" sz="1665"/>
              <a:t>OUTPUT</a:t>
            </a:r>
            <a:endParaRPr sz="1665"/>
          </a:p>
          <a:p>
            <a:pPr marL="491439" marR="533735" defTabSz="1450147">
              <a:lnSpc>
                <a:spcPct val="138400"/>
              </a:lnSpc>
            </a:pPr>
            <a:r>
              <a:rPr lang="en-US" sz="1665"/>
              <a:t>Early layers: Detect low-level features (edges, corners) Middle layers: Combine features (shapes, textures) Later layers: High-level concepts (objects, faces) Spatial size decreases, depth increases</a:t>
            </a:r>
            <a:endParaRPr sz="1665"/>
          </a:p>
        </p:txBody>
      </p:sp>
    </p:spTree>
  </p:cSld>
  <p:clrMapOvr>
    <a:masterClrMapping/>
  </p:clrMapOvr>
  <p:transition>
    <p:cut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2" name="Google Shape;2112;p94"/>
          <p:cNvSpPr txBox="1">
            <a:spLocks noGrp="1"/>
          </p:cNvSpPr>
          <p:nvPr>
            <p:ph type="title"/>
          </p:nvPr>
        </p:nvSpPr>
        <p:spPr>
          <a:xfrm>
            <a:off x="151137" y="334775"/>
            <a:ext cx="7100055" cy="369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159" rIns="0" bIns="0" anchor="t" anchorCtr="0">
            <a:spAutoFit/>
          </a:bodyPr>
          <a:lstStyle/>
          <a:p>
            <a:pPr marL="20141"/>
            <a:r>
              <a:rPr lang="en-US" sz="2220">
                <a:solidFill>
                  <a:srgbClr val="FFFFFF"/>
                </a:solidFill>
              </a:rPr>
              <a:t>N</a:t>
            </a:r>
            <a:r>
              <a:rPr lang="en-US" sz="2220" cap="small">
                <a:solidFill>
                  <a:srgbClr val="FFFFFF"/>
                </a:solidFill>
              </a:rPr>
              <a:t>umber</a:t>
            </a:r>
            <a:r>
              <a:rPr lang="en-US" sz="2220">
                <a:solidFill>
                  <a:srgbClr val="FFFFFF"/>
                </a:solidFill>
              </a:rPr>
              <a:t> </a:t>
            </a:r>
            <a:r>
              <a:rPr lang="en-US" sz="2220" cap="small">
                <a:solidFill>
                  <a:srgbClr val="FFFFFF"/>
                </a:solidFill>
              </a:rPr>
              <a:t>of</a:t>
            </a:r>
            <a:r>
              <a:rPr lang="en-US" sz="2220">
                <a:solidFill>
                  <a:srgbClr val="FFFFFF"/>
                </a:solidFill>
              </a:rPr>
              <a:t> P</a:t>
            </a:r>
            <a:r>
              <a:rPr lang="en-US" sz="2220" cap="small">
                <a:solidFill>
                  <a:srgbClr val="FFFFFF"/>
                </a:solidFill>
              </a:rPr>
              <a:t>arameters</a:t>
            </a:r>
            <a:r>
              <a:rPr lang="en-US" sz="2220">
                <a:solidFill>
                  <a:srgbClr val="FFFFFF"/>
                </a:solidFill>
              </a:rPr>
              <a:t> </a:t>
            </a:r>
            <a:r>
              <a:rPr lang="en-US" sz="2220" cap="small">
                <a:solidFill>
                  <a:srgbClr val="FFFFFF"/>
                </a:solidFill>
              </a:rPr>
              <a:t>in</a:t>
            </a:r>
            <a:r>
              <a:rPr lang="en-US" sz="2220">
                <a:solidFill>
                  <a:srgbClr val="FFFFFF"/>
                </a:solidFill>
              </a:rPr>
              <a:t> C</a:t>
            </a:r>
            <a:r>
              <a:rPr lang="en-US" sz="2220" cap="small">
                <a:solidFill>
                  <a:srgbClr val="FFFFFF"/>
                </a:solidFill>
              </a:rPr>
              <a:t>onvolutional</a:t>
            </a:r>
            <a:r>
              <a:rPr lang="en-US" sz="2220">
                <a:solidFill>
                  <a:srgbClr val="FFFFFF"/>
                </a:solidFill>
              </a:rPr>
              <a:t> L</a:t>
            </a:r>
            <a:r>
              <a:rPr lang="en-US" sz="2220" cap="small">
                <a:solidFill>
                  <a:srgbClr val="FFFFFF"/>
                </a:solidFill>
              </a:rPr>
              <a:t>ayer</a:t>
            </a:r>
            <a:endParaRPr sz="2220"/>
          </a:p>
        </p:txBody>
      </p:sp>
      <p:grpSp>
        <p:nvGrpSpPr>
          <p:cNvPr id="2113" name="Google Shape;2113;p94"/>
          <p:cNvGrpSpPr/>
          <p:nvPr/>
        </p:nvGrpSpPr>
        <p:grpSpPr>
          <a:xfrm>
            <a:off x="814682" y="2162859"/>
            <a:ext cx="109889" cy="3340459"/>
            <a:chOff x="513702" y="824052"/>
            <a:chExt cx="69291" cy="2106345"/>
          </a:xfrm>
        </p:grpSpPr>
        <p:pic>
          <p:nvPicPr>
            <p:cNvPr id="2114" name="Google Shape;2114;p9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82405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5" name="Google Shape;2115;p9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104546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6" name="Google Shape;2116;p9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126688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7" name="Google Shape;2117;p94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148831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8" name="Google Shape;2118;p94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219684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9" name="Google Shape;2119;p94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241827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20" name="Google Shape;2120;p94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13702" y="263969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21" name="Google Shape;2121;p94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13702" y="286110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22" name="Google Shape;2122;p94"/>
          <p:cNvSpPr txBox="1"/>
          <p:nvPr/>
        </p:nvSpPr>
        <p:spPr>
          <a:xfrm>
            <a:off x="490352" y="1628423"/>
            <a:ext cx="7403820" cy="3980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19" rIns="0" bIns="0" anchor="t" anchorCtr="0">
            <a:spAutoFit/>
          </a:bodyPr>
          <a:lstStyle/>
          <a:p>
            <a:pPr marL="551861" marR="4470279" indent="-472305" defTabSz="1450147">
              <a:lnSpc>
                <a:spcPct val="126499"/>
              </a:lnSpc>
            </a:pPr>
            <a:r>
              <a:rPr lang="en-US" sz="1665"/>
              <a:t>For a convolutional layer with: Kernel size: </a:t>
            </a:r>
            <a:r>
              <a:rPr lang="en-US" sz="1665" i="1"/>
              <a:t>K </a:t>
            </a:r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665" i="1"/>
              <a:t>K</a:t>
            </a:r>
            <a:endParaRPr sz="1665"/>
          </a:p>
          <a:p>
            <a:pPr marL="551861" defTabSz="1450147">
              <a:spcBef>
                <a:spcPts val="722"/>
              </a:spcBef>
            </a:pPr>
            <a:r>
              <a:rPr lang="en-US" sz="1665"/>
              <a:t>Input channels: </a:t>
            </a:r>
            <a:r>
              <a:rPr lang="en-US" sz="1665" i="1"/>
              <a:t>C</a:t>
            </a:r>
            <a:r>
              <a:rPr lang="en-US" sz="1665" i="1" baseline="-25000"/>
              <a:t>in</a:t>
            </a:r>
            <a:endParaRPr sz="1665" baseline="-25000"/>
          </a:p>
          <a:p>
            <a:pPr marL="551861" defTabSz="1450147">
              <a:spcBef>
                <a:spcPts val="761"/>
              </a:spcBef>
            </a:pPr>
            <a:r>
              <a:rPr lang="en-US" sz="1665"/>
              <a:t>Output channels (number of filters): </a:t>
            </a:r>
            <a:r>
              <a:rPr lang="en-US" sz="1665" i="1"/>
              <a:t>C</a:t>
            </a:r>
            <a:r>
              <a:rPr lang="en-US" sz="1665" i="1" baseline="-25000"/>
              <a:t>out</a:t>
            </a:r>
            <a:endParaRPr sz="1665" baseline="-25000"/>
          </a:p>
          <a:p>
            <a:pPr marL="551861" defTabSz="1450147">
              <a:spcBef>
                <a:spcPts val="768"/>
              </a:spcBef>
            </a:pPr>
            <a:r>
              <a:rPr lang="en-US" sz="1665"/>
              <a:t>Bias: Yes/No, Where bias = 1 if bias is used, 0 otherwise</a:t>
            </a:r>
            <a:endParaRPr sz="1665"/>
          </a:p>
          <a:p>
            <a:pPr defTabSz="1450147">
              <a:spcBef>
                <a:spcPts val="904"/>
              </a:spcBef>
            </a:pPr>
            <a:endParaRPr sz="1665"/>
          </a:p>
          <a:p>
            <a:pPr marL="1722050" defTabSz="1450147"/>
            <a:r>
              <a:rPr lang="en-US" sz="1665"/>
              <a:t>Total Parameters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= (</a:t>
            </a:r>
            <a:r>
              <a:rPr lang="en-US" sz="1665" i="1"/>
              <a:t>K </a:t>
            </a:r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665" i="1"/>
              <a:t>K </a:t>
            </a:r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665" i="1"/>
              <a:t>C</a:t>
            </a:r>
            <a:r>
              <a:rPr lang="en-US" sz="1665" i="1" baseline="-25000"/>
              <a:t>in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665"/>
              <a:t>bias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665" i="1"/>
              <a:t>C</a:t>
            </a:r>
            <a:r>
              <a:rPr lang="en-US" sz="1665" i="1" baseline="-25000"/>
              <a:t>out</a:t>
            </a:r>
            <a:endParaRPr sz="1665" baseline="-25000"/>
          </a:p>
          <a:p>
            <a:pPr marL="551861" marR="68479" defTabSz="1450147">
              <a:lnSpc>
                <a:spcPct val="138400"/>
              </a:lnSpc>
              <a:spcBef>
                <a:spcPts val="983"/>
              </a:spcBef>
            </a:pPr>
            <a:r>
              <a:rPr lang="en-US" sz="1665"/>
              <a:t>Parameters are </a:t>
            </a:r>
            <a:r>
              <a:rPr lang="en-US" sz="1665">
                <a:solidFill>
                  <a:srgbClr val="1B1472"/>
                </a:solidFill>
              </a:rPr>
              <a:t>independent of input spatial dimensions </a:t>
            </a:r>
            <a:r>
              <a:rPr lang="en-US" sz="1665"/>
              <a:t>(height, width) Each filter has the </a:t>
            </a:r>
            <a:r>
              <a:rPr lang="en-US" sz="1665">
                <a:solidFill>
                  <a:srgbClr val="1B1472"/>
                </a:solidFill>
              </a:rPr>
              <a:t>same depth as input channels</a:t>
            </a:r>
            <a:endParaRPr sz="1665"/>
          </a:p>
          <a:p>
            <a:pPr marL="551861" marR="1226583" defTabSz="1450147">
              <a:lnSpc>
                <a:spcPct val="138400"/>
              </a:lnSpc>
            </a:pPr>
            <a:r>
              <a:rPr lang="en-US" sz="1665"/>
              <a:t>Number of parameters grows </a:t>
            </a:r>
            <a:r>
              <a:rPr lang="en-US" sz="1665">
                <a:solidFill>
                  <a:srgbClr val="1B1472"/>
                </a:solidFill>
              </a:rPr>
              <a:t>quadratically </a:t>
            </a:r>
            <a:r>
              <a:rPr lang="en-US" sz="1665"/>
              <a:t>with kernel size Adding more filters increases parameters </a:t>
            </a:r>
            <a:r>
              <a:rPr lang="en-US" sz="1665">
                <a:solidFill>
                  <a:srgbClr val="1B1472"/>
                </a:solidFill>
              </a:rPr>
              <a:t>linearly</a:t>
            </a:r>
            <a:endParaRPr sz="1665"/>
          </a:p>
        </p:txBody>
      </p:sp>
    </p:spTree>
  </p:cSld>
  <p:clrMapOvr>
    <a:masterClrMapping/>
  </p:clrMapOvr>
  <p:transition>
    <p:cut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3" name="Google Shape;2133;p95"/>
          <p:cNvSpPr txBox="1">
            <a:spLocks noGrp="1"/>
          </p:cNvSpPr>
          <p:nvPr>
            <p:ph type="title"/>
          </p:nvPr>
        </p:nvSpPr>
        <p:spPr>
          <a:xfrm>
            <a:off x="151137" y="435359"/>
            <a:ext cx="7639551" cy="369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159" rIns="0" bIns="0" anchor="t" anchorCtr="0">
            <a:spAutoFit/>
          </a:bodyPr>
          <a:lstStyle/>
          <a:p>
            <a:pPr marL="20141"/>
            <a:r>
              <a:rPr lang="en-US" sz="2220">
                <a:solidFill>
                  <a:srgbClr val="FFFFFF"/>
                </a:solidFill>
              </a:rPr>
              <a:t>N</a:t>
            </a:r>
            <a:r>
              <a:rPr lang="en-US" sz="2220" cap="small">
                <a:solidFill>
                  <a:srgbClr val="FFFFFF"/>
                </a:solidFill>
              </a:rPr>
              <a:t>umber</a:t>
            </a:r>
            <a:r>
              <a:rPr lang="en-US" sz="2220">
                <a:solidFill>
                  <a:srgbClr val="FFFFFF"/>
                </a:solidFill>
              </a:rPr>
              <a:t> </a:t>
            </a:r>
            <a:r>
              <a:rPr lang="en-US" sz="2220" cap="small">
                <a:solidFill>
                  <a:srgbClr val="FFFFFF"/>
                </a:solidFill>
              </a:rPr>
              <a:t>of</a:t>
            </a:r>
            <a:r>
              <a:rPr lang="en-US" sz="2220">
                <a:solidFill>
                  <a:srgbClr val="FFFFFF"/>
                </a:solidFill>
              </a:rPr>
              <a:t> P</a:t>
            </a:r>
            <a:r>
              <a:rPr lang="en-US" sz="2220" cap="small">
                <a:solidFill>
                  <a:srgbClr val="FFFFFF"/>
                </a:solidFill>
              </a:rPr>
              <a:t>arameters</a:t>
            </a:r>
            <a:r>
              <a:rPr lang="en-US" sz="2220">
                <a:solidFill>
                  <a:srgbClr val="FFFFFF"/>
                </a:solidFill>
              </a:rPr>
              <a:t> </a:t>
            </a:r>
            <a:r>
              <a:rPr lang="en-US" sz="2220" cap="small">
                <a:solidFill>
                  <a:srgbClr val="FFFFFF"/>
                </a:solidFill>
              </a:rPr>
              <a:t>in</a:t>
            </a:r>
            <a:r>
              <a:rPr lang="en-US" sz="2220">
                <a:solidFill>
                  <a:srgbClr val="FFFFFF"/>
                </a:solidFill>
              </a:rPr>
              <a:t> C</a:t>
            </a:r>
            <a:r>
              <a:rPr lang="en-US" sz="2220" cap="small">
                <a:solidFill>
                  <a:srgbClr val="FFFFFF"/>
                </a:solidFill>
              </a:rPr>
              <a:t>onvolutional</a:t>
            </a:r>
            <a:r>
              <a:rPr lang="en-US" sz="2220">
                <a:solidFill>
                  <a:srgbClr val="FFFFFF"/>
                </a:solidFill>
              </a:rPr>
              <a:t> L</a:t>
            </a:r>
            <a:r>
              <a:rPr lang="en-US" sz="2220" cap="small">
                <a:solidFill>
                  <a:srgbClr val="FFFFFF"/>
                </a:solidFill>
              </a:rPr>
              <a:t>ayer</a:t>
            </a:r>
            <a:endParaRPr sz="2220"/>
          </a:p>
        </p:txBody>
      </p:sp>
      <p:grpSp>
        <p:nvGrpSpPr>
          <p:cNvPr id="2134" name="Google Shape;2134;p95"/>
          <p:cNvGrpSpPr/>
          <p:nvPr/>
        </p:nvGrpSpPr>
        <p:grpSpPr>
          <a:xfrm>
            <a:off x="730977" y="2077702"/>
            <a:ext cx="109889" cy="2120462"/>
            <a:chOff x="460921" y="770356"/>
            <a:chExt cx="69291" cy="1337069"/>
          </a:xfrm>
        </p:grpSpPr>
        <p:pic>
          <p:nvPicPr>
            <p:cNvPr id="2135" name="Google Shape;2135;p9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60921" y="77035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36" name="Google Shape;2136;p9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60921" y="203813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37" name="Google Shape;2137;p95"/>
          <p:cNvSpPr txBox="1"/>
          <p:nvPr/>
        </p:nvSpPr>
        <p:spPr>
          <a:xfrm>
            <a:off x="898328" y="1954749"/>
            <a:ext cx="3064448" cy="3459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26" rIns="0" bIns="0" anchor="t" anchorCtr="0">
            <a:spAutoFit/>
          </a:bodyPr>
          <a:lstStyle/>
          <a:p>
            <a:pPr marL="60423" marR="48338" defTabSz="1450147">
              <a:lnSpc>
                <a:spcPct val="107500"/>
              </a:lnSpc>
            </a:pPr>
            <a:r>
              <a:rPr lang="en-US" sz="1665">
                <a:solidFill>
                  <a:srgbClr val="1B1472"/>
                </a:solidFill>
              </a:rPr>
              <a:t>Example 1: First Convolutional Layer</a:t>
            </a:r>
            <a:endParaRPr sz="1665"/>
          </a:p>
          <a:p>
            <a:pPr marL="306142" defTabSz="1450147">
              <a:spcBef>
                <a:spcPts val="626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</a:t>
            </a:r>
            <a:r>
              <a:rPr lang="en-US" sz="1507"/>
              <a:t>Input: RGB image</a:t>
            </a:r>
            <a:endParaRPr sz="1507"/>
          </a:p>
          <a:p>
            <a:pPr marL="531721" defTabSz="1450147">
              <a:spcBef>
                <a:spcPts val="103"/>
              </a:spcBef>
            </a:pPr>
            <a:r>
              <a:rPr lang="en-US" sz="1744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507"/>
              <a:t>224 </a:t>
            </a:r>
            <a:r>
              <a:rPr lang="en-US" sz="1744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507"/>
              <a:t>224 </a:t>
            </a:r>
            <a:r>
              <a:rPr lang="en-US" sz="1744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507"/>
              <a:t>3</a:t>
            </a:r>
            <a:r>
              <a:rPr lang="en-US" sz="1744">
                <a:latin typeface="Tahoma"/>
                <a:ea typeface="Tahoma"/>
                <a:cs typeface="Tahoma"/>
                <a:sym typeface="Tahoma"/>
              </a:rPr>
              <a:t>)</a:t>
            </a:r>
            <a:endParaRPr sz="1744">
              <a:latin typeface="Tahoma"/>
              <a:ea typeface="Tahoma"/>
              <a:cs typeface="Tahoma"/>
              <a:sym typeface="Tahoma"/>
            </a:endParaRPr>
          </a:p>
          <a:p>
            <a:pPr marL="306142" defTabSz="1450147">
              <a:spcBef>
                <a:spcPts val="56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</a:t>
            </a:r>
            <a:r>
              <a:rPr lang="en-US" sz="1507"/>
              <a:t>Kernel size: 5 </a:t>
            </a:r>
            <a:r>
              <a:rPr lang="en-US" sz="1744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507"/>
              <a:t>5</a:t>
            </a:r>
            <a:endParaRPr sz="1507"/>
          </a:p>
          <a:p>
            <a:pPr marL="306142" defTabSz="1450147">
              <a:spcBef>
                <a:spcPts val="293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</a:t>
            </a:r>
            <a:r>
              <a:rPr lang="en-US" sz="1507"/>
              <a:t>Number of filters: 64</a:t>
            </a:r>
            <a:endParaRPr sz="1507"/>
          </a:p>
          <a:p>
            <a:pPr marL="306142" defTabSz="1450147">
              <a:spcBef>
                <a:spcPts val="341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</a:t>
            </a:r>
            <a:r>
              <a:rPr lang="en-US" sz="1507"/>
              <a:t>Bias: Yes</a:t>
            </a:r>
            <a:endParaRPr sz="1507"/>
          </a:p>
          <a:p>
            <a:pPr marL="60423" defTabSz="1450147">
              <a:spcBef>
                <a:spcPts val="657"/>
              </a:spcBef>
            </a:pPr>
            <a:r>
              <a:rPr lang="en-US" sz="1665">
                <a:solidFill>
                  <a:srgbClr val="1B1472"/>
                </a:solidFill>
              </a:rPr>
              <a:t>Calculation:</a:t>
            </a:r>
            <a:endParaRPr sz="1665"/>
          </a:p>
          <a:p>
            <a:pPr marL="306142" defTabSz="1450147">
              <a:spcBef>
                <a:spcPts val="619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</a:t>
            </a:r>
            <a:r>
              <a:rPr lang="en-US" sz="1507"/>
              <a:t>Parameters per filter</a:t>
            </a:r>
            <a:endParaRPr sz="1507"/>
          </a:p>
          <a:p>
            <a:pPr marL="531721" defTabSz="1450147">
              <a:spcBef>
                <a:spcPts val="103"/>
              </a:spcBef>
            </a:pPr>
            <a:r>
              <a:rPr lang="en-US" sz="1744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507"/>
              <a:t>5 </a:t>
            </a:r>
            <a:r>
              <a:rPr lang="en-US" sz="1744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507"/>
              <a:t>5 </a:t>
            </a:r>
            <a:r>
              <a:rPr lang="en-US" sz="1744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507"/>
              <a:t>3 </a:t>
            </a:r>
            <a:r>
              <a:rPr lang="en-US" sz="1744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507"/>
              <a:t>1 </a:t>
            </a:r>
            <a:r>
              <a:rPr lang="en-US" sz="1744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507"/>
              <a:t>76</a:t>
            </a:r>
            <a:endParaRPr sz="1507"/>
          </a:p>
          <a:p>
            <a:pPr marL="306142" defTabSz="1450147">
              <a:spcBef>
                <a:spcPts val="293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</a:t>
            </a:r>
            <a:r>
              <a:rPr lang="en-US" sz="1507"/>
              <a:t>Total parameters</a:t>
            </a:r>
            <a:endParaRPr sz="1507"/>
          </a:p>
          <a:p>
            <a:pPr marL="531721" defTabSz="1450147">
              <a:spcBef>
                <a:spcPts val="103"/>
              </a:spcBef>
            </a:pPr>
            <a:r>
              <a:rPr lang="en-US" sz="1744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507"/>
              <a:t>76 </a:t>
            </a:r>
            <a:r>
              <a:rPr lang="en-US" sz="1744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507"/>
              <a:t>64 </a:t>
            </a:r>
            <a:r>
              <a:rPr lang="en-US" sz="1744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507" b="1"/>
              <a:t>4</a:t>
            </a:r>
            <a:r>
              <a:rPr lang="en-US" sz="1744" i="1"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lang="en-US" sz="1507" b="1"/>
              <a:t>864</a:t>
            </a:r>
            <a:endParaRPr sz="1507"/>
          </a:p>
        </p:txBody>
      </p:sp>
      <p:grpSp>
        <p:nvGrpSpPr>
          <p:cNvPr id="2138" name="Google Shape;2138;p95"/>
          <p:cNvGrpSpPr/>
          <p:nvPr/>
        </p:nvGrpSpPr>
        <p:grpSpPr>
          <a:xfrm>
            <a:off x="5054780" y="2077702"/>
            <a:ext cx="109889" cy="2120462"/>
            <a:chOff x="3187319" y="770356"/>
            <a:chExt cx="69291" cy="1337069"/>
          </a:xfrm>
        </p:grpSpPr>
        <p:pic>
          <p:nvPicPr>
            <p:cNvPr id="2139" name="Google Shape;2139;p9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187319" y="77035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40" name="Google Shape;2140;p95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3187319" y="203813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41" name="Google Shape;2141;p95"/>
          <p:cNvSpPr txBox="1"/>
          <p:nvPr/>
        </p:nvSpPr>
        <p:spPr>
          <a:xfrm>
            <a:off x="5222130" y="1954749"/>
            <a:ext cx="3353709" cy="3459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26" rIns="0" bIns="0" anchor="t" anchorCtr="0">
            <a:spAutoFit/>
          </a:bodyPr>
          <a:lstStyle/>
          <a:p>
            <a:pPr marL="60423" marR="48338" defTabSz="1450147">
              <a:lnSpc>
                <a:spcPct val="107500"/>
              </a:lnSpc>
            </a:pPr>
            <a:r>
              <a:rPr lang="en-US" sz="1665">
                <a:solidFill>
                  <a:srgbClr val="1B1472"/>
                </a:solidFill>
              </a:rPr>
              <a:t>Example 2: Deeper Convolutional Layer</a:t>
            </a:r>
            <a:endParaRPr sz="1665"/>
          </a:p>
          <a:p>
            <a:pPr marR="824771" algn="ctr" defTabSz="1450147">
              <a:spcBef>
                <a:spcPts val="626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</a:t>
            </a:r>
            <a:r>
              <a:rPr lang="en-US" sz="1507"/>
              <a:t>Input: Feature map</a:t>
            </a:r>
            <a:endParaRPr sz="1507"/>
          </a:p>
          <a:p>
            <a:pPr marR="799595" algn="ctr" defTabSz="1450147">
              <a:spcBef>
                <a:spcPts val="103"/>
              </a:spcBef>
            </a:pPr>
            <a:r>
              <a:rPr lang="en-US" sz="1744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507"/>
              <a:t>56 </a:t>
            </a:r>
            <a:r>
              <a:rPr lang="en-US" sz="1744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507"/>
              <a:t>56 </a:t>
            </a:r>
            <a:r>
              <a:rPr lang="en-US" sz="1744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507"/>
              <a:t>128</a:t>
            </a:r>
            <a:r>
              <a:rPr lang="en-US" sz="1744">
                <a:latin typeface="Tahoma"/>
                <a:ea typeface="Tahoma"/>
                <a:cs typeface="Tahoma"/>
                <a:sym typeface="Tahoma"/>
              </a:rPr>
              <a:t>)</a:t>
            </a:r>
            <a:endParaRPr sz="1744">
              <a:latin typeface="Tahoma"/>
              <a:ea typeface="Tahoma"/>
              <a:cs typeface="Tahoma"/>
              <a:sym typeface="Tahoma"/>
            </a:endParaRPr>
          </a:p>
          <a:p>
            <a:pPr marR="918426" algn="ctr" defTabSz="1450147">
              <a:spcBef>
                <a:spcPts val="56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</a:t>
            </a:r>
            <a:r>
              <a:rPr lang="en-US" sz="1507"/>
              <a:t>Kernel size: 3 </a:t>
            </a:r>
            <a:r>
              <a:rPr lang="en-US" sz="1744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507"/>
              <a:t>3</a:t>
            </a:r>
            <a:endParaRPr sz="1507"/>
          </a:p>
          <a:p>
            <a:pPr marL="306142" defTabSz="1450147">
              <a:spcBef>
                <a:spcPts val="293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</a:t>
            </a:r>
            <a:r>
              <a:rPr lang="en-US" sz="1507"/>
              <a:t>Number of filters: 256</a:t>
            </a:r>
            <a:endParaRPr sz="1507"/>
          </a:p>
          <a:p>
            <a:pPr marL="306142" defTabSz="1450147">
              <a:spcBef>
                <a:spcPts val="341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</a:t>
            </a:r>
            <a:r>
              <a:rPr lang="en-US" sz="1507"/>
              <a:t>Bias: Yes</a:t>
            </a:r>
            <a:endParaRPr sz="1507"/>
          </a:p>
          <a:p>
            <a:pPr marL="60423" defTabSz="1450147">
              <a:spcBef>
                <a:spcPts val="657"/>
              </a:spcBef>
            </a:pPr>
            <a:r>
              <a:rPr lang="en-US" sz="1665">
                <a:solidFill>
                  <a:srgbClr val="1B1472"/>
                </a:solidFill>
              </a:rPr>
              <a:t>Calculation:</a:t>
            </a:r>
            <a:endParaRPr sz="1665"/>
          </a:p>
          <a:p>
            <a:pPr marL="306142" defTabSz="1450147">
              <a:spcBef>
                <a:spcPts val="619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</a:t>
            </a:r>
            <a:r>
              <a:rPr lang="en-US" sz="1507"/>
              <a:t>Parameters per filter</a:t>
            </a:r>
            <a:endParaRPr sz="1507"/>
          </a:p>
          <a:p>
            <a:pPr marL="531721" defTabSz="1450147">
              <a:spcBef>
                <a:spcPts val="103"/>
              </a:spcBef>
            </a:pPr>
            <a:r>
              <a:rPr lang="en-US" sz="1744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507"/>
              <a:t>3 </a:t>
            </a:r>
            <a:r>
              <a:rPr lang="en-US" sz="1744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507"/>
              <a:t>3 </a:t>
            </a:r>
            <a:r>
              <a:rPr lang="en-US" sz="1744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507"/>
              <a:t>128 </a:t>
            </a:r>
            <a:r>
              <a:rPr lang="en-US" sz="1744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507"/>
              <a:t>1 </a:t>
            </a:r>
            <a:r>
              <a:rPr lang="en-US" sz="1744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507"/>
              <a:t>1</a:t>
            </a:r>
            <a:r>
              <a:rPr lang="en-US" sz="1744" i="1">
                <a:latin typeface="Verdana"/>
                <a:ea typeface="Verdana"/>
                <a:cs typeface="Verdana"/>
                <a:sym typeface="Verdana"/>
              </a:rPr>
              <a:t>,</a:t>
            </a:r>
            <a:r>
              <a:rPr lang="en-US" sz="1507"/>
              <a:t>153</a:t>
            </a:r>
            <a:endParaRPr sz="1507"/>
          </a:p>
          <a:p>
            <a:pPr marL="306142" defTabSz="1450147">
              <a:spcBef>
                <a:spcPts val="293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</a:t>
            </a:r>
            <a:r>
              <a:rPr lang="en-US" sz="1507"/>
              <a:t>Total parameters</a:t>
            </a:r>
            <a:endParaRPr sz="1507"/>
          </a:p>
          <a:p>
            <a:pPr marL="531721" defTabSz="1450147">
              <a:spcBef>
                <a:spcPts val="103"/>
              </a:spcBef>
            </a:pPr>
            <a:r>
              <a:rPr lang="en-US" sz="1744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507"/>
              <a:t>1</a:t>
            </a:r>
            <a:r>
              <a:rPr lang="en-US" sz="1744" i="1"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lang="en-US" sz="1507"/>
              <a:t>153 </a:t>
            </a:r>
            <a:r>
              <a:rPr lang="en-US" sz="1744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507"/>
              <a:t>256 </a:t>
            </a:r>
            <a:r>
              <a:rPr lang="en-US" sz="1744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507" b="1"/>
              <a:t>295</a:t>
            </a:r>
            <a:r>
              <a:rPr lang="en-US" sz="1744" i="1">
                <a:latin typeface="Verdana"/>
                <a:ea typeface="Verdana"/>
                <a:cs typeface="Verdana"/>
                <a:sym typeface="Verdana"/>
              </a:rPr>
              <a:t>,</a:t>
            </a:r>
            <a:r>
              <a:rPr lang="en-US" sz="1507" b="1"/>
              <a:t>168</a:t>
            </a:r>
            <a:endParaRPr sz="1507"/>
          </a:p>
        </p:txBody>
      </p:sp>
    </p:spTree>
  </p:cSld>
  <p:clrMapOvr>
    <a:masterClrMapping/>
  </p:clrMapOvr>
  <p:transition>
    <p:cut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p96"/>
          <p:cNvSpPr txBox="1">
            <a:spLocks noGrp="1"/>
          </p:cNvSpPr>
          <p:nvPr>
            <p:ph type="title"/>
          </p:nvPr>
        </p:nvSpPr>
        <p:spPr>
          <a:xfrm>
            <a:off x="151137" y="362207"/>
            <a:ext cx="835447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N</a:t>
            </a:r>
            <a:r>
              <a:rPr lang="en-US" cap="small" dirty="0">
                <a:solidFill>
                  <a:srgbClr val="FFFFFF"/>
                </a:solidFill>
              </a:rPr>
              <a:t>umber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cap="small" dirty="0">
                <a:solidFill>
                  <a:srgbClr val="FFFFFF"/>
                </a:solidFill>
              </a:rPr>
              <a:t>of</a:t>
            </a:r>
            <a:r>
              <a:rPr lang="en-US" dirty="0">
                <a:solidFill>
                  <a:srgbClr val="FFFFFF"/>
                </a:solidFill>
              </a:rPr>
              <a:t> P</a:t>
            </a:r>
            <a:r>
              <a:rPr lang="en-US" cap="small" dirty="0">
                <a:solidFill>
                  <a:srgbClr val="FFFFFF"/>
                </a:solidFill>
              </a:rPr>
              <a:t>arameters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cap="small" dirty="0">
                <a:solidFill>
                  <a:srgbClr val="FFFFFF"/>
                </a:solidFill>
              </a:rPr>
              <a:t>in</a:t>
            </a:r>
            <a:r>
              <a:rPr lang="en-US" dirty="0">
                <a:solidFill>
                  <a:srgbClr val="FFFFFF"/>
                </a:solidFill>
              </a:rPr>
              <a:t> P</a:t>
            </a:r>
            <a:r>
              <a:rPr lang="en-US" cap="small" dirty="0">
                <a:solidFill>
                  <a:srgbClr val="FFFFFF"/>
                </a:solidFill>
              </a:rPr>
              <a:t>ooling</a:t>
            </a:r>
            <a:r>
              <a:rPr lang="en-US" dirty="0">
                <a:solidFill>
                  <a:srgbClr val="FFFFFF"/>
                </a:solidFill>
              </a:rPr>
              <a:t> L</a:t>
            </a:r>
            <a:r>
              <a:rPr lang="en-US" cap="small" dirty="0">
                <a:solidFill>
                  <a:srgbClr val="FFFFFF"/>
                </a:solidFill>
              </a:rPr>
              <a:t>ayers</a:t>
            </a:r>
            <a:endParaRPr dirty="0"/>
          </a:p>
        </p:txBody>
      </p:sp>
      <p:grpSp>
        <p:nvGrpSpPr>
          <p:cNvPr id="2153" name="Google Shape;2153;p96"/>
          <p:cNvGrpSpPr/>
          <p:nvPr/>
        </p:nvGrpSpPr>
        <p:grpSpPr>
          <a:xfrm>
            <a:off x="490350" y="2456291"/>
            <a:ext cx="8234748" cy="2057319"/>
            <a:chOff x="309193" y="1009078"/>
            <a:chExt cx="5192466" cy="1297254"/>
          </a:xfrm>
        </p:grpSpPr>
        <p:sp>
          <p:nvSpPr>
            <p:cNvPr id="2154" name="Google Shape;2154;p96"/>
            <p:cNvSpPr/>
            <p:nvPr/>
          </p:nvSpPr>
          <p:spPr>
            <a:xfrm>
              <a:off x="309193" y="1009078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09" extrusionOk="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6887"/>
                  </a:lnTo>
                  <a:lnTo>
                    <a:pt x="5141666" y="206887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pic>
          <p:nvPicPr>
            <p:cNvPr id="2155" name="Google Shape;2155;p9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9193" y="1203312"/>
              <a:ext cx="5141666" cy="506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56" name="Google Shape;2156;p9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9994" y="1397634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57" name="Google Shape;2157;p9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0794" y="1384934"/>
              <a:ext cx="509086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58" name="Google Shape;2158;p96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450859" y="1053312"/>
              <a:ext cx="50800" cy="3443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59" name="Google Shape;2159;p96"/>
            <p:cNvSpPr/>
            <p:nvPr/>
          </p:nvSpPr>
          <p:spPr>
            <a:xfrm>
              <a:off x="309193" y="1247589"/>
              <a:ext cx="5142230" cy="201295"/>
            </a:xfrm>
            <a:custGeom>
              <a:avLst/>
              <a:gdLst/>
              <a:ahLst/>
              <a:cxnLst/>
              <a:rect l="l" t="t" r="r" b="b"/>
              <a:pathLst>
                <a:path w="5142230" h="201294" extrusionOk="0">
                  <a:moveTo>
                    <a:pt x="5141666" y="0"/>
                  </a:moveTo>
                  <a:lnTo>
                    <a:pt x="0" y="0"/>
                  </a:lnTo>
                  <a:lnTo>
                    <a:pt x="0" y="150045"/>
                  </a:lnTo>
                  <a:lnTo>
                    <a:pt x="4008" y="169770"/>
                  </a:lnTo>
                  <a:lnTo>
                    <a:pt x="14922" y="185923"/>
                  </a:lnTo>
                  <a:lnTo>
                    <a:pt x="31075" y="196837"/>
                  </a:lnTo>
                  <a:lnTo>
                    <a:pt x="50800" y="200845"/>
                  </a:lnTo>
                  <a:lnTo>
                    <a:pt x="5090865" y="200845"/>
                  </a:lnTo>
                  <a:lnTo>
                    <a:pt x="5110590" y="196837"/>
                  </a:lnTo>
                  <a:lnTo>
                    <a:pt x="5126743" y="185923"/>
                  </a:lnTo>
                  <a:lnTo>
                    <a:pt x="5137657" y="169770"/>
                  </a:lnTo>
                  <a:lnTo>
                    <a:pt x="5141666" y="150045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160" name="Google Shape;2160;p96"/>
            <p:cNvSpPr/>
            <p:nvPr/>
          </p:nvSpPr>
          <p:spPr>
            <a:xfrm>
              <a:off x="5450859" y="1091407"/>
              <a:ext cx="0" cy="325755"/>
            </a:xfrm>
            <a:custGeom>
              <a:avLst/>
              <a:gdLst/>
              <a:ahLst/>
              <a:cxnLst/>
              <a:rect l="l" t="t" r="r" b="b"/>
              <a:pathLst>
                <a:path w="120000" h="325755" extrusionOk="0">
                  <a:moveTo>
                    <a:pt x="0" y="325276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161" name="Google Shape;2161;p96"/>
            <p:cNvSpPr/>
            <p:nvPr/>
          </p:nvSpPr>
          <p:spPr>
            <a:xfrm>
              <a:off x="5450859" y="107870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162" name="Google Shape;2162;p96"/>
            <p:cNvSpPr/>
            <p:nvPr/>
          </p:nvSpPr>
          <p:spPr>
            <a:xfrm>
              <a:off x="5450859" y="106600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163" name="Google Shape;2163;p96"/>
            <p:cNvSpPr/>
            <p:nvPr/>
          </p:nvSpPr>
          <p:spPr>
            <a:xfrm>
              <a:off x="5450859" y="105330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164" name="Google Shape;2164;p96"/>
            <p:cNvSpPr/>
            <p:nvPr/>
          </p:nvSpPr>
          <p:spPr>
            <a:xfrm>
              <a:off x="5450859" y="1034257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5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pic>
          <p:nvPicPr>
            <p:cNvPr id="2165" name="Google Shape;2165;p96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201561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66" name="Google Shape;2166;p96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223704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67" name="Google Shape;2167;p96"/>
          <p:cNvSpPr txBox="1">
            <a:spLocks noGrp="1"/>
          </p:cNvSpPr>
          <p:nvPr>
            <p:ph type="body" idx="1"/>
          </p:nvPr>
        </p:nvSpPr>
        <p:spPr>
          <a:xfrm>
            <a:off x="550775" y="1886301"/>
            <a:ext cx="7967767" cy="271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5352" rIns="0" bIns="0" anchor="t" anchorCtr="0">
            <a:spAutoFit/>
          </a:bodyPr>
          <a:lstStyle/>
          <a:p>
            <a:pPr marL="20141" indent="0"/>
            <a:r>
              <a:rPr lang="en-US" sz="222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-US" sz="222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ey</a:t>
            </a:r>
            <a:r>
              <a:rPr lang="en-US" sz="222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I</a:t>
            </a:r>
            <a:r>
              <a:rPr lang="en-US" sz="222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nsight</a:t>
            </a:r>
            <a:endParaRPr sz="2220">
              <a:latin typeface="Calibri"/>
              <a:ea typeface="Calibri"/>
              <a:cs typeface="Calibri"/>
              <a:sym typeface="Calibri"/>
            </a:endParaRPr>
          </a:p>
          <a:p>
            <a:pPr marL="20141" indent="0">
              <a:spcBef>
                <a:spcPts val="412"/>
              </a:spcBef>
            </a:pPr>
            <a:r>
              <a:rPr lang="en-US"/>
              <a:t>Pooling layers have ZERO learnable parameters!</a:t>
            </a:r>
            <a:endParaRPr/>
          </a:p>
          <a:p>
            <a:pPr marL="20141" indent="0">
              <a:spcBef>
                <a:spcPts val="1863"/>
              </a:spcBef>
            </a:pPr>
            <a:r>
              <a:rPr lang="en-US"/>
              <a:t>Why Zero Parameters?</a:t>
            </a:r>
            <a:endParaRPr/>
          </a:p>
          <a:p>
            <a:pPr marL="20141" indent="0">
              <a:spcBef>
                <a:spcPts val="56"/>
              </a:spcBef>
            </a:pPr>
            <a:r>
              <a:rPr lang="en-US">
                <a:solidFill>
                  <a:srgbClr val="000000"/>
                </a:solidFill>
              </a:rPr>
              <a:t>Pooling operations are </a:t>
            </a:r>
            <a:r>
              <a:rPr lang="en-US"/>
              <a:t>fixed mathematical functions</a:t>
            </a:r>
            <a:r>
              <a:rPr lang="en-US">
                <a:solidFill>
                  <a:srgbClr val="000000"/>
                </a:solidFill>
              </a:rPr>
              <a:t>: </a:t>
            </a:r>
            <a:r>
              <a:rPr lang="en-US" sz="19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max </a:t>
            </a:r>
            <a:r>
              <a:rPr lang="en-US">
                <a:solidFill>
                  <a:srgbClr val="000000"/>
                </a:solidFill>
              </a:rPr>
              <a:t>or average</a:t>
            </a:r>
            <a:endParaRPr sz="1903">
              <a:latin typeface="Tahoma"/>
              <a:ea typeface="Tahoma"/>
              <a:cs typeface="Tahoma"/>
              <a:sym typeface="Tahoma"/>
            </a:endParaRPr>
          </a:p>
          <a:p>
            <a:pPr marL="491439" indent="0">
              <a:spcBef>
                <a:spcPts val="714"/>
              </a:spcBef>
            </a:pPr>
            <a:r>
              <a:rPr lang="en-US">
                <a:solidFill>
                  <a:srgbClr val="000000"/>
                </a:solidFill>
              </a:rPr>
              <a:t>No weights or biases to learn</a:t>
            </a:r>
            <a:endParaRPr/>
          </a:p>
          <a:p>
            <a:pPr marL="491439" indent="0">
              <a:spcBef>
                <a:spcPts val="768"/>
              </a:spcBef>
            </a:pPr>
            <a:r>
              <a:rPr lang="en-US">
                <a:solidFill>
                  <a:srgbClr val="000000"/>
                </a:solidFill>
              </a:rPr>
              <a:t>Only hyperparameters: pool size </a:t>
            </a:r>
            <a:r>
              <a:rPr lang="en-US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 </a:t>
            </a:r>
            <a:r>
              <a:rPr lang="en-US">
                <a:solidFill>
                  <a:srgbClr val="000000"/>
                </a:solidFill>
              </a:rPr>
              <a:t>and stride </a:t>
            </a:r>
            <a:r>
              <a:rPr lang="en-US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8" name="Google Shape;2178;p97"/>
          <p:cNvSpPr txBox="1">
            <a:spLocks noGrp="1"/>
          </p:cNvSpPr>
          <p:nvPr>
            <p:ph type="title"/>
          </p:nvPr>
        </p:nvSpPr>
        <p:spPr>
          <a:xfrm>
            <a:off x="151137" y="426215"/>
            <a:ext cx="835447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N</a:t>
            </a:r>
            <a:r>
              <a:rPr lang="en-US" cap="small" dirty="0">
                <a:solidFill>
                  <a:srgbClr val="FFFFFF"/>
                </a:solidFill>
              </a:rPr>
              <a:t>umber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cap="small" dirty="0">
                <a:solidFill>
                  <a:srgbClr val="FFFFFF"/>
                </a:solidFill>
              </a:rPr>
              <a:t>of</a:t>
            </a:r>
            <a:r>
              <a:rPr lang="en-US" dirty="0">
                <a:solidFill>
                  <a:srgbClr val="FFFFFF"/>
                </a:solidFill>
              </a:rPr>
              <a:t> P</a:t>
            </a:r>
            <a:r>
              <a:rPr lang="en-US" cap="small" dirty="0">
                <a:solidFill>
                  <a:srgbClr val="FFFFFF"/>
                </a:solidFill>
              </a:rPr>
              <a:t>arameters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cap="small" dirty="0">
                <a:solidFill>
                  <a:srgbClr val="FFFFFF"/>
                </a:solidFill>
              </a:rPr>
              <a:t>in</a:t>
            </a:r>
            <a:r>
              <a:rPr lang="en-US" dirty="0">
                <a:solidFill>
                  <a:srgbClr val="FFFFFF"/>
                </a:solidFill>
              </a:rPr>
              <a:t> P</a:t>
            </a:r>
            <a:r>
              <a:rPr lang="en-US" cap="small" dirty="0">
                <a:solidFill>
                  <a:srgbClr val="FFFFFF"/>
                </a:solidFill>
              </a:rPr>
              <a:t>ooling</a:t>
            </a:r>
            <a:r>
              <a:rPr lang="en-US" dirty="0">
                <a:solidFill>
                  <a:srgbClr val="FFFFFF"/>
                </a:solidFill>
              </a:rPr>
              <a:t> L</a:t>
            </a:r>
            <a:r>
              <a:rPr lang="en-US" cap="small" dirty="0">
                <a:solidFill>
                  <a:srgbClr val="FFFFFF"/>
                </a:solidFill>
              </a:rPr>
              <a:t>ayers</a:t>
            </a:r>
            <a:endParaRPr dirty="0"/>
          </a:p>
        </p:txBody>
      </p:sp>
      <p:grpSp>
        <p:nvGrpSpPr>
          <p:cNvPr id="2179" name="Google Shape;2179;p97"/>
          <p:cNvGrpSpPr/>
          <p:nvPr/>
        </p:nvGrpSpPr>
        <p:grpSpPr>
          <a:xfrm>
            <a:off x="890834" y="2866422"/>
            <a:ext cx="109889" cy="1163342"/>
            <a:chOff x="561720" y="1267688"/>
            <a:chExt cx="69291" cy="733552"/>
          </a:xfrm>
        </p:grpSpPr>
        <p:pic>
          <p:nvPicPr>
            <p:cNvPr id="2180" name="Google Shape;2180;p9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61720" y="126768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1" name="Google Shape;2181;p9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61720" y="148910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2" name="Google Shape;2182;p97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61720" y="171052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3" name="Google Shape;2183;p97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61720" y="193194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4" name="Google Shape;2184;p97"/>
          <p:cNvSpPr txBox="1"/>
          <p:nvPr/>
        </p:nvSpPr>
        <p:spPr>
          <a:xfrm>
            <a:off x="626927" y="2331988"/>
            <a:ext cx="2912384" cy="2105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5599" rIns="0" bIns="0" anchor="t" anchorCtr="0">
            <a:spAutoFit/>
          </a:bodyPr>
          <a:lstStyle/>
          <a:p>
            <a:pPr marL="20141" defTabSz="1450147"/>
            <a:r>
              <a:rPr lang="en-US" sz="1665">
                <a:solidFill>
                  <a:srgbClr val="1B1472"/>
                </a:solidFill>
              </a:rPr>
              <a:t>Max Pooling Example</a:t>
            </a:r>
            <a:endParaRPr sz="1665"/>
          </a:p>
          <a:p>
            <a:pPr marL="491439" defTabSz="1450147">
              <a:spcBef>
                <a:spcPts val="523"/>
              </a:spcBef>
            </a:pPr>
            <a:r>
              <a:rPr lang="en-US" sz="1665"/>
              <a:t>Input: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665"/>
              <a:t>56 </a:t>
            </a:r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665"/>
              <a:t>56 </a:t>
            </a:r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665"/>
              <a:t>128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)</a:t>
            </a:r>
            <a:endParaRPr sz="1903">
              <a:latin typeface="Tahoma"/>
              <a:ea typeface="Tahoma"/>
              <a:cs typeface="Tahoma"/>
              <a:sym typeface="Tahoma"/>
            </a:endParaRPr>
          </a:p>
          <a:p>
            <a:pPr marL="491439" defTabSz="1450147">
              <a:spcBef>
                <a:spcPts val="484"/>
              </a:spcBef>
            </a:pPr>
            <a:r>
              <a:rPr lang="en-US" sz="1665"/>
              <a:t>Pool size: 2 </a:t>
            </a:r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665"/>
              <a:t>2</a:t>
            </a:r>
            <a:endParaRPr sz="1665"/>
          </a:p>
          <a:p>
            <a:pPr marL="491439" defTabSz="1450147">
              <a:spcBef>
                <a:spcPts val="722"/>
              </a:spcBef>
            </a:pPr>
            <a:r>
              <a:rPr lang="en-US" sz="1665"/>
              <a:t>Stride: 2</a:t>
            </a:r>
            <a:endParaRPr sz="1665"/>
          </a:p>
          <a:p>
            <a:pPr marL="491439" defTabSz="1450147">
              <a:spcBef>
                <a:spcPts val="530"/>
              </a:spcBef>
            </a:pPr>
            <a:r>
              <a:rPr lang="en-US" sz="1665"/>
              <a:t>Output: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665"/>
              <a:t>28 </a:t>
            </a:r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665"/>
              <a:t>28 </a:t>
            </a:r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665"/>
              <a:t>128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)</a:t>
            </a:r>
            <a:endParaRPr sz="1903">
              <a:latin typeface="Tahoma"/>
              <a:ea typeface="Tahoma"/>
              <a:cs typeface="Tahoma"/>
              <a:sym typeface="Tahoma"/>
            </a:endParaRPr>
          </a:p>
          <a:p>
            <a:pPr marL="20141" defTabSz="1450147">
              <a:spcBef>
                <a:spcPts val="714"/>
              </a:spcBef>
            </a:pPr>
            <a:r>
              <a:rPr lang="en-US" sz="1665">
                <a:solidFill>
                  <a:srgbClr val="1B1472"/>
                </a:solidFill>
              </a:rPr>
              <a:t>Parameters: </a:t>
            </a:r>
            <a:r>
              <a:rPr lang="en-US" sz="1665" b="1"/>
              <a:t>0</a:t>
            </a:r>
            <a:endParaRPr sz="1665"/>
          </a:p>
        </p:txBody>
      </p:sp>
      <p:grpSp>
        <p:nvGrpSpPr>
          <p:cNvPr id="2185" name="Google Shape;2185;p97"/>
          <p:cNvGrpSpPr/>
          <p:nvPr/>
        </p:nvGrpSpPr>
        <p:grpSpPr>
          <a:xfrm>
            <a:off x="5134698" y="2866422"/>
            <a:ext cx="109889" cy="1163342"/>
            <a:chOff x="3237712" y="1267688"/>
            <a:chExt cx="69291" cy="733552"/>
          </a:xfrm>
        </p:grpSpPr>
        <p:pic>
          <p:nvPicPr>
            <p:cNvPr id="2186" name="Google Shape;2186;p97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237712" y="126768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7" name="Google Shape;2187;p97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3237712" y="148910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8" name="Google Shape;2188;p97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3237712" y="171052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9" name="Google Shape;2189;p97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3237712" y="193194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90" name="Google Shape;2190;p97"/>
          <p:cNvSpPr txBox="1"/>
          <p:nvPr/>
        </p:nvSpPr>
        <p:spPr>
          <a:xfrm>
            <a:off x="4870791" y="2331989"/>
            <a:ext cx="2912384" cy="2115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19" rIns="0" bIns="0" anchor="t" anchorCtr="0">
            <a:spAutoFit/>
          </a:bodyPr>
          <a:lstStyle/>
          <a:p>
            <a:pPr marL="491439" marR="176233" indent="-472305" defTabSz="1450147">
              <a:lnSpc>
                <a:spcPct val="126499"/>
              </a:lnSpc>
            </a:pPr>
            <a:r>
              <a:rPr lang="en-US" sz="1665">
                <a:solidFill>
                  <a:srgbClr val="1B1472"/>
                </a:solidFill>
              </a:rPr>
              <a:t>Average Pooling Example </a:t>
            </a:r>
            <a:r>
              <a:rPr lang="en-US" sz="1665"/>
              <a:t>Input: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665"/>
              <a:t>56 </a:t>
            </a:r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665"/>
              <a:t>56 </a:t>
            </a:r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665"/>
              <a:t>128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)</a:t>
            </a:r>
            <a:endParaRPr sz="1903">
              <a:latin typeface="Tahoma"/>
              <a:ea typeface="Tahoma"/>
              <a:cs typeface="Tahoma"/>
              <a:sym typeface="Tahoma"/>
            </a:endParaRPr>
          </a:p>
          <a:p>
            <a:pPr marL="491439" defTabSz="1450147">
              <a:spcBef>
                <a:spcPts val="484"/>
              </a:spcBef>
            </a:pPr>
            <a:r>
              <a:rPr lang="en-US" sz="1665"/>
              <a:t>Pool size: 2 </a:t>
            </a:r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665"/>
              <a:t>2</a:t>
            </a:r>
            <a:endParaRPr sz="1665"/>
          </a:p>
          <a:p>
            <a:pPr marL="491439" defTabSz="1450147">
              <a:spcBef>
                <a:spcPts val="714"/>
              </a:spcBef>
            </a:pPr>
            <a:r>
              <a:rPr lang="en-US" sz="1665"/>
              <a:t>Stride: 2</a:t>
            </a:r>
            <a:endParaRPr sz="1665"/>
          </a:p>
          <a:p>
            <a:pPr marL="491439" defTabSz="1450147">
              <a:spcBef>
                <a:spcPts val="531"/>
              </a:spcBef>
            </a:pPr>
            <a:r>
              <a:rPr lang="en-US" sz="1665"/>
              <a:t>Output: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665"/>
              <a:t>28 </a:t>
            </a:r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665"/>
              <a:t>28 </a:t>
            </a:r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665"/>
              <a:t>128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)</a:t>
            </a:r>
            <a:endParaRPr sz="1903">
              <a:latin typeface="Tahoma"/>
              <a:ea typeface="Tahoma"/>
              <a:cs typeface="Tahoma"/>
              <a:sym typeface="Tahoma"/>
            </a:endParaRPr>
          </a:p>
          <a:p>
            <a:pPr marL="20141" defTabSz="1450147">
              <a:spcBef>
                <a:spcPts val="722"/>
              </a:spcBef>
            </a:pPr>
            <a:r>
              <a:rPr lang="en-US" sz="1665">
                <a:solidFill>
                  <a:srgbClr val="1B1472"/>
                </a:solidFill>
              </a:rPr>
              <a:t>Parameters: </a:t>
            </a:r>
            <a:r>
              <a:rPr lang="en-US" sz="1665" b="1"/>
              <a:t>0</a:t>
            </a:r>
            <a:endParaRPr sz="1665"/>
          </a:p>
        </p:txBody>
      </p:sp>
    </p:spTree>
  </p:cSld>
  <p:clrMapOvr>
    <a:masterClrMapping/>
  </p:clrMapOvr>
  <p:transition>
    <p:cut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" name="Google Shape;2201;p98"/>
          <p:cNvSpPr txBox="1">
            <a:spLocks noGrp="1"/>
          </p:cNvSpPr>
          <p:nvPr>
            <p:ph type="title"/>
          </p:nvPr>
        </p:nvSpPr>
        <p:spPr>
          <a:xfrm>
            <a:off x="151137" y="316488"/>
            <a:ext cx="835447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D</a:t>
            </a:r>
            <a:r>
              <a:rPr lang="en-US" cap="small" dirty="0">
                <a:solidFill>
                  <a:srgbClr val="FFFFFF"/>
                </a:solidFill>
              </a:rPr>
              <a:t>esign</a:t>
            </a:r>
            <a:r>
              <a:rPr lang="en-US" dirty="0">
                <a:solidFill>
                  <a:srgbClr val="FFFFFF"/>
                </a:solidFill>
              </a:rPr>
              <a:t> P</a:t>
            </a:r>
            <a:r>
              <a:rPr lang="en-US" cap="small" dirty="0">
                <a:solidFill>
                  <a:srgbClr val="FFFFFF"/>
                </a:solidFill>
              </a:rPr>
              <a:t>atterns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cap="small" dirty="0">
                <a:solidFill>
                  <a:srgbClr val="FFFFFF"/>
                </a:solidFill>
              </a:rPr>
              <a:t>for</a:t>
            </a:r>
            <a:r>
              <a:rPr lang="en-US" dirty="0">
                <a:solidFill>
                  <a:srgbClr val="FFFFFF"/>
                </a:solidFill>
              </a:rPr>
              <a:t> D</a:t>
            </a:r>
            <a:r>
              <a:rPr lang="en-US" cap="small" dirty="0">
                <a:solidFill>
                  <a:srgbClr val="FFFFFF"/>
                </a:solidFill>
              </a:rPr>
              <a:t>eep</a:t>
            </a:r>
            <a:r>
              <a:rPr lang="en-US" dirty="0">
                <a:solidFill>
                  <a:srgbClr val="FFFFFF"/>
                </a:solidFill>
              </a:rPr>
              <a:t> N</a:t>
            </a:r>
            <a:r>
              <a:rPr lang="en-US" cap="small" dirty="0">
                <a:solidFill>
                  <a:srgbClr val="FFFFFF"/>
                </a:solidFill>
              </a:rPr>
              <a:t>etworks</a:t>
            </a:r>
            <a:endParaRPr dirty="0"/>
          </a:p>
        </p:txBody>
      </p:sp>
      <p:sp>
        <p:nvSpPr>
          <p:cNvPr id="2202" name="Google Shape;2202;p98"/>
          <p:cNvSpPr txBox="1"/>
          <p:nvPr/>
        </p:nvSpPr>
        <p:spPr>
          <a:xfrm>
            <a:off x="550775" y="1514216"/>
            <a:ext cx="5757296" cy="71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2758" rIns="0" bIns="0" anchor="t" anchorCtr="0">
            <a:spAutoFit/>
          </a:bodyPr>
          <a:lstStyle/>
          <a:p>
            <a:pPr marL="20141" defTabSz="1450147"/>
            <a:r>
              <a:rPr lang="en-US" sz="1665">
                <a:solidFill>
                  <a:srgbClr val="EC2027"/>
                </a:solidFill>
              </a:rPr>
              <a:t>How do we design effective deep CNN architectures?</a:t>
            </a:r>
            <a:endParaRPr sz="1665"/>
          </a:p>
          <a:p>
            <a:pPr marL="20141" defTabSz="1450147">
              <a:spcBef>
                <a:spcPts val="745"/>
              </a:spcBef>
            </a:pPr>
            <a:r>
              <a:rPr lang="en-US" sz="1665">
                <a:solidFill>
                  <a:srgbClr val="1B1472"/>
                </a:solidFill>
              </a:rPr>
              <a:t>Key Design Patterns (Common to successful architectures):</a:t>
            </a:r>
            <a:endParaRPr sz="1665"/>
          </a:p>
        </p:txBody>
      </p:sp>
      <p:pic>
        <p:nvPicPr>
          <p:cNvPr id="2203" name="Google Shape;2203;p9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4752" y="2365153"/>
            <a:ext cx="192305" cy="192305"/>
          </a:xfrm>
          <a:prstGeom prst="rect">
            <a:avLst/>
          </a:prstGeom>
          <a:noFill/>
          <a:ln>
            <a:noFill/>
          </a:ln>
        </p:spPr>
      </p:pic>
      <p:sp>
        <p:nvSpPr>
          <p:cNvPr id="2204" name="Google Shape;2204;p98"/>
          <p:cNvSpPr txBox="1"/>
          <p:nvPr/>
        </p:nvSpPr>
        <p:spPr>
          <a:xfrm>
            <a:off x="767492" y="2349532"/>
            <a:ext cx="106747" cy="165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952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952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5" name="Google Shape;2205;p9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4752" y="2704831"/>
            <a:ext cx="192305" cy="192305"/>
          </a:xfrm>
          <a:prstGeom prst="rect">
            <a:avLst/>
          </a:prstGeom>
          <a:noFill/>
          <a:ln>
            <a:noFill/>
          </a:ln>
        </p:spPr>
      </p:pic>
      <p:sp>
        <p:nvSpPr>
          <p:cNvPr id="2206" name="Google Shape;2206;p98"/>
          <p:cNvSpPr txBox="1"/>
          <p:nvPr/>
        </p:nvSpPr>
        <p:spPr>
          <a:xfrm>
            <a:off x="767492" y="2689210"/>
            <a:ext cx="106747" cy="165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952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52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7" name="Google Shape;2207;p9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4752" y="3044508"/>
            <a:ext cx="192305" cy="192305"/>
          </a:xfrm>
          <a:prstGeom prst="rect">
            <a:avLst/>
          </a:prstGeom>
          <a:noFill/>
          <a:ln>
            <a:noFill/>
          </a:ln>
        </p:spPr>
      </p:pic>
      <p:sp>
        <p:nvSpPr>
          <p:cNvPr id="2208" name="Google Shape;2208;p98"/>
          <p:cNvSpPr txBox="1"/>
          <p:nvPr/>
        </p:nvSpPr>
        <p:spPr>
          <a:xfrm>
            <a:off x="767492" y="3028887"/>
            <a:ext cx="106747" cy="165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952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52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9" name="Google Shape;2209;p9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4752" y="3384186"/>
            <a:ext cx="192305" cy="192305"/>
          </a:xfrm>
          <a:prstGeom prst="rect">
            <a:avLst/>
          </a:prstGeom>
          <a:noFill/>
          <a:ln>
            <a:noFill/>
          </a:ln>
        </p:spPr>
      </p:pic>
      <p:sp>
        <p:nvSpPr>
          <p:cNvPr id="2210" name="Google Shape;2210;p98"/>
          <p:cNvSpPr txBox="1"/>
          <p:nvPr/>
        </p:nvSpPr>
        <p:spPr>
          <a:xfrm>
            <a:off x="767492" y="3368565"/>
            <a:ext cx="106747" cy="165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952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52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1" name="Google Shape;2211;p9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24752" y="3723863"/>
            <a:ext cx="192305" cy="192305"/>
          </a:xfrm>
          <a:prstGeom prst="rect">
            <a:avLst/>
          </a:prstGeom>
          <a:noFill/>
          <a:ln>
            <a:noFill/>
          </a:ln>
        </p:spPr>
      </p:pic>
      <p:sp>
        <p:nvSpPr>
          <p:cNvPr id="2212" name="Google Shape;2212;p98"/>
          <p:cNvSpPr txBox="1"/>
          <p:nvPr/>
        </p:nvSpPr>
        <p:spPr>
          <a:xfrm>
            <a:off x="767492" y="3708242"/>
            <a:ext cx="106747" cy="165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952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52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3" name="Google Shape;2213;p98"/>
          <p:cNvSpPr txBox="1"/>
          <p:nvPr/>
        </p:nvSpPr>
        <p:spPr>
          <a:xfrm>
            <a:off x="1022315" y="2212182"/>
            <a:ext cx="3750248" cy="1741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marR="8056" defTabSz="1450147">
              <a:lnSpc>
                <a:spcPct val="133900"/>
              </a:lnSpc>
            </a:pPr>
            <a:r>
              <a:rPr lang="en-US" sz="1665">
                <a:solidFill>
                  <a:srgbClr val="1B1472"/>
                </a:solidFill>
              </a:rPr>
              <a:t>Spatial reduction + Channel expansion Repetitive building blocks Skip/residual connections</a:t>
            </a:r>
            <a:endParaRPr sz="1665"/>
          </a:p>
          <a:p>
            <a:pPr marL="20141" defTabSz="1450147">
              <a:spcBef>
                <a:spcPts val="674"/>
              </a:spcBef>
            </a:pPr>
            <a:r>
              <a:rPr lang="en-US" sz="1665">
                <a:solidFill>
                  <a:srgbClr val="1B1472"/>
                </a:solidFill>
              </a:rPr>
              <a:t>Bottleneck designs</a:t>
            </a:r>
            <a:endParaRPr sz="1665"/>
          </a:p>
          <a:p>
            <a:pPr marL="20141" defTabSz="1450147">
              <a:spcBef>
                <a:spcPts val="674"/>
              </a:spcBef>
            </a:pPr>
            <a:r>
              <a:rPr lang="en-US" sz="1665">
                <a:solidFill>
                  <a:srgbClr val="1B1472"/>
                </a:solidFill>
              </a:rPr>
              <a:t>Multi-scale feature extraction</a:t>
            </a:r>
            <a:endParaRPr sz="1665"/>
          </a:p>
        </p:txBody>
      </p:sp>
      <p:grpSp>
        <p:nvGrpSpPr>
          <p:cNvPr id="2214" name="Google Shape;2214;p98"/>
          <p:cNvGrpSpPr/>
          <p:nvPr/>
        </p:nvGrpSpPr>
        <p:grpSpPr>
          <a:xfrm>
            <a:off x="814682" y="4513794"/>
            <a:ext cx="109889" cy="1128920"/>
            <a:chOff x="513702" y="2306447"/>
            <a:chExt cx="69291" cy="711847"/>
          </a:xfrm>
        </p:grpSpPr>
        <p:pic>
          <p:nvPicPr>
            <p:cNvPr id="2215" name="Google Shape;2215;p98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230644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16" name="Google Shape;2216;p98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13702" y="252063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17" name="Google Shape;2217;p98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13702" y="273481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18" name="Google Shape;2218;p98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513702" y="294900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19" name="Google Shape;2219;p98"/>
          <p:cNvSpPr txBox="1"/>
          <p:nvPr/>
        </p:nvSpPr>
        <p:spPr>
          <a:xfrm>
            <a:off x="550775" y="3967707"/>
            <a:ext cx="3643501" cy="17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6731" rIns="0" bIns="0" anchor="t" anchorCtr="0">
            <a:spAutoFit/>
          </a:bodyPr>
          <a:lstStyle/>
          <a:p>
            <a:pPr marL="20141" defTabSz="1450147"/>
            <a:r>
              <a:rPr lang="en-US" sz="1665">
                <a:solidFill>
                  <a:srgbClr val="1B1472"/>
                </a:solidFill>
              </a:rPr>
              <a:t>Goal: </a:t>
            </a:r>
            <a:r>
              <a:rPr lang="en-US" sz="1665"/>
              <a:t>Balance between:</a:t>
            </a:r>
            <a:endParaRPr sz="1665"/>
          </a:p>
          <a:p>
            <a:pPr marL="491439" marR="8056" defTabSz="1450147">
              <a:lnSpc>
                <a:spcPct val="133800"/>
              </a:lnSpc>
              <a:spcBef>
                <a:spcPts val="16"/>
              </a:spcBef>
            </a:pPr>
            <a:r>
              <a:rPr lang="en-US" sz="1665"/>
              <a:t>Model capacity (expressiveness) Computational efficiency Memory requirements</a:t>
            </a:r>
            <a:endParaRPr sz="1665"/>
          </a:p>
          <a:p>
            <a:pPr marL="491439" defTabSz="1450147">
              <a:spcBef>
                <a:spcPts val="674"/>
              </a:spcBef>
            </a:pPr>
            <a:r>
              <a:rPr lang="en-US" sz="1665"/>
              <a:t>Training stability</a:t>
            </a:r>
            <a:endParaRPr sz="1665"/>
          </a:p>
        </p:txBody>
      </p:sp>
    </p:spTree>
  </p:cSld>
  <p:clrMapOvr>
    <a:masterClrMapping/>
  </p:clrMapOvr>
  <p:transition>
    <p:cut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2230;p99"/>
          <p:cNvSpPr txBox="1">
            <a:spLocks noGrp="1"/>
          </p:cNvSpPr>
          <p:nvPr>
            <p:ph type="title"/>
          </p:nvPr>
        </p:nvSpPr>
        <p:spPr>
          <a:xfrm>
            <a:off x="151137" y="380495"/>
            <a:ext cx="8354474" cy="369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159" rIns="0" bIns="0" anchor="t" anchorCtr="0">
            <a:spAutoFit/>
          </a:bodyPr>
          <a:lstStyle/>
          <a:p>
            <a:pPr marL="20141"/>
            <a:r>
              <a:rPr lang="en-US" sz="2220">
                <a:solidFill>
                  <a:srgbClr val="FFFFFF"/>
                </a:solidFill>
              </a:rPr>
              <a:t>P</a:t>
            </a:r>
            <a:r>
              <a:rPr lang="en-US" sz="2220" cap="small">
                <a:solidFill>
                  <a:srgbClr val="FFFFFF"/>
                </a:solidFill>
              </a:rPr>
              <a:t>attern</a:t>
            </a:r>
            <a:r>
              <a:rPr lang="en-US" sz="2220">
                <a:solidFill>
                  <a:srgbClr val="FFFFFF"/>
                </a:solidFill>
              </a:rPr>
              <a:t> 1: S</a:t>
            </a:r>
            <a:r>
              <a:rPr lang="en-US" sz="2220" cap="small">
                <a:solidFill>
                  <a:srgbClr val="FFFFFF"/>
                </a:solidFill>
              </a:rPr>
              <a:t>patial</a:t>
            </a:r>
            <a:r>
              <a:rPr lang="en-US" sz="2220">
                <a:solidFill>
                  <a:srgbClr val="FFFFFF"/>
                </a:solidFill>
              </a:rPr>
              <a:t> R</a:t>
            </a:r>
            <a:r>
              <a:rPr lang="en-US" sz="2220" cap="small">
                <a:solidFill>
                  <a:srgbClr val="FFFFFF"/>
                </a:solidFill>
              </a:rPr>
              <a:t>eduction</a:t>
            </a:r>
            <a:r>
              <a:rPr lang="en-US" sz="2220">
                <a:solidFill>
                  <a:srgbClr val="FFFFFF"/>
                </a:solidFill>
              </a:rPr>
              <a:t> + C</a:t>
            </a:r>
            <a:r>
              <a:rPr lang="en-US" sz="2220" cap="small">
                <a:solidFill>
                  <a:srgbClr val="FFFFFF"/>
                </a:solidFill>
              </a:rPr>
              <a:t>hannel</a:t>
            </a:r>
            <a:r>
              <a:rPr lang="en-US" sz="2220">
                <a:solidFill>
                  <a:srgbClr val="FFFFFF"/>
                </a:solidFill>
              </a:rPr>
              <a:t> E</a:t>
            </a:r>
            <a:r>
              <a:rPr lang="en-US" sz="2220" cap="small">
                <a:solidFill>
                  <a:srgbClr val="FFFFFF"/>
                </a:solidFill>
              </a:rPr>
              <a:t>xpansion</a:t>
            </a:r>
            <a:endParaRPr sz="2220"/>
          </a:p>
        </p:txBody>
      </p:sp>
      <p:pic>
        <p:nvPicPr>
          <p:cNvPr id="2237" name="Google Shape;2237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692" y="1728611"/>
            <a:ext cx="7953634" cy="3861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" name="Google Shape;2242;p100"/>
          <p:cNvSpPr txBox="1">
            <a:spLocks noGrp="1"/>
          </p:cNvSpPr>
          <p:nvPr>
            <p:ph type="title"/>
          </p:nvPr>
        </p:nvSpPr>
        <p:spPr>
          <a:xfrm>
            <a:off x="151137" y="380496"/>
            <a:ext cx="835447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>
                <a:solidFill>
                  <a:srgbClr val="FFFFFF"/>
                </a:solidFill>
              </a:rPr>
              <a:t>P</a:t>
            </a:r>
            <a:r>
              <a:rPr lang="en-US" cap="small">
                <a:solidFill>
                  <a:srgbClr val="FFFFFF"/>
                </a:solidFill>
              </a:rPr>
              <a:t>attern</a:t>
            </a:r>
            <a:r>
              <a:rPr lang="en-US">
                <a:solidFill>
                  <a:srgbClr val="FFFFFF"/>
                </a:solidFill>
              </a:rPr>
              <a:t> 2: R</a:t>
            </a:r>
            <a:r>
              <a:rPr lang="en-US" cap="small">
                <a:solidFill>
                  <a:srgbClr val="FFFFFF"/>
                </a:solidFill>
              </a:rPr>
              <a:t>epetitive</a:t>
            </a:r>
            <a:r>
              <a:rPr lang="en-US">
                <a:solidFill>
                  <a:srgbClr val="FFFFFF"/>
                </a:solidFill>
              </a:rPr>
              <a:t> B</a:t>
            </a:r>
            <a:r>
              <a:rPr lang="en-US" cap="small">
                <a:solidFill>
                  <a:srgbClr val="FFFFFF"/>
                </a:solidFill>
              </a:rPr>
              <a:t>uilding</a:t>
            </a:r>
            <a:r>
              <a:rPr lang="en-US">
                <a:solidFill>
                  <a:srgbClr val="FFFFFF"/>
                </a:solidFill>
              </a:rPr>
              <a:t> B</a:t>
            </a:r>
            <a:r>
              <a:rPr lang="en-US" cap="small">
                <a:solidFill>
                  <a:srgbClr val="FFFFFF"/>
                </a:solidFill>
              </a:rPr>
              <a:t>locks</a:t>
            </a:r>
            <a:endParaRPr/>
          </a:p>
        </p:txBody>
      </p:sp>
      <p:sp>
        <p:nvSpPr>
          <p:cNvPr id="2243" name="Google Shape;2243;p100"/>
          <p:cNvSpPr txBox="1"/>
          <p:nvPr/>
        </p:nvSpPr>
        <p:spPr>
          <a:xfrm>
            <a:off x="550775" y="1893178"/>
            <a:ext cx="5369582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>
                <a:solidFill>
                  <a:srgbClr val="1B1472"/>
                </a:solidFill>
              </a:rPr>
              <a:t>Instead of arbitrary layers, use repeated modular blocks</a:t>
            </a:r>
            <a:endParaRPr sz="1665"/>
          </a:p>
        </p:txBody>
      </p:sp>
      <p:sp>
        <p:nvSpPr>
          <p:cNvPr id="2244" name="Google Shape;2244;p100"/>
          <p:cNvSpPr txBox="1"/>
          <p:nvPr/>
        </p:nvSpPr>
        <p:spPr>
          <a:xfrm>
            <a:off x="1884824" y="3571398"/>
            <a:ext cx="1042295" cy="276562"/>
          </a:xfrm>
          <a:prstGeom prst="rect">
            <a:avLst/>
          </a:prstGeom>
          <a:solidFill>
            <a:srgbClr val="CCCC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20141" rIns="0" bIns="0" anchor="t" anchorCtr="0">
            <a:spAutoFit/>
          </a:bodyPr>
          <a:lstStyle/>
          <a:p>
            <a:pPr marL="55388" defTabSz="1450147"/>
            <a:r>
              <a:rPr lang="en-US" sz="1665"/>
              <a:t>Conv 3×3</a:t>
            </a:r>
            <a:endParaRPr sz="1665"/>
          </a:p>
        </p:txBody>
      </p:sp>
      <p:sp>
        <p:nvSpPr>
          <p:cNvPr id="2245" name="Google Shape;2245;p100"/>
          <p:cNvSpPr txBox="1"/>
          <p:nvPr/>
        </p:nvSpPr>
        <p:spPr>
          <a:xfrm>
            <a:off x="1884824" y="4001365"/>
            <a:ext cx="1042295" cy="276562"/>
          </a:xfrm>
          <a:prstGeom prst="rect">
            <a:avLst/>
          </a:prstGeom>
          <a:solidFill>
            <a:srgbClr val="CCCC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20141" rIns="0" bIns="0" anchor="t" anchorCtr="0">
            <a:spAutoFit/>
          </a:bodyPr>
          <a:lstStyle/>
          <a:p>
            <a:pPr marL="55388" defTabSz="1450147"/>
            <a:r>
              <a:rPr lang="en-US" sz="1665"/>
              <a:t>Conv 3×3</a:t>
            </a:r>
            <a:endParaRPr sz="1665"/>
          </a:p>
        </p:txBody>
      </p:sp>
      <p:sp>
        <p:nvSpPr>
          <p:cNvPr id="2246" name="Google Shape;2246;p100"/>
          <p:cNvSpPr txBox="1"/>
          <p:nvPr/>
        </p:nvSpPr>
        <p:spPr>
          <a:xfrm>
            <a:off x="1884824" y="4431354"/>
            <a:ext cx="1042295" cy="273479"/>
          </a:xfrm>
          <a:prstGeom prst="rect">
            <a:avLst/>
          </a:prstGeom>
          <a:solidFill>
            <a:srgbClr val="FFCCC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7088" rIns="0" bIns="0" anchor="t" anchorCtr="0">
            <a:spAutoFit/>
          </a:bodyPr>
          <a:lstStyle/>
          <a:p>
            <a:pPr marL="103726" defTabSz="1450147"/>
            <a:r>
              <a:rPr lang="en-US" sz="1665"/>
              <a:t>MaxPool</a:t>
            </a:r>
            <a:endParaRPr sz="1665"/>
          </a:p>
        </p:txBody>
      </p:sp>
      <p:sp>
        <p:nvSpPr>
          <p:cNvPr id="2247" name="Google Shape;2247;p100"/>
          <p:cNvSpPr txBox="1"/>
          <p:nvPr/>
        </p:nvSpPr>
        <p:spPr>
          <a:xfrm>
            <a:off x="467070" y="2370913"/>
            <a:ext cx="2782475" cy="112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6379" rIns="0" bIns="0" anchor="t" anchorCtr="0">
            <a:spAutoFit/>
          </a:bodyPr>
          <a:lstStyle/>
          <a:p>
            <a:pPr marL="20141" defTabSz="1450147"/>
            <a:r>
              <a:rPr lang="en-US" sz="1665">
                <a:solidFill>
                  <a:srgbClr val="1B1472"/>
                </a:solidFill>
              </a:rPr>
              <a:t>VGG Block:</a:t>
            </a:r>
            <a:endParaRPr sz="1665"/>
          </a:p>
          <a:p>
            <a:pPr marL="20141" defTabSz="1450147">
              <a:spcBef>
                <a:spcPts val="285"/>
              </a:spcBef>
            </a:pPr>
            <a:r>
              <a:rPr lang="en-US" sz="1665"/>
              <a:t>Multiple 3×3 convs + pooling</a:t>
            </a:r>
            <a:endParaRPr sz="1665"/>
          </a:p>
          <a:p>
            <a:pPr defTabSz="1450147">
              <a:spcBef>
                <a:spcPts val="32"/>
              </a:spcBef>
            </a:pPr>
            <a:endParaRPr sz="1665"/>
          </a:p>
          <a:p>
            <a:pPr marL="1408856" defTabSz="1450147"/>
            <a:r>
              <a:rPr lang="en-US" sz="1665"/>
              <a:t>VGG Block</a:t>
            </a:r>
            <a:endParaRPr sz="1665"/>
          </a:p>
        </p:txBody>
      </p:sp>
      <p:grpSp>
        <p:nvGrpSpPr>
          <p:cNvPr id="2248" name="Google Shape;2248;p100"/>
          <p:cNvGrpSpPr/>
          <p:nvPr/>
        </p:nvGrpSpPr>
        <p:grpSpPr>
          <a:xfrm>
            <a:off x="2342840" y="3883169"/>
            <a:ext cx="125881" cy="536173"/>
            <a:chOff x="1477290" y="1908803"/>
            <a:chExt cx="79375" cy="338087"/>
          </a:xfrm>
        </p:grpSpPr>
        <p:sp>
          <p:nvSpPr>
            <p:cNvPr id="2249" name="Google Shape;2249;p100"/>
            <p:cNvSpPr/>
            <p:nvPr/>
          </p:nvSpPr>
          <p:spPr>
            <a:xfrm>
              <a:off x="1516799" y="1908803"/>
              <a:ext cx="0" cy="62230"/>
            </a:xfrm>
            <a:custGeom>
              <a:avLst/>
              <a:gdLst/>
              <a:ahLst/>
              <a:cxnLst/>
              <a:rect l="l" t="t" r="r" b="b"/>
              <a:pathLst>
                <a:path w="120000" h="62230" extrusionOk="0">
                  <a:moveTo>
                    <a:pt x="0" y="0"/>
                  </a:moveTo>
                  <a:lnTo>
                    <a:pt x="0" y="61886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250" name="Google Shape;2250;p100"/>
            <p:cNvSpPr/>
            <p:nvPr/>
          </p:nvSpPr>
          <p:spPr>
            <a:xfrm>
              <a:off x="1477290" y="1943359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5" extrusionOk="0">
                  <a:moveTo>
                    <a:pt x="79018" y="0"/>
                  </a:moveTo>
                  <a:lnTo>
                    <a:pt x="63492" y="5689"/>
                  </a:lnTo>
                  <a:lnTo>
                    <a:pt x="52102" y="13432"/>
                  </a:lnTo>
                  <a:lnTo>
                    <a:pt x="44293" y="22556"/>
                  </a:lnTo>
                  <a:lnTo>
                    <a:pt x="39509" y="32390"/>
                  </a:lnTo>
                  <a:lnTo>
                    <a:pt x="34724" y="22556"/>
                  </a:lnTo>
                  <a:lnTo>
                    <a:pt x="26915" y="13432"/>
                  </a:lnTo>
                  <a:lnTo>
                    <a:pt x="15525" y="5689"/>
                  </a:ln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251" name="Google Shape;2251;p100"/>
            <p:cNvSpPr/>
            <p:nvPr/>
          </p:nvSpPr>
          <p:spPr>
            <a:xfrm>
              <a:off x="1516799" y="2179935"/>
              <a:ext cx="0" cy="62230"/>
            </a:xfrm>
            <a:custGeom>
              <a:avLst/>
              <a:gdLst/>
              <a:ahLst/>
              <a:cxnLst/>
              <a:rect l="l" t="t" r="r" b="b"/>
              <a:pathLst>
                <a:path w="120000" h="62230" extrusionOk="0">
                  <a:moveTo>
                    <a:pt x="0" y="0"/>
                  </a:moveTo>
                  <a:lnTo>
                    <a:pt x="0" y="6190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252" name="Google Shape;2252;p100"/>
            <p:cNvSpPr/>
            <p:nvPr/>
          </p:nvSpPr>
          <p:spPr>
            <a:xfrm>
              <a:off x="1477290" y="2214506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5" extrusionOk="0">
                  <a:moveTo>
                    <a:pt x="79018" y="0"/>
                  </a:moveTo>
                  <a:lnTo>
                    <a:pt x="63492" y="5689"/>
                  </a:lnTo>
                  <a:lnTo>
                    <a:pt x="52102" y="13432"/>
                  </a:lnTo>
                  <a:lnTo>
                    <a:pt x="44293" y="22556"/>
                  </a:lnTo>
                  <a:lnTo>
                    <a:pt x="39509" y="32390"/>
                  </a:lnTo>
                  <a:lnTo>
                    <a:pt x="34724" y="22556"/>
                  </a:lnTo>
                  <a:lnTo>
                    <a:pt x="26915" y="13432"/>
                  </a:lnTo>
                  <a:lnTo>
                    <a:pt x="15525" y="5689"/>
                  </a:ln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graphicFrame>
        <p:nvGraphicFramePr>
          <p:cNvPr id="2253" name="Google Shape;2253;p100"/>
          <p:cNvGraphicFramePr/>
          <p:nvPr/>
        </p:nvGraphicFramePr>
        <p:xfrm>
          <a:off x="6188432" y="3558061"/>
          <a:ext cx="1117824" cy="793547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81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67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7150">
                <a:tc>
                  <a:txBody>
                    <a:bodyPr/>
                    <a:lstStyle/>
                    <a:p>
                      <a:pPr marL="4508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Conv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0141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152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3×3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0141" marB="0">
                    <a:lnL w="12700" cap="flat" cmpd="sng">
                      <a:solidFill>
                        <a:srgbClr val="FF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247">
                <a:tc>
                  <a:txBody>
                    <a:bodyPr/>
                    <a:lstStyle/>
                    <a:p>
                      <a:pPr marL="0" marR="2159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R w="12700" cap="flat" cmpd="sng">
                      <a:solidFill>
                        <a:srgbClr val="FF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150">
                <a:tc>
                  <a:txBody>
                    <a:bodyPr/>
                    <a:lstStyle/>
                    <a:p>
                      <a:pPr marL="4508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Conv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0141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152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3×3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0141" marB="0">
                    <a:lnL w="12700" cap="flat" cmpd="sng">
                      <a:solidFill>
                        <a:srgbClr val="FF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2254" name="Google Shape;2254;p100"/>
          <p:cNvGrpSpPr/>
          <p:nvPr/>
        </p:nvGrpSpPr>
        <p:grpSpPr>
          <a:xfrm>
            <a:off x="6543792" y="4536226"/>
            <a:ext cx="371601" cy="371601"/>
            <a:chOff x="4126224" y="2320592"/>
            <a:chExt cx="234315" cy="234315"/>
          </a:xfrm>
        </p:grpSpPr>
        <p:sp>
          <p:nvSpPr>
            <p:cNvPr id="2255" name="Google Shape;2255;p100"/>
            <p:cNvSpPr/>
            <p:nvPr/>
          </p:nvSpPr>
          <p:spPr>
            <a:xfrm>
              <a:off x="4126224" y="2320592"/>
              <a:ext cx="234315" cy="234315"/>
            </a:xfrm>
            <a:custGeom>
              <a:avLst/>
              <a:gdLst/>
              <a:ahLst/>
              <a:cxnLst/>
              <a:rect l="l" t="t" r="r" b="b"/>
              <a:pathLst>
                <a:path w="234314" h="234314" extrusionOk="0">
                  <a:moveTo>
                    <a:pt x="116972" y="0"/>
                  </a:moveTo>
                  <a:lnTo>
                    <a:pt x="71441" y="9192"/>
                  </a:lnTo>
                  <a:lnTo>
                    <a:pt x="34260" y="34260"/>
                  </a:lnTo>
                  <a:lnTo>
                    <a:pt x="9192" y="71441"/>
                  </a:lnTo>
                  <a:lnTo>
                    <a:pt x="0" y="116972"/>
                  </a:lnTo>
                  <a:lnTo>
                    <a:pt x="9192" y="162504"/>
                  </a:lnTo>
                  <a:lnTo>
                    <a:pt x="34260" y="199685"/>
                  </a:lnTo>
                  <a:lnTo>
                    <a:pt x="71441" y="224753"/>
                  </a:lnTo>
                  <a:lnTo>
                    <a:pt x="116972" y="233945"/>
                  </a:lnTo>
                  <a:lnTo>
                    <a:pt x="162504" y="224753"/>
                  </a:lnTo>
                  <a:lnTo>
                    <a:pt x="199685" y="199685"/>
                  </a:lnTo>
                  <a:lnTo>
                    <a:pt x="224753" y="162504"/>
                  </a:lnTo>
                  <a:lnTo>
                    <a:pt x="233945" y="116972"/>
                  </a:lnTo>
                  <a:lnTo>
                    <a:pt x="224753" y="71441"/>
                  </a:lnTo>
                  <a:lnTo>
                    <a:pt x="199685" y="34260"/>
                  </a:lnTo>
                  <a:lnTo>
                    <a:pt x="162504" y="9192"/>
                  </a:lnTo>
                  <a:lnTo>
                    <a:pt x="116972" y="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256" name="Google Shape;2256;p100"/>
            <p:cNvSpPr/>
            <p:nvPr/>
          </p:nvSpPr>
          <p:spPr>
            <a:xfrm>
              <a:off x="4126224" y="2320592"/>
              <a:ext cx="234315" cy="234315"/>
            </a:xfrm>
            <a:custGeom>
              <a:avLst/>
              <a:gdLst/>
              <a:ahLst/>
              <a:cxnLst/>
              <a:rect l="l" t="t" r="r" b="b"/>
              <a:pathLst>
                <a:path w="234314" h="234314" extrusionOk="0">
                  <a:moveTo>
                    <a:pt x="233945" y="116972"/>
                  </a:moveTo>
                  <a:lnTo>
                    <a:pt x="224753" y="71441"/>
                  </a:lnTo>
                  <a:lnTo>
                    <a:pt x="199685" y="34260"/>
                  </a:lnTo>
                  <a:lnTo>
                    <a:pt x="162504" y="9192"/>
                  </a:lnTo>
                  <a:lnTo>
                    <a:pt x="116972" y="0"/>
                  </a:lnTo>
                  <a:lnTo>
                    <a:pt x="71441" y="9192"/>
                  </a:lnTo>
                  <a:lnTo>
                    <a:pt x="34260" y="34260"/>
                  </a:lnTo>
                  <a:lnTo>
                    <a:pt x="9192" y="71441"/>
                  </a:lnTo>
                  <a:lnTo>
                    <a:pt x="0" y="116972"/>
                  </a:lnTo>
                  <a:lnTo>
                    <a:pt x="9192" y="162504"/>
                  </a:lnTo>
                  <a:lnTo>
                    <a:pt x="34260" y="199685"/>
                  </a:lnTo>
                  <a:lnTo>
                    <a:pt x="71441" y="224753"/>
                  </a:lnTo>
                  <a:lnTo>
                    <a:pt x="116972" y="233945"/>
                  </a:lnTo>
                  <a:lnTo>
                    <a:pt x="162504" y="224753"/>
                  </a:lnTo>
                  <a:lnTo>
                    <a:pt x="199685" y="199685"/>
                  </a:lnTo>
                  <a:lnTo>
                    <a:pt x="224753" y="162504"/>
                  </a:lnTo>
                  <a:lnTo>
                    <a:pt x="233945" y="116972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sp>
        <p:nvSpPr>
          <p:cNvPr id="2257" name="Google Shape;2257;p100"/>
          <p:cNvSpPr txBox="1"/>
          <p:nvPr/>
        </p:nvSpPr>
        <p:spPr>
          <a:xfrm>
            <a:off x="6645874" y="4539318"/>
            <a:ext cx="167170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/>
              <a:t>+</a:t>
            </a:r>
            <a:endParaRPr sz="1665"/>
          </a:p>
        </p:txBody>
      </p:sp>
      <p:grpSp>
        <p:nvGrpSpPr>
          <p:cNvPr id="2258" name="Google Shape;2258;p100"/>
          <p:cNvGrpSpPr/>
          <p:nvPr/>
        </p:nvGrpSpPr>
        <p:grpSpPr>
          <a:xfrm>
            <a:off x="6692464" y="3487574"/>
            <a:ext cx="125881" cy="1036645"/>
            <a:chOff x="4203688" y="1659359"/>
            <a:chExt cx="79375" cy="653662"/>
          </a:xfrm>
        </p:grpSpPr>
        <p:sp>
          <p:nvSpPr>
            <p:cNvPr id="2259" name="Google Shape;2259;p100"/>
            <p:cNvSpPr/>
            <p:nvPr/>
          </p:nvSpPr>
          <p:spPr>
            <a:xfrm>
              <a:off x="4243197" y="2210060"/>
              <a:ext cx="0" cy="98425"/>
            </a:xfrm>
            <a:custGeom>
              <a:avLst/>
              <a:gdLst/>
              <a:ahLst/>
              <a:cxnLst/>
              <a:rect l="l" t="t" r="r" b="b"/>
              <a:pathLst>
                <a:path w="120000" h="98425" extrusionOk="0">
                  <a:moveTo>
                    <a:pt x="0" y="0"/>
                  </a:moveTo>
                  <a:lnTo>
                    <a:pt x="0" y="97907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260" name="Google Shape;2260;p100"/>
            <p:cNvSpPr/>
            <p:nvPr/>
          </p:nvSpPr>
          <p:spPr>
            <a:xfrm>
              <a:off x="4203688" y="2280637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5" extrusionOk="0">
                  <a:moveTo>
                    <a:pt x="79018" y="0"/>
                  </a:moveTo>
                  <a:lnTo>
                    <a:pt x="63492" y="5689"/>
                  </a:lnTo>
                  <a:lnTo>
                    <a:pt x="52102" y="13432"/>
                  </a:lnTo>
                  <a:lnTo>
                    <a:pt x="44293" y="22556"/>
                  </a:lnTo>
                  <a:lnTo>
                    <a:pt x="39509" y="32390"/>
                  </a:lnTo>
                  <a:lnTo>
                    <a:pt x="34724" y="22556"/>
                  </a:lnTo>
                  <a:lnTo>
                    <a:pt x="26915" y="13432"/>
                  </a:lnTo>
                  <a:lnTo>
                    <a:pt x="15525" y="5689"/>
                  </a:ln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261" name="Google Shape;2261;p100"/>
            <p:cNvSpPr/>
            <p:nvPr/>
          </p:nvSpPr>
          <p:spPr>
            <a:xfrm>
              <a:off x="4243197" y="1659359"/>
              <a:ext cx="0" cy="648970"/>
            </a:xfrm>
            <a:custGeom>
              <a:avLst/>
              <a:gdLst/>
              <a:ahLst/>
              <a:cxnLst/>
              <a:rect l="l" t="t" r="r" b="b"/>
              <a:pathLst>
                <a:path w="120000" h="648969" extrusionOk="0">
                  <a:moveTo>
                    <a:pt x="0" y="0"/>
                  </a:moveTo>
                  <a:lnTo>
                    <a:pt x="0" y="576009"/>
                  </a:lnTo>
                  <a:lnTo>
                    <a:pt x="0" y="648607"/>
                  </a:lnTo>
                </a:path>
              </a:pathLst>
            </a:custGeom>
            <a:noFill/>
            <a:ln w="10100" cap="flat" cmpd="sng">
              <a:solidFill>
                <a:srgbClr val="FF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262" name="Google Shape;2262;p100"/>
            <p:cNvSpPr/>
            <p:nvPr/>
          </p:nvSpPr>
          <p:spPr>
            <a:xfrm>
              <a:off x="4203688" y="2280637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5" extrusionOk="0">
                  <a:moveTo>
                    <a:pt x="79018" y="0"/>
                  </a:moveTo>
                  <a:lnTo>
                    <a:pt x="63492" y="5689"/>
                  </a:lnTo>
                  <a:lnTo>
                    <a:pt x="52102" y="13432"/>
                  </a:lnTo>
                  <a:lnTo>
                    <a:pt x="44293" y="22556"/>
                  </a:lnTo>
                  <a:lnTo>
                    <a:pt x="39509" y="32390"/>
                  </a:lnTo>
                  <a:lnTo>
                    <a:pt x="34724" y="22556"/>
                  </a:lnTo>
                  <a:lnTo>
                    <a:pt x="26915" y="13432"/>
                  </a:lnTo>
                  <a:lnTo>
                    <a:pt x="15525" y="5689"/>
                  </a:ln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sp>
        <p:nvSpPr>
          <p:cNvPr id="2263" name="Google Shape;2263;p100"/>
          <p:cNvSpPr txBox="1"/>
          <p:nvPr/>
        </p:nvSpPr>
        <p:spPr>
          <a:xfrm>
            <a:off x="4790871" y="2367729"/>
            <a:ext cx="2613291" cy="110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6379" rIns="0" bIns="0" anchor="t" anchorCtr="0">
            <a:spAutoFit/>
          </a:bodyPr>
          <a:lstStyle/>
          <a:p>
            <a:pPr marL="20141" defTabSz="1450147"/>
            <a:r>
              <a:rPr lang="en-US" sz="1665">
                <a:solidFill>
                  <a:srgbClr val="1B1472"/>
                </a:solidFill>
              </a:rPr>
              <a:t>ResNet Block:</a:t>
            </a:r>
            <a:endParaRPr sz="1665"/>
          </a:p>
          <a:p>
            <a:pPr marL="20141" defTabSz="1450147">
              <a:spcBef>
                <a:spcPts val="293"/>
              </a:spcBef>
            </a:pPr>
            <a:r>
              <a:rPr lang="en-US" sz="1665"/>
              <a:t>Convs + skip connection</a:t>
            </a:r>
            <a:endParaRPr sz="1665"/>
          </a:p>
          <a:p>
            <a:pPr marL="1283984" defTabSz="1450147">
              <a:spcBef>
                <a:spcPts val="1895"/>
              </a:spcBef>
            </a:pPr>
            <a:r>
              <a:rPr lang="en-US" sz="1665"/>
              <a:t>ResNet Block</a:t>
            </a:r>
            <a:endParaRPr sz="1665"/>
          </a:p>
        </p:txBody>
      </p:sp>
      <p:sp>
        <p:nvSpPr>
          <p:cNvPr id="2264" name="Google Shape;2264;p100"/>
          <p:cNvSpPr txBox="1"/>
          <p:nvPr/>
        </p:nvSpPr>
        <p:spPr>
          <a:xfrm>
            <a:off x="550775" y="5024051"/>
            <a:ext cx="5035242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>
                <a:solidFill>
                  <a:srgbClr val="1B1472"/>
                </a:solidFill>
              </a:rPr>
              <a:t>Benefits: Modularity, easier to scale, proven designs</a:t>
            </a:r>
            <a:endParaRPr sz="1665"/>
          </a:p>
        </p:txBody>
      </p:sp>
    </p:spTree>
  </p:cSld>
  <p:clrMapOvr>
    <a:masterClrMapping/>
  </p:clrMapOvr>
  <p:transition>
    <p:cut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5" name="Google Shape;2275;p101"/>
          <p:cNvSpPr txBox="1">
            <a:spLocks noGrp="1"/>
          </p:cNvSpPr>
          <p:nvPr>
            <p:ph type="title"/>
          </p:nvPr>
        </p:nvSpPr>
        <p:spPr>
          <a:xfrm>
            <a:off x="151137" y="316488"/>
            <a:ext cx="835447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P</a:t>
            </a:r>
            <a:r>
              <a:rPr lang="en-US" cap="small" dirty="0">
                <a:solidFill>
                  <a:srgbClr val="FFFFFF"/>
                </a:solidFill>
              </a:rPr>
              <a:t>attern</a:t>
            </a:r>
            <a:r>
              <a:rPr lang="en-US" dirty="0">
                <a:solidFill>
                  <a:srgbClr val="FFFFFF"/>
                </a:solidFill>
              </a:rPr>
              <a:t> 3: S</a:t>
            </a:r>
            <a:r>
              <a:rPr lang="en-US" cap="small" dirty="0">
                <a:solidFill>
                  <a:srgbClr val="FFFFFF"/>
                </a:solidFill>
              </a:rPr>
              <a:t>kip</a:t>
            </a:r>
            <a:r>
              <a:rPr lang="en-US" dirty="0">
                <a:solidFill>
                  <a:srgbClr val="FFFFFF"/>
                </a:solidFill>
              </a:rPr>
              <a:t>/R</a:t>
            </a:r>
            <a:r>
              <a:rPr lang="en-US" cap="small" dirty="0">
                <a:solidFill>
                  <a:srgbClr val="FFFFFF"/>
                </a:solidFill>
              </a:rPr>
              <a:t>esidual</a:t>
            </a:r>
            <a:r>
              <a:rPr lang="en-US" dirty="0">
                <a:solidFill>
                  <a:srgbClr val="FFFFFF"/>
                </a:solidFill>
              </a:rPr>
              <a:t> C</a:t>
            </a:r>
            <a:r>
              <a:rPr lang="en-US" cap="small" dirty="0">
                <a:solidFill>
                  <a:srgbClr val="FFFFFF"/>
                </a:solidFill>
              </a:rPr>
              <a:t>onnections</a:t>
            </a:r>
            <a:endParaRPr dirty="0"/>
          </a:p>
        </p:txBody>
      </p:sp>
      <p:grpSp>
        <p:nvGrpSpPr>
          <p:cNvPr id="2276" name="Google Shape;2276;p101"/>
          <p:cNvGrpSpPr/>
          <p:nvPr/>
        </p:nvGrpSpPr>
        <p:grpSpPr>
          <a:xfrm>
            <a:off x="2020860" y="2827394"/>
            <a:ext cx="4111240" cy="379040"/>
            <a:chOff x="1274264" y="1243079"/>
            <a:chExt cx="2592365" cy="239006"/>
          </a:xfrm>
        </p:grpSpPr>
        <p:pic>
          <p:nvPicPr>
            <p:cNvPr id="2277" name="Google Shape;2277;p10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274264" y="1243200"/>
              <a:ext cx="238765" cy="2387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78" name="Google Shape;2278;p101"/>
            <p:cNvSpPr/>
            <p:nvPr/>
          </p:nvSpPr>
          <p:spPr>
            <a:xfrm>
              <a:off x="1875564" y="1252473"/>
              <a:ext cx="512445" cy="220345"/>
            </a:xfrm>
            <a:custGeom>
              <a:avLst/>
              <a:gdLst/>
              <a:ahLst/>
              <a:cxnLst/>
              <a:rect l="l" t="t" r="r" b="b"/>
              <a:pathLst>
                <a:path w="512444" h="220344" extrusionOk="0">
                  <a:moveTo>
                    <a:pt x="512234" y="0"/>
                  </a:moveTo>
                  <a:lnTo>
                    <a:pt x="0" y="0"/>
                  </a:lnTo>
                  <a:lnTo>
                    <a:pt x="0" y="220219"/>
                  </a:lnTo>
                  <a:lnTo>
                    <a:pt x="512234" y="220219"/>
                  </a:lnTo>
                  <a:lnTo>
                    <a:pt x="512234" y="0"/>
                  </a:lnTo>
                  <a:close/>
                </a:path>
              </a:pathLst>
            </a:custGeom>
            <a:solidFill>
              <a:srgbClr val="FFE5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279" name="Google Shape;2279;p101"/>
            <p:cNvSpPr/>
            <p:nvPr/>
          </p:nvSpPr>
          <p:spPr>
            <a:xfrm>
              <a:off x="1875564" y="1252473"/>
              <a:ext cx="512445" cy="220345"/>
            </a:xfrm>
            <a:custGeom>
              <a:avLst/>
              <a:gdLst/>
              <a:ahLst/>
              <a:cxnLst/>
              <a:rect l="l" t="t" r="r" b="b"/>
              <a:pathLst>
                <a:path w="512444" h="220344" extrusionOk="0">
                  <a:moveTo>
                    <a:pt x="0" y="220219"/>
                  </a:moveTo>
                  <a:lnTo>
                    <a:pt x="512234" y="220219"/>
                  </a:lnTo>
                  <a:lnTo>
                    <a:pt x="512234" y="0"/>
                  </a:lnTo>
                  <a:lnTo>
                    <a:pt x="0" y="0"/>
                  </a:lnTo>
                  <a:lnTo>
                    <a:pt x="0" y="220219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280" name="Google Shape;2280;p101"/>
            <p:cNvSpPr/>
            <p:nvPr/>
          </p:nvSpPr>
          <p:spPr>
            <a:xfrm>
              <a:off x="2752860" y="1252473"/>
              <a:ext cx="512445" cy="220345"/>
            </a:xfrm>
            <a:custGeom>
              <a:avLst/>
              <a:gdLst/>
              <a:ahLst/>
              <a:cxnLst/>
              <a:rect l="l" t="t" r="r" b="b"/>
              <a:pathLst>
                <a:path w="512445" h="220344" extrusionOk="0">
                  <a:moveTo>
                    <a:pt x="512234" y="0"/>
                  </a:moveTo>
                  <a:lnTo>
                    <a:pt x="0" y="0"/>
                  </a:lnTo>
                  <a:lnTo>
                    <a:pt x="0" y="220219"/>
                  </a:lnTo>
                  <a:lnTo>
                    <a:pt x="512234" y="220219"/>
                  </a:lnTo>
                  <a:lnTo>
                    <a:pt x="512234" y="0"/>
                  </a:lnTo>
                  <a:close/>
                </a:path>
              </a:pathLst>
            </a:custGeom>
            <a:solidFill>
              <a:srgbClr val="FFE5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281" name="Google Shape;2281;p101"/>
            <p:cNvSpPr/>
            <p:nvPr/>
          </p:nvSpPr>
          <p:spPr>
            <a:xfrm>
              <a:off x="2752860" y="1252473"/>
              <a:ext cx="512445" cy="220345"/>
            </a:xfrm>
            <a:custGeom>
              <a:avLst/>
              <a:gdLst/>
              <a:ahLst/>
              <a:cxnLst/>
              <a:rect l="l" t="t" r="r" b="b"/>
              <a:pathLst>
                <a:path w="512445" h="220344" extrusionOk="0">
                  <a:moveTo>
                    <a:pt x="0" y="220219"/>
                  </a:moveTo>
                  <a:lnTo>
                    <a:pt x="512234" y="220219"/>
                  </a:lnTo>
                  <a:lnTo>
                    <a:pt x="512234" y="0"/>
                  </a:lnTo>
                  <a:lnTo>
                    <a:pt x="0" y="0"/>
                  </a:lnTo>
                  <a:lnTo>
                    <a:pt x="0" y="220219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pic>
          <p:nvPicPr>
            <p:cNvPr id="2282" name="Google Shape;2282;p10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627623" y="1243079"/>
              <a:ext cx="239006" cy="23900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83" name="Google Shape;2283;p101"/>
          <p:cNvSpPr txBox="1"/>
          <p:nvPr/>
        </p:nvSpPr>
        <p:spPr>
          <a:xfrm>
            <a:off x="2129806" y="2837709"/>
            <a:ext cx="3896088" cy="537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 b="1"/>
              <a:t>x	   </a:t>
            </a:r>
            <a:r>
              <a:rPr lang="en-US" sz="1665"/>
              <a:t>Weight	  Weight	 +</a:t>
            </a:r>
            <a:endParaRPr sz="1665"/>
          </a:p>
        </p:txBody>
      </p:sp>
      <p:grpSp>
        <p:nvGrpSpPr>
          <p:cNvPr id="2284" name="Google Shape;2284;p101"/>
          <p:cNvGrpSpPr/>
          <p:nvPr/>
        </p:nvGrpSpPr>
        <p:grpSpPr>
          <a:xfrm>
            <a:off x="6707031" y="2815444"/>
            <a:ext cx="403826" cy="403826"/>
            <a:chOff x="4229155" y="1235543"/>
            <a:chExt cx="254635" cy="254635"/>
          </a:xfrm>
        </p:grpSpPr>
        <p:sp>
          <p:nvSpPr>
            <p:cNvPr id="2285" name="Google Shape;2285;p101"/>
            <p:cNvSpPr/>
            <p:nvPr/>
          </p:nvSpPr>
          <p:spPr>
            <a:xfrm>
              <a:off x="4229155" y="1235543"/>
              <a:ext cx="254635" cy="254635"/>
            </a:xfrm>
            <a:custGeom>
              <a:avLst/>
              <a:gdLst/>
              <a:ahLst/>
              <a:cxnLst/>
              <a:rect l="l" t="t" r="r" b="b"/>
              <a:pathLst>
                <a:path w="254635" h="254634" extrusionOk="0">
                  <a:moveTo>
                    <a:pt x="127040" y="0"/>
                  </a:moveTo>
                  <a:lnTo>
                    <a:pt x="77590" y="9983"/>
                  </a:lnTo>
                  <a:lnTo>
                    <a:pt x="37208" y="37208"/>
                  </a:lnTo>
                  <a:lnTo>
                    <a:pt x="9983" y="77589"/>
                  </a:lnTo>
                  <a:lnTo>
                    <a:pt x="0" y="127039"/>
                  </a:lnTo>
                  <a:lnTo>
                    <a:pt x="9983" y="176489"/>
                  </a:lnTo>
                  <a:lnTo>
                    <a:pt x="37208" y="216870"/>
                  </a:lnTo>
                  <a:lnTo>
                    <a:pt x="77590" y="244096"/>
                  </a:lnTo>
                  <a:lnTo>
                    <a:pt x="127040" y="254079"/>
                  </a:lnTo>
                  <a:lnTo>
                    <a:pt x="176490" y="244096"/>
                  </a:lnTo>
                  <a:lnTo>
                    <a:pt x="216871" y="216870"/>
                  </a:lnTo>
                  <a:lnTo>
                    <a:pt x="244096" y="176489"/>
                  </a:lnTo>
                  <a:lnTo>
                    <a:pt x="254080" y="127039"/>
                  </a:lnTo>
                  <a:lnTo>
                    <a:pt x="244096" y="77589"/>
                  </a:lnTo>
                  <a:lnTo>
                    <a:pt x="216871" y="37208"/>
                  </a:lnTo>
                  <a:lnTo>
                    <a:pt x="176490" y="9983"/>
                  </a:lnTo>
                  <a:lnTo>
                    <a:pt x="127040" y="0"/>
                  </a:ln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286" name="Google Shape;2286;p101"/>
            <p:cNvSpPr/>
            <p:nvPr/>
          </p:nvSpPr>
          <p:spPr>
            <a:xfrm>
              <a:off x="4229155" y="1235543"/>
              <a:ext cx="254635" cy="254635"/>
            </a:xfrm>
            <a:custGeom>
              <a:avLst/>
              <a:gdLst/>
              <a:ahLst/>
              <a:cxnLst/>
              <a:rect l="l" t="t" r="r" b="b"/>
              <a:pathLst>
                <a:path w="254635" h="254634" extrusionOk="0">
                  <a:moveTo>
                    <a:pt x="254080" y="127039"/>
                  </a:moveTo>
                  <a:lnTo>
                    <a:pt x="244096" y="77589"/>
                  </a:lnTo>
                  <a:lnTo>
                    <a:pt x="216871" y="37208"/>
                  </a:lnTo>
                  <a:lnTo>
                    <a:pt x="176490" y="9983"/>
                  </a:lnTo>
                  <a:lnTo>
                    <a:pt x="127040" y="0"/>
                  </a:lnTo>
                  <a:lnTo>
                    <a:pt x="77590" y="9983"/>
                  </a:lnTo>
                  <a:lnTo>
                    <a:pt x="37208" y="37208"/>
                  </a:lnTo>
                  <a:lnTo>
                    <a:pt x="9983" y="77589"/>
                  </a:lnTo>
                  <a:lnTo>
                    <a:pt x="0" y="127039"/>
                  </a:lnTo>
                  <a:lnTo>
                    <a:pt x="9983" y="176489"/>
                  </a:lnTo>
                  <a:lnTo>
                    <a:pt x="37208" y="216870"/>
                  </a:lnTo>
                  <a:lnTo>
                    <a:pt x="77590" y="244096"/>
                  </a:lnTo>
                  <a:lnTo>
                    <a:pt x="127040" y="254079"/>
                  </a:lnTo>
                  <a:lnTo>
                    <a:pt x="176490" y="244096"/>
                  </a:lnTo>
                  <a:lnTo>
                    <a:pt x="216871" y="216870"/>
                  </a:lnTo>
                  <a:lnTo>
                    <a:pt x="244096" y="176489"/>
                  </a:lnTo>
                  <a:lnTo>
                    <a:pt x="254080" y="127039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sp>
        <p:nvSpPr>
          <p:cNvPr id="2287" name="Google Shape;2287;p101"/>
          <p:cNvSpPr txBox="1"/>
          <p:nvPr/>
        </p:nvSpPr>
        <p:spPr>
          <a:xfrm>
            <a:off x="6828069" y="2814889"/>
            <a:ext cx="161128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 b="1"/>
              <a:t>y</a:t>
            </a:r>
            <a:endParaRPr sz="1665"/>
          </a:p>
        </p:txBody>
      </p:sp>
      <p:grpSp>
        <p:nvGrpSpPr>
          <p:cNvPr id="2288" name="Google Shape;2288;p101"/>
          <p:cNvGrpSpPr/>
          <p:nvPr/>
        </p:nvGrpSpPr>
        <p:grpSpPr>
          <a:xfrm>
            <a:off x="2374150" y="2954257"/>
            <a:ext cx="4320814" cy="656814"/>
            <a:chOff x="1497033" y="1323073"/>
            <a:chExt cx="2724513" cy="414158"/>
          </a:xfrm>
        </p:grpSpPr>
        <p:sp>
          <p:nvSpPr>
            <p:cNvPr id="2289" name="Google Shape;2289;p101"/>
            <p:cNvSpPr/>
            <p:nvPr/>
          </p:nvSpPr>
          <p:spPr>
            <a:xfrm>
              <a:off x="1513029" y="1362582"/>
              <a:ext cx="349885" cy="0"/>
            </a:xfrm>
            <a:custGeom>
              <a:avLst/>
              <a:gdLst/>
              <a:ahLst/>
              <a:cxnLst/>
              <a:rect l="l" t="t" r="r" b="b"/>
              <a:pathLst>
                <a:path w="349885" h="120000" extrusionOk="0">
                  <a:moveTo>
                    <a:pt x="0" y="0"/>
                  </a:moveTo>
                  <a:lnTo>
                    <a:pt x="34988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290" name="Google Shape;2290;p101"/>
            <p:cNvSpPr/>
            <p:nvPr/>
          </p:nvSpPr>
          <p:spPr>
            <a:xfrm>
              <a:off x="1835579" y="1323073"/>
              <a:ext cx="32384" cy="79375"/>
            </a:xfrm>
            <a:custGeom>
              <a:avLst/>
              <a:gdLst/>
              <a:ahLst/>
              <a:cxnLst/>
              <a:rect l="l" t="t" r="r" b="b"/>
              <a:pathLst>
                <a:path w="32385" h="79375" extrusionOk="0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291" name="Google Shape;2291;p101"/>
            <p:cNvSpPr/>
            <p:nvPr/>
          </p:nvSpPr>
          <p:spPr>
            <a:xfrm>
              <a:off x="2390325" y="1362582"/>
              <a:ext cx="349885" cy="0"/>
            </a:xfrm>
            <a:custGeom>
              <a:avLst/>
              <a:gdLst/>
              <a:ahLst/>
              <a:cxnLst/>
              <a:rect l="l" t="t" r="r" b="b"/>
              <a:pathLst>
                <a:path w="349885" h="120000" extrusionOk="0">
                  <a:moveTo>
                    <a:pt x="0" y="0"/>
                  </a:moveTo>
                  <a:lnTo>
                    <a:pt x="349877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292" name="Google Shape;2292;p101"/>
            <p:cNvSpPr/>
            <p:nvPr/>
          </p:nvSpPr>
          <p:spPr>
            <a:xfrm>
              <a:off x="2712872" y="1323073"/>
              <a:ext cx="32384" cy="79375"/>
            </a:xfrm>
            <a:custGeom>
              <a:avLst/>
              <a:gdLst/>
              <a:ahLst/>
              <a:cxnLst/>
              <a:rect l="l" t="t" r="r" b="b"/>
              <a:pathLst>
                <a:path w="32385" h="79375" extrusionOk="0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293" name="Google Shape;2293;p101"/>
            <p:cNvSpPr/>
            <p:nvPr/>
          </p:nvSpPr>
          <p:spPr>
            <a:xfrm>
              <a:off x="3267618" y="1362582"/>
              <a:ext cx="349885" cy="0"/>
            </a:xfrm>
            <a:custGeom>
              <a:avLst/>
              <a:gdLst/>
              <a:ahLst/>
              <a:cxnLst/>
              <a:rect l="l" t="t" r="r" b="b"/>
              <a:pathLst>
                <a:path w="349885" h="120000" extrusionOk="0">
                  <a:moveTo>
                    <a:pt x="0" y="0"/>
                  </a:moveTo>
                  <a:lnTo>
                    <a:pt x="349873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294" name="Google Shape;2294;p101"/>
            <p:cNvSpPr/>
            <p:nvPr/>
          </p:nvSpPr>
          <p:spPr>
            <a:xfrm>
              <a:off x="3590162" y="1323073"/>
              <a:ext cx="32384" cy="79375"/>
            </a:xfrm>
            <a:custGeom>
              <a:avLst/>
              <a:gdLst/>
              <a:ahLst/>
              <a:cxnLst/>
              <a:rect l="l" t="t" r="r" b="b"/>
              <a:pathLst>
                <a:path w="32385" h="79375" extrusionOk="0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295" name="Google Shape;2295;p101"/>
            <p:cNvSpPr/>
            <p:nvPr/>
          </p:nvSpPr>
          <p:spPr>
            <a:xfrm>
              <a:off x="3866620" y="1362582"/>
              <a:ext cx="349885" cy="0"/>
            </a:xfrm>
            <a:custGeom>
              <a:avLst/>
              <a:gdLst/>
              <a:ahLst/>
              <a:cxnLst/>
              <a:rect l="l" t="t" r="r" b="b"/>
              <a:pathLst>
                <a:path w="349885" h="120000" extrusionOk="0">
                  <a:moveTo>
                    <a:pt x="0" y="0"/>
                  </a:moveTo>
                  <a:lnTo>
                    <a:pt x="349871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296" name="Google Shape;2296;p101"/>
            <p:cNvSpPr/>
            <p:nvPr/>
          </p:nvSpPr>
          <p:spPr>
            <a:xfrm>
              <a:off x="4189162" y="1323073"/>
              <a:ext cx="32384" cy="79375"/>
            </a:xfrm>
            <a:custGeom>
              <a:avLst/>
              <a:gdLst/>
              <a:ahLst/>
              <a:cxnLst/>
              <a:rect l="l" t="t" r="r" b="b"/>
              <a:pathLst>
                <a:path w="32385" h="79375" extrusionOk="0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297" name="Google Shape;2297;p101"/>
            <p:cNvSpPr/>
            <p:nvPr/>
          </p:nvSpPr>
          <p:spPr>
            <a:xfrm>
              <a:off x="1497033" y="1422271"/>
              <a:ext cx="2138045" cy="314960"/>
            </a:xfrm>
            <a:custGeom>
              <a:avLst/>
              <a:gdLst/>
              <a:ahLst/>
              <a:cxnLst/>
              <a:rect l="l" t="t" r="r" b="b"/>
              <a:pathLst>
                <a:path w="2138045" h="314960" extrusionOk="0">
                  <a:moveTo>
                    <a:pt x="0" y="0"/>
                  </a:moveTo>
                  <a:lnTo>
                    <a:pt x="47239" y="26704"/>
                  </a:lnTo>
                  <a:lnTo>
                    <a:pt x="94401" y="52221"/>
                  </a:lnTo>
                  <a:lnTo>
                    <a:pt x="141489" y="76553"/>
                  </a:lnTo>
                  <a:lnTo>
                    <a:pt x="188506" y="99698"/>
                  </a:lnTo>
                  <a:lnTo>
                    <a:pt x="235454" y="121659"/>
                  </a:lnTo>
                  <a:lnTo>
                    <a:pt x="282337" y="142434"/>
                  </a:lnTo>
                  <a:lnTo>
                    <a:pt x="329157" y="162024"/>
                  </a:lnTo>
                  <a:lnTo>
                    <a:pt x="375918" y="180429"/>
                  </a:lnTo>
                  <a:lnTo>
                    <a:pt x="422623" y="197650"/>
                  </a:lnTo>
                  <a:lnTo>
                    <a:pt x="469274" y="213688"/>
                  </a:lnTo>
                  <a:lnTo>
                    <a:pt x="515874" y="228542"/>
                  </a:lnTo>
                  <a:lnTo>
                    <a:pt x="562427" y="242212"/>
                  </a:lnTo>
                  <a:lnTo>
                    <a:pt x="608934" y="254699"/>
                  </a:lnTo>
                  <a:lnTo>
                    <a:pt x="655400" y="266004"/>
                  </a:lnTo>
                  <a:lnTo>
                    <a:pt x="701827" y="276126"/>
                  </a:lnTo>
                  <a:lnTo>
                    <a:pt x="748218" y="285066"/>
                  </a:lnTo>
                  <a:lnTo>
                    <a:pt x="794576" y="292824"/>
                  </a:lnTo>
                  <a:lnTo>
                    <a:pt x="840904" y="299401"/>
                  </a:lnTo>
                  <a:lnTo>
                    <a:pt x="887205" y="304797"/>
                  </a:lnTo>
                  <a:lnTo>
                    <a:pt x="933481" y="309011"/>
                  </a:lnTo>
                  <a:lnTo>
                    <a:pt x="979737" y="312046"/>
                  </a:lnTo>
                  <a:lnTo>
                    <a:pt x="1025974" y="313900"/>
                  </a:lnTo>
                  <a:lnTo>
                    <a:pt x="1072196" y="314573"/>
                  </a:lnTo>
                  <a:lnTo>
                    <a:pt x="1118405" y="314068"/>
                  </a:lnTo>
                  <a:lnTo>
                    <a:pt x="1164605" y="312383"/>
                  </a:lnTo>
                  <a:lnTo>
                    <a:pt x="1210798" y="309519"/>
                  </a:lnTo>
                  <a:lnTo>
                    <a:pt x="1256988" y="305476"/>
                  </a:lnTo>
                  <a:lnTo>
                    <a:pt x="1303177" y="300255"/>
                  </a:lnTo>
                  <a:lnTo>
                    <a:pt x="1349368" y="293856"/>
                  </a:lnTo>
                  <a:lnTo>
                    <a:pt x="1395565" y="286279"/>
                  </a:lnTo>
                  <a:lnTo>
                    <a:pt x="1441770" y="277524"/>
                  </a:lnTo>
                  <a:lnTo>
                    <a:pt x="1487986" y="267593"/>
                  </a:lnTo>
                  <a:lnTo>
                    <a:pt x="1534216" y="256484"/>
                  </a:lnTo>
                  <a:lnTo>
                    <a:pt x="1580463" y="244199"/>
                  </a:lnTo>
                  <a:lnTo>
                    <a:pt x="1626730" y="230738"/>
                  </a:lnTo>
                  <a:lnTo>
                    <a:pt x="1673020" y="216101"/>
                  </a:lnTo>
                  <a:lnTo>
                    <a:pt x="1719336" y="200288"/>
                  </a:lnTo>
                  <a:lnTo>
                    <a:pt x="1765680" y="183300"/>
                  </a:lnTo>
                  <a:lnTo>
                    <a:pt x="1812057" y="165137"/>
                  </a:lnTo>
                  <a:lnTo>
                    <a:pt x="1858468" y="145799"/>
                  </a:lnTo>
                  <a:lnTo>
                    <a:pt x="1904916" y="125287"/>
                  </a:lnTo>
                  <a:lnTo>
                    <a:pt x="1951405" y="103600"/>
                  </a:lnTo>
                  <a:lnTo>
                    <a:pt x="1997938" y="80740"/>
                  </a:lnTo>
                  <a:lnTo>
                    <a:pt x="2044517" y="56707"/>
                  </a:lnTo>
                  <a:lnTo>
                    <a:pt x="2091146" y="31500"/>
                  </a:lnTo>
                  <a:lnTo>
                    <a:pt x="2137827" y="5121"/>
                  </a:lnTo>
                </a:path>
              </a:pathLst>
            </a:custGeom>
            <a:noFill/>
            <a:ln w="10100" cap="flat" cmpd="sng">
              <a:solidFill>
                <a:srgbClr val="FF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298" name="Google Shape;2298;p101"/>
            <p:cNvSpPr/>
            <p:nvPr/>
          </p:nvSpPr>
          <p:spPr>
            <a:xfrm>
              <a:off x="3591439" y="1406841"/>
              <a:ext cx="48260" cy="68580"/>
            </a:xfrm>
            <a:custGeom>
              <a:avLst/>
              <a:gdLst/>
              <a:ahLst/>
              <a:cxnLst/>
              <a:rect l="l" t="t" r="r" b="b"/>
              <a:pathLst>
                <a:path w="48260" h="68580" extrusionOk="0">
                  <a:moveTo>
                    <a:pt x="0" y="0"/>
                  </a:moveTo>
                  <a:lnTo>
                    <a:pt x="12689" y="10601"/>
                  </a:lnTo>
                  <a:lnTo>
                    <a:pt x="25089" y="16593"/>
                  </a:lnTo>
                  <a:lnTo>
                    <a:pt x="36896" y="18794"/>
                  </a:lnTo>
                  <a:lnTo>
                    <a:pt x="47804" y="18020"/>
                  </a:lnTo>
                  <a:lnTo>
                    <a:pt x="41680" y="27080"/>
                  </a:lnTo>
                  <a:lnTo>
                    <a:pt x="37682" y="38405"/>
                  </a:lnTo>
                  <a:lnTo>
                    <a:pt x="36671" y="52140"/>
                  </a:lnTo>
                  <a:lnTo>
                    <a:pt x="39507" y="68430"/>
                  </a:lnTo>
                </a:path>
              </a:pathLst>
            </a:custGeom>
            <a:noFill/>
            <a:ln w="10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sp>
        <p:nvSpPr>
          <p:cNvPr id="2299" name="Google Shape;2299;p101"/>
          <p:cNvSpPr txBox="1"/>
          <p:nvPr/>
        </p:nvSpPr>
        <p:spPr>
          <a:xfrm>
            <a:off x="3712866" y="3609409"/>
            <a:ext cx="727089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>
                <a:solidFill>
                  <a:srgbClr val="FF0000"/>
                </a:solidFill>
              </a:rPr>
              <a:t>identity</a:t>
            </a:r>
            <a:endParaRPr sz="1665"/>
          </a:p>
        </p:txBody>
      </p:sp>
      <p:sp>
        <p:nvSpPr>
          <p:cNvPr id="2300" name="Google Shape;2300;p101"/>
          <p:cNvSpPr txBox="1"/>
          <p:nvPr/>
        </p:nvSpPr>
        <p:spPr>
          <a:xfrm>
            <a:off x="550775" y="1571295"/>
            <a:ext cx="5431011" cy="1080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marR="8056" defTabSz="1450147">
              <a:lnSpc>
                <a:spcPct val="114700"/>
              </a:lnSpc>
            </a:pPr>
            <a:r>
              <a:rPr lang="en-US" sz="1665">
                <a:solidFill>
                  <a:srgbClr val="1B1472"/>
                </a:solidFill>
              </a:rPr>
              <a:t>Problem: </a:t>
            </a:r>
            <a:r>
              <a:rPr lang="en-US" sz="1665"/>
              <a:t>Deep networks suffer from vanishing gradients </a:t>
            </a:r>
            <a:r>
              <a:rPr lang="en-US" sz="1665">
                <a:solidFill>
                  <a:srgbClr val="1B1472"/>
                </a:solidFill>
              </a:rPr>
              <a:t>Solution: </a:t>
            </a:r>
            <a:r>
              <a:rPr lang="en-US" sz="1665"/>
              <a:t>Add identity shortcuts (skip connections)</a:t>
            </a:r>
            <a:endParaRPr sz="1665"/>
          </a:p>
          <a:p>
            <a:pPr marR="965758" algn="r" defTabSz="1450147">
              <a:spcBef>
                <a:spcPts val="1364"/>
              </a:spcBef>
            </a:pPr>
            <a:r>
              <a:rPr lang="en-US" sz="1665" i="1"/>
              <a:t>F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665" b="1"/>
              <a:t>x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)</a:t>
            </a:r>
            <a:endParaRPr sz="1903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01" name="Google Shape;2301;p101"/>
          <p:cNvSpPr txBox="1"/>
          <p:nvPr/>
        </p:nvSpPr>
        <p:spPr>
          <a:xfrm>
            <a:off x="5266424" y="3544891"/>
            <a:ext cx="1722767" cy="312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665" b="1"/>
              <a:t>y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665" i="1"/>
              <a:t>F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665" b="1"/>
              <a:t>x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) + </a:t>
            </a:r>
            <a:r>
              <a:rPr lang="en-US" sz="1665" b="1"/>
              <a:t>x</a:t>
            </a:r>
            <a:endParaRPr sz="1665"/>
          </a:p>
        </p:txBody>
      </p:sp>
      <p:grpSp>
        <p:nvGrpSpPr>
          <p:cNvPr id="2302" name="Google Shape;2302;p101"/>
          <p:cNvGrpSpPr/>
          <p:nvPr/>
        </p:nvGrpSpPr>
        <p:grpSpPr>
          <a:xfrm>
            <a:off x="814682" y="4605513"/>
            <a:ext cx="109889" cy="429910"/>
            <a:chOff x="513702" y="2364282"/>
            <a:chExt cx="69291" cy="271082"/>
          </a:xfrm>
        </p:grpSpPr>
        <p:pic>
          <p:nvPicPr>
            <p:cNvPr id="2303" name="Google Shape;2303;p10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236428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4" name="Google Shape;2304;p101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256607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05" name="Google Shape;2305;p101"/>
          <p:cNvSpPr txBox="1"/>
          <p:nvPr/>
        </p:nvSpPr>
        <p:spPr>
          <a:xfrm>
            <a:off x="550775" y="4092221"/>
            <a:ext cx="4854981" cy="993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0634" rIns="0" bIns="0" anchor="t" anchorCtr="0">
            <a:spAutoFit/>
          </a:bodyPr>
          <a:lstStyle/>
          <a:p>
            <a:pPr marL="20141" defTabSz="1450147"/>
            <a:r>
              <a:rPr lang="en-US" sz="1665">
                <a:solidFill>
                  <a:srgbClr val="1B1472"/>
                </a:solidFill>
              </a:rPr>
              <a:t>Key Benefits:</a:t>
            </a:r>
            <a:endParaRPr sz="1665"/>
          </a:p>
          <a:p>
            <a:pPr marL="491439" marR="8056" defTabSz="1450147">
              <a:lnSpc>
                <a:spcPct val="126099"/>
              </a:lnSpc>
              <a:spcBef>
                <a:spcPts val="40"/>
              </a:spcBef>
            </a:pPr>
            <a:r>
              <a:rPr lang="en-US" sz="1665"/>
              <a:t>Easier gradient flow during backpropagation Network can learn identity mapping if needed</a:t>
            </a:r>
            <a:endParaRPr sz="1665"/>
          </a:p>
        </p:txBody>
      </p:sp>
      <p:grpSp>
        <p:nvGrpSpPr>
          <p:cNvPr id="2306" name="Google Shape;2306;p101"/>
          <p:cNvGrpSpPr/>
          <p:nvPr/>
        </p:nvGrpSpPr>
        <p:grpSpPr>
          <a:xfrm>
            <a:off x="814684" y="5245548"/>
            <a:ext cx="109889" cy="429908"/>
            <a:chOff x="513702" y="2767863"/>
            <a:chExt cx="69291" cy="271081"/>
          </a:xfrm>
        </p:grpSpPr>
        <p:pic>
          <p:nvPicPr>
            <p:cNvPr id="2307" name="Google Shape;2307;p101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276786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8" name="Google Shape;2308;p101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296965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12" name="Google Shape;2312;p101"/>
          <p:cNvSpPr txBox="1"/>
          <p:nvPr/>
        </p:nvSpPr>
        <p:spPr>
          <a:xfrm>
            <a:off x="1049747" y="5114499"/>
            <a:ext cx="5090630" cy="840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106" rIns="0" bIns="0" anchor="t" anchorCtr="0">
            <a:spAutoFit/>
          </a:bodyPr>
          <a:lstStyle/>
          <a:p>
            <a:pPr marL="20141" defTabSz="1450147"/>
            <a:r>
              <a:rPr lang="en-US" sz="1665" dirty="0"/>
              <a:t>Enables training of very deep networks (100+ layers)</a:t>
            </a:r>
            <a:endParaRPr sz="1665" dirty="0"/>
          </a:p>
          <a:p>
            <a:pPr marL="20141" defTabSz="1450147">
              <a:spcBef>
                <a:spcPts val="523"/>
              </a:spcBef>
            </a:pPr>
            <a:r>
              <a:rPr lang="en-US" sz="1665" dirty="0"/>
              <a:t>Used in </a:t>
            </a:r>
            <a:r>
              <a:rPr lang="en-US" sz="1665" dirty="0" err="1"/>
              <a:t>ResNet</a:t>
            </a:r>
            <a:r>
              <a:rPr lang="en-US" sz="1665" dirty="0"/>
              <a:t>, </a:t>
            </a:r>
            <a:r>
              <a:rPr lang="en-US" sz="1665" dirty="0" err="1"/>
              <a:t>DenseNet</a:t>
            </a:r>
            <a:r>
              <a:rPr lang="en-US" sz="1665" dirty="0"/>
              <a:t>, U-Net</a:t>
            </a:r>
            <a:endParaRPr sz="1665" dirty="0"/>
          </a:p>
          <a:p>
            <a:pPr marL="2881160" defTabSz="1450147">
              <a:spcBef>
                <a:spcPts val="785"/>
              </a:spcBef>
            </a:pPr>
            <a:endParaRPr sz="952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8" name="Google Shape;2318;p102"/>
          <p:cNvSpPr txBox="1">
            <a:spLocks noGrp="1"/>
          </p:cNvSpPr>
          <p:nvPr>
            <p:ph type="title"/>
          </p:nvPr>
        </p:nvSpPr>
        <p:spPr>
          <a:xfrm>
            <a:off x="151137" y="407928"/>
            <a:ext cx="835447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P</a:t>
            </a:r>
            <a:r>
              <a:rPr lang="en-US" cap="small" dirty="0">
                <a:solidFill>
                  <a:srgbClr val="FFFFFF"/>
                </a:solidFill>
              </a:rPr>
              <a:t>attern</a:t>
            </a:r>
            <a:r>
              <a:rPr lang="en-US" dirty="0">
                <a:solidFill>
                  <a:srgbClr val="FFFFFF"/>
                </a:solidFill>
              </a:rPr>
              <a:t> 4: B</a:t>
            </a:r>
            <a:r>
              <a:rPr lang="en-US" cap="small" dirty="0">
                <a:solidFill>
                  <a:srgbClr val="FFFFFF"/>
                </a:solidFill>
              </a:rPr>
              <a:t>ottleneck</a:t>
            </a:r>
            <a:r>
              <a:rPr lang="en-US" dirty="0">
                <a:solidFill>
                  <a:srgbClr val="FFFFFF"/>
                </a:solidFill>
              </a:rPr>
              <a:t> D</a:t>
            </a:r>
            <a:r>
              <a:rPr lang="en-US" cap="small" dirty="0">
                <a:solidFill>
                  <a:srgbClr val="FFFFFF"/>
                </a:solidFill>
              </a:rPr>
              <a:t>esigns</a:t>
            </a:r>
            <a:endParaRPr dirty="0"/>
          </a:p>
        </p:txBody>
      </p:sp>
      <p:sp>
        <p:nvSpPr>
          <p:cNvPr id="2319" name="Google Shape;2319;p102"/>
          <p:cNvSpPr txBox="1"/>
          <p:nvPr/>
        </p:nvSpPr>
        <p:spPr>
          <a:xfrm>
            <a:off x="2900978" y="2996212"/>
            <a:ext cx="795568" cy="273479"/>
          </a:xfrm>
          <a:prstGeom prst="rect">
            <a:avLst/>
          </a:prstGeom>
          <a:solidFill>
            <a:srgbClr val="CCCC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7088" rIns="0" bIns="0" anchor="t" anchorCtr="0">
            <a:spAutoFit/>
          </a:bodyPr>
          <a:lstStyle/>
          <a:p>
            <a:pPr marL="71500" defTabSz="1450147"/>
            <a:r>
              <a:rPr lang="en-US" sz="1665"/>
              <a:t>256 ch</a:t>
            </a:r>
            <a:endParaRPr sz="1665"/>
          </a:p>
        </p:txBody>
      </p:sp>
      <p:sp>
        <p:nvSpPr>
          <p:cNvPr id="2320" name="Google Shape;2320;p102"/>
          <p:cNvSpPr txBox="1"/>
          <p:nvPr/>
        </p:nvSpPr>
        <p:spPr>
          <a:xfrm>
            <a:off x="2761634" y="3480108"/>
            <a:ext cx="1074521" cy="276562"/>
          </a:xfrm>
          <a:prstGeom prst="rect">
            <a:avLst/>
          </a:prstGeom>
          <a:solidFill>
            <a:srgbClr val="CCCC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20141" rIns="0" bIns="0" anchor="t" anchorCtr="0">
            <a:spAutoFit/>
          </a:bodyPr>
          <a:lstStyle/>
          <a:p>
            <a:pPr marL="71500" defTabSz="1450147"/>
            <a:r>
              <a:rPr lang="en-US" sz="1665"/>
              <a:t>Conv 3×3</a:t>
            </a:r>
            <a:endParaRPr sz="1665"/>
          </a:p>
        </p:txBody>
      </p:sp>
      <p:sp>
        <p:nvSpPr>
          <p:cNvPr id="2321" name="Google Shape;2321;p102"/>
          <p:cNvSpPr txBox="1"/>
          <p:nvPr/>
        </p:nvSpPr>
        <p:spPr>
          <a:xfrm>
            <a:off x="2900978" y="3967164"/>
            <a:ext cx="795568" cy="273479"/>
          </a:xfrm>
          <a:prstGeom prst="rect">
            <a:avLst/>
          </a:prstGeom>
          <a:solidFill>
            <a:srgbClr val="CCCC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7088" rIns="0" bIns="0" anchor="t" anchorCtr="0">
            <a:spAutoFit/>
          </a:bodyPr>
          <a:lstStyle/>
          <a:p>
            <a:pPr marL="71500" defTabSz="1450147"/>
            <a:r>
              <a:rPr lang="en-US" sz="1665"/>
              <a:t>256 ch</a:t>
            </a:r>
            <a:endParaRPr sz="1665"/>
          </a:p>
        </p:txBody>
      </p:sp>
      <p:grpSp>
        <p:nvGrpSpPr>
          <p:cNvPr id="2322" name="Google Shape;2322;p102"/>
          <p:cNvGrpSpPr/>
          <p:nvPr/>
        </p:nvGrpSpPr>
        <p:grpSpPr>
          <a:xfrm>
            <a:off x="3235828" y="3304814"/>
            <a:ext cx="125881" cy="650303"/>
            <a:chOff x="2040369" y="1544119"/>
            <a:chExt cx="79375" cy="410052"/>
          </a:xfrm>
        </p:grpSpPr>
        <p:sp>
          <p:nvSpPr>
            <p:cNvPr id="2323" name="Google Shape;2323;p102"/>
            <p:cNvSpPr/>
            <p:nvPr/>
          </p:nvSpPr>
          <p:spPr>
            <a:xfrm>
              <a:off x="2079878" y="1544119"/>
              <a:ext cx="0" cy="98425"/>
            </a:xfrm>
            <a:custGeom>
              <a:avLst/>
              <a:gdLst/>
              <a:ahLst/>
              <a:cxnLst/>
              <a:rect l="l" t="t" r="r" b="b"/>
              <a:pathLst>
                <a:path w="120000" h="98425" extrusionOk="0">
                  <a:moveTo>
                    <a:pt x="0" y="0"/>
                  </a:moveTo>
                  <a:lnTo>
                    <a:pt x="0" y="97874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324" name="Google Shape;2324;p102"/>
            <p:cNvSpPr/>
            <p:nvPr/>
          </p:nvSpPr>
          <p:spPr>
            <a:xfrm>
              <a:off x="2040369" y="1614663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5" extrusionOk="0">
                  <a:moveTo>
                    <a:pt x="79018" y="0"/>
                  </a:moveTo>
                  <a:lnTo>
                    <a:pt x="63492" y="5689"/>
                  </a:lnTo>
                  <a:lnTo>
                    <a:pt x="52102" y="13432"/>
                  </a:lnTo>
                  <a:lnTo>
                    <a:pt x="44293" y="22556"/>
                  </a:lnTo>
                  <a:lnTo>
                    <a:pt x="39509" y="32390"/>
                  </a:lnTo>
                  <a:lnTo>
                    <a:pt x="34724" y="22556"/>
                  </a:lnTo>
                  <a:lnTo>
                    <a:pt x="26915" y="13432"/>
                  </a:lnTo>
                  <a:lnTo>
                    <a:pt x="15525" y="5689"/>
                  </a:ln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325" name="Google Shape;2325;p102"/>
            <p:cNvSpPr/>
            <p:nvPr/>
          </p:nvSpPr>
          <p:spPr>
            <a:xfrm>
              <a:off x="2079878" y="1851234"/>
              <a:ext cx="0" cy="98425"/>
            </a:xfrm>
            <a:custGeom>
              <a:avLst/>
              <a:gdLst/>
              <a:ahLst/>
              <a:cxnLst/>
              <a:rect l="l" t="t" r="r" b="b"/>
              <a:pathLst>
                <a:path w="120000" h="98425" extrusionOk="0">
                  <a:moveTo>
                    <a:pt x="0" y="0"/>
                  </a:moveTo>
                  <a:lnTo>
                    <a:pt x="0" y="97883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326" name="Google Shape;2326;p102"/>
            <p:cNvSpPr/>
            <p:nvPr/>
          </p:nvSpPr>
          <p:spPr>
            <a:xfrm>
              <a:off x="2040369" y="1921787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5" extrusionOk="0">
                  <a:moveTo>
                    <a:pt x="79018" y="0"/>
                  </a:moveTo>
                  <a:lnTo>
                    <a:pt x="63492" y="5689"/>
                  </a:lnTo>
                  <a:lnTo>
                    <a:pt x="52102" y="13432"/>
                  </a:lnTo>
                  <a:lnTo>
                    <a:pt x="44293" y="22556"/>
                  </a:lnTo>
                  <a:lnTo>
                    <a:pt x="39509" y="32390"/>
                  </a:lnTo>
                  <a:lnTo>
                    <a:pt x="34724" y="22556"/>
                  </a:lnTo>
                  <a:lnTo>
                    <a:pt x="26915" y="13432"/>
                  </a:lnTo>
                  <a:lnTo>
                    <a:pt x="15525" y="5689"/>
                  </a:ln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sp>
        <p:nvSpPr>
          <p:cNvPr id="2327" name="Google Shape;2327;p102"/>
          <p:cNvSpPr txBox="1"/>
          <p:nvPr/>
        </p:nvSpPr>
        <p:spPr>
          <a:xfrm>
            <a:off x="4009644" y="3506501"/>
            <a:ext cx="898287" cy="194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154" rIns="0" bIns="0" anchor="t" anchorCtr="0">
            <a:spAutoFit/>
          </a:bodyPr>
          <a:lstStyle/>
          <a:p>
            <a:pPr marL="20141" defTabSz="1450147"/>
            <a:r>
              <a:rPr lang="en-US" sz="1110"/>
              <a:t>590K params</a:t>
            </a:r>
            <a:endParaRPr sz="1110"/>
          </a:p>
        </p:txBody>
      </p:sp>
      <p:sp>
        <p:nvSpPr>
          <p:cNvPr id="2328" name="Google Shape;2328;p102"/>
          <p:cNvSpPr txBox="1"/>
          <p:nvPr/>
        </p:nvSpPr>
        <p:spPr>
          <a:xfrm>
            <a:off x="550775" y="1571296"/>
            <a:ext cx="7930507" cy="128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6379" rIns="0" bIns="0" anchor="t" anchorCtr="0">
            <a:spAutoFit/>
          </a:bodyPr>
          <a:lstStyle/>
          <a:p>
            <a:pPr marL="20141" defTabSz="1450147"/>
            <a:r>
              <a:rPr lang="en-US" sz="1665">
                <a:solidFill>
                  <a:srgbClr val="1B1472"/>
                </a:solidFill>
              </a:rPr>
              <a:t>Goal: </a:t>
            </a:r>
            <a:r>
              <a:rPr lang="en-US" sz="1665"/>
              <a:t>Reduce computational cost without sacrificing performance</a:t>
            </a:r>
            <a:endParaRPr sz="1665"/>
          </a:p>
          <a:p>
            <a:pPr marL="20141" marR="8056" defTabSz="1450147">
              <a:lnSpc>
                <a:spcPct val="114599"/>
              </a:lnSpc>
            </a:pPr>
            <a:r>
              <a:rPr lang="en-US" sz="1665">
                <a:solidFill>
                  <a:srgbClr val="1B1472"/>
                </a:solidFill>
              </a:rPr>
              <a:t>Strategy: </a:t>
            </a:r>
            <a:r>
              <a:rPr lang="en-US" sz="1665"/>
              <a:t>Use 1×1 convolutions to reduce dimensions before expensive operations </a:t>
            </a:r>
            <a:r>
              <a:rPr lang="en-US" sz="1665">
                <a:solidFill>
                  <a:srgbClr val="1B1472"/>
                </a:solidFill>
              </a:rPr>
              <a:t>8× parameter reduction! </a:t>
            </a:r>
            <a:r>
              <a:rPr lang="en-US" sz="1665"/>
              <a:t>Used in ResNet-50/101/152, Inception, MobileNet</a:t>
            </a:r>
            <a:endParaRPr sz="1665"/>
          </a:p>
          <a:p>
            <a:pPr marL="1635442" defTabSz="1450147">
              <a:spcBef>
                <a:spcPts val="975"/>
              </a:spcBef>
            </a:pPr>
            <a:r>
              <a:rPr lang="en-US" sz="1665">
                <a:solidFill>
                  <a:srgbClr val="1B1472"/>
                </a:solidFill>
              </a:rPr>
              <a:t>Standard:	Bottleneck:</a:t>
            </a:r>
            <a:endParaRPr sz="1665"/>
          </a:p>
        </p:txBody>
      </p:sp>
      <p:sp>
        <p:nvSpPr>
          <p:cNvPr id="2329" name="Google Shape;2329;p102"/>
          <p:cNvSpPr txBox="1"/>
          <p:nvPr/>
        </p:nvSpPr>
        <p:spPr>
          <a:xfrm>
            <a:off x="5072291" y="2867751"/>
            <a:ext cx="735145" cy="273479"/>
          </a:xfrm>
          <a:prstGeom prst="rect">
            <a:avLst/>
          </a:prstGeom>
          <a:solidFill>
            <a:srgbClr val="CCCC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7088" rIns="0" bIns="0" anchor="t" anchorCtr="0">
            <a:spAutoFit/>
          </a:bodyPr>
          <a:lstStyle/>
          <a:p>
            <a:pPr marL="41287" defTabSz="1450147"/>
            <a:r>
              <a:rPr lang="en-US" sz="1665"/>
              <a:t>256 ch</a:t>
            </a:r>
            <a:endParaRPr sz="1665"/>
          </a:p>
        </p:txBody>
      </p:sp>
      <p:sp>
        <p:nvSpPr>
          <p:cNvPr id="2330" name="Google Shape;2330;p102"/>
          <p:cNvSpPr txBox="1"/>
          <p:nvPr/>
        </p:nvSpPr>
        <p:spPr>
          <a:xfrm>
            <a:off x="4902825" y="3294547"/>
            <a:ext cx="1074521" cy="276562"/>
          </a:xfrm>
          <a:prstGeom prst="rect">
            <a:avLst/>
          </a:prstGeom>
          <a:solidFill>
            <a:srgbClr val="FFE5C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20141" rIns="0" bIns="0" anchor="t" anchorCtr="0">
            <a:spAutoFit/>
          </a:bodyPr>
          <a:lstStyle/>
          <a:p>
            <a:pPr marL="71500" defTabSz="1450147"/>
            <a:r>
              <a:rPr lang="en-US" sz="1665"/>
              <a:t>1×1 Conv</a:t>
            </a:r>
            <a:endParaRPr sz="1665"/>
          </a:p>
        </p:txBody>
      </p:sp>
      <p:sp>
        <p:nvSpPr>
          <p:cNvPr id="2331" name="Google Shape;2331;p102"/>
          <p:cNvSpPr txBox="1"/>
          <p:nvPr/>
        </p:nvSpPr>
        <p:spPr>
          <a:xfrm>
            <a:off x="5072291" y="3724498"/>
            <a:ext cx="735145" cy="273479"/>
          </a:xfrm>
          <a:prstGeom prst="rect">
            <a:avLst/>
          </a:prstGeom>
          <a:solidFill>
            <a:srgbClr val="FFE5C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7088" rIns="0" bIns="0" anchor="t" anchorCtr="0">
            <a:spAutoFit/>
          </a:bodyPr>
          <a:lstStyle/>
          <a:p>
            <a:pPr marL="101712" defTabSz="1450147"/>
            <a:r>
              <a:rPr lang="en-US" sz="1665"/>
              <a:t>64 ch</a:t>
            </a:r>
            <a:endParaRPr sz="1665"/>
          </a:p>
        </p:txBody>
      </p:sp>
      <p:sp>
        <p:nvSpPr>
          <p:cNvPr id="2332" name="Google Shape;2332;p102"/>
          <p:cNvSpPr txBox="1"/>
          <p:nvPr/>
        </p:nvSpPr>
        <p:spPr>
          <a:xfrm>
            <a:off x="4902825" y="4151320"/>
            <a:ext cx="1074521" cy="276562"/>
          </a:xfrm>
          <a:prstGeom prst="rect">
            <a:avLst/>
          </a:prstGeom>
          <a:solidFill>
            <a:srgbClr val="CCCC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20141" rIns="0" bIns="0" anchor="t" anchorCtr="0">
            <a:spAutoFit/>
          </a:bodyPr>
          <a:lstStyle/>
          <a:p>
            <a:pPr marL="71500" defTabSz="1450147"/>
            <a:r>
              <a:rPr lang="en-US" sz="1665"/>
              <a:t>Conv 3×3</a:t>
            </a:r>
            <a:endParaRPr sz="1665"/>
          </a:p>
        </p:txBody>
      </p:sp>
      <p:sp>
        <p:nvSpPr>
          <p:cNvPr id="2333" name="Google Shape;2333;p102"/>
          <p:cNvSpPr txBox="1"/>
          <p:nvPr/>
        </p:nvSpPr>
        <p:spPr>
          <a:xfrm>
            <a:off x="5072291" y="4581298"/>
            <a:ext cx="735145" cy="273479"/>
          </a:xfrm>
          <a:prstGeom prst="rect">
            <a:avLst/>
          </a:prstGeom>
          <a:solidFill>
            <a:srgbClr val="FFE5C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7088" rIns="0" bIns="0" anchor="t" anchorCtr="0">
            <a:spAutoFit/>
          </a:bodyPr>
          <a:lstStyle/>
          <a:p>
            <a:pPr marL="101712" defTabSz="1450147"/>
            <a:r>
              <a:rPr lang="en-US" sz="1665"/>
              <a:t>64 ch</a:t>
            </a:r>
            <a:endParaRPr sz="1665"/>
          </a:p>
        </p:txBody>
      </p:sp>
      <p:grpSp>
        <p:nvGrpSpPr>
          <p:cNvPr id="2334" name="Google Shape;2334;p102"/>
          <p:cNvGrpSpPr/>
          <p:nvPr/>
        </p:nvGrpSpPr>
        <p:grpSpPr>
          <a:xfrm>
            <a:off x="4902957" y="3176349"/>
            <a:ext cx="1074521" cy="2566940"/>
            <a:chOff x="3091585" y="1463114"/>
            <a:chExt cx="677545" cy="1618598"/>
          </a:xfrm>
        </p:grpSpPr>
        <p:sp>
          <p:nvSpPr>
            <p:cNvPr id="2335" name="Google Shape;2335;p102"/>
            <p:cNvSpPr/>
            <p:nvPr/>
          </p:nvSpPr>
          <p:spPr>
            <a:xfrm>
              <a:off x="3091585" y="2618165"/>
              <a:ext cx="677545" cy="194310"/>
            </a:xfrm>
            <a:custGeom>
              <a:avLst/>
              <a:gdLst/>
              <a:ahLst/>
              <a:cxnLst/>
              <a:rect l="l" t="t" r="r" b="b"/>
              <a:pathLst>
                <a:path w="677545" h="194310" extrusionOk="0">
                  <a:moveTo>
                    <a:pt x="677031" y="0"/>
                  </a:moveTo>
                  <a:lnTo>
                    <a:pt x="0" y="0"/>
                  </a:lnTo>
                  <a:lnTo>
                    <a:pt x="0" y="194051"/>
                  </a:lnTo>
                  <a:lnTo>
                    <a:pt x="677031" y="194051"/>
                  </a:lnTo>
                  <a:lnTo>
                    <a:pt x="677031" y="0"/>
                  </a:lnTo>
                  <a:close/>
                </a:path>
              </a:pathLst>
            </a:custGeom>
            <a:solidFill>
              <a:srgbClr val="FFE5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336" name="Google Shape;2336;p102"/>
            <p:cNvSpPr/>
            <p:nvPr/>
          </p:nvSpPr>
          <p:spPr>
            <a:xfrm>
              <a:off x="3091585" y="2618165"/>
              <a:ext cx="677545" cy="194310"/>
            </a:xfrm>
            <a:custGeom>
              <a:avLst/>
              <a:gdLst/>
              <a:ahLst/>
              <a:cxnLst/>
              <a:rect l="l" t="t" r="r" b="b"/>
              <a:pathLst>
                <a:path w="677545" h="194310" extrusionOk="0">
                  <a:moveTo>
                    <a:pt x="0" y="194051"/>
                  </a:moveTo>
                  <a:lnTo>
                    <a:pt x="677031" y="194051"/>
                  </a:lnTo>
                  <a:lnTo>
                    <a:pt x="677031" y="0"/>
                  </a:lnTo>
                  <a:lnTo>
                    <a:pt x="0" y="0"/>
                  </a:lnTo>
                  <a:lnTo>
                    <a:pt x="0" y="194051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337" name="Google Shape;2337;p102"/>
            <p:cNvSpPr/>
            <p:nvPr/>
          </p:nvSpPr>
          <p:spPr>
            <a:xfrm>
              <a:off x="3179491" y="2889307"/>
              <a:ext cx="501650" cy="192405"/>
            </a:xfrm>
            <a:custGeom>
              <a:avLst/>
              <a:gdLst/>
              <a:ahLst/>
              <a:cxnLst/>
              <a:rect l="l" t="t" r="r" b="b"/>
              <a:pathLst>
                <a:path w="501650" h="192405" extrusionOk="0">
                  <a:moveTo>
                    <a:pt x="501302" y="0"/>
                  </a:moveTo>
                  <a:lnTo>
                    <a:pt x="0" y="0"/>
                  </a:lnTo>
                  <a:lnTo>
                    <a:pt x="0" y="192069"/>
                  </a:lnTo>
                  <a:lnTo>
                    <a:pt x="501302" y="192069"/>
                  </a:lnTo>
                  <a:lnTo>
                    <a:pt x="501302" y="0"/>
                  </a:ln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338" name="Google Shape;2338;p102"/>
            <p:cNvSpPr/>
            <p:nvPr/>
          </p:nvSpPr>
          <p:spPr>
            <a:xfrm>
              <a:off x="3179491" y="2889307"/>
              <a:ext cx="501650" cy="192405"/>
            </a:xfrm>
            <a:custGeom>
              <a:avLst/>
              <a:gdLst/>
              <a:ahLst/>
              <a:cxnLst/>
              <a:rect l="l" t="t" r="r" b="b"/>
              <a:pathLst>
                <a:path w="501650" h="192405" extrusionOk="0">
                  <a:moveTo>
                    <a:pt x="0" y="192069"/>
                  </a:moveTo>
                  <a:lnTo>
                    <a:pt x="501302" y="192069"/>
                  </a:lnTo>
                  <a:lnTo>
                    <a:pt x="501302" y="0"/>
                  </a:lnTo>
                  <a:lnTo>
                    <a:pt x="0" y="0"/>
                  </a:lnTo>
                  <a:lnTo>
                    <a:pt x="0" y="192069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339" name="Google Shape;2339;p102"/>
            <p:cNvSpPr/>
            <p:nvPr/>
          </p:nvSpPr>
          <p:spPr>
            <a:xfrm>
              <a:off x="3429978" y="1463114"/>
              <a:ext cx="0" cy="62230"/>
            </a:xfrm>
            <a:custGeom>
              <a:avLst/>
              <a:gdLst/>
              <a:ahLst/>
              <a:cxnLst/>
              <a:rect l="l" t="t" r="r" b="b"/>
              <a:pathLst>
                <a:path w="120000" h="62230" extrusionOk="0">
                  <a:moveTo>
                    <a:pt x="0" y="0"/>
                  </a:moveTo>
                  <a:lnTo>
                    <a:pt x="0" y="61868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340" name="Google Shape;2340;p102"/>
            <p:cNvSpPr/>
            <p:nvPr/>
          </p:nvSpPr>
          <p:spPr>
            <a:xfrm>
              <a:off x="3390472" y="1497650"/>
              <a:ext cx="79375" cy="33020"/>
            </a:xfrm>
            <a:custGeom>
              <a:avLst/>
              <a:gdLst/>
              <a:ahLst/>
              <a:cxnLst/>
              <a:rect l="l" t="t" r="r" b="b"/>
              <a:pathLst>
                <a:path w="79375" h="33019" extrusionOk="0">
                  <a:moveTo>
                    <a:pt x="79016" y="6"/>
                  </a:moveTo>
                  <a:lnTo>
                    <a:pt x="63490" y="5694"/>
                  </a:lnTo>
                  <a:lnTo>
                    <a:pt x="52100" y="13436"/>
                  </a:lnTo>
                  <a:lnTo>
                    <a:pt x="44290" y="22560"/>
                  </a:lnTo>
                  <a:lnTo>
                    <a:pt x="39505" y="32393"/>
                  </a:lnTo>
                  <a:lnTo>
                    <a:pt x="34722" y="22559"/>
                  </a:lnTo>
                  <a:lnTo>
                    <a:pt x="26914" y="13434"/>
                  </a:lnTo>
                  <a:lnTo>
                    <a:pt x="15525" y="5690"/>
                  </a:ln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341" name="Google Shape;2341;p102"/>
            <p:cNvSpPr/>
            <p:nvPr/>
          </p:nvSpPr>
          <p:spPr>
            <a:xfrm>
              <a:off x="3430019" y="1734223"/>
              <a:ext cx="0" cy="62230"/>
            </a:xfrm>
            <a:custGeom>
              <a:avLst/>
              <a:gdLst/>
              <a:ahLst/>
              <a:cxnLst/>
              <a:rect l="l" t="t" r="r" b="b"/>
              <a:pathLst>
                <a:path w="120000" h="62230" extrusionOk="0">
                  <a:moveTo>
                    <a:pt x="0" y="0"/>
                  </a:moveTo>
                  <a:lnTo>
                    <a:pt x="0" y="61876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342" name="Google Shape;2342;p102"/>
            <p:cNvSpPr/>
            <p:nvPr/>
          </p:nvSpPr>
          <p:spPr>
            <a:xfrm>
              <a:off x="3390513" y="1768768"/>
              <a:ext cx="79375" cy="33020"/>
            </a:xfrm>
            <a:custGeom>
              <a:avLst/>
              <a:gdLst/>
              <a:ahLst/>
              <a:cxnLst/>
              <a:rect l="l" t="t" r="r" b="b"/>
              <a:pathLst>
                <a:path w="79375" h="33019" extrusionOk="0">
                  <a:moveTo>
                    <a:pt x="79016" y="6"/>
                  </a:moveTo>
                  <a:lnTo>
                    <a:pt x="63490" y="5694"/>
                  </a:lnTo>
                  <a:lnTo>
                    <a:pt x="52100" y="13436"/>
                  </a:lnTo>
                  <a:lnTo>
                    <a:pt x="44290" y="22560"/>
                  </a:lnTo>
                  <a:lnTo>
                    <a:pt x="39505" y="32393"/>
                  </a:lnTo>
                  <a:lnTo>
                    <a:pt x="34722" y="22559"/>
                  </a:lnTo>
                  <a:lnTo>
                    <a:pt x="26914" y="13434"/>
                  </a:lnTo>
                  <a:lnTo>
                    <a:pt x="15525" y="5690"/>
                  </a:ln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343" name="Google Shape;2343;p102"/>
            <p:cNvSpPr/>
            <p:nvPr/>
          </p:nvSpPr>
          <p:spPr>
            <a:xfrm>
              <a:off x="3430060" y="2003358"/>
              <a:ext cx="0" cy="62230"/>
            </a:xfrm>
            <a:custGeom>
              <a:avLst/>
              <a:gdLst/>
              <a:ahLst/>
              <a:cxnLst/>
              <a:rect l="l" t="t" r="r" b="b"/>
              <a:pathLst>
                <a:path w="120000" h="62230" extrusionOk="0">
                  <a:moveTo>
                    <a:pt x="0" y="0"/>
                  </a:moveTo>
                  <a:lnTo>
                    <a:pt x="0" y="61884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344" name="Google Shape;2344;p102"/>
            <p:cNvSpPr/>
            <p:nvPr/>
          </p:nvSpPr>
          <p:spPr>
            <a:xfrm>
              <a:off x="3390554" y="2037910"/>
              <a:ext cx="79375" cy="33020"/>
            </a:xfrm>
            <a:custGeom>
              <a:avLst/>
              <a:gdLst/>
              <a:ahLst/>
              <a:cxnLst/>
              <a:rect l="l" t="t" r="r" b="b"/>
              <a:pathLst>
                <a:path w="79375" h="33019" extrusionOk="0">
                  <a:moveTo>
                    <a:pt x="79016" y="6"/>
                  </a:moveTo>
                  <a:lnTo>
                    <a:pt x="63490" y="5694"/>
                  </a:lnTo>
                  <a:lnTo>
                    <a:pt x="52100" y="13436"/>
                  </a:lnTo>
                  <a:lnTo>
                    <a:pt x="44290" y="22560"/>
                  </a:lnTo>
                  <a:lnTo>
                    <a:pt x="39505" y="32393"/>
                  </a:lnTo>
                  <a:lnTo>
                    <a:pt x="34722" y="22559"/>
                  </a:lnTo>
                  <a:lnTo>
                    <a:pt x="26914" y="13434"/>
                  </a:lnTo>
                  <a:lnTo>
                    <a:pt x="15525" y="5690"/>
                  </a:ln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345" name="Google Shape;2345;p102"/>
            <p:cNvSpPr/>
            <p:nvPr/>
          </p:nvSpPr>
          <p:spPr>
            <a:xfrm>
              <a:off x="3430101" y="2274483"/>
              <a:ext cx="0" cy="62230"/>
            </a:xfrm>
            <a:custGeom>
              <a:avLst/>
              <a:gdLst/>
              <a:ahLst/>
              <a:cxnLst/>
              <a:rect l="l" t="t" r="r" b="b"/>
              <a:pathLst>
                <a:path w="120000" h="62230" extrusionOk="0">
                  <a:moveTo>
                    <a:pt x="0" y="0"/>
                  </a:moveTo>
                  <a:lnTo>
                    <a:pt x="0" y="61892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346" name="Google Shape;2346;p102"/>
            <p:cNvSpPr/>
            <p:nvPr/>
          </p:nvSpPr>
          <p:spPr>
            <a:xfrm>
              <a:off x="3390595" y="2309044"/>
              <a:ext cx="79375" cy="33020"/>
            </a:xfrm>
            <a:custGeom>
              <a:avLst/>
              <a:gdLst/>
              <a:ahLst/>
              <a:cxnLst/>
              <a:rect l="l" t="t" r="r" b="b"/>
              <a:pathLst>
                <a:path w="79375" h="33019" extrusionOk="0">
                  <a:moveTo>
                    <a:pt x="79016" y="6"/>
                  </a:moveTo>
                  <a:lnTo>
                    <a:pt x="63490" y="5694"/>
                  </a:lnTo>
                  <a:lnTo>
                    <a:pt x="52100" y="13436"/>
                  </a:lnTo>
                  <a:lnTo>
                    <a:pt x="44290" y="22560"/>
                  </a:lnTo>
                  <a:lnTo>
                    <a:pt x="39505" y="32393"/>
                  </a:lnTo>
                  <a:lnTo>
                    <a:pt x="34722" y="22559"/>
                  </a:lnTo>
                  <a:lnTo>
                    <a:pt x="26914" y="13434"/>
                  </a:lnTo>
                  <a:lnTo>
                    <a:pt x="15525" y="5690"/>
                  </a:ln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347" name="Google Shape;2347;p102"/>
            <p:cNvSpPr/>
            <p:nvPr/>
          </p:nvSpPr>
          <p:spPr>
            <a:xfrm>
              <a:off x="3430142" y="2543634"/>
              <a:ext cx="0" cy="62230"/>
            </a:xfrm>
            <a:custGeom>
              <a:avLst/>
              <a:gdLst/>
              <a:ahLst/>
              <a:cxnLst/>
              <a:rect l="l" t="t" r="r" b="b"/>
              <a:pathLst>
                <a:path w="120000" h="62230" extrusionOk="0">
                  <a:moveTo>
                    <a:pt x="0" y="0"/>
                  </a:moveTo>
                  <a:lnTo>
                    <a:pt x="0" y="61901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348" name="Google Shape;2348;p102"/>
            <p:cNvSpPr/>
            <p:nvPr/>
          </p:nvSpPr>
          <p:spPr>
            <a:xfrm>
              <a:off x="3390637" y="2578203"/>
              <a:ext cx="79375" cy="33020"/>
            </a:xfrm>
            <a:custGeom>
              <a:avLst/>
              <a:gdLst/>
              <a:ahLst/>
              <a:cxnLst/>
              <a:rect l="l" t="t" r="r" b="b"/>
              <a:pathLst>
                <a:path w="79375" h="33019" extrusionOk="0">
                  <a:moveTo>
                    <a:pt x="79016" y="6"/>
                  </a:moveTo>
                  <a:lnTo>
                    <a:pt x="63490" y="5694"/>
                  </a:lnTo>
                  <a:lnTo>
                    <a:pt x="52100" y="13436"/>
                  </a:lnTo>
                  <a:lnTo>
                    <a:pt x="44290" y="22560"/>
                  </a:lnTo>
                  <a:lnTo>
                    <a:pt x="39505" y="32393"/>
                  </a:lnTo>
                  <a:lnTo>
                    <a:pt x="34722" y="22559"/>
                  </a:lnTo>
                  <a:lnTo>
                    <a:pt x="26914" y="13434"/>
                  </a:lnTo>
                  <a:lnTo>
                    <a:pt x="15525" y="5690"/>
                  </a:ln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349" name="Google Shape;2349;p102"/>
            <p:cNvSpPr/>
            <p:nvPr/>
          </p:nvSpPr>
          <p:spPr>
            <a:xfrm>
              <a:off x="3430184" y="2814777"/>
              <a:ext cx="0" cy="62230"/>
            </a:xfrm>
            <a:custGeom>
              <a:avLst/>
              <a:gdLst/>
              <a:ahLst/>
              <a:cxnLst/>
              <a:rect l="l" t="t" r="r" b="b"/>
              <a:pathLst>
                <a:path w="120000" h="62230" extrusionOk="0">
                  <a:moveTo>
                    <a:pt x="0" y="0"/>
                  </a:moveTo>
                  <a:lnTo>
                    <a:pt x="0" y="61909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350" name="Google Shape;2350;p102"/>
            <p:cNvSpPr/>
            <p:nvPr/>
          </p:nvSpPr>
          <p:spPr>
            <a:xfrm>
              <a:off x="3390678" y="2849354"/>
              <a:ext cx="79375" cy="33020"/>
            </a:xfrm>
            <a:custGeom>
              <a:avLst/>
              <a:gdLst/>
              <a:ahLst/>
              <a:cxnLst/>
              <a:rect l="l" t="t" r="r" b="b"/>
              <a:pathLst>
                <a:path w="79375" h="33019" extrusionOk="0">
                  <a:moveTo>
                    <a:pt x="79016" y="6"/>
                  </a:moveTo>
                  <a:lnTo>
                    <a:pt x="63490" y="5694"/>
                  </a:lnTo>
                  <a:lnTo>
                    <a:pt x="52100" y="13436"/>
                  </a:lnTo>
                  <a:lnTo>
                    <a:pt x="44290" y="22560"/>
                  </a:lnTo>
                  <a:lnTo>
                    <a:pt x="39505" y="32393"/>
                  </a:lnTo>
                  <a:lnTo>
                    <a:pt x="34722" y="22559"/>
                  </a:lnTo>
                  <a:lnTo>
                    <a:pt x="26914" y="13434"/>
                  </a:lnTo>
                  <a:lnTo>
                    <a:pt x="15525" y="5690"/>
                  </a:ln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sp>
        <p:nvSpPr>
          <p:cNvPr id="2354" name="Google Shape;2354;p102"/>
          <p:cNvSpPr txBox="1"/>
          <p:nvPr/>
        </p:nvSpPr>
        <p:spPr>
          <a:xfrm>
            <a:off x="6150870" y="4177718"/>
            <a:ext cx="817723" cy="194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154" rIns="0" bIns="0" anchor="t" anchorCtr="0">
            <a:spAutoFit/>
          </a:bodyPr>
          <a:lstStyle/>
          <a:p>
            <a:pPr marL="20141" defTabSz="1450147"/>
            <a:r>
              <a:rPr lang="en-US" sz="1110"/>
              <a:t>70K params</a:t>
            </a:r>
            <a:endParaRPr sz="1110"/>
          </a:p>
        </p:txBody>
      </p:sp>
      <p:sp>
        <p:nvSpPr>
          <p:cNvPr id="2355" name="Google Shape;2355;p102"/>
          <p:cNvSpPr txBox="1"/>
          <p:nvPr/>
        </p:nvSpPr>
        <p:spPr>
          <a:xfrm>
            <a:off x="3883662" y="5013412"/>
            <a:ext cx="2041287" cy="707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106" rIns="0" bIns="0" anchor="t" anchorCtr="0">
            <a:spAutoFit/>
          </a:bodyPr>
          <a:lstStyle/>
          <a:p>
            <a:pPr marL="1070490" algn="ctr" defTabSz="1450147"/>
            <a:r>
              <a:rPr lang="en-US" sz="1665" dirty="0"/>
              <a:t>1×1 Conv</a:t>
            </a:r>
            <a:endParaRPr sz="1665" dirty="0"/>
          </a:p>
          <a:p>
            <a:pPr marL="1071497" algn="ctr" defTabSz="1450147">
              <a:spcBef>
                <a:spcPts val="1364"/>
              </a:spcBef>
            </a:pPr>
            <a:r>
              <a:rPr lang="en-US" sz="1665" dirty="0"/>
              <a:t>256 </a:t>
            </a:r>
            <a:r>
              <a:rPr lang="en-US" sz="1665" dirty="0" err="1"/>
              <a:t>ch</a:t>
            </a:r>
            <a:endParaRPr sz="1665" dirty="0"/>
          </a:p>
        </p:txBody>
      </p:sp>
    </p:spTree>
  </p:cSld>
  <p:clrMapOvr>
    <a:masterClrMapping/>
  </p:clrMapOvr>
  <p:transition>
    <p:cut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1" name="Google Shape;2361;p103"/>
          <p:cNvSpPr txBox="1">
            <a:spLocks noGrp="1"/>
          </p:cNvSpPr>
          <p:nvPr>
            <p:ph type="title"/>
          </p:nvPr>
        </p:nvSpPr>
        <p:spPr>
          <a:xfrm>
            <a:off x="151137" y="407927"/>
            <a:ext cx="835447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P</a:t>
            </a:r>
            <a:r>
              <a:rPr lang="en-US" cap="small" dirty="0">
                <a:solidFill>
                  <a:srgbClr val="FFFFFF"/>
                </a:solidFill>
              </a:rPr>
              <a:t>attern</a:t>
            </a:r>
            <a:r>
              <a:rPr lang="en-US" dirty="0">
                <a:solidFill>
                  <a:srgbClr val="FFFFFF"/>
                </a:solidFill>
              </a:rPr>
              <a:t> 5: M</a:t>
            </a:r>
            <a:r>
              <a:rPr lang="en-US" cap="small" dirty="0">
                <a:solidFill>
                  <a:srgbClr val="FFFFFF"/>
                </a:solidFill>
              </a:rPr>
              <a:t>ulti</a:t>
            </a:r>
            <a:r>
              <a:rPr lang="en-US" dirty="0">
                <a:solidFill>
                  <a:srgbClr val="FFFFFF"/>
                </a:solidFill>
              </a:rPr>
              <a:t>-S</a:t>
            </a:r>
            <a:r>
              <a:rPr lang="en-US" cap="small" dirty="0">
                <a:solidFill>
                  <a:srgbClr val="FFFFFF"/>
                </a:solidFill>
              </a:rPr>
              <a:t>cale</a:t>
            </a:r>
            <a:r>
              <a:rPr lang="en-US" dirty="0">
                <a:solidFill>
                  <a:srgbClr val="FFFFFF"/>
                </a:solidFill>
              </a:rPr>
              <a:t> F</a:t>
            </a:r>
            <a:r>
              <a:rPr lang="en-US" cap="small" dirty="0">
                <a:solidFill>
                  <a:srgbClr val="FFFFFF"/>
                </a:solidFill>
              </a:rPr>
              <a:t>eature</a:t>
            </a:r>
            <a:r>
              <a:rPr lang="en-US" dirty="0">
                <a:solidFill>
                  <a:srgbClr val="FFFFFF"/>
                </a:solidFill>
              </a:rPr>
              <a:t> E</a:t>
            </a:r>
            <a:r>
              <a:rPr lang="en-US" cap="small" dirty="0">
                <a:solidFill>
                  <a:srgbClr val="FFFFFF"/>
                </a:solidFill>
              </a:rPr>
              <a:t>xtraction</a:t>
            </a:r>
            <a:endParaRPr dirty="0"/>
          </a:p>
        </p:txBody>
      </p:sp>
      <p:sp>
        <p:nvSpPr>
          <p:cNvPr id="2362" name="Google Shape;2362;p103"/>
          <p:cNvSpPr txBox="1"/>
          <p:nvPr/>
        </p:nvSpPr>
        <p:spPr>
          <a:xfrm>
            <a:off x="550776" y="1571295"/>
            <a:ext cx="5120841" cy="60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marR="8056" defTabSz="1450147">
              <a:lnSpc>
                <a:spcPct val="114700"/>
              </a:lnSpc>
            </a:pPr>
            <a:r>
              <a:rPr lang="en-US" sz="1665">
                <a:solidFill>
                  <a:srgbClr val="1B1472"/>
                </a:solidFill>
              </a:rPr>
              <a:t>Idea: </a:t>
            </a:r>
            <a:r>
              <a:rPr lang="en-US" sz="1665"/>
              <a:t>Process input at multiple scales simultaneously </a:t>
            </a:r>
            <a:r>
              <a:rPr lang="en-US" sz="1665">
                <a:solidFill>
                  <a:srgbClr val="1B1472"/>
                </a:solidFill>
              </a:rPr>
              <a:t>Inception Module Example:</a:t>
            </a:r>
            <a:endParaRPr sz="1665"/>
          </a:p>
        </p:txBody>
      </p:sp>
      <p:sp>
        <p:nvSpPr>
          <p:cNvPr id="2363" name="Google Shape;2363;p103"/>
          <p:cNvSpPr txBox="1"/>
          <p:nvPr/>
        </p:nvSpPr>
        <p:spPr>
          <a:xfrm>
            <a:off x="3982658" y="3918128"/>
            <a:ext cx="1141993" cy="273479"/>
          </a:xfrm>
          <a:prstGeom prst="rect">
            <a:avLst/>
          </a:prstGeom>
          <a:solidFill>
            <a:srgbClr val="CCCC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7088" rIns="0" bIns="0" anchor="t" anchorCtr="0">
            <a:spAutoFit/>
          </a:bodyPr>
          <a:lstStyle/>
          <a:p>
            <a:pPr marL="329304" defTabSz="1450147"/>
            <a:r>
              <a:rPr lang="en-US" sz="1665"/>
              <a:t>Input</a:t>
            </a:r>
            <a:endParaRPr sz="1665"/>
          </a:p>
        </p:txBody>
      </p:sp>
      <p:sp>
        <p:nvSpPr>
          <p:cNvPr id="2364" name="Google Shape;2364;p103"/>
          <p:cNvSpPr txBox="1"/>
          <p:nvPr/>
        </p:nvSpPr>
        <p:spPr>
          <a:xfrm>
            <a:off x="3098641" y="3143370"/>
            <a:ext cx="512588" cy="269436"/>
          </a:xfrm>
          <a:prstGeom prst="rect">
            <a:avLst/>
          </a:prstGeom>
          <a:solidFill>
            <a:srgbClr val="FFE5C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3084" rIns="0" bIns="0" anchor="t" anchorCtr="0">
            <a:spAutoFit/>
          </a:bodyPr>
          <a:lstStyle/>
          <a:p>
            <a:pPr marL="71500" defTabSz="1450147"/>
            <a:r>
              <a:rPr lang="en-US" sz="1665"/>
              <a:t>1×1</a:t>
            </a:r>
            <a:endParaRPr sz="1665"/>
          </a:p>
        </p:txBody>
      </p:sp>
      <p:sp>
        <p:nvSpPr>
          <p:cNvPr id="2365" name="Google Shape;2365;p103"/>
          <p:cNvSpPr txBox="1"/>
          <p:nvPr/>
        </p:nvSpPr>
        <p:spPr>
          <a:xfrm>
            <a:off x="3897943" y="3141583"/>
            <a:ext cx="512588" cy="269436"/>
          </a:xfrm>
          <a:prstGeom prst="rect">
            <a:avLst/>
          </a:prstGeom>
          <a:solidFill>
            <a:srgbClr val="FFE5C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3084" rIns="0" bIns="0" anchor="t" anchorCtr="0">
            <a:spAutoFit/>
          </a:bodyPr>
          <a:lstStyle/>
          <a:p>
            <a:pPr marL="71500" defTabSz="1450147"/>
            <a:r>
              <a:rPr lang="en-US" sz="1665"/>
              <a:t>3×3</a:t>
            </a:r>
            <a:endParaRPr sz="1665"/>
          </a:p>
        </p:txBody>
      </p:sp>
      <p:sp>
        <p:nvSpPr>
          <p:cNvPr id="2366" name="Google Shape;2366;p103"/>
          <p:cNvSpPr txBox="1"/>
          <p:nvPr/>
        </p:nvSpPr>
        <p:spPr>
          <a:xfrm>
            <a:off x="4697244" y="3143585"/>
            <a:ext cx="512588" cy="265352"/>
          </a:xfrm>
          <a:prstGeom prst="rect">
            <a:avLst/>
          </a:prstGeom>
          <a:solidFill>
            <a:srgbClr val="FFE5C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040" rIns="0" bIns="0" anchor="t" anchorCtr="0">
            <a:spAutoFit/>
          </a:bodyPr>
          <a:lstStyle/>
          <a:p>
            <a:pPr marL="71500" defTabSz="1450147"/>
            <a:r>
              <a:rPr lang="en-US" sz="1665"/>
              <a:t>5×5</a:t>
            </a:r>
            <a:endParaRPr sz="1665"/>
          </a:p>
        </p:txBody>
      </p:sp>
      <p:sp>
        <p:nvSpPr>
          <p:cNvPr id="2367" name="Google Shape;2367;p103"/>
          <p:cNvSpPr txBox="1"/>
          <p:nvPr/>
        </p:nvSpPr>
        <p:spPr>
          <a:xfrm>
            <a:off x="5468916" y="3139632"/>
            <a:ext cx="567975" cy="273479"/>
          </a:xfrm>
          <a:prstGeom prst="rect">
            <a:avLst/>
          </a:prstGeom>
          <a:solidFill>
            <a:srgbClr val="FFE5C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7088" rIns="0" bIns="0" anchor="t" anchorCtr="0">
            <a:spAutoFit/>
          </a:bodyPr>
          <a:lstStyle/>
          <a:p>
            <a:pPr marL="71500" defTabSz="1450147"/>
            <a:r>
              <a:rPr lang="en-US" sz="1665"/>
              <a:t>Pool</a:t>
            </a:r>
            <a:endParaRPr sz="1665"/>
          </a:p>
        </p:txBody>
      </p:sp>
      <p:sp>
        <p:nvSpPr>
          <p:cNvPr id="2368" name="Google Shape;2368;p103"/>
          <p:cNvSpPr txBox="1"/>
          <p:nvPr/>
        </p:nvSpPr>
        <p:spPr>
          <a:xfrm>
            <a:off x="3126262" y="2338757"/>
            <a:ext cx="2854982" cy="276562"/>
          </a:xfrm>
          <a:prstGeom prst="rect">
            <a:avLst/>
          </a:prstGeom>
          <a:solidFill>
            <a:srgbClr val="CCFFC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20141" rIns="0" bIns="0" anchor="t" anchorCtr="0">
            <a:spAutoFit/>
          </a:bodyPr>
          <a:lstStyle/>
          <a:p>
            <a:pPr marL="812685" defTabSz="1450147"/>
            <a:r>
              <a:rPr lang="en-US" sz="1665"/>
              <a:t>Concatenate</a:t>
            </a:r>
            <a:endParaRPr sz="1665"/>
          </a:p>
        </p:txBody>
      </p:sp>
      <p:grpSp>
        <p:nvGrpSpPr>
          <p:cNvPr id="2369" name="Google Shape;2369;p103"/>
          <p:cNvGrpSpPr/>
          <p:nvPr/>
        </p:nvGrpSpPr>
        <p:grpSpPr>
          <a:xfrm>
            <a:off x="814682" y="2631303"/>
            <a:ext cx="4704099" cy="3030364"/>
            <a:chOff x="513702" y="1119432"/>
            <a:chExt cx="2966196" cy="1910813"/>
          </a:xfrm>
        </p:grpSpPr>
        <p:sp>
          <p:nvSpPr>
            <p:cNvPr id="2370" name="Google Shape;2370;p103"/>
            <p:cNvSpPr/>
            <p:nvPr/>
          </p:nvSpPr>
          <p:spPr>
            <a:xfrm>
              <a:off x="2268004" y="1637811"/>
              <a:ext cx="436245" cy="290830"/>
            </a:xfrm>
            <a:custGeom>
              <a:avLst/>
              <a:gdLst/>
              <a:ahLst/>
              <a:cxnLst/>
              <a:rect l="l" t="t" r="r" b="b"/>
              <a:pathLst>
                <a:path w="436244" h="290830" extrusionOk="0">
                  <a:moveTo>
                    <a:pt x="435802" y="290503"/>
                  </a:move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371" name="Google Shape;2371;p103"/>
            <p:cNvSpPr/>
            <p:nvPr/>
          </p:nvSpPr>
          <p:spPr>
            <a:xfrm>
              <a:off x="2263793" y="1620097"/>
              <a:ext cx="48895" cy="66040"/>
            </a:xfrm>
            <a:custGeom>
              <a:avLst/>
              <a:gdLst/>
              <a:ahLst/>
              <a:cxnLst/>
              <a:rect l="l" t="t" r="r" b="b"/>
              <a:pathLst>
                <a:path w="48894" h="66039" extrusionOk="0">
                  <a:moveTo>
                    <a:pt x="5037" y="65745"/>
                  </a:moveTo>
                  <a:lnTo>
                    <a:pt x="8914" y="49671"/>
                  </a:lnTo>
                  <a:lnTo>
                    <a:pt x="8789" y="35900"/>
                  </a:lnTo>
                  <a:lnTo>
                    <a:pt x="5528" y="24342"/>
                  </a:lnTo>
                  <a:lnTo>
                    <a:pt x="0" y="14907"/>
                  </a:lnTo>
                  <a:lnTo>
                    <a:pt x="10835" y="16381"/>
                  </a:lnTo>
                  <a:lnTo>
                    <a:pt x="22758" y="14944"/>
                  </a:lnTo>
                  <a:lnTo>
                    <a:pt x="35518" y="9762"/>
                  </a:lnTo>
                  <a:lnTo>
                    <a:pt x="48863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372" name="Google Shape;2372;p103"/>
            <p:cNvSpPr/>
            <p:nvPr/>
          </p:nvSpPr>
          <p:spPr>
            <a:xfrm>
              <a:off x="2672489" y="1642377"/>
              <a:ext cx="143510" cy="286385"/>
            </a:xfrm>
            <a:custGeom>
              <a:avLst/>
              <a:gdLst/>
              <a:ahLst/>
              <a:cxnLst/>
              <a:rect l="l" t="t" r="r" b="b"/>
              <a:pathLst>
                <a:path w="143510" h="286385" extrusionOk="0">
                  <a:moveTo>
                    <a:pt x="143004" y="285937"/>
                  </a:move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373" name="Google Shape;2373;p103"/>
            <p:cNvSpPr/>
            <p:nvPr/>
          </p:nvSpPr>
          <p:spPr>
            <a:xfrm>
              <a:off x="2649379" y="1637851"/>
              <a:ext cx="71120" cy="46990"/>
            </a:xfrm>
            <a:custGeom>
              <a:avLst/>
              <a:gdLst/>
              <a:ahLst/>
              <a:cxnLst/>
              <a:rect l="l" t="t" r="r" b="b"/>
              <a:pathLst>
                <a:path w="71119" h="46989" extrusionOk="0">
                  <a:moveTo>
                    <a:pt x="0" y="46639"/>
                  </a:moveTo>
                  <a:lnTo>
                    <a:pt x="11340" y="34606"/>
                  </a:lnTo>
                  <a:lnTo>
                    <a:pt x="18063" y="22587"/>
                  </a:lnTo>
                  <a:lnTo>
                    <a:pt x="20966" y="10934"/>
                  </a:lnTo>
                  <a:lnTo>
                    <a:pt x="20846" y="0"/>
                  </a:lnTo>
                  <a:lnTo>
                    <a:pt x="29523" y="6654"/>
                  </a:lnTo>
                  <a:lnTo>
                    <a:pt x="40588" y="11322"/>
                  </a:lnTo>
                  <a:lnTo>
                    <a:pt x="54238" y="13153"/>
                  </a:lnTo>
                  <a:lnTo>
                    <a:pt x="70668" y="11296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374" name="Google Shape;2374;p103"/>
            <p:cNvSpPr/>
            <p:nvPr/>
          </p:nvSpPr>
          <p:spPr>
            <a:xfrm>
              <a:off x="2927136" y="1641113"/>
              <a:ext cx="144145" cy="287655"/>
            </a:xfrm>
            <a:custGeom>
              <a:avLst/>
              <a:gdLst/>
              <a:ahLst/>
              <a:cxnLst/>
              <a:rect l="l" t="t" r="r" b="b"/>
              <a:pathLst>
                <a:path w="144144" h="287655" extrusionOk="0">
                  <a:moveTo>
                    <a:pt x="0" y="287201"/>
                  </a:moveTo>
                  <a:lnTo>
                    <a:pt x="143623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375" name="Google Shape;2375;p103"/>
            <p:cNvSpPr/>
            <p:nvPr/>
          </p:nvSpPr>
          <p:spPr>
            <a:xfrm>
              <a:off x="3023201" y="1636587"/>
              <a:ext cx="71120" cy="46990"/>
            </a:xfrm>
            <a:custGeom>
              <a:avLst/>
              <a:gdLst/>
              <a:ahLst/>
              <a:cxnLst/>
              <a:rect l="l" t="t" r="r" b="b"/>
              <a:pathLst>
                <a:path w="71119" h="46989" extrusionOk="0">
                  <a:moveTo>
                    <a:pt x="0" y="11298"/>
                  </a:moveTo>
                  <a:lnTo>
                    <a:pt x="16430" y="13154"/>
                  </a:lnTo>
                  <a:lnTo>
                    <a:pt x="30079" y="11323"/>
                  </a:lnTo>
                  <a:lnTo>
                    <a:pt x="41144" y="6655"/>
                  </a:lnTo>
                  <a:lnTo>
                    <a:pt x="49821" y="0"/>
                  </a:lnTo>
                  <a:lnTo>
                    <a:pt x="49702" y="10934"/>
                  </a:lnTo>
                  <a:lnTo>
                    <a:pt x="52605" y="22587"/>
                  </a:lnTo>
                  <a:lnTo>
                    <a:pt x="59328" y="34606"/>
                  </a:lnTo>
                  <a:lnTo>
                    <a:pt x="70669" y="46638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376" name="Google Shape;2376;p103"/>
            <p:cNvSpPr/>
            <p:nvPr/>
          </p:nvSpPr>
          <p:spPr>
            <a:xfrm>
              <a:off x="3038831" y="1640168"/>
              <a:ext cx="432434" cy="288290"/>
            </a:xfrm>
            <a:custGeom>
              <a:avLst/>
              <a:gdLst/>
              <a:ahLst/>
              <a:cxnLst/>
              <a:rect l="l" t="t" r="r" b="b"/>
              <a:pathLst>
                <a:path w="432435" h="288289" extrusionOk="0">
                  <a:moveTo>
                    <a:pt x="0" y="288146"/>
                  </a:moveTo>
                  <a:lnTo>
                    <a:pt x="432248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377" name="Google Shape;2377;p103"/>
            <p:cNvSpPr/>
            <p:nvPr/>
          </p:nvSpPr>
          <p:spPr>
            <a:xfrm>
              <a:off x="3426426" y="1622455"/>
              <a:ext cx="48895" cy="66040"/>
            </a:xfrm>
            <a:custGeom>
              <a:avLst/>
              <a:gdLst/>
              <a:ahLst/>
              <a:cxnLst/>
              <a:rect l="l" t="t" r="r" b="b"/>
              <a:pathLst>
                <a:path w="48895" h="66039" extrusionOk="0">
                  <a:moveTo>
                    <a:pt x="0" y="0"/>
                  </a:moveTo>
                  <a:lnTo>
                    <a:pt x="13345" y="9762"/>
                  </a:lnTo>
                  <a:lnTo>
                    <a:pt x="26104" y="14944"/>
                  </a:lnTo>
                  <a:lnTo>
                    <a:pt x="38028" y="16380"/>
                  </a:lnTo>
                  <a:lnTo>
                    <a:pt x="48863" y="14906"/>
                  </a:lnTo>
                  <a:lnTo>
                    <a:pt x="43335" y="24341"/>
                  </a:lnTo>
                  <a:lnTo>
                    <a:pt x="40075" y="35899"/>
                  </a:lnTo>
                  <a:lnTo>
                    <a:pt x="39950" y="49671"/>
                  </a:lnTo>
                  <a:lnTo>
                    <a:pt x="43828" y="65744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378" name="Google Shape;2378;p103"/>
            <p:cNvSpPr/>
            <p:nvPr/>
          </p:nvSpPr>
          <p:spPr>
            <a:xfrm>
              <a:off x="2259593" y="1137146"/>
              <a:ext cx="454025" cy="302895"/>
            </a:xfrm>
            <a:custGeom>
              <a:avLst/>
              <a:gdLst/>
              <a:ahLst/>
              <a:cxnLst/>
              <a:rect l="l" t="t" r="r" b="b"/>
              <a:pathLst>
                <a:path w="454025" h="302894" extrusionOk="0">
                  <a:moveTo>
                    <a:pt x="0" y="302630"/>
                  </a:moveTo>
                  <a:lnTo>
                    <a:pt x="453976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379" name="Google Shape;2379;p103"/>
            <p:cNvSpPr/>
            <p:nvPr/>
          </p:nvSpPr>
          <p:spPr>
            <a:xfrm>
              <a:off x="2668916" y="1119433"/>
              <a:ext cx="48895" cy="66040"/>
            </a:xfrm>
            <a:custGeom>
              <a:avLst/>
              <a:gdLst/>
              <a:ahLst/>
              <a:cxnLst/>
              <a:rect l="l" t="t" r="r" b="b"/>
              <a:pathLst>
                <a:path w="48894" h="66040" extrusionOk="0">
                  <a:moveTo>
                    <a:pt x="0" y="0"/>
                  </a:moveTo>
                  <a:lnTo>
                    <a:pt x="13345" y="9762"/>
                  </a:lnTo>
                  <a:lnTo>
                    <a:pt x="26104" y="14944"/>
                  </a:lnTo>
                  <a:lnTo>
                    <a:pt x="38028" y="16380"/>
                  </a:lnTo>
                  <a:lnTo>
                    <a:pt x="48863" y="14906"/>
                  </a:lnTo>
                  <a:lnTo>
                    <a:pt x="43335" y="24341"/>
                  </a:lnTo>
                  <a:lnTo>
                    <a:pt x="40075" y="35899"/>
                  </a:lnTo>
                  <a:lnTo>
                    <a:pt x="39950" y="49671"/>
                  </a:lnTo>
                  <a:lnTo>
                    <a:pt x="43828" y="65744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380" name="Google Shape;2380;p103"/>
            <p:cNvSpPr/>
            <p:nvPr/>
          </p:nvSpPr>
          <p:spPr>
            <a:xfrm>
              <a:off x="2667968" y="1140585"/>
              <a:ext cx="149225" cy="298450"/>
            </a:xfrm>
            <a:custGeom>
              <a:avLst/>
              <a:gdLst/>
              <a:ahLst/>
              <a:cxnLst/>
              <a:rect l="l" t="t" r="r" b="b"/>
              <a:pathLst>
                <a:path w="149225" h="298450" extrusionOk="0">
                  <a:moveTo>
                    <a:pt x="0" y="298064"/>
                  </a:moveTo>
                  <a:lnTo>
                    <a:pt x="149043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381" name="Google Shape;2381;p103"/>
            <p:cNvSpPr/>
            <p:nvPr/>
          </p:nvSpPr>
          <p:spPr>
            <a:xfrm>
              <a:off x="2769453" y="1136059"/>
              <a:ext cx="71120" cy="46990"/>
            </a:xfrm>
            <a:custGeom>
              <a:avLst/>
              <a:gdLst/>
              <a:ahLst/>
              <a:cxnLst/>
              <a:rect l="l" t="t" r="r" b="b"/>
              <a:pathLst>
                <a:path w="71119" h="46990" extrusionOk="0">
                  <a:moveTo>
                    <a:pt x="0" y="11301"/>
                  </a:moveTo>
                  <a:lnTo>
                    <a:pt x="16430" y="13156"/>
                  </a:lnTo>
                  <a:lnTo>
                    <a:pt x="30079" y="11324"/>
                  </a:lnTo>
                  <a:lnTo>
                    <a:pt x="41144" y="6655"/>
                  </a:lnTo>
                  <a:lnTo>
                    <a:pt x="49821" y="0"/>
                  </a:lnTo>
                  <a:lnTo>
                    <a:pt x="49702" y="10934"/>
                  </a:lnTo>
                  <a:lnTo>
                    <a:pt x="52606" y="22587"/>
                  </a:lnTo>
                  <a:lnTo>
                    <a:pt x="59330" y="34606"/>
                  </a:lnTo>
                  <a:lnTo>
                    <a:pt x="70672" y="46638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382" name="Google Shape;2382;p103"/>
            <p:cNvSpPr/>
            <p:nvPr/>
          </p:nvSpPr>
          <p:spPr>
            <a:xfrm>
              <a:off x="2925607" y="1140585"/>
              <a:ext cx="149860" cy="299720"/>
            </a:xfrm>
            <a:custGeom>
              <a:avLst/>
              <a:gdLst/>
              <a:ahLst/>
              <a:cxnLst/>
              <a:rect l="l" t="t" r="r" b="b"/>
              <a:pathLst>
                <a:path w="149860" h="299719" extrusionOk="0">
                  <a:moveTo>
                    <a:pt x="149678" y="299328"/>
                  </a:move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383" name="Google Shape;2383;p103"/>
            <p:cNvSpPr/>
            <p:nvPr/>
          </p:nvSpPr>
          <p:spPr>
            <a:xfrm>
              <a:off x="2902493" y="1136059"/>
              <a:ext cx="71120" cy="46990"/>
            </a:xfrm>
            <a:custGeom>
              <a:avLst/>
              <a:gdLst/>
              <a:ahLst/>
              <a:cxnLst/>
              <a:rect l="l" t="t" r="r" b="b"/>
              <a:pathLst>
                <a:path w="71119" h="46990" extrusionOk="0">
                  <a:moveTo>
                    <a:pt x="0" y="46637"/>
                  </a:moveTo>
                  <a:lnTo>
                    <a:pt x="11341" y="34606"/>
                  </a:lnTo>
                  <a:lnTo>
                    <a:pt x="18065" y="22587"/>
                  </a:lnTo>
                  <a:lnTo>
                    <a:pt x="20969" y="10934"/>
                  </a:lnTo>
                  <a:lnTo>
                    <a:pt x="20850" y="0"/>
                  </a:lnTo>
                  <a:lnTo>
                    <a:pt x="29526" y="6655"/>
                  </a:lnTo>
                  <a:lnTo>
                    <a:pt x="40591" y="11323"/>
                  </a:lnTo>
                  <a:lnTo>
                    <a:pt x="54240" y="13155"/>
                  </a:lnTo>
                  <a:lnTo>
                    <a:pt x="70670" y="1130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384" name="Google Shape;2384;p103"/>
            <p:cNvSpPr/>
            <p:nvPr/>
          </p:nvSpPr>
          <p:spPr>
            <a:xfrm>
              <a:off x="3029048" y="1137146"/>
              <a:ext cx="450850" cy="300355"/>
            </a:xfrm>
            <a:custGeom>
              <a:avLst/>
              <a:gdLst/>
              <a:ahLst/>
              <a:cxnLst/>
              <a:rect l="l" t="t" r="r" b="b"/>
              <a:pathLst>
                <a:path w="450850" h="300355" extrusionOk="0">
                  <a:moveTo>
                    <a:pt x="450443" y="300274"/>
                  </a:move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385" name="Google Shape;2385;p103"/>
            <p:cNvSpPr/>
            <p:nvPr/>
          </p:nvSpPr>
          <p:spPr>
            <a:xfrm>
              <a:off x="3024837" y="1119432"/>
              <a:ext cx="48895" cy="66040"/>
            </a:xfrm>
            <a:custGeom>
              <a:avLst/>
              <a:gdLst/>
              <a:ahLst/>
              <a:cxnLst/>
              <a:rect l="l" t="t" r="r" b="b"/>
              <a:pathLst>
                <a:path w="48894" h="66040" extrusionOk="0">
                  <a:moveTo>
                    <a:pt x="5037" y="65745"/>
                  </a:moveTo>
                  <a:lnTo>
                    <a:pt x="8914" y="49671"/>
                  </a:lnTo>
                  <a:lnTo>
                    <a:pt x="8789" y="35900"/>
                  </a:lnTo>
                  <a:lnTo>
                    <a:pt x="5528" y="24342"/>
                  </a:lnTo>
                  <a:lnTo>
                    <a:pt x="0" y="14907"/>
                  </a:lnTo>
                  <a:lnTo>
                    <a:pt x="10835" y="16381"/>
                  </a:lnTo>
                  <a:lnTo>
                    <a:pt x="22758" y="14944"/>
                  </a:lnTo>
                  <a:lnTo>
                    <a:pt x="35518" y="9762"/>
                  </a:lnTo>
                  <a:lnTo>
                    <a:pt x="48863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pic>
          <p:nvPicPr>
            <p:cNvPr id="2386" name="Google Shape;2386;p10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255666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87" name="Google Shape;2387;p10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275880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88" name="Google Shape;2388;p10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296095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89" name="Google Shape;2389;p103"/>
          <p:cNvSpPr txBox="1"/>
          <p:nvPr/>
        </p:nvSpPr>
        <p:spPr>
          <a:xfrm>
            <a:off x="550775" y="4396349"/>
            <a:ext cx="4484387" cy="1313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0634" rIns="0" bIns="0" anchor="t" anchorCtr="0">
            <a:spAutoFit/>
          </a:bodyPr>
          <a:lstStyle/>
          <a:p>
            <a:pPr marL="20141" defTabSz="1450147"/>
            <a:r>
              <a:rPr lang="en-US" sz="1665">
                <a:solidFill>
                  <a:srgbClr val="1B1472"/>
                </a:solidFill>
              </a:rPr>
              <a:t>Benefits:</a:t>
            </a:r>
            <a:endParaRPr sz="1665"/>
          </a:p>
          <a:p>
            <a:pPr marL="491439" marR="520643" defTabSz="1450147">
              <a:lnSpc>
                <a:spcPct val="126299"/>
              </a:lnSpc>
              <a:spcBef>
                <a:spcPts val="40"/>
              </a:spcBef>
            </a:pPr>
            <a:r>
              <a:rPr lang="en-US" sz="1665"/>
              <a:t>Capture features at different scales More robust to object size variations</a:t>
            </a:r>
            <a:endParaRPr sz="1665"/>
          </a:p>
          <a:p>
            <a:pPr marL="491439" defTabSz="1450147">
              <a:spcBef>
                <a:spcPts val="530"/>
              </a:spcBef>
            </a:pPr>
            <a:r>
              <a:rPr lang="en-US" sz="1665"/>
              <a:t>Network decides which scale is important</a:t>
            </a:r>
            <a:endParaRPr sz="1665"/>
          </a:p>
        </p:txBody>
      </p:sp>
    </p:spTree>
  </p:cSld>
  <p:clrMapOvr>
    <a:masterClrMapping/>
  </p:clrMapOvr>
  <p:transition>
    <p:cut/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0" name="Google Shape;2400;p104"/>
          <p:cNvSpPr txBox="1">
            <a:spLocks noGrp="1"/>
          </p:cNvSpPr>
          <p:nvPr>
            <p:ph type="title"/>
          </p:nvPr>
        </p:nvSpPr>
        <p:spPr>
          <a:xfrm>
            <a:off x="151137" y="316488"/>
            <a:ext cx="835447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H</a:t>
            </a:r>
            <a:r>
              <a:rPr lang="en-US" cap="small" dirty="0">
                <a:solidFill>
                  <a:srgbClr val="FFFFFF"/>
                </a:solidFill>
              </a:rPr>
              <a:t>ow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cap="small" dirty="0">
                <a:solidFill>
                  <a:srgbClr val="FFFFFF"/>
                </a:solidFill>
              </a:rPr>
              <a:t>to</a:t>
            </a:r>
            <a:r>
              <a:rPr lang="en-US" dirty="0">
                <a:solidFill>
                  <a:srgbClr val="FFFFFF"/>
                </a:solidFill>
              </a:rPr>
              <a:t> C</a:t>
            </a:r>
            <a:r>
              <a:rPr lang="en-US" cap="small" dirty="0">
                <a:solidFill>
                  <a:srgbClr val="FFFFFF"/>
                </a:solidFill>
              </a:rPr>
              <a:t>hoose</a:t>
            </a:r>
            <a:r>
              <a:rPr lang="en-US" dirty="0">
                <a:solidFill>
                  <a:srgbClr val="FFFFFF"/>
                </a:solidFill>
              </a:rPr>
              <a:t> A</a:t>
            </a:r>
            <a:r>
              <a:rPr lang="en-US" cap="small" dirty="0">
                <a:solidFill>
                  <a:srgbClr val="FFFFFF"/>
                </a:solidFill>
              </a:rPr>
              <a:t>rchitecture</a:t>
            </a:r>
            <a:r>
              <a:rPr lang="en-US" dirty="0">
                <a:solidFill>
                  <a:srgbClr val="FFFFFF"/>
                </a:solidFill>
              </a:rPr>
              <a:t> D</a:t>
            </a:r>
            <a:r>
              <a:rPr lang="en-US" cap="small" dirty="0">
                <a:solidFill>
                  <a:srgbClr val="FFFFFF"/>
                </a:solidFill>
              </a:rPr>
              <a:t>epth</a:t>
            </a:r>
            <a:endParaRPr dirty="0"/>
          </a:p>
        </p:txBody>
      </p:sp>
      <p:sp>
        <p:nvSpPr>
          <p:cNvPr id="2401" name="Google Shape;2401;p104"/>
          <p:cNvSpPr txBox="1"/>
          <p:nvPr/>
        </p:nvSpPr>
        <p:spPr>
          <a:xfrm>
            <a:off x="550775" y="1602202"/>
            <a:ext cx="1964752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>
                <a:solidFill>
                  <a:srgbClr val="1B1472"/>
                </a:solidFill>
              </a:rPr>
              <a:t>Key Considerations:</a:t>
            </a:r>
            <a:endParaRPr sz="1665"/>
          </a:p>
        </p:txBody>
      </p:sp>
      <p:pic>
        <p:nvPicPr>
          <p:cNvPr id="2402" name="Google Shape;2402;p10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4752" y="1981729"/>
            <a:ext cx="192305" cy="192305"/>
          </a:xfrm>
          <a:prstGeom prst="rect">
            <a:avLst/>
          </a:prstGeom>
          <a:noFill/>
          <a:ln>
            <a:noFill/>
          </a:ln>
        </p:spPr>
      </p:pic>
      <p:sp>
        <p:nvSpPr>
          <p:cNvPr id="2403" name="Google Shape;2403;p104"/>
          <p:cNvSpPr txBox="1"/>
          <p:nvPr/>
        </p:nvSpPr>
        <p:spPr>
          <a:xfrm>
            <a:off x="767492" y="1966108"/>
            <a:ext cx="106747" cy="165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952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952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04" name="Google Shape;2404;p10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4752" y="3119897"/>
            <a:ext cx="192305" cy="192305"/>
          </a:xfrm>
          <a:prstGeom prst="rect">
            <a:avLst/>
          </a:prstGeom>
          <a:noFill/>
          <a:ln>
            <a:noFill/>
          </a:ln>
        </p:spPr>
      </p:pic>
      <p:sp>
        <p:nvSpPr>
          <p:cNvPr id="2405" name="Google Shape;2405;p104"/>
          <p:cNvSpPr txBox="1"/>
          <p:nvPr/>
        </p:nvSpPr>
        <p:spPr>
          <a:xfrm>
            <a:off x="767492" y="3104274"/>
            <a:ext cx="106747" cy="165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952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52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06" name="Google Shape;2406;p10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4752" y="4258063"/>
            <a:ext cx="192305" cy="192305"/>
          </a:xfrm>
          <a:prstGeom prst="rect">
            <a:avLst/>
          </a:prstGeom>
          <a:noFill/>
          <a:ln>
            <a:noFill/>
          </a:ln>
        </p:spPr>
      </p:pic>
      <p:sp>
        <p:nvSpPr>
          <p:cNvPr id="2407" name="Google Shape;2407;p104"/>
          <p:cNvSpPr txBox="1"/>
          <p:nvPr/>
        </p:nvSpPr>
        <p:spPr>
          <a:xfrm>
            <a:off x="767492" y="4242422"/>
            <a:ext cx="106747" cy="165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952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52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8" name="Google Shape;2408;p104"/>
          <p:cNvSpPr txBox="1"/>
          <p:nvPr/>
        </p:nvSpPr>
        <p:spPr>
          <a:xfrm>
            <a:off x="982033" y="1853157"/>
            <a:ext cx="5657597" cy="3471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0564" rIns="0" bIns="0" anchor="t" anchorCtr="0">
            <a:spAutoFit/>
          </a:bodyPr>
          <a:lstStyle/>
          <a:p>
            <a:pPr marL="60423" defTabSz="1450147"/>
            <a:r>
              <a:rPr lang="en-US" sz="1665">
                <a:solidFill>
                  <a:srgbClr val="1B1472"/>
                </a:solidFill>
              </a:rPr>
              <a:t>Task complexity</a:t>
            </a:r>
            <a:endParaRPr sz="1665"/>
          </a:p>
          <a:p>
            <a:pPr marL="306142" defTabSz="1450147">
              <a:spcBef>
                <a:spcPts val="452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</a:t>
            </a:r>
            <a:r>
              <a:rPr lang="en-US" sz="1507"/>
              <a:t>Simple: MNIST</a:t>
            </a:r>
            <a:r>
              <a:rPr lang="en-US" sz="1269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1507"/>
              <a:t>5-10 layers sufficient</a:t>
            </a:r>
            <a:endParaRPr sz="1507"/>
          </a:p>
          <a:p>
            <a:pPr marL="306142" defTabSz="1450147">
              <a:spcBef>
                <a:spcPts val="341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</a:t>
            </a:r>
            <a:r>
              <a:rPr lang="en-US" sz="1507"/>
              <a:t>Complex: ImageNet</a:t>
            </a:r>
            <a:r>
              <a:rPr lang="en-US" sz="1269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1507"/>
              <a:t>50-152 layers</a:t>
            </a:r>
            <a:endParaRPr sz="1507"/>
          </a:p>
          <a:p>
            <a:pPr marL="306142" defTabSz="1450147">
              <a:spcBef>
                <a:spcPts val="341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</a:t>
            </a:r>
            <a:r>
              <a:rPr lang="en-US" sz="1507"/>
              <a:t>Very complex: Medical imaging</a:t>
            </a:r>
            <a:r>
              <a:rPr lang="en-US" sz="1269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1507"/>
              <a:t>100+ layers</a:t>
            </a:r>
            <a:endParaRPr sz="1507"/>
          </a:p>
          <a:p>
            <a:pPr marL="60423" defTabSz="1450147">
              <a:spcBef>
                <a:spcPts val="403"/>
              </a:spcBef>
            </a:pPr>
            <a:r>
              <a:rPr lang="en-US" sz="1665">
                <a:solidFill>
                  <a:srgbClr val="1B1472"/>
                </a:solidFill>
              </a:rPr>
              <a:t>Dataset size</a:t>
            </a:r>
            <a:endParaRPr sz="1665"/>
          </a:p>
          <a:p>
            <a:pPr marL="306142" defTabSz="1450147">
              <a:spcBef>
                <a:spcPts val="214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 </a:t>
            </a:r>
            <a:r>
              <a:rPr lang="en-US" sz="1507"/>
              <a:t>Small dataset (</a:t>
            </a:r>
            <a:r>
              <a:rPr lang="en-US" sz="1744" i="1">
                <a:latin typeface="Verdana"/>
                <a:ea typeface="Verdana"/>
                <a:cs typeface="Verdana"/>
                <a:sym typeface="Verdana"/>
              </a:rPr>
              <a:t>&lt; </a:t>
            </a:r>
            <a:r>
              <a:rPr lang="en-US" sz="1507"/>
              <a:t>10K): Shallow network (avoid overfitting)</a:t>
            </a:r>
            <a:endParaRPr sz="1507"/>
          </a:p>
          <a:p>
            <a:pPr marL="306142" defTabSz="1450147">
              <a:spcBef>
                <a:spcPts val="293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 </a:t>
            </a:r>
            <a:r>
              <a:rPr lang="en-US" sz="1507"/>
              <a:t>Medium (10K-100K): Moderate depth (20-50 layers)</a:t>
            </a:r>
            <a:endParaRPr sz="1507"/>
          </a:p>
          <a:p>
            <a:pPr marL="306142" defTabSz="1450147">
              <a:spcBef>
                <a:spcPts val="103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 </a:t>
            </a:r>
            <a:r>
              <a:rPr lang="en-US" sz="1507"/>
              <a:t>Large (</a:t>
            </a:r>
            <a:r>
              <a:rPr lang="en-US" sz="1744" i="1">
                <a:latin typeface="Verdana"/>
                <a:ea typeface="Verdana"/>
                <a:cs typeface="Verdana"/>
                <a:sym typeface="Verdana"/>
              </a:rPr>
              <a:t>&gt; </a:t>
            </a:r>
            <a:r>
              <a:rPr lang="en-US" sz="1507"/>
              <a:t>1M): Very deep (50-200 layers)</a:t>
            </a:r>
            <a:endParaRPr sz="1507"/>
          </a:p>
          <a:p>
            <a:pPr marL="60423" defTabSz="1450147">
              <a:spcBef>
                <a:spcPts val="357"/>
              </a:spcBef>
            </a:pPr>
            <a:r>
              <a:rPr lang="en-US" sz="1665">
                <a:solidFill>
                  <a:srgbClr val="1B1472"/>
                </a:solidFill>
              </a:rPr>
              <a:t>Computational budget</a:t>
            </a:r>
            <a:endParaRPr sz="1665"/>
          </a:p>
          <a:p>
            <a:pPr marL="306142" defTabSz="1450147">
              <a:spcBef>
                <a:spcPts val="460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 </a:t>
            </a:r>
            <a:r>
              <a:rPr lang="en-US" sz="1507"/>
              <a:t>Mobile/edge: MobileNet, EfficientNet (10-20 layers)</a:t>
            </a:r>
            <a:endParaRPr sz="1507"/>
          </a:p>
          <a:p>
            <a:pPr marL="306142" defTabSz="1450147">
              <a:spcBef>
                <a:spcPts val="341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 </a:t>
            </a:r>
            <a:r>
              <a:rPr lang="en-US" sz="1507"/>
              <a:t>Desktop/server: ResNet-50, VGG-16 (16-50 layers)</a:t>
            </a:r>
            <a:endParaRPr sz="1507"/>
          </a:p>
          <a:p>
            <a:pPr marL="306142" defTabSz="1450147">
              <a:spcBef>
                <a:spcPts val="341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 </a:t>
            </a:r>
            <a:r>
              <a:rPr lang="en-US" sz="1507"/>
              <a:t>Data center: ResNet-152, EfficientNet-B7 (100+ layers)</a:t>
            </a:r>
            <a:endParaRPr sz="1507"/>
          </a:p>
        </p:txBody>
      </p:sp>
      <p:sp>
        <p:nvSpPr>
          <p:cNvPr id="2409" name="Google Shape;2409;p104"/>
          <p:cNvSpPr txBox="1"/>
          <p:nvPr/>
        </p:nvSpPr>
        <p:spPr>
          <a:xfrm>
            <a:off x="550775" y="5460526"/>
            <a:ext cx="6270891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>
                <a:solidFill>
                  <a:srgbClr val="EC2027"/>
                </a:solidFill>
              </a:rPr>
              <a:t>Start shallow, add depth if underfitting and you have enough data</a:t>
            </a:r>
            <a:endParaRPr sz="1665"/>
          </a:p>
        </p:txBody>
      </p:sp>
    </p:spTree>
  </p:cSld>
  <p:clrMapOvr>
    <a:masterClrMapping/>
  </p:clrMapOvr>
  <p:transition>
    <p:cut/>
  </p:transition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0" name="Google Shape;2420;p105"/>
          <p:cNvSpPr txBox="1">
            <a:spLocks noGrp="1"/>
          </p:cNvSpPr>
          <p:nvPr>
            <p:ph type="title"/>
          </p:nvPr>
        </p:nvSpPr>
        <p:spPr>
          <a:xfrm>
            <a:off x="151137" y="298199"/>
            <a:ext cx="8354474" cy="369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159" rIns="0" bIns="0" anchor="t" anchorCtr="0">
            <a:spAutoFit/>
          </a:bodyPr>
          <a:lstStyle/>
          <a:p>
            <a:pPr marL="20141"/>
            <a:r>
              <a:rPr lang="en-US" sz="2220" dirty="0">
                <a:solidFill>
                  <a:srgbClr val="FFFFFF"/>
                </a:solidFill>
              </a:rPr>
              <a:t>A</a:t>
            </a:r>
            <a:r>
              <a:rPr lang="en-US" sz="2220" cap="small" dirty="0">
                <a:solidFill>
                  <a:srgbClr val="FFFFFF"/>
                </a:solidFill>
              </a:rPr>
              <a:t>rchitecture</a:t>
            </a:r>
            <a:r>
              <a:rPr lang="en-US" sz="2220" dirty="0">
                <a:solidFill>
                  <a:srgbClr val="FFFFFF"/>
                </a:solidFill>
              </a:rPr>
              <a:t> D</a:t>
            </a:r>
            <a:r>
              <a:rPr lang="en-US" sz="2220" cap="small" dirty="0">
                <a:solidFill>
                  <a:srgbClr val="FFFFFF"/>
                </a:solidFill>
              </a:rPr>
              <a:t>epth</a:t>
            </a:r>
            <a:r>
              <a:rPr lang="en-US" sz="2220" dirty="0">
                <a:solidFill>
                  <a:srgbClr val="FFFFFF"/>
                </a:solidFill>
              </a:rPr>
              <a:t>: P</a:t>
            </a:r>
            <a:r>
              <a:rPr lang="en-US" sz="2220" cap="small" dirty="0">
                <a:solidFill>
                  <a:srgbClr val="FFFFFF"/>
                </a:solidFill>
              </a:rPr>
              <a:t>ractical</a:t>
            </a:r>
            <a:r>
              <a:rPr lang="en-US" sz="2220" dirty="0">
                <a:solidFill>
                  <a:srgbClr val="FFFFFF"/>
                </a:solidFill>
              </a:rPr>
              <a:t> G</a:t>
            </a:r>
            <a:r>
              <a:rPr lang="en-US" sz="2220" cap="small" dirty="0">
                <a:solidFill>
                  <a:srgbClr val="FFFFFF"/>
                </a:solidFill>
              </a:rPr>
              <a:t>uidelines</a:t>
            </a:r>
            <a:endParaRPr sz="2220" dirty="0"/>
          </a:p>
        </p:txBody>
      </p:sp>
      <p:sp>
        <p:nvSpPr>
          <p:cNvPr id="2421" name="Google Shape;2421;p105"/>
          <p:cNvSpPr txBox="1"/>
          <p:nvPr/>
        </p:nvSpPr>
        <p:spPr>
          <a:xfrm>
            <a:off x="550775" y="1602201"/>
            <a:ext cx="2284993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>
                <a:solidFill>
                  <a:srgbClr val="1B1472"/>
                </a:solidFill>
              </a:rPr>
              <a:t>Empirical observations:</a:t>
            </a:r>
            <a:endParaRPr sz="1665"/>
          </a:p>
        </p:txBody>
      </p:sp>
      <p:graphicFrame>
        <p:nvGraphicFramePr>
          <p:cNvPr id="2422" name="Google Shape;2422;p105"/>
          <p:cNvGraphicFramePr/>
          <p:nvPr/>
        </p:nvGraphicFramePr>
        <p:xfrm>
          <a:off x="1532566" y="1984569"/>
          <a:ext cx="6062431" cy="2046251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693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8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48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954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8070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1B147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Network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1B147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Layers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1B147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Params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1B147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 Case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952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LeNet-5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60K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MNIST, simple tasks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022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AlexNet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60M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ImageNet (2012)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022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VGG-16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16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138M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High accuracy, features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022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ResNet-50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25M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purpose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0022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ResNet-152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152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60M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State-of-art accuracy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8141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EfficientNet-B0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18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5M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Mobile, efficient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2423" name="Google Shape;2423;p105"/>
          <p:cNvGrpSpPr/>
          <p:nvPr/>
        </p:nvGrpSpPr>
        <p:grpSpPr>
          <a:xfrm>
            <a:off x="814682" y="4489280"/>
            <a:ext cx="109889" cy="1350875"/>
            <a:chOff x="513702" y="2290990"/>
            <a:chExt cx="69291" cy="851802"/>
          </a:xfrm>
        </p:grpSpPr>
        <p:pic>
          <p:nvPicPr>
            <p:cNvPr id="2424" name="Google Shape;2424;p10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229099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25" name="Google Shape;2425;p10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247445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26" name="Google Shape;2426;p10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265791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27" name="Google Shape;2427;p105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307350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28" name="Google Shape;2428;p105"/>
          <p:cNvSpPr txBox="1"/>
          <p:nvPr/>
        </p:nvSpPr>
        <p:spPr>
          <a:xfrm>
            <a:off x="550776" y="4024424"/>
            <a:ext cx="6258806" cy="1881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6449" rIns="0" bIns="0" anchor="t" anchorCtr="0">
            <a:spAutoFit/>
          </a:bodyPr>
          <a:lstStyle/>
          <a:p>
            <a:pPr marL="20141" defTabSz="1450147"/>
            <a:r>
              <a:rPr lang="en-US" sz="1665">
                <a:solidFill>
                  <a:srgbClr val="1B1472"/>
                </a:solidFill>
              </a:rPr>
              <a:t>Trends:</a:t>
            </a:r>
            <a:endParaRPr sz="1665"/>
          </a:p>
          <a:p>
            <a:pPr marL="491439" marR="8056" defTabSz="1450147">
              <a:lnSpc>
                <a:spcPct val="114599"/>
              </a:lnSpc>
              <a:spcBef>
                <a:spcPts val="79"/>
              </a:spcBef>
            </a:pPr>
            <a:r>
              <a:rPr lang="en-US" sz="1665"/>
              <a:t>Modern architectures: 50-200 layers with skip connections Efficient architectures: 10-30 layers with smart design Depth alone is not enough: Need proper training techniques</a:t>
            </a:r>
            <a:endParaRPr sz="1665"/>
          </a:p>
          <a:p>
            <a:pPr marL="491439" marR="2586094" indent="-472305" defTabSz="1450147">
              <a:lnSpc>
                <a:spcPct val="118600"/>
              </a:lnSpc>
              <a:spcBef>
                <a:spcPts val="444"/>
              </a:spcBef>
            </a:pPr>
            <a:r>
              <a:rPr lang="en-US" sz="1665">
                <a:solidFill>
                  <a:srgbClr val="1B1472"/>
                </a:solidFill>
              </a:rPr>
              <a:t>Warning: </a:t>
            </a:r>
            <a:r>
              <a:rPr lang="en-US" sz="1665"/>
              <a:t>Very deep networks require: Batch normalization</a:t>
            </a:r>
            <a:endParaRPr sz="1665"/>
          </a:p>
        </p:txBody>
      </p:sp>
    </p:spTree>
  </p:cSld>
  <p:clrMapOvr>
    <a:masterClrMapping/>
  </p:clrMapOvr>
  <p:transition>
    <p:cut/>
  </p:transition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9" name="Google Shape;2439;p106"/>
          <p:cNvSpPr txBox="1">
            <a:spLocks noGrp="1"/>
          </p:cNvSpPr>
          <p:nvPr>
            <p:ph type="title"/>
          </p:nvPr>
        </p:nvSpPr>
        <p:spPr>
          <a:xfrm>
            <a:off x="151137" y="307344"/>
            <a:ext cx="835447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T</a:t>
            </a:r>
            <a:r>
              <a:rPr lang="en-US" cap="small" dirty="0">
                <a:solidFill>
                  <a:srgbClr val="FFFFFF"/>
                </a:solidFill>
              </a:rPr>
              <a:t>rade</a:t>
            </a:r>
            <a:r>
              <a:rPr lang="en-US" dirty="0">
                <a:solidFill>
                  <a:srgbClr val="FFFFFF"/>
                </a:solidFill>
              </a:rPr>
              <a:t>-</a:t>
            </a:r>
            <a:r>
              <a:rPr lang="en-US" cap="small" dirty="0">
                <a:solidFill>
                  <a:srgbClr val="FFFFFF"/>
                </a:solidFill>
              </a:rPr>
              <a:t>offs</a:t>
            </a:r>
            <a:r>
              <a:rPr lang="en-US" dirty="0">
                <a:solidFill>
                  <a:srgbClr val="FFFFFF"/>
                </a:solidFill>
              </a:rPr>
              <a:t>: D</a:t>
            </a:r>
            <a:r>
              <a:rPr lang="en-US" cap="small" dirty="0">
                <a:solidFill>
                  <a:srgbClr val="FFFFFF"/>
                </a:solidFill>
              </a:rPr>
              <a:t>epth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cap="small" dirty="0">
                <a:solidFill>
                  <a:srgbClr val="FFFFFF"/>
                </a:solidFill>
              </a:rPr>
              <a:t>vs</a:t>
            </a:r>
            <a:r>
              <a:rPr lang="en-US" dirty="0">
                <a:solidFill>
                  <a:srgbClr val="FFFFFF"/>
                </a:solidFill>
              </a:rPr>
              <a:t>. W</a:t>
            </a:r>
            <a:r>
              <a:rPr lang="en-US" cap="small" dirty="0">
                <a:solidFill>
                  <a:srgbClr val="FFFFFF"/>
                </a:solidFill>
              </a:rPr>
              <a:t>idth</a:t>
            </a:r>
            <a:endParaRPr dirty="0"/>
          </a:p>
        </p:txBody>
      </p:sp>
      <p:sp>
        <p:nvSpPr>
          <p:cNvPr id="2440" name="Google Shape;2440;p106"/>
          <p:cNvSpPr txBox="1"/>
          <p:nvPr/>
        </p:nvSpPr>
        <p:spPr>
          <a:xfrm>
            <a:off x="550774" y="1571296"/>
            <a:ext cx="5746219" cy="60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6379" rIns="0" bIns="0" anchor="t" anchorCtr="0">
            <a:spAutoFit/>
          </a:bodyPr>
          <a:lstStyle/>
          <a:p>
            <a:pPr marL="20141" defTabSz="1450147"/>
            <a:r>
              <a:rPr lang="en-US" sz="1665">
                <a:solidFill>
                  <a:srgbClr val="1B1472"/>
                </a:solidFill>
              </a:rPr>
              <a:t>Depth: </a:t>
            </a:r>
            <a:r>
              <a:rPr lang="en-US" sz="1665"/>
              <a:t>Number of layers (vertical stacking)</a:t>
            </a:r>
            <a:endParaRPr sz="1665"/>
          </a:p>
          <a:p>
            <a:pPr marL="20141" defTabSz="1450147">
              <a:spcBef>
                <a:spcPts val="293"/>
              </a:spcBef>
            </a:pPr>
            <a:r>
              <a:rPr lang="en-US" sz="1665">
                <a:solidFill>
                  <a:srgbClr val="1B1472"/>
                </a:solidFill>
              </a:rPr>
              <a:t>Width: </a:t>
            </a:r>
            <a:r>
              <a:rPr lang="en-US" sz="1665"/>
              <a:t>Number of channels per layer (horizontal expansion)</a:t>
            </a:r>
            <a:endParaRPr sz="1665"/>
          </a:p>
        </p:txBody>
      </p:sp>
      <p:graphicFrame>
        <p:nvGraphicFramePr>
          <p:cNvPr id="2441" name="Google Shape;2441;p106"/>
          <p:cNvGraphicFramePr/>
          <p:nvPr/>
        </p:nvGraphicFramePr>
        <p:xfrm>
          <a:off x="1028438" y="2306382"/>
          <a:ext cx="7071502" cy="2046251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0664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55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9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8070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1B147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Aspect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1B147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Deeper (More Layers)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1B147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Wider (More Channels)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952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Feature complexity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Higher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Moderate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022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Receptive field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Larger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Same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022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Parameters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Sub-linear growth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Quadratic growth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022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Training difficulty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Harder (vanishing grad)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Easier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0022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Overfitting risk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Lower (if regularized)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Higher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8141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Inference speed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Slower (sequential)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Faster (parallel)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2442" name="Google Shape;2442;p106"/>
          <p:cNvGrpSpPr/>
          <p:nvPr/>
        </p:nvGrpSpPr>
        <p:grpSpPr>
          <a:xfrm>
            <a:off x="814682" y="4853166"/>
            <a:ext cx="109889" cy="415691"/>
            <a:chOff x="513702" y="2520441"/>
            <a:chExt cx="69291" cy="262116"/>
          </a:xfrm>
        </p:grpSpPr>
        <p:pic>
          <p:nvPicPr>
            <p:cNvPr id="2443" name="Google Shape;2443;p10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252044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44" name="Google Shape;2444;p10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271326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45" name="Google Shape;2445;p106"/>
          <p:cNvSpPr txBox="1"/>
          <p:nvPr/>
        </p:nvSpPr>
        <p:spPr>
          <a:xfrm>
            <a:off x="550776" y="4363559"/>
            <a:ext cx="7485391" cy="1404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8542" rIns="0" bIns="0" anchor="t" anchorCtr="0">
            <a:spAutoFit/>
          </a:bodyPr>
          <a:lstStyle/>
          <a:p>
            <a:pPr marL="20141" defTabSz="1450147"/>
            <a:r>
              <a:rPr lang="en-US" sz="1665">
                <a:solidFill>
                  <a:srgbClr val="1B1472"/>
                </a:solidFill>
              </a:rPr>
              <a:t>Example:</a:t>
            </a:r>
            <a:endParaRPr sz="1665"/>
          </a:p>
          <a:p>
            <a:pPr marL="491439" marR="515608" defTabSz="1450147">
              <a:lnSpc>
                <a:spcPct val="120500"/>
              </a:lnSpc>
              <a:spcBef>
                <a:spcPts val="56"/>
              </a:spcBef>
            </a:pPr>
            <a:r>
              <a:rPr lang="en-US" sz="1665">
                <a:solidFill>
                  <a:srgbClr val="1B1472"/>
                </a:solidFill>
              </a:rPr>
              <a:t>ResNet-50: </a:t>
            </a:r>
            <a:r>
              <a:rPr lang="en-US" sz="1665"/>
              <a:t>Deep (50 layers), moderate width (256-2048 channels) </a:t>
            </a:r>
            <a:r>
              <a:rPr lang="en-US" sz="1665">
                <a:solidFill>
                  <a:srgbClr val="1B1472"/>
                </a:solidFill>
              </a:rPr>
              <a:t>Wide ResNet: </a:t>
            </a:r>
            <a:r>
              <a:rPr lang="en-US" sz="1665"/>
              <a:t>Fewer layers (16-28), very wide (up to 10× channels)</a:t>
            </a:r>
            <a:endParaRPr sz="1665"/>
          </a:p>
          <a:p>
            <a:pPr marL="20141" defTabSz="1450147">
              <a:spcBef>
                <a:spcPts val="1372"/>
              </a:spcBef>
            </a:pPr>
            <a:r>
              <a:rPr lang="en-US" sz="1665">
                <a:solidFill>
                  <a:srgbClr val="1B1472"/>
                </a:solidFill>
              </a:rPr>
              <a:t>Current consensus: </a:t>
            </a:r>
            <a:r>
              <a:rPr lang="en-US" sz="1665"/>
              <a:t>Depth + Width both matter; optimal ratio depends on task</a:t>
            </a:r>
            <a:endParaRPr sz="1665"/>
          </a:p>
        </p:txBody>
      </p:sp>
    </p:spTree>
  </p:cSld>
  <p:clrMapOvr>
    <a:masterClrMapping/>
  </p:clrMapOvr>
  <p:transition>
    <p:cut/>
  </p:transition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6" name="Google Shape;2456;p107"/>
          <p:cNvSpPr txBox="1">
            <a:spLocks noGrp="1"/>
          </p:cNvSpPr>
          <p:nvPr>
            <p:ph type="title"/>
          </p:nvPr>
        </p:nvSpPr>
        <p:spPr>
          <a:xfrm>
            <a:off x="151137" y="316487"/>
            <a:ext cx="835447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D</a:t>
            </a:r>
            <a:r>
              <a:rPr lang="en-US" cap="small" dirty="0">
                <a:solidFill>
                  <a:srgbClr val="FFFFFF"/>
                </a:solidFill>
              </a:rPr>
              <a:t>epth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cap="small" dirty="0">
                <a:solidFill>
                  <a:srgbClr val="FFFFFF"/>
                </a:solidFill>
              </a:rPr>
              <a:t>vs</a:t>
            </a:r>
            <a:r>
              <a:rPr lang="en-US" dirty="0">
                <a:solidFill>
                  <a:srgbClr val="FFFFFF"/>
                </a:solidFill>
              </a:rPr>
              <a:t>. W</a:t>
            </a:r>
            <a:r>
              <a:rPr lang="en-US" cap="small" dirty="0">
                <a:solidFill>
                  <a:srgbClr val="FFFFFF"/>
                </a:solidFill>
              </a:rPr>
              <a:t>idth</a:t>
            </a:r>
            <a:r>
              <a:rPr lang="en-US" dirty="0">
                <a:solidFill>
                  <a:srgbClr val="FFFFFF"/>
                </a:solidFill>
              </a:rPr>
              <a:t>: P</a:t>
            </a:r>
            <a:r>
              <a:rPr lang="en-US" cap="small" dirty="0">
                <a:solidFill>
                  <a:srgbClr val="FFFFFF"/>
                </a:solidFill>
              </a:rPr>
              <a:t>ractical</a:t>
            </a:r>
            <a:r>
              <a:rPr lang="en-US" dirty="0">
                <a:solidFill>
                  <a:srgbClr val="FFFFFF"/>
                </a:solidFill>
              </a:rPr>
              <a:t> R</a:t>
            </a:r>
            <a:r>
              <a:rPr lang="en-US" cap="small" dirty="0">
                <a:solidFill>
                  <a:srgbClr val="FFFFFF"/>
                </a:solidFill>
              </a:rPr>
              <a:t>ecommendations</a:t>
            </a:r>
            <a:endParaRPr dirty="0"/>
          </a:p>
        </p:txBody>
      </p:sp>
      <p:sp>
        <p:nvSpPr>
          <p:cNvPr id="2464" name="Google Shape;2464;p107"/>
          <p:cNvSpPr txBox="1"/>
          <p:nvPr/>
        </p:nvSpPr>
        <p:spPr>
          <a:xfrm>
            <a:off x="1002173" y="1565009"/>
            <a:ext cx="6055381" cy="4124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05" rIns="0" bIns="0" anchor="t" anchorCtr="0">
            <a:spAutoFit/>
          </a:bodyPr>
          <a:lstStyle/>
          <a:p>
            <a:pPr marL="40282" defTabSz="1450147"/>
            <a:r>
              <a:rPr lang="en-US" sz="1665">
                <a:solidFill>
                  <a:srgbClr val="1B1472"/>
                </a:solidFill>
              </a:rPr>
              <a:t>When to go deeper:</a:t>
            </a:r>
            <a:endParaRPr sz="1665"/>
          </a:p>
          <a:p>
            <a:pPr marL="286001" defTabSz="1450147">
              <a:spcBef>
                <a:spcPts val="603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 </a:t>
            </a:r>
            <a:r>
              <a:rPr lang="en-US" sz="1507"/>
              <a:t>Large, diverse datasets (ImageNet, COCO)</a:t>
            </a:r>
            <a:endParaRPr sz="1507"/>
          </a:p>
          <a:p>
            <a:pPr marL="286001" defTabSz="1450147">
              <a:spcBef>
                <a:spcPts val="341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 </a:t>
            </a:r>
            <a:r>
              <a:rPr lang="en-US" sz="1507"/>
              <a:t>Complex tasks requiring hierarchical features</a:t>
            </a:r>
            <a:endParaRPr sz="1507"/>
          </a:p>
          <a:p>
            <a:pPr marL="286001" defTabSz="1450147">
              <a:spcBef>
                <a:spcPts val="333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</a:t>
            </a:r>
            <a:r>
              <a:rPr lang="en-US" sz="1507"/>
              <a:t>When you can use skip connections</a:t>
            </a:r>
            <a:endParaRPr sz="1507"/>
          </a:p>
          <a:p>
            <a:pPr marL="286001" defTabSz="1450147">
              <a:spcBef>
                <a:spcPts val="341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 </a:t>
            </a:r>
            <a:r>
              <a:rPr lang="en-US" sz="1507"/>
              <a:t>Sufficient computational resources</a:t>
            </a:r>
            <a:endParaRPr sz="1507"/>
          </a:p>
          <a:p>
            <a:pPr marL="40282" defTabSz="1450147">
              <a:spcBef>
                <a:spcPts val="626"/>
              </a:spcBef>
            </a:pPr>
            <a:r>
              <a:rPr lang="en-US" sz="1665">
                <a:solidFill>
                  <a:srgbClr val="1B1472"/>
                </a:solidFill>
              </a:rPr>
              <a:t>When to go wider:</a:t>
            </a:r>
            <a:endParaRPr sz="1665"/>
          </a:p>
          <a:p>
            <a:pPr marL="286001" defTabSz="1450147">
              <a:spcBef>
                <a:spcPts val="595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 </a:t>
            </a:r>
            <a:r>
              <a:rPr lang="en-US" sz="1507"/>
              <a:t>Smaller, more homogeneous datasets</a:t>
            </a:r>
            <a:endParaRPr sz="1507"/>
          </a:p>
          <a:p>
            <a:pPr marL="286001" defTabSz="1450147">
              <a:spcBef>
                <a:spcPts val="341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</a:t>
            </a:r>
            <a:r>
              <a:rPr lang="en-US" sz="1507"/>
              <a:t>Need faster training/inference</a:t>
            </a:r>
            <a:endParaRPr sz="1507"/>
          </a:p>
          <a:p>
            <a:pPr marL="286001" defTabSz="1450147">
              <a:spcBef>
                <a:spcPts val="341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 </a:t>
            </a:r>
            <a:r>
              <a:rPr lang="en-US" sz="1507"/>
              <a:t>Limited to shallow networks (no residual connections)</a:t>
            </a:r>
            <a:endParaRPr sz="1507"/>
          </a:p>
          <a:p>
            <a:pPr marL="286001" defTabSz="1450147">
              <a:spcBef>
                <a:spcPts val="341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 </a:t>
            </a:r>
            <a:r>
              <a:rPr lang="en-US" sz="1507"/>
              <a:t>Ensemble-like behavior (different filters learn different patterns)</a:t>
            </a:r>
            <a:endParaRPr sz="1507"/>
          </a:p>
          <a:p>
            <a:pPr marL="40282" defTabSz="1450147">
              <a:spcBef>
                <a:spcPts val="619"/>
              </a:spcBef>
            </a:pPr>
            <a:r>
              <a:rPr lang="en-US" sz="1665">
                <a:solidFill>
                  <a:srgbClr val="1B1472"/>
                </a:solidFill>
              </a:rPr>
              <a:t>Hybrid approach (EfficientNet):</a:t>
            </a:r>
            <a:endParaRPr sz="1665"/>
          </a:p>
          <a:p>
            <a:pPr marL="286001" defTabSz="1450147">
              <a:spcBef>
                <a:spcPts val="603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 </a:t>
            </a:r>
            <a:r>
              <a:rPr lang="en-US" sz="1507"/>
              <a:t>Scale depth, width, AND resolution together</a:t>
            </a:r>
            <a:endParaRPr sz="1507"/>
          </a:p>
          <a:p>
            <a:pPr marL="286001" defTabSz="1450147">
              <a:spcBef>
                <a:spcPts val="103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</a:t>
            </a:r>
            <a:r>
              <a:rPr lang="en-US" sz="1507"/>
              <a:t>Use compound scaling: depth</a:t>
            </a:r>
            <a:r>
              <a:rPr lang="en-US" sz="1665" i="1" baseline="30000"/>
              <a:t>d </a:t>
            </a:r>
            <a:r>
              <a:rPr lang="en-US" sz="1744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507"/>
              <a:t>width</a:t>
            </a:r>
            <a:r>
              <a:rPr lang="en-US" sz="1665" i="1" baseline="30000"/>
              <a:t>w </a:t>
            </a:r>
            <a:r>
              <a:rPr lang="en-US" sz="1744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507"/>
              <a:t>resolution</a:t>
            </a:r>
            <a:r>
              <a:rPr lang="en-US" sz="1665" i="1" baseline="30000"/>
              <a:t>r </a:t>
            </a:r>
            <a:r>
              <a:rPr lang="en-US" sz="1744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507"/>
              <a:t>2</a:t>
            </a:r>
            <a:endParaRPr sz="1507"/>
          </a:p>
          <a:p>
            <a:pPr marL="286001" defTabSz="1450147">
              <a:spcBef>
                <a:spcPts val="293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 </a:t>
            </a:r>
            <a:r>
              <a:rPr lang="en-US" sz="1507"/>
              <a:t>Achieves better accuracy-efficiency trade-off</a:t>
            </a:r>
            <a:endParaRPr sz="1507"/>
          </a:p>
        </p:txBody>
      </p:sp>
    </p:spTree>
  </p:cSld>
  <p:clrMapOvr>
    <a:masterClrMapping/>
  </p:clrMapOvr>
  <p:transition>
    <p:cut/>
  </p:transition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1" name="Google Shape;2471;p108"/>
          <p:cNvSpPr txBox="1">
            <a:spLocks noGrp="1"/>
          </p:cNvSpPr>
          <p:nvPr>
            <p:ph type="title"/>
          </p:nvPr>
        </p:nvSpPr>
        <p:spPr>
          <a:xfrm>
            <a:off x="151137" y="371352"/>
            <a:ext cx="835447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D</a:t>
            </a:r>
            <a:r>
              <a:rPr lang="en-US" cap="small" dirty="0">
                <a:solidFill>
                  <a:srgbClr val="FFFFFF"/>
                </a:solidFill>
              </a:rPr>
              <a:t>esign</a:t>
            </a:r>
            <a:r>
              <a:rPr lang="en-US" dirty="0">
                <a:solidFill>
                  <a:srgbClr val="FFFFFF"/>
                </a:solidFill>
              </a:rPr>
              <a:t> D</a:t>
            </a:r>
            <a:r>
              <a:rPr lang="en-US" cap="small" dirty="0">
                <a:solidFill>
                  <a:srgbClr val="FFFFFF"/>
                </a:solidFill>
              </a:rPr>
              <a:t>ecision</a:t>
            </a:r>
            <a:r>
              <a:rPr lang="en-US" dirty="0">
                <a:solidFill>
                  <a:srgbClr val="FFFFFF"/>
                </a:solidFill>
              </a:rPr>
              <a:t> F</a:t>
            </a:r>
            <a:r>
              <a:rPr lang="en-US" cap="small" dirty="0">
                <a:solidFill>
                  <a:srgbClr val="FFFFFF"/>
                </a:solidFill>
              </a:rPr>
              <a:t>ramework</a:t>
            </a:r>
            <a:endParaRPr dirty="0"/>
          </a:p>
        </p:txBody>
      </p:sp>
      <p:pic>
        <p:nvPicPr>
          <p:cNvPr id="2472" name="Google Shape;2472;p10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4752" y="1672023"/>
            <a:ext cx="192305" cy="192305"/>
          </a:xfrm>
          <a:prstGeom prst="rect">
            <a:avLst/>
          </a:prstGeom>
          <a:noFill/>
          <a:ln>
            <a:noFill/>
          </a:ln>
        </p:spPr>
      </p:pic>
      <p:sp>
        <p:nvSpPr>
          <p:cNvPr id="2473" name="Google Shape;2473;p108"/>
          <p:cNvSpPr txBox="1"/>
          <p:nvPr/>
        </p:nvSpPr>
        <p:spPr>
          <a:xfrm>
            <a:off x="767492" y="1656402"/>
            <a:ext cx="106747" cy="165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952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952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74" name="Google Shape;2474;p10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4752" y="2499815"/>
            <a:ext cx="192305" cy="192305"/>
          </a:xfrm>
          <a:prstGeom prst="rect">
            <a:avLst/>
          </a:prstGeom>
          <a:noFill/>
          <a:ln>
            <a:noFill/>
          </a:ln>
        </p:spPr>
      </p:pic>
      <p:sp>
        <p:nvSpPr>
          <p:cNvPr id="2475" name="Google Shape;2475;p108"/>
          <p:cNvSpPr txBox="1"/>
          <p:nvPr/>
        </p:nvSpPr>
        <p:spPr>
          <a:xfrm>
            <a:off x="767492" y="2484175"/>
            <a:ext cx="106747" cy="165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952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52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76" name="Google Shape;2476;p10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4752" y="3600480"/>
            <a:ext cx="192305" cy="192305"/>
          </a:xfrm>
          <a:prstGeom prst="rect">
            <a:avLst/>
          </a:prstGeom>
          <a:noFill/>
          <a:ln>
            <a:noFill/>
          </a:ln>
        </p:spPr>
      </p:pic>
      <p:sp>
        <p:nvSpPr>
          <p:cNvPr id="2477" name="Google Shape;2477;p108"/>
          <p:cNvSpPr txBox="1"/>
          <p:nvPr/>
        </p:nvSpPr>
        <p:spPr>
          <a:xfrm>
            <a:off x="767492" y="3584859"/>
            <a:ext cx="106747" cy="165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952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52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78" name="Google Shape;2478;p10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4752" y="4701144"/>
            <a:ext cx="192305" cy="192305"/>
          </a:xfrm>
          <a:prstGeom prst="rect">
            <a:avLst/>
          </a:prstGeom>
          <a:noFill/>
          <a:ln>
            <a:noFill/>
          </a:ln>
        </p:spPr>
      </p:pic>
      <p:sp>
        <p:nvSpPr>
          <p:cNvPr id="2479" name="Google Shape;2479;p108"/>
          <p:cNvSpPr txBox="1"/>
          <p:nvPr/>
        </p:nvSpPr>
        <p:spPr>
          <a:xfrm>
            <a:off x="767492" y="4685523"/>
            <a:ext cx="106747" cy="165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952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52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0" name="Google Shape;2480;p108"/>
          <p:cNvSpPr txBox="1"/>
          <p:nvPr/>
        </p:nvSpPr>
        <p:spPr>
          <a:xfrm>
            <a:off x="982033" y="1559871"/>
            <a:ext cx="6825774" cy="4140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436" rIns="0" bIns="0" anchor="t" anchorCtr="0">
            <a:spAutoFit/>
          </a:bodyPr>
          <a:lstStyle/>
          <a:p>
            <a:pPr marL="60423" defTabSz="1450147"/>
            <a:r>
              <a:rPr lang="en-US" sz="1665">
                <a:solidFill>
                  <a:srgbClr val="1B1472"/>
                </a:solidFill>
              </a:rPr>
              <a:t>Start with baseline</a:t>
            </a:r>
            <a:endParaRPr sz="1665"/>
          </a:p>
          <a:p>
            <a:pPr marL="306142" defTabSz="1450147">
              <a:spcBef>
                <a:spcPts val="341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 </a:t>
            </a:r>
            <a:r>
              <a:rPr lang="en-US" sz="1507"/>
              <a:t>Use proven architecture (ResNet, EfficientNet)</a:t>
            </a:r>
            <a:endParaRPr sz="1507"/>
          </a:p>
          <a:p>
            <a:pPr marL="306142" defTabSz="1450147">
              <a:spcBef>
                <a:spcPts val="341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</a:t>
            </a:r>
            <a:r>
              <a:rPr lang="en-US" sz="1507"/>
              <a:t>Transfer learning if possible</a:t>
            </a:r>
            <a:endParaRPr sz="1507"/>
          </a:p>
          <a:p>
            <a:pPr marL="60423" defTabSz="1450147">
              <a:spcBef>
                <a:spcPts val="222"/>
              </a:spcBef>
            </a:pPr>
            <a:r>
              <a:rPr lang="en-US" sz="1665">
                <a:solidFill>
                  <a:srgbClr val="1B1472"/>
                </a:solidFill>
              </a:rPr>
              <a:t>Estimate requirements</a:t>
            </a:r>
            <a:endParaRPr sz="1665"/>
          </a:p>
          <a:p>
            <a:pPr marL="306142" defTabSz="1450147">
              <a:spcBef>
                <a:spcPts val="341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</a:t>
            </a:r>
            <a:r>
              <a:rPr lang="en-US" sz="1507"/>
              <a:t>Dataset size</a:t>
            </a:r>
            <a:r>
              <a:rPr lang="en-US" sz="1269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1507"/>
              <a:t>depth constraint</a:t>
            </a:r>
            <a:endParaRPr sz="1507"/>
          </a:p>
          <a:p>
            <a:pPr marL="306142" defTabSz="1450147">
              <a:spcBef>
                <a:spcPts val="341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 </a:t>
            </a:r>
            <a:r>
              <a:rPr lang="en-US" sz="1507"/>
              <a:t>Computational budget</a:t>
            </a:r>
            <a:r>
              <a:rPr lang="en-US" sz="1269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1507"/>
              <a:t>width/depth trade-off</a:t>
            </a:r>
            <a:endParaRPr sz="1507"/>
          </a:p>
          <a:p>
            <a:pPr marL="306142" defTabSz="1450147">
              <a:spcBef>
                <a:spcPts val="341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</a:t>
            </a:r>
            <a:r>
              <a:rPr lang="en-US" sz="1507"/>
              <a:t>Input resolution</a:t>
            </a:r>
            <a:r>
              <a:rPr lang="en-US" sz="1269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1507"/>
              <a:t>receptive field needs</a:t>
            </a:r>
            <a:endParaRPr sz="1507"/>
          </a:p>
          <a:p>
            <a:pPr marL="60423" defTabSz="1450147">
              <a:spcBef>
                <a:spcPts val="222"/>
              </a:spcBef>
            </a:pPr>
            <a:r>
              <a:rPr lang="en-US" sz="1665">
                <a:solidFill>
                  <a:srgbClr val="1B1472"/>
                </a:solidFill>
              </a:rPr>
              <a:t>Iterate systematically</a:t>
            </a:r>
            <a:endParaRPr sz="1665"/>
          </a:p>
          <a:p>
            <a:pPr marL="306142" defTabSz="1450147">
              <a:spcBef>
                <a:spcPts val="341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</a:t>
            </a:r>
            <a:r>
              <a:rPr lang="en-US" sz="1507"/>
              <a:t>Underfitting?</a:t>
            </a:r>
            <a:r>
              <a:rPr lang="en-US" sz="1269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1507"/>
              <a:t>Add depth or width</a:t>
            </a:r>
            <a:endParaRPr sz="1507"/>
          </a:p>
          <a:p>
            <a:pPr marL="306142" defTabSz="1450147">
              <a:spcBef>
                <a:spcPts val="341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 </a:t>
            </a:r>
            <a:r>
              <a:rPr lang="en-US" sz="1507"/>
              <a:t>Overfitting?</a:t>
            </a:r>
            <a:r>
              <a:rPr lang="en-US" sz="1269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1507"/>
              <a:t>Regularize (dropout, data aug) before reducing capacity</a:t>
            </a:r>
            <a:endParaRPr sz="1507"/>
          </a:p>
          <a:p>
            <a:pPr marL="306142" defTabSz="1450147">
              <a:spcBef>
                <a:spcPts val="341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</a:t>
            </a:r>
            <a:r>
              <a:rPr lang="en-US" sz="1507"/>
              <a:t>Too slow?</a:t>
            </a:r>
            <a:r>
              <a:rPr lang="en-US" sz="1269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1507"/>
              <a:t>Reduce width or use efficient blocks</a:t>
            </a:r>
            <a:endParaRPr sz="1507"/>
          </a:p>
          <a:p>
            <a:pPr marL="60423" defTabSz="1450147">
              <a:spcBef>
                <a:spcPts val="222"/>
              </a:spcBef>
            </a:pPr>
            <a:r>
              <a:rPr lang="en-US" sz="1665">
                <a:solidFill>
                  <a:srgbClr val="1B1472"/>
                </a:solidFill>
              </a:rPr>
              <a:t>Apply design patterns</a:t>
            </a:r>
            <a:endParaRPr sz="1665"/>
          </a:p>
          <a:p>
            <a:pPr marL="306142" defTabSz="1450147">
              <a:spcBef>
                <a:spcPts val="341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 </a:t>
            </a:r>
            <a:r>
              <a:rPr lang="en-US" sz="1507"/>
              <a:t>Always: Spatial reduction + channel expansion</a:t>
            </a:r>
            <a:endParaRPr sz="1507"/>
          </a:p>
          <a:p>
            <a:pPr marL="306142" defTabSz="1450147">
              <a:spcBef>
                <a:spcPts val="341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 </a:t>
            </a:r>
            <a:r>
              <a:rPr lang="en-US" sz="1507"/>
              <a:t>Deep networks: Skip connections mandatory</a:t>
            </a:r>
            <a:endParaRPr sz="1507"/>
          </a:p>
          <a:p>
            <a:pPr marL="306142" defTabSz="1450147">
              <a:spcBef>
                <a:spcPts val="341"/>
              </a:spcBef>
            </a:pPr>
            <a:r>
              <a:rPr lang="en-US" sz="1427" baseline="30000">
                <a:solidFill>
                  <a:srgbClr val="3333B2"/>
                </a:solidFill>
              </a:rPr>
              <a:t>) </a:t>
            </a:r>
            <a:r>
              <a:rPr lang="en-US" sz="1507"/>
              <a:t>Tight budget: Bottleneck designs</a:t>
            </a:r>
            <a:endParaRPr sz="1507"/>
          </a:p>
        </p:txBody>
      </p:sp>
    </p:spTree>
  </p:cSld>
  <p:clrMapOvr>
    <a:masterClrMapping/>
  </p:clrMapOvr>
  <p:transition>
    <p:cut/>
  </p:transition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4" name="Google Shape;2064;p10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34589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7533673"/>
      </p:ext>
    </p:extLst>
  </p:cSld>
  <p:clrMapOvr>
    <a:masterClrMapping/>
  </p:clrMapOvr>
  <p:transition>
    <p:fade thruBlk="1"/>
  </p:transition>
</p:sld>
</file>

<file path=ppt/theme/theme1.xml><?xml version="1.0" encoding="utf-8"?>
<a:theme xmlns:a="http://schemas.openxmlformats.org/drawingml/2006/main" name="1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FolderType xmlns="15d03a25-cda5-4943-9684-7d18d97bb3bc" xsi:nil="true"/>
    <CultureName xmlns="15d03a25-cda5-4943-9684-7d18d97bb3bc" xsi:nil="true"/>
    <LMS_Mappings xmlns="15d03a25-cda5-4943-9684-7d18d97bb3bc" xsi:nil="true"/>
    <Invited_Students xmlns="15d03a25-cda5-4943-9684-7d18d97bb3bc" xsi:nil="true"/>
    <IsNotebookLocked xmlns="15d03a25-cda5-4943-9684-7d18d97bb3bc" xsi:nil="true"/>
    <Math_Settings xmlns="15d03a25-cda5-4943-9684-7d18d97bb3bc" xsi:nil="true"/>
    <Self_Registration_Enabled xmlns="15d03a25-cda5-4943-9684-7d18d97bb3bc" xsi:nil="true"/>
    <Teachers xmlns="15d03a25-cda5-4943-9684-7d18d97bb3bc">
      <UserInfo>
        <DisplayName/>
        <AccountId xsi:nil="true"/>
        <AccountType/>
      </UserInfo>
    </Teachers>
    <Students xmlns="15d03a25-cda5-4943-9684-7d18d97bb3bc">
      <UserInfo>
        <DisplayName/>
        <AccountId xsi:nil="true"/>
        <AccountType/>
      </UserInfo>
    </Students>
    <Student_Groups xmlns="15d03a25-cda5-4943-9684-7d18d97bb3bc">
      <UserInfo>
        <DisplayName/>
        <AccountId xsi:nil="true"/>
        <AccountType/>
      </UserInfo>
    </Student_Groups>
    <Templates xmlns="15d03a25-cda5-4943-9684-7d18d97bb3bc" xsi:nil="true"/>
    <Has_Teacher_Only_SectionGroup xmlns="15d03a25-cda5-4943-9684-7d18d97bb3bc" xsi:nil="true"/>
    <NotebookType xmlns="15d03a25-cda5-4943-9684-7d18d97bb3bc" xsi:nil="true"/>
    <Distribution_Groups xmlns="15d03a25-cda5-4943-9684-7d18d97bb3bc" xsi:nil="true"/>
    <AppVersion xmlns="15d03a25-cda5-4943-9684-7d18d97bb3bc" xsi:nil="true"/>
    <Invited_Teachers xmlns="15d03a25-cda5-4943-9684-7d18d97bb3bc" xsi:nil="true"/>
    <Teams_Channel_Section_Location xmlns="15d03a25-cda5-4943-9684-7d18d97bb3bc" xsi:nil="true"/>
    <Owner xmlns="15d03a25-cda5-4943-9684-7d18d97bb3bc">
      <UserInfo>
        <DisplayName/>
        <AccountId xsi:nil="true"/>
        <AccountType/>
      </UserInfo>
    </Owner>
    <DefaultSectionNames xmlns="15d03a25-cda5-4943-9684-7d18d97bb3bc" xsi:nil="true"/>
    <TeamsChannelId xmlns="15d03a25-cda5-4943-9684-7d18d97bb3bc" xsi:nil="true"/>
    <Is_Collaboration_Space_Locked xmlns="15d03a25-cda5-4943-9684-7d18d97bb3bc" xsi:nil="true"/>
    <lcf76f155ced4ddcb4097134ff3c332f xmlns="15d03a25-cda5-4943-9684-7d18d97bb3bc">
      <Terms xmlns="http://schemas.microsoft.com/office/infopath/2007/PartnerControls"/>
    </lcf76f155ced4ddcb4097134ff3c332f>
    <TaxCatchAll xmlns="1abdae7a-7178-4d1e-9626-01799792f2da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A758FEF1429047AE09681CC0F7D167" ma:contentTypeVersion="32" ma:contentTypeDescription="Create a new document." ma:contentTypeScope="" ma:versionID="3cc9eea3c93da11051d03eb207c3e8d9">
  <xsd:schema xmlns:xsd="http://www.w3.org/2001/XMLSchema" xmlns:xs="http://www.w3.org/2001/XMLSchema" xmlns:p="http://schemas.microsoft.com/office/2006/metadata/properties" xmlns:ns2="15d03a25-cda5-4943-9684-7d18d97bb3bc" xmlns:ns3="1abdae7a-7178-4d1e-9626-01799792f2da" targetNamespace="http://schemas.microsoft.com/office/2006/metadata/properties" ma:root="true" ma:fieldsID="d17908732c7da64ac608df74847bd303" ns2:_="" ns3:_="">
    <xsd:import namespace="15d03a25-cda5-4943-9684-7d18d97bb3bc"/>
    <xsd:import namespace="1abdae7a-7178-4d1e-9626-01799792f2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d03a25-cda5-4943-9684-7d18d97bb3b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NotebookType" ma:index="11" nillable="true" ma:displayName="Notebook Type" ma:internalName="NotebookType">
      <xsd:simpleType>
        <xsd:restriction base="dms:Text"/>
      </xsd:simpleType>
    </xsd:element>
    <xsd:element name="FolderType" ma:index="12" nillable="true" ma:displayName="Folder Type" ma:internalName="FolderType">
      <xsd:simpleType>
        <xsd:restriction base="dms:Text"/>
      </xsd:simpleType>
    </xsd:element>
    <xsd:element name="CultureName" ma:index="13" nillable="true" ma:displayName="Culture Name" ma:internalName="CultureName">
      <xsd:simpleType>
        <xsd:restriction base="dms:Text"/>
      </xsd:simpleType>
    </xsd:element>
    <xsd:element name="AppVersion" ma:index="14" nillable="true" ma:displayName="App Version" ma:internalName="AppVersion">
      <xsd:simpleType>
        <xsd:restriction base="dms:Text"/>
      </xsd:simpleType>
    </xsd:element>
    <xsd:element name="TeamsChannelId" ma:index="15" nillable="true" ma:displayName="Teams Channel Id" ma:internalName="TeamsChannelId">
      <xsd:simpleType>
        <xsd:restriction base="dms:Text"/>
      </xsd:simpleType>
    </xsd:element>
    <xsd:element name="Owner" ma:index="16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7" nillable="true" ma:displayName="Math Settings" ma:internalName="Math_Settings">
      <xsd:simpleType>
        <xsd:restriction base="dms:Text"/>
      </xsd:simpleType>
    </xsd:element>
    <xsd:element name="DefaultSectionNames" ma:index="18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9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20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21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22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3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4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5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6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7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8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9" nillable="true" ma:displayName="Is Collaboration Space Locked" ma:internalName="Is_Collaboration_Space_Locked">
      <xsd:simpleType>
        <xsd:restriction base="dms:Boolean"/>
      </xsd:simpleType>
    </xsd:element>
    <xsd:element name="IsNotebookLocked" ma:index="30" nillable="true" ma:displayName="Is Notebook Locked" ma:internalName="IsNotebookLocked">
      <xsd:simpleType>
        <xsd:restriction base="dms:Boolean"/>
      </xsd:simpleType>
    </xsd:element>
    <xsd:element name="Teams_Channel_Section_Location" ma:index="31" nillable="true" ma:displayName="Teams Channel Section Location" ma:internalName="Teams_Channel_Section_Location">
      <xsd:simpleType>
        <xsd:restriction base="dms:Text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37" nillable="true" ma:taxonomy="true" ma:internalName="lcf76f155ced4ddcb4097134ff3c332f" ma:taxonomyFieldName="MediaServiceImageTags" ma:displayName="Image Tags" ma:readOnly="false" ma:fieldId="{5cf76f15-5ced-4ddc-b409-7134ff3c332f}" ma:taxonomyMulti="true" ma:sspId="eb8cb680-6a83-4177-80f4-b15e2230c4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3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bdae7a-7178-4d1e-9626-01799792f2da" elementFormDefault="qualified">
    <xsd:import namespace="http://schemas.microsoft.com/office/2006/documentManagement/types"/>
    <xsd:import namespace="http://schemas.microsoft.com/office/infopath/2007/PartnerControls"/>
    <xsd:element name="TaxCatchAll" ma:index="38" nillable="true" ma:displayName="Taxonomy Catch All Column" ma:hidden="true" ma:list="{fbd1a042-5d1e-465b-a2c9-390947662074}" ma:internalName="TaxCatchAll" ma:showField="CatchAllData" ma:web="1abdae7a-7178-4d1e-9626-01799792f2d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5487F77-925E-462E-97BA-46FEA9353875}">
  <ds:schemaRefs>
    <ds:schemaRef ds:uri="http://schemas.microsoft.com/office/2006/metadata/properties"/>
    <ds:schemaRef ds:uri="http://www.w3.org/2000/xmlns/"/>
    <ds:schemaRef ds:uri="0a2451e9-b2b7-43a3-aada-52e3e0c35c47"/>
    <ds:schemaRef ds:uri="http://www.w3.org/2001/XMLSchema-instance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774B21B-ED7A-4396-9781-2838F056991A}"/>
</file>

<file path=customXml/itemProps3.xml><?xml version="1.0" encoding="utf-8"?>
<ds:datastoreItem xmlns:ds="http://schemas.openxmlformats.org/officeDocument/2006/customXml" ds:itemID="{7B2CFDA2-9C03-4E11-9744-4D82F1A7A00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4925</TotalTime>
  <Words>5265</Words>
  <Application>Microsoft Office PowerPoint</Application>
  <PresentationFormat>On-screen Show (4:3)</PresentationFormat>
  <Paragraphs>1532</Paragraphs>
  <Slides>102</Slides>
  <Notes>88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102</vt:i4>
      </vt:variant>
    </vt:vector>
  </HeadingPairs>
  <TitlesOfParts>
    <vt:vector size="121" baseType="lpstr">
      <vt:lpstr>Courier New</vt:lpstr>
      <vt:lpstr>Wingdings</vt:lpstr>
      <vt:lpstr>Calibri</vt:lpstr>
      <vt:lpstr>Helvetica Light</vt:lpstr>
      <vt:lpstr>Cambria</vt:lpstr>
      <vt:lpstr>Helvetica</vt:lpstr>
      <vt:lpstr>Times New Roman</vt:lpstr>
      <vt:lpstr>Arial</vt:lpstr>
      <vt:lpstr>Bookman Old Style</vt:lpstr>
      <vt:lpstr>Tahoma</vt:lpstr>
      <vt:lpstr>Lucida Sans</vt:lpstr>
      <vt:lpstr>Verdana</vt:lpstr>
      <vt:lpstr>Calibri Light</vt:lpstr>
      <vt:lpstr>Helvetica Neue</vt:lpstr>
      <vt:lpstr>11_Office Theme</vt:lpstr>
      <vt:lpstr>Office Theme</vt:lpstr>
      <vt:lpstr>6_Office Theme</vt:lpstr>
      <vt:lpstr>1_Office Theme</vt:lpstr>
      <vt:lpstr>2_Office Theme</vt:lpstr>
      <vt:lpstr>Deep Neural Networks (AIML ZG511)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Digital Color Image</vt:lpstr>
      <vt:lpstr>Image Classification - Challenges</vt:lpstr>
      <vt:lpstr>Image Classification - Challenges</vt:lpstr>
      <vt:lpstr>Image Invariance - Challenges</vt:lpstr>
      <vt:lpstr>Image Equivariance - Challenges</vt:lpstr>
      <vt:lpstr>Image Classification - Solution</vt:lpstr>
      <vt:lpstr>What is a Convolutional Neural Network?</vt:lpstr>
      <vt:lpstr>Why Convolutional Networks?</vt:lpstr>
      <vt:lpstr>Why CNN for Images - Locality</vt:lpstr>
      <vt:lpstr>Why CNN for Images - Locality</vt:lpstr>
      <vt:lpstr>PowerPoint Presentation</vt:lpstr>
      <vt:lpstr>Why CNN for Images - Scale Invariance</vt:lpstr>
      <vt:lpstr>PowerPoint Presentation</vt:lpstr>
      <vt:lpstr>PowerPoint Presentation</vt:lpstr>
      <vt:lpstr>PowerPoint Presentation</vt:lpstr>
      <vt:lpstr>PowerPoint Presentation</vt:lpstr>
      <vt:lpstr>Key Principles of CNNs</vt:lpstr>
      <vt:lpstr>CNN Key Characteristics</vt:lpstr>
      <vt:lpstr>How CNN Achieves Image Classification</vt:lpstr>
      <vt:lpstr>Hierarchical Feature Learning</vt:lpstr>
      <vt:lpstr>CNN Architecture</vt:lpstr>
      <vt:lpstr>CNN - Layer-by-Layer Breakdown</vt:lpstr>
      <vt:lpstr>CNN - Layer-by-Layer Breakdown</vt:lpstr>
      <vt:lpstr>The Classification Process</vt:lpstr>
      <vt:lpstr>2D Convolution Operation</vt:lpstr>
      <vt:lpstr>2D Convolution Operation</vt:lpstr>
      <vt:lpstr>Convolution Operation</vt:lpstr>
      <vt:lpstr>Convolution Operation</vt:lpstr>
      <vt:lpstr>Convolution Operation</vt:lpstr>
      <vt:lpstr>Convolution Operation</vt:lpstr>
      <vt:lpstr>Convolution Operation</vt:lpstr>
      <vt:lpstr>Convolution Operation</vt:lpstr>
      <vt:lpstr>Convolution Operation</vt:lpstr>
      <vt:lpstr>PowerPoint Presentation</vt:lpstr>
      <vt:lpstr>What is a Feature Map?</vt:lpstr>
      <vt:lpstr>Feature Maps: Visual Example</vt:lpstr>
      <vt:lpstr>Multiple Feature Maps in CNNs</vt:lpstr>
      <vt:lpstr>Receptive Field: Definition</vt:lpstr>
      <vt:lpstr>Receptive Field: Visual Example</vt:lpstr>
      <vt:lpstr>Receptive Field: Calculation</vt:lpstr>
      <vt:lpstr>Learning a Kernel: Overview</vt:lpstr>
      <vt:lpstr>Kernels as Parameters</vt:lpstr>
      <vt:lpstr>What Do Learned Kernels Look Like?</vt:lpstr>
      <vt:lpstr>Learning Kernels: Backpropagation Through</vt:lpstr>
      <vt:lpstr>Padding</vt:lpstr>
      <vt:lpstr>PowerPoint Presentation</vt:lpstr>
      <vt:lpstr>Stride</vt:lpstr>
      <vt:lpstr>PowerPoint Presentation</vt:lpstr>
      <vt:lpstr>Strided Convolution</vt:lpstr>
      <vt:lpstr>Strided Convolution: Example</vt:lpstr>
      <vt:lpstr>Dilated (Atrous) Convolution</vt:lpstr>
      <vt:lpstr>Dilated Convolution: Visual Example</vt:lpstr>
      <vt:lpstr>Dilated Convolution: Applications and Benefits</vt:lpstr>
      <vt:lpstr>Strided vs. Dilated Convolution: Comparison</vt:lpstr>
      <vt:lpstr>Multiple Channels:  Introduction</vt:lpstr>
      <vt:lpstr>Multi-Channel Input: Single Filter</vt:lpstr>
      <vt:lpstr>Multi-Channel Convolution:  Mathematical</vt:lpstr>
      <vt:lpstr>Multi-Channel Input and Output</vt:lpstr>
      <vt:lpstr>Multi-Channel Example: Numerical</vt:lpstr>
      <vt:lpstr>Channel Evolution in Deep CNNs</vt:lpstr>
      <vt:lpstr>Multi-Channel Convolution: Key Takeaway</vt:lpstr>
      <vt:lpstr>Pooling Operations</vt:lpstr>
      <vt:lpstr>Max Pooling</vt:lpstr>
      <vt:lpstr>Average Pooling</vt:lpstr>
      <vt:lpstr>1  1 Convolution: Introduction</vt:lpstr>
      <vt:lpstr>1  1 Convolution: How It Works</vt:lpstr>
      <vt:lpstr>1 x 1 Convolution: Key Applications</vt:lpstr>
      <vt:lpstr>1  x 1 Convolution: Bottleneck Architecture</vt:lpstr>
      <vt:lpstr>ReLU Activation Function</vt:lpstr>
      <vt:lpstr>ReLU Activation Function</vt:lpstr>
      <vt:lpstr>ReLU Activation Function</vt:lpstr>
      <vt:lpstr>Convolution + ReLu + Max Pooling</vt:lpstr>
      <vt:lpstr>Fully Connected (Dense) Layer</vt:lpstr>
      <vt:lpstr>Fully Connected (Dense) Layer</vt:lpstr>
      <vt:lpstr>FC Layer - Numerical Example</vt:lpstr>
      <vt:lpstr>FC - Advantages and Disadvantages</vt:lpstr>
      <vt:lpstr>Softmax Activation Function</vt:lpstr>
      <vt:lpstr>Softmax Activation Function</vt:lpstr>
      <vt:lpstr>Softmax - Numerical Example</vt:lpstr>
      <vt:lpstr>Typical CNN Architecture</vt:lpstr>
      <vt:lpstr>Number of Parameters in Convolutional Layer</vt:lpstr>
      <vt:lpstr>Number of Parameters in Convolutional Layer</vt:lpstr>
      <vt:lpstr>Number of Parameters in Pooling Layers</vt:lpstr>
      <vt:lpstr>Number of Parameters in Pooling Layers</vt:lpstr>
      <vt:lpstr>Design Patterns for Deep Networks</vt:lpstr>
      <vt:lpstr>Pattern 1: Spatial Reduction + Channel Expansion</vt:lpstr>
      <vt:lpstr>Pattern 2: Repetitive Building Blocks</vt:lpstr>
      <vt:lpstr>Pattern 3: Skip/Residual Connections</vt:lpstr>
      <vt:lpstr>Pattern 4: Bottleneck Designs</vt:lpstr>
      <vt:lpstr>Pattern 5: Multi-Scale Feature Extraction</vt:lpstr>
      <vt:lpstr>How to Choose Architecture Depth</vt:lpstr>
      <vt:lpstr>Architecture Depth: Practical Guidelines</vt:lpstr>
      <vt:lpstr>Trade-offs: Depth vs. Width</vt:lpstr>
      <vt:lpstr>Depth vs. Width: Practical Recommendations</vt:lpstr>
      <vt:lpstr>Design Decision Framework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Ravi</dc:creator>
  <cp:lastModifiedBy>BITS</cp:lastModifiedBy>
  <cp:revision>227</cp:revision>
  <dcterms:created xsi:type="dcterms:W3CDTF">2021-11-12T07:04:08Z</dcterms:created>
  <dcterms:modified xsi:type="dcterms:W3CDTF">2026-06-07T07:00:15Z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0x01010035A758FEF1429047AE09681CC0F7D167</vt:lpwstr>
  </property>
</Properties>
</file>