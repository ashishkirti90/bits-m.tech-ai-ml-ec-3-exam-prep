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6.xml" ContentType="application/vnd.openxmlformats-officedocument.presentationml.notesSlide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801" r:id="rId5"/>
    <p:sldMasterId id="2147483809" r:id="rId6"/>
    <p:sldMasterId id="2147483818" r:id="rId7"/>
    <p:sldMasterId id="2147483843" r:id="rId8"/>
    <p:sldMasterId id="2147483851" r:id="rId9"/>
  </p:sldMasterIdLst>
  <p:notesMasterIdLst>
    <p:notesMasterId r:id="rId70"/>
  </p:notesMasterIdLst>
  <p:sldIdLst>
    <p:sldId id="346" r:id="rId10"/>
    <p:sldId id="347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90" r:id="rId26"/>
    <p:sldId id="392" r:id="rId27"/>
    <p:sldId id="393" r:id="rId28"/>
    <p:sldId id="394" r:id="rId29"/>
    <p:sldId id="395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419" r:id="rId53"/>
    <p:sldId id="420" r:id="rId54"/>
    <p:sldId id="421" r:id="rId55"/>
    <p:sldId id="422" r:id="rId56"/>
    <p:sldId id="423" r:id="rId57"/>
    <p:sldId id="424" r:id="rId58"/>
    <p:sldId id="425" r:id="rId59"/>
    <p:sldId id="426" r:id="rId60"/>
    <p:sldId id="427" r:id="rId61"/>
    <p:sldId id="428" r:id="rId62"/>
    <p:sldId id="429" r:id="rId63"/>
    <p:sldId id="430" r:id="rId64"/>
    <p:sldId id="431" r:id="rId65"/>
    <p:sldId id="432" r:id="rId66"/>
    <p:sldId id="433" r:id="rId67"/>
    <p:sldId id="434" r:id="rId68"/>
    <p:sldId id="387" r:id="rId6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alibri Light" panose="020F0302020204030204" pitchFamily="34" charset="0"/>
      <p:regular r:id="rId75"/>
      <p:italic r:id="rId76"/>
    </p:embeddedFont>
    <p:embeddedFont>
      <p:font typeface="Helvetica" panose="020B0604020202020204" pitchFamily="34" charset="0"/>
      <p:regular r:id="rId77"/>
      <p:bold r:id="rId78"/>
      <p:italic r:id="rId79"/>
      <p:boldItalic r:id="rId80"/>
    </p:embeddedFont>
    <p:embeddedFont>
      <p:font typeface="Helvetica Neue" panose="020B0604020202020204" charset="0"/>
      <p:regular r:id="rId81"/>
      <p:bold r:id="rId82"/>
      <p:italic r:id="rId83"/>
      <p:boldItalic r:id="rId84"/>
    </p:embeddedFont>
    <p:embeddedFont>
      <p:font typeface="Tahoma" panose="020B0604030504040204" pitchFamily="34" charset="0"/>
      <p:regular r:id="rId85"/>
      <p:bold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font" Target="fonts/font14.fntdata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12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font" Target="fonts/font7.fntdata"/><Relationship Id="rId126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129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27" Type="http://schemas.openxmlformats.org/officeDocument/2006/relationships/viewProps" Target="viewProps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font" Target="fonts/font6.fntdata"/><Relationship Id="rId125" Type="http://customschemas.google.com/relationships/presentationmetadata" Target="metadata"/><Relationship Id="rId7" Type="http://schemas.openxmlformats.org/officeDocument/2006/relationships/slideMaster" Target="slideMasters/slideMaster4.xml"/><Relationship Id="rId71" Type="http://schemas.openxmlformats.org/officeDocument/2006/relationships/font" Target="fonts/font1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61" Type="http://schemas.openxmlformats.org/officeDocument/2006/relationships/slide" Target="slides/slide52.xml"/><Relationship Id="rId82" Type="http://schemas.openxmlformats.org/officeDocument/2006/relationships/font" Target="fonts/font12.fntdata"/><Relationship Id="rId19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4:57:53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18800 10000 86 0,'0'0'0'0,"0"0"5"0,0 0 7 0,-40-13-5 0,34 4-4 0,-1 0 1 0,0 0 1 0,-2-1 3 16,1 0 7-16,-3 2 6 16,-1 0 3-16,2 1 1 15,3 3-12-15,-2 1-7 0,6 0-1 16,-1 3 3-16,4 0-2 16,0 0-8-16,0 0-9 15,11 10 18-15,5 1 5 16,5 7-2-16,7 1-4 15,6 6 0-15,5 0 5 16,7 6-1-16,1-1-2 0,6 4-1 16,4 5 0-16,1 1-1 15,4 2-4-15,-2 5-1 16,0-2 0-16,-2 2 1 16,-4 0 0-16,-6-4 0 0,-2-4-1 15,-7-2 2-15,-2-5-3 16,-6-4-2-16,-6-4-10 15,-3-5-23-15,-10-12-61 16,-9-7-88-16</inkml:trace>
  <inkml:trace contextRef="#ctx0" brushRef="#br0" timeOffset="285.64">19377 9775 341 0,'0'0'1'0,"-43"23"2"0,16 0-11 0,-3 16 4 0,-7 11 2 0,-9 13 2 16,-6 12-1-16,-4 6 2 15,-3 1-1-15,-3 6 1 16,2 2 0-16,1-1 0 16,1 2 1-16,-1 2-2 0,3-3-20 15,2-9-123-15</inkml:trace>
  <inkml:trace contextRef="#ctx0" brushRef="#br0" timeOffset="3793.01">14941 10500 183 0,'0'0'3'0,"0"0"1"0,0 0 7 0,0 0-8 0,0 0 2 16,0 0-1-16,14-42 1 15,-8 34 4-15,3 2 0 0,-4 2-7 16,6 4-2-16,2 0-1 16,8 0 1-16,4 0 0 15,8 0 1-15,11 0-2 16,8 6 1-16,9-2 0 16,8 0 0-16,9 2 1 0,4-1-1 15,4 0 0-15,7 0-1 16,7-2 0-16,10-3 1 15,11 0 3-15,10 0 6 16,15-3-2-16,11-7-1 0,10-1-3 16,4-3-2-16,7 4 0 15,0-1 0-15,2 0 1 16,1 3 3-16,-5 1 5 16,-4 4 1-16,-2 2-2 15,-5 1-3-15,-10 0-1 0,-5 0-3 16,-5 7 0-16,-10-3-2 15,-9 3 0-15,-12-3 1 16,-11-2 0-16,-8 2-1 16,-15 0 0-16,-11-1-1 15,-12 1-11-15,-15-1-25 16,-19-1-54-16</inkml:trace>
  <inkml:trace contextRef="#ctx0" brushRef="#br0" timeOffset="5972.67">15856 10174 297 0,'-74'-20'-60'0,"11"-4"63"0,14 2 8 15,10 7 2-15,9 3-6 0,6 4-6 16,9 3-1-16,6 2 0 16,8 3-1-16,2 0-23 15,20 8-18-15,8 4 43 16,14 3-1-16,17 2-2 15,16-1-2-15,11 0 3 16,19-4 2-16,14 1 0 0,12-6 0 16,13-1 6-16,14 0 0 15,10-2 4-15,12 0 0 16,14-1 1-16,6 0 2 16,9-2-2-16,0-1-4 15,2 0 5-15,-2 0-3 0,-9 0-1 16,-4-2-1-1,-8-7-1-15,-10-1-5 0,-10 1 0 16,-14-2 0-16,-14 1-1 16,-15 2-1-16,-21-1 0 15,-19 5 0-15,-21-2 0 0,-18 4 0 16,-17 0 0-16,-14-1-2 16,-16 0 0-16,-8-2-5 15,-24 0 6-15,-19-2-5 16,-16 0 13-16,-19-3-7 15,-16 3 3-15,-16 0-3 16,-13 3 0-16,-13 1 0 0,-13 3 1 16,-16 0-1-16,-12 3 0 15,-13 2-1-15,-2 0 1 16,-5-4 0-16,2-1-4 16,8 0 5-16,5-8 2 0,13-2-3 15,5 0 0-15,9 1 1 16,5-1-1-16,12 0 1 15,7 1-1-15,7 1 0 16,14 2 0-16,13 1 0 16,9 1 0-16,13 4-1 15,12 0-3-15,9 0-4 0,12 7-12 16,12 1-1-16,13 1 4 16,10 1 10-16,13 0 5 15,4 0-23-15,24 1 14 16,17-1 16-16,18 4-3 0,19 0 0 15,19 1 0-15,20 2 2 16,14 0 0-16,19-1 1 16,13 0-1-16,14-3 2 15,10-3 1-15,16-6 0 16,10-4-3-16,5 0 0 16,0-4-1-16,0-6-1 0,-6 1-1 15,-8-5 0-15,-9 4 0 16,-12-1-1-16,-10 1 0 15,-19 1 0-15,-14 3 1 16,-22 4-1-16,-21 2 0 16,-24 0 0-16,-21 2 0 0,-22 5-1 15,-20-2-1-15,-14 2-8 16,-34-1-2-16,-25 3 17 16,-27-1 8-16,-24 3-10 15,-26-1 0-15,-18 2-3 16,-14 0 2-16,-19 1 0 15,-13 0-2-15,-13 2 1 0,-13 0-1 16,-7 2 1-16,-6-1-2 16,-3-2 2-16,1 3 1 15,5-6-2-15,11-1 2 16,12-5 5-16,15-4-5 0,20-1 3 16,17-1-2-16,23-8 0 15,17-1 5-15,16 1-7 16,17-2 0-16,13 5-1 15,19 1 0-15,16 0-1 16,13 3 0-16,18 0 0 0,16-1-8 16,32-1 6-16,22 0 0 15,24-2 4-15,30 2 0 16,26 0-1-16,21-1 1 16,22 1 0-16,16 3 0 15,14-5 0-15,12 1-1 16,4-6 0-16,5-1 0 0,4-4 1 15,-4-1-1-15,-4 0 2 16,-7 0-2-16,-6-2 0 16,-14 4 1-16,-12-2 2 15,-14 1-3-15,-17 2 1 16,-21 1 1-16,-23 2-1 0,-22 0 0 16,-29 3-1-16,-20 4 0 15,-21-3 1-15,-18 0-1 16,-11-2 14-16,-28 1-8 15,-20-2-12-15,-25-2 7 16,-20 1-3-16,-26 4 3 0,-17 1 0 16,-16 2-2-16,-16 1 2 15,-10 3-1-15,-7-1 0 16,-6 1-1-16,-4-3 2 16,6 2-1-16,7-2 0 15,6-2 1-15,7-2 0 0,10 4-1 16,8-1 1-16,3 4-1 15,4 0 1-15,6 0-2 16,11 7 2-16,6 6-2 16,8 4-4-16,9 0-10 15,12 5-1-15,9 0 2 16,15 1 8-16,8 0 3 0,14 2 3 16,12-1 0-16,11-1-1 15,10 2-1-15,6 0-3 16,8 0-3-16,5 0 2 15,0 0 1-15,3 3 3 16,2 4 2-16,3 3 0 16,0 6-1-16,3 8 1 0,1 4 0 15,1 0 1-15,3 3-1 16,5-4 0-16,-2-5 1 16,2-4-1-16,0-9 0 0,0-7-7 15,-3-6 5-15,-2-4 1 16,0-10-2-16,0-5 3 15,5-2 0-15,4-9 3 16,6-8 0-16,7-6-1 16,7-4-5-16,9 0 0 15,10-1 1-15,11 0-6 0,10-1 14 16,11 3-5-16,13-2 0 16,13 1 1-16,13 2 0 15,8 0 2-15,15 4-1 16,8 2-2-16,6 1 0 0,13 5 0 15,1-1-1-15,4 3 0 16,0 2-1-16,-3 1 1 16,0-2 0-16,-8 2-1 15,-6 2 2-15,-5 0-1 16,-11 3-1-16,-12 3 2 0,-13 0-1 16,-16 7 1-16,-16 4-1 15,-15 2 0-15,-17 0 0 16,-15 0 1-16,-13 0 1 15,-12-5-2-15,-10-2 1 16,-7-2 3-16,-7-4 0 16,-4 0 25-16,0-3 7 0,-13-8-11 15,-5-6-27-15,-9-2-1 16,-7-6 0-16,-6-2-12 16,-8 0 6-16,-5-3 1 15,-3 0 0-15,-1-2-2 16,-4-2-20-16,0-10-88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01:08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8214 12655 166 0,'-4'0'25'0,"0"0"-17"0,0-2 3 16,2 0 0-16,2 1-6 15,0-1-3-15,0 2-1 0,0 0-1 16,2 0 0-16,2 0 0 15,4 0-1-15,-1 0 1 16,1 3 1-16,2 3 1 16,-1-2-2-16,2 5 1 15,0 1-1-15,0 4 2 0,0 0-1 16,1 3 0-16,-1 0 2 16,0-3-1-16,0-2 0 15,2-3-1-15,-1-7 2 16,1-2-1-16,1 0 1 15,1-12 4-15,6-9 5 16,2-10 3-16,4-6 3 16,2-12-1-16,7-10-4 0,1-8-1 15,7-9-2-15,0-5-2 16,4-4-2-16,5-1 0 16,-4 4-2-16,1 4-2 0,-6 7-1 15,-3 11 0-15,-8 9 1 16,-8 10-2-16,-8 10 1 15,-5 7 1-15,-7 9 0 16,-2 5 1-16,-2 6 13 16,-1 3-3-16,0 1-17 0,2 5-9 15,-2 8-30-15,0-3-61 16</inkml:trace>
  <inkml:trace contextRef="#ctx0" brushRef="#br0" timeOffset="1045.58">13457 10532 82 0,'0'10'-9'0,"0"0"11"0,0 2-1 0,0 0 0 16,0 1 1-16,3-1 0 15,5-3 0-15,1-4-1 0,3-4 3 16,6-1 5-16,1-9 8 16,9-13 5-16,12-11 12 15,8-14 13-15,16-15-20 16,18-21-7-16,21-19-7 0,24-17-7 16,23-18-5-16,21-12 0 15,14-15-5-15,2-5-79 16</inkml:trace>
  <inkml:trace contextRef="#ctx0" brushRef="#br0" timeOffset="2404.82">18533 12333 42 0,'-2'0'58'0,"-2"0"-41"0,2 0 2 0,2 0-2 0,0-4-11 15,0-2 0-15,0 2-6 16,0-3 1-16,0 5-1 15,0 1 0-15,0-1 1 16,0 1 0-16,0 1-1 0,0 0 2 16,0 0-1-16,0 0-1 15,1 0 0-15,0 0 1 16,0 0 1-16,2 0 3 16,0 0 0-16,2 4-1 15,0-2 0-15,1 4 2 16,4-4 0-16,-4 0 1 0,3-2 1 15,5 0 5-15,-1-2-1 16,5-13 8-16,5-11-10 16,10-14-3-16,11-17 0 15,15-25 2-15,13-21 0 16,19-24-5-16,21-20-2 0,8-16-1 16,10-14-10-16,2-8-57 15</inkml:trace>
  <inkml:trace contextRef="#ctx0" brushRef="#br0" timeOffset="19002.18">16544 3275 104 0,'0'0'23'0,"0"0"-18"0,0 0 5 0,0 0 7 0,0 0 4 16,0 0 2-16,0 0-7 15,0 0-4-15,14-37 0 16,-14 34 4-16,0 3-3 16,-1 0-7-16,-5 0-9 15,-4 0 4-15,0 7-2 0,-3 0-3 16,1 7 4-16,-1-2 0 16,-1 3 3-16,1 2-5 15,1 0 4-15,1 2-2 16,0-1 1-16,4-2-1 0,0 1 0 15,4-3 1-15,3-1-2 16,0-2 0-16,6-2-6 16,6 0 7-16,2-1 1 15,5-2 1-15,0-2-2 16,4-1 0-16,2-2 0 16,1-1 1-16,0 0 0 0,1-3 1 15,-2-4 0-15,1-3-1 16,-2-1 1-16,-1-2-2 15,-2 1 1-15,-1-4 0 16,-1 0 1-16,-6-1 0 16,-4 0 1-16,-2 1 1 0,-5 1-2 15,-2-1 5-15,0 3 1 16,-2 1-2-16,-10 1-4 16,1 0 0-16,-4 4-2 15,-1 1 0-15,-8 1-1 16,-1 2 0-16,0 2-3 0,-6 1 6 15,-1 0-6-15,1 2 5 16,2 7 0-16,-2 1 3 16,7 1-4-16,2 1-9 15,3-1-27-15,10 0-20 16,5-4-54-16</inkml:trace>
  <inkml:trace contextRef="#ctx0" brushRef="#br0" timeOffset="19757.18">16900 3096 128 0,'0'0'5'0,"0"0"13"0,0 0 17 0,0 0-6 0,0 0-2 16,0 0-13-16,0 0-14 15,0 0-4-15,0 0 5 16,0 0-1-16,0 42 0 15,2-22 0-15,0 2 0 16,2-1 0-16,-2 2 0 0,0-1 0 16,1-1 0-16,2 0 0 15,-3-2 1-15,0 1 0 16,0-4-1-16,0-4 0 16,0 0 1-16,-1-2-1 15,1-3 0-15,0-4 1 0,-2 0-1 16,0-2 0-16,0-1 1 15,2 0 5-15,-2 0 0 16,1-7-2-16,3-6-4 16,2 1-2-16,2-3 1 15,1 1 1-15,1 1 0 0,2 3-1 16,-1 2 0-16,2 2 2 16,2 2-1-16,-1 2 0 15,2 1 0-15,2 1 0 16,-2 0 0-16,2 0 0 15,-2 6-1-15,1 2 1 0,-4 3 0 16,-4 2 0-16,0 0-1 16,-5 0 1-16,-1 1 0 15,-3-1 0-15,0-2-1 16,0 1-1-16,-4 0-1 16,-7-3 2-16,-3 1 4 0,-5-2 0 15,0 1-1-15,-4-2 0 16,-4-3 4-16,1-1-3 15,3-3-1-15,1 0 2 16,0 0 2-16,6 0-1 16,2 0-1-16,4-4-2 0,5 0 0 15,3-2-2-15,2 0-25 16,0-2-73-16</inkml:trace>
  <inkml:trace contextRef="#ctx0" brushRef="#br0" timeOffset="20268.93">17378 3320 135 0,'0'0'33'0,"0"0"-36"0,0 0 3 15,0 0 1-15,0 0 3 16,2 44 2-16,1-24-2 16,-1-1 1-16,2 3-2 15,-2 2 0-15,2 2 4 0,3 1-2 16,-4 1 6-16,2-1-1 15,1 3 4-15,-2 0-1 16,-1 1-11-16,-1-2 0 16,-1 1-2-16,-1-2 1 15,0 0 1-15,0-4-2 16,0-1 0-16,-5-3 3 0,-2-2 0 16,-3-2 4-16,-5-2 2 15,-1-1 0-15,-3-3 0 16,-2 0-1-16,-3-4 1 15,-2-2-3-15,0-1-4 16,1-3 7-16,-1 0-5 0,3 0 1 16,-2-6 0-16,4-5-2 15,3-4-1-15,2-4-1 16,5-4-18-16,4-4-32 16,2-6-71-16</inkml:trace>
  <inkml:trace contextRef="#ctx0" brushRef="#br0" timeOffset="20476.87">17360 3168 307 0,'0'0'5'0,"0"0"-7"0,0 0-5 0,0 0-21 0,0 0-31 16,0 0-62-16</inkml:trace>
  <inkml:trace contextRef="#ctx0" brushRef="#br0" timeOffset="20945.89">17480 3403 116 0,'0'0'36'15,"0"0"-31"-15,0 0 8 16,39 1 10-16,-27-1-2 0,1 0-7 15,-1 0 1-15,3-4 0 16,-2-2-5-16,-1-4-3 16,2 1 4-16,-3-2 2 15,0 0-2-15,-2 1-3 16,-2-2-3-16,-3 2-1 0,-3 2 1 16,-1 0 3-16,0 2-3 15,-3 0-6-15,-7 2-1 16,-1 4 2-16,-3 0-2 15,0 0 4-15,-1 5 0 16,0 4-1-16,0 5 0 16,2 0 0-16,0 1-3 15,5 2 2-15,3-2 0 0,4 1 0 16,1-1-1-16,0 0-2 16,5-4 2-16,7-1 2 15,5 0 3-15,4-3-3 16,4-2-6-16,4-3-14 0,2-2-28 15,4 0-51-15</inkml:trace>
  <inkml:trace contextRef="#ctx0" brushRef="#br0" timeOffset="21240.7">17983 3323 198 0,'0'0'8'0,"0"0"-1"15,0 0 6-15,0 0-8 16,0 0-1-16,0 0-3 0,-41-17 1 16,26 20 8-16,0 5-4 15,-1 5-2-15,1 0-3 16,0 3 2-16,5 0 0 16,4 3 2-16,2-2-1 15,4 0-1-15,0 0-2 0,3-3 2 16,9-1 2-16,3-3-2 15,3-3-1-15,5-4 2 16,4-3 0-16,3 0 0 16,4-8-2-16,-2-7-41 15,3-4-135-15</inkml:trace>
  <inkml:trace contextRef="#ctx0" brushRef="#br0" timeOffset="21521.93">18275 3104 119 0,'0'0'53'16,"0"0"-50"-16,0 0-4 16,0 0 0-16,0 0 1 0,-39 46 1 15,32-21 4-15,-3 1 4 16,2 5 5-16,3 0-6 15,2 0-2-15,2 0 0 16,1-3-1-16,0-1-3 16,0-2 1-16,0-5-1 0,1 0-1 15,1-4 1-15,0-4-2 16,-2-3-6-16,0-5-50 16,0-4-47-16</inkml:trace>
  <inkml:trace contextRef="#ctx0" brushRef="#br0" timeOffset="22021.05">18094 3327 225 0,'0'0'6'0,"0"0"-6"15,44 0-2-15,-19 0 4 16,2 0-1-16,1-2 4 15,2-2 0-15,-1 0 5 16,1 0 0-16,2-2-2 16,-3 2-1-16,1-3-5 15,-3 4 1-15,1-1-3 0,-3 1 1 16,-1-1 0-16,-7 0-1 16,-2 2 0-16,-2 1 0 15,-6-1 0-15,-1 2 1 16,-6 0-1-16,0 0 1 0,0 0-4 15,-6 0-5-15,-4 0 12 16,-3 5-4-16,-5 2-3 16,0 1 5-16,1-1-1 15,1 5 1-15,-2-1-4 0,4 0 5 16,1-1-2-16,4 3 0 16,0-1-1-16,6 0 1 15,1 1 2-15,2 0-5 16,0-2 0-16,5-1 3 15,6 0 3-15,0-3-2 16,5-3-2-16,-1-1 4 0,4-3 6 16,4 0 0-16,0-1-5 15,4-6-3-15,-2-6-1 16,1-2-7-16,-3-6-56 16,-5-1-145-16</inkml:trace>
  <inkml:trace contextRef="#ctx0" brushRef="#br0" timeOffset="22176.43">18506 3138 126 0,'0'0'115'0,"0"0"-106"0,0 0 0 0,0 0-10 15,0 0-13-15,0 0-64 16,0 0 9-16</inkml:trace>
  <inkml:trace contextRef="#ctx0" brushRef="#br0" timeOffset="22887.44">18685 3296 248 0,'0'0'4'0,"0"0"-1"16,0 0-2-16,0 0 0 0,0 0-1 15,0 0-1-15,0 0 1 16,0 0-1-16,40 10 0 16,-36 1 1-16,4 4 0 15,-3-1 0-15,-1 3 0 16,2-3 1-16,-1-1-1 0,1-3 1 15,-1-1-1 1,-2-2 1-16,-1-3 0 0,2-3-1 16,-2-1 3-16,0 0 3 15,3-8 18-15,1-5-22 16,3-3-2-16,1 0 1 16,1-2-1-16,2 5 0 0,0-1 0 15,1 3 0-15,-1 2 0 16,0 2 0-16,3 4 1 15,-2-1-2-15,5 3 2 16,0 0-1-16,-1 1 2 0,3 0-2 16,0 0 0-16,-2-1 0 15,0 0 0-15,-3 0 0 16,0 1 0-16,-3-4 1 16,0 1-1-16,-4-1 0 15,-3 1 1-15,-1-1-1 0,-3 0 2 16,0-2 0-16,-2 3 0 15,-2-1-8-15,-6 3 0 16,-3-1-1-16,-3 2 5 16,-1 0 2-16,-1 0 1 15,0 9 0-15,0 2 1 16,-1 0-2-16,2 2 0 16,3 2 1-16,3-1-1 0,0-1 0 15,6-1 2-15,3-2-2 16,0-1-1-16,0-1 0 15,9-2 9-15,7-2-3 16,2-1 5-16,4 0 0 0,3-3-2 16,8 0-2-16,1 0-4 15,2-3-1-15,6-3 0 16,-2-4-2-16,-5-3-55 16</inkml:trace>
  <inkml:trace contextRef="#ctx0" brushRef="#br0" timeOffset="23458.32">19952 2967 44 0,'0'0'106'0,"0"0"-104"0,0 0 1 0,45-42 12 0,-33 29 6 16,-2-1 2-16,-2-1-2 16,-1 2-1-16,-3-1-4 0,-2 1-3 15,-2 0 4-15,0 2-2 16,-2 1-11-16,-5 2-4 16,-4 3 0-16,-2 2-1 15,-1 3-1-15,0 0 6 16,-2 8-3-16,1 7 0 15,-1 4-1-15,5 3-1 0,0 4 1 16,4 1-2-16,5 7 1 16,2-2-2-16,0 4 0 15,9-2 3-15,4 2 0 16,-2-4 3-16,3-1-3 16,-5-2 2-16,-1-3-1 0,0-1 0 15,-6-4-1-15,-2 2-1 16,0-3-1-16,-4-2-6 15,-6-1-20-15,-1-5-17 16,-5-5-53-16</inkml:trace>
  <inkml:trace contextRef="#ctx0" brushRef="#br0" timeOffset="24063.93">19711 3185 245 0,'0'0'-8'0,"0"0"7"16,48-7 1-16,-20 4 1 15,4-1 2-15,4-3 5 16,4 2-1-16,5-3-1 0,3 3-3 16,0-3-2-16,0 3-1 15,-2-2-3-15,-2-1-24 16,-2 3-19-16,-5-1 6 15,-3-1 23-15,-6 3 9 16,-6 1 4-16,-6 0 1 0,-5 0 5 16,-8 3-2-16,-3 0 11 15,0 0 22-15,-9 0-25 16,-1 0-8-16,-6 0 3 16,1 0-3-16,-1 7 11 15,3-1 2-15,0 4-3 16,5 1-4-16,-2 2-2 0,5 1 1 15,-3 2 0-15,5-2-1 16,3 1 1-16,0-3-3 16,0 1 2-16,6-3 3 0,5-3 4 15,1 0-2 1,4-4 3-16,0-2-4 0,4-1-1 16,0 0-5-16,-1 0 0 15,2-5 0-15,-1-4-1 16,-5-2 0-16,0-3 0 15,-3 0-1-15,-3-1-1 0,-2 1 1 16,0 1 0-16,-3 3 1 16,-2 3 3-16,-2 4 8 15,0 0 7-15,0 2-10 16,0 1-9-16,0 0-4 16,0 6 4-16,0 2 0 0,2 2 0 15,3 3-7 1,3 1-24-16,4-4-34 0,-1-2-64 15</inkml:trace>
  <inkml:trace contextRef="#ctx0" brushRef="#br0" timeOffset="24495.16">20666 3146 172 0,'0'0'14'0,"0"0"-2"0,0 0-8 0,0 0-2 0,0 0 0 16,0 0 2-16,0 0 0 15,0 0-1-15,0 0-2 16,39 29 2-16,-36-22-2 16,-2 0 0-16,-1-1 0 0,0-2-1 15,0-1-1-15,0 0 2 16,0-3 0-16,0 0 9 15,0 0 19-15,0 0-3 16,0-4-12-16,0-4-7 16,0-3-2-16,4-1-2 15,4-3 2-15,5 1-6 0,-1-1 0 16,3 0 0-16,3 4 0 16,1 2 1-16,1 1-1 15,1 5 1-15,-1 0-1 16,3 3 2-16,-4 0-1 0,-2 7-1 15,-2 5 0-15,-5 3 0 16,-4 1 0-16,-4 1-12 16,-2 0-28-16,0-3-14 15,0-1-27-15,0-6-42 16</inkml:trace>
  <inkml:trace contextRef="#ctx0" brushRef="#br0" timeOffset="24778.6">21207 3030 229 0,'0'0'2'0,"0"0"6"0,0 0-3 0,-37-11-1 15,20 11-4-15,1 8-4 16,-1 4 7-16,3 4-2 0,2 2-1 15,4 0 0-15,4-2 1 16,2 3-1-16,2-5 0 16,1-1 2-16,10-3 2 15,4-2-3-15,8-1 2 16,3-4 2-16,6-3-3 0,0 0-18 16,0-3-72-16</inkml:trace>
  <inkml:trace contextRef="#ctx0" brushRef="#br0" timeOffset="25007.5">21426 2873 236 0,'0'0'4'0,"0"0"-4"15,0 0-3-15,0 0 2 0,0 0-1 16,-27 41-1-16,23-17 0 15,3 4 6-15,1-1-2 16,0 3 1-16,0 0 0 16,0-3-1-16,0-3 0 15,0-1 1-15,0-6-1 0,0-4-6 16,0-6-79-16</inkml:trace>
  <inkml:trace contextRef="#ctx0" brushRef="#br0" timeOffset="25285.94">21244 3063 278 0,'0'0'14'16,"0"0"-16"-16,0 0-6 16,0 0 5-16,59-24 3 0,-32 20-2 15,2-1-1-15,4 1 1 16,-1 1 6-16,1 2-3 15,-2 1 1-15,-5 0 0 16,-5 0-1-16,-4 4 0 16,-7 5-1-16,-1-1 0 0,-7 4 0 15,-1-1 0-15,0 3 1 16,-1-3 1-16,0 1-3 16,0-2 0-16,1-5-25 15,1-2-80-15</inkml:trace>
  <inkml:trace contextRef="#ctx0" brushRef="#br0" timeOffset="25456.47">21650 2928 319 0,'0'0'6'0,"0"0"-1"15,0 0-1-15,0 0-4 16,0 0-4-16,-44-23-16 15,33 32-28-15,2 2-30 16,1 2-40-16</inkml:trace>
  <inkml:trace contextRef="#ctx0" brushRef="#br0" timeOffset="25821.29">21759 3038 250 0,'0'0'9'0,"0"0"-6"16,0 0-9-16,0 0-1 15,0 0 8-15,-27 45 5 16,21-32-4-16,2 0-1 0,4-1 1 16,0-2-5-16,0-1 4 15,10-3 4-15,1-2-5 16,5-3 1-16,3-1 3 15,-1 0-2-15,5 0 2 0,-6-7-2 16,0-4 1-16,-4-2 3 16,-1-3 6-16,-7 1 2 15,-4-1-2-15,-1-1-4 16,-2 4-8-16,-10 0 1 16,-3 3-2-16,-4 3 3 15,-2 6-2-15,0 1-1 0,1 0 2 16,3 7-9-16,3 2-25 15,7-1-50-15</inkml:trace>
  <inkml:trace contextRef="#ctx0" brushRef="#br0" timeOffset="26174.96">21976 3018 242 0,'0'0'27'0,"0"0"-29"16,0 0 1-16,0 0 0 16,44 31 0-16,-38-21-8 15,-2-2 5-15,0 0 4 16,-3-1-2-16,-1-2-3 0,0-2 0 16,0-2 3-16,0-1-1 15,0 0 16 1,0 0 4-16,0-8-7 0,0-2 1 15,1-4-6-15,9-2 2 16,2-1-1-16,4 0-4 16,1 3-3-16,1 1 3 0,-1 3-3 15,-1 4 6-15,0 6-3 16,-2 0-1-16,0 0-1 16,0 12-2-16,-2 3 2 15,0 2-7-15,-4 1-33 16,-5-3-73-16</inkml:trace>
  <inkml:trace contextRef="#ctx0" brushRef="#br0" timeOffset="26810.52">22798 2516 10 0,'0'0'42'0,"0"0"-11"0,0 0 0 0,13-41 14 15,-10 32-4-15,1 2-7 16,2 0-4-16,-2 0-5 15,2 2-12-15,0 0-6 16,-1 1-4-16,1 1 0 16,-3 2-1-16,-1 1 0 0,0 0-2 15,-2 1-1-15,0 12-1 16,-5 8-5-16,-10 5 2 16,-9 9 2-16,-3 8 6 15,-3 5-1-15,-6 6-3 0,-1 3 3 16,-2-2-4-16,1 2 5 15,1 0-3-15,-1 0 2 16,3-2 0-16,2-1 1 16,0-3-2-16,6-7 0 15,1-3-1-15,3-5 2 0,1-6-1 16,4-3 0-16,0-3-1 16,2-3 2-16,-1-4-1 15,2-1 0-15,1-12-17 16,7-4-180-16</inkml:trace>
  <inkml:trace contextRef="#ctx0" brushRef="#br0" timeOffset="27395.04">22952 2688 172 0,'0'0'13'0,"0"0"-14"0,0 0 0 15,0 0 0-15,0 0-3 16,-7 55 6-16,-1-32 2 15,0 1-3-15,0 3 0 16,1 0 0-16,3-3 2 0,2-1-1 16,2-4 4-16,0 1-1 15,0-5 3-15,0-2-2 16,6-2 4-16,2-4-1 16,1-1-3-16,2-2 6 15,3-1 2-15,1-3-3 0,5 0-5 16,-1 0 0-16,3 0-3 15,3 0 0-15,-2-4-2 16,-2 0 2-16,0-1-2 16,-1 1 0-16,-5 1-1 15,-3 0 1-15,1 1-1 16,-6 0-5-16,-1-1-22 0,-3 1-57 16</inkml:trace>
  <inkml:trace contextRef="#ctx0" brushRef="#br0" timeOffset="27783.37">23308 2841 245 0,'0'0'5'15,"0"0"-5"-15,0 0-7 0,0 0 0 16,0 0-4-16,0 0 15 15,0 0-2-15,-5 47-2 16,3-32 1-16,2-1 1 16,0 0 1-16,0-3-3 15,4-2 1-15,1-3 0 16,3-2 0-16,0-3 4 0,3-1 11 16,1 0-3-16,1-4-4 15,1-6 0-15,0 0 0 16,-1-3-2-16,-2-2-4 15,-2 3 2-15,-2-3 0 16,-3 2-2-16,-2 0 4 0,-2 4-1 16,0 0-3-16,-2 0 2 15,-8 6-5-15,-2 1-1 16,-4 2-2-16,0 0-3 16,2 0-12-16,1 6-31 15,7 0-59-15</inkml:trace>
  <inkml:trace contextRef="#ctx0" brushRef="#br0" timeOffset="28218.45">23728 2745 202 0,'0'0'21'16,"0"0"20"-16,0 0-24 15,0 0-12-15,0 0-6 0,0 0 4 16,-40-20-3-16,28 20 0 16,-2 0-2-16,1 7 5 15,3 4-3-15,0-2-1 16,4 2 1-16,3 1 1 0,2-1 0 16,1 2-3-16,0-3 0 15,6 0 6-15,5-2-4 16,2-2 0-16,0 2 0 15,3-1 1-15,-2-2 0 16,2-1 2-16,-2 3-1 16,-2-3-2-16,-4 2 0 0,-3-2 0 15,-4 1 0-15,-1 0-2 16,-7-2-8-16,-8 1 6 16,-6-1 6-16,-5 0 1 15,-1-1-3-15,0 0 2 16,3-2 0-16,5 0-1 0,5 2 1 15,4-2-1-15,7 0-4 16,3 0-33-16,3-6-65 16</inkml:trace>
  <inkml:trace contextRef="#ctx0" brushRef="#br0" timeOffset="28608.46">23947 2712 149 0,'0'0'1'0,"0"0"0"0,0 0-2 0,0 0-4 0,0 0-2 0,0 0 7 16,0 0-1-16,-42-23 5 16,29 23 0-16,1 6-1 15,-1-1-1-15,4 1-1 0,-1 2 0 16,5 0-1-16,5 1 1 15,0-1 0-15,0 2 5 16,5 3 5-16,7-3-2 16,1 1 2-16,3-1-1 15,-2 0-3-15,3-3 1 16,0 2 2-16,-4-4-2 0,-1 1-1 16,-3 1-1-16,0-4-5 15,-7 0 0-15,-2-2-1 16,0 3-1-16,-6-4 4 15,-8 0 13-15,-1 2-13 16,-5-2 2-16,-3 3-3 16,3-2 0-16,-2-1 0 0,4 0-69 15</inkml:trace>
  <inkml:trace contextRef="#ctx0" brushRef="#br0" timeOffset="30130.73">24534 2378 111 0,'-2'-5'12'0,"0"-1"7"0,2-1 6 0,-2 6 13 15,1-2-21-15,-1 0-1 16,2 2 0-16,-4 1-2 16,0 1-14-16,-7 13-3 15,-5 5 2-15,-7 8 1 16,-8 9 0-16,-12 11 0 16,-10 9 1-16,-5 6 1 0,-9 4 1 15,1 0 1-15,0-2 4 16,7-4 9-16,6-8 3 15,6-5-5-15,5-3-3 16,3-4 2-16,4-2-4 16,1-3-5-16,-1 0-2 15,1-1-2-15,-5 1 2 0,-2-6-11 16,3-6-92-16</inkml:trace>
  <inkml:trace contextRef="#ctx0" brushRef="#br0" timeOffset="30764.85">22119 3888 174 0,'0'0'2'0,"0"0"4"0,0 0 1 0,0 0-4 16,0 0 1-16,0 0 2 16,-43-20 3-16,32 20 4 15,-5 0 0-15,1 5-6 16,-3 6-1-16,1 0-5 16,0 2 1-16,-2 1-2 15,5 3 1-15,3-1 0 0,5-2 1 16,4 1-1-16,2-3 0 15,0-1 1-15,6 0 8 16,7 0 0-16,3-4-2 16,5 0-3-16,4-4-2 15,1 1-1-15,4-1-3 0,0-3-19 16,2 0-49-16,0-4-74 16</inkml:trace>
  <inkml:trace contextRef="#ctx0" brushRef="#br0" timeOffset="31148.53">22378 3917 223 0,'0'0'12'16,"0"0"-15"-16,-36 7 5 16,22 3-2-16,-2 1 0 0,1 2 0 15,6 0 0-15,1 1 1 16,3 0 0-16,5-1 0 15,0-2-4-15,4 0 7 16,5-3 0-16,4-4 6 0,3 0 0 16,2-2-5-16,4-2 0 15,-1 0-2-15,1-6 0 16,2-1-2-16,-5-3 1 16,-2-5 0-16,-1 3 3 15,-5-3 4-15,-2 1 2 16,-7-1-2-16,-2 2-3 0,0 0-2 15,-11 1-1-15,-4 3 0 16,-3 2-5-16,-2 3 4 16,-3 3-5-16,-1 1 4 15,1 1 3-15,3 10-4 16,4 0-5-16,3 2-27 0,5-3-40 16,8-3-83-16</inkml:trace>
  <inkml:trace contextRef="#ctx0" brushRef="#br0" timeOffset="31608.67">22755 3810 252 0,'0'0'6'0,"0"0"3"0,0 0 9 0,0 0-12 16,0 0-8-16,0 0-2 15,-45-14 5-15,23 18-1 16,-1 6 0-16,1 0 2 16,3 1 0-16,3 1-1 15,5-2 0-15,4-2 0 16,1 0 0-16,6 0 2 16,0-1-6-16,6-3 1 0,7 0 3 15,4 0 3-15,4 0-3 16,2 1 0-16,1-2 1 15,-4 1-1-15,0 2-1 16,-3 0 0-16,-5 2 0 0,-5-1 1 16,-1 0-2-16,-2 2 1 15,-4-2-1-15,0-1-2 16,-1 0 0-16,-11 0-3 16,-3-1 8-16,-6-1 0 15,-3 0-2-15,-3-1 2 0,-2-3 0 16,0 0 0-1,5 0-3-15,3 0 5 16,4 0-1-16,8 0-2 0,5-7-17 16,4-3-74-16</inkml:trace>
  <inkml:trace contextRef="#ctx0" brushRef="#br0" timeOffset="31883.57">22862 3709 204 0,'0'0'11'0,"0"0"0"0,0 0-6 0,0 0-4 0,0 0-1 16,0 0-1-16,0 0 4 15,0 0 4-15,23 37 0 0,-19-15-1 16,0 3-2-16,0-1-1 15,-1 2 0-15,2-5-3 16,-2 2 1-16,1-5 0 16,-2-3-1-16,1 0 1 15,0-2 0-15,-3-5-5 0,0-2-60 16,0-2-88-16</inkml:trace>
  <inkml:trace contextRef="#ctx0" brushRef="#br0" timeOffset="32011.55">22872 3887 269 0,'0'0'16'0,"0"0"-3"15,0 0-6-15,0 0-14 16,49-33-27-16,-21 23-56 16</inkml:trace>
  <inkml:trace contextRef="#ctx0" brushRef="#br0" timeOffset="32454.92">23728 3506 62 0,'0'0'7'0,"0"0"23"16,0 0 8-16,-29-42 0 16,18 36 0-16,3 0-13 0,0 4-11 15,-2 2-11-15,-1 0-3 16,-1 5 0-16,-3 9 0 15,0 5-1-15,-1 5 1 16,1 4 1-16,3 8 0 0,1 2-2 16,3 5 2-16,6-1 0 15,1 1-1-15,1-1-2 16,2-5 2-16,7-1 1 16,2-5 1-16,-1-7-1 15,0-1 1-15,-1-2-1 16,-4-6-1-16,-4-2 0 0,-1-4-22 15,0-4-63-15,-8-4-51 16</inkml:trace>
  <inkml:trace contextRef="#ctx0" brushRef="#br0" timeOffset="32652.71">23295 3823 261 0,'0'0'1'0,"0"0"1"16,47-12-2-16,-21 8 3 15,4 0 0-15,7 3-2 16,2-1 0-16,7-2-1 16,2 1-5-16,0-1-72 15</inkml:trace>
  <inkml:trace contextRef="#ctx0" brushRef="#br0" timeOffset="33065.23">23772 3730 224 0,'0'0'3'16,"0"0"-6"-16,0 0 2 15,0 0 2-15,-18 43 1 16,18-32-3-16,0 1 3 0,0-2 2 16,1 0 5-16,8-2 2 15,-1-1 3-15,3-1-8 16,3-2 1-16,3-2-2 16,1-2 1-16,1 0-5 15,0-2 0-15,-2-8-2 16,-2-1-1-16,0-2-3 0,-3-1 4 15,-2 3 0-15,-4-2 2 16,-2 6 0-16,-2 1 4 16,0 1 12-16,-2 3-3 15,0 1-3-15,0 1-6 16,0 0-2-16,0 0-5 0,0 2 1 16,0 4-2-16,4 4 1 15,3-1 2-15,3 1-9 16,0 0-10-16,2-3-17 15,4-2-58-15</inkml:trace>
  <inkml:trace contextRef="#ctx0" brushRef="#br0" timeOffset="33492.74">24151 3739 248 0,'0'0'5'0,"0"0"3"15,0 0-2-15,0 0-2 16,0 0 1-16,0 0-4 0,0 0-1 16,40 3 0-16,-38 8 1 15,1 2 0-15,-2 1-1 16,-1-1 0-16,0 0 0 16,0-2-1-16,-3-1 0 15,-2 0 2-15,-2-6-2 16,0 0-1-16,-1-3-2 15,1-1 5-15,0 0 1 0,1-2 3 16,4-8-3-16,2-1 2 16,0-2-3-16,0-2-3 15,7-1 9-15,9 0-7 16,1 2 0-16,1 1-1 16,1 2 0-16,0 4 1 0,0 3-3 15,-5 2 5-15,1 2-1 16,-1 0-1-16,0 4-3 15,-3 3 3-15,-1 4-2 16,1 0-16-16,-5 0-7 16,-3 0-4-16,-3-1-7 0,0 0-12 15,0-6-3-15</inkml:trace>
  <inkml:trace contextRef="#ctx0" brushRef="#br0" timeOffset="33798.89">24572 3679 267 0,'0'0'4'0,"0"0"-3"0,0 0-1 0,0 0-2 15,0 0-4-15,-38-8 4 16,21 11-4-16,0 7 12 15,-1 1-4-15,4 3-2 16,0 1 0-16,7 0 0 0,-1-1 0 16,7 0 1-16,1-1-2 15,1-1 2-15,9-2 1 16,4-1 1-16,5-3-1 16,5 0-2-16,3-5-11 15,1-1-24-15,0 0-38 16,0-10-58-16</inkml:trace>
  <inkml:trace contextRef="#ctx0" brushRef="#br0" timeOffset="34046.83">24752 3550 221 0,'0'0'4'0,"0"0"2"15,0 0-10-15,0 0 6 0,0 0-2 16,0 0 2-16,-24 54-2 16,21-34-3-16,2 1 3 15,-1 2 1-15,2 0-1 16,0-1-1-16,0 0 1 16,2-4 1-16,0-1 1 15,-1-3-12-15,-1-3-49 16,0-6-34-16</inkml:trace>
  <inkml:trace contextRef="#ctx0" brushRef="#br0" timeOffset="34276.24">24651 3709 215 0,'0'0'2'15,"0"0"0"-15,57-14 1 16,-34 11-2-16,2 2 0 0,-3-1 0 15,-4 2 0-15,0 0 1 16,-5 5-2-16,-1 3 0 16,-4 2 0-16,-3 3 0 15,-1-2 1-15,-4 2-1 16,0-3-4-16,0-3 0 16,-2-1-29-16,-2-5-84 0</inkml:trace>
  <inkml:trace contextRef="#ctx0" brushRef="#br0" timeOffset="34405.28">24850 3611 257 0,'0'0'-12'0,"0"0"-50"15</inkml:trace>
  <inkml:trace contextRef="#ctx0" brushRef="#br0" timeOffset="34781.99">24972 3713 150 0,'0'0'15'16,"0"0"-13"-16,0 0 2 16,0 0 5-16,0 0 13 0,0 0-10 15,-41 29-8-15,38-25-1 16,2 1-2-16,1-1-6 16,0-3 11-16,8 2-6 15,2-2 6-15,4-1 7 16,2 0-1-16,2 0-4 0,-3-1-5 15,3-5 0-15,-5-1 1 16,-1-2 0-16,-5 1 0 16,-2 0-1-16,-2 1-1 15,-3 2-2-15,0 0-10 16,-3 2-20-16,-5 1 4 0,-1 2-8 16,3 0 2-16,0 0-19 15</inkml:trace>
  <inkml:trace contextRef="#ctx0" brushRef="#br0" timeOffset="34924.67">25122 3721 254 0,'0'0'12'16,"0"0"-16"-16,0 0 4 15,0 0 0-15,0 0-12 0,0 0-59 16</inkml:trace>
  <inkml:trace contextRef="#ctx0" brushRef="#br0" timeOffset="36902.81">15534 3510 74 0,'-3'-2'23'0,"3"0"-19"0,-2-1-1 0,2 1-1 0,-2 0-1 15,1-1 1-15,0 2-1 16,1-2 4-16,-1 0 5 16,0 0 10-16,1 1 3 15,-1-1-5-15,1 0-8 0,-1 3-2 16,0-3-3-16,1 3-2 16,0 0-1-16,0 0 0 15,0 0-1-15,0 0-2 16,0 0-3-16,0 0 0 15,0 0 4-15,0 0-2 0,1 5 2 16,1 1-1-16,2 0-1 16,0 0 0-16,0 1 2 15,0 0 0-15,0 0 0 16,0 1-1-16,-2 0 1 16,3 0 0-16,1-1 1 0,-1-1-1 15,2-2 1-15,-1-3-1 16,3-1 1-16,0 0 0 15,3-2 4-15,1-8 8 16,3-5-1-16,1-3-5 16,2-3-1-16,5-3-3 15,3-5 0-15,2-1-3 0,5-2 1 16,8-2-1-16,7-2 0 16,2-2-9-16,1-8-78 15</inkml:trace>
  <inkml:trace contextRef="#ctx0" brushRef="#br0" timeOffset="46393.49">16641 3820 60 0,'0'0'16'0,"0"0"-5"0,0 0-7 0,0 0 2 16,0 0-4-16,41-8-1 15,-28 5-1-15,3 1 1 0,0 2 0 16,0 0-1-16,-1 0-1 16,0 7 0-16,2 2-3 15,5-1-3-15,5-1 3 16,2-1-3-16,7-2 8 15,5-3 1-15,8-1-2 16,4 0 1-16,0 0 0 0,6-5 0 16,3-1 0-16,8-1 1 15,3 0-2-15,8-1 2 16,6 1-1-16,9-2 0 16,2 2-1-16,3 1 0 0,1-2 0 15,4-2 0-15,3 3 0 16,1-6 1-16,4 1-1 15,-2 0 0-15,6-1-1 16,0 0 1-16,1 2 1 16,2 1 2-16,2 0-2 15,0 3 2-15,0-3-3 0,-1 4 2 16,-2-2-2-16,-1 2 1 16,-5-1-1-16,-2 3 1 15,-4-2 2-15,-1 3 1 16,-5-3 3-16,-1 1 3 15,-3-2-1-15,-1 1 0 0,-5-1 0 16,-6-3 3-16,-9 3 1 16,-7-3 0-16,-7 2-4 15,-6 0-6-15,-6 3-1 16,-5-1-2-16,-3-4-8 16,-3-1-99-16</inkml:trace>
  <inkml:trace contextRef="#ctx0" brushRef="#br0" timeOffset="46871.01">22916 3360 44 0,'48'-9'5'0,"7"2"13"0,6-1 1 0,4-2-6 0,8 0-3 16,6-3 0-16,5 3-2 15,7 1 1-15,3-2-5 0,0 0-2 16,0 1-2-16,-5 1 2 16,-6 1-5-16,-14 1-8 15,-9 0-19-15,-12 2-63 16</inkml:trace>
  <inkml:trace contextRef="#ctx0" brushRef="#br0" timeOffset="47566.95">22125 4404 69 0,'0'0'39'0,"0"0"-18"0,0 0 2 0,0 0-7 15,41-30-4-15,-34 27-3 16,1-1 0-16,3 0-7 15,-4 1 0-15,4 0-1 16,6 1 0-16,4 1-1 16,3-1 0-16,3 2-5 15,5-2-29-15,1 0 2 0,2 2 10 16,4-3 17-16,-2 1 5 16,5 0 1-16,6-2 1 15,6 3 3-15,4-1 0 16,10-1-3-16,5-1-1 0,8 1-1 15,3-2 1-15,6 0-1 16,5-2 0-16,2-1 0 16,0-1 0-16,3-1 0 15,1 0 1-15,2 0 0 16,-3 2 1-16,-1 1-1 0,-3-2 1 16,-3 4 0-1,-8-1-2-15,-7 0 0 0,-6 1 0 16,-10 0 0-16,-14-2-8 15,-7-3-54-15</inkml:trace>
  <inkml:trace contextRef="#ctx0" brushRef="#br0" timeOffset="55825.41">15495 3509 4 0,'3'0'19'0,"-1"0"-5"0,0 0 1 0,-2-1 2 16,3-1-2-16,-3 2-4 15,0 0-5-15,0 0-1 0,0 0-5 16,2 0-4-16,-1 0 1 16,0 0 3-16,1 0 0 15,1 2 0-15,1 0 0 16,-2 1 0-16,-2-3 0 16,1 3 0-16,1-3 1 0,0 2-1 15,0-1 2-15,0 1-1 16,0 0 0-16,1 0-2 15,-2 0 1-15,3 1-1 16,-3 1 1-16,2 1-1 16,-1 1 1-16,0-1 0 0,0 2 1 15,1-1-1-15,0 0 1 16,2 1-1-16,-2-1 0 16,2-1 0-16,1 1 1 15,-3-1-1-15,1-2 0 16,0 0 2-16,-2-1-2 0,1-1 0 15,-3-1 0-15,1 0 1 16,-1 0 2-16,1 0 4 16,1 0 1-16,3 0-1 15,-1 0 1-15,1-3 1 16,4-5-5-16,4-1-2 0,-2-3 0 16,2-2 1-16,5-5-3 15,-1-4 2-15,4-1 1 16,1-5-1-16,2-2 3 15,3 1-2-15,2-4-1 16,-1 0 0-16,1 0 2 16,4 1 1-16,0-2 7 0,2-2-2 15,-1-2-2-15,1 4 5 16,-2-2-4-16,-3 6-2 16,-3 3-4-16,-3 6-1 15,-6 8-1-15,-2 4-1 16,-5 6 0-16,-3 4-4 0,-5 0-33 15,-3 6-47-15</inkml:trace>
  <inkml:trace contextRef="#ctx0" brushRef="#br0" timeOffset="58303.64">16691 3868 20 0,'-4'3'14'0,"-4"0"1"0,3-2 8 0,-5-1-1 0,2 0-5 16,1-4 0-16,-3-4 1 15,2-2-5-15,-1-2-9 16,-4-2-2-16,2 0-1 15,-2-3-1-15,-1 0 0 16,-1-2 0-16,-2 1 0 16,2-2 0-16,-1-1 1 0,3-1-1 15,-1-2 1-15,3-1-3 16,-1-2 1-16,2-3-4 16,3 0-4-16,-1-3 4 15,3 1 5-15,-4-1 1 0,2 2 0 16,0 1-1-16,1 0 1 15,-1 3-1-15,3 0-1 16,1 2 2-16,3-1-2 16,0 5-1-16,0-2 2 15,0 5-4-15,0 0 3 16,0 2 0-16,0 4 0 0,2 1 2 16,-1-1-1-16,1 5 0 15,5 0-2-15,-2-1-2 16,5 3 2-16,-3 0 0 15,7-1 1-15,0-1-1 0,3 1 1 16,2 0 0-16,0 1 1 16,3-1-1-16,0-1 2 15,3 1-1-15,0-1 0 16,1 3-1-16,2-2 2 16,-1 2-1-16,2 1 0 0,2 2 0 15,0 1 0-15,-2 0 0 16,3 0 0-16,-1 0-2 15,2 0 1-15,1 0 0 16,3-2 1-16,1 1 0 16,1-2 0-16,5 2-1 15,-4-3 1-15,3 1 0 16,-1-2 1-16,2 1-1 0,-2 0 0 16,4 0 2-16,1-2-1 15,0 3 1-15,4 0-1 16,-5 2 0-16,4-1 0 15,-2 2-1-15,0-4 0 16,0 3 0-16,2-1 1 0,-2-2-1 16,0 1 0-16,1 2 0 15,0-2 0-15,3 3 0 16,0 0 0-16,4-3 0 16,0 3 2-16,-1 0-2 15,1 0 0-15,0 0 1 0,-2 0-1 16,0 0 0-16,1-1 0 15,-1-2 0-15,4 0 0 16,1-3 0-16,3 1 1 0,1-1-1 16,4 2 1-1,2-3-1-15,2 2 1 16,-1 0-1-16,0-1 1 0,3 1 0 16,-6 0 1-16,0-1 0 15,0 2 1-15,0-2-1 16,5 2 1-16,-1-3 0 0,2 0 1 15,3 1-1-15,2-1 0 16,2-3 0-16,-3 2 2 16,1-1-2-16,2 0-1 15,-1 1-1-15,4-2 0 16,-3 2 0-16,1-1-1 0,2-1 1 16,-1 0 1-16,-1-1-2 15,1 1 0-15,-1 1 0 16,3-2 0-16,1 1 0 15,3-1 1-15,0 0-1 16,2-2 0-16,-1 1 0 0,2-2 1 16,-1 0-1-16,2 1 1 15,2 0-2-15,0-3 2 16,0 4-1-16,0-5 0 16,-1 3 0-16,-2-2 0 15,-2 3 0-15,0-2 0 16,-1 2 0-16,3 1 6 0,1-2 2 15,4 3-4-15,0 0-2 16,1 1 1-16,3 0-3 16,-4-2 1-16,-2 1-1 15,0 1 0-15,-2 0 0 0,-3-1 1 16,-2 4-1-16,-7-2 1 16,-4 2-1-16,-4 4-1 15,-3-1 1-15,-2 1-1 16,-5 3 2-16,-5 0 0 15,-4 0 0-15,-6 0 0 0,-3 0 0 16,-5 4 0-16,-4 2 0 16,-3 2-1-16,-2 3 0 15,-2 1 0-15,-3 1 0 16,-1 1-1-16,1 2 0 16,-9-2 0-16,1 2-2 0,-4-1-1 15,0 2 1-15,-3-1 1 16,-1 5 2-16,3-2 0 15,-2-1 0-15,1 2 0 16,3 2 0-16,-5-1 0 16,1 0-2-16,0 0-1 0,-3 2-1 15,0 4 2-15,-2-3 2 16,0 5 1-16,-3 0 0 16,0 1 0-16,0 4 2 15,-1-4-1-15,0 3-2 16,-1 1 0-16,0-4 1 0,0 1-1 15,0-1-1-15,-3-3-1 16,-6-2 1-16,-3-2-3 16,-7-2 3-16,-9-3 0 15,-8-1 2-15,-12-3 4 16,-14-3-1-16,-12-1-3 0,-14-3-1 16,-10 0 1-16,-14 0-1 15,-11-3-12-15,-11 1-41 16,-9-3-17-16</inkml:trace>
  <inkml:trace contextRef="#ctx0" brushRef="#br0" timeOffset="59051.69">21520 3567 47 0,'-20'-4'7'0,"4"2"18"0,2-3-5 16,2 2-8-16,5-1 0 0,1-2 1 16,4 3-3-16,2 0-5 15,1 1-6-15,12-1 0 16,4-1 2-16,7 1-6 16,8-3 9-16,4 0-3 15,5-1 0-15,8 0 0 0,7-1 0 16,6-1 0-16,6 1 4 15,8 0-4-15,3-3 10 16,6 1 0-16,3 0-1 16,3 0-1-16,3 2 0 15,2-1-4-15,3 1-1 0,5-1-1 16,0 2-2-16,3 3 0 16,-7-2 0-16,-5 2-4 15,-8 1-23-15,-10-3-49 16,-14 1-38-16</inkml:trace>
  <inkml:trace contextRef="#ctx0" brushRef="#br0" timeOffset="59769.8">21743 3550 45 0,'0'0'5'0,"0"0"5"0,-56 12-1 0,39-7-3 0,-3 3-2 15,2 1 0-15,1 0-2 16,-2 4 0-16,3 1-1 16,-2 3 0-16,2 1 0 15,-3 5 0-15,2 3 0 0,-2 4-1 16,-2 4 2-16,3 2-2 15,2 1 1-15,1-3-1 16,3-1 0-16,6-3 0 16,4-4 0-16,2-1 2 15,0 2 0-15,4-1-1 16,6 1 0-16,5 2 0 0,5 2 0 16,0-2-1-16,4 2 0 15,3-1 1-15,3 0-2 16,1-4 2-16,3-2-3 15,5-3 1-15,5-2 2 0,6-3-1 16,6-3 5-16,6-3-6 16,9-1 2-16,7-4-4 15,6-2 0-15,6-2 3 16,1-1 0-16,6 0-14 16,5-1-40-16</inkml:trace>
  <inkml:trace contextRef="#ctx0" brushRef="#br0" timeOffset="82410.07">19513 4087 90 0,'0'0'4'0,"0"0"-3"0,0 0 0 0,0 0 0 0,0 0 2 16,0 0 5-16,0 0 5 15,35-41 5-15,-30 35 5 16,-2 0-2-16,-2 2-3 16,0 0-3-16,-1 1-6 15,0 0-6-15,0 2-2 0,0 0-2 16,-3-1 2-16,-4 2-3 16,-1 0 2-16,-3 0-1 15,0 0 0-15,-2 0 2 16,0 0 0-16,0 2 4 15,-1 3-2-15,1 2-1 0,-5 2-1 16,2 1-1-16,-2 2 1 16,0 1-2-16,1 0 2 15,1 2 0-15,5-3 0 16,2 2-1-16,4 1 1 16,3 0 0-16,0 1 0 0,2-1-1 15,0 1 1-15,2-3-1 16,5-2 3-16,0-1-6 15,4-3 6-15,3-1 1 16,1-3-2-16,2-2 1 16,1-1 1-16,-1 0-1 0,2 0-2 15,-3 0 1-15,0-3-1 16,-4 0 0-16,-2 2-1 16,-1-2 1-16,-3 2-1 15,-1 1 1-15,-3-2-1 16,-2 2 1-16,0 0 1 15,0 0 0-15,-5 0-2 0,-5 3 1 16,-4 4-3-16,-3 1-2 16,-2 4 4-16,1-1 5 15,3 1-5-15,1-1 1 16,4 2-1-16,3-2 0 16,4 1 1-16,2-2 0 0,1 1-1 15,0-1 1-15,2-3 0 16,4 2 0-16,1-3 1 15,3 0 2-15,2 0-3 16,2-3 0-16,3 0 0 16,4-3 1-16,0 0-1 15,5 0 0-15,2 0 1 16,1 0-4-16,-1-4-12 0,-1-4-27 16,-3 2-28-16,-6 0 0 15,-1-3-31-15</inkml:trace>
  <inkml:trace contextRef="#ctx0" brushRef="#br0" timeOffset="82824.31">19653 4309 160 0,'0'0'16'0,"0"0"12"0,0 0-6 0,0 0-11 15,11-43-9-15,2 34-1 16,3 2 2-16,0 3-2 15,4 1 0-15,-4 3 1 16,0 0-1-16,1 2-1 16,-1 6-1-16,-1 5 1 0,-1 1-2 15,-4 2 1-15,1-1 1 16,0-2 0-16,-4 0 0 16,-2-2 0-16,-4-2 0 15,0-2-3-15,-1 0 2 0,0-3 3 16,-1 0-1-16,-4-2-1 15,-1-2 5-15,-1 0-1 16,0 0 0-16,0-4 7 16,3-6 3-16,-1-2-3 15,3-2-5-15,0-3 1 16,2-1-3-16,0-2 3 0,0 0-2 16,4 0-2-16,3 3-1 15,2 1-2-15,6 5-1 16,1 1-1-16,2 3-22 15,0 1-36-15,-4-1-101 16</inkml:trace>
  <inkml:trace contextRef="#ctx0" brushRef="#br0" timeOffset="83274.63">19971 4245 159 0,'0'0'-1'0,"0"0"0"0,0 0 3 16,42-17-2-16,-24 11 1 0,-3 0 0 15,2 2 3 1,0 1 3-16,3 3 1 0,-4 0-1 16,1 0-3-16,-3 2 0 15,0 8-3-15,-4 1 1 16,-1 0-2-16,-3 2 0 15,0 3 0-15,-2-3 0 0,-2 1 0 16,-2-2 2-16,0 1-1 16,0-1 0-16,-2-2-1 15,-6-1 2-15,0-1 0 16,2-3 1-16,1-2 3 16,1-3 14-16,0 0 2 0,2 0 6 15,1-3-4-15,-1-4-13 16,2-4-4-16,0-3 1 15,0-3 2-15,2-2-7 16,7-1-2-16,0-1-1 16,5-2 1-16,-1 6-2 0,3 0 1 15,1 6-3-15,0 1-13 16,0 4-21-16,1 2-27 16,-1 1-46-16</inkml:trace>
  <inkml:trace contextRef="#ctx0" brushRef="#br0" timeOffset="83969.14">20388 4202 163 0,'0'0'25'15,"0"0"-20"-15,0 0-6 16,0 0 0-16,0 0 1 16,0 0 1-16,0 0-2 0,-13 41 1 15,13-32 0-15,0 0-2 16,0-1 0-16,3 0 2 15,2-1 3-15,3-5 5 16,3 1 4-16,-1-3 2 0,2 0-1 16,2 0-1-16,1-7-4 15,-3-3-3-15,-1-2-1 16,-1 0 2-16,-6-1 2 16,0-3 0-16,-3 3-2 15,-1-2-1-15,0 1 0 16,-1-1-3-16,-7 3-3 0,0 3 1 15,-4-1 0-15,-2 6-2 16,-2 1 1-16,0 3 0 16,2 0-1-16,0 0 0 15,4 0 2-15,3 0 2 16,2 3-2-16,2-1 0 0,3 0 0 16,0-1-4-16,0-1-2 15,2 0 7-15,6 0-1 16,1 0 2-16,3-4-1 15,5-4 0-15,-4-1 0 16,5 1-1-16,-4-1 0 0,2 2 2 16,-2 1-2-16,1 2 0 15,-3 1 0-15,1 3 0 16,-1 0 0-16,0 0-2 16,-3 6 1-16,-1 1 1 15,1 6-1-15,-3 0 0 16,-2 2 0-16,0 1 1 0,-4 1-1 15,2 1 0-15,-2-2 1 16,1 0 1-16,2-2 0 16,1-1-1-16,1-3 0 15,0-3 0-15,4-3 0 0,0-3 1 16,1-1 0-16,5-3 1 16,0-8 6-16,5-3-3 15,-3 0 0-15,0-5-1 16,-1 2-1-16,-3-1-1 15,-4 4-1-15,-2 1-1 16,-5 3-1-16,-2-3-29 0,0 5-73 16</inkml:trace>
  <inkml:trace contextRef="#ctx0" brushRef="#br0" timeOffset="84574.59">21084 3672 103 0,'0'0'8'0,"0"0"4"0,0 0-3 0,0 0-5 15,0 0 4-15,0 0 2 16,0 0-7-16,0 0-5 16,0 0-1-16,0 0 3 15,0 0-1-15,0 0 1 0,-5 44 0 16,-4-17-1-16,2 7 1 16,-2 5 0-16,-3 6 3 15,0 5-2-15,0 2 2 16,3 2-1-16,-1 2-1 15,5-2 2-15,2-2-1 0,3-2-2 16,0-3 5-16,0-6-1 16,0-2 1-16,0-4 2 15,0-5 0-15,0-2 1 16,0-2-4-16,0-2-1 16,-1-4-2-16,-1-2 1 0,1-2 1 15,-1-3 0-15,-1-3-2 16,1-1 2-16,-3-3-6 15,0-4-62-15,2-2-82 16</inkml:trace>
  <inkml:trace contextRef="#ctx0" brushRef="#br0" timeOffset="93070.93">16264 8234 66 0,'0'0'5'0,"0"0"8"0,0-1-5 0,0-1 3 15,0-2-2-15,0 4-5 0,-2-1-1 16,0-1-2-16,-2 2 0 15,3 0 1-15,0 0 0 16,0 0-2-16,1 0 0 16,0 0-1-16,0 0 1 15,0 0 0-15,0 0 0 16,-1 0 0-16,1 0 0 0,0 0 0 16,0 0 2-16,0 0 2 15,0 0 1-15,0 0-4 16,0 0-1-16,0 0 1 15,0 0-1-15,0 0 0 16,0 0 1-16,0 2-2 0,0-1 2 16,0-1-1-16,0 3 0 15,0-3 0-15,0 1-3 16,1-1 4-16,2 0 1 16,-1 0-1-16,0 0-1 15,0 2 0-15,-2-1 0 0,0 1-1 16,0 2-1-16,0-2-11 15,0-2-41-15</inkml:trace>
  <inkml:trace contextRef="#ctx0" brushRef="#br0" timeOffset="94587.98">16039 8342 7 0,'-6'0'26'0,"4"0"-5"0,1 0 7 0,-1 0-3 16,2-3-8-16,0-1-6 16,0-2-7-16,2-1-2 15,5 0-2-15,2 0 3 16,1 0-2-16,2-1-1 0,1 0 0 16,-1 0 5-16,1 1-2 15,3-2 2-15,-1 4 0 16,2 0-2-16,-1 1-2 15,2 1 2-15,0 2-3 16,0 1 0-16,-3 0 1 16,0 0-1-16,-4 5-1 0,0 4 2 15,-6 2-1-15,1 2 0 16,-4-2 1-16,-2 1-1 16,0 3 2-16,0-2-2 15,0 0 0-15,-8-4 0 16,3 2-1-16,-7-4 2 0,0 0-1 15,-3-1 0-15,1-2 1 16,-1-3-1-16,0 1-1 16,1-2 2-16,4 0 0 15,5 0 0-15,1-5-1 16,4 0 2-16,0-3-2 0,2-1 0 16,6 0 0-16,4 0 1 15,1 0-3-15,1-1-1 16,3 1 7-16,-2 1-1 15,4-2-3-15,-1 1 0 16,0 1 0-16,4-1 1 16,-1-2-1-16,1 1 0 0,4-1 0 15,-5 1 0-15,-1 1 0 16,-4 1 0-16,-4 1 1 16,-5 2-1-16,-2 1 0 15,-3 1 1-15,-2 2 1 0,0-2 1 16,0 3 0-16,0 0 2 15,-4 0-5-15,-4 0 0 16,2 0 1-16,-3 7-1 16,0 3 0-16,0 2 1 15,1 0-1-15,1 1 1 0,1 1 0 16,3 0 1-16,1-1-1 16,2-2 2-16,0 1-2 15,0-2-1-15,5-2 1 16,5 1-1-16,1-2 1 15,5 0-2-15,-1-1 1 16,0-3-7-16,0-3-64 0</inkml:trace>
  <inkml:trace contextRef="#ctx0" brushRef="#br0" timeOffset="94772.74">16627 8285 211 0,'0'0'-15'0,"0"0"42"0,0 0-15 0,0 0-15 16,0 0 5-16,0 0 1 16,0 0-2-16,0 0 1 15,20 54-1-15,-17-30-1 0,-1 1-1 16,-2 4-1-16,0-3-38 16,0 0-120-16</inkml:trace>
  <inkml:trace contextRef="#ctx0" brushRef="#br0" timeOffset="95609.23">17615 8240 69 0,'0'0'30'0,"0"0"-22"0,0 0 19 0,0 0-4 16,0 0-9-16,0 0-5 15,0 0-1-15,0 0-4 16,0 0 0-16,-15-41-2 0,27 35-1 16,1-1 0-16,4 3 0 15,0 1 0-15,1 1-1 16,0 2 1-16,-4 0-1 16,2 0 0-16,-3 6 0 15,-2 4 0-15,2 1 1 16,-8 2-1-16,1 1-1 15,-4 2 1-15,-2 1 0 0,0-3 0 16,-2 1-1-16,-5-1 0 16,-2-2 1-16,-2-2 0 15,1-3 0-15,3-1 1 16,1-6-1-16,0 0 1 0,4 0-1 16,2-3 1-16,0-5-2 15,0-4 0-15,7 0 0 16,0-3-2-16,3-1-3 15,0-1-2-15,3 1 0 16,-5-1 5-16,2 0 2 0,1 1 1 16,-2 3 1-16,-3 2-1 15,2 0 1-15,-4 3-1 16,-1 4 0-16,-1 0 1 16,-2 2 1-16,0 2 6 15,0 0-6-15,0 5-1 0,0 3-1 16,0 5 0-16,0 3 1 15,2-1-1-15,4 5 0 16,1-1 0-16,2-1-2 16,2-1-25-16,2-3-34 15</inkml:trace>
  <inkml:trace contextRef="#ctx0" brushRef="#br0" timeOffset="95924.69">18001 8295 106 0,'0'0'7'0,"0"0"12"0,0 0-14 0,49-27-3 0,-37 27-1 15,-3 0 0-15,0 0-1 16,-4 6 0-16,-3 4 0 16,-2 3-1-16,0 2-2 15,-2 1 2-15,-6 1-6 0,-5-3 2 16,-1 1-4-16,-1-3 7 15,-2-2 1-15,5-3 2 16,2-2 1-16,2-3 5 16,4 1 4-16,3-3 7 15,1 0 11-15,0 0-10 0,13-1-14 16,7-5-3-16,7 0-2 16,9-1 3-16,6 0-4 15,3-1-19-15,3-1-49 16</inkml:trace>
  <inkml:trace contextRef="#ctx0" brushRef="#br0" timeOffset="96794.3">19273 8003 86 0,'0'0'2'0,"0"0"1"0,0 0-2 0,0 0 1 15,0 0-1-15,0 0 0 16,0 0 0-16,22 40 1 16,-20-31 0-16,1 0 1 15,1 1 3-15,-1 0-2 16,5-3 1-16,-3 0-3 0,6-3 1 15,2 1 1-15,1-3 2 16,2-2-1-16,2 0 1 16,1 0-1-16,0 0-1 15,1-7 1-15,-1 0-3 16,-3-3 0-16,-1 2 0 0,-1-4-1 16,-2 1 5-16,-4 0-4 15,-2-1 0-15,-2 2-1 16,-2 0 2-16,-2 3 7 15,0 3 3-15,0 2-6 16,-2 2-7-16,-3 0 1 16,-3 2-1-16,1 7-1 0,1 2 1 15,1-1 0-15,3 5-1 16,2-3 1-16,0-1 0 16,0 5-1-16,1-3 1 15,6-1 0-15,0 3 0 0,1-1 1 16,0 0-1-16,2 0 0 15,-5-1 1-15,3 1 0 16,-4-1-1-16,-2-2 1 16,-2-1 0-16,0-1 2 15,-8 0 3-15,-5-1-1 16,-7 0 2-16,-2 2-3 16,-5-1-4-16,-2 4 0 0,-4-2-2 15,-1-1-22-15,-6-7-97 16</inkml:trace>
  <inkml:trace contextRef="#ctx0" brushRef="#br0" timeOffset="97652.05">15907 8797 100 0,'0'0'4'0,"0"0"1"0,0 0 7 0,0 0-5 15,0 0-5-15,0 0-2 16,0 0 5-16,0 0-4 16,0 0 1-16,0 0 0 15,0 0-2-15,0 0 1 16,0 0 0-16,49 2 1 15,-28 0-2-15,5 1 1 0,1-1-2 16,3 0 2-16,5-2-1 16,2 0 0-16,4 0 0 15,8 0 0-15,3 0 0 16,3 0 0-16,4-2 1 16,5 0 0-16,8-2-1 15,2-1 1-15,5 2-1 0,5-4 0 16,5-1 0-16,1 1 1 15,3-2-1-15,-2-2 0 16,4 1 1-16,5-3 3 0,-1 3-1 16,3 0 1-16,6 0-3 15,-1 3 2-15,3-1-3 16,-3 2 1-16,-3 0 0 16,0-1 4-16,-4 2-1 15,-1 0 3-15,-3-1-2 16,1-1-1-16,-3 2-1 15,-1-2 0-15,1 1-3 0,-4-1 1 16,-2 0 0-16,-9-2-1 16,-4 2 0-16,-7 0 0 15,-11-1 0-15,-11 2 1 16,-8-1-2-16,-11-3 0 16,-11-1-35-16,-12-4-105 0</inkml:trace>
  <inkml:trace contextRef="#ctx0" brushRef="#br0" timeOffset="98510.04">17130 7889 33 0,'0'0'1'0,"0"0"1"0,0 0-2 0,0 47 1 0,0-30-1 16,0-1 0-16,0 1 0 15,0 0 1-15,0-2-1 16,-1 2 2-16,-3-3 8 15,1 2 2-15,0 0-3 0,3 0-2 16,0 2 3-16,0 3-7 16,0 5 1-16,0 2 0 15,0 3 3-15,0 4 1 16,0 1-1-16,1 3-2 16,0 1 1-16,1 1-2 15,2 1-2-15,-2 1 0 0,2 5-1 16,4 2 0-16,-5 5 1 15,1 5-2-15,0 1 2 16,-2 7 2-16,0 3-1 16,0 4 3-16,-1 2 0 0,1 3-5 15,0 2 3-15,3 2-2 16,-3-2 0-16,-2-1 1 16,0 0-1-16,0 0 2 15,0-3-1-15,0-4 1 16,0 2 2-16,0 0-1 15,-5 0-1-15,1 0-3 0,2-2 1 16,-1-2-1-16,3-8-1 16,0-8 0-16,0-9-1 15,0-10-1-15,4-6 0 16,6-11-15-16,-1-11-34 16</inkml:trace>
  <inkml:trace contextRef="#ctx0" brushRef="#br0" timeOffset="99320.31">18585 7963 46 0,'0'0'5'0,"0"0"4"0,0 0-6 0,0 0 0 15,0 0 7-15,0 0 0 16,0 0-1-16,0 0 4 15,0 0-1-15,6 38-6 16,-2-18-3-16,1 4-2 0,-2 5 1 16,0 3-2-16,-1 5 1 15,-1 6-1-15,-1 9 1 16,0 4 1-16,0 4 2 16,0 6 0-16,0 4 0 0,-3 2-1 15,0-1-4-15,2 0 12 16,1-3-7-16,0 2-2 15,0-2 2-15,0 3 0 16,0 0 0-16,0 6 2 16,0 7-2-16,0 4-2 15,0 0-1-15,0 1 0 16,0-3-1-16,0-1 0 0,0-10 0 16,6-7 0-16,2-7 0 15,-1-7-1-15,0-6 1 16,-1-13-7-16,0-11-28 15,-3-10-20-15</inkml:trace>
  <inkml:trace contextRef="#ctx0" brushRef="#br0" timeOffset="100018.51">19727 7869 86 0,'0'0'9'0,"0"0"10"0,0 0-4 0,0 0-10 16,0 0-5-16,0 0 0 16,0 0 1-16,0 0 0 15,13 53 2-15,-13-22 4 16,0 5-2-16,0 5-1 0,0 6 1 15,-2 7 0-15,-2 5-4 16,1 7 0-16,-1 3 0 16,0 2-1-16,2 3 0 15,1-2 3-15,1 1 0 16,0-1 2-16,1 5 1 0,2 2-2 16,-3 5 0-16,0 6 1 15,-4 1-3-15,-3 4 1 16,-4 0 0-16,2-6 0 15,-1-5 0-15,3-4-2 16,4-9-1-16,-1-7 1 16,1-8-2-16,1-3 2 0,0-6-1 15,-1-6 0-15,1 0-1 16,-3-4 0-16,2-6-28 16,0-11-154-16</inkml:trace>
  <inkml:trace contextRef="#ctx0" brushRef="#br0" timeOffset="100873.53">16381 10544 49 0,'0'0'17'0,"-58"0"-14"0,35 0 0 0,2 0-1 16,6-2 0-16,5-3 1 15,3 2 8-15,3-1 16 16,1 2-6-16,2-1 4 16,1 0-10-16,0 0-6 0,1 2-3 15,9-2-6-15,5 0 2 16,7 1-1-16,5 0-1 15,7 2 3-15,5 0-2 16,6 0-1-16,6 0 2 16,5 0-3-16,3 0 0 15,8 0-1-15,5 0 3 0,5-7 4 16,7 0 8-16,7-2-9 16,0-1 2-16,10-2-2 15,2-1-3-15,5 0 1 16,2 0-2-16,4 2 1 0,1-2-1 15,-1 3 4-15,-2-1 1 16,0 1 0-16,-3 1-3 16,-4 1-1-16,-3 2 0 15,-5-2-1-15,-6 1 0 0,-5 2 1 16,-5 0-1-16,-6 0 0 16,-6 1 1-1,-5-2-1-15,-3 2 1 0,-6 1 0 16,-2 0-1-16,-4-1 0 15,-1-1 0-15,-3 2 1 16,0-2-1-16,-5 1 0 0,-2 0 0 16,-5 0 0-16,-5-1-5 15,-6 0-33-15,-8-5-53 16</inkml:trace>
  <inkml:trace contextRef="#ctx0" brushRef="#br0" timeOffset="101656.94">15594 7960 59 0,'0'0'10'0,"0"0"24"0,0 0-1 16,0 0-8-16,0 0-8 0,0 0-12 15,0 0-3-15,0 0-2 16,0 0 1-16,0 0-1 15,0 0 1-15,34 46 0 16,-27-12 0-16,1 7 0 0,-1 7 0 16,2 9 0-1,-3 11-1-15,1 9 1 0,-4 8-2 16,5 10 1-16,-5 2 0 16,2 5 0-16,1 7 0 15,-2 2 0-15,3 4 1 16,-1 3-1-16,6 3 2 0,-1-2-1 15,5 0 1-15,0-2-1 16,4-5 0-16,-1-7-1 16,0-1 1-16,1-6-1 15,-3-7 1-15,-2-9-1 16,-1-8-1-16,0-12 1 0,-1-12-2 16,-2-19-18-16,-1-15-29 15</inkml:trace>
  <inkml:trace contextRef="#ctx0" brushRef="#br0" timeOffset="102453.15">15791 7804 121 0,'0'0'9'0,"0"0"16"0,0 0 5 0,0 0-12 15,0 0-8-15,0 0-12 16,0 0 3-16,48-19-1 16,-13 19 2-16,7 0-3 15,8 0 1-15,9 0-1 0,6-1-7 16,7-2 4-16,3-4 2 15,4 1 2-15,6-3 0 16,-1 1 0-16,10-3 0 16,3-2 0-16,4 3 0 15,7-1-2-15,5 0 5 0,6-1-3 16,5 1 1-16,-1-2-1 16,3-1 0-16,-1-3 0 15,1 0 0-15,-4-3 1 16,0 1-1-16,-1 1 0 0,-3 0 2 15,-1 3-1-15,-4 1-1 16,-2 1 0-16,-9 2 0 16,-4 2 1-16,-10 1-1 15,-7-1 0-15,-10 1 0 16,-3 0 0-16,-5 0 1 16,-5 3-1-16,-3-1 0 15,-2 1 2-15,-4 1-2 0,-7 0 0 16,-5 3 0-16,-8-1 0 15,-7-1 0-15,-9 2 0 16,-6-1 1-16,0 1-1 16,-4 1 0-16,3 0 0 0,1 0 0 15,3 4 0-15,2 5 1 16,1-1-2-16,1 5 2 16,-2 5-2-16,-2 5 0 15,1 10 2-15,-8 7-1 16,-3 14 2-16,0 12-2 0,-12 17 0 15,-8 9-3-15,-7 8-35 16</inkml:trace>
  <inkml:trace contextRef="#ctx0" brushRef="#br0" timeOffset="104218.82">8750 9011 101 0,'0'0'2'16,"2"-3"1"-16,-2 3-2 0,1 0 0 0,1 0-1 15,0 0 1-15,1 2 0 16,-1 5 1-16,-2-2 0 16,2 5 0-16,0 0 2 15,-2 3-2-15,1 3 0 0,-1 5 0 16,2 0-1-16,-1 3 0 16,2-1 0-16,-1 1 2 15,2-1-2-15,-2-3 0 16,3-3-1-16,0-3 1 15,-3-2-1-15,1-4 0 0,1-4-1 16,-4-4-8-16,0 0-47 16</inkml:trace>
  <inkml:trace contextRef="#ctx0" brushRef="#br0" timeOffset="104551.85">8616 9042 63 0,'0'0'21'15,"0"0"3"-15,0 0-15 16,0 0-6-16,0 0-3 0,0 0 1 15,0 0 1-15,0 0 15 16,0 0 18-16,-6 0 8 16,6 0-13-16,0 0-21 15,4-4-8-15,5-1 2 0,5-1-5 16,1-3 5-16,3 2-12 16,4 1-10-16,-1-2-9 15,3 1-13-15,-4 1-21 16,2-2-38-16</inkml:trace>
  <inkml:trace contextRef="#ctx0" brushRef="#br0" timeOffset="104957.16">8887 8940 136 0,'0'0'6'15,"0"0"10"-15,0 0-29 16,0 0 13-16,0 0 2 16,0 0-1-16,0 0 0 15,0 0-1-15,40 32 1 0,-33-17-1 16,4-2 0-16,-4 4-1 16,-1 1 2-16,1-1 1 15,-3 0-1-15,1 0-1 16,-3-1 0-16,1-2 0 15,-3 0 1-15,0-2-1 16,0-4 0-16,0-1 1 0,0-1-1 16,-4-5 2-16,3-1 4 15,-2 0 17-15,1-4 8 16,0-6-12-16,2-5-14 16,0-5-4-16,0-2 4 15,0-3-2-15,0-1-1 0,0 2 0 16,4 0-2-16,6 2-1 15,-2 4-26-15,1 3-45 16</inkml:trace>
  <inkml:trace contextRef="#ctx0" brushRef="#br0" timeOffset="105755.76">9196 8917 71 0,'0'0'7'0,"0"0"16"0,0 0-4 15,0 0-12-15,0 0-5 16,0 0 1-16,-42 0-2 16,34 10 1-16,-3 6-1 0,2 1 0 15,2 4 0-15,0 2-1 16,3 1 1-16,2 0 0 15,2-1 0-15,0-5 0 16,0-3 1-16,2-4-1 16,2-4 0-16,3-4-1 0,-3-3 6 15,4 0 3-15,-1 0 3 16,3-10 1-16,-3-1-4 16,4-5-4-16,-4-1-2 15,0-3-2-15,-1-1 0 16,-1-2-1-16,-2 4 1 0,0-1-1 15,0 5 0-15,-3 2 0 16,0 2 2-16,0 5-2 16,0 3 0-16,0 1-3 15,0 2 2-15,0 2 1 16,-4 7-6-16,1 5 4 0,1 5 2 16,-3 2 0-16,3 0 0 15,2 2 0-15,0-3 0 16,0 0 0-16,7-3 2 15,-2-6-2-15,3 0 0 16,1-6 0-16,-1-2 0 16,2-3-2-16,-1 0 4 0,0-2 2 15,5-8 2-15,-1-4-3 16,3-3-1-16,-3-3-2 16,2-3 1-16,-3-1 0 15,-2 0 0-15,2 1-1 16,-6 2 0-16,1 0 0 0,-3 4 0 15,-3 3 0-15,0 2 0 16,-1 5 0-16,0 1-1 16,0 5 1-16,0 1-6 15,0 0-4-15,0 0-1 16,-1 7 10-16,0 3 2 0,1 4-1 16,-2 3 1-16,2 0 0 15,0 1-1-15,2 0 0 16,2-4 1-16,2 2 0 15,-1-4 0-15,3-2 1 0,-3-3-2 16,4-1 0-16,-1-3 0 16,3-3-2-16,-1 0 4 15,1-7-2-15,-4-9-20 16,1-2-93-16</inkml:trace>
  <inkml:trace contextRef="#ctx0" brushRef="#br0" timeOffset="105897.89">9385 8727 240 0,'0'0'-48'0,"0"0"60"0,0 0-4 16,0 0-11-16,0 0-43 16,0 0-42-16</inkml:trace>
  <inkml:trace contextRef="#ctx0" brushRef="#br0" timeOffset="106446.19">9562 8876 106 0,'0'0'19'16,"0"0"26"-16,0 0-19 0,0 0-23 15,0 0-7-15,0 0 2 16,0 0 1-16,0 0 2 16,-5 44-1-16,8-27 2 15,1-1-2-15,-2-3 0 16,3-2 0-16,-3 0 0 0,2-5 1 15,-2 1-1-15,0-3 0 16,1-2 0-16,-1-2 0 16,-2 0-5-16,2 0 6 15,1-9 7-15,-1-2-8 16,1-5 0-16,1-2 1 0,0-3-1 16,1-1 0-16,3 1-1 15,0-2 0-15,1 3-3 16,1 2 1-16,2 4 2 15,-1 1-1-15,-1 4 0 0,2 2 4 16,-3 3-3 0,2 4 2-16,-3 0-1 0,2 1 0 15,-1 9 0-15,-3 2 0 16,2 1-1-16,-4 1 1 16,-1 0 4-16,0 2-4 15,0-2 1-15,-1 1-1 16,0-2-2-16,0-1-24 15,0-3-25-15,0-6-30 0</inkml:trace>
  <inkml:trace contextRef="#ctx0" brushRef="#br0" timeOffset="106658.34">9865 8780 136 0,'0'0'-2'0,"0"0"25"0,0 0 7 0,0 0-24 0,0 0-10 16,0 0 7-16,0 0-2 16,0 0 1-16,0 48-2 15,3-31 0-15,0 1 1 16,1-2-5-16,0-3-11 16,1-5-14-16,1-5-8 15,-2-3-74-15</inkml:trace>
  <inkml:trace contextRef="#ctx0" brushRef="#br0" timeOffset="106815.77">9921 8589 208 0,'0'0'8'0,"0"0"13"15,-4-44-16-15,4 37-5 16,6 6-4-16,2 1-45 15,-4 0-77-15</inkml:trace>
  <inkml:trace contextRef="#ctx0" brushRef="#br0" timeOffset="107362.99">10046 8740 112 0,'0'0'-1'0,"0"0"10"16,0 0 0-16,0 0-4 15,28-39-2-15,-19 39-2 16,-3 0-1-16,1 10 1 15,-1 3-2-15,-1 6 3 0,-1-1 0 16,-1 1 0-16,-2-1-1 16,-1-4-1-16,0-4 1 15,0 0 0-15,0-3 1 16,0-4 0-16,0-1 0 0,0-2 0 16,-1 0 13-16,-2 0 4 15,1-2 20-15,0-11-11 16,2-1-42-16,0-3 11 15,0-6 2-15,0 1 4 16,0-4-4-16,0 6-1 16,7-1 3-16,-2 2-1 0,3 5-1 15,1 0-1-15,1 7 4 16,1 1-4-16,1 6 4 16,0 0-1-16,-1 0-1 15,0 13 0-15,-1 1 0 16,-2 2 0-16,1 1 0 15,0 1 2-15,0-1-1 0,-1 0-1 16,2-1 0-16,1-2-6 16,0-2-30-16,-3-4-26 15,4-4-39-15</inkml:trace>
  <inkml:trace contextRef="#ctx0" brushRef="#br0" timeOffset="107963.28">10431 8637 115 0,'0'0'7'0,"1"-52"1"0,-1 32 2 0,0 3-9 0,0 4 0 0,-3 5-2 15,-8 5-3-15,0 3 5 16,-3 0-4-16,-1 10 1 16,0 4 3-16,0 3 1 15,3 4-2-15,0 3 0 0,7-5 0 16,1 2 0-16,4-2-1 15,0-5 1-15,2-4 0 16,5-3 0-16,5-3 0 16,0-4 1-16,3 0 0 15,0-5 1-15,1-7-2 16,1-1 2-16,-3-1-1 16,-4-6 1-16,-1 2-1 0,1-1-1 15,-5-2 1-15,-3 1 1 16,2 2-1-16,-2 2 0 15,-2 3-1-15,0 5 1 0,0 1-1 16,0 5 0-16,0 2-2 16,0 0 3-16,0 12-4 15,0 0 3-15,0 6 0 16,0 4 0-16,0 4 0 16,0 1 1-16,0 3-1 15,0 2 1-15,4 2 0 0,0 0 0 16,3-2-1-16,-1-1 0 15,0-3 1-15,0-2-1 16,1-3 1-16,-3-5-2 16,-1-2 2-16,-2-5-1 0,-1-4 4 15,0-2 7-15,-4-5 26 16,-3 0-15-16,-1 0-14 16,-3-10 2-16,-2-5 1 15,3-5-8-15,2-5 0 16,3 1-4-16,3-5 2 15,2-5-11-15,0 0-39 0,11-4-107 16</inkml:trace>
  <inkml:trace contextRef="#ctx0" brushRef="#br0" timeOffset="108674.3">11184 7930 27 0,'0'0'2'0,"0"0"0"0,0 0 0 0,12-44 0 0,-12 33 2 15,0 1 8-15,0 3 0 16,2 0 6-16,-2 1-12 0,4 3-5 15,-3 1 0-15,1 2-1 16,-1 0 0-16,-1 2 0 16,0 10-1-16,-1 8 12 15,-6 9 4-15,-5 8 3 16,-3 12-4-16,-3 10-3 16,-2 13-3-16,-4 8 0 0,3 8-2 15,-3 6 1-15,4 5-3 16,0 2 4-16,1-6 2 15,2-1-1-15,-3-2-1 0,0-5-4 16,1-10-1-16,1-8 0 16,3-3-1-16,-3-6 0 15,5-4-1-15,-1-5 0 16,1-1-1-16,4-7 0 16,2-4-1-16,1-10-1 15,3-5-9-15,1-10-50 0,0-14-8 16</inkml:trace>
  <inkml:trace contextRef="#ctx0" brushRef="#br0" timeOffset="109158.95">10577 9487 130 0,'0'0'-6'0,"0"0"22"0,0 0 5 0,0 0-17 0,0 0-7 16,0 0 3-16,0 0 1 16,0 0 1-16,35 10-2 0,-23-6 0 15,0-1 0-15,-2-2-2 16,-2-1 2-16,1 0 2 16,1 0 10-16,-2 0 2 15,3-4 0-15,3 0-7 16,2 1-4-16,1-1-1 15,-1 4-2-15,2 0 1 0,-3 0 0 16,0 0 1-16,-2 0-2 16,0 0 0-16,0 0 0 15,-1 0 0-15,-1 0 1 16,2 0-1-16,1 0 0 16,-5-3-17-16,-1-10-64 0</inkml:trace>
  <inkml:trace contextRef="#ctx0" brushRef="#br0" timeOffset="109764.53">10840 9278 7 0,'0'0'29'0,"0"0"-3"0,0 0-5 0,0 0-3 16,0 0-10-16,0 0-4 15,0 0-2-15,0 0-2 0,0 0 1 16,0 0-1-16,0 0-1 16,-13 14 0-16,13-7-2 15,0-1-1-15,-2-3-1 16,2 4 4-16,0-1 1 15,0-1 0-15,0 1 1 0,0 1-1 16,0-1 1-16,0 5 0 16,0-1-1-16,4 0 0 15,-2 1 0-15,3-3-1 16,-1-3-12-16,0-1-41 16</inkml:trace>
  <inkml:trace contextRef="#ctx0" brushRef="#br0" timeOffset="110262.13">10661 9346 45 0,'0'0'7'0,"0"0"1"0,0 0-6 0,0 0-1 0,0 0 0 15,0 0 1-15,0 0 1 16,0 0 1-16,0 0 1 15,12 34 0-15,-10-24 1 16,2-1 1-16,3 2-3 16,-1 3-1-16,2 5-2 0,-1 2 1 15,3 5-1-15,-4 2 0 16,2 3-1-16,-3-1 2 16,1-1 0-16,0-4 3 15,-3-1 3-15,3-5 0 16,-1-5-4-16,-1-1 0 15,1-6 0-15,-1-6-1 0,5-1 4 16,1-4 14-16,7-16 4 16,6-10-10-16,8-12-8 15,9-12-6-15,3-13 0 16,-1-7-21-16,-2-8-79 16</inkml:trace>
  <inkml:trace contextRef="#ctx0" brushRef="#br0" timeOffset="110878.98">10954 8024 87 0,'0'0'3'0,"0"0"14"0,0 0-12 0,0 0-3 0,0 0 0 16,0 0 3-16,51-47 1 15,-31 29-3-15,5-2 2 0,0-3-1 16,2 0 1-16,-3 0-3 16,0 2 0-16,-1 0-1 15,-4 4 9-15,-2 1-4 16,-3 5 1-16,-3 4 1 0,-3 4-1 15,-1 3-6-15,-2 6-1 16,-3 13-1-16,-2 10 3 16,0 12 5-16,0 10-5 15,0 6-5-15,0 4-27 16,0 0-41-16</inkml:trace>
  <inkml:trace contextRef="#ctx0" brushRef="#br0" timeOffset="111364.29">11633 8554 84 0,'0'0'39'0,"0"0"-30"0,0 0 3 0,0 0 1 0,0 0-3 15,0 0-9-15,0 0-1 16,0 0 2-16,0 0 0 16,-6 62-1-16,6-32 1 15,0 0-2-15,0 1 1 16,0-1-1-16,1-6 1 0,2 0-1 15,0-5 0-15,-1-2 0 16,0-2 0-16,-2-2-1 16,0-1-5-16,0-4-26 15,0-8-31-15</inkml:trace>
  <inkml:trace contextRef="#ctx0" brushRef="#br0" timeOffset="111655.77">11475 8610 48 0,'0'0'76'0,"0"0"-52"0,0 0 3 16,0 0-9-16,0 0 6 15,0 0-5-15,13-48-8 16,3 37-6-16,2-2-2 16,6-1 1-16,3 1-2 15,0 0-2-15,0 4 1 0,0 1-1 16,-1 1-6-16,-1 4-14 16,-4-1-30-16,-1 3-41 15</inkml:trace>
  <inkml:trace contextRef="#ctx0" brushRef="#br0" timeOffset="112047.72">11861 8650 215 0,'0'0'-27'15,"0"0"28"-15,0 0-2 0,0 0 3 16,0 0-2-16,0 0 1 15,0 0-1-15,0 0-3 16,12 14 4-16,-9-14 9 16,0-4-4-16,2-3 0 15,0-3-4-15,3-3-1 0,-3 2 0 16,-1-4-1-16,-1 3 1 16,-1 2 0-16,-2 0-1 15,0 6 0-15,0 1 1 16,-5 3-3-16,-4 4 7 15,-2 9-7-15,0 8 2 0,-1 2 0 16,4 4 0-16,1 0 0 16,5 0 0-16,2-7 0 15,0 1 0-15,3-5 0 16,7-4-1-16,2-3-2 16,1-2-2-16,3-5-7 0,-1-2-11 15,2 0-25-15,0-10-33 16</inkml:trace>
  <inkml:trace contextRef="#ctx0" brushRef="#br0" timeOffset="112403.01">12047 8582 67 0,'0'0'5'0,"0"0"11"16,2-44 2-16,-2 40-8 16,-6 3-2-16,-1 1-6 15,-2 1-2-15,-2 9 1 16,2 2 0-16,0 3 1 0,1 2 0 15,3-1 1-15,2 2 0 16,3-1-2-16,0 1 1 16,0-3 1-16,7-4-1 15,5 1 0-15,1-4 1 16,3-4 1-16,0-1 4 16,5-3 0-16,-6 0-1 0,-1 0-1 15,-3 0-4-15,-1 0 0 16,-6 0-1-16,-4 0 0 15,0 7 2-15,-9 0 6 16,-2 3-6-16,-3 3-2 16,-2 0 2-16,0-2 0 0,2 1-2 15,2-1-1-15,3-3 0 16,2-2-2-16,3 0-11 16,2-5-41-16,2-1 0 15</inkml:trace>
  <inkml:trace contextRef="#ctx0" brushRef="#br0" timeOffset="112730.13">12190 8334 102 0,'0'0'-11'0,"0"0"17"0,0 0 1 16,0 0 0-16,0 0-6 0,0 0 2 16,0 0 6-16,2 41-1 15,-2-16 1-15,0 4 1 16,0 1 0-16,0 1-3 16,3 0 0-16,3-1-3 15,-1 0 0-15,4-3-3 16,-2-5 0-16,1 1-1 0,-1-4 0 15,0-2 0-15,-3-2-2 16,-2-3-10-16,-1-2-19 16,-1-5 0-16,0-3-9 15</inkml:trace>
  <inkml:trace contextRef="#ctx0" brushRef="#br0" timeOffset="113071.66">12109 8646 89 0,'0'0'25'0,"0"0"23"16,0 0-32-16,0 0-14 16,8-36-2-16,7 25 0 15,6-2 3-15,3 2-6 16,0-2 5-16,3 2-1 16,-3-1-1-16,0 1 0 15,-1 4 0-15,-6 0 1 0,-2 3 0 16,-4 1 0-16,-2 3-1 15,-5 0 0-15,-2 3 0 16,-2 5 0-16,0 5 1 16,0 1 7-16,0 3-4 15,0 0 1-15,0 0 0 0,1 0 0 16,1-2-3-16,5-1-1 16,-2-3 1-16,3-1 0 15,-1-3-4-15,5-3 4 16,0-2-2-16,2-2-2 0,-1 0-15 15,-2-10-44-15</inkml:trace>
  <inkml:trace contextRef="#ctx0" brushRef="#br0" timeOffset="113199.69">12440 8433 4 0,'0'0'135'15,"0"0"-116"-15,-29-40 10 16,25 34-14-16,-2 1-14 15,5 4-12-15,0-1-44 16</inkml:trace>
  <inkml:trace contextRef="#ctx0" brushRef="#br0" timeOffset="113781.99">12470 8611 159 0,'0'0'4'0,"0"0"3"16,0 0-5-16,0 0 0 15,0 0-2-15,0 0 2 16,0 0-1-16,0 0 1 16,-19-22 4-16,17 15-2 0,2-1 2 15,0-1-5-15,0 2-1 16,0 0 0-16,8 0 0 15,0 1 2-15,3 3-2 16,-1 1 0-16,0 2 0 0,1 0 0 16,1 0 0-16,-4 6 0 15,2 5 0-15,3 0-2 16,-4 0 1-16,-3 2-1 16,3-1 2-16,-3-3 0 15,-2-1 0-15,-2-2 2 16,0-4-2-16,0 1 0 0,-2-3-3 15,0 0 9-15,0 0-2 16,0 0-1-16,-2-4 2 16,0-5-3-16,2-4-1 15,0-1-2-15,0-3-1 16,5-1 1-16,3-1-3 16,-1 3 1-16,4 2 2 0,-2 3 0 15,0 2 0-15,2 2 0 16,0 3 1-16,-4 1 0 15,3 3 0-15,-2 0 1 16,-2 2-1-16,1 6 0 0,0 3 0 16,-2 2 0-16,1 3 0 15,-2-2 1-15,1 2-1 16,1-1-1-16,2-2-10 16,0-3-25-16,1-3-22 15</inkml:trace>
  <inkml:trace contextRef="#ctx0" brushRef="#br0" timeOffset="114381">12883 8439 97 0,'0'0'4'0,"0"0"5"0,-1-47-6 0,-3 40 3 15,-6 4-2-15,3 3-2 16,-3 0-1-16,-2 3-1 15,3 8 2-15,-1 5-2 0,1 1 1 16,3 1-1-16,1 2 0 16,3-3 1-16,2-3-2 15,0-1 1-15,0-4 0 16,7-4-1-16,2-5 1 16,2 0 0-16,3 0 1 15,-1-7-1-15,1-4 1 0,0-4 2 16,0-1 0-16,-5-1 0 15,-1-2-1-15,0 1 1 16,-3 5-3-16,-2-1 0 16,-2 2 0-16,-1 5-3 0,0 3 3 15,0 3-1-15,0 1-2 16,0 1-7-16,0 9 10 16,0 4 1-16,0 3-1 15,0 3 1-15,0 3-1 16,0 0 1-16,0 2 1 15,4 2-1-15,-1 0 0 0,1 4 0 16,2 2 0-16,-2 1-1 16,0 0 1-16,0 0-1 15,0 0 0-15,-3-4 0 16,0-3 0-16,-1-3 0 0,0-5 0 16,-4-5 0-16,-6 1 2 15,-2-9 7 1,-1 0 4-16,1-5-3 0,1-1-2 15,0-1 3-15,1-13-1 16,4-5-5-16,0-3-2 16,4-7 0-16,2-3-2 0,0-4 1 15,8-4-4-15,8-1-7 16,1 0-50-16</inkml:trace>
  <inkml:trace contextRef="#ctx0" brushRef="#br0" timeOffset="116466.51">12490 9146 3 0,'-4'3'19'0,"1"-2"-2"0,2 2 2 0,0-3 0 0,0 2-4 16,1-1-4-16,0-1-6 16,0 2-2-16,0 0 1 15,0 2 0-15,1 2-2 16,5 1-2-16,1 2 1 0,2-1-1 15,1 3 1 1,4 0-2-16,4 0 2 0,1 0 2 16,7-2 0-16,-1 2 0 15,4-1-2-15,0 0 0 16,0 2 0-16,-1-1 0 16,5-1-1-16,2-2 0 0,1 1 0 15,4-4 3-15,5 1-1 16,-2-3 1-16,2-1-2 15,1-2 0-15,-2 0 0 16,-1 0 4-16,-3-5 3 0,0-2 2 16,-1-3-4-16,-4 0 1 15,-1-1-6-15,-3 2 0 16,-2-1 1-16,-4 0-2 16,-4-1 1-16,-2 5 0 15,-8-2-2-15,-1 1 2 0,-4 2-1 16,-2 1 0-16,-1 0 0 15,-3 4 0-15,0-2-18 16,0 1-25-16,0 1-76 16</inkml:trace>
  <inkml:trace contextRef="#ctx0" brushRef="#br0" timeOffset="116693.73">13444 9183 130 0,'0'0'-1'0,"0"0"9"0,0 0-6 0,0 0-1 16,0 0 0-16,0 0 0 16,0 0 1-16,0 0-1 15,36-2 1-15,-34 15 0 0,-2 6-1 16,0 6-2-16,-7 5-3 15,-15 6-50-15</inkml:trace>
  <inkml:trace contextRef="#ctx0" brushRef="#br0" timeOffset="126818.45">16443 9133 85 0,'-4'-1'7'0,"4"-5"0"0,0-2 1 0,0 1-9 0,0 1-6 15,0 0-32-15</inkml:trace>
  <inkml:trace contextRef="#ctx0" brushRef="#br0" timeOffset="127932.79">16340 9150 42 0,'0'0'19'0,"0"0"-4"0,0 0 1 16,0 0-9-16,0 0 1 0,0 0-3 15,0 0 2-15,0 0 0 16,0 0 3-16,0 0 6 16,0 0-1-16,-21-37-5 15,21 29 1-15,0-3-10 16,2 2-1-16,4-1 2 0,2 0-2 16,0 3 0-16,-1 1-1 15,3 3 4-15,2 1-3 16,-1 2 0-16,-1 0-1 15,1 8-1-15,-1 5-3 16,-4 4-4-16,-1 1-6 16,-1 4 0-16,-4-2 5 0,0 0 3 15,0-2 7-15,-8-4 0 16,1-1 1-16,-1-3 2 16,1-3 1-16,0-3 4 15,3 0 6-15,3-2 2 0,1-2-5 16,0 0-7-16,0 0-2 15,0 0-3-15,5-4 6 16,4-2-6-16,2-1 1 16,-2-2 0-16,5 1 1 15,-1-1-2-15,1 2 4 16,0-1-3-16,3 3 2 0,-4 0-2 16,1 3 0-16,-3 1-1 15,-1 1-5-15,0 0-13 16,-4 0-17-16,-3 1-16 15</inkml:trace>
  <inkml:trace contextRef="#ctx0" brushRef="#br0" timeOffset="128532.56">16681 9038 26 0,'0'0'48'0,"0"0"-16"0,0 0 4 0,0 0 0 0,0 0-9 15,0 0-8-15,0 0-9 16,0 0-6-16,0 0-1 16,0 0-4-16,0 0-2 0,-2-14 4 15,2 25-2-15,0 3 2 16,0 2 1-16,0 1 0 15,4-1-1-15,2-2-1 16,-1-4 1-16,3 0 2 16,0-5-2-16,2-2 0 15,1-3 0-15,3 0 0 0,-3 0 1 16,-1-1-1-16,0-5-1 16,0-2 0-16,1-4 1 15,-5-2-1-15,1 0 0 16,0-3 1-16,1 1-1 0,-4 3 0 15,0 5 1-15,-3-1 0 16,2 7 0-16,-3 2 6 16,0 0-3-16,0 4-9 15,2 10 4-15,0 4 1 16,4 5 0-16,2 3 2 0,5 4-1 16,-2 2-12-16,-1 1-62 15</inkml:trace>
  <inkml:trace contextRef="#ctx0" brushRef="#br0" timeOffset="129022.21">17552 8900 87 0,'0'0'40'0,"0"0"7"0,0 0-17 0,0 0-20 0,0 0-1 16,0 0-3-16,0 0 0 16,50-32-3-16,-36 29-3 15,0 3 0-15,-3 4-1 16,-2 10-5-16,-4 6-15 16,-3 3-5-16,-2 2 14 15,0 0 11-15,-4-3 4 0,-3-3 0 16,1-5 10-16,3-5 3 15,1-2-3-15,2-3-5 16,0-1-4-16,0-2-1 16,4-1 0-16,2 0-3 15,5 0 4-15,3 0-3 0,1-8-16 16,4-2-27-16,-1-3-31 16,0-3-18-16</inkml:trace>
  <inkml:trace contextRef="#ctx0" brushRef="#br0" timeOffset="129221.86">17840 8904 124 0,'0'0'54'16,"0"0"-11"-16,0 0-30 15,0 0-12-15,0 0-1 16,0 0 1-16,0 0 2 16,0 0 1-16,43 42 0 0,-32-28-2 15,3-3 1-15,-1 5-2 16,-2-3 0-16,0 1-1 15,-2 2 1-15,-5-1-3 16,-4 3-8-16,0-2-70 16,-8-6-69-16</inkml:trace>
  <inkml:trace contextRef="#ctx0" brushRef="#br0" timeOffset="129341.42">17909 8861 211 0,'0'0'-2'16,"43"-43"2"-16,-19 20-69 16</inkml:trace>
  <inkml:trace contextRef="#ctx0" brushRef="#br0" timeOffset="130040.58">18956 8831 119 0,'0'0'5'15,"0"0"7"-15,0 0 1 16,0 0 4-16,0 0 0 15,0 0-8-15,0 0 1 16,0 0 3-16,0 0-1 16,-5 0 0-16,5 0 1 0,0 0-1 15,0 0-7-15,0 0-4 16,0 0-1-16,5 5-1 16,-1 2 2-16,1 3-1 15,3 0 1-15,-2 2 0 16,2 0-1-16,-2-2 0 15,1 0 0-15,-2-4 2 0,4 0-2 16,-4-3 0-16,3-1-3 16,0-2-1-16,3 0 1 15,0-4-6-15,1-6 5 16,2-3 0-16,-1-2 2 0,1-2 0 16,-1 1 2-16,-3-1-1 15,1 4 3-15,-3 4-2 16,-2 1 0-16,-1 6 1 15,-3 2-1-15,-2 0-2 16,1 2-3-16,-1 10 5 0,2 0 5 16,-1 5-1-16,1 3 0 15,-1-1-2-15,1-1-1 16,3 4-1-16,-4 0 0 16,-1 1-1-16,2 0-21 15,-1-5-58-15,1-2 23 0</inkml:trace>
  <inkml:trace contextRef="#ctx0" brushRef="#br0" timeOffset="130344.63">19318 8835 216 0,'0'0'-1'0,"0"0"7"0,0 0-2 0,0 0-3 15,0 0 0-15,0 0-3 16,0 0 3-16,-26 45 1 16,26-33 1-16,0-4-2 15,8-5 1-15,1-3 0 16,5 0-1-16,0-1 2 0,5-9 2 16,-6-4-1-16,0-1 4 15,-3-2 0-15,-4 0-3 16,-4-1 5-16,-2-1 0 15,-5 2-6-15,-13 5-5 0,-9 6-11 16,-11 6-45 0,-11 0-83-16</inkml:trace>
  <inkml:trace contextRef="#ctx0" brushRef="#br0" timeOffset="130992.33">16497 9589 205 0,'0'0'38'0,"0"0"-32"0,0 0 3 15,0 0-5-15,0 0-2 0,0 0-2 16,0 0 0-16,0 0-3 16,0 0-3-16,0 0 3 15,0 0-1-15,29 14 0 16,-29 5 0-16,0 4 3 16,0-1 0-16,0-2 2 0,-2 0 0 15,0-6 1-15,2-4 0 16,0-1 2-16,0-5-1 15,5-4 1-15,5 0 0 16,6-2-4-16,0-9 2 16,4-3-4-16,-2-3-30 15,-1-3-82-15</inkml:trace>
  <inkml:trace contextRef="#ctx0" brushRef="#br0" timeOffset="131356.51">16676 9548 240 0,'0'0'-2'16,"0"0"17"-16,0 0-10 16,0 0-8-16,0 0 1 15,0 0-2-15,0 0 4 16,0 0 1-16,38 23 0 16,-25-15 1-16,3 0-1 0,-3 0 0 15,1 0 0-15,-1 0-1 16,-2-1 0-16,-1 0 0 15,-2 0-2-15,-3-2-7 16,-3 1-2-16,-1 0-2 16,-1-1 0-16,0 1 9 15,-4 1 0-15,-2-2-5 0,-5 1 3 16,2-3 8-16,4-3 1 16,0 0 10-16,3-2 0 15,2-8-7-15,0-5-4 16,5-3-3-16,2-5 2 0,5-1 1 15,3-4-2-15,2-5 0 16,3 2 1-16,0-2-3 16,1 0-37-16,-1 1-107 15</inkml:trace>
  <inkml:trace contextRef="#ctx0" brushRef="#br0" timeOffset="131941.26">17675 9556 66 0,'0'0'76'0,"0"0"-60"0,0 0 35 0,0 0-21 0,0 0-8 16,-28-38-6-16,28 32-4 15,0 1-6-15,0-2-3 16,5 1-3-16,3 2 1 16,1 4-1-16,3 0-1 0,0 0-4 15,-1 7-7-15,-2 8-2 16,1 5-1-16,-5 4-10 15,-2 3-4-15,-3 2-1 16,0-1 23-16,-6-2 7 16,-2-5 2-16,-1-3 11 0,5-6 9 15,0-5-6-15,4-3-8 16,0-4-1-16,8 0-4 16,6-8-1-16,4-5 1 15,4-4-2-15,-1-3-1 16,2 0 0-16,2-1-37 15,-7 0-93-15</inkml:trace>
  <inkml:trace contextRef="#ctx0" brushRef="#br0" timeOffset="132330.7">17992 9469 206 0,'0'0'2'0,"0"0"-2"16,0 0 0-16,0 0-4 16,0 0 1-16,0 0 0 0,0 0 3 15,0 0 5-15,-38-22 7 16,29 32-4-16,3 3-4 16,-2 2-2-16,4 0 0 15,4 0-1-15,0-2-1 0,0-1 4 16,1-5-2-16,5 0-1 15,4-5 3-15,0-2-4 16,1 0 2-16,3 0 3 16,-1-2-2-16,3-3 1 15,0 4-2-15,1 1 0 16,-1 0-2-16,-2 1-2 16,-1 8 0-16,-3 1 1 0,-5 1 1 15,-3 2-3-15,-2-2 2 16,0 2 0-16,-1-1 0 15,-5 0-5-15,-2-3-34 16,1-5-86-16</inkml:trace>
  <inkml:trace contextRef="#ctx0" brushRef="#br0" timeOffset="132869.42">18879 9369 217 0,'0'0'19'0,"0"0"4"0,0 0 0 15,0 0-8-15,0 0-6 16,0 0-7-16,0 0-2 16,46-38 0-16,-33 36 0 0,5 1 0 15,-3 1 0-15,2 0-2 16,0 4 2-16,-1 8-3 15,-3 7-2-15,-4 5-5 16,-5 6-9-16,-4 3-6 16,0-3-46-16,-4-5 64 15,-1-5 11-15,-1-7 2 0,6-9 19 16,0-4-7-16,6 0-13 16,6-7-4-16,7-4 0 15,0-5 4-15,6-2-5 16,2-1 3-16,-1-2-2 15,5 0-4-15,2-1 11 0,1 2 9 16,2-1-4-16,-1 4-7 16,1 1-5-16,-6 4-6 15,-6-1-56-15</inkml:trace>
  <inkml:trace contextRef="#ctx0" brushRef="#br0" timeOffset="133378.07">19427 9213 218 0,'0'0'-4'16,"-33"51"4"-16,27-34 1 0,3-1 0 16,0 1-1-16,3-2 1 15,0-4 0-15,5-2 2 16,2-2-1-16,4-7-1 16,1 0-3-16,1-3 3 15,0-8 4-15,3-5 2 16,-4-2 3-16,0-1 1 0,-5 0-3 15,-3-1-4-15,-4 1 0 16,0-1 0-16,-8 3-1 16,-6 4-3-16,-4 6-3 15,-11 5-42-15,-8 2-119 16</inkml:trace>
  <inkml:trace contextRef="#ctx0" brushRef="#br0" timeOffset="134187.21">16564 10058 186 0,'0'0'16'0,"0"0"11"0,0 0-9 0,-7-39-13 0,7 28 2 16,7 0-2-16,4 0-5 0,3 3 1 16,1 1-1-16,3 7 0 15,-2 0-1-15,0 12-9 16,-3 7-1-16,-3 8 5 15,-6 2 4-15,-2 2 1 16,-2-1 2-16,0-3 5 16,0-6 5-16,0-4-4 15,0-4-1-15,0-3-2 0,2-4 1 16,7-1 0-16,3-3-6 16,3-2-3-16,2 0-19 15,1-6-11-15,1-7-22 16,-1-2-6-16,1-7-24 15</inkml:trace>
  <inkml:trace contextRef="#ctx0" brushRef="#br0" timeOffset="134509.47">16852 9969 127 0,'0'0'25'0,"0"0"19"0,0 0-25 15,-40-6-13-15,30 7-4 16,0 9-2-16,3 1-1 15,1 4 7-15,3 3-5 16,3 2 1-16,0 0-1 16,9 4 2-16,5-3 0 0,3 1-1 15,4-4-1-15,-2-1-1 16,2-3 2-16,0-5-2 16,-5-2 0-16,-1 0 0 15,-5-3-11-15,-5-1 0 16,-1-2 1-16,-4-1 9 15,0 0 13-15,-9-1-5 0,-1-9 4 16,3-5-2-16,-2-7 0 16,6-3-5-16,3-5-4 15,1-4 2-15,13-2 0 16,5-1-39-16,5 3-64 0</inkml:trace>
  <inkml:trace contextRef="#ctx0" brushRef="#br0" timeOffset="135221.92">17794 10014 187 0,'0'0'21'15,"0"0"7"-15,0 0-17 0,-3-50-5 0,16 34-6 16,3 2 3-16,6 3-2 15,-1 1 0-15,1 4-2 0,-1 6 0 16,-2 0-5-16,-3 10-5 16,-5 10 6-16,-5 4 2 15,-3 5 0-15,-2 0 2 16,-1 1 3-16,0-3 3 16,0-7 3-16,0-4-1 15,0-3-3-15,1-6 1 0,8-7 1 16,3 0-8-16,4-6-2 15,1-8 1-15,3-4-9 16,0-4 0-16,2-3-1 16,-5-1 5-16,-1-1 4 15,-1 1 6-15,-4 2-5 16,-1 1 10-16,-5 5 0 0,-3 2 2 16,-2 5 3-16,0 4 1 15,-9 4-2-15,-4 3-4 16,-3 0-6-16,1 7-1 15,-1 6 2-15,2 3 0 0,4 1-2 16,2 0 2-16,4-3-2 16,4-3 1-16,0-1 0 15,2-3 0-15,8-2-1 16,3-1-1-16,3-3 0 0,-1 1 2 16,3 3 1-16,-1 1 0 15,2 1-1-15,-4 6 2 16,0 1-1-16,-3 4-2 15,0 4-1-15,-6 3 0 16,1 7 1-16,-7 3-10 16,0 1-58-16</inkml:trace>
  <inkml:trace contextRef="#ctx0" brushRef="#br0" timeOffset="135889.62">18958 9880 173 0,'0'0'-15'0,"0"0"25"0,0 0 1 0,0 0-7 0,-9-48-2 15,16 35 0-15,0-1-2 16,5 1 5-16,3-1 6 16,1 1 2-16,3 2-1 15,-1 2-5-15,1 8-5 16,-2 1-1-16,-2 7-4 0,-8 14 2 16,-5 8 1-16,-2 3-2 15,-3 4 2-15,-11 1 0 16,-2-6 4-16,0-4 5 15,0-4 2-15,3-8 0 16,4-4-4-16,2-5-2 0,5-3 1 16,2-3 6-16,0 0-17 15,9-1 8-15,0-5-1 16,1 2 0-16,4 0 1 16,-1-1-2-16,1 4-1 0,-2 1 0 15,-1 0 1-15,-2 0-1 16,-5 0 0-16,-3 4-1 15,-1 2 2-15,0 4-3 16,-8 1 1-16,-3 3 2 16,-2 2 0-16,-4 1-2 15,1 0-6-15,1-3-19 0,3-5-22 16,0-5-40-16</inkml:trace>
  <inkml:trace contextRef="#ctx0" brushRef="#br0" timeOffset="136189.79">19197 9829 198 0,'0'0'15'0,"0"0"-17"0,0 0 3 16,0 0 2-16,30 50 0 15,-20-30-2-15,1-2 2 0,0-1-2 16,0-4 0-16,0-3 2 15,2-4 2-15,0-5 0 16,-1-1-1-16,1 0 7 16,-1-10 3-16,0-5 1 15,-4-5-1-15,-1-2 2 0,-4-6-2 16,-3 1-4-16,0-3-4 16,-3 2-6-16,-9 2 0 15,-3 8-3-15,0 2-11 16,-7 10-17-16,1 4-33 0,-2 2-91 15</inkml:trace>
  <inkml:trace contextRef="#ctx0" brushRef="#br0" timeOffset="137954.72">19248 7821 0 0,'-6'-2'2'0,"2"-2"29"0,-1 1 2 0,-2 1-7 15,0 0-5-15,-3 1-2 16,-2 1-9-16,-1 0-3 16,-1 0-4-16,-3 4-1 15,-2 6-1-15,0 1-1 16,0 2 2-16,-1 1-1 16,1 2 1-16,2 2-1 15,2-2 0-15,-1 5 0 0,1-2-1 16,1 2 0-16,2-1 2 15,2 0-1-15,-2 1 1 16,2-1 1-16,3 1-1 16,-2-1-1-16,6 1 0 0,1-1-1 15,2 0 1-15,0 3 0 16,0-3-1-16,3 1 1 16,5 0-1-16,0-1 1 15,2 3 0-15,-3-4 2 0,4 0-2 16,0 0 1-16,-3-1 0 15,3-2-1-15,-1 0 1 16,4-1-2-16,-5 2 0 16,2 0 1-16,1-4-1 15,0 4 0-15,0-3 0 16,0 1 1-16,1-1-1 16,2 0-1-16,1-3 2 0,3 1-1 15,3-2 2-15,3-2 1 16,2-1-3-16,0-4 1 15,3-1 0-15,-1-2 1 16,0 0-1-16,-2-2 1 0,-2-4 1 16,-2-3-2-16,-1-1 1 15,-1-2-1-15,-3 0 0 16,2-1 2-16,1-3 0 16,0 2 0-16,-1-3-1 15,1 0-1-15,-3-2-1 0,1 1 1 16,-3-4-1-16,0 1 0 15,-3-2 0-15,-4-2 0 16,0-3 1-16,-2-1-1 16,-1-4 1-16,-5 1-1 15,-1-2 0-15,0 1 1 16,-3 0 2-16,-8-1 4 0,-5 5 2 16,-1 0-1-16,-4 3-3 15,-3 1-2-15,0 5 0 16,-1 3-4-16,-4 6 1 15,-2 6-5-15,-3 4-37 16,-7-1-70-16</inkml:trace>
  <inkml:trace contextRef="#ctx0" brushRef="#br0" timeOffset="138744.66">16401 8009 82 0,'1'0'2'0,"-1"0"-2"0,0 2-1 0,1-2 2 16,0 3-1-16,1 1 1 0,2-1 0 16,-2 0 0-16,1 0 0 15,1-3 0-15,2 0 4 16,-2 0 4-16,2 0 4 16,2-3-1-16,-3-7-2 15,5 0-3-15,0-4 0 0,3-2 2 16,1-5 5-16,4-3 1 15,4-2-4-15,3-3-3 16,4 0-4-16,0-1-2 16,4 5-1-16,-1 1-2 15,-3 2-12-15,-2 5-59 16</inkml:trace>
  <inkml:trace contextRef="#ctx0" brushRef="#br0" timeOffset="139378.32">17556 7904 66 0,'0'0'7'0,"0"0"-4"0,0 0-2 0,0 0 1 16,0 0 2-16,0 0-1 15,0 0-2-15,0 0 1 16,0 0 3-16,0 0-2 0,14 36-1 16,-11-31-2-1,3-3 3-15,-1 0 3 16,3-2 0-16,0 0 7 0,2 0 7 16,3-9-1-16,1-2 1 15,1-3-2-15,2-5-3 16,7-1 1-16,-2-4-4 0,7-1-5 15,2-1-3 1,2-1 0-16,1 0-2 0,-1 0-2 16,0 0 0-16,-2 4 0 15,-5-1-5-15,-5 0-40 16,-1 1-91-16</inkml:trace>
  <inkml:trace contextRef="#ctx0" brushRef="#br0" timeOffset="141050.62">19617 7761 71 0,'0'0'7'0,"0"0"-1"0,0 0-4 16,0 0-2-16,0 0-3 15,0 0-2-15,0 0 3 0,0 0 3 16,0 0-1-16,0 0 2 16,0-1 3-16,0 1-2 15,0 0-1-15,-2 0-2 16,2 0-1-16,0 0 0 16,0 3 1-16,0 2-3 0,0 1 2 15,2 1 1-15,0 0 0 16,1 0 0-16,-1-1 0 15,0-3 0-15,3 1 0 16,-3-1 1-16,0-3 1 16,1 0 4-16,3 0 14 15,-2-3 10-15,5-4-7 0,4-6-13 16,5-1-7-16,1-6-2 16,6 0 2-16,2-1-2 15,4-3-1-15,-1-3-1 16,0-3-31-16</inkml:trace>
  <inkml:trace contextRef="#ctx0" brushRef="#br0" timeOffset="142146.67">21157 8035 28 0,'4'-4'3'0,"0"0"-1"0,1 1-1 0,0-1-4 16,-2 1-28-16</inkml:trace>
  <inkml:trace contextRef="#ctx0" brushRef="#br0" timeOffset="142461.32">21157 8035 117 0,'9'-14'11'0,"-11"11"7"15,2-1-7-15,0 3-7 16,0-1-2-16,0 2 0 15,0 0-2-15,0 0 0 16,0 7 0-16,0 5 5 0,4 2 4 16,3 3 2-16,-2 4-5 15,3 3-3-15,-2 2-1 16,2 0-2-16,-3 2 1 16,1-1-1-16,-4 2 0 15,-2-3 0-15,0 0 0 16,0-1-1-16,0-5-4 0,-4-3-14 15,0-3-8-15,0-5-3 16,0-7-44-16</inkml:trace>
  <inkml:trace contextRef="#ctx0" brushRef="#br0" timeOffset="142836.51">21193 8065 122 0,'0'0'12'0,"0"0"1"16,0 0 5-16,0 0-6 16,0 0-2-16,46-41-5 15,-30 32-4-15,-2 5 1 0,-1 1-2 16,1 3 0-16,-5 0 0 15,0 2 0-15,-2 6 0 16,0 1 1-16,-1 0-1 16,-2 0 2-16,-2 0-2 0,-2 1-2 15,0 0 4-15,0-2-2 16,-7 2 4-16,-5-3 6 16,0 3-4-16,-6 0-1 15,-1 0-5-15,-2 1 1 16,2-1-4-16,2-1-12 15,1-2-1-15,5-3-3 0,5-2-20 16,6-2-36-16</inkml:trace>
  <inkml:trace contextRef="#ctx0" brushRef="#br0" timeOffset="143226.9">21332 8042 170 0,'0'0'0'16,"0"0"5"-16,0 0 3 16,0 0-4-16,42-22-2 0,-29 22-1 15,-2 0-1-15,1 0 0 16,1 0 0-16,0 6 1 16,1 3-1-16,-3 1 0 15,-2-1-1-15,0 4 0 16,-4-1 1-16,-3 1 1 0,0-2-1 15,-2 1 0-15,0-2 0 16,-4-3 0-16,-1-1 1 16,0-2 4-16,-1-3 4 15,3-1 3-15,1 0 0 16,0 0 4-16,0-3-6 16,2-4-1-16,0-4-7 0,0-2 0 15,0-1-1-15,4-3 1 16,2-3-2-16,4 2-2 15,2-2 2-15,3 0 1 16,3 1-1-16,2 2-15 0,-1 3-38 16,-2 3-48-16</inkml:trace>
  <inkml:trace contextRef="#ctx0" brushRef="#br0" timeOffset="143591.25">21684 7994 176 0,'0'0'0'0,"0"0"4"16,0 0-2-16,0 0-1 15,19 38 0-15,-13-32 0 16,-1 0 0-16,3-3 0 0,-3-2 1 16,0-1 0-16,2 0-2 15,-1 0 2-15,1-4 3 16,2-6-4-16,-2-3 0 15,-1-1-1-15,-2 1-12 16,-4 0-23-16,0 1 22 0,0 3 10 16,-10 3 4-16,0 5 6 15,-3 1 16-15,1 0-4 16,-3 10-8-16,2 6-7 16,0 2-3-16,5 3 0 15,0-1 0-15,5 0-1 16,3-3 1-16,0-3 2 15,11-4-2-15,3-1-6 0,2-3-14 16,4-5-28-16,1-1-29 16</inkml:trace>
  <inkml:trace contextRef="#ctx0" brushRef="#br0" timeOffset="144317.71">21980 7998 129 0,'0'0'11'15,"0"0"22"-15,0 0 10 0,0 0-24 16,0 0-15-16,0 0-4 16,-50-8 0-16,35 19 0 15,-3 3 0-15,6 2 2 16,5 1 0-16,1-1-1 16,6-2 0-16,0 0-1 15,6-5-1-15,4-2-1 0,3-3 0 16,3-3 0-16,-1-1 0 15,3 0 3-15,3-9-3 16,-3-3 3-16,1-3 0 16,-1-4-2-16,-4-3 2 15,-5-1-3-15,-2-4 3 0,-4-2 0 16,-3-1-1-16,0-2 1 16,0-2-1-16,-1 0 0 15,-2 2 1-15,-3 1-2 16,3 3 1-16,-1 8 0 15,2 3-1-15,-4 4 1 0,1 6-1 16,2 3 3-16,-3 4-2 16,2 0-1-16,1 2-1 15,-1 11 4-15,0 6-1 16,2 4-1-16,2 5 1 16,0 4-1-16,0-2 1 0,5 1 0 15,4-1 0-15,2-1 0 16,3-5-1-16,-1 0 2 15,1-3 2-15,0-4-4 16,1-1 2-16,-1-4-2 16,-1-3 1-16,0-2-1 0,-2-4 0 15,-1-3 1-15,-1 0 0 16,2 0 2-16,0-7-2 16,-2-5 5-16,2-3-4 15,0 0 0-15,0-2 0 16,-5-1-1-16,1 3-1 15,-3 2 0-15,-1 4 0 16,-2 2 1-16,-1 3 10 0,0 4-1 16,0 0-9-16,0 0-5 15,0 11 5-15,0 1-4 16,0 3 6-16,4 1-1 0,2 0-1 16,3-1 0-16,-1 0 1 15,3-3-4-15,1-2-8 16,0-3-23-16,-1-4-49 15,-1-3-77-15</inkml:trace>
  <inkml:trace contextRef="#ctx0" brushRef="#br0" timeOffset="144474.99">22291 7770 241 0,'0'0'12'0,"0"0"-4"0,0 0-7 0,0 0-12 16,0 0-28-16,0 0-24 16,0 0-8-16</inkml:trace>
  <inkml:trace contextRef="#ctx0" brushRef="#br0" timeOffset="144787.03">22440 7933 87 0,'0'0'33'16,"0"0"18"-16,0 0-13 15,11-40-13-15,-11 33-3 16,-4 0-10-16,-3 4-5 16,-4 2-5-16,3 1-1 15,0 0-1-15,-1 10 3 0,2 4 1 16,0 2-1-16,4 4-2 15,1-1 0-15,2 1 1 16,0-1 1-16,6-5 3 16,7 0-5-16,1-4 0 15,6-5-1-15,-2-3 0 16,8-2-2-16,-1 0-1 0,2-6-23 16,-2-8-9-16,0-3-41 15,-1-4-41-15</inkml:trace>
  <inkml:trace contextRef="#ctx0" brushRef="#br0" timeOffset="144993.69">22708 7686 175 0,'0'0'23'0,"0"0"8"16,0 0 2-16,0 0-27 0,0 0-8 15,0 0 1-15,0 0-2 16,-13 40 5-16,13-15 1 15,0-1-2-15,0 3 0 16,6-1 0-16,-1 0-1 16,4-2 0-16,-4-3-8 15,-1-5-39-15,0-7-46 0</inkml:trace>
  <inkml:trace contextRef="#ctx0" brushRef="#br0" timeOffset="145341.98">22646 7851 222 0,'0'0'3'15,"0"0"1"-15,0 0-4 16,0 0 2-16,0 0-2 16,0 0 4-16,47-30-2 0,-27 24-2 15,0-1 1-15,2 3-1 16,-1 1 1-16,0-1-1 15,-2 2 1-15,-4 2-1 16,-1 0 0-16,-3 0-1 16,-2 7-1-16,-7 2-1 0,-2 5 5 15,0 1 1-15,0 1 5 16,0 2-2-16,-2 0-2 16,-3-4-2-16,4 0 0 15,1-2 1-15,0-4-1 0,0-1 2 16,8-1-3-16,3-5 0 15,2-1 1-15,4 0-5 16,2-4-15-16,-3-10-52 16</inkml:trace>
  <inkml:trace contextRef="#ctx0" brushRef="#br0" timeOffset="145491.1">22909 7680 244 0,'0'0'-6'0,"0"0"21"16,0 0 3-16,0 0-13 0,0 0-5 16,0 0-14-16,0 0-48 15,0 0-4-15</inkml:trace>
  <inkml:trace contextRef="#ctx0" brushRef="#br0" timeOffset="146158.24">22923 7815 150 0,'0'0'1'0,"0"0"0"16,0 0 2-16,0 0 0 16,0 0 1-16,40 23 0 15,-35-12 4-15,3 4-2 16,-1 0-3-16,3 2-2 15,-3 0 0-15,1-1 0 16,-2-5-1-16,0 0 1 0,-2-5-1 16,-2-3 1-16,-1-3 0 15,2 0 0-15,-3 0 5 16,2-7-3-16,-1-6-2 16,3-3-2-16,-1-2-3 0,2-2-7 15,1-1 3-15,0 5 3 16,1-1 4-16,1 4 2 15,1 2 4-15,1 4 4 16,-1 3-4-16,2 2 1 16,0 2-2-16,1 0-2 0,1 0-1 15,1 0 1-15,1 2-2 16,0 0 3-16,3 0-3 16,-2-2 1-16,2 0 1 15,0 0-1-15,1-4 0 16,0-3-1-16,-3-2 0 15,3-2 0-15,-6-1-1 0,-3 1 2 16,-3 0 0-16,-3-1 0 16,-3 3 1-16,-1 1 8 15,-1 1-2-15,-9 3-3 16,-3 1-6-16,-4 3-7 0,-1 0 4 16,-1 7 5-16,-2 6 0 15,0 1-1 1,1 6 2-16,3 1-2 0,3 1 3 15,5-1-1-15,5-1 1 16,4-2 0-16,0-4 3 16,10-2-5-16,10-2 1 0,8-6 1 15,9-1-2-15,12-3 2 16,6 0 0-16,10-6-3 16,2-4-13-16,1-4-65 15</inkml:trace>
  <inkml:trace contextRef="#ctx0" brushRef="#br0" timeOffset="148066.1">21380 8489 35 0,'1'0'6'0,"4"-2"-6"0,-1-4 0 0,0 2-3 15,1 1 1-15,-1 0 2 16,0 2 3-16,-1-2 8 15,-1 3 3-15,3 0-2 16,-1 0-5-16,0 0-3 16,2 0-3-16,2 0 0 0,3 0-1 15,3-3 1-15,1 2-1 16,2-3 2-16,4 1 3 16,0-3 2-16,4 0 8 15,-1 2 1-15,4-3 7 16,-1 1 5-16,3 1-9 15,3-2-9-15,5 0-7 0,6 0-2 16,5-1-1-16,5 2 2 16,3-2-4-16,7-2 2 15,-1 0-1-15,4-1 0 16,2-2 1-16,1-1 0 0,2-3 0 16,2 3 1-16,1-2-2 15,2 0 2-15,0 1-1 16,1 1-1-16,1 2 0 15,0-1-9-15,-6 3 2 16,-3 2 6-16,-2 1 2 0,-2 0 0 16,-5-2 2-1,1 2-2-15,-4 0 1 0,-1-3 0 16,0 0-1-16,-3 2 0 16,-5-2 1-16,-3-2-1 15,-4 2 0-15,-3-1 1 16,-4-2-1-16,-4 2 0 0,-8-1 1 15,-1-3-1-15,-5-1 0 16,-3-1 0-16,-5-3 0 16,2 3 0-16,-6-4-1 15,-1 0 2-15,-2-1-1 16,2 0 1-16,-4 0 0 0,0-2 2 16,1 1-2-16,-1-2-1 15,0 1-1-15,0-2-2 16,0 2-2-16,-3-2 3 15,-4 1 2-15,-1-2 0 16,-2 1 1-16,-3-1 1 0,-3 0 5 16,-1 2 0-16,-2-1 0 15,0 4 0-15,-2 0 4 16,1 2-7-16,1 3-1 16,-2 0-1-16,-3 0-1 15,1 5-1-15,-3-1 1 16,-4 3 1-16,-2 1-2 0,-4 3 1 15,-5 2-1-15,-3 3 1 16,-4 1-2-16,-5 0 0 16,0 0 1-16,-4 0-4 15,-7 0 3-15,-1 1 1 16,-5 2 1-16,-1 0 0 0,-3 1-1 16,-6 0 0-16,6 2 1 15,-5 1 0-15,5 3 0 16,-1-1 0-16,1 1 0 15,0-2-1-15,1 2 2 16,1-1-2-16,-3-1 0 0,3 0 1 16,0 0 0-16,0 0-1 15,3-2 2-15,0 4-1 16,2-3-1-16,-3 1 2 16,3 2-2-16,-2 2 0 0,0 1 0 15,-1 2 0-15,3 0 0 16,1 2-2-16,4-1 4 15,3 0-4-15,5 1 4 16,7-1-2-16,-2-2 0 16,5 2-2-16,1-1 2 15,3 1 2-15,0 1-2 0,3 0-2 16,3 1 2-16,-1 4-1 16,4 2 2-16,2 3-2 15,2 4 1-15,1 6 0 16,2 4 0-16,1 3 0 15,2 2 0-15,2 0 0 16,2 0 0-16,4-2 0 0,5-4 0 16,6-3 1-16,2-5-1 15,8 1 2-15,10-6 1 16,8-3 2-16,8-3-5 0,13-3 2 16,9-6-1-16,11-6 1 15,9-3-2 1,13-3 1-16,9-6-1 0,5-11-29 15,3-7-75-15</inkml:trace>
  <inkml:trace contextRef="#ctx0" brushRef="#br0" timeOffset="148746.95">23200 7091 73 0,'4'0'5'0,"-2"0"23"0,3-6 2 0,-3-1-5 0,4-3 2 0,2-1-9 0,3-3-8 0,3-1-4 16,4-3 4-16,3-2 0 15,3 0-3-15,8-1-4 16,3-6-2-16,7-3-1 16,6-6-1-16,7-7-2 15,7-6-29-15,1-5-43 16</inkml:trace>
  <inkml:trace contextRef="#ctx0" brushRef="#br0" timeOffset="149890.98">22373 8274 66 0,'0'0'23'0,"0"0"2"0,0 0-12 0,0 0-7 16,0 0-1-16,0 0 4 16,0 0 15-16,0 0 1 15,0 0-3-15,0 0-9 16,40-29-6-16,-34 29-6 15,4 0-1-15,3 3 0 0,1 9 0 16,3 3 1-16,4 5 0 16,-3 7 0-16,0 2-1 15,-1 3-3-15,-1 4 2 16,-3-1 3-16,-4 1-5 16,0-1 4-16,-4 1-1 15,1-2 1-15,-3-3 1 0,1 0-1 16,0-5-1-16,0 1 1 15,-2-6 0-15,-1-1-1 16,-1-2 0-16,0-3 0 16,0-2-1-16,0-3-1 15,-3-2 1-15,-1-1 2 16,-3-3-5-16,1 1-43 0,-2-4-32 16</inkml:trace>
  <inkml:trace contextRef="#ctx0" brushRef="#br0" timeOffset="150132.72">22443 8854 125 0,'0'0'33'0,"0"0"-11"0,0 0-16 15,0 0-3-15,0 0 0 16,0 0-2-16,42 0-1 0,-29 2 0 16,0 0-1-16,1 0-6 15,-2-2-27-15,1 0-8 16,1 0-29-16</inkml:trace>
  <inkml:trace contextRef="#ctx0" brushRef="#br0" timeOffset="150281.88">22668 8822 126 0,'0'0'28'0,"0"0"19"16,0 0-6-16,0 0-14 15,0 0-16-15,0 0-9 16,0 0-3-16,31-10-5 0,-26 19-12 16,-1 1-40-1,-4 4-54-15</inkml:trace>
  <inkml:trace contextRef="#ctx0" brushRef="#br0" timeOffset="150658.5">21812 9415 200 0,'0'0'-2'0,"0"0"28"15,0 0 14-15,0 0-23 0,0 0-14 16,0 0-4-16,0 0 1 16,0 0 0-16,14 48 0 15,-3-26 0-15,3 1-1 16,-2 0-5-16,-5-2-14 16,-1-1-17-16,-4 1-29 0,-2-4-42 15</inkml:trace>
  <inkml:trace contextRef="#ctx0" brushRef="#br0" timeOffset="151092.56">21744 9363 128 0,'0'0'6'0,"13"-38"2"16,1 20 0-16,3 3 0 15,3 4-4-15,0 1 1 0,1 4 1 16,-4 5-3-16,2 1-1 16,-1 0 0-16,-4 4 1 15,-1 9 0-15,-1 1-3 16,-5 5 1-16,-1 2-3 0,-4 4 3 16,-2-2-5-16,0 4-4 15,-6-4 5-15,-5 1-13 16,-4-3 13-16,0-5 2 15,-2 0 0-15,2-5 1 16,0-4 1-16,3-1 0 16,3-5 0-16,3 1-1 0,4-2 12 15,0 0 13-15,2 0 1 16,0 0-11-16,6 0-10 16,6 0-1-16,1 0 0 15,4 0 0-15,1 0-2 16,4 1 0-16,2 5-2 0,-4 2 0 15,5 2 0-15,0-1-5 16,-2-2-37-16,-3-4-50 16</inkml:trace>
  <inkml:trace contextRef="#ctx0" brushRef="#br0" timeOffset="151441.17">22143 9534 228 0,'0'0'-9'0,"0"0"-12"0,0 0 19 0,0 0-3 15,0 0 10-15,43-9-5 16,-32 2-4-16,0-1 7 16,2-4-2-16,0 1 5 15,-2-5 3-15,-1 0-7 16,-1-1 1-16,-5 1-2 0,-2 1 0 15,-2 3 2-15,0 4-2 16,-9 3 2-16,-4 5 16 16,-3 0-5-16,-2 4-7 15,3 9-2-15,-1 3-4 16,3 3 0-16,3 4 1 0,2-2-2 16,7-2 0-16,1-1 0 15,0-1-2-15,10-5-2 16,7 0-20-16,2-7-22 15,5-4-24-15</inkml:trace>
  <inkml:trace contextRef="#ctx0" brushRef="#br0" timeOffset="151966.35">22499 9378 213 0,'0'0'28'0,"0"0"-20"16,0 0 5-16,0 0-7 15,0 0-7-15,-42-25-10 16,27 33 3-16,-1 3 1 16,1 6 5-16,1 2 3 15,1 1 0-15,6-1 0 16,4 1 0-16,3-3-1 0,0-3-16 16,2-4-28-16,7-4 0 15,5-5 16-15,0-1 16 16,0-5 5-16,3-10 7 15,0 1 2-15,-1-4 3 16,1-2 8-16,-6 1 10 0,-3 5-1 16,-1-1 1-16,-5 6-1 15,-1 2 1-15,-1 3 1 16,0 4-6-16,0 0-13 16,0 0-7-16,2 4-4 15,0 6 14-15,1 4-8 0,3 4 3 16,-2 4-1-16,3 3-1 15,0 0-1-15,2 4 1 16,-3 1-1-16,-1 0 0 16,-1-2 0-16,-3-2-7 15,0-2 11-15,-1-6-3 0,0-6 0 16,-1 1-3-16,-7-5 1 16,0-1 1-16,-5-3 1 15,0 0 0-15,-2-2 0 16,0-2 0-16,-3 0 0 15,3 0-5-15,1-9-29 0,1-3-55 16,4-1-58 0</inkml:trace>
  <inkml:trace contextRef="#ctx0" brushRef="#br0" timeOffset="152309.09">22626 9302 157 0,'0'0'2'0,"40"-17"2"0,-20 13 4 0,-4 4 3 0,0 0-3 16,-1 6 0-16,-3 6-4 16,0 3-3-16,-6 0-1 15,1 1-4-15,-3 2-17 16,-3-5 14-16,-1 0 4 0,0-3 2 15,-1-5 1-15,-5-1 6 16,-2-4 3-16,0 0 7 16,1-4 11-16,-1-5 2 15,2-4-13-15,3-4-6 16,-1-3-8-16,4 0-1 0,0-4 6 16,0 1-7-16,5 2-11 15,5 1 0-15,1 1-16 16,0 2-35-16,1 5-29 15</inkml:trace>
  <inkml:trace contextRef="#ctx0" brushRef="#br0" timeOffset="152617.06">22851 9289 142 0,'0'0'3'0,"0"0"-2"16,0 0 0-16,0 0-1 15,35 18-6-15,-28-18-6 16,-2 0 3-16,0-8 5 16,-1-1 4-16,-3-3 3 15,-1-2 6-15,0 0 9 0,0-1-2 16,0 4-3-16,0 1-10 16,-5 6-1-16,-3 4 6 15,-2 0-3-15,1 9 0 16,0 7-4-16,-2 6 3 15,4 0-2-15,2 3-1 0,3-3-1 16,2 0 0-16,0-4 0 16,3-2-2-16,6-5-40 15,4-5-25-15</inkml:trace>
  <inkml:trace contextRef="#ctx0" brushRef="#br0" timeOffset="152971.97">23122 9140 133 0,'0'0'3'0,"0"0"7"16,0 0-4-16,-38-4-5 16,20 11 5-16,2 3 2 15,1 4 1-15,1 0-3 16,3 2-3-16,4-2-1 15,3 2 0-15,3-3-1 0,1 2 1 16,3-5 1-16,7-1 0 16,5-5-1-16,2 1-1 15,0-3-1-15,3 0 1 16,-3-1 0-16,-1 1 0 16,-3 0-2-16,-6 0-2 0,-1-1-4 15,-3 3 4 1,-3-1 1-16,0 1 4 0,-5 1 8 15,-4 2-8-15,-4 0-1 16,-3 3-12-16,-2-2-49 0,-1 0-63 16</inkml:trace>
  <inkml:trace contextRef="#ctx0" brushRef="#br0" timeOffset="153560.46">23295 9061 149 0,'0'0'2'0,"0"0"15"16,0 0 10-16,0 0-22 15,0 0-4-15,-44-10 3 16,32 17-1-16,0 4 1 15,1 5-2-15,4-2 0 16,-2 2-1-16,6-1 0 0,3 0 2 16,0 0-2-16,0-3 2 15,6-1 0-15,5-1 0 16,1 0-3-16,2-2 4 16,0 2-3-16,0-1 0 15,-1 1 0-15,-3 1-1 0,-2-1-1 16,-4 3 1-16,-2-3 0 15,-2 0-2-15,-3-2 1 16,-6-2 1-16,-2 1 0 16,-1-3 0-16,0-2 1 15,2-2-1-15,2 0 1 0,4-6 0 16,0-7-3-16,4-2-11 16,0-5-1-16,11-3 1 15,0-1-6-15,4 1-12 16,0 3 15-16,2 3 15 15,0 6 5-15,-1 2 12 0,-2 6 4 16,2 3-2-16,-1 0-5 16,-1 3-3-16,-1 7-1 15,1 3-2-15,-3 3-6 16,-4-1 4-16,0 1-4 16,-1-2 2-16,0 0-4 0,-3-2 2 15,1-4-1-15,-1-1-16 16,2-5-29-16,-2-2-26 15</inkml:trace>
  <inkml:trace contextRef="#ctx0" brushRef="#br0" timeOffset="153711.59">23437 9001 254 0,'0'0'2'0,"0"0"-4"0,0 0-44 0,0 0-48 0,0 0-18 0</inkml:trace>
  <inkml:trace contextRef="#ctx0" brushRef="#br0" timeOffset="154438.24">23641 9119 199 0,'0'0'0'0,"0"0"0"16,0 0 2-16,0 0 7 16,0 0-4-16,0 0-3 15,-38-8 4-15,30 16-1 16,-2 2-4-16,2 1 1 0,1 2-2 15,3 3 0-15,0-2 0 16,2 0 0-16,2 0-6 16,0-3-7-16,0-2-1 15,6-2 2-15,1-3-1 16,-2-2 3-16,0-2 9 16,0 0 1-16,0 0 1 0,0-4 4 15,1-1 10-15,0-3-13 16,0-1-1-16,0-2 0 15,0-1-2-15,2 0 1 16,-4 1 0-16,1-1 1 16,1 1 1-16,-2 1 9 0,0 0 2 15,3 3-2-15,-1-2-3 16,0 4-4-16,-1 2-3 16,3-1-1-16,-1 2 0 15,0 2 0-15,0 0-1 16,1 2 1-16,1 5 0 15,-1 2 2-15,0 3-2 0,-3 1-3 16,-1 1-17-16,-1-1 11 16,-1 0-5-16,-2-2 8 15,0-4 4-15,-2 0 1 0,-3-4 1 16,0-3 4-16,0 0-1 16,2 0 9-16,0-3-2 15,2-7-3-15,1 0 0 16,0-5 5-16,1-2-5 15,10-1 1-15,3-3-3 0,-1 3-7 16,2 1 5 0,0 1 0-16,1 6 4 0,1 5 3 15,1 4-4-15,-3 1 1 16,2 2-2-16,-1 10-1 16,-2 7-3-16,-4 7-2 15,-5 3-9-15,-5 4-17 0,0 1-10 16,-8 0-36-16,-12 3-43 15</inkml:trace>
  <inkml:trace contextRef="#ctx0" brushRef="#br0" timeOffset="155298.01">22454 9832 87 0,'0'0'5'0,"0"0"31"0,-43 4 1 0,36-4-10 16,2 0-3-16,3 0-9 16,2 0-2-16,0-3-12 0,0 1-3 15,6-1 3-15,4 1 0 16,3 1 1-16,5-1-2 16,7 1 1-16,7-2-1 15,7 2-1-15,6-2-3 16,7-1 5-16,6-1 0 0,4-2-1 15,3-2 2-15,6 0-1 16,3-5-2-16,5-2 4 16,8-4-2-16,7-1 0 15,6-5-1-15,1 2 1 16,1-3-5-16,2 4-17 0,-9-4-5 16,-7 1-2-16,-6-2 3 15,-7-1 21-15,-8-2 4 16,-7-4 1-16,-6 0 0 15,-5-4 1-15,-9-2-2 16,-7 0 0-16,-11-4 0 0,-7-1-4 16,-13-1-3-16,-2-1 7 15,-11 1 6-15,-10 2 16 16,-12-1 18-16,-6 5-9 16,-7 4-10-16,-7 4-14 15,-5 4-2-15,-6 3-3 0,-3 5 0 16,-5 2-1-16,-4 4 2 15,-1 4-1-15,-4 3-1 16,-3 4-1-16,-1 4 0 16,-2 0 0-16,-5 0-1 15,-5 4-2-15,-4 9-3 16,-3 5 2-16,-7 2 1 0,-1 4 1 16,-1 4 2-16,-1 3 2 15,3 1-2-15,1 7 8 16,7 5 1-16,6 4-2 15,6 6-4-15,13 3 1 16,9 8-1-16,15 3 1 16,11 3-3-16,13-2 0 0,12 3 1 15,13-7-2-15,5-3 2 16,13-6-3-16,17-10 0 16,17-7-8-16,17-10-7 15,13-11-7-15,18-15-27 16,13-7-69-16</inkml:trace>
  <inkml:trace contextRef="#ctx0" brushRef="#br0" timeOffset="159687.85">16177 11067 58 0,'-6'-7'6'0,"4"-1"7"0,1-1-8 0,0 2-5 0,1 2-3 16,-1 0-9-16,1 4-30 15</inkml:trace>
  <inkml:trace contextRef="#ctx0" brushRef="#br0" timeOffset="161903.2">16573 11073 63 0,'-4'2'12'0,"1"-2"23"0,-1 0-3 16,0 0 4-16,1 0-5 0,1 0-14 16,0-2-4-16,-1-2-4 15,0 1-1-15,2-1-6 16,1 0 1-16,0 0-5 15,0 1 5-15,0-2-7 16,0 1 3-16,4 0 5 0,4 1-4 16,0 0 1-16,1 2-1 15,2 1 0-15,0 0 0 16,1 1-3-16,1 8-1 16,-4 1 0-16,0 4-2 15,0 0 0-15,-3 4 5 16,-1 0-1-16,-3 3-2 0,-2-3 3 15,0 3-2-15,0-3 0 16,-2-3 2-16,-2-1 1 16,0-5 1-16,3-2-1 15,-1-3 1-15,2-4 0 16,0 0 0-16,0 0-1 16,0 0-1-16,2-4 1 0,3-4 5 15,3-1 1-15,-1-1-4 16,3 0 1-16,0 0-1 15,-2 2 0-15,3-1-1 16,-1 2-1-16,1 1 0 0,1 1 0 16,-3 0 0-16,0 3 0 15,0 0-4-15,-2 2-13 16,-2 0-24-16,0 0-28 16,-4 2-23-16</inkml:trace>
  <inkml:trace contextRef="#ctx0" brushRef="#br0" timeOffset="162305.6">16837 11005 21 0,'0'0'38'0,"0"0"-6"0,0 0-7 0,0 0-9 0,0 0-13 16,0 0-2-16,-9 41 0 15,9-27 0-15,5-1 0 16,3-1 0-16,-3-4 0 16,4-2 3-16,2 0 1 15,-4-3 5-15,3-3-2 0,0 0-1 16,-3 0-2-16,1 0-1 15,-3-1-1-15,2-7 1 16,-5 2 3-16,0-4 0 16,-2 2 6-16,0-3 6 15,-4 0-8-15,-6-1-6 0,0-1 3 16,-1 0-3-16,-2 2-3 16,3 3-3-16,-1 3-1 15,2 5-11-15,0 0-25 16,0 8-59-16</inkml:trace>
  <inkml:trace contextRef="#ctx0" brushRef="#br0" timeOffset="163833.51">17829 10836 72 0,'-6'0'9'0,"1"3"13"0,3-3-4 0,-4 1-5 16,3-1-1-16,1 0 7 16,2 0-8-16,-1 0 1 15,1 0-1-15,0-1-6 16,0-5 0-16,2-1-4 16,6 0 0-16,-2 0-1 0,3 1 0 15,0 2 0-15,2 0 1 16,0 2-1-16,2 2 0 15,-1 0 0-15,1 0-1 16,1 0 1-16,-5 5-7 16,0 2-2-16,0 6-3 0,-6-1 2 15,0 4 3-15,-3-1 3 16,0 1 3-16,0 1 2 16,-6-2 0-16,-5 1 1 15,0 0-2-15,2-2 2 16,-3-1 1-16,4-3 0 15,3-2 0-15,-1-3 3 0,4-3 0 16,2-1 4-16,0-1-2 16,0 0-3-16,2-5 2 15,6 0 2-15,-1-4-2 16,2-1-3-16,2 3-1 16,-2 0-1-16,1-1-2 0,0 2 1 15,1 1-1-15,-3 0 0 16,3 1-1-16,-1 2-10 15,-2 2-20-15,1-1-33 16</inkml:trace>
  <inkml:trace contextRef="#ctx0" brushRef="#br0" timeOffset="164235.59">18084 10721 56 0,'0'0'58'0,"0"0"-42"0,0 0 12 0,0 0-24 16,0 0-3-16,0 0 1 15,10 41 3-15,-4-17-2 16,1 6-1-16,3 4-2 16,0 7 0-16,-2 3-1 15,-4-1-28-15</inkml:trace>
  <inkml:trace contextRef="#ctx0" brushRef="#br0" timeOffset="166321.34">16797 10840 52 0,'-9'0'8'0,"4"0"9"0,-3 0-3 0,3 0-3 16,-2-2-1-16,3 0-2 16,1-2 0-16,-3 1-2 15,3 2 1-15,1-1 1 0,-2 1 0 16,0-1-3-16,2 1 1 15,-1 0 1-15,2-1-3 16,-1 1 0-16,0-1-2 16,-2 0 0-16,0 0-2 15,1-2 1-15,-3 1-1 0,1 0 1 16,-4 0-1-16,3 0 0 16,-3-1 0-16,2 0 1 15,-5-2-1-15,2 3 0 16,-2-1 0-16,0 0 0 15,2-2 1-15,-2 3 0 16,-1-1 3-16,1 4-2 0,-1-1-1 16,1 1-1-16,-3 0 0 15,2 0-1-15,0 4 1 16,0 4 0-16,1 1 0 16,1 2 0-16,-2 1 0 15,1 1 0-15,1 2 0 16,-2 6 0-16,0-1 0 0,1 4 0 15,-1-1 1-15,4 4-2 16,0-3 2-16,-2 2-1 16,6-1 0-16,-1 2 1 15,4-1-1-15,1 0 0 16,1 2 0-16,0 0 0 0,2 4 0 16,7-1 0-16,1-2 0 15,0 3 0-15,4-4 0 16,0-1 0-16,-1-5 0 15,5-1-2-15,-1-1 2 16,2-4 0-16,3-2 0 16,3-2-2-16,-2 1 2 0,7-2 0 15,-1-1 0-15,2-2 0 16,3-3-1-16,2-1-1 16,-3-4 0-16,1 0 1 15,-2-9 2-15,1-6 0 0,-2-6 2 16,-1 0-3-16,-1-6 5 15,-2-4-5-15,-1-3 3 16,0-1-2-16,-7-3 1 16,-3 1 4-16,-4-3-1 15,-5 2 2-15,-5-2 0 0,-2-2-4 16,-4-1 1-16,-7 0-2 16,-5 3-1-16,-2 1 0 15,-2 3-1-15,-4 5 0 16,3 8-4-16,1 9-18 15,0 7-16-15,1 4-21 0</inkml:trace>
  <inkml:trace contextRef="#ctx0" brushRef="#br0" timeOffset="167133.01">17779 10680 73 0,'-11'-4'-4'0,"0"-1"10"0,-2 1 3 0,0-3-6 15,1 0 2-15,-3-2 5 16,2-2 2-16,-5 1 7 15,2-3-7-15,2 0 5 16,0 2-1-16,0 3-9 16,1 5-5-16,-1 3 0 0,1 0-1 15,-2 8-1-15,1 8 0 16,0 4 0-16,1 5 0 16,1 5 0-16,3 3 0 15,1 6 1-15,6 0-2 16,2 2 2-16,0 5-1 0,7-2 0 15,6-2 0-15,0-3 0 16,5-2-1-16,-1-5 1 16,2-2 0-16,5-6-1 15,-2-1 1-15,4-2 0 16,6-1 0-16,-2-3-1 0,7 0 1 16,-1-5 1-16,3-3-2 15,0-2 0-15,-1-7 0 16,1 0 2-16,-2-7-3 15,-1-8 3-15,-2-5 1 16,1-4-2-16,-5-3 0 0,-3-1 1 16,-3-4-2-16,-5 0 1 15,-4-3 1-15,-7 0 2 16,-4-5 3-16,-4 0 2 16,0 1 5-16,-6-4 3 15,-7 3-2-15,-5 0-7 16,-3 1 5-16,0-1-2 0,-2 0-4 15,-2 6-2-15,-2 3-2 16,-1 5 0-16,0 5 0 16,0 8-3-16,-1 10-2 15,-6 3-7-15,2 13-20 16,-2 7-36-16,-4 5-37 0</inkml:trace>
  <inkml:trace contextRef="#ctx0" brushRef="#br0" timeOffset="168785.28">18580 10624 15 0,'-5'-1'5'0,"-1"-2"20"0,1 0-9 0,1-1-6 15,-1 1 2-15,0 0 4 16,1-1 2-16,0 1-2 15,0 2-3-15,2-2-4 16,0 3-4-16,1 0-3 0,1 0-1 16,0 0-1-16,0 0-1 15,0 0 0-15,0 3 0 16,0 3 1-16,2 2-1 16,3 4 1-16,1 0 1 15,2 4-2-15,1-1 2 16,1 3-1-16,4 0 0 0,-1-1 0 15,3 0 0-15,-2-1-1 16,3-1 1-16,-1-2 0 16,4 1-1-16,-2-2 1 15,4-2 2-15,0-2-1 16,3-3 0-16,0 0 0 0,3-3 1 16,0-2 0-16,-1 0-1 15,0 0 1-15,-1-2-2 16,-6-4 0-16,0 2 1 15,-4-3-1-15,-3 3 1 16,-2-3 0-16,-3 3 5 0,0-1 0 16,-5 2 1-1,0-1-1-15,-1 1-3 0,-1 0-1 16,1 2 0-16,-2 0-2 16,0 1-7-16,0 0-44 0,-3 0-42 15</inkml:trace>
  <inkml:trace contextRef="#ctx0" brushRef="#br0" timeOffset="169004.53">19034 10673 99 0,'0'0'10'0,"0"0"-8"0,0 0 4 0,26 48-2 15,-17-25-4-15,-6 2-1 16,-1 2-22-16</inkml:trace>
  <inkml:trace contextRef="#ctx0" brushRef="#br0" timeOffset="169737.98">19307 10697 112 0,'0'0'18'0,"0"0"-1"0,0 0 2 16,0 0-1-16,0 0-7 16,0 0-6-16,0 0-3 15,0 0 4-15,4 47-3 0,2-22-1 16,0 5-2-16,2 1 1 15,-3 5-2-15,1-1 1 16,-4 1-2-16,-2-5-35 16,0-2 22-16,0-5-28 15,0-9-27-15</inkml:trace>
  <inkml:trace contextRef="#ctx0" brushRef="#br0" timeOffset="170070.29">19300 10708 122 0,'0'0'2'16,"0"0"0"-16,0 0-1 16,0 0-1-16,38-32 1 15,-27 29-1-15,1 3 0 0,0 0-2 16,-3 0 2-16,1 0 1 15,-1 5 1-15,1 1 2 16,-2 3-3-16,0 1 1 16,-4 2-1-16,0 1 1 15,-1 3 0-15,-3-2-1 0,0 3 2 16,-2 0-2-16,-5-1 1 16,-1-2 2-16,-2-1-1 15,2-2 0-15,-1 1-3 16,0-3-1-16,0-2-18 15,2-5-56-15</inkml:trace>
  <inkml:trace contextRef="#ctx0" brushRef="#br0" timeOffset="170443.17">19503 10718 100 0,'0'0'3'16,"0"0"1"-16,0 0 1 16,0 0-2-16,0 0 1 0,0 0 2 15,0 0-1-15,39-10 4 16,-31 13-1-16,-2 4-5 16,3 1-1-16,-1 3-2 15,0 3 1-15,-1 0 0 16,-1 2-1-16,-2-1-1 0,2-3-3 15,-6 2 2-15,0-6 1 16,0 1 1-16,0-5 1 16,0 0 2-16,-3-1 2 15,0-3 0-15,2 0-3 16,1 0 1-16,0-7-7 16,0-6-2-16,0-1 1 0,4-3 1 15,3-4 0-15,2 0 2 16,1-1-8-16,4 0-20 15,0 3-1-15</inkml:trace>
  <inkml:trace contextRef="#ctx0" brushRef="#br0" timeOffset="170628.7">19749 10640 58 0,'0'0'16'0,"0"0"2"15,0 0 2-15,16 38-12 0,-10-22-4 16,-2 0-2-16,1-2-1 15,0 0 0-15,-2-1-1 16,0-2 1-16,0-2-1 16,1-4 1-16,-3 0-1 15,2-4-1-15,0-1-25 0,-2-3-73 16</inkml:trace>
  <inkml:trace contextRef="#ctx0" brushRef="#br0" timeOffset="170757.3">19776 10501 163 0,'0'0'13'0,"0"0"-5"15,0 0-8-15,0 0-19 16,0 0-52-16</inkml:trace>
  <inkml:trace contextRef="#ctx0" brushRef="#br0" timeOffset="171068.72">19980 10590 205 0,'0'0'-3'0,"0"0"6"16,0 0-2-16,0 0-5 16,0 0 0-16,-30 40 2 15,24-20 2-15,2 1 0 16,0-1 0-16,4-1 0 16,0-4 0-16,0 1 2 0,7-5-2 15,1-2-2-15,2-2 1 16,0-4-5-16,1-3-34 15,-1 0-53-15</inkml:trace>
  <inkml:trace contextRef="#ctx0" brushRef="#br0" timeOffset="171402.15">20065 10701 128 0,'0'0'2'0,"0"0"0"16,0 0-4-16,0 0 1 16,0 0-4-16,0 0-2 15,0 0 1-15,0 0 4 16,14 12 3-16,-7-18 1 16,-4-3 1-16,4-2 6 0,-3 2-3 15,-2-2-3-15,-2 0-1 16,0 2-1-16,0 1 0 15,-6 2 1-15,-2 6 4 16,0 0 4-16,1 4-7 0,-3 9-2 16,4 4 0-16,-1 3-1 15,4 3 0-15,3-3-1 16,0 1-3-16,0-3-13 16,6-5-13-16,4-1-24 15</inkml:trace>
  <inkml:trace contextRef="#ctx0" brushRef="#br0" timeOffset="172122.47">20431 10633 60 0,'0'0'6'0,"0"0"-11"0,0 0-4 0,0 0-3 15,0 0-7-15,0 0-2 16</inkml:trace>
  <inkml:trace contextRef="#ctx0" brushRef="#br0" timeOffset="172538.08">20431 10633 1 0,'0'0'22'16,"0"0"-3"-16,0 0-3 15,0 0 2-15,0 0 1 16,13-21-2-16,-11 21-5 15,1 0-3-15,1 0-3 16,0-5 0-16,-2-2 8 16,-1-1 6-16,-1-2-1 0,0 0-9 15,0 0-6-15,0 3-3 16,-1 1 2-16,-7 3 4 16,1 3 8-16,-1 0-5 15,0 0-4-15,-2 9-4 16,3 5-2-16,1 2 0 15,1 4-1-15,0-1 1 0,3-2-1 16,1-1 1-16,1-2-1 16,0-4 0-16,0-4-1 15,6 0 0-15,2-5-2 16,1-1-2-16,0 0 5 0,1 0 0 16,-2 0 0-16,-1 0 4 15,-3 0-3-15,0 0 1 16,-4 0-2-16,0 10 4 15,0 3 1-15,-4 1 1 16,0 6-3-16,-1-2-1 0,1 0 0 16,1-3-1-16,3-2 0 15,0-3 0-15,2-2-1 16,7 1 0-16,2-4-1 16,1 1-4-16,-2-1-26 15,0-3-29-15</inkml:trace>
  <inkml:trace contextRef="#ctx0" brushRef="#br0" timeOffset="172730.6">20575 10742 170 0,'0'0'4'0,"0"0"-2"0,0 0-3 15,0 0 2-15,0 0 1 16,0 0-1-16,44 8-1 15,-33-4 0-15,2-3 0 0,-1 2-7 16,-1-3-23-16,-3 0-13 16,0 0-23-16</inkml:trace>
  <inkml:trace contextRef="#ctx0" brushRef="#br0" timeOffset="172890.18">20686 10707 122 0,'0'0'25'0,"0"0"28"16,0 0-15-16,0 0-12 15,-34-17-19-15,25 28-4 16,2 8-2-16,-1 3-2 16,3 4 1-16,1 2-2 15,3-3-4-15,1 0-15 16,0-4-22-16,0-5-23 0,3-3-41 16</inkml:trace>
  <inkml:trace contextRef="#ctx0" brushRef="#br0" timeOffset="173123.89">20788 10705 268 0,'0'0'-4'0,"0"0"5"16,0 0-4-16,0 0-6 0,0 0-7 15,0 0 22-15,3 53 1 16,-3-24-3-16,0 2-1 15,0 1-2-15,0-2-1 16,0 1 0-16,4-5 0 16,3 1 0-16,-4-4-9 0,1-8-29 15,2-5-169-15,-3-8 222 16</inkml:trace>
  <inkml:trace contextRef="#ctx0" brushRef="#br0" timeOffset="173352.51">20831 10819 60 0,'0'0'27'15,"-3"-64"12"-15,3 35-2 16,0 6-10-16,0 3-6 16,5 4-9-16,4 2-9 15,-2 4-3-15,2 1 1 16,0 5-1-16,-1 4-1 16,-1 0-1-16,-5 4-5 15,0 9 6-15,-2 4 9 0,0 3-6 16,0 4-1-16,-8-2-1 15,-1 2-2-15,-3-5-13 16,2-1-6-16,0-5 5 0,4-6-20 16,1-6-39-16</inkml:trace>
  <inkml:trace contextRef="#ctx0" brushRef="#br0" timeOffset="173637.65">20944 10721 147 0,'0'0'3'16,"0"0"9"-16,0 0-2 16,38-20-6-16,-28 15-3 15,-1-4 0-15,-1 3 0 0,-4-2-1 16,1-1 1 0,-2 2-1-16,-3 0 3 0,0 0 5 15,0 3 11-15,-3 2-2 16,-5 2-4-16,-3 4-1 15,0 10-11-15,0 4 0 0,3 2-1 16,-1 1 1-16,6 0-1 16,3-1 0-16,0-4-1 15,10-3-1-15,5-4-5 16,1-4-21-16,2-5-38 16</inkml:trace>
  <inkml:trace contextRef="#ctx0" brushRef="#br0" timeOffset="174042.35">21236 10624 264 0,'0'0'14'0,"0"0"-7"0,0 0-3 16,0 0-11-16,0 0-3 16,0 0 13-16,0 0-1 15,-16 54 1-15,12-32-1 16,3-1-2-16,1-4 1 0,0-3-1 15,0-3-1-15,9-5-2 16,3-2-7-16,1-4-10 16,1-2 5-16,1-11-11 15,3-1-12-15,-5-6-4 16,-2-3 21-16,1-2 16 0,-3-4 6 16,-3-2 3-1,0-3 4-15,-2 1 0 0,-1 5 7 16,-2 4 7-16,-1 7 8 15,0 5 8-15,0 8-1 16,0 4-17-16,0 0-11 16,0 11-6-16,-2 7-1 15,0 7 0-15,2 5-2 0,0 1 2 16,0 0-2-16,0-1-4 16,0-3-7-16,3-3-16 15,-2-5-36-15,-1-5-34 16</inkml:trace>
  <inkml:trace contextRef="#ctx0" brushRef="#br0" timeOffset="174377.8">21381 10643 224 0,'0'0'4'0,"0"0"2"16,0 0-8-16,0 0 1 0,40-43 1 15,-27 35-3-15,1 1-14 16,-1 2-1-16,0 3 14 15,1 0 3-15,-3 2 1 16,-1 0 1-16,0 4-2 16,-6 6-2-16,-1 3 5 0,-1 1 7 15,-2-1-1-15,0 3-3 16,0-4-1-16,2-1 0 16,0-4 0-16,2-3-2 15,4-3-1-15,1-1-4 16,0 0 9-16,3-5 3 0,0-4-5 15,-3-5 3-15,1-6 2 16,-4 0 4-16,-2-5 3 16,-3-3-4-16,-1-3-11 15,0-2-11-15,-9-3-46 16,-7 0-170-16</inkml:trace>
  <inkml:trace contextRef="#ctx0" brushRef="#br0" timeOffset="174910.83">19528 8722 48 0,'0'0'2'0,"0"0"-11"0,0 0-32 0</inkml:trace>
  <inkml:trace contextRef="#ctx0" brushRef="#br0" timeOffset="175600.88">19447 8585 133 0,'0'0'5'16,"0"0"1"-16,0 0 2 0,0 0 5 16,0 0-7-16,47-42-4 15,-31 34-1-15,1-1-2 16,4 0 2-16,1-1 0 16,1-2-2-16,4 2 2 15,-1 2 0-15,-2 3-2 16,-1 3 2-16,-3 2-1 15,-4 2-1-15,-5 13 1 0,-4 6 2 16,2 6 0-16,-6 9-1 16,-1 3 1-16,-1 7-1 15,0 2 0-15,-1 2-1 16,1 3 0-16,-1-2 1 0,0 1-1 16,0-5 0-16,0 1 0 15,0-2-1-15,0-3 2 16,-1-4-1-16,-3 0 0 15,1-5 0-15,-3-2 0 16,2 1 1-16,0-2-1 0,-1 5 0 16,0 2 0-16,2 3 0 15,-3 3 0-15,-1 0 1 16,2 2-2-16,-1-2 1 16,1 0 0-16,-1-1-1 15,0-3 2-15,0-1-1 0,3-6 0 16,1-4 0-16,2-6 0 15,0-4 0-15,0-1 0 16,0-2 1-16,0-2-1 16,2 5 0-16,-1 0 0 15,-1 1 1-15,0 4-1 0,0-1 0 16,-2 1 0-16,-3 0 0 16,-2 0 0-16,-2-2 0 15,-2-1 0-15,-4-1 1 16,-9-2-1-16,-4-2 1 15,-9 0 0-15,-7-1-1 0,-7-2-1 16,-9-4 2-16,-10-1-2 16,-5-8-28-16</inkml:trace>
  <inkml:trace contextRef="#ctx0" brushRef="#br0" timeOffset="179030.68">18098 15679 122 0,'-3'0'4'0,"-1"0"10"16,0 0 3-16,1-1-6 0,0-2-3 15,1 0 1-15,0-3-3 16,2 2 1-16,0-1 1 16,0-1-2-16,0-3-4 0,3 1-2 15,8-1 1-15,-4 0 0 16,3 1-2-16,1 0 2 16,1-1-1-16,1 5 0 15,-2-2 1-15,1 3-1 16,0 3 1-16,2 0-1 15,-2 0 0-15,2 3 0 0,-2 7 0 16,2 3-1-16,-1-1 0 16,-6 4 1-16,4 0 0 15,-2-2 0-15,-2 0 1 16,1-4-1-16,2 2 0 16,-2-6 1-16,2-1-2 0,3-5 2 15,0 0-2-15,2 0 1 16,0 0 0-16,2-8 0 15,1-4 1-15,0 2-1 16,-3-4 0-16,1 0 0 0,0-3 0 16,2-1 0-16,-3 0 0 15,-1 0 0-15,1-1 1 16,-3 1-1-16,-1-1-1 16,-2 4 0-16,0 1-5 15,-4 2 3-15,-2 4 1 16,0 2 2-16,-3 2 2 15,0 1-2-15,0 3 0 0,0 0-3 16,0 0 3-16,0 4-2 16,0 6 2-16,0 2-1 15,0 4 1-15,4 0 1 16,-1 1-1-16,2 5 0 0,4 1 1 16,1 5-1-16,-1 0 0 15,2 3 0-15,0 5 0 16,0-2 0-16,-3 1 0 15,-2 1 0-15,0-2 0 16,-1-3 0-16,-5-4 0 0,0-3 1 16,0-1-1-16,0-5 0 15,-8-1 0-15,-3-1 1 16,-8 1-1-16,-3-3 0 16,-4 1 2-16,-4-4-2 15,-2 0 1-15,-1-2-1 16,-1-3 1-16,1-5 3 0,1-1 6 15,1 0 2-15,3 0-1 16,3-8 6-16,3-4-6 16,4-1-2-16,5-2-2 15,5-2-4-15,6-2-4 16,2 0-3-16,2 0-3 0,12 0-14 16,1-2-37-16,4 0-71 15</inkml:trace>
  <inkml:trace contextRef="#ctx0" brushRef="#br0" timeOffset="179549.63">18938 15640 76 0,'10'0'18'0,"2"0"-17"0,-1-2 3 0,0 0-2 16,1 0 6-16,-1 0 2 15,0 2 1-15,-2-1 3 16,1-1 1-16,1 1 2 16,3 0-5-16,0-1-5 0,6-1-1 15,-1-1-3 1,2 1-2-16,1 0 0 0,1-1-1 16,-2 1 0-16,0 2-2 15,-4-2-16-15,-4 0-29 16,-1 0-25-16</inkml:trace>
  <inkml:trace contextRef="#ctx0" brushRef="#br0" timeOffset="179765.49">19084 15784 186 0,'0'0'2'0,"0"0"-10"16,0 0 11-16,44 0 0 0,-20-5-1 16,3-1-1-16,2-1 0 15,3 1 0-15,3 0-1 16,0-1-4-16,-1-1-56 16</inkml:trace>
  <inkml:trace contextRef="#ctx0" brushRef="#br0" timeOffset="182133.18">19686 15479 72 0,'0'0'-20'0,"0"0"-5"0</inkml:trace>
  <inkml:trace contextRef="#ctx0" brushRef="#br0" timeOffset="182817.7">19731 15443 73 0,'0'0'60'16,"0"0"-40"-16,0 0 1 15,0 0-19-15,0 0-2 16,0 0-1-16,0 0 2 16,0 0-1-16,0 0 0 0,-23 39 1 15,19-31 0-15,0 4 0 16,0-1 0-16,3 0 1 15,1 1-1-15,0-2-1 16,0 1 0-16,0-4 0 16,0 2 0-16,2-4 0 15,1-1 0-15,1-2 0 0,-1 1 1 16,-1-3 1-16,2 0 0 16,-1 0 1-16,1 0-2 15,-1 0 2-15,1 0-2 16,-2 0 1-16,1-3-2 15,-1 0 0-15,0-1 0 0,2 0 0 16,-2 0-2-16,1-1-2 16,0 2-1-16,0-1-4 15,0 1-8-15,-1 1 4 16,-2-1 12-16,2 1 2 0,-2-1 0 16,0 2 3-16,0-1 3 15,0 0-6-15,1 2-1 16,1-2-8-16,0-1-28 15,0 0-48-15</inkml:trace>
  <inkml:trace contextRef="#ctx0" brushRef="#br0" timeOffset="183820.39">19733 15443 21 0,'-2'-1'10'0,"0"-2"25"0,0 2-11 0,-1-1-6 0,2 2-9 16,1 0-5-16,0 0-5 15,0 0-17-15,0 0 7 16,0 0-1-16,0 0-4 0,4 0-1 15,-2 0-7-15</inkml:trace>
  <inkml:trace contextRef="#ctx0" brushRef="#br0" timeOffset="184319.09">19754 15434 66 0,'0'0'1'0,"0"0"-9"0,0 0-18 15,0 0-6-15</inkml:trace>
  <inkml:trace contextRef="#ctx0" brushRef="#br0" timeOffset="184754.01">19754 15434 28 0,'0'0'36'15,"0"0"-16"-15,0 0-7 0,2 0-8 16,-2 0-4-16,-4 0 2 16,2 0 1-16,0 0 5 15,-1 0 5-15,2 0 7 16,-3 0-3-16,2-1-5 15,-1 1-3-15,1-1-1 16,1 0 0-16,1 1-5 0,-1 0-3 16,1-2 0-16,0 2-1 15,0 0-1-15,-2 0 0 16,0 0 0-16,0 4 1 16,0 1 0-16,-3 1 0 0,3 2 0 15,1 1 0-15,1 0-1 16,-2 0 1-16,2 0-1 15,0 0 0-15,0-2 0 16,0-1 0-16,0 0 1 16,0 0 0-16,0-1 0 0,0-1 1 15,0 1-1-15,0-1 0 16,0 0 0-16,0 2 0 16,0-2 0-16,0-1 0 15,0 1 0-15,2-2-1 16,-2-2-1-16,0 1-4 15,1-1 3-15,-1 0 3 0,0 0 2 16,0 0 0-16,0 0 0 16,0 0-2-16,0 0-3 15,0 0-20-15,0 0-28 0,0 0-12 16</inkml:trace>
  <inkml:trace contextRef="#ctx0" brushRef="#br0" timeOffset="185160.23">19716 15556 76 0,'0'0'14'0,"0"0"19"0,0 0-19 15,0 0-7-15,0 0-3 16,0 0 0-16,0 0 2 16,0 0-1-16,0 0-2 15,0 0-2-15,-12-9 0 16,10 6 1-16,2 2 3 0,-2-1-3 15,0-2 3-15,0 3-3 16,0-2-1-16,2-1-1 16,0 1-1-16,0-1-3 15,0 1 0-15,0-3 0 0,0 2-2 16,2 0 5-16,2-1 1 16,1 0 0-16,3-1 0 15,-3 0 0-15,4-1 0 16,-2 1 0-16,1 1 1 15,-4-1-1-15,1 2 0 16,0 1-5-16,-3 1-4 0,-2 2 7 16,0-1 2-16,0 1 0 15,0 0 3-15,0 0-1 16,0 0-3-16,0 0-6 16,0 0-10-16,0 3-12 15,0-1-23-15</inkml:trace>
  <inkml:trace contextRef="#ctx0" brushRef="#br0" timeOffset="185962.93">19734 15466 140 0,'0'0'4'0,"0"0"2"0,0 0 2 0,0 0-6 15,0 0 0-15,0 0 3 16,0 0-4-16,0 0-1 16,0 0 0-16,-1 38 0 15,0-22 2-15,1 1-2 0,0 3 0 16,0 1 0-16,0-1 0 16,0-3 0-16,1-1 0 15,2-3 1-15,1-2-1 16,1-1 0-16,-1-3 0 15,3-2 0-15,-4-1 0 16,2-2-1-16,2-2-2 0,-2 0 4 16,4 0-1-16,-4-5 3 15,3-4-1-15,-1-2 0 16,1-2-1-16,0-1 1 16,-1-2-1-16,0 0 0 15,-1-1-1-15,-1 3 0 0,1 0 2 16,-4 4-2-16,-1 3 0 15,0 4 0-15,0 2 0 16,-1 1 1-16,1 0-5 16,0 3 1-16,2 4 4 0,2 4 0 15,0 1-1-15,2-1 0 16,2 0 0-16,1 0-1 16,2-3 0-16,-1 0 1 15,0-3-1-15,3-3 1 16,-2-2-1-16,1 0 2 0,0 0-1 15,0-4 0-15,2-4 1 16,-1-4 1-16,0-2-1 16,-3 2 5-16,0-3-1 15,-2-2 5-15,-6 1 4 16,-1-1 12-16,-2-3-9 0,0 2-2 16,-2-2-6-16,-5 0 0 15,-1 3-2-15,-1 3-6 16,1 3 0-16,0 3-2 15,-1 7-2-15,1 1-8 16,-1 3-48-16,-2 4-47 0</inkml:trace>
  <inkml:trace contextRef="#ctx0" brushRef="#br0" timeOffset="186216.91">20226 15512 128 0,'0'0'5'0,"0"0"13"0,0 0-7 16,10 54-8-16,-8-29-2 15,-2 6-1-15,0 2-1 16,-2-2-4-16,-5-2-41 0</inkml:trace>
  <inkml:trace contextRef="#ctx0" brushRef="#br0" timeOffset="186854.51">20361 15338 166 0,'0'0'0'16,"0"0"7"-16,49-30 2 0,-26 22-3 15,3-1 4-15,-1 4-4 16,-2 3-2-16,0 2-3 16,-4 0 0-16,-1 9 0 15,-7 4 0-15,-2 4 0 16,-4 1-1-16,-3 3 1 16,-2 1 0-16,0-1-3 15,-12 1-1-15,-1-3-2 0,0-2 1 16,-1-5 3-16,1-4 1 15,0-4 0-15,5-3 2 16,4-1 2-16,3-1 9 16,1-8-6-16,0-4-6 15,8-6-2-15,1 0 1 0,4-3 0 16,-1-2 0-16,2 0-2 16,-3-2 1-16,1 1-1 15,0 1-1-15,-4 1 2 16,0 2 1-16,3 2 0 0,-6 5 1 15,-1 2-1-15,0 2 0 16,-2 5 0-16,0 2 0 16,-2 3 3-16,0 0-8 15,0 6-10-15,-2 8 14 16,-2 4 1-16,0 6 0 16,2 2 1-16,1 4 0 0,1 0 0 15,0 1 1-15,3-1 1 16,7-2-3-16,0-2 1 15,2-3-1-15,5-4-1 16,-2-4-2-16,3-4-7 0,0-7-34 16,2-4-53-16</inkml:trace>
  <inkml:trace contextRef="#ctx0" brushRef="#br0" timeOffset="187040.21">20893 15379 242 0,'0'0'7'0,"0"0"0"0,0 0-2 0,0 0-9 0,0 0 5 15,0 0-1-15,11 50 1 16,-8-27-3-16,3 1-5 0,0-1-16 16,2-2-15-16,-1-4-18 15,0 0-43-15</inkml:trace>
  <inkml:trace contextRef="#ctx0" brushRef="#br0" timeOffset="187328.54">21216 15284 175 0,'0'0'4'0,"0"0"15"15,49-25 0-15,-25 15-2 16,5-2-6-16,4 1-4 0,-2-2-3 16,1 2-3-16,2 3 0 15,-3 1-1-15,-3 1 0 16,-2 0 0-16,0 3-4 15,-6 0-22-15,-5-1-34 0,-6 0-100 16</inkml:trace>
  <inkml:trace contextRef="#ctx0" brushRef="#br0" timeOffset="187557.75">21437 15133 255 0,'0'0'-1'0,"0"0"3"16,0 0-2-16,0 0-7 16,0 0 5-16,-7 39 2 15,7-20 0-15,0 1 0 0,0 2 0 16,0 2 0-16,4 2 1 16,1-3-1-16,4-2-1 15,-4-1-10-15,5-6-29 16,-3-7-21-16,4-7-37 15</inkml:trace>
  <inkml:trace contextRef="#ctx0" brushRef="#br0" timeOffset="188148.73">21736 15033 49 0,'0'0'66'0,"0"0"-49"0,0 0 9 16,0 0-14-16,0 0-9 15,0 0-4-15,0 0 2 16,0 0 0-16,2 25 0 16,-1-12 0-16,3 3 0 15,2 1-1-15,0-5 0 16,1 3 0-16,1-4 0 0,2-1-1 15,2-3-1-15,1-1 0 16,1-2 1-16,-1-4 0 16,0 0 2-16,1 0-2 15,-2-3 2-15,2-4-4 16,-2-2 8-16,-3-3-4 0,2 2 2 16,-6-2 0-16,1 3 3 15,-4-1 1-15,0 2 10 16,-1 3 2-16,-1 2-3 15,0 2-7-15,1 1-6 16,0 0-5-16,4 4 0 0,0 6 1 16,1 3 1-16,2-2 1 15,-1 2-1-15,5-4-1 16,-1-2 1-16,-1-3-1 16,2-3 1-16,-1-1 0 15,1 0 1-15,-3-2 0 0,1-7 5 16,0-4 5-16,-4-4 2 15,-1 0 1-15,-2-4-6 16,-3-1-3-16,0 0-2 16,0-1-1-16,-1 3-2 15,-5 3-2-15,0 4-5 0,-1 5-16 16,-1 4-10 0,3 1-44-16,1 0-95 0</inkml:trace>
  <inkml:trace contextRef="#ctx0" brushRef="#br0" timeOffset="188640.12">22347 15013 61 0,'0'0'26'0,"0"0"22"0,0 0-16 16,0 0-14-16,0 0-12 15,0 0-5-15,41-25 0 0,-30 23-1 16,-1 2 2-16,-2 0-2 16,1 0 0-16,-1 7 0 15,-2 2-2-15,-2 1-3 16,-1 1-6-16,-3 5-1 15,0-1 6-15,0 0-1 0,-7 0 1 16,-4 2-2-16,-1-2-3 16,-1 1 4-16,-3-3 0 15,2 0-5-15,0-1 6 16,2-3 6-16,1-2 2 16,5-2 4-16,1-2 10 0,3-1 7 15,2-2 1-15,0 2-8 16,0-1-7-16,0-1 6 15,7 0 4-15,4 0-2 16,-1 0-6-16,4-1-5 16,2-4-1-16,2-1-3 15,2 1-1-15,2-2-1 0,0-3-1 16,1 2-15-16,-1-5-61 16</inkml:trace>
  <inkml:trace contextRef="#ctx0" brushRef="#br0" timeOffset="189215.94">22681 14833 257 0,'0'0'2'15,"0"0"0"-15,0 0-1 0,0 0-1 0,0 0-3 16,1-38-2-16,6 36 3 15,3-1 0-15,-1 2 2 16,5 1-1-16,-1 0 2 0,1 0 0 16,-3 4-1-16,-1 4-1 15,-1 2-1-15,-3 2-3 16,-2 2 0-16,-2 0 1 16,-2 0 2-16,0 2 1 15,0-2 1-15,0-2-3 16,-2-3-1-16,0-3 2 0,0-1 1 15,1-3 1-15,1-2 2 16,0 0 11-16,0-4 0 16,0-6-8-16,1-3 0 15,5-1 0-15,1-3-3 0,0 0-1 16,0-3 0-16,-1 2-1 16,0-1 0-16,-3 1 0 15,3-1 0-15,-1 2 0 16,0 3 0-16,-2 1 0 15,2 3 1-15,-3 2-2 0,-2 5 2 16,0 1 0-16,0 2 1 16,0 0-4-16,0 5-1 15,0 10 2-15,0 1 2 16,0 3 0-16,2 3-1 16,3 1 0-16,3 0 0 0,4-1-1 15,-1-2 1-15,1 0-1 16,-1-3-7-16,3-1-15 15,-2-5-12-15,-1-1-17 16,1-6 4-16,-1-2-36 16</inkml:trace>
  <inkml:trace contextRef="#ctx0" brushRef="#br0" timeOffset="189577.93">23023 14892 74 0,'0'0'26'0,"0"0"16"0,20-41-7 0,-13 31-10 16,0 0-1-16,0 3-3 0,3 2-10 15,2 2-4-15,-3 3-6 16,2 0 0-16,1 0-1 16,-2 2 1-16,-2 7-2 15,-1 5-1-15,-5 0-10 16,-2 2-3-16,0 1 0 16,0 2 10-16,-9-2-1 15,1-2 2-15,-2-2 2 16,0-2 2-16,2-5 0 0,1 1 2 15,2-3-1-15,3-1-1 16,-2-3 1-16,4 0 0 16,0 0-3-16,0 0 1 0,8 0 4 15,2 0 9-15,5-7 1 16,0-1 1-16,4-1-5 16,5-2-2-16,1 0-2 15,6-1-1-15,7-1-3 16,2 2 0-16,5-2-1 0,4 3 0 15,-1 0-16-15,-4 0-65 16</inkml:trace>
  <inkml:trace contextRef="#ctx0" brushRef="#br0" timeOffset="191108.56">19870 15195 86 0,'0'0'11'0,"0"0"7"0,0 0-7 16,0 0 1-16,0 0 5 16,0 0-2-16,0 0-5 0,0 0-1 15,-40-18-3-15,38 17-2 16,-1 0-3-16,-1 1-1 15,1 0 1-15,0 0-1 16,-3 0-1-16,0 0 1 0,1 0 0 16,-2 0 0-16,1 0 0 15,-3 0 1-15,4 2-1 16,-3 0 0-16,1 1 0 16,0 1 0-16,0-1 0 15,-2 2-1-15,0 0 1 16,0 1-1-16,-1-2 1 0,1 3 0 15,1 0 0-15,0-1 0 16,3 1 0-16,-1 0-1 16,1-1 1-16,0 2-5 15,-2 0 0-15,3 0 2 16,-4 2 2-16,1 0 1 16,-3 1 1-16,2 1-1 0,0-1 1 15,-2 3 0-15,3 0-1 16,-1 3 0-16,-1-1 0 15,1 3 0-15,0-1 0 16,3 0 0-16,-2 1 0 16,2-2 0-16,1-3 1 0,2 2-1 15,-1-1 1-15,2-2-1 16,0 4 1-16,1-5-1 16,-1 2 0-16,1-3 0 15,0 2 0-15,0-2 1 0,0 2-1 16,0-1 1-16,0 2 0 15,3 0-1-15,4 1 2 16,-1 1 1-16,3 0-3 16,3 0 1-16,2 2 0 15,-1-1-1-15,4 0 1 16,-1 1 0-16,3-1 0 0,-1-1-1 16,-2 0 1-16,2-1-1 15,-1-3 0-15,-1-1-1 16,0-1 2-16,-1-4 0 15,0-1 3-15,1-2 3 0,0-1-4 16,2-1 0-16,-2-1-2 16,2 0 0-16,2 0-1 15,-4 0 0-15,1-6 1 16,-1-1-1-16,0 0 0 16,-1-1-1-16,1-2 3 15,-1-2-2-15,2-2 3 16,0 1-1-16,3-3-2 0,-4-2 1 15,2 0-2-15,1-2 2 16,-1 0-1-16,-3-1 2 16,0 0-2-16,1-1 0 15,-4 1 1-15,0-2-2 0,-1 3 2 16,-3 0-1-16,-1-1 1 16,-1 0-1-16,-3-2 0 15,0 0 1-15,-3-3-2 16,0 1 2-16,-3-1 0 15,-6-2-2-15,-1 4 1 0,-2 0-1 16,-3 3-8-16,-2 4-10 16,-4 2-14-16,-4 6-45 15</inkml:trace>
  <inkml:trace contextRef="#ctx0" brushRef="#br0" timeOffset="192267.82">20380 15147 50 0,'1'2'10'0,"-1"0"-10"0,1-1 0 0,0 1 0 16,1-1-1-16,1-1 0 15,-1 0 0-15,0 0 2 16,1 2 2-16,4-1 2 0,-4-1-5 16,3 0 1-16,3 0-1 15,2 0-1-15,2 0-4 16,0-6 0-16,5-4 2 16,3-7-2-16</inkml:trace>
  <inkml:trace contextRef="#ctx0" brushRef="#br0" timeOffset="193593.53">16649 11576 123 0,'0'0'9'0,"0"0"33"0,0 0-12 0,0 0-12 15,0 0-8-15,0 0-8 16,0 0-4-16,0 0 1 16,0 0 1-16,0 0 0 15,0 0 0-15,1 43 0 16,1-29 0-16,-1 0-3 0,4-1 0 16,-1-3-5-16,2-5 3 15,5-5-1-15,3 0-2 16,7-18 8-16,6-13 0 15,7-8 8-15,9-10-6 0,10-13 2 16,11-11-5-16,3-8-45 16</inkml:trace>
  <inkml:trace contextRef="#ctx0" brushRef="#br0" timeOffset="196933.06">21874 14713 115 0,'-3'-4'14'0,"1"-1"25"0,1-1-25 16,0 3-11-16,1 1-3 15,0 0 0-15,-1 0-3 16,-1-1 1-16,1 3 1 16,-1-4 4-16,-2 3 1 15,2 1 3-15,0-2 0 0,0 2-4 16,-1 0-2-16,0 0-2 16,-3 0 0-16,1 0-2 15,-1 0 2-15,0 3 1 0,-2 1 0 16,1-1 0-16,-1 1 0 15,3-1 1-15,-2 2 0 16,0-2-1-16,1 1 0 16,1 1 0-16,1 1 0 15,-3 0 0-15,1 1 0 16,-1 0 0-16,1 2 0 0,-1 1 0 16,0-2 0-16,0-1 0 15,1 2 1-15,1-1-1 16,0 2 0-16,1-3 1 15,-3 2-1-15,3 2 0 16,-1 0 0-16,-1 1 0 16,2-1 0-16,-1-1 0 0,-1 3 1 15,2-2-1-15,0 2 1 16,0-1 1-16,2 2-2 16,0 0 2-16,0 1-2 15,1 1 0-15,1 1 0 0,-4 0 0 16,1 1 0-16,1 1 0 15,-3-3 0-15,3 2 0 16,2 2 0-16,0-6 1 16,0 4-1-16,0-3 0 15,0 0 0-15,0 2 0 16,3 0 0-16,2-1 0 0,1 4 1 16,-4-2 0-16,2 2 0 15,0 1-1-15,2 0 0 16,-1 1 0-16,3 0 0 15,-2-1 1-15,3-1-1 16,-2 1-1-16,3-5 2 0,-2 1-1 16,2-2 3-16,1-2 0 15,0-1 1-15,-1 0-3 16,2-3 0-16,1 2 0 16,3-1-1-16,-1-1 0 0,2-1 0 15,0 1 1-15,5-2-1 16,-3 1 0-16,2 0 1 15,0-1-1-15,2 1 1 16,-3-2-1-16,2-2 0 16,0-2 0-16,-3-1-2 0,2-1 1 15,-1 0 2-15,-2-1 0 16,3-5 0-16,-3 0 1 16,0-1 2-16,1 1-2 15,-3-1 0-15,3 0-2 16,0-1 1-16,-1 1 0 15,0-1 0-15,1 0-1 16,-4-1 0-16,0 1 0 0,1-2 1 16,-5 1-1-16,3-3 5 15,-4-1 2-15,0-1 2 16,0-2-3-16,-1 0-2 16,-2-1-3-16,1-1 0 0,-1 1 0 15,-2 1-1-15,-2-1 1 16,1 2 1-16,-2 0 1 15,2-2 0-15,-4 2 1 16,2 0-2-16,-2-1 0 16,1-1-2-16,0-1 1 0,0 0-1 15,-1 0 0-15,0 1 0 16,0 1 2-16,0 0-2 16,0-1 0-16,-2 3 2 15,-1-2 1-15,-3-1-1 16,2-1-1-16,-1-1 1 0,-1-2-1 15,0 0 1-15,-2-2-1 16,0-1 0-16,-1 2-1 16,-3 0 0-16,0-1 0 15,-3 3 0-15,0 3 0 16,-2 0 1-16,-1 4 1 16,1 0 1-16,0 2-2 0,0 2 3 15,2 1-2-15,1 1-1 16,3 0 0-16,-1 2-1 15,3-2 3-15,1 2-3 16,-1-1 0-16,0 0 1 0,0 2-1 16,-2 1 0-16,-2-1-1 15,0 4 1-15,-1 0-3 16,1 0 2-16,-3 0 0 16,2 0-3-16,-1 0-4 15,1 6-8-15,-2-2-15 16,-1-1-37-16,-1-3-56 0</inkml:trace>
  <inkml:trace contextRef="#ctx0" brushRef="#br0" timeOffset="197578.34">21774 14465 28 0,'4'1'3'0,"-2"1"-1"0,-1-1 2 0,1-1 1 15,1 2 1-15,0 2-2 0,0-3 1 16,-1 2-2-16,1-2-1 16,-1 2 0-16,2 0 0 15,-2-1 1-15,1-1 2 16,1 0 3-16,3-1 0 16,-1 0 2-16,3 0 0 15,-2-1-1-15,3-2-4 0,0-4-3 16,-1 0 1-16,2 0 4 15,0-2 1-15,0-2 2 16,1-2 3-16,1 0 4 16,0-4-1-16,3-1-1 15,0-2-5-15,2-4 1 0,4-2-6 16,-1-1-2-16,3-1 1 16,1 2-1-16,1 1-1 15,-3 3-1-15,-1 5-1 16,0 3-1-16,-6 7-8 15,-3 4-27-15,-6 1-28 16,-5 0-53-16</inkml:trace>
  <inkml:trace contextRef="#ctx0" brushRef="#br0" timeOffset="200690.16">19669 8564 148 0,'0'0'6'0,"0"0"26"0,0 0-9 0,0 0-19 0,0 0-7 16,0 0-4-16,0 0-8 15,0 0-12-15,0 0-13 16,0 0 10-16,0 0-2 16,0 0 2-16,0 0 29 15,-7-10 13-15,4 7 23 0,3-3-6 16,0 3-3-16,0-4-3 16,0 3-4-16,3-1-2 15,-1 1 4-15,3 3-9 16,2 0-8-16,0 1-2 0,2 0-2 15,1 1 1-15,-3 6-1 16,0 4-1-16,-2 4-6 16,1 3-13-16,-6 5-2 15,0 2 3-15,0 2 5 16,0 5 4-16,0 2 0 16,-9 0 5-16,0 1-9 0,0 2 6 15,-3 0 8-15,-1-1 0 16,2-3 1-16,0 2 5 15,4-2 0-15,1-4-1 16,4 0-1-16,1-5 0 16,1-4-3-16,0-2 2 0,2-5 4 15,5-2 5-15,0-5 8 16,4-3-1-16,0 0-5 16,2-3-3-16,-1 0-7 15,-2 0-3-15,-2 0 0 16,1 0-2-16,-5-2-2 0,-2 0 1 15,-1-1 2-15,-1 0 1 16,0 2-4-16,0-1-1 16,0 2-1-16,-3 0-1 15,1 0 7-15,-3 0-1 16,0 2 0-16,2 6 0 0,0 3 0 16,1 3 0-16,-2 5 0 15,2 4 0-15,0 2 0 16,1 5-8-16,-3 1 5 15,0 2-14-15,-1-2 6 16,2 1 6-16,-3 2 4 0,2-3 0 16,-1-3 2-16,1-1 2 15,0-3 5-15,0 1 3 16,2-1-4-16,-4 1-4 16,3 2-2-16,-1 2 0 15,0 3-2-15,-2 0 2 0,-1 3-2 16,0 0 0-16,2 1-2 15,-1-2 3-15,1 0 0 16,-1-1 0-16,3-2 2 16,1-3-1-16,1-3 0 15,1-3 0-15,0-6 1 0,-2-2 1 16,0-4-1-16,-3-4 4 16,-1 0 2-16,-8-3 7 15,-4-1-7-15,-6 1-5 16,-11-3-3-16,-9 0-14 15,-11 0-92-15</inkml:trace>
  <inkml:trace contextRef="#ctx0" brushRef="#br0" timeOffset="204316.77">19392 16390 119 0,'0'0'28'0,"0"0"-3"0,0 0-15 0,0 0 7 15,0 0-7-15,0-2 10 0,0 2 2 16,0 0-11-16,0 0-8 16,0 0-3-16,0 0 0 15,0 0-1-15,6-1 1 16,-1 0-2-16,3-1 1 0,2-1 2 16,1-1-1-16,3 1 0 15,-1-2 0-15,2 1-7 16,-1 0-21-16,-3-2-38 15,0 2-95-15</inkml:trace>
  <inkml:trace contextRef="#ctx0" brushRef="#br0" timeOffset="204495.56">19432 16507 128 0,'0'0'107'0,"0"0"-106"15,0 0-6-15,0 0 5 16,0 0 0-16,51-5 3 16,-30-3-5-16,5-2-13 15,1-1-37-15,-1-3-84 16</inkml:trace>
  <inkml:trace contextRef="#ctx0" brushRef="#br0" timeOffset="205419.56">19925 16325 44 0,'0'0'29'0,"0"0"-10"0,0 0 2 16,0 0-4-16,0 0-1 0,0 0 5 16,0 0 1-16,0 0-5 15,0 0-6-15,0 0-9 16,-17-7-2-16,14 7-2 16,0-3-2-16,0-1-1 15,2 0 2-15,0-2 2 16,1 1 1-16,0-1 0 0,0-1-1 15,1 0 2-15,4 1 0 16,2 2 2-16,-2-1-3 16,3 3 1-16,-3 2-1 15,3 0 1-15,0 0 0 16,-1 0-1-16,-1 7 2 16,0 1 0-16,-4 5-1 0,-1 1 1 15,-1 2-2-15,0-2 0 16,0 4 0-16,-3 0 1 15,-4-3-1-15,1 2-1 16,-4-1 1-16,0-1-1 16,3 0 2-16,-1-1-1 0,1-1-4 15,0-5 9-15,4-1-3 16,1-1-1-16,1-5 3 16,1-1 9-16,0 0-4 15,0 0-5-15,0 0-2 16,4-1 8-16,7-4-8 0,-2 0 0 15,1-1 0-15,4 1-2 16,0 0-3-16,-1 0 5 16,0 1-1-16,-1-2-1 15,1 3 1-15,-2 1-1 16,1 0 0-16,-3-1 0 0,0 1 0 16,-1-2-10-16,0 1-22 15,-2-4-37-15,-4 0-58 16</inkml:trace>
  <inkml:trace contextRef="#ctx0" brushRef="#br0" timeOffset="205830.21">20137 16281 208 0,'0'0'-3'0,"0"0"9"0,0 0-2 0,0 0-6 15,0 0-6-15,0 0 9 16,0 0-1-16,0 0 2 16,3 39-1-16,-3-25-1 0,0 0 1 15,0-1 0-15,7-2-1 16,3-1 0-16,0-2 0 16,0-3 0-16,3-3 0 15,-1-2 0-15,0 0 0 16,0 0 1-16,0-7 4 15,-2-4 5-15,-1 0 6 0,1-5-6 16,-3 1-4-16,1-2-1 16,-5-2-3-16,-2 2-1 15,-1 0 1-15,0-1 0 16,-5 2 2-16,-6 1-1 16,1 2-1-16,0 6 0 0,-2 4-1 15,-1 3-2 1,1 4-4-16,2 9-17 0,3 2-15 15,-2 1-31-15,4-4-37 16</inkml:trace>
  <inkml:trace contextRef="#ctx0" brushRef="#br0" timeOffset="206473.71">20484 16162 210 0,'0'0'6'0,"0"0"12"0,0 0-15 16,0 0-4-16,0 0 0 15,0 0 0-15,27-37 3 16,-15 27-1-16,2 3 1 16,3 3 4-16,-2-1 0 0,1 4-4 15,0 1-1-15,4 0-1 16,-5 7 1-16,1 7-3 16,-5 1-4-16,-4 3-3 15,0 3 2-15,-5-1-2 16,-2-3 4-16,0 0 3 0,-2-1-1 15,-6-5 2-15,-1-1-1 16,1-4-1-16,-4 0 3 16,4-3 0-16,1-2 2 15,3-1-1-15,2 0 1 16,2-5 1-16,0-3-3 0,2-5-1 16,5-1 0-16,3-3 0 15,2-1 1-15,1-4 0 16,1 0 0-16,-1-1 1 15,0 0 1-15,-1 2 1 16,-1 2 1-16,-3 3-2 0,-3 5 2 16,-2 3 6-16,-3 4 7 15,0 4-5-15,0 0-4 16,0 1-7-16,-5 10-1 16,0 4 1-16,1 3-2 15,2 5 2-15,2 1-1 16,0-1 0-16,0-1 0 0,8 0 0 15,4-4 0-15,-2 1-1 16,4-7-12-16,2-2-25 16,0-7-44-16</inkml:trace>
  <inkml:trace contextRef="#ctx0" brushRef="#br0" timeOffset="206665.25">20988 16134 270 0,'0'0'4'0,"0"0"-4"0,0 0 0 0,0 0-3 0,16 39 3 15,-11-17 3-15,-3 2-2 16,0 2-1-16,-1 3 0 16,2-1-1-16,-2 0-21 15,0-4-38-15,1-6-111 0</inkml:trace>
  <inkml:trace contextRef="#ctx0" brushRef="#br0" timeOffset="206977.91">21347 16017 238 0,'0'0'3'0,"0"0"5"16,0 0-5-16,0 0-2 16,43-4-1-16,-24 0 1 0,6-1-1 15,0-4 0-15,6 1 0 16,-1-2 5-16,2 1 1 15,-1 0-4-15,1 0-2 16,-4 1 1-16,-2-1-14 16,-8 1-44-16,-2-2-78 0</inkml:trace>
  <inkml:trace contextRef="#ctx0" brushRef="#br0" timeOffset="207185.9">21574 15887 280 0,'0'0'-2'0,"0"0"7"16,0 0 6-16,0 0-13 15,0 0 2-15,-17 49 0 16,17-26 0-16,0 1 1 0,2 3-1 16,5 0-1-16,3-3-1 15,1-1-8-15,4-7-8 16,-2-8-30-16,0-5-87 15</inkml:trace>
  <inkml:trace contextRef="#ctx0" brushRef="#br0" timeOffset="207664.72">21890 15855 264 0,'0'0'-12'15,"0"0"12"-15,34-37 1 16,-18 26 0-16,-1 1-1 16,3 4 0-16,-4 1 1 15,-1 2-1-15,0 3 0 16,-2 0 0-16,0 0 0 0,-3 8-1 16,-2 3-3-16,-2 2-9 15,-2 3-7-15,-2 1-5 16,0 0 9-16,-6-1 5 15,-1-2 9-15,-2 0 4 16,0-4-2-16,3 0 1 16,2-3 3-16,1-2-3 15,3-2 0-15,0-2 1 0,0 0 6 16,7-1 8-16,2 0 3 16,4 0 1-16,0 0-8 15,1 0-7-15,1 0-3 0,-3 3 0 16,1 0 1-16,-6 1-3 15,1 2 1-15,-5-1-1 16,-3 1 0-16,0 3 3 16,-7-2-3-16,-4 3 1 15,-8 0 0-15,1 1 0 16,-1 2-1-16,2-3-2 0,3-3-13 16,7-3-23-16,3-4-23 15,4 0-91-15</inkml:trace>
  <inkml:trace contextRef="#ctx0" brushRef="#br0" timeOffset="208030.85">22288 15867 155 0,'0'0'8'0,"0"0"24"0,0 0-14 0,0 0-14 15,0 0 0-15,0 0-3 16,0 0 3-16,-43 23 4 15,33-8-2-15,4 2-3 16,4-1-1-16,2 0-2 16,1-1 0-16,9-4-1 15,4-2-4-15,2-4 1 16,2-3 0-16,1-2 4 0,4-2 0 16,-2-9 0-16,1-2 0 15,-4-2 5-15,0-2-1 16,-5-2 1-16,-4 2 8 15,-4-1 1-15,-5-1 4 16,0 2 2-16,-3 0-4 0,-6 1-6 16,-2 5-8-16,-3 1 1 15,-5 6-3-15,1 4-2 16,0 1-2-16,-4 14-8 16,1 1-14-16,3-1-27 0,2-3-101 15</inkml:trace>
  <inkml:trace contextRef="#ctx0" brushRef="#br0" timeOffset="208588.36">22571 15696 174 0,'0'0'3'0,"0"0"32"0,0 0-8 0,0 0-17 0,45-41-5 15,-35 38-3-15,1 3-1 16,2 0 0-16,0 0 0 0,-1 3-1 16,1 7 2-16,0 1-4 15,1 6 0-15,-5 1-10 16,-2 0-9-16,-1 2-7 15,-1-6-27-15,-4 0 16 16,-1-4 28-16,0-3 12 16,0-4 4-16,0-3 11 0,0 0 15 15,-1 0-12-15,-2-1-10 16,3-8-2-16,0-1-2 16,0-2-1-16,0-1-3 15,0-3 0-15,4-1-1 16,-1 0 2-16,0-1 5 0,-1 0 3 15,2 1 5-15,-2 0 1 16,-1 3-1-16,1 3-4 16,0 4-3-16,0 1-3 15,0 3-1-15,0 3 1 16,0 0-3-16,0 4-1 0,0 6 2 16,0 5-2-16,2 1 1 15,1 3-2-15,0 1 0 16,2-2-2-16,2-2-5 15,0-2-11-15,2-4-14 16,1-1-17-16,-2-7-24 0</inkml:trace>
  <inkml:trace contextRef="#ctx0" brushRef="#br0" timeOffset="208886.09">22931 15709 155 0,'0'0'27'0,"0"0"15"0,0 0-19 0,39-30-11 0,-26 27-6 15,2 2-5-15,-3 1-1 16,1 0 0-16,-4 2-1 16,-3 7-12-16,-4 5-8 15,-2-1-2-15,0 4 0 0,-7 2-2 16,-5-5 4-16,-2 3 11 16,1-4 11-16,0-2 3 15,6-8 4-15,-1 1 15 16,6-2 4-16,2-2 10 15,1 0-10-15,12-7-18 16,8-5-4-16,6-2 1 0,7-3-1 16,7 0-2-16,7-3-1 15,7 0 1-15,2 0-3 16,3 0-5-16,-1-2-134 16</inkml:trace>
  <inkml:trace contextRef="#ctx0" brushRef="#br0" timeOffset="212339.16">20808 15892 41 0,'0'0'49'0,"0"0"-40"0,0-2-7 0,1 0-1 16,-1 0-1-16,0-2 1 16,0 1-1-16,0-1 4 15,0 2 10-15,0-2 12 16,-1 2 0-16,-1-1-11 16,0 0-12-16,0 0-2 0,-4 2-1 15,3-1-1-15,-1-1-4 16,3 2 1-16,-5-1 4 15,2 0 1-15,1 0 0 16,1 1 3-16,-4-2-1 16,1 2-1-16,4 0 0 15,-3 0-2-15,0 1 0 0,0-1 1 16,1 1-1-16,0 0-1 16,-3 0 2-16,1 0-1 15,-1 0 0-15,-1 0 0 16,-3 0 2-16,-2 0-2 15,1 0 4-15,2 2-1 16,-2 0 1-16,0 0-1 0,4-1 2 16,0 0-1-16,2 1-3 15,-3-2 0-15,3 1 0 16,-1 1 0-16,-1 0 0 16,0 1-1-16,0 0 0 15,0 3 0-15,0-1 1 16,-1 1-1-16,1 0 1 0,-1 1-1 15,-2 0 0-15,3 3 0 16,-3 0 0-16,3 1 0 16,-2 2 0-16,4-1 0 15,-1-1 0-15,1-1-1 0,3 1 1 16,-3-1 1-16,0 1-1 16,3-1 0-16,-2 5 1 15,1 0-1-15,-1 2 0 16,0 2 0-16,0 0 2 15,0 2-2-15,0 1-2 0,-2 1 4 16,3 0-2-16,1-1 0 16,0 1 0-16,0 0 0 15,0-2 0-15,2 2 0 16,0-1 0-16,0-3 0 16,0 3 0-16,0-1 0 0,5-3 0 15,1 2 0-15,0-2 0 16,1 0 0-16,0-3 0 15,-4 0 1-15,2-1-1 16,0 1 4-16,-1-3-2 16,4 0 1-16,-2-1-2 0,3 0-1 15,-2 0 2-15,5-2-1 16,-2 0 2-16,-2 1-3 16,3-1 1-16,-2-1 1 15,3-2-1-15,-2 3 0 16,-1-2 1-16,2 0 0 15,2 0-1-15,-4-1 0 0,0-1-1 16,1 1 0-16,0-3 0 16,-3 2 2-16,2-2-1 15,0 0 1-15,-1 1-2 16,4-3 0-16,-5 3 1 16,2-2-1-16,2 0 0 0,0-1 0 15,2 1-1-15,-4-2 2 16,5 3-1-16,-1-3 0 15,-1 0 1-15,1 0-2 16,0 0 1-16,1 0 0 16,-1 0 0-16,1-3 0 15,-1-2 2-15,0 1-2 0,-2 1 1 16,-4-1-1-16,2 0 0 16,-3 1 1-16,2-1-1 15,-1 1 0-15,2-3 1 0,1 2 0 16,-1-2-2-16,2-1 2 15,-1 0 0 1,0 0-1-16,1-1 2 0,-3 0-1 16,0 1 0-16,-2 0 1 15,-1 0 2-15,0 0-1 16,-2-1 2-16,1-1-2 0,2 2 1 16,-3-3-4-16,3 1 0 15,1-1 1-15,-3-1-1 16,3 1 0-16,-4 0 0 15,3 0 0-15,-2 0 0 16,2 0 0-16,-2 0 1 0,2-1-1 16,-1 2 0-16,1-2-1 15,-3 0 2-15,1 1-1 16,0-3 2-16,-1 4-4 16,-3-2 4-16,2 1-2 15,0-1 1-15,-2 0-1 0,0-1 0 16,0 1 1-16,1-1-1 15,0-1 0-15,-1 2 1 16,1-3-2-16,-1 3 1 16,1-3 1-16,-1 0-1 15,0-1 0-15,0-2 0 16,0 4 0-16,0-4 0 0,0 3 1 16,-2 1-1-16,0 0 1 15,-2 2 2-15,-1-2-1 16,-1 2 0-16,3 0 0 15,-3-1-1-15,1 1-1 0,-1-2 0 16,-2 2 0-16,-1-5 0 16,-2 2 0-16,-2 0 1 15,-2-2 1-15,-3 2-1 16,0 0 1-16,-2-2 1 16,-1 3 2-16,2 2-4 0,1 1 0 15,3 0 0-15,0 3 0 16,2 3-1-16,0 4 0 15,2 0-4-15,-2 3-14 16,-3 9-25-16,-6 1-52 16</inkml:trace>
  <inkml:trace contextRef="#ctx0" brushRef="#br0" timeOffset="212843.87">19975 16557 126 0,'-3'0'18'0,"2"0"15"0,0 0-23 0,0 0-5 0,1 0 2 16,0 0 5-16,0 0 8 0,0 0-4 15,0 0-11-15,0 0-4 16,0 0-2-16,6 0 1 16,1-1 0-16,3-1-1 15,0-1 1-15,1-4 0 16,2 1 0-16,2 1-1 0,1-4 1 16,0 2 0-16,1-1 1 15,2-1 0-15,-1 3-1 16,-1-1 1-16,-2 3-1 15,-1 1-5-15,-2 0-16 16,-1 3-10-16,-7 0-17 0,-2 0-17 16</inkml:trace>
  <inkml:trace contextRef="#ctx0" brushRef="#br0" timeOffset="213028.45">20060 16628 140 0,'0'0'6'16,"0"0"-8"-16,0 0 3 16,0 0 4-16,0 0 0 15,42-1 1-15,-26-4 1 0,6-2 0 16,0 1-5-16,5-3-1 16,3-3 0-16,1-2-29 15</inkml:trace>
  <inkml:trace contextRef="#ctx0" brushRef="#br0" timeOffset="-214366.61">22865 15452 53 0,'-5'0'4'0,"3"0"0"0,0 0-2 0,0 0-2 15,1 0 0-15,1-2 1 16,-2 1 6-16,0-2 21 16,-1 2 3-16,1-1-2 15,-1 0-4-15,0-1-13 16,0 1-4-16,-1 2-4 0,0 0-3 15,1 0-1-15,-5 0-1 16,3 0 1-16,-3 0 0 16,2 0 0-16,-3 2 1 15,1 1 0-15,-2-1 0 16,1 1-1-16,-1 1 0 16,1 1 0-16,-2-1 0 0,2 2 1 15,2-2-1-15,-4 0 0 16,4 2 0-16,-1-1 1 15,-1 3 0-15,-1 0 2 16,1 2-1-16,-3 2 0 16,-2 2-1-16,3 0-1 15,-2 0 0-15,2 2 0 16,1-2 0-16,-1-1 0 0,0 0 1 16,1-2 0-16,1-1 1 15,1 1 1-15,3-1-1 16,-2 2-1-16,1 0 1 0,5 1-2 15,-1 0 0-15,2 1 0 16,0 3 0-16,0 1 0 16,0-2 0-16,3 4 0 15,3-2 0-15,1 0 0 16,-2-2 0-16,1-1 0 0,-1-2 0 16,2 0 0-16,0-2 0 15,-1-1 0-15,0 1 0 16,-1-1 0-16,2 0 0 15,-3 0 1-15,1 0-1 16,1 1 1-16,0 0-1 16,3 2 1-16,1-1 0 0,1-1-1 15,3 3 0-15,1-2-1 16,1-1 2-16,-1 0-1 16,2 1 0-16,-1-1 0 15,1-2 0-15,-2-2 1 0,1 0-3 16,-1-3 1-16,-1-2 0 15,0 0 2-15,1-2-1 16,-4 0 1-16,0 0-2 16,0 0 3-16,-1 0-3 15,2 0 4-15,0 0-2 0,-1-4 1 16,3 0 0-16,1 0 0 16,1-1-2-16,-2 1 0 15,3-2 0-15,-1 0 1 16,0 1-1-16,1-2 0 15,-3 0 0-15,1 0 0 16,0 0 1-16,-2-1-2 16,2-1 0-16,-2 0 2 0,1-1-1 15,-1-1 1-15,0-1-1 16,1 2 0-16,-4-4 0 16,1 0-1-16,-2 0 4 15,1 0 1-15,-2-2 3 16,1-1 2-16,-1-3 0 0,0 2-6 15,-1-2-1-15,0-1 1 16,-1 2-2-16,0-2 0 16,-3 2-1-16,0-1 0 15,-2 2 1-15,-1 1 0 0,0-2 1 16,0 2 2-16,-3 0 0 16,-2-1-1-16,-4 2 0 15,3-1 1-15,-7 0-1 16,1-1-2-16,-2 3-2 15,0-2-1-15,-3 3 4 0,-2 1-1 16,-2 3 1-16,-2 2-3 16,-5 8-7-16,-3 0-15 15,-4 0-10-15,-2 10-41 16,-1-2-74-16</inkml:trace>
  <inkml:trace contextRef="#ctx0" brushRef="#br0" timeOffset="-213548.32">22056 16230 112 0,'-3'2'5'0,"1"-2"14"0,1 0-3 0,1 0-14 16,0 0-3-16,0 0 0 16,3 0 0-16,1 0 1 15,3 0 1-15,1 0 2 0,2-3 7 16,2-3 2-16,1 1 1 15,5-4 1-15,2-1-2 16,5-3-3-16,2 2 1 16,4-5-6-16,2 2 1 15,0 0 0-15,1 0-1 0,-5 2-1 16,-5 1-1-16,0 1 4 16,-3 1-4-16,-5 2-1 15,-2 2 0-15,0 1-1 16,-4 2 0-16,-4 2-14 15,-4 0-39-15,-2 0-37 16</inkml:trace>
  <inkml:trace contextRef="#ctx0" brushRef="#br0" timeOffset="-213335.81">22145 16320 172 0,'0'0'7'0,"0"0"-4"15,0 0-1-15,53-16 1 16,-25 6 2-16,7-1-1 16,-1 0-2-16,2-2-2 15,-1-2-48-15</inkml:trace>
  <inkml:trace contextRef="#ctx0" brushRef="#br0" timeOffset="-210793.48">18227 15290 100 0,'0'0'-13'0,"2"-1"0"0,0-2-10 0,-2-1-8 16</inkml:trace>
  <inkml:trace contextRef="#ctx0" brushRef="#br0" timeOffset="-209227.29">18227 15290 9 0,'0'0'42'15,"0"0"-10"-15,0 0-7 16,0 0-8-16,0 0 3 0,0 0-19 16,-18-28-7-16,14 28-2 15,-3 0-4-15,0 0 2 16,-1 1 2-16,-2 2 5 15,0 1 3-15,-1-2 0 16,3 0 0-16,-3 1 1 16,0-1 0-16,0-1 5 0,0 0 0 15,2 1 2-15,-3 1 0 16,-1-2-4-16,0 3-2 16,2 1 2-16,0-1 1 15,1 3-2-15,-1 0 0 16,0 0 0-16,-1 2-2 0,1-1 2 15,0 2-2-15,0 0 0 16,1 0 0-16,-1-1 2 16,1 1-1-16,1 0-2 15,-4 2 0-15,2 1 0 16,-1-1 0-16,-2 3 0 0,0-1 0 16,-1 2 0-16,0 0 1 15,-1 1-1-15,1 2 0 16,1 0 0-16,-1 1 0 15,3 0 0-15,-1 1 0 16,3-3 0-16,0 2 1 0,3-4-1 16,0 2 0-1,1-1 1-15,2 1 1 0,-3 0-1 16,4 2 2-16,-1-2-1 16,-2 2 1-16,4 1 0 15,-1 1-2-15,-1-1 0 16,1 1 0-16,1 0-1 0,0 1 1 15,2-3-1-15,0 2 0 16,0-2 1-16,0-1-1 16,0-1 0-16,0 2 0 15,0-1 1-15,2-1-1 0,1 1 0 16,1 0 1-16,-2 0 0 16,1-1 2-16,3 2-3 15,0-3 2-15,4 0-2 16,-3 0 0-16,3-1 0 15,-1-3 1-15,2 1-1 0,1-1 0 16,-2 0 2-16,3-2-2 16,-1 4 0-16,2-3 0 15,-3 1 0-15,5-3 0 16,-1 1 0-16,1-1 0 16,0-2 0-16,4 1 0 0,-3-2 0 15,1 2 2-15,0-1-1 16,0-1 0-16,0 3-1 15,0-1 1-15,3 2-1 16,-1 0 0-16,1-1 0 0,2 1-2 16,0 0-1-16,2-1 3 15,-2-2 0-15,2-2 0 16,-1-2-2-16,0 0-2 16,2-1 4-16,-5-1 3 15,2-1-2-15,0 0-1 16,2 1 2-16,-5-1-2 0,4-1 0 15,-2 0-3-15,4 0 6 16,-1 0-3-16,1-3-3 16,1-4 4-16,1-2 1 15,0-2-1-15,-1 0 0 16,-1 1 0-16,-2-1-1 16,-1 0 0-16,1-2 0 0,-1-1 0 15,-2-1 0-15,5 0 0 16,-1-2 0-16,1 0 1 15,1 0-1-15,0-2 0 16,-1 3-4-16,-4-2 4 0,1 1 0 16,-3 0 0-16,-2 0 0 15,-4-2 2-15,-1 1 0 16,-4-2 10-16,2-1 9 16,-2-2-4-16,-3 0-7 15,1-1-5-15,-4 0-2 16,1 1 1-16,-3-1-1 0,-1 0 2 15,0 0 1-15,0-2-1 16,0 1-1-16,0-1 0 16,0 1-2-16,-2-2-1 15,-2 0 1-15,0 0-1 16,0 0 1-16,-1 0 0 0,-3 0 0 16,-2 1 0-16,-1-1 2 15,-1 4-2-15,-2-2 0 16,1 2-1-16,-1 0-1 15,2 2 3-15,0 3 0 16,-1-2-2-16,3 1-1 0,1-1 0 16,-2 2-1-16,0-2-2 15,4 2 3-15,-4-1 3 16,1 2-3-16,-1 1 0 16,0-1-3-16,0 3 1 15,-2 0 1-15,1 1 1 0,-1 3 0 16,-1-1-1-16,0 2 2 15,1 2 0-15,1 0-2 16,-2 0-1-16,1 1 19 16,-3 1-7-16,1-1-12 15,-2-1 3-15,-2 4 0 16,1-3-1-16,0 2 1 16,-3 0-1-16,2 1 0 0,3 2-1 15,-4-1 1-15,3 1-1 16,1 1 0-16,2 0 1 15,0-2 0-15,2 2 1 16,0 0-2-16,2 0 2 0,0 0-1 16,0 0-1-16,0 0 1 15,3 3-1-15,-3 4-9 16,2 0-28-16,-1 1-19 16,-2-1-40-16</inkml:trace>
  <inkml:trace contextRef="#ctx0" brushRef="#br0" timeOffset="-208572.36">17034 15841 76 0,'1'2'6'0,"1"-1"-1"0,0-1 3 16,4 0 1-16,-1 0 8 16,3 0 0-16,0-4 10 0,4-6 3 15,4-2-3-15,4-6-5 16,5-5 4-16,6-2-20 16,4-4-3-16,10-5-3 15,5-1 0-15,6-4-4 16,2-7-58-16</inkml:trace>
  <inkml:trace contextRef="#ctx0" brushRef="#br0" timeOffset="-203813.15">19967 16554 78 0,'2'0'29'0,"-2"0"-12"0,0 0-1 0,0 0-10 16,0 0-3-16,0 0 1 16,0 0 10-16,0 0 5 0,0 0-2 15,0 1-6-15,-4 1-6 16,0 4-1-16,-2 1-5 16,1 0 2-16,0 3 0 15,-2-3-2-15,0 1 1 16,0-2 0-16,-1-1 0 0,0 0 0 15,-5-4 1-15,0 2 0 16,-1-3-1-16,1 0 1 16,-1 0 1-16,1 0-1 15,2-5 1-15,-3-1-2 16,2-1 0-16,-1-3-5 0,0 0-2 16,-1-1 5-16,3-2 3 15,0-3 0-15,-1-3 7 16,2 0-3-16,5-5 3 15,-2 0-6-15,4-2-1 16,1 1-1-16,2-1 0 16,0 2 0-16,2 1-1 0,4 0 2 15,1 2-2-15,1-1 1 16,-2 1 0-16,6 3-1 16,-1-3 0-16,3 3 2 15,-1 0 0-15,3 1-1 16,0 0 0-16,2 4 0 0,-2-1 0 15,3 3 0-15,-3 0 0 16,3 2 0-16,0 1-1 16,-2 0 2-16,2 3-1 15,0 2 0-15,-3 1 0 16,1 2 0-16,1 0 0 0,1 0 0 16,-3 0 0-16,3 0 0 15,-1 2 1-15,-1-1-1 16,0 3 0-16,-1 2 0 15,-3-1 0-15,-1 1-1 16,-2 0 1-16,1 3 0 0,-2 0-1 16,0 0 2-16,2 4 0 15,-2-1 0-15,1 1-1 16,-1 3 0-16,4 0 0 16,-4 2 0-16,2 0 0 15,0-2 0-15,0 1 0 0,-3 2 0 16,2-1 0-16,-1-1 0 15,-5 3-2-15,0-1 0 16,-1 0 0-16,-3-1-1 16,0 0 0-16,-4-1 3 15,-5-1-1-15,-5 2 1 0,-1-4-2 16,-4 3 5-16,0 0 1 16,-4 0-3-16,3-1 0 15,-3-2-1-15,4 2-2 16,-3-4-30-16,7-7-57 15</inkml:trace>
  <inkml:trace contextRef="#ctx0" brushRef="#br0" timeOffset="-203265.9">19679 17054 117 0,'-6'0'48'0,"-1"0"-1"0,3 0-20 15,-1 0-4-15,0 0-4 0,3 0-1 16,1 0-4-16,1 0-8 15,0 0-6-15,8-3-8 16,4 1 14-16,1-1-26 16,3-2-18-16,-5 1-49 15</inkml:trace>
  <inkml:trace contextRef="#ctx0" brushRef="#br0" timeOffset="-203127.54">19727 17127 219 0,'0'0'3'0,"0"0"-4"16,0 0 4-16,0 0-9 16,0 0-14-16,0 0-18 15,35 21-20-15</inkml:trace>
  <inkml:trace contextRef="#ctx0" brushRef="#br0" timeOffset="-202608.64">20067 16986 140 0,'0'0'30'0,"0"0"5"0,0 0-21 16,0 0-10-16,0 0-2 15,0 0-2-15,0 0 0 16,0 0 3-16,-1-30-2 16,8 24 4-16,0 3 1 0,3-1-3 15,2 1-2-15,1 1 0 16,-3 2-1-16,-1 0-1 15,-1 0 0-15,-3 8-7 16,-3 4-5-16,-1 3 12 16,-1 2-1-16,0 2 0 0,-5 1 1 15,-3-3 0 1,-2-2 1-16,-1-1 2 16,2-2-1-16,2-4 2 0,1-1-1 15,1-1-1-15,5-5 1 16,0 1 1-16,0-2 0 0,0 0 1 15,7 0 5 1,3 0 3-16,2-3-2 0,2-1-8 16,1-3-1-16,2 1-1 15,-1 2-1-15,2-2-24 16,-5 0-44-16,-1-1-68 16</inkml:trace>
  <inkml:trace contextRef="#ctx0" brushRef="#br0" timeOffset="-202256.08">20174 16868 228 0,'0'0'-4'0,"0"0"11"0,0 0 6 0,0 0-7 16,0 0-6-16,0 0-9 15,0 0 6-15,0 0 2 16,-7 57 0-16,7-28 1 15,0 1 1-15,0 0 0 16,4-1 0-16,-3 0-1 0,1 1 0 16,0-1-5-16,-2-4-25 15,0-5-75-15</inkml:trace>
  <inkml:trace contextRef="#ctx0" brushRef="#br0" timeOffset="-201757.18">20372 16984 110 0,'0'0'-6'0,"0"0"6"16,0 0 7-16,1-42-3 15,-1 31 0-15,0 0 14 16,-4 2 15-16,-1-1-1 15,-1 1-7-15,1 2-8 16,2 0 1-16,-3 3-10 0,1 0-2 16,0 4-6-16,-2 0-2 15,2 0 5-15,0 11-3 16,0 3-2-16,2 3-5 16,-1 3-4-16,1 0-3 0,2-2 7 15,1 2 0-15,0-6 2 16,0-4-2-16,0-4 3 15,7 0 3-15,-2-5-2 16,3-1 3-16,-1 0-1 16,0-3 2-16,2-4 5 15,-1-2 11-15,-1 1 2 0,0 1-8 16,2 0-4-16,-4 1-1 16,0 3-5-16,0 3 0 15,-2 0-1-15,1 10 0 16,3 5 0-16,-4 3 0 15,1 5 2-15,2 1 0 0,-1-3-1 16,4 2 0-16,-1-3-1 16,3-2 0-16,-1-2-19 15,1-6-55-15</inkml:trace>
  <inkml:trace contextRef="#ctx0" brushRef="#br0" timeOffset="-201229.4">20693 16929 113 0,'0'0'12'0,"0"0"23"0,0 0-2 16,0 0-14-16,39-42-8 0,-30 37-3 15,1 2-1-15,0 3-2 16,0 0 0-16,-1 0-2 16,0 6-3-16,-1 5 2 15,0 2-5-15,-4 4 2 16,-1 2 0-16,-3-2-5 0,0 0 0 16,0-2 1-16,0-3 5 15,0-4 0-15,0-2 0 16,0 1 0-16,0-4-2 15,0-3-14-15,0 0-8 16,5-4 19-16,0-6 5 0,4-4 1 16,-4-2 0-1,3-3 2-15,-1 0 12 0,0 0 0 16,-1 1 1-16,-1 2-3 16,-3 2-6-16,-1 3 2 15,-1 5 2-15,0 1 0 16,0 3-2-16,0 2 1 0,0 0-10 15,0 0-3-15,0 11 4 16,0 0-3-16,0 6 2 16,0 2 0-16,3 1-3 15,4-3-6-15,0 0-11 0,4-3-20 16,-4-5-34-16,1-5-69 16</inkml:trace>
  <inkml:trace contextRef="#ctx0" brushRef="#br0" timeOffset="-201034.39">21010 16940 278 0,'0'0'11'0,"0"0"2"0,0 0-12 0,0 0-2 16,0 0-2-16,0 0 1 0,0 0 0 15,19 50 2-15,-14-31 2 16,2 2-2-16,2-3-5 15,-3-1-17-15,1-4-36 16,-2-4-83-16</inkml:trace>
  <inkml:trace contextRef="#ctx0" brushRef="#br0" timeOffset="-200761.32">21304 16837 174 0,'0'0'14'0,"0"0"8"0,49-26 18 15,-26 16-19-15,6 0-10 16,0 0-8-16,1-1-2 15,-1 4 1-15,0-2-2 16,0 4-2-16,-3-1-1 16,-1-1-16-16,-8-2-60 15,-2 1-106-15</inkml:trace>
  <inkml:trace contextRef="#ctx0" brushRef="#br0" timeOffset="-200583.89">21575 16688 264 0,'0'0'1'16,"0"0"-1"-16,0 0 0 15,0 0 0-15,-2 52 0 16,2-30-1-16,0 3-4 0,0 2-6 16,0-1-16-16,0-1-29 15,3-3-32-15</inkml:trace>
  <inkml:trace contextRef="#ctx0" brushRef="#br0" timeOffset="-200253.77">21880 16708 209 0,'0'0'3'0,"0"0"1"16,0 0 1-16,0 0-3 15,0 0-2-15,29-40 1 16,-16 35-1-16,2 3 0 15,2 2 1-15,0 0-1 0,-4 0-1 16,-2 5-2-16,-3 7-47 16,-6 2-20-16,-2 2 0 15</inkml:trace>
  <inkml:trace contextRef="#ctx0" brushRef="#br0" timeOffset="-200106.02">21935 16811 94 0,'0'0'40'0,"0"0"4"0,0 0-30 16,0 0-8-16,0 0-4 15,0 0 3-15,0 0 15 16,14 17 0-16,5-23-6 16,4-1-6-16,1-2-7 0,1 0 0 15,0 0-2-15,-1-2-25 16,-1 2-26-16,-3 0-43 16</inkml:trace>
  <inkml:trace contextRef="#ctx0" brushRef="#br0" timeOffset="-199041.2">21948 16648 95 0,'-4'-4'110'0,"-2"1"-89"0,2 2 20 0,3-1-23 16,0 2-11-16,1 0-7 15,0 3-1-15,0 7 1 16,0 2 1-16,0 5-1 16,2 2 1-16,4 4 0 0,1 1-1 15,1 0 1-15,-1 3-2 16,-1-1-3-16,1-1-15 15,-4-1-27-15,-1-5-50 16</inkml:trace>
  <inkml:trace contextRef="#ctx0" brushRef="#br0" timeOffset="-198350.11">22138 16636 212 0,'0'0'7'15,"0"0"8"-15,0 0-5 16,0 0-7-16,0 0-3 15,0 0-5-15,0 0 0 16,0 0 5-16,0 0 1 16,-19-17-1-16,12 23 0 0,2 4 3 15,1-2-2-15,0 0-1 16,2-1 1-16,2 0-1 16,0 0 0-16,0-4-1 15,0 0-2-15,1-2 1 0,3 0 1 16,3-1 2-16,-3 0 1 15,1 0 0-15,2 0-1 16,-3 0 1-16,0-2 1 16,-1 0-1-16,0 2 1 15,0 0-2-15,-1 0 2 0,1 3 0 16,-1 4 0-16,1 5 0 16,1 0-2-16,-1 3 0 15,1 0-1-15,1 1 2 16,-1-2-2-16,3 0 0 15,0-2 1-15,-1-2-1 16,-1-1-1-16,-1-1-4 0,-2-3-10 16,0 1 6-16,-2-2 5 15,0-1 3-15,0-3 3 16,-3 0 6-16,-1 0 1 16,1 0 2-16,1-1-1 15,1-8-2-15,-1 1 3 16,2-4-4-16,0-1-1 0,0-4-1 15,0-1 6-15,0-1-4 16,0-2-4-16,0 0-1 16,0 2-2-16,0 2-4 15,-6 2-9-15,-4 5-17 0,-5 5-17 16,-1 4-50-16,-2 1-7 16</inkml:trace>
  <inkml:trace contextRef="#ctx0" brushRef="#br0" timeOffset="-197808.25">22480 16564 280 0,'0'0'3'0,"0"0"-1"0,0 0 2 15,21-38-3-15,-15 32-1 16,-3 0 1-16,1 3-1 16,0 2 0-16,1 1 0 0,2 0-2 15,0 0-2 1,0 7-2-16,1 2-6 0,-1 3-6 16,-1 1-19-16,-2 4-17 15,-2-1 5-15,-1-2-4 16,-1-1 25-16,0-4 37 0,0-4 20 15,0-1 1-15,0-4 4 16,0 0 12-16,4 0-4 16,-1-4-21-16,2-3-18 15,4-6-4-15,3-1 2 16,2 0 0-16,2-2-3 16,2 1 4-16,1 2-3 0,0 2 11 15,3 3-3-15,-6 5-2 16,0 3-4-16,-4 3-2 15,-4 10-2-15,-3 7-9 16,-5 1-3-16,0-1 8 16,-2 0 7-16,-6-6 0 0,5-1 2 15,1-6 10-15,2-3 0 16,2-4-1-16,18 0-1 16,9-8 19-16,12-8-7 15,13-4-17-15,10-6-5 16,8-4-8-16,4-4-25 0,-2-3-58 15</inkml:trace>
  <inkml:trace contextRef="#ctx0" brushRef="#br0" timeOffset="-197330.56">19688 17751 266 0,'0'0'-7'0,"0"0"9"0,39-20-4 0,-21 5 2 16,9 2-17-16,-1-4-11 0,-5 1-41 15,-2 2-57-15</inkml:trace>
  <inkml:trace contextRef="#ctx0" brushRef="#br0" timeOffset="-197190.35">19868 17815 304 0,'0'0'1'15,"0"0"-27"-15,42-1 18 16,-21-11-32-16,4-5-119 15</inkml:trace>
  <inkml:trace contextRef="#ctx0" brushRef="#br0" timeOffset="-196961.39">20258 17527 228 0,'0'0'4'0,"0"0"-1"0,3 38 3 16,1-18 3-16,1 4-4 15,6 3-2-15,-2 3-2 16,1 1 2-16,2-1-3 16,-2 3-1-16,-4-2-12 15,-2-2-78-15</inkml:trace>
  <inkml:trace contextRef="#ctx0" brushRef="#br0" timeOffset="-196364.04">20518 17558 141 0,'0'0'4'16,"0"0"-3"-16,0 0-1 16,0 0 0-16,0 0-4 0,0 0 4 15,0 0 7-15,0 0 9 16,-7-10 8-16,7 7 10 15,-4-1-16-15,2 0-6 16,-2 2-8-16,-3 1-4 16,0 1-5-16,-2 0-7 15,-1 3-5-15,-1 5 9 0,0 3 7 16,-1 0 2-16,4-1 0 16,2-2 0-16,3-1 0 15,3 0 0-15,0-1 2 16,0 0 0-16,2-1 4 15,7 1 6-15,1 1-2 0,5 2-3 16,0 2-3-16,1 2-2 16,1-2 0-16,-3 2-2 15,0-1 0-15,-1-1-1 16,-5-3 0-16,0-2 1 16,-4 0-1-16,-2-1 0 0,1-2 0 15,-3 3 2-15,0-1-1 16,0 3 0-16,-7 2 2 15,3 1-3-15,-6 2 0 16,4-1 0-16,-4-1 0 16,5-2-2-16,-4-2-1 15,4-1-3-15,-1-4-13 0,2-2-18 16,-3-1-58-16</inkml:trace>
  <inkml:trace contextRef="#ctx0" brushRef="#br0" timeOffset="-196213.83">20465 17531 272 0,'0'0'-2'0,"0"0"3"0,60-52 0 0,-31 33-2 0,2-1-35 0,2 3-75 15</inkml:trace>
  <inkml:trace contextRef="#ctx0" brushRef="#br0" timeOffset="-195730.29">20902 17584 224 0,'0'0'3'0,"0"0"11"15,0 0-11-15,0 0 7 16,1-46-5-16,5 35 0 16,0 1 5-16,4 3-1 15,-3 1 1-15,3-1-4 16,4 6-2-16,-1 1-3 0,0 0-1 16,1 8-2-16,-3 5-14 15,-5 5-6-15,-1 2 3 16,-2 2 10-16,-3-1 5 15,0-3 4-15,-2-3 4 16,-3-5 1-16,3 0-2 16,-1-5-2-16,3-5-1 0,0 0-5 15,0-3-7-15,0-9-20 16,0-5 8-16,0-4 13 16,0-3 11-16,0 0 10 15,3 0 18-15,-1 4 5 16,0 3-11-16,-1 7-8 0,0 3-3 15,0 6 9-15,1 1-9 16,-2 4-13-16,2 8-5 16,1 5-1-16,2 2 4 15,2 4 0-15,3 0-13 0,-2-2-17 16,1-1-14-16,-2-6-50 16</inkml:trace>
  <inkml:trace contextRef="#ctx0" brushRef="#br0" timeOffset="-195589.25">21173 17662 284 0,'0'0'4'0,"6"37"-2"0,1-13 0 0,-1 4-1 0,5-1-4 16,1 3-32-16,-7-6-35 15,3-3-41-15</inkml:trace>
  <inkml:trace contextRef="#ctx0" brushRef="#br0" timeOffset="-195346.17">21497 17581 6 0,'0'0'279'0,"0"0"-282"15,0 0 7-15,0 0-7 0,43-27 5 16,-28 18 3-16,3 1-4 16,-1-2 3-16,4 0-2 15,3 1-1-15,0-2-1 16,2 1-3-16,0-2-23 16,-1 0-12-16,-6-1-69 0</inkml:trace>
  <inkml:trace contextRef="#ctx0" brushRef="#br0" timeOffset="-195165.01">21732 17399 191 0,'0'0'52'16,"0"0"-41"-16,-33 44 0 16,25-20 0-16,2 3-6 15,3 6-2-15,3-2-2 16,0 2 0-16,0-2-2 0,5-2-10 15,4-7-36-15,1-7-59 16</inkml:trace>
  <inkml:trace contextRef="#ctx0" brushRef="#br0" timeOffset="-194635.8">22026 17413 309 0,'0'0'-5'0,"0"0"11"0,27-38-5 16,-15 29 0-16,0-2-1 15,0 3-1-15,1 3-2 16,-5 4-1-16,-2 1-3 16,-5 7-15-16,-1 10-6 15,0 4 2-15,-8 5 9 16,-1 2-17-16,-1-2 5 0,4-2 20 15,4-6 9-15,2-6 1 16,0-6-2-16,12-5-11 16,1-1-9-16,5-3 3 15,-2-8-3-15,3-3 6 0,-1-2-8 16,-2-1 22-16,-3 1 34 16,-1 3 15-16,-6 2 0 15,-3 5 7-15,-1 4-3 16,-2 2-18-16,0 0-22 15,0 5-14-15,0 7 9 16,4 0-7-16,0 3 0 0,3-3 1 16,3 0-2-16,3-5 0 15,0-3 1-15,-1-2 0 16,1-2-1-16,0 0 3 16,-4-5-3-16,-2-2 4 0,0-6 0 15,-4-1 5-15,-2-3 1 16,-1-3-2-16,0-2-4 15,-2-1-2-15,-8 0-1 16,1 3-2-16,1 5-12 16,-5 3-17-16,3 5-41 15,0 4-51-15</inkml:trace>
  <inkml:trace contextRef="#ctx0" brushRef="#br0" timeOffset="-194165.16">22431 17249 278 0,'0'0'0'0,"0"0"3"0,46-29-2 0,-33 22 0 16,-1 3 0-16,-4 1 0 0,-2 3-1 15,0 0 1-15,0 3 2 16,0 7-1-16,-3 1-3 15,1 2 4-15,-1 4-12 16,-2-3-18-16,-1 2 2 16,0-5 4-16,0 0 8 0,0-3 1 15,0-4-2-15,0-1 8 16,0-3 5-16,1 0-11 16,3-5 1-16,3-5-1 15,0-4 6-15,1 1 1 16,-1-5 0-16,1 3 5 15,-2 3 7-15,-3-1 20 0,-2 5 17 16,0-1 16-16,-1 5-20 16,0 3-14-16,0 0-10 15,0 1-11-15,1 0-5 16,1 0-2-16,2 9-3 16,-1 2 8-16,5 5 0 15,-2-2-1-15,4 2-1 0,-2 1-4 16,5-3-16-16,-1 2-23 15,-1-5-21-15,1-2-28 16,-3-2-25-16</inkml:trace>
  <inkml:trace contextRef="#ctx0" brushRef="#br0" timeOffset="-193966.62">22728 17354 88 0,'0'0'41'16,"0"0"-21"-16,0 0 9 16,0 0-7-16,0 0-3 15,0 0-2-15,0 0 4 0,0 0-11 16,0 0 0-16,9 24-8 15,-12-11-1-15,-1-1 2 16,3-2-1-16,0-3 1 16,1-2-1-16,0-4 1 15,7-1 1-15,7 0-6 16,5-10 5-16,4-7-4 0,8-8-7 16,2-7-55-16,3-6-142 15</inkml:trace>
  <inkml:trace contextRef="#ctx0" brushRef="#br0" timeOffset="-191694.39">23629 15520 64 0,'0'0'2'0,"0"0"-2"0,0-4 0 16,0 0 1-16,0-1 1 0,0 2 18 15,0-1 11-15,0 0-3 16,0 1-3-16,0-2-13 16,2 1-10-16,5 0-1 15,0 0-2-15,4 0 2 16,3 1 0-16,-1-1-1 0,1 2 0 15,-3 1 0-15,0 1 1 16,-4 0-1-16,1 0 1 16,-4 1 1-16,-1 8 3 15,-1 2-2-15,0 5 0 16,-2 1-3-16,0 6 0 16,-2 2 0-16,-4 2 0 0,-2 2 0 15,0 2 1 1,0 0-1-16,1 2 0 0,4 2 1 15,1-2 1-15,2-2-1 16,0 0 1-16,0-1-1 16,8-3 0-16,3 0 0 0,3-4 1 15,-1-3-1-15,2-4-1 16,0-4 0-16,1-3 1 16,-1-5 2-16,0-1-2 15,-1-3 2-15,-3 0-1 16,-1 0 2-16,-2-4 7 0,-3-2 1 15,-3 0-2-15,-2 0-5 16,0 1 2-16,0 2-6 16,-7 1 4-16,-2 2-4 15,-5 0-3-15,-1 10 3 16,1 5-1-16,-1 7 0 16,1 4 0-16,4 5-1 0,1 3 0 15,2 2-1-15,2 1-1 16,3-2 0-16,2 2 3 15,0 0 0-15,0-1 0 16,2 3 0-16,5 4 0 16,-1 3 0-16,2 3 0 0,-2 4 2 15,3 2-2-15,-1 6 0 16,0 0 0-16,0-1 0 16,0 1 0-16,-2-4 1 15,0-3-1-15,-3-7 0 0,1-6 0 16,-4-6 1-16,0-6-1 15,0-2 0-15,0-2 1 16,-6-4 0-16,-6-1 0 16,-3-1 0-16,-4-1 0 15,-6-1 0-15,-2-2-1 16,-3-3 0-16,-1-3 0 0,-2-6 1 16,-1-3-1-16,0 0 1 15,1-5-3-15,-1-9-36 16,1-7-73-16</inkml:trace>
  <inkml:trace contextRef="#ctx0" brushRef="#br0" timeOffset="-183672.96">7760 17100 34 0,'-2'0'26'0,"0"0"-17"0,-2-2-2 15,2 1-2-15,2-1-4 16,0 1-1-16,0-1 4 16,0 1-2-16,0-2 0 15,0 2 4-15,0-1 4 16,0 2-6-16,0 0-2 0,0 0-2 15,0 0-3-15,0 0 1 16,0 2 6-16,0 3-3 16,0 4 1-16,0 2-1 15,0 6 0-15,4 2 0 16,4 5 3-16,-1 4-3 0,3 5 0 16,0 1 1-16,-1 0-1 15,-2 0 1-15,0-4-1 16,-1-3-1-16,-4-3 0 15,-1-7-3-15,-1-7-17 16</inkml:trace>
  <inkml:trace contextRef="#ctx0" brushRef="#br0" timeOffset="-182868.63">7512 17158 102 0,'0'0'1'0,"0"0"-1"0,0 0 4 0,40-31-1 15,-22 22-1-15,3 0-2 0,0 1 1 16,6-1 0-16,1-2 0 16,1 0 0-16,4-1 0 15,0-3 2-15,-3-4-2 16,1-1 0-16,-2-1-1 16,-6-3-1-16,-1 1-3 0,-7 0 1 15,-2 3 1-15,-3 1 1 16,-4 4 1-16,-5 1 0 15,-1 6 1-15,0-1 1 16,0 4 5-16,-3 2 6 16,-1 3 2-16,0 0-5 15,2 0-11-15,2 11 0 0,0 3-2 16,0 9 0-16,0 3 3 16,3 6 0-16,4 2 0 15,0 3-2-15,1-1 1 16,2-1 2-16,1 1 0 15,-2-4 0-15,4 2-1 0,-2-2 0 16,1 3 1-16,-1-2 0 16,-2-2 0-16,2-1-1 15,-4-3 1-15,-3-4-1 16,-1-5 2-16,0-2-1 16,0-6-1-16,-3-4 0 0,0-4 1 15,0-2 2-15,0-7-2 16,0-7 7-16,0-8-6 15,0-3-1-15,0-5 1 16,0 0-2-16,0 2 1 0,0 0 0 16,0 5 4-16,0 3 0 15,6 2 0-15,0 3 2 16,2 4-4-16,1 5-2 16,5 2-2-16,-1 4-1 15,3 0-1-15,1 10-4 16,-1 3 5-16,-1 2 2 0,0 3-2 15,-3 1-3-15,-1-3-3 16,-1 0-14-16,-3-2 17 16,1-4-16-16,-3-2 3 15,4-5-4-15,-5-3-5 16,3 0-13-16</inkml:trace>
  <inkml:trace contextRef="#ctx0" brushRef="#br0" timeOffset="-182583.22">8306 17232 41 0,'0'0'18'0,"0"0"-6"0,0 0-6 0,0 0 1 16,0 0-1-16,0 0 3 16,0 0 2-16,0 0 0 15,0 0 4-15,0 0-6 16,0 0-4-16,29-45 0 16,-29 36-1-16,0-2-2 15,0 3 0-15,0 0 0 0,-2 2 1 16,-5 2 24-16,4 1-5 15,-1 3-8-15,-2 0-11 16,5 4 0-16,1 9-3 16,0 4 0-16,0 1 0 15,2 2 0-15,7-1 1 16,5-3-3-16,1-3-8 0,3-4-12 16,5-6-14-1,-4-3-7-15,6-6-81 0</inkml:trace>
  <inkml:trace contextRef="#ctx0" brushRef="#br0" timeOffset="-182335.31">8702 16749 128 0,'0'0'7'16,"0"0"-4"-16,0 0 4 15,-39 2-10-15,32 13 2 16,3 4 1-16,0 7-4 16,3 5 5-16,1 4-3 0,0 1 5 15,3 1-2-15,4-3 0 16,4-4 2-16,0-3 0 16,0-4-2-16,-1-3-16 15,-4-7-42-15</inkml:trace>
  <inkml:trace contextRef="#ctx0" brushRef="#br0" timeOffset="-181787.47">8619 16855 203 0,'0'0'-26'0,"-11"-37"38"16,6 20 1-16,5 0-6 15,0 2-3-15,7 2-4 16,2 3-1-16,3 1 1 16,2 5-1-16,1 4 0 0,2 0-5 15,0 7-6-15,-1 10 7 16,-1 6 2-16,-1 4-3 16,-3 6 7-16,-4 1-2 15,-2 1-7-15,-5-1-1 16,0-5 1-16,0-4 6 0,-6-5 2 15,0-7-1-15,2-6 4 16,-2-3 2-16,5-4 2 16,-1 0 7-16,2 0-3 15,0-3-6-15,0-5 0 16,0-2-1-16,6 1-3 16,3-1-2-16,3 3 1 0,1 3 0 15,1 1-1-15,3 3 1 16,0 0-2-16,2 7-1 15,-1 7-2-15,-3-2 3 16,-1 6 1-16,-5-1-3 0,-5 0 2 16,-4 3 2-16,0 0 1 15,-8 3-1-15,-8 0 3 16,-2 2-3-16,-6-2 3 16,3 0-2-16,-3-6-1 15,4-4 3-15,0-5-2 16,7-8 1-16,4 0-2 0,3-13-12 15,6-11-25-15,0-4-12 16,5-7-48-16</inkml:trace>
  <inkml:trace contextRef="#ctx0" brushRef="#br0" timeOffset="-181432.57">8952 16994 70 0,'0'0'3'0,"0"0"1"0,0 0 0 0,0 0-2 16,0 0-1-16,0 0 1 15,0 0 6-15,37 26 2 16,-35-38 9-16,1-2-1 16,-3-5 7-16,0-1-3 15,0-2-8-15,0 2-4 0,-4 0-5 16,1 2-1-16,-3 5-4 15,0 2 2-15,0 4-2 16,2 4-1-16,-2 3 2 16,3 1 1-16,1 14-4 15,2 7-2-15,0 8 3 0,0 3 1 16,0-2 1-16,5 0 1 16,3-4-1-16,4-7-2 15,-2-4-8-15,3-4-14 16,4-6-6-16,-2-1-4 15,1-5-10-15</inkml:trace>
  <inkml:trace contextRef="#ctx0" brushRef="#br0" timeOffset="-181068.96">9183 16858 70 0,'0'0'-1'0,"0"-45"9"15,-6 30 14-15,-2 2-8 16,1 5-4-16,-3 1-6 15,2 7 9-15,1 0-9 16,-2 0-3-16,0 10-1 16,1 6-1-16,3 3 1 15,-2 3-2-15,4-1 7 0,3 0-4 16,0-2 0-16,2-4-1 16,10-2 0-16,-1-1 0 15,3-4 0-15,1 0 1 16,2-2-1-16,0 0 1 15,-1-2 0-15,-3 1-1 0,-3 0 1 16,-2-1-1-16,-6 2 1 16,-2 1-2-16,0 4 5 15,-6-1 17-15,-6 3-11 16,-1 2-6-16,-1-3 0 16,3 0-2-16,1-2-1 0,3-3-1 15,-1-4-22-15,4-3-25 16,2-2-83-16</inkml:trace>
  <inkml:trace contextRef="#ctx0" brushRef="#br0" timeOffset="-180764.44">9280 16449 61 0,'0'0'2'0,"0"0"-2"0,10 45 1 0,0-20 4 16,-1 3-2-16,2 2 1 0,1 2-2 16,2 0 1-16,-1 0-1 15,-1 0 0-15,2-1 2 16,-3-3-2-16,1 2 2 15,-1-4-2-15,-2 2 0 16,0-1 1-16,-4 0-2 16,-2 0 2-16,-3-4-5 0,0-3-14 15</inkml:trace>
  <inkml:trace contextRef="#ctx0" brushRef="#br0" timeOffset="-180552.46">9342 16908 150 0,'0'0'11'0,"0"0"8"16,0-40-13-16,12 20-1 15,3-4-5-15,5 0 1 0,3-3 0 16,2 1 1-16,3 2-2 16,1 3 0-16,0 2 0 15,0 4-3-15,1 1-9 16,-1 3-18-16,-4 3-8 15,-3 1-43-15</inkml:trace>
  <inkml:trace contextRef="#ctx0" brushRef="#br0" timeOffset="-179998.8">8460 17815 13 0,'0'0'20'0,"65"-34"-5"0,-26 11-5 15,9-6-2-15,0-4-2 16,7-4 3-16,3-5 4 0,2-1 3 16,3-3 0-16,2 1-3 15,4-2-5-15,0 1-2 16,1 1 2-16,-1 1 2 16,-4 2-2-16,-1 3-1 15,-6 6-4-15,-4 4-2 0,-8 6 0 16,-4 3 0-16,-7 5 0 15,-6 6-1-15,-6 3 0 16,-6 2 2-16,-5 4-1 16,-4 0-5-16,-3 12-12 15,-5 3-52-15</inkml:trace>
  <inkml:trace contextRef="#ctx0" brushRef="#br0" timeOffset="-174243.35">9240 16087 36 0,'0'0'3'0,"0"0"4"0,0 0 0 0,0 0 2 0,-36-43 6 15,23 35 0-15,-3-1 0 16,-4 1-3-16,2 2-5 16,-4 3-5-16,-1 2-1 15,-1 1 0-15,-1 0-1 0,1 0 0 16,-1 0 0-16,-4 3-1 16,-2 2 1-16,-3 1-1 15,-4 1 1-15,-2 0 2 16,-2 0 1-16,1 0-1 15,0-1-1-15,0 1 0 16,0-1-1-16,-1-1-1 0,-1 1-2 16,-3 4 0-16,-4 1 1 15,-1 2-1-15,2 6 1 16,-1-1 2-16,-3 5 4 16,4-2-3-16,-1 2-1 0,0 0 0 15,0-1 0-15,0 1 0 16,4 1 0-16,-5 2 0 15,2 2 0-15,-3 2 0 16,0 3 0-16,2 1 0 16,0 1 2-16,1 2 1 0,4 2-1 15,-2 0 0-15,1 1 0 16,2 1-1-16,0 0 1 16,2 2 0-16,1 2 1 15,1 1-1-15,5 1 0 16,3-3 10-16,3 1-10 0,2-2-2 15,3-2 0-15,8-2 0 16,-2 0 0-16,7 1 0 16,2 1 0-16,2 2-2 15,2-1 1-15,3 0 0 16,2 0 0-16,0-2 0 16,1 0 1-16,9-2-1 0,4 0 0 15,1-2 1-15,3 1-2 16,3 0 1-16,1-2 1 15,3 2 0-15,1-4 0 16,3 0 0-16,3 1-1 0,3-2 0 16,1 2 0-16,5 0 1 15,1 3 0-15,3 2 0 16,6 0 1-16,3 0-1 16,4 1 1-16,7-2-2 15,2-1 1-15,-2-2 0 0,1-2 0 16,-1-2 0-16,1-5 0 15,-1-5 1-15,1-4-1 16,6-5 1-16,6-7-1 16,6-5 0-16,0 0 1 15,3-6 2-15,0-7-2 16,-1-2 1-16,0-2 0 16,1-1 0-16,1-1-1 0,7-1-1 15,-3-2 1-15,0-4 2 16,-5-5-2-16,-4-6 2 15,-9-9-1-15,-5-8 2 16,-3-10 0-16,-3-9 3 0,-1-8-5 16,-3-6 1-16,-6-4-1 15,-5-5-4-15,-10-1-5 16,-12-1 0-16,-12 4 4 16,-10 5 4-16,-4 4 3 15,-9 2 20-15,-13 5-16 0,-2 5 13 16,-9 1-3-16,0 4-5 15,-5 1-1-15,-2 6-4 16,-7 0-2-16,-4 6-3 16,-3 1 2-16,-4 6-5 0,-4 5-1 15,1 4 1-15,-3 4 1 16,-1 5-1-16,-2 3 0 16,2 3-1-16,-3 2-1 15,-1 4 0-15,3 6 2 16,1 3 0-16,4 6-2 15,1 3 1-15,4 0 0 0,9 10 1 16,6 10 0-16,10 1 0 16,5 6-2-16,10 3-32 15,5 4-13-15,6 0-8 16,5-5-6-16</inkml:trace>
  <inkml:trace contextRef="#ctx0" brushRef="#br0" timeOffset="-173829.19">8730 16198 106 0,'-4'-2'1'0,"1"1"7"0,1 1 10 0,2 0-6 15,0 0-13-15,0 10-2 16,0 2 2-16,0 1 0 16,0 2 1-16,2-1 0 0,8-3 1 15,-1-4-2-15,3-3 1 16,4-4-1-16,5 0 1 15,1-17 0-15,9-14 2 16,8-14 2-16,5-18 0 16,16-18-1-16,9-14 8 15,14-14 14-15,13-9-9 0,14-10-5 16,14-3-7-16,13-4-3 16,16-2 1-16,13-6-5 15,10-4-50-15,7-7-93 16</inkml:trace>
  <inkml:trace contextRef="#ctx0" brushRef="#br0" timeOffset="-172176.27">21195 2917 41 0,'0'0'4'0,"0"0"2"0,0 0 1 16,0 0 1-16,13-40 1 15,-6 31-6-15,-4 4 0 16,3-1-2-16,-1 5-1 0,0-1-1 16,-1 2-1-16,0 0 0 15,-1 3 3-15,0 7 2 16,0 0 5-16,1 1-2 15,-1 1-1-15,3-2-3 16,-1 0-1-16,0-3 0 0,3-3 1 16,-3-2 1-16,7-2 1 15,0-2 8-15,6-11 4 16,4-7-2-16,8-10-1 16,7-6-1-16,9-7-6 15,7-7-3-15,4-4-1 16,7-3 0-16,3 2 3 0,4 1-14 15,-6 4-64-15</inkml:trace>
  <inkml:trace contextRef="#ctx0" brushRef="#br0" timeOffset="-171578.75">23329 2367 48 0,'0'0'30'0,"0"0"-7"0,0 0-12 0,0 0-2 15,0 0-5-15,0 0 0 16,0 0-3-16,0 0-2 16,0 0-4-16,0 0 1 0,0 0 3 15,-8 2-1-15,13 6 1 16,-1 2 1-16,1-3 1 15,1-1-1-15,1-5 2 16,4-1-2-16,4-7 1 16,6-12 7-16,5-10 4 0,8-8-2 15,6-9-2-15,8-5-1 16,5-3-1-16,5-1-3 16,4 1-2-16,-1 1 1 15,-3 5-11-15,-8 1-44 16</inkml:trace>
  <inkml:trace contextRef="#ctx0" brushRef="#br0" timeOffset="-170844.58">20698 4543 60 0,'0'0'11'0,"0"0"-6"0,0 0 0 16,-13 37-1-16,12-26-1 0,1 0-1 15,0 1-1-15,0-2-1 16,0 0 0-16,4 1 0 16,1-2 0-16,0-3 1 15,2-2-1-15,-2 0 0 16,0-3 0-16,3-1-1 15,3-1 1-15,4-15 18 0,11-11 9 16,4-11 7-16,9-10-17 16,11-12-6-16,12-12-6 15,10-11 1-15,10-6-4 16,10-9 0-16,10-5 2 16,2-2-8-16,-5 3-72 0</inkml:trace>
  <inkml:trace contextRef="#ctx0" brushRef="#br0" timeOffset="-170226.62">22755 4461 33 0,'0'0'18'0,"0"0"4"0,0 0-8 0,0 0-4 15,0 0-3-15,0 0 2 16,0 0-2-16,0 0 5 16,0 0 3-16,0 0-3 15,0 0-9-15,-25-23-15 16,25 30 13-16,5 1-2 0,2 2 1 16,0 2 0-16,1-2 0 15,-1-2 0-15,3-1 0 16,1-4 0-16,1-3-2 15,5 0 3-15,7-18 4 16,6-8 3-16,12-15 2 16,11-13 2-16,14-17-1 0,16-13-3 15,16-14-2-15,18-14-3 16,17-6-1-16,12-10 1 16,6-8-10-16</inkml:trace>
  <inkml:trace contextRef="#ctx0" brushRef="#br0" timeOffset="-161520.33">12110 17251 106 0,'0'-10'6'0,"-1"-2"6"0,-3 0 5 0,-1-1-9 0,1 2-7 15,-2 3-1-15,-2 1 1 16,-2 2-1-16,1-1-1 16,0 4 1-16,-2 0 7 15,2 1 4-15,-2 1 5 16,1 0-2-16,0 0-11 0,1 1 5 16,-1 5-5-16,0 3-2 15,3 0 1-15,-1 4-7 16,4 3 6-16,0 2 1 15,-1 0-2-15,3 0 0 16,2 0 0-16,0-1 0 0,0 0 0 16,0-4 0-16,0-3 1 15,0 0-2-15,3 0 1 16,3-3 0-16,-2 0-1 16,2-1 3-16,2-1-2 15,-3-1-1-15,4 0 4 0,0 1-3 16,-2 0 1-16,3-2-1 15,-4 1 1-15,4 0-1 16,-5 0 0-16,3-1 0 16,-5 1 1-16,3-1-1 0,-1 1 0 15,-4-1 0 1,0-3 0-16,-1 2 0 0,1-1 0 16,-1 2 2-16,0-2 5 15,0 1 1-15,0-2-2 16,-3 3-4-16,0-2-1 15,1 2 1-15,0-1-2 0,1 2-3 16,1-3-14-16,0-1-56 16,0 0-41-16</inkml:trace>
  <inkml:trace contextRef="#ctx0" brushRef="#br0" timeOffset="-155513.15">12040 17243 66 0,'0'0'28'0,"0"0"-2"0,0 0-9 0,0 0-8 15,0 0-6 1,0 0-2-16,0 0 0 0,0 0 5 16,0 0-2-16,0 0 0 15,-22-37 3-15,22 33-4 16,0-3-2-16,0 2-1 16,2-3 0-16,5 1 0 0,0 1-1 15,0-1 1-15,3 1 0 16,0-1 4-16,1 3 3 15,0-1-1-15,4 1 0 16,-1 3-4-16,2-1-1 16,1 2-1-16,-1 0 0 0,-5 4 1 15,-2 5-2-15,-4 3-2 16,-5 2-3-16,0 1 3 16,-7 3 3-16,-8 3 2 15,-4 0 2-15,-2 5 1 16,0-2-1-16,-4 1-4 0,1-2 4 15,4-3-2-15,0-6 0 16,6-2-2-16,3-4 1 16,6-4 0-16,3-2 2 15,2-2 1-15,0 0-15 16,0 0 20-16,6 0-7 0,6 0 0 16,-1 0 0-16,1 0 1 15,1 0 0-15,2 0-2 16,1 0 2-16,-3 4-2 15,3 3 0-15,0 2-1 16,2 3 2-16,-3 0 0 16,3 5-5-16,-2-3-22 0,-5-3-72 15</inkml:trace>
  <inkml:trace contextRef="#ctx0" brushRef="#br0" timeOffset="-155149.37">12332 17436 297 0,'0'0'-3'0,"0"0"6"0,0 0-3 0,0 0-3 16,0 0 3-16,0 0-9 0,0 0-1 16,0 0 5-16,0 0 4 15,21-45 2-15,-17 31 0 16,-3-1-2-16,1 0 2 15,-2-1 0-15,0 2-1 0,0-1 0 16,-1 4-1-16,-3 3-4 16,-4 2 1-16,3 5-1 15,-3 1 4-15,0 0 2 16,3 11 1-16,1 7 3 16,2 4-4-16,2 3 0 15,0 4-1-15,0-1 1 0,9-4 0 16,1 1-1-16,1-7-2 15,3-3-2-15,5-2-6 16,-1-4-7-16,0-6-18 16,4-3-40-16</inkml:trace>
  <inkml:trace contextRef="#ctx0" brushRef="#br0" timeOffset="-154758.45">12626 17304 177 0,'0'0'33'0,"0"0"15"15,0 0-21-15,-11-37-14 16,0 36-7-16,1 1-8 0,2 1-2 16,-4 10 3-16,2 2-2 15,3 4 4-15,3-2-1 16,3 0-2-16,1 1 2 16,0-5-11-16,9-2-9 15,2-4 0-15,1-5 2 0,0 0 16 16,-1 0 2-16,1-5 1 15,-1-3 0-15,-1 0 0 16,-4-1 5-16,1 5 2 16,-1 2-2-16,-3 2-3 0,3 0-2 15,0 12-1-15,-1 2-1 16,2 5 2-16,-4 4 1 16,0-1 0-16,0 3-1 15,-3-1 0-15,0 0-1 16,0 0-2-16,-6-3 2 0,-1 2 1 15,-4-2 3-15,-3 0-1 16,1-4-2-16,-3-1-2 16,3-4-11-16,-1-7-18 15,3-5-65-15</inkml:trace>
  <inkml:trace contextRef="#ctx0" brushRef="#br0" timeOffset="-154405.7">12769 17354 141 0,'0'0'8'0,"0"0"-6"0,38 0-1 0,-23 0-2 16,2 1 2-16,0 6-1 15,-3 1 0-15,-2 3-2 0,1 0 1 16,-3 2 1-16,-1 0 0 15,-2-2 1-15,-2 0 1 16,-1-4-2-16,-4-1-2 16,0-3 2-16,0-3 15 15,0 0 24-15,0-3-11 16,-6-10-9-16,4-4 0 0,-1-4-7 16,3-4-2-16,0-3-5 15,0 1-4-15,7-2 0 16,3 5-1-16,5 2-1 15,0 8-6-15,5 1-17 16,-3 6-44-16,-2 3-48 16</inkml:trace>
  <inkml:trace contextRef="#ctx0" brushRef="#br0" timeOffset="-154077.55">13155 17399 2 0,'0'0'197'0,"0"0"-195"15,0 0 0-15,0 0 3 16,0 0 8-16,41 7-6 16,-35-18-3-16,1-3-1 0,-4-3-1 15,-1-2 1-15,-2-1 9 16,0 0 0-16,0 2-1 16,0 1-6-16,-5 3-2 15,-2 4-1-15,1 4 1 16,-5 3-2-16,4 3 3 15,-2 3-5-15,3 9 8 16,-2 6-8-16,6 3 2 0,0 6 1 16,2 0-2-16,0 0-4 15,0-3 9-15,6 0-4 16,4-4-1-16,1-1-1 16,5-6-12-16,0-5-24 0,4-6-13 15,2-2-46-15</inkml:trace>
  <inkml:trace contextRef="#ctx0" brushRef="#br0" timeOffset="-153733.48">13468 17236 170 0,'0'0'4'0,"3"-43"53"16,-3 29-21-16,0 2-20 16,-5 6 0-16,-3 4-14 15,-1 2-6-15,-3 7-1 16,1 7 3-16,-2 6 4 0,-1 3-1 15,5 1-1-15,5-1 2 16,2 0-2-16,2-1 2 16,0-6-2-16,5-2 1 15,5-1 0-15,4-6-3 16,-1-4 0-16,3-2 4 0,-1-1 2 16,0 0-2-16,-2 0-2 15,-1 0 1-15,-2-2-1 16,-4 2 0-16,-4 0 0 15,-2 0-7-15,0 8-9 16,-4 2 14-16,-9 1-9 0,0 2 14 16,0 1-3-16,1 0-1 15,1-2-5-15,4-3-24 16,2-8-41-16,5-1-61 16</inkml:trace>
  <inkml:trace contextRef="#ctx0" brushRef="#br0" timeOffset="-153185.59">13641 17195 231 0,'0'0'8'0,"18"-36"-7"0,-13 22 0 16,-3 4 0-16,-2 2-1 16,0 3-1-16,-3 5-6 15,-10 0 7-15,1 6 0 16,-1 7 1-16,-2 4 4 15,2 4 2-15,-2 0-4 16,6 6 0-16,3-2-2 0,2-1 0 16,4-2 0-16,0-3 1 15,2-4-1-15,5-5-1 16,5 0 0-16,3-4 5 16,2-2-3-16,-1 0 1 15,1-1-1-15,0 0-1 0,-3 0 1 16,-2 3-2-16,-3-1 0 15,-5 1-2-15,-4 1-6 16,0 3 1-16,-6-1 7 16,-3-2 0-16,-2-1 0 15,4-2 0-15,-1-4 9 0,5 0 6 16,1-5-4-16,2-10-4 16,0-4-5-16,6-2-2 15,5-2-2-15,3 2 2 16,-1 0-1-16,1 4 2 15,1 4-2-15,-2 3 4 16,2 4-2-16,-1 5 0 0,0 1-1 16,-3 0 0-16,1 7 0 15,-4 4 0-15,1 1-2 16,-5 1 2-16,1 1 1 16,0 1-2-16,-2-2 3 15,-1-2-1-15,0-1-7 0,0-4-30 16,-2 0-31-16,0-4-47 15</inkml:trace>
  <inkml:trace contextRef="#ctx0" brushRef="#br0" timeOffset="-153064.54">13816 17148 276 0,'0'0'-17'0,"0"0"22"0,0 0-13 0,0 0-80 0</inkml:trace>
  <inkml:trace contextRef="#ctx0" brushRef="#br0" timeOffset="-151983.14">15162 17075 13 0,'0'0'142'16,"0"0"-119"-16,0 0-3 0,0 0-15 0,0 0-3 16,0 0-2-16,0 0 1 15,0 0 3-15,0 0 2 16,0 0 5-16,0 0-1 16,-23-34-7-16,18 31-1 0,-3 0 1 15,2 2 1-15,-4 0-3 16,3 1-1-16,-3 0 0 15,0 0-1-15,-1 5 2 16,1 4-1-16,-1 2-5 0,0 1 3 16,2 5 3-16,4-3-1 15,1 1 0-15,4-2 1 16,0 0-1-16,0-3-1 16,4-1-1-16,5-2-2 15,1-2 4-15,1 0 0 16,1-2 0-16,1-1 1 0,0 2-1 15,2-1 0-15,-2-1 0 16,1 3 0-16,-3-2 0 16,0 3 1-16,-3 1-1 15,0 2 0-15,-3 1 0 16,-3 0-1-16,-2 2 0 0,0 0 0 16,0-2 0-16,-7 0 0 15,-4-2 2-15,-2-1 2 16,0-3 3-16,-2-1 5 15,0 1 0-15,-1-2-6 16,1-1-2-16,1-1-3 0,3 0 1 16,-1 0-3-1,8 0-8-15,-1 0-12 0,5-10-24 16,0-1-25-16,1-2-10 16</inkml:trace>
  <inkml:trace contextRef="#ctx0" brushRef="#br0" timeOffset="-151414.22">15364 17100 112 0,'0'0'3'0,"0"0"-1"0,0 0 1 0,0 0 0 16,0 0-1-16,0 0 12 16,0 0 21-16,0 0-3 15,0 0-10-15,0 0-13 16,0-38-5-16,-5 34-2 16,1 1-2-16,-5 0-1 15,4 2 2-15,-3 1-5 0,1 0 3 16,0 0-6-16,2 0 5 15,-1 0 1-15,2 7 1 16,1 0-2-16,-1 5-1 16,2-1 1-16,1 3-2 15,1 2 2-15,0-1 2 0,0 0 0 16,3-4 0-16,3 2 0 16,3-4-2-16,-1-2 2 15,1-2 1-15,3-1-1 16,-2-1 2-16,-1-1 0 15,1 1-1-15,-4 0-1 0,0 1 0 16,-4-1 0-16,-1 2 0 16,-1-1-2-16,0 2 2 15,0 0 9-15,-5-1 3 16,-2 1-3-16,0 1-4 16,-3-1-1-16,2 1 1 0,1-4-2 15,-1 0-2-15,3-2-1 16,1 2 1-16,-1-3 0 15,2 0-2-15,2 0-27 16,1-3-68-16</inkml:trace>
  <inkml:trace contextRef="#ctx0" brushRef="#br0" timeOffset="-150985.4">15540 17033 102 0,'0'0'1'0,"0"0"-1"0,0 0-1 0,0 0 2 16,0 0 4-16,0 0 7 0,0 0-3 15,0 0 4-15,3 46-3 16,-3-31-3-16,0 2-1 15,0-1-5-15,2-1 3 16,0-2 0-16,0-1 4 0,-1 1-1 16,1-3-1-16,0-1-2 15,2-2 1-15,0 0 3 16,0-1-4-16,2-2 2 16,-1-3 3-16,5 2-1 15,-3-1 3-15,2-2-3 16,0 1-2-16,2-1-1 0,1 0-4 15,-2 0 0-15,1 0 2 16,-1 0-2-16,-1-3 0 16,1-1-1-16,-4-2 0 15,0 1-4-15,-2-2-11 16,-2-1-23-16,-2-1-44 16</inkml:trace>
  <inkml:trace contextRef="#ctx0" brushRef="#br0" timeOffset="-150781.23">15587 17165 150 0,'0'0'64'16,"0"0"-64"-16,0 0-13 16,0 0 17-16,0 0-1 15,0 0-2-15,0 0 2 0,0 0 4 16,36-29 0-16,-26 22-2 15,2 0-5-15,-3 0 0 16,0-3-14-16,-2 3-66 16</inkml:trace>
  <inkml:trace contextRef="#ctx0" brushRef="#br0" timeOffset="-150596.35">15534 17050 217 0,'0'0'1'0,"0"0"0"15,0 0-2-15,0 0 1 16,0 0-1-16,51-21-16 16,-33 12-9-16,-2-2-26 0</inkml:trace>
  <inkml:trace contextRef="#ctx0" brushRef="#br0" timeOffset="-149301.64">12244 18030 213 0,'-10'-10'4'0,"1"3"4"0,3 0-4 15,0 2-2-15,1 1-1 16,0 1-1-16,1 2 2 16,-1-1-1-16,3 2 4 0,-2 0 4 15,2 0-3-15,-3 1-4 16,1 11-1-16,1 7-1 15,-1 5 1-15,2 7 1 16,1 2-1-16,1 5 1 0,0 0-2 16,0-4-10-16,5-4 15 15,3-4-3-15,2-5-1 16,1-8-1-16,5-3-3 16,0-7 3-16,6-3 3 15,-2-2 0-15,2-12-2 16,2-4-1-16,-2-5-15 0,0-7-45 15,-7-3-87-15</inkml:trace>
  <inkml:trace contextRef="#ctx0" brushRef="#br0" timeOffset="-149074.9">12441 17820 226 0,'0'0'5'16,"0"0"7"-16,0 0-7 15,0 0-5-15,0 0-10 16,0 0 12-16,0 0 1 0,-7 63-4 16,7-30 3-16,0 9 2 15,0 1 0-15,0 7-2 16,4 1-1-16,1 0-1 16,3 0 1-16,0-5-3 15,0-5-26-15,1-10-60 0,1-11-50 16</inkml:trace>
  <inkml:trace contextRef="#ctx0" brushRef="#br0" timeOffset="-148657.79">12644 18193 256 0,'0'0'6'0,"0"0"-2"15,0 0 10-15,-4-41-8 16,-3 32-4-16,0 2-2 15,0 4 0-15,1 3-3 0,-3 0-1 16,1 0 4-16,2 5-1 16,0 6 1-16,2 3-1 15,0 6 4-15,2 0-3 16,2 0 1-16,0 0 0 16,0-3-1-16,4-3 0 0,4-3 1 15,-1-5-3-15,3-2-5 16,0-4 3-16,-3 0 6 15,3-8-2-15,0-5 1 16,-3-3 0-16,1-5 1 16,-2 0 2-16,-1-2-2 0,2 3 0 15,-5 3 1-15,1 3-2 16,-2 6 0-16,2 3 0 16,-1 5-1-16,0 0 0 15,1 0-3-15,3 9-2 16,2 2 6-16,0 3-3 0,3-1-6 15,3-2-22-15,-2-5-20 16,1-6-43-16</inkml:trace>
  <inkml:trace contextRef="#ctx0" brushRef="#br0" timeOffset="-148304.64">12954 18013 258 0,'0'0'6'0,"0"0"-1"0,0 0 8 0,-9-37-10 16,1 35-2-16,-2 2-5 0,0 0 3 16,-4 10-3-16,1 6 3 15,-1 4-3-15,1 3 3 16,1 1 5-16,3 0-2 16,5-3-1-16,2-1 1 15,2-4-2-15,0-4 1 0,8-4-2 16,4-3-4-16,0-5 2 15,2 0 8-15,2 0-4 16,3 0 0-16,-6-3 0 16,0-1-1-16,-2 1 1 15,-3 3-1-15,-4-1 1 16,-3 1-1-16,-1 0 0 0,0 0-2 16,-5 8 3-16,-2 1-1 15,-3 2 1-15,-1 3-15 16,1-1-27-16,3-3-26 15,0-4-15-15</inkml:trace>
  <inkml:trace contextRef="#ctx0" brushRef="#br0" timeOffset="-147913.11">13122 18004 248 0,'0'0'0'0,"0"0"1"15,0 0-1-15,6-44 1 16,-6 39-1-16,-2 3-2 16,-8 2-8-16,0 0 13 15,-1 7-4-15,0 6 6 0,0 1-2 16,2 3-2-16,4-1 3 16,1 4-3-16,4-5 0 15,0-1 0-15,2-2 0 16,4-1-1-16,5-5-3 15,1-1 1-15,3-3 6 0,-1-1-2 16,1-1 1-16,1 0-3 16,1 0 1-16,-4 0 1 15,-3 0-2-15,0 0 0 16,-5 0 0-16,-3 0 0 16,-2 3-6-16,0 5 2 0,-3 3 4 15,-6 1 3-15,-2 3-1 16,0 0-3-16,-3 2-22 15,2-3-14-15,2-5-21 16,3-2-9-16</inkml:trace>
  <inkml:trace contextRef="#ctx0" brushRef="#br0" timeOffset="-147722.21">13241 18001 303 0,'0'0'3'0,"0"0"-1"16,0 0-2-16,0 0 0 16,10 43-5-16,-8-27-6 15,1 2 2-15,0-1 3 16,-1-3 4-16,0 1-2 16,0-5-22-16,-1-6-59 0</inkml:trace>
  <inkml:trace contextRef="#ctx0" brushRef="#br0" timeOffset="-147579.21">13194 17943 280 0,'0'0'24'0,"0"0"-29"15,0 0-35-15,-6-40-84 16</inkml:trace>
  <inkml:trace contextRef="#ctx0" brushRef="#br0" timeOffset="-146981.35">13355 17841 237 0,'0'0'4'15,"0"0"2"-15,0 0-3 16,4-46-2-16,-2 39 0 0,3 4-2 16,1 3 0-16,0 3 0 15,0 15-5-15,2 10 0 16,2 7 6-16,1 12 2 16,0 10-5-16,-4 3-8 15,4 4-4-15,-7 1 0 16,-1 0 8-16,1-5 4 0,-4-9 2 15,0-6-6-15,2-11 12 16,-2-13-4-16,3-8 1 16,1-8-2-16,2-5-1 15,2-3 0-15,0-10 4 0,-1-7 3 16,2-3 0-16,2-5 2 16,-5-3-1-16,-1 1-2 15,-3-2-1-15,-2-1-2 16,0 2-1-16,-4 2-1 15,-7 2 1-15,-1 2-2 16,-1 3 1-16,1 5 0 0,0 4 2 16,5 3 8-16,-1 4 0 15,7 1-6-15,1 1-4 16,0 0-2-16,1 1-4 16,9-3 4-16,-1 2 1 15,3 0 2-15,0 2-2 0,0 2 1 16,3 0 1-16,-3 4-1 15,2 9 0-15,-2 0-3 16,-2 6 3-16,-2-1 0 16,-1 0 2-16,-3-2-2 15,-1-3 2-15,3-2-1 0,-1-5-1 16,-4-6-37-16,1 0-77 16</inkml:trace>
  <inkml:trace contextRef="#ctx0" brushRef="#br0" timeOffset="-146838.39">13538 17926 140 0,'0'0'142'0,"0"0"-138"0,0 0-5 16,0 0-23-16,0 0-66 0,0 0-81 15</inkml:trace>
  <inkml:trace contextRef="#ctx0" brushRef="#br0" timeOffset="-146562.22">13714 17993 298 0,'0'0'5'0,"0"0"-5"16,0 0 0-16,0 0-2 15,0 0-7-15,0 0-11 16,0 0 15-16,-36-20-1 16,30 37 6-16,0 3 3 15,4 7-2-15,2-3 1 16,0 3-2-16,3-3 1 16,9-3-2-16,2-5-8 0,1-6-11 15,5-4-8-15,-3-6-12 16,3 0-10-16,-1-10-43 15</inkml:trace>
  <inkml:trace contextRef="#ctx0" brushRef="#br0" timeOffset="-146213.67">13880 17926 276 0,'0'0'9'0,"0"0"12"15,0 0-11-15,0 0-10 16,0 0-7-16,0 0 2 15,0 0-6-15,0 0 8 16,13 47 2-16,-11-26 0 16,0 2-2-16,-2 1-5 15,0-2-5-15,-4 0-8 16,-5-2 2-16,-3-3-12 0,0-6 12 16,3-4 16-16,-2-5 6 15,2-2 12-15,6-4 17 16,-1-5-10-16,4-4-13 15,0 2-5-15,0 1-2 16,2 2 1-16,5 3-3 0,3 2 0 16,0 3 0-16,3 0 1 15,-1 0-1-15,0 0 0 16,1 3 0-16,-1 3-1 16,-2-2-7-16,1-3-37 0,-6-1-71 15</inkml:trace>
  <inkml:trace contextRef="#ctx0" brushRef="#br0" timeOffset="-146005.41">13980 17845 256 0,'0'0'8'16,"0"0"-4"-16,0 0-5 15,0 0-2-15,0 0-7 16,0 0 5-16,27 50 4 15,-23-25 2-15,3 2 1 0,-2 2 0 16,4-1-1-16,-4-1 1 16,1 0-1-16,-2-6-18 15,-2-6-87-15</inkml:trace>
  <inkml:trace contextRef="#ctx0" brushRef="#br0" timeOffset="-145791.43">13982 18006 293 0,'0'0'4'0,"0"0"0"16,0 0-2-16,7-39-1 0,7 31-1 15,-1-1 1-15,3 4-1 16,-1 3 0-16,2 2-1 16,-2 0 1-16,1 7-1 15,-1 5-5-15,-2 3-6 16,-2 4-12-16,-2 0-9 15,-3 1-8-15,-2-3-11 16,-2-4-12-16</inkml:trace>
  <inkml:trace contextRef="#ctx0" brushRef="#br0" timeOffset="-145664.78">14114 17916 264 0,'0'0'-19'0,"0"0"3"16,0 0-53-16</inkml:trace>
  <inkml:trace contextRef="#ctx0" brushRef="#br0" timeOffset="-145437.48">14219 17947 223 0,'0'0'6'0,"0"0"10"16,0 0 1-16,0 0-13 15,0 0-5-15,0 0 0 0,0 0 1 16,-26 20 0-16,24-10-3 16,2 3 6-16,0-2-3 15,1-1-2-15,6-1-16 16,2-9-35-16,1 0-71 15</inkml:trace>
  <inkml:trace contextRef="#ctx0" brushRef="#br0" timeOffset="-144441.67">15599 17967 76 0,'0'0'16'0,"0"0"19"0,0 0 4 16,0 0-18-16,0 0-13 0,0 0-5 16,0 0-1-16,0 0-1 15,0 0 1-15,0 0 0 16,15 43 1-16,-4-35-2 15,-1-2-1-15,1 0 0 16,2-6 0-16,0 0 0 0,1-6 2 16,8-8 0-16,0-9 2 15,7-6 5-15,7-7 2 16,6-9-1-16,8-4-4 16,0-6-4-16,3-1-1 15,1 1-1-15,-3 1-15 0,-7 8-60 16,-11 7-47-16</inkml:trace>
  <inkml:trace contextRef="#ctx0" brushRef="#br0" timeOffset="-142698.96">16110 16945 147 0,'-8'1'0'0,"3"-1"6"0,3 0 0 0,2-3-5 0,0-4-2 15,0 0 2-15,2-2-1 16,1 2 2-16,2 0 7 16,0 0 4-16,0 3-4 15,4 0-4-15,-3 0-3 0,3 2-2 16,-2 1 0-16,1 1 1 15,0 0-1-15,-1 0-1 16,1 0 2-16,0 1-2 16,0 5 1-16,0 1 0 15,1 3 0-15,3 1 0 0,-1 3 0 16,-3 0 0-16,4 2 0 16,-3 4 0-16,0-1-1 15,-1 2 2-15,-3 0-1 16,0 2 0-16,-5-2 1 15,0 3 1-15,0 2-1 16,0 1-1-16,0 3 1 0,0 4 0 16,0 0 1-16,0 2-1 15,0 3-1-15,0 2 0 16,0-1 0-16,0-1 1 16,0-6-1-16,0-1 0 0,0-8 0 15,4-6 1-15,5-4-1 16,-1-6 0-16,1-4-1 15,1-3 2-15,0-1 1 16,-1 0 0-16,1 0 0 16,-4-4-1-16,2-2 0 0,-5 1-1 15,-1 0 2-15,-2 1-1 16,0 1 1-16,0 2 1 16,0 1 1-16,-3 0-4 15,-1 6 1-15,-4 6 1 16,4 7-2-16,0 0 0 15,1 5 0-15,1 2 0 0,2 3 1 16,0-1-1-16,0 1 1 16,0 0-2-16,3-3 2 15,3-1-1-15,-2-5 1 16,4 0-2-16,-3-3 2 0,1 0-1 16,1 0 0-16,2-1 0 15,-5 0 1-15,1-1-1 16,-1 1 0-16,-4-2 0 15,0-1 0-15,0-2 0 16,0-1 0-16,-9-1 1 16,-2-2-1-16,-1-1 2 0,-3-1 0 15,0 0 2-15,-1 2-4 16,2-2 0-16,-2 1 0 16,3-2-4-16,2-1-4 15,1-3-6-15,4 0-8 0,4-2-44 16</inkml:trace>
  <inkml:trace contextRef="#ctx0" brushRef="#br0" timeOffset="-141935.15">16671 17324 96 0,'0'5'1'0,"0"1"1"0,0 2-2 0,0 1-4 15,0 1 0-15,0-2 4 16,0 1 0-16,0 0 0 16,3-2 3-16,0 0 0 0,2-3 0 15,0-1 3-15,2-3-2 16,1 0 5-16,0 0 8 16,2-1-7-16,1-8-3 15,3-2 2-15,-1-3 1 16,1-5 1-16,2-1 1 15,3-3 2-15,2-3-1 0,1-2-3 16,3-4 0-16,2-1-3 16,4 1-3-16,0 0-2 15,1-2-1-15,3 4 0 16,-2 2-1-16,1 2 0 0,-3 2 0 16,-4 6-1-16,-2 3-1 15,-5 4-15-15,-5 6-20 16,-5 3-22-16,-4 2-20 15</inkml:trace>
  <inkml:trace contextRef="#ctx0" brushRef="#br0" timeOffset="-140043.48">23314 15466 64 0,'0'0'14'0,"0"0"-8"0,0 0-4 0,0 0-1 0,0 0-1 15,0 0 1-15,0 2 1 0,0-1 2 16,0 2 1-16,0-2-2 16,0 2-1-16,0 1 1 15,0 0-2-15,0 1-1 16,0-1 0-16,0-1 1 16,1 0-1-16,4-2 0 0,-2-1 0 15,4 0 2-15,1-1 0 16,2-10 5-16,3-2 11 15,3-4-3-15,4-5-2 16,5 0 0-16,2-5 0 16,0 0-4-16,5-3-2 15,3 0-3-15,-2-1-1 0,0 1-1 16,-1 2-1-16,0 3 0 16,-4 1-1-16,-1 6 0 15,-2 3 0-15,-3 4 2 16,-1 1-5-16,-3 6 2 0,-2 1-11 15,-3 0-41-15,-8 3-59 16</inkml:trace>
  <inkml:trace contextRef="#ctx0" brushRef="#br0" timeOffset="-137792.55">16598 3942 1 0,'0'0'10'0,"0"0"-4"0,53 2-1 0,-27-2 0 16,5 0 1-16,6 0-2 16,3 0-1-16,6 0-2 15,4 0 0-15,7-3-1 16,7-3 0-16,2 0 0 16,7-2 0-16,5-1 2 15,9-2-2-15,1 2 0 0,7-2 6 16,6 1 8-16,5 0 0 15,3-1-1-15,5 2-1 16,6-2-1-16,3-2-2 16,3 3 0-16,5-1-4 15,2-1-2-15,2-2-2 0,0 3-1 16,1 1 1-16,-7 0 1 16,1 0-2-16,-11 2 0 15,-3 0 1-15,-9 3-1 16,-9 2 0-16,-10 0 0 15,-5 3 0-15,-10 0-6 0,-8-1-34 16</inkml:trace>
  <inkml:trace contextRef="#ctx0" brushRef="#br0" timeOffset="-137187.14">23022 3343 20 0,'62'-9'52'0,"2"-4"-43"0,2 4 14 0,1 0-13 0,-3 2-5 15,-1 7-4-15,-5 0 0 16,-10 0-3-16,-13 0-27 15</inkml:trace>
  <inkml:trace contextRef="#ctx0" brushRef="#br0" timeOffset="-136520.21">19401 4847 77 0,'0'0'22'0,"0"0"-6"0,0 0-3 0,0 0-5 0,0 0-8 15,0 0 2-15,0 0-2 16,47-12 1-16,-28 8-1 16,1 0 0-16,6 1 1 15,4-3 0-15,6 1 4 16,5-4 0-16,5 1 6 0,4-4 2 16,8 1-2-16,6-2-1 15,8 0-2-15,0-3-3 16,6 1-3-16,5 1-1 15,1 0 0-15,-1 3-1 16,-5 2 0-16,-3 0-3 16,-9 2-46-16,-7-4-56 0</inkml:trace>
  <inkml:trace contextRef="#ctx0" brushRef="#br0" timeOffset="-135905.52">21766 4452 31 0,'0'0'43'0,"0"0"-29"0,0 0-10 0,0 0-1 16,37 0-1-16,-25 0-2 15,5 0 2-15,-1 0-2 0,-1 0 0 16,3 0 0-16,2 0 0 16,1-3 2-16,4 0 4 15,2-1-1-15,4 1-3 16,6-1 0-16,3 0-1 15,6 0-1-15,4-1 0 16,6 0 0-16,-1-1 0 0,4 0 0 16,2 0 0-16,1-1 2 15,3 0-2-15,4 1 0 16,3-2 2-16,6-2 5 16,5 1 6-16,0-3-1 0,5-1 0 15,2-1-2-15,2-3-3 16,0 5-4-16,1-3-1 15,-4 2-2-15,-1 2 0 16,-5 1-3-16,-13-3-47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06:09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15909 12954 104 0,'0'0'25'0,"0"0"-4"0,0 0-6 0,0 0 0 16,0 0-7-16,0 0-5 16,-1 1-2-16,-2-1-1 15,0 0 0-15,-1 0 0 0,0 0 1 16,1 0 1-16,-1 0-2 16,-1 0 1-16,1 0-1 15,0 0 2-15,-1-4 0 16,1-2 0-16,1 2 2 15,1-2-1-15,0-1-1 16,1 2 0-16,1-1 0 0,0 1-1 16,0 0 0-16,1-1-1 15,5 2 1-15,-1 0 0 16,4-2-2-16,0 3 2 16,2 1-1-16,1 0 0 15,0 2 0-15,1 0-1 0,-1 0 1 16,-1 2-2-16,-2 6 1 15,-1-1-1-15,-1 1 0 16,-1 2 1-16,-2 0-3 16,3 4 2-16,-5-3 0 15,1 0 0-15,-2 0 0 0,1 1 2 16,0-1 0-16,-2-2 0 16,1-1 0-16,1 2 1 15,0-2-1-15,1-2 1 16,1-1 1-16,5-1-1 15,0-3 4-15,0-1-1 0,4 0 1 16,-1 0 0-16,4-4-3 16,-3-5 0-16,0 3 0 15,1-5-1-15,-1 1 1 16,-2 0 1-16,-2-1-2 16,-2 1-1-16,1 0 1 0,-3-1 0 15,0 1 0-15,-1 0-1 16,0-2 0-16,-2 4 1 15,1-1-2-15,-1 4 1 16,0 0 0-16,0 1 0 16,-2 3-1-16,0 1 0 15,0 0-3-15,0 0-3 0,0 0-16 16,0 0 17-16,0 4 2 16,0 2 2-16,0 2 1 15,0 2 0-15,0 2 0 16,0 2 0-16,2-1 0 15,-2 1 2-15,1 0-1 0,4 2 1 16,-1-1-1-16,-2 2 0 16,1 0 0-16,1 2 1 15,0-1 0-15,-2 2-1 16,0 1 0-16,-1 2 1 16,0 1-1-16,-1-1 2 0,0 1 1 15,0-1 0-15,-1-2-3 16,-2-2 2-16,-1-1 0 15,0-2-1-15,-1-1 0 16,-1-2-1-16,-2-3 1 16,0 1 0-16,1-5 1 0,-5-3 1 15,1 0-1-15,0-3 3 16,-1 0 2-16,2 0 7 16,-1-3 3-16,2-6 6 15,4-2-3-15,-1-2-6 16,2-1-3-16,3 0-4 0,1 0-3 15,0-1-1-15,0 3-3 16,0-1 1-16,4 1-1 16,3 1-18-16,-2-3-53 15,4-6-127-15</inkml:trace>
  <inkml:trace contextRef="#ctx0" brushRef="#br0" timeOffset="1923.32">17244 12924 75 0,'-3'1'19'0,"-1"2"-1"0,-1-3-6 0,1 4-2 16,-1-4-5-16,2 1-3 16,0 0-1-16,1-1 1 15,1 0-1-15,0 0 0 16,0 0 1-16,-1 0-1 15,2 0 4-15,-2 0 12 16,0-4 4-16,2-1-12 0,0 0 8 16,0-1-11-16,0 0-5 15,0-1 1-15,6 0 2 16,-1 0-3-16,3-1-1 16,2 2 3-16,-1 0-3 15,1 3 0-15,2 1 0 0,-1 2-1 16,-4 0 1-16,4 0-2 15,-4 0 1-15,0 2 1 16,1 1-3-16,-2 4 2 16,-2 2 0-16,-1-1-1 15,0 2 0-15,-3-1-1 16,0 1 1-16,2 0 1 0,-2 0 1 16,2 0 0-16,-2-1 0 15,2 0 1-15,-1 1-1 16,2-3 0-16,0-1 0 15,2-1 1-15,-3 0-1 16,2-2 3-16,3-2-2 0,-2-1 1 16,3 0 5-16,2 0 1 15,1 0 0-15,0-5-5 16,3-2 0-16,-1-2 0 16,1 0-1-16,-3-1 2 0,1 0-2 15,0 0-4-15,-5 2 2 16,-1-4 2-16,-2 4-2 15,0-1 0-15,-2 1 0 16,-1 1 0-16,0 1 0 16,-1 2-2-16,0 1-1 15,0 1 0-15,0 1-2 0,0 0 2 16,0 1 0-16,0 0 2 16,0 0-1-16,0 1 0 15,0 4 1-15,0 3 0 16,0 0 1-16,0 2-1 15,2 3 0-15,2 1 0 0,-3 1 0 16,2 0 1-16,0 5 0 16,1-1 1-1,-1 2-1-15,0 0 0 0,3-1 0 16,-2 1 0-16,0 1-1 16,-2-2 1-16,1-1-2 15,-3-2 2-15,0 1 2 0,0-4-2 16,0 0 1-16,-7-3 1 15,1-1 1-15,-4-1 1 16,-2-4 3-16,1 0 3 16,-1-2-3-16,-2-2 0 0,1 0-3 15,2-1-2-15,0 0 1 16,-3 0 1-16,3-1-4 16,-3-6-20-16,2-6-45 15,0-3-135-15</inkml:trace>
  <inkml:trace contextRef="#ctx0" brushRef="#br0" timeOffset="2585.17">17304 12677 22 0,'2'1'3'0,"-2"1"-2"0,0 0 4 0,2-2 8 0,-2 0 26 16,1 0 11-16,0 0-13 15,0 0-12-15,1-4-10 16,0 1-9-16,-2-1-4 16,4-1-1-16,-1 0-1 0,0 1 2 15,1-3-2-15,2-2 0 16,1 1 0-16,2-1 1 16,-4-1-1-16,3 0 0 15,1-1 1-15,-2 0-1 16,2 1 1-16,-4-2-1 0,3 4 0 15,-5-1 0-15,1 1 0 16,-2 2 1-16,1 2 0 16,-1 1 4-16,-2 0 3 15,2 3 1-15,0 0-6 16,1 0-7-16,0 3-1 0,2 7-1 16,2 4 5-16,3 5 2 15,2 6-1-15,1 5 1 16,1 7 1-16,1 4-2 15,-1 0-44-15,-1-1-78 16</inkml:trace>
  <inkml:trace contextRef="#ctx0" brushRef="#br0" timeOffset="3433.53">17330 13482 135 0,'0'0'22'0,"0"0"4"0,0 0-19 0,0 0-6 0,0 0 0 16,0 0 0-16,0 0-1 15,0 0 5-15,0 0 1 16,0 0 3-16,0 0-5 16,0 0-3-16,0 0 0 15,41-21-1-15,-26 18 0 16,1 0 2-16,2 1-1 15,-4 0-1-15,2 1 1 0,-1-1-1 16,1 0 0-16,3-2 1 16,-3 3-1-16,-2-1 1 15,0 0-1-15,-2 0 0 16,0 2-4-16,-5 0-6 16,-1 0-10-16,-4 0-8 0,0 0 1 15,-1 0-17-15,-1 0-48 16</inkml:trace>
  <inkml:trace contextRef="#ctx0" brushRef="#br0" timeOffset="3896.91">17335 13526 17 0,'0'0'31'0,"0"0"6"0,0 0-10 0,0 0-14 16,38 0-4-16,-29-1 2 16,2-1-2-16,2 1-4 15,2-1 3-15,-1 1 2 0,2 0-1 16,0-1 1-16,0 1-3 15,1-2-1-15,-3 3-3 16,-1-1-2-16,-1-1-1 16,-4 2 1-16,-1 0-1 15,-2 0 0-15,-3 0-13 16,-2-1-43-16,0-2-40 0</inkml:trace>
  <inkml:trace contextRef="#ctx0" brushRef="#br0" timeOffset="4713.35">17409 13509 11 0,'0'0'4'0,"0"0"4"0,0 0 4 16,0 0 3-16,0 0 4 0,0 0 3 16,0 0 3-16,0 0 8 15,0 0-6-15,0 0-10 16,0 0-9-16,0 0-5 15,47-1-1-15,-34-1 1 16,-1-1-2-16,1 2 0 0,1-3-1 16,-1 2 1-16,2-2-1 15,-2 1 0-15,0-1 1 16,1 1-1-16,-3-1 0 16,1 1 0-16,-7 0 1 15,1 3-1-15,-4 0 0 16,-2 0-1-16,0 0-11 0,0 0-11 15,-4 3-6-15,-4-2-23 16</inkml:trace>
  <inkml:trace contextRef="#ctx0" brushRef="#br0" timeOffset="8423.39">16249 12657 13 0,'2'-3'8'0,"-1"0"-7"0,1 3-1 16,-1-1 0-16,0 1 1 15,-1-2-1-15,1 1 11 16,2 0 12-16,-3-2-4 0,0 1-1 15,0-1-11-15,0 2-4 16,0-3 1-16,0 1-1 16,0 1 5-16,-2-2-4 15,-1 1 7-15,0-1-4 16,0 1 2-16,1 1 7 16,-2-1-3-16,0 1 0 0,1-1-9 15,2 2-2-15,-1-1-2 16,0 1 0-16,2 1 0 15,-3-3 0-15,2 3 0 16,-1-1-2-16,1 1 4 0,0 0 1 16,0 0-1-16,-1 0 3 15,0 0-5-15,-2 0-2 16,0 0 2-16,2 0 0 16,0 0 0-16,0 0 0 15,-3 0 2-15,2 0-2 0,0 0 0 16,-1 0 1-16,0 0 0 15,-2-2-1-15,1 2 0 16,0 0 0-16,0 0-1 16,-1 0-2-16,1 0 5 15,0 0-4-15,-1 0 2 16,3 0 0-16,-3 0 2 0,2-1-1 16,1 1 0-16,1-3 3 15,0 3 1-15,-1 0 1 16,1 0-4-16,0-1-1 15,1 1-1-15,0 0 0 16,0 0 0-16,1 0 0 0,-2 0-1 16,-2 0 2-16,0 0-1 15,1 0 0-15,-1 0 0 16,-2 0-1-16,0 0 1 16,0 0 0-16,1 0 0 0,1 1 0 15,-3 1 0-15,2 0 0 16,-3 0-1-16,3-1 1 15,-2 2 1-15,1-2-1 16,-2 1 0-16,2 0 1 16,-4 0-1-16,3 1-1 15,-5-1 2-15,0 2-1 0,1-1 0 16,-1 1 0-16,3 1 0 16,-3-1 0-16,1 1-1 15,-1 2 1-15,0-1 1 16,3 1-1-16,-2-2-2 15,0 1 4-15,2 1-2 16,0 0-1-16,0-1 1 16,2 0 0-16,0 2 0 0,-1-1-1 15,1 2 1-15,2-2-1 16,-1 2 0-16,3 1 0 16,-4 0 0-16,3-2 1 15,-1 3 0-15,0-1 0 0,0 0 0 16,0 0 0-16,0-1-1 15,1 2 1-15,-3 1-2 16,1-1 2-16,1 0 0 16,-2 1 0-16,1 1 2 15,-3-1-2-15,2 1-2 0,-2 0 2 16,1 1 0-16,0-2 2 16,1 1-4-16,1 0 2 15,0 0 0-15,1 0 0 16,0 1 0-16,-1 1 0 15,3-2 2-15,-1 1-2 16,-2 1 0-16,3-1 0 0,-1 0 0 16,1 0 0-16,1 0 0 15,0 1 0-15,0-1 0 16,2 0 0-16,-1 2 0 16,-1 1 0-16,2-2 1 0,-2 1-1 15,2 0 1-15,-2-2-1 16,2 2 0-16,0-3 1 15,0-1-1-15,0 3 0 16,0-3 0-16,0 1 1 16,0-2-1-16,0 3 0 15,0-4 0-15,0 2 0 0,0-1 0 16,0-1 0-16,0 1 1 16,0-1-1-16,0-1 0 15,2 1 1-15,0 0-1 16,-2 0 1-16,3-2 0 0,1 4-1 15,1 0 2-15,-2 1-2 16,2 0 1-16,2-2-1 16,-2 2 2-16,3-2-1 15,-2-2 0-15,0 2 0 16,0-2-1-16,1 0 1 16,-2-1-1-16,4 1 1 0,-4-1-1 15,5-1 1-15,-1 2 1 16,1-1-1-16,2-1 1 15,0 0 1-15,-1 2-2 16,2-3 0-16,-1 2-1 0,1 0 0 16,-1-2 1-16,1 1-1 15,-2-1 1-15,3-2-1 16,-1 1 0-16,3-2 1 16,0-1 2-16,3 1-2 15,-2-3 0-15,2 0 0 16,3 0 2-16,-4 0-1 0,4 0-1 15,-3-3 0-15,0-1 0 16,-1-2 1-16,-2 0-2 16,2-2 0-16,-2 3 2 15,1-4 1-15,0 0-3 16,-1-1 2-16,1 0-1 0,2 1 0 16,-1-3 0-16,-1 1-1 15,2-1 1-15,-3 1-1 16,0-2 1-16,0 1-1 15,-1-1 0-15,-1 1 1 0,-2-2-1 16,-1 0 0-16,1 0 1 16,-1-1 0-16,-2 0 0 15,0 1 2-15,0-2-2 16,-2 0-1-16,1-1 0 16,-3 2 1-16,0-2-1 15,-1 2 1-15,-2-3 0 0,0 2 0 16,-2 1 1-1,1-3 0-15,1 0 0 0,0 0 0 16,0-4-2-16,2 1 1 16,-2-3-1-16,1-1 0 15,0 0 0-15,1 0 0 0,0-1 0 16,-3 1 0-16,1 0 0 16,0 3 0-16,-2-1-1 15,0 2 1-15,0 1-2 16,0 2 0-16,-5 1 0 15,-3 0 0-15,2 1 2 0,-2 0 0 16,3-1 0-16,1 3 4 16,0-4-3-16,0-1 0 15,3 3-1-15,0-2 2 16,1-2-1-16,-1 4-1 16,1-2 1-16,0 2-1 0,0 1 0 15,0 0 0-15,-3 0 0 16,-1 2 0-16,-2 0 0 15,-1 2-1-15,0 0 1 16,-5 2-1-16,2 0-1 16,-2 2 2-16,1 2-1 15,0-1 0-15,-2 5 1 0,2-1-4 16,0 2 0-16,3 0-8 16,0 3-10-16,3-2-35 15,3-1-83-15</inkml:trace>
  <inkml:trace contextRef="#ctx0" brushRef="#br0" timeOffset="9871.59">17402 12330 61 0,'-7'-1'2'0,"3"-3"7"0,-4 1 5 0,2 0-4 0,-2 0 1 16,1-1 1-16,0 2 6 15,0-1-5-15,-1 2-8 16,1-2 1-16,-1 3 3 16,2 0-4-16,-3 0-3 0,1 0-2 15,1 0 1-15,-4 0-1 16,1 4 0-16,0 1 0 16,-4-1 0-16,3 2-1 15,-5-1 1-15,5 1 0 16,-2 1 1-16,-1 3 0 15,1 0-1-15,-1 1 0 0,-1 0 0 16,1 3 0-16,-1 1 0 16,-1 1 0-16,3 0 0 15,-1 2 1-15,1 0 2 0,2 0-1 16,0 1 0-16,2 0-1 16,0 2 1-16,-1-1-1 15,2 1 1-15,1 2 0 16,-3 1-2-16,2 2 0 15,-2 2 1-15,1 2-1 0,-1 0 2 16,1 2-2-16,1-2 1 16,3 0-1-16,1-2 1 15,-2-1 0-15,4 1-1 16,1 0 1-16,0 0 0 16,1-1 0-16,0 4 0 15,0-1-1-15,0-3 0 0,0 2 1 16,2-1-2-16,6 0 1 15,-3-1 1-15,3-2 1 16,1 0-1-16,2-4 0 16,0 0 1-16,2-2-1 15,-1 1 0-15,1-1 1 0,3-1-3 16,-1 1 3-16,0 0-2 16,2 1 1-16,3 0 0 15,-2 1 1-15,1 1-1 16,0-1 1-16,-1-1-1 15,0-2-1-15,2-3 2 16,-4-3-1-16,4 0 0 0,1-4-1 16,2-1 3-16,0-4 3 15,4 1-2-15,0-2-1 16,2-2 0-16,-2 0-1 16,1 0 0-16,0 0-1 0,1-1 0 15,-1-4 0-15,1 0 0 16,0-3 0-16,-2 0-1 15,2-2 2-15,-4-1-2 16,-1-2 2-16,-2-1-1 0,-1-3 1 16,-2 1-2-16,-2-3 3 15,-2-2-1-15,-1 1 1 16,-2-4 4-16,0 1-2 16,-4-1-1-16,0 0-3 15,0-3 0-15,-2 2 0 16,-2-4 0-16,2-1 0 0,-2-2 0 15,-1-4-1-15,3 1 0 16,-2-3 1-16,0 3-1 16,0 0-1-16,-2 2-1 15,0 0-4-15,-2 3-1 0,0 1-1 16,-2-1 2-16,-6 0 5 16,-3 0-1-16,1-1-3 15,0 1 4-15,-2-1 0 16,1 4 1-16,2 1-1 15,-3 4 2-15,1 0-1 16,0 3 1-16,0 1 1 0,2 2 2 16,-5 1-1-16,1 2 2 15,-1-1-3-15,1 4 2 16,0-1-4-16,1 1 1 16,-2 3-1-16,2 0 0 15,3 2-2-15,2 1 4 16,3 3-3-16,0-2-1 0,2 3-3 15,2 0-3-15,-1 0-3 16,-1 0-18-16,2 0-18 16,-3 4 7-16,1-2-31 15</inkml:trace>
  <inkml:trace contextRef="#ctx0" brushRef="#br0" timeOffset="10976.04">17450 12314 49 0,'11'0'2'0,"1"0"0"0,2 0 2 16,-1 1 0-16,1 0 4 16,-1 5-1-16,1-2 3 0,-1 2-1 15,1 1-1-15,-1 4 1 16,-3 0-2-16,1 4-6 16,-1 0 0-16,1 4-1 15,-3-1 1-15,-2 2-1 0,-2 1 0 16,-1-3 1-16,-1 0-1 15,-2-4-4-15,0-4-13 16,0-4-45-16</inkml:trace>
  <inkml:trace contextRef="#ctx0" brushRef="#br0" timeOffset="11653.78">17686 12224 81 0,'0'0'5'0,"0"0"3"0,0 0-1 0,0 0 2 15,0 0-7-15,0 0-6 16,0 0 11-16,0 0-2 15,0 0-4-15,5 10 1 0,-5-6 0 16,0 0 0-16,2 0-1 16,1 1 0-16,1-2 3 15,0-2-2-15,1 3 0 16,-1-4 0-16,2 0 1 16,-2 0 1-16,4 0-1 15,-3 0 0-15,3-4 0 0,2-3-1 16,0 0-2-16,3-2 1 15,1-1 1-15,2 0-2 16,6-4 1-16,-2 1 0 0,4-1 0 16,3-3-1-16,1 3 2 15,1-3-2-15,1 0 1 16,0 1-2-16,1-1 2 16,-4 3-1-16,-2-1 1 15,-1 0 7-15,-2 2 5 16,-3 1 1-16,-3 0-1 15,-1 2 0-15,-2 2-4 0,-4 1-5 16,-3 2 0-16,-1 2 2 16,-2 2-4-16,-1 1-2 15,0 0-3-15,0 3-2 16,-2 4-6-16,0 1-21 0,0 1-41 16</inkml:trace>
  <inkml:trace contextRef="#ctx0" brushRef="#br0" timeOffset="13561.99">15921 12378 66 0,'-1'0'1'0,"1"0"-1"0,0 0-1 0,0 0-2 15,0 0-3-15,0-1 2 16,0 0 4-16,0-1 4 15,0 1 2-15,0-1 8 16,0 1 5-16,0 1-8 0,0-1-5 16,0 1-5-16,1 0-2 15,0 0 0-15,0 0 0 16,1 2 0-16,2 3 2 16,-2-1-2-16,2 1 1 15,0 0 0-15,2-1 0 0,-3 0 0 16,1-1 1-16,0 3-1 15,0-5 1-15,-2 2 0 16,2-3 1-16,0 3-1 16,-2-3 0-16,1 1 2 15,1-1-2-15,0 0 1 16,0 0-1-16,0 0 1 0,2 0-1 16,0-5 1-16,-2-2 1 15,3-2-1-15,1-1 0 16,3-1 0-16,2-2-1 15,1-3-1-15,2-1 0 0,3 0 1 16,-1-2-2-16,4 0 1 16,-1 0 1-16,0 1-1 15,0-2 0-15,1 2 6 16,-3-1 10-16,2 2 2 16,-3 0 0-16,-1 3-11 15,0 0-2-15,-4 3-4 0,-1 2 0 16,-4 3 0-16,-3 2-2 15,-3 1 2-15,2 2-1 16,-4 1-2-16,0 0-6 0,0 0 1 16,0 0 2-16,-2 5 3 15,-2 0 5-15,1 1 0 16,-4 0-2-16,3 0 1 16,-1 1-4-16,1 0-16 15,-2-1-15-15,1 1 0 16,-1-3-13-16</inkml:trace>
  <inkml:trace contextRef="#ctx0" brushRef="#br0" timeOffset="14823.02">16508 13033 7 0,'0'0'5'0,"2"-1"-1"0,0-1-4 0,1 0-13 15</inkml:trace>
  <inkml:trace contextRef="#ctx0" brushRef="#br0" timeOffset="16018.36">20081 12611 88 0,'0'0'11'0,"0"0"10"0,0 0 1 0,0 0-2 16,0 0 5-16,0 0-8 16,0 0 0-16,0 0-6 0,0 0-4 15,0 0-5-15,-34-41-1 16,40 37-2-16,4 0-1 15,0-1-2-15,1 1 0 16,-1 2 2-16,1 1 1 16,1 1 1-16,1 0 0 15,-3 0-1-15,1 3-3 0,1 4-6 16,-1 2 1-16,0 2 4 16,0-1 4-16,-2 3 1 15,2-4 0-15,-2 0 0 16,-2-3 0-16,2-1 1 0,0-3 2 15,-3 1 5-15,3-3 1 16,-4 0 3-16,4 0-5 16,-2 0-2-16,-1-3 0 15,-1-1 1-15,0-3-1 16,1 0 0-16,-3-2-1 16,-1 2 0-16,0-3-2 0,0 0 0 15,0 3 0-15,0-1-1 16,-2 2-1-16,1 0 0 15,-1 3 0-15,0-1 0 16,0 4 0-16,1 0-2 0,0 0-9 16,-1 0 3-16,0 7 6 15,0 2 0-15,0 1 3 16,0 1-2-16,1 3 1 16,1 0 0-16,1 2 0 15,1-3-1-15,-2 4 1 16,2-3 0-16,2 2 1 0,-2 1-1 15,-3-2 0-15,1 1 0 16,0 0 0-16,-2 0 0 16,0-1 0-16,0 0 1 15,0-2-2-15,-2-1 1 16,-3-2 0-16,-3 0-1 16,0-2 1-16,-3-2 0 0,-2-2 0 15,-1 0 3-15,-5-4-3 16,2 0 2-16,-1 0 1 15,3 0 0-15,1 0 0 16,2 0 2-16,3-3 0 0,5 1-3 16,3-3 1-16,1 4-3 15,0-5-21-15,6-1-45 16,6-3-105-16</inkml:trace>
  <inkml:trace contextRef="#ctx0" brushRef="#br0" timeOffset="16516.84">20641 12717 84 0,'0'0'55'0,"0"0"-42"0,0 0 5 0,0 0-14 16,0 0-1-16,0 0-2 15,0 0 0-15,0 0 0 16,0 0 2-16,0 0-2 16,49-13-1-16,-30 11 1 15,2 1 0-15,2-2-1 16,3 3 0-16,2-1 1 0,-1-2 0 16,-1 0 0-16,1 0 2 15,0 0 6-15,-1 0 0 16,-4-1-1-16,-1 1 1 15,-2 0-4-15,-3 1-1 16,-3-1-3-16,-1 2 0 0,-4 0-2 16,-3 1 0-16,-2 0-10 15,-3-1-14-15,0-1-29 16,0 1-15-16</inkml:trace>
  <inkml:trace contextRef="#ctx0" brushRef="#br0" timeOffset="16780.33">20997 12597 85 0,'0'0'21'16,"0"0"5"-16,0 0-7 15,0 0-2-15,37-1-1 16,-31 1-4-16,2 7-4 15,-4 1-2-15,0 2-3 0,-2 2-3 16,-1 1 1-16,-1 0 0 16,0 0 2-16,-7 0-2 15,-6 0-3-15,-3-2-7 16,-6-1-10-16,-3-3-20 16,-4-3-23-16</inkml:trace>
  <inkml:trace contextRef="#ctx0" brushRef="#br0" timeOffset="17044.89">20491 12662 95 0,'0'0'1'0,"0"0"2"15,0 0 7-15,-24 42 6 0,21-28 10 16,2 0-11-16,1 4-3 16,0-3-3-16,8-1-3 15,7 1 0-15,2-1-4 16,9-3 2-16,3-3 3 16,5-2-10-16,4-2-49 15,2-4-54-15</inkml:trace>
  <inkml:trace contextRef="#ctx0" brushRef="#br0" timeOffset="17770.95">21333 12546 111 0,'0'0'15'15,"0"0"36"-15,0 0-11 0,0 0-14 16,0 0-8-16,0 0-17 16,0 0-4-16,0 0 3 15,0 0 0-15,7 7-1 16,-1 0 1-16,3 2 0 15,1-1 0-15,-2-2-3 16,2 0 1-16,2-3 3 16,-2-1 4-16,-1-2-2 0,2 0 0 15,-2 0 0-15,-1 0-1 16,1-4 0-16,-1-2 0 16,-1-1-1-16,-1 0 0 15,0-1 0-15,-2 2-1 0,-3 0 0 16,0-1 1-16,0 3-2 15,-1 1 1-15,0 2 1 16,0 1-2-16,0 0 0 16,0 0-6-16,0 0 2 15,0 8 3-15,-1 5-1 0,-2 3 1 16,0 2 0-16,3 3 3 16,-2 2-1-16,2 2 0 15,0 0 1-15,0-1-1 16,3 0 0-16,1-3 0 15,1-1 1-15,-3-1-2 16,-1-4 1-16,1 0 0 0,-2-4-1 16,0 2 1-16,0-5-1 15,-5 0 1-15,-3-3 1 16,-3-1 2-16,0-4 2 16,1 0 1-16,-1 0 0 15,2 0 1-15,2-7 5 0,-2-1-2 16,4-2-2-16,3-3-4 15,0 2-2-15,2-3-1 16,0-1 0-16,5-1-1 16,5 1-4-16,2 1-5 15,6-2-11-15,-3 3-15 16,2-1-25-16,-2 0-24 0</inkml:trace>
  <inkml:trace contextRef="#ctx0" brushRef="#br0" timeOffset="18052.64">21583 12316 112 0,'0'0'47'0,"0"0"0"0,0 0-40 0,0 0-7 0,0 0 3 15,0 0-1-15,8 48-1 16,-6-27 2-16,2 5-1 16,1 0-3-16,-2 1-23 15,1-6-61-15</inkml:trace>
  <inkml:trace contextRef="#ctx0" brushRef="#br0" timeOffset="19784.66">21915 12253 78 0,'0'0'5'0,"0"0"11"0,0 0-4 0,0 0-3 16,0 0 1-16,0 0 5 15,0 0 1-15,0 0 8 16,-4-39-4-16,-2 34-12 16,2 0-3-16,-4-1 1 0,3-1-5 15,-4 1 0-15,0-1-1 16,2 0 1-16,-1 0-1 15,-2-3 1-15,1 0 0 16,-1 2 2-16,-1-1 1 16,3-2-1-16,-4 2 0 15,-1 1 0-15,1 1 1 0,-1 0-4 16,-1-1 0-16,-1 1 0 16,-2 1 1-16,-2-3 0 15,2 2 1-15,-2-1 0 16,-1 1-2-16,-1 0 2 15,-2-1-1-15,-1 2 0 0,0-1-1 16,-3 1 0-16,0 1 0 16,-2-1 0-16,-1 2 2 15,0-1-2-15,-3 0-2 16,1 2 4-16,-1 0-2 16,-3 0 0-16,-1 2 0 0,0 1 0 15,0 0 1-15,0 0-2 16,-3 0 2-16,-2 0-1 15,4 0 0-15,-2 0 0 16,-1 1 0-16,-1 5 0 16,0-2 0-16,-1 3 0 15,-2-2 0-15,-3 2 0 0,2 0 0 16,-3 1-1-16,3 2 1 16,-4 0 0-16,2 0 0 15,-2 3 0-15,0 0 0 16,0 1 1-16,-1 0-1 15,0 0-1-15,1 3 2 0,-1-1-1 16,4 0-8-16,-1 2 10 16,1 2-3-16,2 0 1 15,1 4 0-15,1 0 1 16,3 3-2-16,-1 2 0 16,5 0 1-16,0 2 0 15,3-1 0-15,4 0 0 0,-2 1 0 16,8-2 0-16,0 0 1 15,2 1-1-15,3-3-1 16,3 3 1-16,3-1 0 16,5 1-1-16,-1 2 1 0,6-2 0 15,2 4 1-15,0 0-2 16,0 0 1-16,8-2 0 16,3 0 1-16,2 1-1 15,2 0 0-15,4 0 1 16,0 0-1-16,2 0 1 0,0 1 0 15,3-1 0-15,1-2 0 16,-1 0 1-16,5-2-1 16,0-3-1-16,1-1-1 15,5-4 2-15,2-1 1 16,1-3 0-16,1 0 1 0,1 1 2 16,3-6-2-16,0 3-1 15,0-2 0-15,1-3 1 16,3-1-1-16,2-2 1 15,4 0-2-15,4-2 1 16,5-3 0-16,-1 1 1 0,4-1-3 16,1 0 1-16,-4-2 0 15,-1 0 1-15,-2 0-1 16,0 0-1-16,-4 0 3 16,2-3-2-16,0-2 1 15,2 0-1-15,1-2 0 16,3 0 0-16,-3-3 0 0,3 0 0 15,-3-3-1-15,-1-2 2 16,-2 3-2-16,-2-5 1 16,-4 0-1-16,-2 1 0 15,-6-2 0-15,-1-2 0 0,-4-1 0 16,-5-1 0-16,1-3 0 16,-3 0 1-16,-4-4 0 15,0-2 4-15,-4-2 5 16,-1-1-6-16,2-3-2 15,-2-1-1-15,-1 0-1 0,0-2 0 16,0-1 0-16,-5 1 0 16,0-1 0-16,-5 2 1 15,0 0 6-15,-4 0-4 16,-3 4 2-16,-1 2-4 16,-3-1 2-16,0 1 0 15,0 0-3-15,-1 1 1 0,-6-1 2 16,1 2 1-16,-4 1 0 15,2 0 2-15,-1 2-5 16,-3 2-1-16,0 2 3 16,0 2-2-16,-2 3-2 15,-2 3 1-15,-1 4-3 0,-7 3-2 16,-4 3-15-16,-5 2-17 16,-9-3-48-16</inkml:trace>
  <inkml:trace contextRef="#ctx0" brushRef="#br0" timeOffset="21099.37">20752 13441 40 0,'0'0'43'0,"0"0"-27"0,0 0 4 0,0 0 5 0,0 0-3 16,0 0 1-16,0 0-2 15,0 0-14-15,0 0-7 16,0 0-3-16,0 1-1 16,0 4 3-16,0 3-3 15,1 2 2-15,0 4-1 0,0 0 1 16,0 5 0-16,0 1 2 15,1 1-1-15,-2 2 2 16,2 1-2-16,-2 0 2 16,1 0-1-16,-1 3 0 0,2 0 2 15,-1 0-2-15,0 0 0 16,0 0 0-16,0 0 1 16,4 0 0-16,-3 0 0 15,-1 0 4-15,1 0-1 16,0 1-1-16,0-2 0 15,2-2-3-15,-4 0 1 0,0-2 0 16,0-3-1-16,0-1 3 16,0-4-2-16,0-4 3 15,0 1 4-15,-4-4 0 16,2-1 2-16,-1-3-4 16,1 1 0-16,2-1-2 0,-2 0-2 15,2-2 0-15,-2-1 1 16,1 2-1-16,-2 0-1 15,-1 0-21-15,-4-2-42 16,-1 0-112-16</inkml:trace>
  <inkml:trace contextRef="#ctx0" brushRef="#br0" timeOffset="21784.35">20636 14141 75 0,'0'0'14'0,"0"0"-8"0,0 0-5 0,0 0 2 15,0 0-1-15,0 0-1 0,0 0 0 16,0 0-2-16,0 0 2 16,0 0 3-16,0 0 3 15,0 0 7-15,36 6 4 16,-31-3-6-16,-2 0-5 15,1 2-6-15,2 1 0 0,-1 0 0 16,3 1-1-16,-3 2 0 16,0-1 0-16,1-1 2 15,-2 0-4-15,1-1 4 16,1-1-2-16,-3-3 3 16,2 0 6-16,-1-2 0 15,1 0 3-15,0 0 2 0,1 0-3 16,0-4-1-16,2-2 1 15,0-3-2-15,1 0 8 16,2-4-7-16,0 0 2 16,-1-2-3-16,2-1-2 15,1 1-3-15,1-1-1 0,0 0-4 16,-3 2-11-16,1 0-42 16,-2-1-89-16</inkml:trace>
  <inkml:trace contextRef="#ctx0" brushRef="#br0" timeOffset="25764.37">20143 14594 16 0,'0'0'13'0,"0"0"-13"0,0 0 0 15,0 0 0-15,0 0 0 16,0 0 4-16,0 0 24 15,13-35 20-15,-13 33-16 0,0 2-8 16,-5 0-15-16,0 0-8 16,1 0 1-16,-3 6 0 15,1-1-5-15,0 3 6 16,0 0-2-16,2 2-1 16,-1 4 4-16,1 1-1 0,2 3 1 15,2 2-3-15,0 0 0 16,0-3-1-16,1 3 0 15,9-6 2-15,-2-1-5 16,3-6 1-16,1-2-2 0,1-5 3 16,1 0 5-16,0 0 0 15,0-7 1-15,1-4-2 16,0-3-2-16,-2-3 2 16,-1-3 0-16,-3 0-1 15,-4 0 2-15,-3 0 6 16,-2 3 5-16,0 0 2 0,-5 3-2 15,-5 0 8-15,1 5-14 16,-5 3-7-16,1 3-4 16,-3 3-4-16,2 4-17 15,-1 7-11-15,4 0-7 16,2-1-30-16</inkml:trace>
  <inkml:trace contextRef="#ctx0" brushRef="#br0" timeOffset="26404.31">20361 14422 162 0,'0'0'3'0,"0"0"20"0,0 0 4 0,0 0-14 16,0 0-15-16,0 0-1 15,0 0 2-15,0 0-2 0,-4 42 1 16,10-23 2-16,-2 4-1 16,4 1 0-16,-4-1 2 15,-1-2-1-15,0-1 0 16,2-1 0-16,-4-5 1 15,0-1-1-15,0-2 0 16,1-1 0-16,-1-3 0 0,-1-3 0 16,0-1-2-16,1-2-9 15,0-1-6-15,3 0 4 16,-1-5 21-16,2-4-4 16,2-2 5-16,-1-3 2 15,3 0 4-15,1 2-5 0,-1 1-5 16,2 1-2-16,1 3-3 15,0 1 0-15,2 3 0 16,-3 3-1-16,1 0-1 16,-2 0-2-16,-1 7 0 15,-4 3-2-15,2 3-1 16,-5-1 7-16,1 4 2 0,-1 0-2 16,-1 0 0-16,-1-1 1 15,0 1 0-15,0-2-1 16,-6-2-1-16,-7-1 4 15,-1-1-2-15,-2-2 5 0,-3-1-5 16,-2-2 4-16,-3-1-3 16,3-4 0-16,2 3 0 15,3-3 0-15,5 0-1 16,6 0 0-16,5-10-14 16,0-6-90-16</inkml:trace>
  <inkml:trace contextRef="#ctx0" brushRef="#br0" timeOffset="26811.56">20724 14542 178 0,'0'0'2'0,"0"0"-2"0,0 0-1 0,0 44 1 16,0-26 0-16,0 2 0 15,2 1-2-15,1 0 3 16,0 2 0-16,0 1 2 16,1-1 0-16,0 0-2 0,1 1-1 15,-4 0 1-15,1-2 0 16,-2 0-1-16,0-2 1 15,0 1 1-15,0-2-1 16,-5-3 0-16,-4-2 2 16,0-3 0-16,-4 0 2 0,-4-5 1 15,-1 1-2-15,-3-1-2 16,0-5 0-16,-3-1-2 16,4 0-3-16,0-8-4 15,3-8-5-15,2-5-24 0,2-6-54 16</inkml:trace>
  <inkml:trace contextRef="#ctx0" brushRef="#br0" timeOffset="27303.17">20869 14539 168 0,'0'0'-3'0,"0"0"3"0,0 0 1 0,0 0-1 16,0 0 4-16,0 0-2 16,0 0 19-16,0 0 5 15,0 0-18-15,0 0-6 0,26-6 0 16,-25-1-2-16,-1-1 1 16,0 0-1-16,0 3 0 15,-3 0-1-15,-4 2-3 16,-3 3 2-16,3 0 1 15,-4 0 1-15,3 6 0 16,2 5 0-16,-2 2-1 16,4 2 0-16,0 0-2 0,4 2 2 15,0 0 0-15,0-1 0 16,3-2 0-16,4-1-1 16,4-2 4-16,3-1-1 15,1-4-12-15,-2-6-54 0</inkml:trace>
  <inkml:trace contextRef="#ctx0" brushRef="#br0" timeOffset="27772.36">21017 14542 158 0,'0'0'34'0,"0"0"-22"16,0 0 9-16,0 0-9 15,0 0-11-15,0 0 2 16,0 0-6-16,0 0 2 15,0 0-1-15,-30 21 1 0,26-3-2 16,4 2 3-16,0-1-3 16,0-1 1-16,3-2 2 15,7-2-1-15,-3-5-3 16,6-2-8-16,0-5 5 16,6-2-3-16,-1 0-2 0,4-9 3 15,1-4-4 1,-1-4-13-16,1-3-11 0,-2-3-2 15,-4-4 2-15,-4 2 18 16,-2-4 21-16,-3 2 18 16,-5 0 15-16,-2 0 0 15,-1 5 6-15,0 3-3 0,0 4-9 16,-4 4 2-16,-2 4-21 16,1 4-4-16,0 3-1 15,0 0-7-15,-1 6 2 16,0 7-1-16,2 4-1 15,3 2-1-15,-3 2 1 0,3 1 1 16,1-1-1-16,0 2 1 16,0-3 1-16,5 0 0 15,-2 1 0-15,1-5-17 16,0-2-22-16,-4-5-57 0</inkml:trace>
  <inkml:trace contextRef="#ctx0" brushRef="#br0" timeOffset="28049.17">21123 14552 172 0,'0'0'0'0,"0"0"18"0,0 0-7 0,0 0-1 16,50-44 0-16,-32 36-4 15,4 3-2-15,-2 2-3 16,2 3-1-16,-3 0-1 0,-2 3-1 15,1 7-1-15,-6 1-2 16,-1 3-2-16,-3 0 3 16,-5 1-3-16,-1-2 8 15,0-1 0-15,-2 0 2 16,2-3-2-16,2 0 1 0,0-7-3 16,2-2-37-16,1 0-81 15</inkml:trace>
  <inkml:trace contextRef="#ctx0" brushRef="#br0" timeOffset="28392.56">21826 14056 136 0,'0'0'15'15,"0"0"-1"-15,0 0-8 0,-29 54 1 16,18-26 0-16,-2 8-2 16,-1 4 0-16,0 6-1 15,-2 8-2-15,-2 3 1 16,3 4-2-16,-3 0 0 15,0 3 1-15,2-3-2 16,-2-4 1-16,1-6-1 0,1-4 1 16,2-7 1-16,3-6 0 15,5-10-2-15,4-3-12 16,2-11-39-16</inkml:trace>
  <inkml:trace contextRef="#ctx0" brushRef="#br0" timeOffset="28754.91">22125 14277 145 0,'0'0'6'0,"3"-41"5"16,-1 23-5-16,-2 2-4 16,0 5-5-16,0 6-3 15,-8 3-17-15,-7 2 17 16,-3 14 9-16,-1 11 0 16,-2 5 4-16,4 9-2 0,1 3-3 15,5 4-2-15,3-1 0 16,4-1 0-16,3 0 0 15,1-7-1-15,0-1 1 16,0-4 2-16,0-2-1 16,1-4 0-16,0-5 1 0,-1-3-20 15,0-6-112 1</inkml:trace>
  <inkml:trace contextRef="#ctx0" brushRef="#br0" timeOffset="28947.38">21880 14604 96 0,'0'0'96'0,"0"0"-93"16,0 0 0-16,48-27-3 0,-23 20 0 16,8 1 0-16,5-1 0 15,5-3 0-15,1 3-3 16,2-3-17-16,-3 0-73 15</inkml:trace>
  <inkml:trace contextRef="#ctx0" brushRef="#br0" timeOffset="30120.9">20547 12708 35 0,'-4'1'0'0,"3"1"-2"0,1-1-24 15</inkml:trace>
  <inkml:trace contextRef="#ctx0" brushRef="#br0" timeOffset="30485">20547 12708 29 0,'0'0'28'0,"0"0"-11"0,0 0-13 16,-40 10-4-16,36-9 0 15,1 1 0-15,1-1-1 16,-2-1 1-16,3 0 1 16,-1 0 2-16,0 0 15 15,1 0 3-15,0 3-8 16,0-2-12-16,-1 2-1 0,2 0-1 16,0 0-2-16,0 1-1 15,0-2 0-15,0-1-2 16,6-1-1-16,5 0 11 15,2 0 9-15,5 0-6 16,-1-3-1-16,6-4-1 0,2 3-2 16,5-2-1-16,1-1 1 15,3-1-1-15,3-1 1 16,1 2-1-16,1-2-1 16,-3 2 0-16,-4-1-1 15,-5 2 1-15,-3 0 0 16,-4 2-2-16,-2 0 2 0,-3 1 1 15,1 2-2-15,-6 1 0 16,0-2-6-16,0 1-24 16,-4-2-20-16</inkml:trace>
  <inkml:trace contextRef="#ctx0" brushRef="#br0" timeOffset="30819.13">21028 12525 79 0,'0'0'8'0,"0"0"-5"0,0 0 2 15,0 0 0-15,0 0-1 16,0 0 3-16,0 0 1 0,43 15 0 16,-35-7-2-16,-1 4-4 15,-1 1-1-15,-3 3-2 16,-3 2 0-16,0 2 3 16,-3 0 0-16,-10 0 0 15,-3 1-4-15,-10-1-1 16,0-6-23-16,-2-2-50 15</inkml:trace>
  <inkml:trace contextRef="#ctx0" brushRef="#br0" timeOffset="31386.83">20473 12607 36 0,'0'0'9'0,"0"0"20"0,0 0-8 16,0 0-16-16,-45 10-3 15,34-3-1-15,1 1-1 16,-1 0 0-16,3 0 0 16,-2-2 0-16,1 1 0 0,1 0 0 15,0 0 0-15,3 0 1 16,0-1 2-16,2 3 2 16,0-2-3-16,3 0-1 15,0 1-1-15,0 1 1 16,4-2 0-16,5 4 2 0,2-2 7 15,3-2 6-15,4 3-4 16,6-3-3-16,6 0-6 16,9 0 6-16,4-3-2 15,8-4-8-15,7-1-76 16</inkml:trace>
  <inkml:trace contextRef="#ctx0" brushRef="#br0" timeOffset="32173.59">22816 12432 19 0,'0'0'-19'0</inkml:trace>
  <inkml:trace contextRef="#ctx0" brushRef="#br0" timeOffset="32528.09">22816 12432 66 0,'-10'-11'19'0,"12"8"18"16,1 2-9-16,-3 1-12 15,1 0-7-15,1 0-10 16,0 8-2-16,2 4 3 0,-2 3 3 15,1 2 1-15,-1 2-2 16,1-1 0-16,1-1-2 16,-2 0 1-16,2-2 0 15,-3-2-1-15,3-1 2 0,-1-2-2 16,2 0-19-16,-5-6-44 16</inkml:trace>
  <inkml:trace contextRef="#ctx0" brushRef="#br0" timeOffset="33138.39">22840 12439 125 0,'0'0'15'0,"0"0"19"0,0 0-20 0,0 0-9 16,0 0-2-16,0 0-1 0,40-22-2 15,-35 22-5-15,3 4-1 16,-2 5 1-16,2 2 5 16,1 5-3-16,1-1 2 15,0 0 2-15,1 1 0 16,-1-3 1-16,-1-2-2 15,-3-2 1-15,-1-2-1 0,-2-2 1 16,-2-1-7-16,-1-3 4 16,0 1 4-16,0-2 6 15,0 0 9-15,0 0-7 16,-1 0-7-16,-2-3-2 16,0-3-2-16,-1 0-11 0,2-1-15 15,0-3-3-15,2-2 12 16,0-2 12-16,1-1 9 15,8 0 3-15,-2 0 3 16,6 2 5-16,-1 4-4 0,0 1-8 16,1 3-2-16,0 4 0 15,1 0 0-15,-2 1 0 16,-2 0-1-16,-2 0 0 16,1 6 1-16,-3 1 0 15,2 2 2-15,-2 2 3 0,1 5-2 16,0-2-3-16,-1 1 0 15,1 2 0-15,-2-2 1 16,-1-1-2-16,0-2 2 16,-1-1-1-16,-1-1 1 15,-2-3-7-15,1-2-26 16,0 0-22-16</inkml:trace>
  <inkml:trace contextRef="#ctx0" brushRef="#br0" timeOffset="33367.81">23209 12519 165 0,'0'0'13'0,"0"0"13"0,0 0-9 16,0 0-7-16,0 0-10 15,0 0-6-15,0 0-3 0,0 0 4 16,0 0 3-1,0 0 4-15,9 40-1 0,-5-29 0 16,0-1 1-16,-1 0-4 16,-1-4-32-16,-1-2-64 15</inkml:trace>
  <inkml:trace contextRef="#ctx0" brushRef="#br0" timeOffset="33517.85">23216 12387 153 0,'0'0'0'15,"0"0"4"-15,0 0-33 16,0 0-77-16</inkml:trace>
  <inkml:trace contextRef="#ctx0" brushRef="#br0" timeOffset="34144.32">23299 12508 103 0,'0'0'3'15,"0"0"1"-15,0 0-1 16,0 0-1-16,0 0 8 15,0 0 23-15,0 0-5 0,0 0-16 16,3 3 0-16,0-4 5 16,0-3-3-16,3 0-12 15,2-2 2-15,4-1-4 16,1 3 2-16,-2-2-2 16,2 2 1-16,1 1-1 15,-1 2 0-15,1 1 0 0,-1 0-1 16,1 0 0-16,-1 1 0 15,-1 7-2-15,1 1 2 16,-2 3-1-16,-2-1 0 16,-2 2-1-16,-3-3 1 15,1 1-4-15,-5-4 4 16,0 0-2-16,0-5 1 0,-9 2-2 16,-2-4 5-16,0 0 0 15,-3 0 5-15,3 0-3 16,-2-4-4-16,3-3 5 15,4-2-3-15,4-1 1 16,2 0-2-16,0-1 6 0,9-2-1 16,6 0-1-16,5 0-3 15,1 2 0-15,6 1 1 16,-1 2-1-16,-1 2-1 16,2 2 2-16,-1 0-1 15,-2 3 0-15,0 1 0 0,-6 0 0 16,-1 1-1-16,-4 9-1 15,-7 2-2-15,2 4 0 16,-6-2-1-16,-2 4 1 16,0-3 5-16,0-3-6 0,0-1-10 15,0-2-19-15,0-4-20 16,0-3-21-16</inkml:trace>
  <inkml:trace contextRef="#ctx0" brushRef="#br0" timeOffset="34350.62">23831 12467 134 0,'0'0'7'0,"0"0"30"0,0 0-23 0,0 0-14 16,0 0 0-16,0 0-10 0,0 0-1 15,0 0 14-15,0 0 1 16,0 0 2-16,30 31-4 15,-29-14 0-15,1-3-1 16,0-4-4-16,0-3-57 0</inkml:trace>
  <inkml:trace contextRef="#ctx0" brushRef="#br0" timeOffset="34494.17">23805 12305 170 0,'0'0'2'16,"0"0"1"-16,0 0-43 15</inkml:trace>
  <inkml:trace contextRef="#ctx0" brushRef="#br0" timeOffset="35271.15">23927 12439 90 0,'0'0'17'0,"0"0"-16"0,0 0 0 15,0 0 0 1,0 0 4-16,10-38 6 0,0 30 0 15,2 0 2-15,3 1-4 16,4 2-5-16,-1-1 0 16,0 6-1-16,3 0-2 15,-3 0-1-15,-3 3 0 0,0 6-1 16,-3 3-3-16,-4 1 1 16,-2 3 0-16,-1-1 1 15,-2 1 1-15,-2-2-1 16,-1 0 4-16,0-4-2 15,0-2-2-15,-3-2-4 0,-3-4 8 16,0-2-8-16,0 0 14 16,0 0-10-16,-1-4 1 15,0-5 0-15,1 1 1 16,3-4-1-16,2 2-6 16,1-2-5-16,0 0 2 15,7 1 7-15,4-2 6 16,2 2-1-16,6 2 0 0,-2-1 0 15,6 4 6-15,-1 1-5 16,1 2 1-16,2 0 2 0,1 3-1 16,-3 0-1-16,-1 0 1 15,-3 7-3-15,0 2 2 16,-4 2-2-16,-3 3 0 16,-5 1-1-16,-2 0-4 15,-4 1 1-15,-1-2 6 16,-2-3 0-16,-7-2-1 15,-4-3-1-15,-1-3 10 0,-2-3-4 16,-1 0-5-16,1 0-1 16,5-6 0-16,3-3 1 15,5-2-2-15,3 0-2 16,0-5-2-16,4 4 13 16,10-2-9-16,2 3 3 0,5-2-2 15,1 6-2-15,1 2 0 16,0 2 0-16,-2 3-1 15,0 0 1-15,-6 5-3 16,-1 5 0-16,-5 6-2 0,-2-1-2 16,-2 1 1-16,-3 4-10 15,-2-6-13-15,0 0-1 16,0-5-27-16</inkml:trace>
  <inkml:trace contextRef="#ctx0" brushRef="#br0" timeOffset="35690.71">24540 12379 46 0,'0'0'79'0,"0"0"-57"0,0 0-4 0,0 0-23 0,0 0-1 15,0 0 1-15,0 0 6 16,0 0 1-16,-1 42-1 15,1-30 0-15,0-1 0 16,0 0-1-16,6-1 0 0,0-3 4 16,5-3-1-16,-1 0 2 15,4-2-2-15,2-2-2 16,-3 0-7-16,3-6 9 16,-2-2-1-16,-1-2-1 15,-2-4 2-15,-1 4 0 16,-1-2 5-16,-2 2-1 0,-5 2-3 15,1 2-1-15,-2 4-2 16,-1 0 2-16,0 2 0 16,0 0-5-16,0 7-2 15,-1 3 3-15,0 2 0 0,1 0-1 16,0 1-1-16,3 3 2 16,5-5 2-16,-1-1-7 15,2-1-29-15,2-5-21 16</inkml:trace>
  <inkml:trace contextRef="#ctx0" brushRef="#br0" timeOffset="35880.56">24801 12447 61 0,'0'0'49'0,"0"0"-18"16,0 0-1-16,15-39-13 16,-11 35-7-16,-1 1-9 15,1 3-1-15,0 0-3 0,0 0-2 16,-1 10 0-16,-1 0-2 15,0 4 2-15,-1-1 3 16,-1 3-2-16,0-4 1 16,0 1-14-16,0-4-5 15,0-2-13-15,0-3 1 0</inkml:trace>
  <inkml:trace contextRef="#ctx0" brushRef="#br0" timeOffset="36231.97">24837 12492 22 0,'0'0'41'0,"0"0"-12"16,0-38 0-16,0 25-4 15,7 0-5-15,5 2-13 0,3 2-4 16,3 2-1-16,3 2-1 16,5 3-3-16,-1 2 1 15,-1 0 0-15,-1 7 0 16,0 6-1-16,-6 1 1 16,-1 1-5-16,-4 3 4 0,-1-1-1 15,-3-2 0-15,-5 1 0 16,-2-3 3-16,-1-2-1 15,0-3 2-15,-8-2 10 16,-4 0-8-16,1-4 6 16,-4-2 4-16,3 0-3 0,2 0-2 15,3-2-2-15,4-5 5 16,-1 1 2-16,4-1-4 16,5 0-3-16,6 0 6 15,4 0-9-15,3 4-2 16,1 3-1-16,-2 0-11 0,3 0-12 15,-7 10-13-15,-3 6-11 16,-3 1 6-16,-3 1-39 16</inkml:trace>
  <inkml:trace contextRef="#ctx0" brushRef="#br0" timeOffset="37781.99">22845 12891 45 0,'0'0'6'0,"0"0"14"0,38 4-3 0,-20-3-11 16,2-1-4-16,2 1-1 16,2-1 1-16,4 0-2 0,1 0-3 15,2 1 3-15,2-1 0 16,1 0 1-16,4 0 1 15,1 2 3-15,4-1 5 16,3 1-3-16,6 0-5 16,3 0-1-16,5-1 0 15,2 2 0-15,3-3-1 0,2 0 1 16,-2 0-1-16,2 0 7 16,0-3 16-16,1 0-2 15,1-1-6-15,1 0-5 16,0 2-5-16,0 0-3 15,-3 0-1-15,-4 1 0 0,-3-2 0 16,-3 0 0-16,-5 1-1 16,-1-3 0-16,-2-1 1 15,-2 1-1-15,-3-2 0 16,-4-2 1-16,-3-1 0 16,-1-1 0-16,-3-3-1 0,0-1 0 15,-3-3 3-15,1-2-3 16,0 0 0-16,-1-3 1 15,-1-2-1-15,2 2 1 16,-2 2-1-16,-2-1 0 16,-1 1 1-16,-3 4-1 0,-7 0 0 15,-4 1 1-15,-3-1 0 16,-5 0 2-16,-4-1 3 16,0-5-1-16,-1 1-4 15,-11-4 0-15,-2-1 2 16,0-2 1-16,-4-2-1 15,1 4-3-15,-3-2 3 0,1 3-1 16,1-1 0-16,-1 1-2 16,1 2 2-16,-2 0-2 15,-3 4-4-15,-2-1 3 16,-4 2 3-16,-2 1-2 0,-3 1-1 16,-6 1 3-16,-1 3 0 15,-5 1-6-15,0 0 8 16,-6 1-8-16,-1 3 8 15,-1 0-3-15,-6 1-1 16,-6 1 2-16,-2 2-2 0,-3 0 0 16,-4 1 0-16,-3 3 0 15,2 0 1-15,-8 0-1 16,1 0-1-16,-1 2 2 16,-1 4-1-16,-4 3-1 15,-1-1 1-15,1 1 0 16,1 3-3-16,2-1 3 0,0 5 0 15,4-1-2-15,0 0 0 16,2 3 1-16,1 0 1 16,2 4-1-16,4-1 2 15,4 5-3-15,6 2 0 16,7 3-7-16,3 2 3 0,10 2 0 16,4 1 2-16,9 2 1 15,4 2-2-15,6-2 1 16,10-1 1-16,6-3 0 15,4-2-2-15,11-4-4 16,11-1 1-16,6-4 11 0,7-2 2 16,9-3-2-16,4-1-1 15,8-1 2-15,6-4 0 16,3-4-4-16,2-3-49 16,0-5-60-16</inkml:trace>
  <inkml:trace contextRef="#ctx0" brushRef="#br0" timeOffset="41093.06">23884 11850 63 0,'0'0'12'0,"0"0"-2"0,0 0-13 0,0 0-1 15,0 0 8-15,0 0-4 0,0 0 1 16,0 0-1-16,0 0 1 15,0 0 0-15,0 0 0 16,0 0 1-16,15 23-1 16,-14-20-1-16,0 1 2 15,-1-4-3-15,1 0 1 0,3 0 29 16,3-4 17-16,4-8-23 16,4-5-8-16,6-4-3 15,8-6-4-15,11-6 0 16,8-4-3-16,10-4-3 15,8-3-1-15,6-7-8 0,4-4-79 16</inkml:trace>
  <inkml:trace contextRef="#ctx0" brushRef="#br0" timeOffset="47448.34">17970 15822 62 0,'-2'0'4'0,"-3"0"1"0,3 0 0 0,1 0 4 16,-1-2 10-16,0-2 16 16,0 2 1-16,0-1 5 15,0 2-7-15,0 0-17 16,1 1-4-16,1 0-5 15,0 1-10-15,0 11-4 16,0 7 4-16,0 7 1 0,3 6 0 16,1 7 2-16,1 3 1 15,1 2-2-15,0 2-2 16,-2 2 4-16,0-1-2 16,-2-3 0-16,0-4 0 15,1-5 0-15,-1-2-13 0,2-9-25 16,0-8-23-16,-2-5-18 15</inkml:trace>
  <inkml:trace contextRef="#ctx0" brushRef="#br0" timeOffset="48141.39">17954 15882 107 0,'0'0'-7'16,"0"0"18"-16,0 0 8 15,-8-35 4-15,8 29 6 16,-1 4-7-16,1 1-1 16,0 1-7-16,0 0-13 0,0 0-10 15,7 9 5-15,-1 5 1 16,4 6 5-16,1 6 1 15,2 6 0-15,0 2-1 16,1 5 0-16,2-1 0 16,-3-1-1-16,3-2 0 15,-5-5-1-15,0-3 0 0,1-7-2 16,-4-4 1-16,-2-4-1 16,1-6-1-16,-4-2-2 15,0-4-6-15,-1-3-6 16,0-11 23-16,0-7-5 15,2-6-7-15,-1-7-6 16,3-4-6-16,2-5 6 0,0-1 5 16,2-1 8-16,3-1 1 15,-1 1 1-15,1 2 3 16,2 3 6-16,2 3-2 0,2 3-6 16,-1 4-2-16,3 3-1 15,-2 6-1-15,1 5 0 16,-3 5-1-16,-2 4 1 15,0 4-3-15,-3 3-2 16,0 7-5-16,-5 10 8 16,1 5 4-16,-5 7 3 0,4 6 3 15,-5 3 1-15,0 4 1 16,-2 3-3-16,1 0 0 16,1 0 1-16,-1-1-1 15,0 1-3-15,2 0 0 16,0-1 2-16,1-3-4 0,1 0 1 15,2-2-3-15,1-4 1 16,1-4-1-16,3-1 0 16,1-3 0-16,0-2-2 15,1-4-12-15,-1-6-24 16,-1-8-56-16</inkml:trace>
  <inkml:trace contextRef="#ctx0" brushRef="#br0" timeOffset="48374.26">18701 16176 265 0,'0'0'4'0,"0"0"3"0,0 0 3 16,0 0-3-16,0 0-6 16,0 0-3-16,0 0 0 15,0 0-5-15,0 0 2 0,0 0-2 16,0 0 13-16,0 43-4 15,5-22 0-15,1 0-2 16,-1-1 1-16,1-1-3 16,0-4-14-16,2-4-32 15,-4-6-39-15</inkml:trace>
  <inkml:trace contextRef="#ctx0" brushRef="#br0" timeOffset="48545.27">18730 15939 245 0,'0'0'9'16,"0"0"-2"-16,0 0-7 16,13-40-7-16,3 35-39 15,0 1-52-15</inkml:trace>
  <inkml:trace contextRef="#ctx0" brushRef="#br0" timeOffset="49099.46">18886 16206 73 0,'0'0'22'16,"0"0"-21"-16,0 0 2 15,0 0-3-15,0 0 1 16,0 0 26-16,0 0 4 0,8 6-11 15,-8-16 10-15,0 3 0 16,-1-5-15-16,1 1-7 16,0-2-5-16,1 3-3 15,7 1 0-15,-4 1-2 16,2 1 4-16,0 4-2 16,1 3 0-16,1 0-2 0,-3 0-2 15,4 7 2-15,0 5 3 16,0 2-1-16,1 3 1 15,0 1-3-15,-3-2-6 16,-1 1-11-16,-3-2-8 16,-1-3 3-16,0-5 13 0,-2-1 9 15,0-2 4-15,0-4 1 16,1 0 19-16,1-1 9 16,1-10-32-16,0-4 5 15,2-2-8-15,1-6 1 16,1 2 1-16,1-2 2 15,2 3-1-15,-1 2 1 0,2 2 2 16,2 3 7-16,0 4-5 16,3 1-4-16,-3 3 0 15,1 5 0-15,-1 0-2 16,-2 1-1-16,-1 9 1 16,-1 3 3-16,-1 1-1 0,-4 3-1 15,1-1 1-15,0 0 2 16,-1 2-1-16,-1-4 0 15,3 1 2-15,-2-1-10 16,1-3-38-16,2-5-20 0</inkml:trace>
  <inkml:trace contextRef="#ctx0" brushRef="#br0" timeOffset="49300.08">19339 16081 245 0,'0'0'6'0,"0"0"-4"0,0 0-13 16,0 0 9-16,0 0-9 15,0 0 11-15,7 50 2 16,-6-33-1-16,1 1-1 0,0 0-6 16,1 0-29-16,-3 0-22 15,0-6-29-15</inkml:trace>
  <inkml:trace contextRef="#ctx0" brushRef="#br0" timeOffset="49455.3">19324 15919 218 0,'0'0'-20'15,"-1"-51"30"-15,1 30-5 0,6 2-5 16,7 4-4-16,1 3-50 15,-1 5-28-15</inkml:trace>
  <inkml:trace contextRef="#ctx0" brushRef="#br0" timeOffset="50225.57">19465 16179 135 0,'0'0'-7'16,"0"0"8"-16,21-54 0 15,-13 34 1-15,-4 3-1 16,0 4 1-16,-1 1 20 16,0 3 24-16,-1 3-18 0,0 2-6 15,1 3-11-15,3 1-13 16,-1 0-1-16,3 5 0 15,-2 6-2-15,2 5 6 16,-3 2-9-16,0 1-10 16,0 3 2-16,-3-4 9 15,-1 3 7-15,0-4-3 0,1-2-1 16,-1-3-6-16,0-4 4 16,-1-3-12-16,1-5 7 15,0 0-2-15,3 0 8 16,-2-11 13-16,0-6-5 0,2-1 5 15,3-4 6-15,-3 1 4 16,6-2-4-16,-3 2-4 16,3 0-3-16,2 2 2 15,2 2-4-15,0 1-2 16,1 5-1-16,1 3-2 16,-1 3 0-16,-1 2-2 0,-1 3 1 15,-1 0-3-15,-2 12 0 16,-3 2 4-16,1 4 2 15,-3 2-2-15,-1 0-6 16,0 0 0-16,-4-2-3 16,0-3-5-16,0-2-3 0,0-4 11 15,0-3 4-15,-1-3 5 16,-2-3 6-16,1 0 16 16,1-7-9-16,1-6-13 15,0-1 4-15,0-5-3 16,0-2 0-16,7 0-2 0,-1 1 1 15,1 0-1-15,3 1 3 16,-2 5 0-16,2 0 0 16,-1 4 1-16,1 4-5 15,3 1 1-15,-2 5-3 16,0 0 0-16,0 3-3 16,-3 9 0-16,2 5 6 0,-7 2 0 15,1 2-2-15,0 1 3 16,-2 2-3-16,-1-2 3 15,1 1-3-15,0-4-15 16,0-4-45-16,0-2-36 0</inkml:trace>
  <inkml:trace contextRef="#ctx0" brushRef="#br0" timeOffset="50663.82">20073 16010 150 0,'0'0'10'0,"0"0"0"0,0 0 15 0,0 0-5 0,0 0 6 15,0 0-20-15,0 0-6 0,0 0-4 16,0 0 8-16,0 0 0 16,0 0-3-16,2 54 1 15,-1-37-2-15,3-1-1 16,2-5-1-16,2-1-2 15,0-4-1-15,3-5-1 0,-1-1-4 16,1 0 2-16,1-6 14 16,0-6-5-16,-1-1-2 15,-5-4 2-15,4 0 1 16,-5 0 0-16,3-2 1 16,-5 2 4-16,1 4 3 0,0 2 3 15,-2 1-6-15,-1 6 2 16,1 1 2-16,0 2-5 15,-1 1-8-15,1 0-3 16,2 3-1-16,1 5 5 16,0 3 4-16,2 2-2 15,3 3 3-15,-3 1-2 0,1-2-3 16,-1 2-8-16,3-2-25 16,-2-5-48-16</inkml:trace>
  <inkml:trace contextRef="#ctx0" brushRef="#br0" timeOffset="50900.26">20393 15952 237 0,'0'0'-24'0,"0"0"13"0,0 0 10 0,0 0-8 16,0 0-18-16,0 0 2 15,4 48 25-15,-4-31 2 16,0 3 1-16,0-3-2 16,5-3 0-16,-3 1-2 0,3-7-1 15,3-2-19-15,-2-6-10 16,5 0-9-16,-3-6-12 16</inkml:trace>
  <inkml:trace contextRef="#ctx0" brushRef="#br0" timeOffset="51072.98">20468 16043 29 0,'0'0'52'16,"12"-39"-12"-16,-6 21 4 15,-2 2-11-15,2 4-15 0,-1 4-6 16,-1 3-5-16,2 5-6 16,-2 0-6-16,0 0-4 15,2 6 4-15,-2 5 9 16,0 0 1-16,0 5-2 0,1-1 0 16,-3 0-1-16,2 0-1 15,2-2-2-15,-4 0-20 16,-1-5-34-16,1 1-18 15</inkml:trace>
  <inkml:trace contextRef="#ctx0" brushRef="#br0" timeOffset="51356.88">20630 15983 113 0,'0'0'29'0,"0"0"16"16,0 0-17-16,0 0-17 0,39-20-10 15,-31 20-1-15,-1 0-6 16,-1 6 2-16,-2 2 6 16,-1 2 2-16,3-1-1 15,-4-1 0-15,-2-1-1 16,3-4-5-16,-3 0 6 0,0-3 0 16,1 0 3-16,1 0 13 15,3-8-4-15,2-2-5 16,4-2-8-16,1-2 0 15,1 3-6-15,3 3-14 16,0 2-14-16,1 2-28 16,-1 3-32-16</inkml:trace>
  <inkml:trace contextRef="#ctx0" brushRef="#br0" timeOffset="53186.91">21812 15320 71 0,'2'7'2'0,"-2"3"3"0,0 8 13 0,0 8 2 15,-1 5 1-15,-5 5-6 16,-3 3-2-16,3 1-5 0,-2 1-3 16,4-4 3-16,4-4-1 15,0-2-1-15,0-1-3 16,0-4-2-16,3-1 0 16,6-3 0-16,-4-1-2 15,5-5 1-15,0-2 0 0,0-6-1 16,1 1-1-16,2-4 7 15,2-3-2-15,1-2 6 16,5 0 7-16,-2 0-2 16,3-3-7-16,0-3 0 15,1-1-4-15,1 2-1 0,-3 1-1 16,0-2-1-16,2 1 1 16,0 0 0-16,4-1-1 15,1 0 0-15,-1-2-22 16,-1-4-71-16</inkml:trace>
  <inkml:trace contextRef="#ctx0" brushRef="#br0" timeOffset="53527.82">22342 15652 240 0,'0'0'29'0,"0"0"-23"15,0 0-10-15,0 0 3 0,0 0-5 16,0 0-6-16,-36 43 9 15,33-26 2-15,-1-1 1 16,4-1-4-16,0-4-1 16,0-2-7-16,6-2 2 0,6-1 4 15,-1-6 1-15,3 0 3 16,-1-2 6-16,-3-9 1 16,2 0 7-16,-4-4 8 15,-3 0 2-15,-1-2-6 16,-3-2-2-16,-1 2 2 0,0-1 3 15,0 1-12-15,-4 5-4 16,-2 1-1-16,1 4-2 16,-1 2-3-16,-3 5-7 15,1 0-16-15,-1 2-11 16,-1 9-10-16,2-1-16 16,2-1-25-16</inkml:trace>
  <inkml:trace contextRef="#ctx0" brushRef="#br0" timeOffset="53913.9">22593 15574 191 0,'0'0'1'16,"0"0"0"-16,46-45 1 15,-40 35-1-15,-6 3 1 16,-3 2-7-16,-9 5 7 0,-8 0-4 15,0 3 5-15,0 7 5 16,0 2-2-16,4 2-4 16,2 1-1-16,5 0-2 15,5 0-1-15,1-1-2 16,3-1-2-16,0-2-4 0,5-2 6 16,3 2-2-16,5-3 3 15,0 0 3-15,3-1 5 16,1 0 1-16,-1 0-5 15,0 2 3-15,-2-2-1 0,-3 2-1 16,-3 0-1-16,-4 0-1 16,-4 1 0-16,0 1-3 15,-13 0 0-15,-5-2 8 16,-1 1-8-16,-2 1-15 16,1-5-27-16,5-2-27 15</inkml:trace>
  <inkml:trace contextRef="#ctx0" brushRef="#br0" timeOffset="54240.36">22815 15527 133 0,'0'0'5'16,"0"0"-2"-16,30-48 1 15,-28 37-2-15,-2 2 5 16,0 5 6-16,-7 1 0 15,-4 3-3-15,-2 0 6 0,1 3-6 16,-3 7-1-16,2 1-5 16,-1 2-2-16,5 4-2 15,2-3 0-15,4 0-2 16,3-1-1-16,0 1-4 16,4-2 4-16,7-2-2 15,3 0-1-15,0 1 0 0,4-1 11 16,0 1 8-16,0 2-6 15,-2 1-4-15,-2 6 2 16,-8 1-3-16,-6 4-17 16,-9 6-31-16,-20 0-44 0</inkml:trace>
  <inkml:trace contextRef="#ctx0" brushRef="#br0" timeOffset="54711.21">22076 16370 168 0,'0'0'-3'0,"0"0"18"0,0 0 5 0,0 0-3 0,0 0-12 15,0 0-3-15,0 0-2 16,-47 4 1-16,32 15 11 16,-2 6-10-16,-2 4 8 15,0 3-7-15,4 2-2 16,1 1-1-16,6-2 0 0,4 1-1 16,4-6 0-16,0 1-2 15,5-5 3-15,7-5-1 16,5-4-7-16,5-5-26 15,1-10-51-15,1 0-26 16</inkml:trace>
  <inkml:trace contextRef="#ctx0" brushRef="#br0" timeOffset="55038.89">22241 16534 235 0,'0'0'7'0,"0"0"0"16,0 0-2-16,0 0-6 15,0 0 0-15,0 0 1 16,-35 49 2-16,30-30 0 16,2 1-3-16,3-4 0 15,0-2 0-15,0-1-2 0,7-5 0 16,2-3-2-16,5-4-5 16,1-1 15-16,3-1-2 15,1-11 2-15,-1-2 3 16,1-3 3-16,-3-3-1 15,-4 0 0-15,-5 1 4 16,-2 0-1-16,-5 0 1 16,0 4-4-16,-4 1-6 0,-5 2-2 15,-4 5-4-15,-1 5-3 16,-4 2-12-16,1 2-16 16,-2 7-19-16,1 3-39 15</inkml:trace>
  <inkml:trace contextRef="#ctx0" brushRef="#br0" timeOffset="55492.56">22583 16436 95 0,'0'0'38'0,"0"0"20"16,0 0-2-16,7-37-24 0,-9 31-7 16,-5 3-16-16,-1 1-3 15,1 2-5-15,-2 0-3 16,-1 3-1-16,1 5 5 16,1 5-1-16,1 0-3 0,2 2-1 15,3 1 0-15,2 0-2 16,0-2-2-16,4 0 3 15,4 0 0-15,2-1 0 16,1-2 2-16,3-1 1 16,-1 2 1-16,-1 0 1 0,-3-3-1 15,-1 2 0-15,-3 2-1 16,-3-3 0-16,-2 2 0 16,0-1 0-16,-4 0-3 15,-4-1 4-15,-2 0 1 16,-4 0 0-16,-3-3 9 15,-1 0-7-15,3-1-2 0,-1-3-1 16,5-3-1-16,1 0-9 16,5 0-37-16,5-12-68 15</inkml:trace>
  <inkml:trace contextRef="#ctx0" brushRef="#br0" timeOffset="55779.11">22799 16311 90 0,'0'0'11'0,"0"0"-3"0,0 0 6 0,-1 54-2 16,-2-33-1-16,3 2 1 15,-2 1 1-15,2 2-5 16,0-1-1-16,0 2-3 16,0-4-2-16,4 0 1 15,-2 1-2-15,3-4-4 0,-2-2-16 16,-2-3-29-16,-1-6-40 16</inkml:trace>
  <inkml:trace contextRef="#ctx0" brushRef="#br0" timeOffset="55912.65">22853 16497 139 0,'0'0'0'16,"59"-41"-1"-16,-19 18 2 16,4-3-6-16,-2 0-32 15</inkml:trace>
  <inkml:trace contextRef="#ctx0" brushRef="#br0" timeOffset="56863.96">21093 15557 26 0,'0'0'41'0,"-21"63"-16"0,12-29-5 0,-2 1-4 16,2 4-6-16,2-1-3 0,2 3-5 16,3-3 0-16,2 1-2 15,0-1 2-15,7-4 1 16,7-1-2-16,1 1 5 16,3-3-4-16,4-1-3 15,5-2 1-15,0-2-1 16,2-5 0-16,1-4 0 0,-1-3 0 15,-2-4 0-15,-3-4 1 16,-6 1 2-16,-3 0 4 16,-5-1-5-16,-5 0 0 15,-4 2-3-15,-1 7 0 16,-7 5 4-16,-6 6 0 0,-3 7-7 16,-4 8 6-16,1 6-3 15,2 1 0-15,1 2-6 16,5 2 1-16,3-5 5 15,5-3 1-15,3-2 0 16,1-4 6-16,10-4-9 0,4 2 18 16,0-1-12-16,2 3-1 15,5-1 1-15,-7 0-1 16,0-2 3-16,-3-3-1 16,-8-1 8-16,-4-4 10 15,-2-1 10-15,-13 0-1 0,-9 0-13 16,-7 2-10-16,-7 0-4 15,-5-2-2-15,-2 2-1 16,-8-4-9-16,1-6-58 16,-1-8-57-16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07:32.2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8131 15047 33 0,'0'-3'11'0,"0"2"-2"0,0-2-1 15,0 3 2-15,0 0-4 16,0 0-5-16,0 0-1 16,0 0 0-16,0 0 8 0,0 0 6 15,0 0-4-15,0 0 2 16,-2 0-7-16,2 0-4 16,0 0-1-16,0 0-1 15,0 0 1-15,0 5 1 16,0 2 0-16,0 2-1 0,0 1 1 15,0 5-1-15,0 3 3 16,0 3-2-16,0 5 0 16,0 5 1-16,0 6 0 15,2 6 0-15,0 6 2 0,2 5-2 16,2 3 0-16,-1 3-1 16,1 2 0-16,0 2 2 15,-1 3 0-15,4 2-1 16,-2 2 2-16,-1 5-2 15,1 0 3-15,-3 3 1 16,0-3-2-16,-3 0 1 0,1-2 0 16,-2-3 1-16,1-2-2 15,-1-1-2-15,0 2 0 16,0 2-1-16,0 3 2 16,0 2-2-16,0 4 0 0,0 0-1 15,0 3 0-15,0 1 0 16,0 0 1-16,-3-2 0 15,3-1 0-15,-1 3-1 16,1-5 2-16,0 1-2 16,0-5 2-16,0-2-1 0,-2-3-1 15,0-2 0-15,2-2 0 16,-2-7 0-16,-3-2 1 16,3-8-1-16,-2-10 0 15,0-2 2-15,-1-8-2 16,-2-5 0-16,5-3 0 15,-3-3-3-15,1-4-30 0,0-8-40 16</inkml:trace>
  <inkml:trace contextRef="#ctx0" brushRef="#br0" timeOffset="1217.14">8100 15115 27 0,'2'-7'10'0,"2"3"3"0,-1-2 3 0,2 2-8 0,-1-2-3 16,-1 2-2-16,3 1-1 16,-2 1-2-16,1 0 0 15,2 2 1-15,1 0-1 16,2 0 0-16,3 0 1 16,2 0-1-16,-1 0 0 0,8 4 1 15,1-2-1-15,6-1 0 16,2-1 1-16,3 0-1 15,5-1 2-15,3-5 7 16,6-1-2-16,1 1-1 16,2 0-3-16,3 2-2 0,2 1 0 15,2 3-1-15,1 0 0 16,3 0 2-16,3 0-2 16,0 1 0-16,2 4 0 15,5-1 0-15,-4-1 0 16,2-1 0-16,1-2 1 15,1 0 0-15,-1 0 7 0,-1 0-1 16,0-6 1-16,-1 0-3 16,0-1 0-16,0-1-1 15,-2 0-2-15,0 0-1 16,-4 0-1-16,-1 2 0 16,-7 1-1-16,-5 3 1 0,-5 2-2 15,-9 0-8-15,-5 0-30 16</inkml:trace>
  <inkml:trace contextRef="#ctx0" brushRef="#br0" timeOffset="2469.32">10317 14948 33 0,'0'0'6'0,"0"0"-1"0,0 0-3 0,0 0-1 0,0 0 2 16,0 0 3-16,0 0-1 15,0 0 3-15,0 0-1 0,0 0 3 16,0 0-2-16,0 38-3 15,0-29-2-15,0 2-1 16,0 2 0-16,0 4-1 16,0-1 0-16,2 2-1 15,0 3 1-15,0 0 0 0,0 3 0 16,1-1 0-16,0 4 1 16,-3-1 4-16,2 5-1 15,-2 3-1-15,0 3 0 16,0 4-3-16,0 3 1 15,0 3 0-15,0 3-2 0,0 1 1 16,0 3-1-16,-5 2 0 16,1 2 1-16,-1 3-1 15,1 4 0-15,-3 3 0 16,1 3 0-16,-1 1 1 16,2 1-2-16,-2-2 1 15,3 0 0-15,0-4-2 0,-2-2 3 16,2-2-1-16,2-1 1 15,0-2-1-15,-2 4 0 16,2-4 0-16,0 0 0 16,1 0 1-16,1 2 0 0,-2-5 2 15,2 0-3-15,0-3 2 16,0-1-1-16,0-5 0 16,0 1 0-16,0-1 0 15,2-3 0-15,1 2 1 16,1-4-1-16,0-1 1 0,-2 2 2 15,-1-4 5-15,2 4 5 16,-3-3 0-16,0-1-7 16,0-1-1-16,0-1-3 15,-1-4 0-15,-4-3 2 16,1-4 0-16,-1 0 7 0,1 0 0 16,0-1-4-16,-3 1-3 15,2 0-4-15,-3 0-1 16,3 1 1-16,-2-1 0 15,1 0-1-15,-1-2 1 16,2-1 0-16,1-1 5 0,-2-4 0 16,3-1-1-16,1-1 2 15,0-2-2-15,0-1-2 16,-3 0-1-16,4-3-1 16,-1 3-1-16,0-1-1 15,0 0-7-15,-4-3-23 0,1-6-55 16</inkml:trace>
  <inkml:trace contextRef="#ctx0" brushRef="#br0" timeOffset="3565.12">8219 18335 8 0,'0'0'-2'0,"0"0"0"0,-2 0 7 0,1 0 19 16,-3 0-1-16,0 0 5 15,-2-3 3-15,0 2 5 16,-1-1-4-16,1 0-12 0,-1 2-7 16,2 0-6-16,3 0-3 15,0 0 0-15,2 0-3 16,0 0 1-16,0 0-4 15,0 0 1-15,2 0 2 16,8 0-2-16,1 0 1 0,5 0 1 16,5 2-1-1,2 1 0-15,6 3 0 16,4 1 0-16,3 1 2 0,5 2-1 16,3 0-1-16,0-1 0 15,4-3 0-15,-4 0 0 16,3-4 0-16,-4-2 2 0,2 0 0 15,-1 0 0-15,1-1-1 16,0-4 0-16,4-1 1 16,2-2 2-16,-1 1 0 15,3-4 4-15,0 1 0 16,1-3 0-16,2 4-4 0,-4-2 0 16,-4 0-1-16,2 4-1 15,-6 1-1-15,-1 2 1 16,-5 1-1-16,-3 2 0 15,-1-1 1-15,-4 2-2 16,-2 0 1-16,-5 0-1 0,-2 0 1 16,0-1-1-16,-5-1 0 15,1-2 2-15,-2-2-4 16,-3-6-11-16,-3-8-22 16,-9-10-76-16</inkml:trace>
  <inkml:trace contextRef="#ctx0" brushRef="#br0" timeOffset="4106.16">8621 17040 244 0,'0'0'0'0,"0"0"-5"0,0 0 2 0,0 0 4 15,0 0-2-15,23 45 2 16,-17-25-1-16,-2 0 0 16,-2 3 1-16,1 2-1 0,-2-1 0 15,2-1 0-15,-3 0-19 16,0-5-40-16,0-5-17 15</inkml:trace>
  <inkml:trace contextRef="#ctx0" brushRef="#br0" timeOffset="4483.99">8554 17033 137 0,'0'0'8'0,"0"0"0"16,27-50 15-16,-17 34-14 15,4 3-3-15,0 2-5 16,0 4 0-16,3 4-1 0,-2 3 2 16,3 3 1-16,-1 8-1 15,2 5 0-15,-3 5 4 16,1 1 0-16,-2 2-4 15,-3 0 3-15,0-1-5 16,-5-2 5-16,-1 0-4 0,-4 1 4 16,-2 0 2-16,0 1 1 15,-6 0-1-15,-6 4-8 16,1-5 5-16,-4 1-3 16,1-3-1-16,3-3 3 15,0-4-3-15,4-3 1 0,1-3-4 16,3-4-21-16,1-3-64 15</inkml:trace>
  <inkml:trace contextRef="#ctx0" brushRef="#br0" timeOffset="4980.54">9010 17030 75 0,'0'0'20'0,"0"0"-15"15,0 0 12-15,0 0 13 16,0 0-2-16,0 0-7 16,0 0-8-16,-39-34-4 0,26 39-1 15,1 5-6-15,-1 5-1 16,1 2 2-16,2 1-3 15,3 1 3-15,3-1-1 16,2 2-1-16,2-3 0 16,0-3 0-16,2-2 1 15,4-3-1-15,2-5-1 0,-1-2 0 16,1-2-1-16,1 0-1 16,-1-8 7-16,2-5-3 15,-3-1-4-15,1-5 5 16,-2 1-1-16,0-1-1 15,-4 4-1-15,1 0 0 0,-2 4 1 16,1 5-1-16,1 3 0 16,-1 3 0-16,0 0-2 15,3 2-1-15,4 8-1 16,0 1 6-16,0 1 1 16,2 1-3-16,2-2-3 0,-2-3-1 15,1-2-2-15,-1-3-8 16,0-3-18-16,-2 0-29 15</inkml:trace>
  <inkml:trace contextRef="#ctx0" brushRef="#br0" timeOffset="5301.38">9061 16557 61 0,'0'0'9'0,"0"0"9"0,0 0-9 0,0 0 1 0,0 0 11 0,22 45-1 16,-9-16 0-16,1 6-3 15,2 1-4-15,2 5-7 16,0-3 2-16,-1 3-5 15,-2-2-1-15,-3-2-1 16,-3-2 0-16,-1-5-1 0,-2-1 0 16,-2-5 0-16,-2-4-1 15,-2-5-14-15,0-5-46 16,0-6-47-16</inkml:trace>
  <inkml:trace contextRef="#ctx0" brushRef="#br0" timeOffset="5494.05">9083 16996 242 0,'0'0'-15'0,"0"0"16"16,27-37 2-16,-11 21 0 15,6-2 1-15,1 2-4 16,2 0 1-16,2 1-1 15,-2 2-3-15,-2-1-63 0</inkml:trace>
  <inkml:trace contextRef="#ctx0" brushRef="#br0" timeOffset="5983.53">9332 16862 173 0,'0'0'5'0,"0"0"-4"0,-1-42 5 15,1 26-6-15,7 0 2 16,0 1-1-16,2 1 9 16,-1 2 1-16,1 2-2 15,3 2 0-15,-3 1-5 16,1 4-3-16,2 3-1 16,-1 0 2-16,3 6-1 0,-3 6 0 15,0 7 0-15,-3 0 5 16,0 4-6-16,-3 1-1 15,-1 1 2-15,0 0-2 16,-4 2 3-16,0 0-3 16,0 2 1-16,0-2-4 0,-6-3-13 15,-1-3-10-15,-2-2 14 16,-1-7-1-16,2-5 3 16,-1-4 6-16,-1-3 6 15,4 0 0-15,2-3-5 16,-1-8-24-16,3-2-5 0,0-4-5 15</inkml:trace>
  <inkml:trace contextRef="#ctx0" brushRef="#br0" timeOffset="6141.11">9427 16922 20 0,'0'0'24'0,"0"0"-7"16,27-43-1-16,-18 33-1 0,-1 3 1 16,2 2 2-16,-3 3 4 15,1 2-4-15,4 0 2 16,1 7-6-16,3 6-6 15,2 7-1-15,2 2-5 16,1 4-1-16,0-2-4 0,-5-1-46 16</inkml:trace>
  <inkml:trace contextRef="#ctx0" brushRef="#br0" timeOffset="7678">10941 16868 50 0,'-1'-13'2'0,"-1"2"0"0,2-2-2 0,-2 0 2 15,2-1-2-15,0 1 0 16,0-3 1-16,0 1 0 15,0-2 5-15,2-3 7 16,3-1-1-16,7-5-2 16,2 1-3-16,5-2-3 0,1-3-2 15,2-1-1-15,7-1-1 16,0-2 0-16,2 2 1 16,3-3 0-16,0 3 0 15,6 1 2-15,0 1-2 16,4-1 1-16,8 0-1 15,6-1 0-15,2-1 0 0,6 2 0 16,3-3 0-16,7 4-1 16,-3-1 0-16,4 3 0 15,-1-1 1-15,4 4-1 16,2-1 0-16,1 2 2 16,0 1 4-16,2 1 3 0,0 2 1 15,-1 0 0-15,-4 2-3 16,-3 0-1-16,-6 2 0 15,-5 1-3-15,-9 2 1 16,-5 2 1-16,-4 4-3 16,-8 0-1-16,-5 5-1 15,-4 2 0-15,-10 0-1 0,-4 1-12 16,-9 4-47-16</inkml:trace>
  <inkml:trace contextRef="#ctx0" brushRef="#br0" timeOffset="8856.11">13128 15308 15 0,'0'0'1'0,"1"-1"-8"0,0 0 1 0,1-1 3 16,-2-1 3-16,0 1 0 15,0-1 6-15,0 0 25 0,0 0 6 16,0 0-15-16,-3 3-2 15,1-1-2-15,1-1-10 16,1 2-2-16,0 0-5 16,0 0-2-16,0 0-2 0,0 5 3 15,0 6 0-15,1 3-1 16,4 6 2-16,1 7-1 16,-3 3 1-16,3 8-1 15,0 5 0-15,1 5 0 16,2 9 1-16,-4 4-2 15,1 7 2-15,-3 9-1 0,1 5 0 16,0 9 2-16,-4 4-1 16,3 3-2-16,-3-2 5 15,0-3-3-15,0-3 0 16,0-8 2-16,0-5 0 16,2-5 4-16,1-1 5 15,5 0 0-15,-3-2-4 0,5-1-3 16,0-4-2-16,-1 1-3 15,1-3 1-15,0-4-1 16,-1-2 1-16,1-2-1 16,0-2 1-16,-3-2 0 0,1-1-1 15,1-6 1-15,-3-3-1 16,2-3 1-16,-2-7 0 16,-2-6-1-16,1-6 0 15,-3-5 0-15,1-7-2 16,-3-6-22-16,0-6-59 15</inkml:trace>
  <inkml:trace contextRef="#ctx0" brushRef="#br0" timeOffset="9656.9">13149 15252 50 0,'0'0'16'0,"0"0"-1"0,0 0-12 0,0 0-1 0,0 0-1 0,0 0 3 16,0 0 5-16,0 0 5 16,0 0-6-16,0 0-4 15,0 0 0-15,0 0-1 0,38-6-1 16,-16 5-1-16,3-1-1 16,4 1 1-16,4-2-1 15,6 1 0-15,1 1 1 16,5-3-1-16,1 1 0 15,2-3 1-15,5 1-1 16,2-2-1-16,4-2 3 0,5 0 2 16,2-2-1-16,1 1-1 15,2-1-1-15,0-1-1 16,-2 0 1-16,1 2-1 16,-1-1 0-16,-1 3 0 15,-1 0 0-15,-4-1 0 0,-1 2 0 16,-2 0 0-16,-2 1 1 15,-7 1-1-15,-2 0 0 16,-5 1-1-16,-4 1 1 16,-3 3 0-16,-8 0-3 15,-4 0-33-15</inkml:trace>
  <inkml:trace contextRef="#ctx0" brushRef="#br0" timeOffset="10333.58">14872 15031 90 0,'0'0'5'0,"0"0"-5"0,0 0 1 0,0 0 0 0,0 0-2 0,0 0 2 15,0 0-1-15,0 0 2 16,0 0-1-16,5 42 3 16,-5-24 2-16,-1 2-3 15,-1 6 3-15,0 2-2 16,-2 7 0-16,2 6-1 0,2 7 1 15,-1 7-3-15,1 3 0 16,-1 6 0-16,1 4 0 16,0 3 0-16,0-1 0 15,2-2 0-15,6-2 2 16,1-1 5-16,1-3 5 0,1-1-1 16,1-1-3-16,0 1-3 15,1-1 2-15,-3 0 1 16,-1 2-5-16,1 0 0 15,0 1 0-15,-3 2-2 16,-1 2-2-16,0 1 1 0,-2 0-1 16,1-4 1-16,-2-1 0 15,-2-4 0-15,0-2 0 16,0-6 2-16,-1-3 2 16,0-4-2-16,0-3 2 15,0-2 2-15,0 0-1 0,0 0 1 16,0 1-4-16,0 1-1 15,0 0-2-15,0-1 1 16,0-2 0-16,0-2-1 16,-1-6 1-16,0-5-1 15,1-5 0-15,0-3 2 16,-1-3-4-16,1-3 1 0,0-2-2 16,-5-3-18-16,-2 0-42 15,-3-5-61-15</inkml:trace>
  <inkml:trace contextRef="#ctx0" brushRef="#br0" timeOffset="11421.85">13317 17687 9 0,'0'3'12'0,"0"4"11"0,-3 0-6 0,3 0-1 0,0 1-4 16,0-1-2-16,0-1 0 15,0-1 4-15,0 2-4 16,-2-1-1-16,2 0 2 15,0-1-5-15,0 3-6 16,0 0 0-16,0 0 0 0,0 0 0 16,0 1 0-1,0 0 0-15,7-1 0 0,2 0 0 16,1-3-1-16,5-1 0 16,2-2-1-16,1-2 5 15,3 0 4-15,3 0-1 16,4 0-2-16,4-2 0 15,1-5-3-15,4-3 4 0,3-1-4 16,0 1 4-16,5-1 0 16,-3 0-1-16,2 1 0 15,-3 2-3-15,0 3 2 0,-2 0-2 16,2 4 0-16,-3 1 0 16,1 0 1-16,1 0 0 15,0 4 1-15,2-1 3 16,0 1-2-16,3-1-1 15,-1 0-2-15,-1-2-1 16,2 0 0-16,-1-1 2 0,-1 0-2 16,-1 0 1-16,-5-5-1 15,0-2 0-15,-7-1 0 16,-2-1 1-16,-4-1 6 16,-1 2 3-16,-3-2-2 15,-1 1-2-15,0 1 1 0,-3-1-3 16,-1 2-1-16,-4-3 0 15,1 5-2-15,-3-1 0 16,-1 0-1-16,4 3 2 16,-4-2-2-16,4 0-2 15,1-2-5-15,1-3-28 0,2-4-82 16</inkml:trace>
  <inkml:trace contextRef="#ctx0" brushRef="#br0" timeOffset="12083.45">16391 16484 60 0,'0'0'41'0,"0"0"-16"0,0 0-11 16,0 0-8-16,0 0-6 15,0 0 0-15,0 0-1 16,0 0 4-16,0 0 0 0,-3 40 5 16,3-17 5-16,0 3-1 15,2 6-3-15,5 3 1 16,-1 5 1-16,1 7-1 16,-1 3-2-16,1 4 3 15,1 3 10-15,-2-2-5 0,0-1-2 16,1-1-3-16,-1-3 0 15,0-4-5-15,0-1-2 16,-3-2 0-16,-1 0-2 16,2-5 0-16,0-1-1 15,-2-4 0-15,2-3-1 16,2-3-1-16,-2-2-2 0,-3-2-11 16,0-7-38-16,-1-5 25 15,0-8-80-15</inkml:trace>
  <inkml:trace contextRef="#ctx0" brushRef="#br0" timeOffset="12652.02">16562 16433 76 0,'0'0'2'0,"36"0"4"0,-14 0 9 0,3 0-7 0,-2 0-5 0,4 0 0 0,2 0-1 15,3 0 6-15,0 0 4 16,5 0 1-16,4 0 2 16,1-1 1-16,5-5-6 0,4-1-4 15,1 0-3-15,2 2-3 16,-5 0 0-16,3 2 0 16,1-1 1-16,-8 4-1 15,6 0 0-15,-7 0 1 16,0 0-1-16,-4 0 0 15,-3 0 0-15,-5 0 0 16,-3 0 0-16,-2 0 0 0,-3-1-7 16,-6-3-44-16,-2-2-51 15</inkml:trace>
  <inkml:trace contextRef="#ctx0" brushRef="#br0" timeOffset="13364.42">17677 16350 85 0,'0'0'2'0,"0"0"-2"15,0 0 2-15,0 0 15 16,0 0 16-16,0 0 3 16,-8 52-1-16,5-30-13 15,1 6-6-15,-3 6-8 0,0 5-2 16,-1 6-3-1,1 3-1-15,1 2 0 0,0-1 1 16,0 0 1-16,2-4-1 16,-1-1 0-16,3-1 6 15,0-3-2-15,0-5-3 16,0 0-2-16,0-5 0 0,2 0 0 16,1-1 0-16,1-1 3 15,-2 2 0-15,1 2-3 16,-1 0-1-16,2-2 0 15,0 1 0-15,-2-3-1 16,0-1-1-16,-1-4 2 0,0-3-1 16,-1-2 1-16,1 1-1 15,-1-2 0-15,0-2 0 16,0 1 0-16,2 1 0 16,-1-1 1-16,0 1-2 15,2-2 1-15,-3 0 0 16,2 2 0-16,-1-2 0 0,1-2-1 15,0 2 1-15,0-4-1 16,2-3 1-16,-2 1-2 16,1-4-1-16,-1 0 0 15,0-2-1-15,0-1 3 0,1 0-1 16,-3-1 3-16,0-1-1 16,0 0 1-16,0 0 1 15,0 0 2-15,-7 0-4 16,-2 0 1-16,-2 0-1 15,-7 0 0-15,-2 0 0 0,-4 0 0 16,-6 2 1-16,-9-2 1 16,-4 0 2-16,-9 0 2 15,-3 0-1-15,-3 0-1 16,-1 0 5-16,-3 0 2 16,4 0 5-16,1 0-11 0,1 0-7 15,0 0-10-15,3 0-16 16,-2 0-7-16,1-3-38 15,-2-10-123-15</inkml:trace>
  <inkml:trace contextRef="#ctx0" brushRef="#br0" timeOffset="14086.85">13455 18260 110 0,'-4'5'57'0,"0"0"-35"0,1 2 3 15,1 4-11-15,0 3-7 16,2 6-3-16,0 0 0 16,-3 7 1-16,3-2 0 0,0 1-1 15,0-1-3 1,3 0 0-16,1-4-2 0,1-1 0 16,1-5-14-16,-3-7-29 15,-2-5-50-15</inkml:trace>
  <inkml:trace contextRef="#ctx0" brushRef="#br0" timeOffset="14416.79">13238 18327 238 0,'0'0'23'0,"0"0"-9"16,0 0-15-16,0 0 4 15,0 0-2-15,0 0 2 16,38-22-1-16,-19 15 1 0,3-1 1 15,4-1-1-15,3-1-2 16,1-2-1-16,5 0 1 16,0-1-2-16,0 0-5 15,-2 0-31-15,-5-2-82 16</inkml:trace>
  <inkml:trace contextRef="#ctx0" brushRef="#br0" timeOffset="14801.47">13703 18335 90 0,'0'0'108'0,"0"0"-103"15,0 0-8-15,0 0-9 16,0 0 3-16,0 0-5 0,0 0 14 15,0 0 0-15,29-1 3 16,-20 8 7-16,3 4 5 16,3 4-7-16,-1 2-4 15,-4 1-5-15,0 0-1 16,-1-2-21-16,-5-3-7 0,-4-2 16 16,0-4 14-16,0 0 5 15,-4-4 7-15,-4-3 1 16,0 0-2-16,1 0 11 15,-1 0-1-15,2-10-2 16,2-3-10-16,4-6-7 0,0-3-1 16,2-5-1-16,10 0 1 15,3 0-10-15,1 0-28 16,-3 3-64-16</inkml:trace>
  <inkml:trace contextRef="#ctx0" brushRef="#br0" timeOffset="15611.26">14011 18315 22 0,'0'0'62'0,"0"0"-33"0,0 0 13 0,0 0 1 0,-38-9-10 16,32 9-2-16,-1 0-5 16,0 3-11-16,1 9-14 15,1 1 1-15,1 4-2 16,2 4 0-16,0 1 0 16,2 0 0-16,0-2 1 0,0-1 0 15,2-5-1-15,5-4 1 16,3-5-3-16,-1-2 1 15,1-3-2-15,1 0 1 16,0-8-2-16,0-4 4 16,-3-2-3-16,0-2 0 15,-1-1 3-15,-1-4-1 0,-4 2 1 16,0 0-1-16,-1-1 2 16,-1 3-1-16,0 3 1 15,0 2-1-15,0 5 1 16,0 4-1-16,0 2 1 0,-2 1 1 15,1 0-5-15,1 6 4 16,0 6-1-16,0 5 1 16,0 2-1-16,0 1 0 15,1-1 3-15,5 0-3 16,-2-2 1-16,2-4 0 16,2-2 1-16,0-4-2 0,0-1 0 15,3-3-2-15,0-3 2 16,0 0 0-16,3 0-1 15,-2-9 2-15,2-1 1 16,-2-1-4-16,1-5 1 0,-1-2 2 16,-2 2-1-16,-5-4 0 15,1 1-1-15,1-1 2 16,-6-2-1-16,0 1 2 16,-1 3-2-16,0 3-2 15,0 4 4-15,0 5-2 16,0 3 1-16,-1 3-1 0,0 0-4 15,-1 6 5-15,2 7 3 16,0 2-3-16,0 4 0 16,0 0 2-16,0 2 2 15,5-1 1-15,3-3-2 16,3-1-1-16,-1-3 1 0,1-3-4 16,3-3 0-16,-2-5-3 15,0-2 1-15,1 0-10 16,-4-5-9-16,-2-11-30 15,-4-6-112-15</inkml:trace>
  <inkml:trace contextRef="#ctx0" brushRef="#br0" timeOffset="15733.17">14224 18068 277 0,'0'0'-21'0,"0"0"26"0,0 0-4 0,0 0-32 0,0 0-94 15</inkml:trace>
  <inkml:trace contextRef="#ctx0" brushRef="#br0" timeOffset="16210.28">14393 18281 84 0,'0'0'-1'0,"0"0"2"15,0 0 2-15,0 0 4 16,0 0 7-16,0 0 7 16,0 38 2-16,0-29 5 15,2-2-4-15,4 3-12 0,0-2-4 16,1-2-5-16,1 1-1 15,2-1 0-15,-3-2-2 16,1-1 0-16,-1-3-4 16,0 0-1-16,-2 0-2 15,1-3 6-15,-2-5 0 0,1-4 3 16,-1-2-1-16,1-2 1 16,-1-5-2-16,3 1 4 15,-2 0-4-15,3 3 1 16,-2 3-2-16,2 6 1 15,-1 3 0-15,1 3 1 0,-4 2-1 16,4 0 0-16,-3 8 2 16,1 3 2-16,-2 5 2 15,1 1 1-15,2 0-5 16,-3 0-1-16,1 0-2 16,1-2-15-16,-3-4-23 0,-1-5-18 15,4-4-35-15</inkml:trace>
  <inkml:trace contextRef="#ctx0" brushRef="#br0" timeOffset="16408.89">14680 18188 239 0,'0'0'17'0,"0"0"3"0,0 0-8 0,0 0-7 16,0 0-3-16,6 45 0 15,-1-30-2-15,-3-2 1 16,0 0-1-16,2 0-1 16,2-5-6-16,-2-3-26 15,-3-5-54-15</inkml:trace>
  <inkml:trace contextRef="#ctx0" brushRef="#br0" timeOffset="16545.49">14696 18115 161 0,'0'0'92'0,"0"0"-90"16,-12-37-2-16,12 27-4 15,0 3-32-15,0 1-66 16</inkml:trace>
  <inkml:trace contextRef="#ctx0" brushRef="#br0" timeOffset="17490.5">14784 18268 229 0,'0'0'5'0,"0"0"-5"16,0 0 1-16,0 0-1 16,0 0 5-16,0 0 3 15,0 0-5-15,0-2-1 16,-1-6-1-16,1-1-2 15,0-3 1-15,0 1-5 0,0-3 8 16,6 2-2-16,0 0-1 16,2 1 0-16,0 4 0 15,1 0 1-15,1 3-1 16,-2 1 1-16,1 3 1 16,-2 0 1-16,1 7 2 15,-2 6-3-15,0 1 1 0,-2 4 0 16,-1 0-3-16,-1-2 0 15,0 0 2-15,-2-6-2 16,0 0 0-16,0-4 1 16,0-2-1-16,0-4 0 15,0 0 1-15,0 0-2 0,0-3 2 16,3-8 5-16,-1-4-2 16,1-6-2-16,3-3-1 15,-2 0-1-15,3-1-1 16,-2 3 2-16,4 5-1 15,-5 2-1-15,1 7 1 0,-1 2 0 16,0 4 0-16,1 2 0 16,2 0 0-16,-3 6-2 15,1 5 2-15,1 3 2 16,-1 1-2-16,4 0 0 16,-4-1 1-16,5-1-1 0,-4-6 0 15,5 0-3-15,-1-4-3 16,3-3-7-16,1 0-6 15,-3-5 2-15,3-7 4 16,-1-1 10-16,-4-1 2 16,2-2 1-16,-5-1 9 0,1 0 10 15,-6-1 1-15,-1-1-10 16,0 2-3-16,-1 2-3 16,-9 2 1-16,1 5-1 15,-3 5 6-15,1 3-2 16,-2 0 0-16,2 7-8 15,4 8 2-15,-3 4-2 0,4 3 0 16,2 0 0-16,3 2 1 16,1-4-2-16,0-1 2 15,0-3-2-15,7-6 1 16,0-4 1-16,0-2-2 16,0-4 0-16,3 0 0 0,-2 0 1 15,1-4 1-15,-1-1 0 16,-1 0 1-16,0 1-1 15,-2 4-1-15,-1 0 1 16,0 1 0-16,-2 12 1 16,0 4 1-16,-2 6-1 0,0 0-1 15,0 2 0-15,-4-1 0 16,-9-1 1-16,-1-3 1 16,-4-1 4-16,-1-2-1 15,0-4 0-15,-2-4-4 16,4-4-2-16,2-5-1 0,1-9-19 15,1-17-82-15</inkml:trace>
  <inkml:trace contextRef="#ctx0" brushRef="#br0" timeOffset="18210.65">16645 18067 102 0,'-5'0'78'0,"2"0"-57"0,1 0 3 0,2 2-11 15,0 1-13-15,0 6 2 0,0 2 0 16,4 8-1-16,2 8 3 16,-2 5-1-16,0 4 0 15,1 1 0-15,-3 1-1 16,0-2-1-16,-2-4-1 16,1-5-1-16,-1-4-3 0,0-9-33 15,-3-7-97-15</inkml:trace>
  <inkml:trace contextRef="#ctx0" brushRef="#br0" timeOffset="18459.24">16479 18185 192 0,'0'0'-12'0,"0"0"14"16,0 0 0-16,34-45 1 16,-18 29-1-16,1 0-1 15,3-1-1-15,-1 3 1 16,2-2-1-16,-1 5 0 0,1 1 0 16,-3 0-1-16,0 3-29 15,-3 2-43-15</inkml:trace>
  <inkml:trace contextRef="#ctx0" brushRef="#br0" timeOffset="18793.58">16792 18302 234 0,'0'0'4'15,"0"0"-3"-15,0 0-3 0,0 0 4 16,0 0-2-16,0 0 0 15,40-18 0-15,-35 5 1 16,-3-2 2-16,0 0-3 16,-1 1 8-16,-1-1 0 15,0 2-1-15,0 0-3 0,0 3 0 16,-3-1-3-16,-4 2 1 16,3 6-1-16,-5 1 1 15,4 2-1-15,1 2-1 16,-2 14 1-16,3 7 0 15,1 6-2-15,2 5-9 0,0 2-7 16,0-1-2-16,0-5-4 16,4-5-5-16,7-7-5 15,-2-6-2-15,1-10-54 16</inkml:trace>
  <inkml:trace contextRef="#ctx0" brushRef="#br0" timeOffset="19155.58">16983 18093 219 0,'0'0'-1'0,"0"0"10"15,-6-49 15-15,0 39-16 16,1 0-3-16,-1 6-1 16,0 4-2-16,-3 0 2 15,2 10-3-15,-1 5 0 16,2 4-5-16,-2 4 7 15,5 1-3-15,1 0 2 0,2-3-2 16,0-4 0-16,3-2 1 16,8-3-1-16,-1-3 1 15,3-2-1-15,1-1 1 16,-1-1-1-16,3-1 1 16,-3 1-1-16,-1 0 0 0,-3 0 1 15,-1 0-1-15,-4 2 0 16,-4 2-1-16,0 1-1 15,-1 1 2-15,-6 2-5 16,-6 1-5-16,1-2-3 16,-1-1 1-16,-1-4-21 0,1-5-58 15</inkml:trace>
  <inkml:trace contextRef="#ctx0" brushRef="#br0" timeOffset="19434.93">17067 17947 103 0,'0'0'9'0,"0"0"29"0,0 0 21 0,0 0-27 15,0 0-23-15,0 0-5 16,0 0 4-16,10 59-2 15,-6-28-4-15,4 1 2 16,-3 2-2-16,4-2-1 0,2-1-1 16,-3-2 1-16,1-2-1 15,1-3-1-15,-3-5-9 16,-1-3-28-16,-4-6-57 16</inkml:trace>
  <inkml:trace contextRef="#ctx0" brushRef="#br0" timeOffset="19782.49">17074 18183 206 0,'0'0'6'16,"0"0"-23"-16,0 0 17 15,0 0-2-15,0 0 2 16,36-21 0-16,-24 14-1 15,0 0 5-15,4 0 1 16,-2-1 7-16,0 1-7 0,-2 0-1 16,0 2-3-16,-4 0 0 15,-2 5-1-15,-3 0 2 16,-1 5 3-16,-2 10 8 16,0 4 4-16,0 5-7 15,0 0-2-15,0 3-1 0,0-3 0 16,2 0-3-16,5-5-2 15,2-3 0-15,2 0-4 16,3-6 1-16,-1-4-15 16,1-3-15-16,-5-3-36 15,-1-6-76-15</inkml:trace>
  <inkml:trace contextRef="#ctx0" brushRef="#br0" timeOffset="19933.29">17246 18034 226 0,'0'0'38'0,"0"0"-26"16,0 0-5-16,0 0-8 15,0 0-7-15,0 0-18 16,0 0-42-16,0 0-43 16</inkml:trace>
  <inkml:trace contextRef="#ctx0" brushRef="#br0" timeOffset="21071.3">17337 18315 33 0,'0'0'127'0,"0"0"-122"16,0 0 1-16,0 0-3 16,0 0-2-16,0 0 0 15,1-41 0-15,-1 30 13 16,0 2 6-16,2-1-2 0,0 2 0 15,4-1-8-15,-1-1-3 16,2 3-4-16,0 1-2 16,1 3 0-16,0 1 0 15,0 2 0-15,0 0-1 16,-2 4 1-16,0 5 2 16,1 3 1-16,-5 1-4 0,0-1 1 15,-1 0-2-15,-1-1 1 16,0-2 0-16,0-3 0 15,0-5 0-15,0 1 0 16,0-2 3-16,-1 0-3 0,-1-9-2 16,2-4 2-16,0-4 1 15,0-1 1-15,0-2-1 16,2-1 1-16,5 2 2 16,1 1-1-16,2 3 1 15,1 4 0-15,-3 4-3 0,2 1 0 16,1 5 1-16,-4 1-1 15,2 0 1-15,0 11 1 16,-2 3 2-16,1 2-4 16,-1 1-1-16,2 0-1 15,0-1-7-15,0-3-8 16,2-5-9-16,1-4-17 0,0-4-8 16,2 0-9-16,-1-7 17 15,1-7 24-15,-1-3 14 16,-2 0 11-16,-2-4 19 15,-2-1 14-15,-2 0 3 16,-2-1 5-16,-2 4-10 0,-1 1-15 16,0 2-8-16,0 1-3 15,-2 5 1-15,-1 4 3 16,-4 0-2-16,2 5-5 16,0 1-2-16,-3 0-3 0,2 11-3 15,1 4 0-15,0 6-2 16,4 2-1-16,-1 3 0 15,2-3-3-15,0-1 0 16,0-5-2-16,0-6-2 16,3-1 1-16,2-6-4 15,0-4 2-15,0 0 3 16,1-4 1-16,-1-9 4 0,-2-1 2 16,-1-2 1-16,0-5 2 15,-1 3 1-15,0 0-1 16,-1 0 0-16,0 7-2 15,0-1 1-15,2 5-2 0,-2 2 1 16,0 2 0-16,0 3 0 16,0 0 1-16,0 0-2 15,2 3-2-15,0 8 2 16,1 3 4-16,4 6-3 16,-2 6 0-16,3 3-1 0,-1 1 1 15,1 2-1 1,1 0 0-16,-1 0 0 0,2 0-1 15,-4-2 0-15,2 1 0 16,-5-1 1-16,1-5 1 16,-1 0-1-16,0-7 0 15,-3 1 0-15,0-5 0 0,0-3 0 16,0-3-1-16,-4-2-1 16,-2 0 4-16,-1-6-1 15,-1 0 0-15,-1 0 0 16,1-5 0-16,-1-4-1 15,0-5 1-15,4-6 0 0,-2-1 0 16,2-4-1-16,4-7 1 16,1-8 0-16,0-10-2 15,9-9 0-15,10-14-2 16,12-13-7-16,9-14-3 0,12-14-30 16,10-12-127-16</inkml:trace>
  <inkml:trace contextRef="#ctx0" brushRef="#br0" timeOffset="24299.25">10302 17256 78 0,'0'5'-6'0,"0"-2"6"0,0 0 0 0,0-3-5 16,0 3 4-16,0-3 1 15,0 0 3-15,0 0 3 16,0 0-4-16,0 0-2 0,0 0 0 16,0 0 1-16,0 0-1 15,0 0-1-15,0-3 9 16,0-8-2-16,0-2-1 16,6-3 1-16,-1-3-2 15,3-3-1-15,4-2-2 16,1-3-1-16,5-3-1 0,4-5-1 15,-1 0-2-15,6-6 4 16,4-4 0-16,2-2 1 16,3-3-3-16,9-1 3 15,4 1 2-15,4 1-2 16,3-1-8-16</inkml:trace>
  <inkml:trace contextRef="#ctx0" brushRef="#br0" timeOffset="25253.61">9345 15479 122 0,'1'3'-7'0,"1"-2"-1"0,2 5 8 0,0 1 1 15,-1 2-1-15,3 2-1 16,-2 0 1-16,2 5-3 15,0-2-9-15,-4 2-47 16</inkml:trace>
  <inkml:trace contextRef="#ctx0" brushRef="#br0" timeOffset="25409.99">9421 16352 217 0,'0'0'10'15,"0"0"-8"-15,0 47 0 16,7-32-2-16,4 0 0 16,2 1-4-16,-2 1-35 15,-1-6-37-15</inkml:trace>
  <inkml:trace contextRef="#ctx0" brushRef="#br0" timeOffset="25572.32">9663 17729 158 0,'6'51'12'0,"2"-12"-11"16,5-5-4-16,-1-9-76 15</inkml:trace>
  <inkml:trace contextRef="#ctx0" brushRef="#br0" timeOffset="27572.11">13844 16352 17 0,'1'0'17'0,"0"0"-7"0,-1 0 12 0,1 0 0 0,-1 0-8 16,0 0 3-16,0 0 1 16,0 0 2-16,0 0-11 15,1 0-7-15,2 0 0 16,-1 0-2-16,0-1 1 0,1 1-2 16,-1 0 2-16,2 0-1 15,-2 0-1-15,0 0-1 16,1 0 2-16,0 0 3 15,1 3-2-15,0 0 0 16,1 2 0-16,-1-2-1 0,2 1 0 16,-4-1 1-16,3 0 0 15,-2 0 1-15,1 0-1 16,-3-2 0-16,1 1 1 16,1-2-1-16,0 2-1 15,-1-1 2-15,0 0-2 0,0-1 1 16,1 2 0-16,2-2 0 15,-3 0 0-15,0 0 0 16,-1 0 0-16,2 0 0 16,2 0 2-16,-1-4 0 15,1-2-3-15,4-2 2 0,-2 1-1 16,2-4 0-16,1 0 0 16,2-2-1-16,-3 0-2 15,2-4 5-15,3-2 1 16,-2-1 0-16,2-1 0 15,0-2-3-15,3-4 3 0,-1 1-3 16,2 0 0-16,-1 1-1 16,-1 2 0-16,-1 1 0 15,-1 4 1-15,-1 2-1 16,0 2 0-16,0 4-1 16,0 0-1-16,-2-2-37 15</inkml:trace>
  <inkml:trace contextRef="#ctx0" brushRef="#br0" timeOffset="29045.44">16783 17037 88 0,'0'0'21'0,"0"0"4"0,0 0-10 0,0 0-12 16,0 0-2-16,0 0 1 15,0 0 1-15,0 0-2 16,0 0 3-16,0 0 3 15,0 0-2-15,0 0-2 0,0 0-2 16,0 0-1-16,0 0-2 16,0 0 1-16,0 0 0 15,0 0 1-15,0 0 0 16,2 0-1-16,-2 1 1 16,1 2 0-16,1-1 0 15,0 2 0-15,-1-3 0 0,2 2 0 16,2 1 0-16,-3 1 0 15,1-1 0-15,3 0-3 16,-2 2-5-16,-2-1 2 16,2-1 0-16,1 0 5 0,-1-1 0 15,-1-1 1-15,2 1 0 16,-1-3 0-16,-3 0 1 16,2 2 0-16,2-2-1 15,-3 0 1-15,0 0-1 16,1 0 0-16,0 0 1 0,-2 0-1 15,0 0 0 1,-1 0 1-16,0 0 4 0,1 0 3 16,-1-2-1-16,3-2-2 15,-1-2-4-15,1-1-1 16,5-3 4-16,-2-3-4 16,6-2 0-16,1-5-4 0,1-1 7 15,2-3-4-15,2-2 3 16,1-1-3-16,0-1 3 15,1 1-1-15,-5 2-1 16,2 1 1-16,-2 5 0 0,-1 3 0 16,-1 2-1-16,-1 4-1 15,-4 1-2-15,-4 2-58 16</inkml:trace>
  <inkml:trace contextRef="#ctx0" brushRef="#br0" timeOffset="30274.67">16522 16416 62 0,'0'0'11'0,"0"0"4"0,0 0-3 0,0 0 3 16,0 0-6-16,0 0-5 16,0 0-2-16,0 0 0 15,0 0-1-15,-41-5-1 16,39 3 0-16,-3 2 0 16,1 0 0-16,0 0-1 0,-1 0 1 15,0 0 0-15,1 0 1 16,0 0-1-16,0 0 0 15,1 0 1-15,-3 0-1 16,1 0-1-16,0 0 2 16,1 0-1-16,0 0 1 0,2 2 0 15,1-1 2-15,-1 3 0 16,2 2-1-16,0 1-2 16,0 4 0-16,0 1 0 15,0 8 0-15,0 1 0 16,0 0-2-16,0 3 2 0,0 1 0 15,0-1 0-15,2 1 0 16,-2-1 0-16,1 1 0 16,1 0 0-16,0 2 0 15,0 0 0-15,2 1-1 16,0 0 0-16,-2-1 0 16,2 2 1-16,0-2 0 0,-2 2 0 15,1-1 1-15,-1-1-1 16,1 3 1-16,0-5-1 15,1 1 0-15,0-2 1 16,-1 0 1-16,2-1-2 0,-1-1 1 16,-1 0-1-16,1 0 0 15,0-1 1-15,-3 2-1 16,-1 1 0-16,1-3 0 16,-1 2 1-16,0-1-1 15,0-2 1-15,1-1-1 0,2-1 0 16,-2 0 0-16,2-3 0 15,1 0 0-15,-3-2 0 16,1-3 0-16,0-1 1 16,0-2 0-16,0-1-1 15,0-1 1-15,0 2 1 16,-1 0-1-16,1 0-1 0,0-1 0 16,0-2 1-16,3 1-1 15,-3 0 0-15,0 0 0 16,-1-1 2-16,1 3-2 15,0 1 0-15,2 0 0 16,-2 3 0-16,0 2 0 0,-1 0 0 16,0-1 0-16,0 0-2 15,-1-1 4-15,0-2-2 16,0-4 2-16,0-1-2 16,1 1 2-16,1-1-2 15,4-4 2-15,-1 4 0 0,5-4 3 16,1 0 0-16,6 0-1 15,9-11 1-15,6-5-2 16,5-8 0-16,6-1-1 16,2-5-6-16,3-4-84 15</inkml:trace>
  <inkml:trace contextRef="#ctx0" brushRef="#br0" timeOffset="31313.97">13075 15361 95 0,'0'-7'-6'0,"0"0"9"0,0-1 0 0,1 0-3 0,5 2 0 16,-2 0-14-16,-1 0-4 16,1 2 17-16,-2-1 2 15,0 2 2-15,3-1-3 16,0 0 0-16,1-2 0 16,-2 2-21-16</inkml:trace>
  <inkml:trace contextRef="#ctx0" brushRef="#br0" timeOffset="31506.56">13132 15266 35 0,'0'0'21'16,"0"0"0"-16,0 0-9 15,0 0-12-15,0 0 1 16,0 0-2-16,0 0 1 15,0 0-2-15,23-8-4 0,-22 8-15 16,0 0-15-16</inkml:trace>
  <inkml:trace contextRef="#ctx0" brushRef="#br0" timeOffset="32964.49">13176 15242 40 0,'0'0'12'0,"0"0"6"0,0 0-1 0,0 0-3 0,0 0-7 16,0 0-3-16,0 0 1 15,0 0-1-15,0 0-1 16,0 0 1-16,0 0 1 16,-20-34-2-16,19 34-1 15,1 0-1-15,-2 0-1 0,2 3-1 16,-2 5 1-16,0 1-1 15,-1 1-1-15,1 4 0 16,1 0 1-16,-1 4 2 16,1 2-1-16,-1 3 0 15,0 5-1-15,-2 5-1 0,0 1 2 16,0 3 2-16,0 3-1 16,0 0-1-16,1 2 0 15,1-1 0-15,0 2 0 16,0 0 0-16,2 1 0 15,0 0 0-15,0 0 0 0,0 3-1 16,0 2 1-16,0 1-3 16,0 0 0-16,0 2 3 15,0 0 0-15,0-2 1 16,0 0-1-16,0 0 0 16,0-2 0-16,0 1 1 0,0 0-1 15,2-1 0-15,0-1 0 16,0-4 0-16,1 1 0 15,3-3 0-15,-1-1 1 16,2 3-1-16,0 0 0 16,1 2 1-16,-1 0-2 0,2 2 2 15,-1-3-1-15,-1-2-1 16,0-6 2-16,3-1-1 16,-2-5 2-16,1 1-1 15,1-1 1-15,0 0-2 16,-3 4 0-16,1 2 0 0,-2-1 1 15,-2 1-1-15,-2-2 0 16,0 0 1-16,-2-3 0 16,0-1 3-16,0-4 3 15,2-2-1-15,-1 1 0 16,3-2-4-16,0-3 0 0,1 1-1 16,2-4-1-16,-1-1 1 15,-3-2-1-15,1-1 1 16,0-1 1-16,-1 0-1 15,0 0-1-15,2 2 0 16,-2 0 0-16,1 1 0 16,-1 0 1-16,1 0-2 0,0-2 1 15,-2 1 1-15,0-4-1 16,3-1 0-16,-1-3 1 16,1 0 0-16,2-4-2 15,0 2 2-15,1-1-1 16,1-3 0-16,-1 3 2 0,0-2-2 15,-2 3 1-15,2-1-1 16,-2 2-1-16,1-1 1 16,0 0 1-16,4 3-1 15,-3-4 1-15,4-1 0 0,3-2-2 16,5 0 0-16,3 0 1 16,4-5 2-16,6-2-1 15,3-4-15-15,-1-5-140 16</inkml:trace>
  <inkml:trace contextRef="#ctx0" brushRef="#br0" timeOffset="40538.71">3422 16613 92 0,'-4'0'17'0,"-1"-1"-5"0,1 0 8 15,-2-1-11-15,3 2-2 16,-2-1-4-16,-2 1 3 16,3 0 1-16,0 0-1 15,-1 0 4-15,1 0-3 0,2 0-4 16,-1 0 0-16,3 0-1 16,0 0-1-16,0-1 0 15,0-4 6-15,0-2-7 16,0-1 2-16,0-2-2 15,0-2 0-15,3-2 1 16,1-1-1-16,-2 1 0 0,3-2 0 16,-1 0-1-16,2 1 1 15,1 2 0-15,3 3-1 16,-2 1 0-16,1 6-2 16,1 3-1-16,3 0 3 15,-3 0 1-15,2 9-2 0,-1 5 1 16,3 3-3-16,-3 4-1 15,0-2 4-15,-1-1 0 16,0 1 2-16,-1-4-1 16,0-3 0-16,0-2 0 0,0-2 1 15,-1-3-2-15,0-5 0 16,-1 0 1-16,1 0 1 16,-1-9 2-16,2-5 0 15,-5-2-2-15,1-2 0 16,-1-3-1-16,-2-1 1 15,0 2 0-15,-2-1-1 0,0 1 1 16,0 3-1-16,0 4 1 16,-2 2-1-16,0 3 0 15,0 4 1-15,0 2-1 16,2 2 1-16,0 0-6 16,0 11-7-16,0 6 7 15,0 6 3-15,6 4 3 0,-1 1-4 16,4 5 3-16,0-2 0 15,2 2 0-15,0-2 0 16,3-1 2-16,-1-4-2 16,0-1 0-16,0-2 1 0,-3-3 0 15,-1-2 0-15,-5-2 0 16,-2 1-1-16,-2 0 1 16,0 1-3-16,-4 1 2 15,-12-1 2-15,-3 3 0 16,-2-2 0-16,-6-3-2 0,2-3 0 15,-1-5 1-15,1-3-1 16,3-5 1-16,7 0-1 16,5-11-4-16,2-7-9 15,7-5-54-15</inkml:trace>
  <inkml:trace contextRef="#ctx0" brushRef="#br0" timeOffset="40936.15">3860 16543 81 0,'0'0'10'0,"0"0"-7"0,0 0 2 15,0 0 5-15,0 0-4 16,0 0 3-16,0 0 2 15,0 0 0-15,41-13-6 0,-31 8-3 16,5 0-1-16,0 2 2 16,1-1-2-16,-1 1-2 15,-1 2-3-15,-1 1-19 16,-5 0-22-16,-5 2-40 16</inkml:trace>
  <inkml:trace contextRef="#ctx0" brushRef="#br0" timeOffset="41072.36">3994 16652 74 0,'0'0'14'16,"0"0"-7"-16,0 0-5 15,0 0-5-15,0 0 5 0,0 0 1 16,0 0 1-16,45-17 0 16,-31-5-40-16</inkml:trace>
  <inkml:trace contextRef="#ctx0" brushRef="#br0" timeOffset="41879.44">4269 16355 60 0,'0'0'16'15,"0"0"8"-15,0 0-7 16,0 0-1-16,0 0-5 16,0 0-4-16,0 0-5 15,0 0-3-15,-33-27 1 0,39 19-1 16,3-1 2-1,0 0 0-15,2 3-1 0,1 0 0 16,1 3 0-16,-2 0 0 16,0 3 1-16,-1 0-1 15,-2 0-1-15,-1 0 1 16,-1 3-2-16,0 4-3 0,-2 1 3 16,-2 4 3-16,0 1 0 15,-2 1-1-15,0 6 2 16,0-2-2-16,-4 2-2 15,-3 3 2-15,4-4 1 16,1 0 0-16,0-2-2 16,2-1 1-16,0-5 0 0,0-2 0 15,0-4 1-15,0-1-1 16,0-2 0-16,0 0 1 16,0-1-1-16,0-1 0 15,0 0 1-15,0 0-1 0,0 0 1 16,0 0-2-16,0 0 1 15,0 0 4-15,0 0-3 16,0 0 1-16,0 0-2 16,0 0 0-16,2 0 1 15,-2 0-1-15,0 0 0 16,0 0 0-16,0 0 0 0,0 0 0 16,0 0 1-16,0 0-3 15,0 0 3-15,0 0 4 16,0 0-2-16,0 0-3 15,0 0-1-15,0 0 1 0,0 0-3 16,0 0-1-16,0 0 5 16,0 0 0-16,2 0-1 15,-2-1 2-15,0-1 8 16,0 0 10-16,0-1-7 16,0 0-2-16,0-2-4 15,0 1-3-15,2 1-4 0,-1-2 0 16,8-1 0-1,-4-1-4-15,3-4-46 0,-4-2-90 16</inkml:trace>
  <inkml:trace contextRef="#ctx0" brushRef="#br0" timeOffset="42595.38">4347 16205 38 0,'0'0'23'0,"0"0"-18"0,0 0 13 16,0 0-2-16,0 0 3 0,-37-19 0 16,36 17 6-16,-1 2-3 0,0 0-5 15,2 0-13-15,0 7-15 16,0 7 5-16,0 4 12 15,0 3-3-15,4 4-1 16,1 0-2-16,3 1 1 16,0-1-1-16,-2 2 0 15,3-4 0-15,-2 4 1 0,4-6-1 16,-2-1 1-16,0-4 0 16,2-3 0-16,-2-3 0 15,-2-3 1-15,2-4-4 16,-2-2 6-16,1-1-3 15,-3 0 0-15,1-8 2 0,0-4-1 16,0-2 0-16,-4-5 0 16,0-1-1-16,0-2-1 15,1-3 1-15,-1 2-2 16,0 2 1-16,0 2 0 0,2 4-1 16,-3 2 2-16,4 7-2 15,-1 3 2-15,-2 3-5 16,3 0 2-16,1 0 2 15,1 7 0-15,2 4-1 16,0 3 1-16,-1-1 1 0,2 1 2 16,1-1-3-16,-2-3 2 15,2-1 0-15,0-2-1 16,0-4 0-16,1-3-1 16,-4 0 1-16,1 0 1 15,1-3-1-15,-4-6 1 0,-3-1-1 16,1-5 4-16,-4-1 6 15,0 0-2-15,0-3-2 16,-4-3-2-16,-3 1 2 16,-3-2-1-16,-1 3 0 15,1-1-4-15,0 3 0 16,1 2-1-16,3 6-1 0,1 3 1 16,4 4-2-16,1 3-6 15,0 0-57-15,2 6-35 16</inkml:trace>
  <inkml:trace contextRef="#ctx0" brushRef="#br0" timeOffset="42817.31">4872 16269 180 0,'0'0'6'0,"0"0"-16"0,0 0 9 15,0 0 1-15,0 0-8 16,0 0 9-16,0 0-1 16,3 44 8-16,0-23-2 15,1 2-3-15,2 4 0 0,3 4 0 16,0-1-3-16,0 1-28 16,0-5-44-16</inkml:trace>
  <inkml:trace contextRef="#ctx0" brushRef="#br0" timeOffset="43429.47">4985 16017 107 0,'0'0'3'0,"0"0"0"0,0 0-1 15,0 0-1-15,0 0 0 16,40-33-6-16,-27 32 2 16,0 1 8-16,1 0-5 15,-1 5-1-15,-2 7 4 16,1 4-2-16,-5 5 1 15,1 3 3-15,-6 2-5 0,-2 2 1 16,0-2 1-16,0-2 0 16,-6-3-2-16,2-7-1 15,1-5 2-15,-1-6 0 16,2-3 3-16,2 0 7 16,0-7-4-16,0-8-2 15,0-3-4-15,2-6 0 0,4-5-1 16,1 1 1-16,-1-4-1 15,2 0-1-15,-2 2 1 16,1 0 0-16,-3 2-1 16,0 5 1-16,-1 2 0 15,-1 7 0-15,1 5-1 0,-3 2 2 16,0 4 2-16,0 3 9 16,0 0-17-16,0 7 0 15,2 5 7-15,-2 2-1 16,2 3 0-16,0 4 4 15,1 0-5-15,1-2 3 0,0 3 1 16,1-1 1-16,2 0-2 16,2-1 0-16,0 0 6 15,4 0 2-15,0-5-10 0,0-2-38 16,1-6-27-16</inkml:trace>
  <inkml:trace contextRef="#ctx0" brushRef="#br0" timeOffset="43624.98">5397 16006 219 0,'0'0'0'0,"0"0"-20"0,0 0 16 0,0 53 8 0,0-25-1 15,2 3 1-15,4 2 0 16,1-1-1-16,3-3-1 0,-1-1-1 15,3-1-25-15,-3-10-43 16</inkml:trace>
  <inkml:trace contextRef="#ctx0" brushRef="#br0" timeOffset="43892.55">5655 15868 174 0,'0'0'1'0,"0"0"-2"0,0 0 2 15,0 0 1-15,49-37 3 16,-31 24 1-16,-1-1-1 15,4 1 0-15,1-2-4 16,1 2 1-16,-6 2 3 16,-3-1-36-16</inkml:trace>
  <inkml:trace contextRef="#ctx0" brushRef="#br0" timeOffset="44121.55">5756 15642 226 0,'0'0'3'15,"0"0"-8"-15,0 0-13 16,0 0 16-16,-5 49 3 16,5-24 0-16,0 8 3 0,3 2-2 15,3 5 0-15,-2 1-2 16,1 0-3-16,2-2-22 15,-1-7-31-15,-1-7-67 16</inkml:trace>
  <inkml:trace contextRef="#ctx0" brushRef="#br0" timeOffset="44665.84">5954 15649 137 0,'0'0'50'16,"0"0"-47"-16,0 0 6 15,0 0-6-15,0 0-6 16,0 0-4-16,0 0 13 0,0 0-8 16,-7 19 4-16,7-3-1 15,0 4-1-15,5-1 1 16,2 1-1-16,0 0 0 15,-1-3-1-15,3 0 2 16,-2-7-2-16,2-1-8 16,-2-3-20-16,1-6-3 0,0 0 17 15,0-4 10-15,-3-8 4 16,-1-1 2-16,0-1 0 16,-1 1 1-16,-2 4 0 15,0 2 1-15,2 4 2 16,-3 2 1-16,2 1-5 0,0 0 0 15,2 8 2-15,1 1 4 16,1 0-1-16,1 1-3 16,2-2-1-16,0-4 1 15,0-1 1-15,3-3-2 16,-2 0 0-16,-1-11 1 0,3-3-1 16,-6-3 5-16,-2-4 6 15,-1-1 6-15,-1-4-2 16,-2 1-3-16,0-2 2 15,-2 3-2-15,-5 1-4 16,1 4-6-16,0 5-7 16,0 3 2-16,1 5 1 0,1 6-25 15,-2 0-111-15</inkml:trace>
  <inkml:trace contextRef="#ctx0" brushRef="#br0" timeOffset="45085.98">6306 15711 285 0,'0'0'-4'0,"0"0"-1"0,0 0 11 0,0 0-5 15,0 0-2-15,0 0-2 16,0 0-6-16,0 0-4 15,0 0 6-15,0 0 1 16,12-35 5-16,-2 31 0 0,-1 1-1 16,4 3-6-16,-3 0-21 15,2 3-9-15,-3 9 0 16,-1 5 15-16,-2 1 13 16,-4 3 8-16,0 0 1 15,-2 1 4-15,0-1 2 0,0-5 4 16,-2 1 0-16,0-4 2 15,2-3-3-15,-2-2-4 16,2-4 1-16,0-1 1 16,0-3 8-16,2 0 0 15,4 0-2-15,5-7 0 0,3-6-4 16,3-2-5-16,4-6 1 16,2-2-3-16,-2-3-33 15,-5 1-65-15</inkml:trace>
  <inkml:trace contextRef="#ctx0" brushRef="#br0" timeOffset="45594.74">6522 15394 165 0,'0'0'-2'0,"0"0"1"0,0 0 0 16,23-40 1-16,-16 37 0 0,1 3-4 15,-3 0 0-15,4 6 2 16,-3 7-1-16,1 1 6 16,-1 6-1-16,1 0 0 15,0-1 1-15,-2 1 0 16,-1-1-1-16,-2-6 0 15,0-1-2-15,-1-6 2 0,1-3-1 16,-2 0-1-16,2-3 0 16,0 0 12-16,-2-7 17 15,2-6-25-15,0-3-3 16,1-4 1-16,-3-2-2 16,1-3 1-16,-1-3-1 0,0 2 0 15,0-2 0-15,0 3 0 16,0 2 0-16,0 3-1 15,1 6 2-15,1 1-1 16,1 7 0-16,-1 3 0 16,0 3-2-16,3 0-1 0,1 6 0 15,0 8-1-15,2 6 7 16,-2 5-2-16,3 3 0 16,0 0 0-16,0 3-1 15,2-4-13-15,3-3-26 16,-3-5-23-16</inkml:trace>
  <inkml:trace contextRef="#ctx0" brushRef="#br0" timeOffset="45858.13">6824 15392 188 0,'0'0'-4'0,"0"0"36"0,0 0-24 0,0 0-5 0,0 0-2 15,0 0-2-15,0 0-2 16,0 0 5-16,0 0-4 0,0 0-4 16,38 16 5-16,-36 2 1 15,0 1-3-15,-2-2 2 16,0-4 0-16,2-2 2 16,0-5-1-16,8-3 1 15,3-3-1-15,6-3 0 0,6-13 5 16,2-4-8-16,0-7-65 15</inkml:trace>
  <inkml:trace contextRef="#ctx0" brushRef="#br0" timeOffset="46412.49">4764 16637 45 0,'0'0'3'0,"48"-42"1"0,-23 21 3 0,-2-2-4 0,1 2-3 15,-6 1-4-15</inkml:trace>
  <inkml:trace contextRef="#ctx0" brushRef="#br0" timeOffset="46564.09">4880 16683 165 0,'0'0'0'0,"0"0"-7"16,53-4 4-16,-18-14 2 16,4-9-57-16</inkml:trace>
  <inkml:trace contextRef="#ctx0" brushRef="#br0" timeOffset="48349.33">13114 15220 79 0,'0'0'4'0,"0"0"1"0,0 0 4 0,0 0 2 15,0 0-2-15,0 0 1 0,0 0-3 16,0 0-3-16,0 0-3 16,0 0-1-16,0 0 0 15,0 0 0-15,-13 21 0 16,13-8 0-16,1 6 0 15,0 3 0-15,-1 6 0 16,2 3 0-16,-2 6 0 0,0 1 1 16,0 2 0-16,0-2-1 15,0 2 1-15,0-3-1 16,0 4 0-16,4 0 2 16,-2 5-2-16,1 1 1 15,2 4-1-15,2 3 0 0,-4 1 0 16,4 5 0-16,-2-2 0 15,3 2 1-15,-2-1-1 16,2 3 0-16,1 0 0 16,1 5-2-16,-1 4 6 15,2 5-4-15,-2 7 1 0,-2 6 0 16,0 4-1-16,-4-1 1 16,1-7-2-16,-4-4 2 15,2-10-1-15,-2-7 0 16,2-4 0-16,1-5 0 15,0 1 1-15,2 0-1 0,-1-2 1 16,2-1-1-16,0-6 0 16,0-5 0-16,3-2 0 15,1-7 1-15,0-4 0 16,1 0 1-16,1 1-2 16,-1-1 1-16,-2-3-1 0,-1-3 0 15,0-5-1-15,-4-5-14 16,-3-10-37-16</inkml:trace>
  <inkml:trace contextRef="#ctx0" brushRef="#br0" timeOffset="49780.46">13160 15236 86 0,'0'0'13'0,"0"0"14"0,0 0-6 0,0 0-10 0,0 0-3 15,0 0-6-15,0 0-3 16,37-24 0-16,-25 24 0 16,3 0 1-16,4 0-2 15,6 0 1-15,6 0 2 16,5 0-1-16,3 0 2 15,4-4-2-15,2-2 0 16,6-1 0-16,1-1 0 16,1-1 0-16,5 0 0 0,-2 1 0 15,3-1 0-15,3 2 1 16,-3 0-2-16,5 0 1 16,-2-3 1-16,1 2-1 15,-3-1 0-15,1-1 0 0,-5 3 0 16,-7 1 0-16,0-1 0 15,-7 2 0-15,-1 2 0 16,-9 1 0-16,-3 1 0 16,-5 1 0-16,-2 0 0 15,-4 0 1-15,-2 0-1 16,0 0 0-16,-1 0 0 0,-2 0 0 16,-2 0 1-16,-2 0-2 15,-1 0 1-15,-2 0 1 16,-4 0-2-16,0 0 1 15,-2 1-1-15,0-1 0 0,0 0 3 16,0 2 2-16,1 0-4 16,2-1 0-16,2 3-1 15,-1 0 2-15,1 2-1 16,4 1 0-16,-5 3 0 16,1 3 0-16,-1 6 0 15,-3 1-1-15,-1 7-3 0,0 6 4 16,0 7 0-16,0 5-1 15,0 8 3-15,0 4-2 16,0 2 1-16,0 8-1 16,0 4 2-16,0 0-2 0,0 4 0 15,3 2 0-15,0 5 0 16,2 3 0-16,-3-1-3 16,-1-1 4-16,3 0 1 15,4 0-2-15,-3-8 1 16,6-1-1-16,0-4 0 15,2-2 1-15,1-6-1 0,1-2-1 16,0-5 1-16,0-2-5 16,1-6-2-16,-2-5 5 15,0-5 2-15,-2-5 0 16,-1-4 0-16,0-4 1 16,-3-3 0-16,1-1 0 0,-3 0-1 15,0 5 1-15,-3-2-2 16,-1 2 2-16,0 0-1 15,-1-1 1-15,0-1 0 16,-1 0 3-16,0-2 2 16,0-1-4-16,0 1 0 0,0 1-1 15,0-3-1-15,0-2 1 16,0-1-1-16,0-3 1 16,0-3 1-16,0 0-1 15,0-2 0-15,0-1-1 16,-2 1 0-16,0-1 1 0,-1-2-1 15,-3 1 1-15,-4 1 4 16,-1 1 13-16,-5 0-3 16,-3 0-7-16,-4 5-3 15,-4-2-2-15,-4 3-1 16,-5-1 1-16,-3 0 0 16,-4 4-1-16,-4-3-1 0,-5 2 0 15,-6 1 0-15,-5-1 1 16,-2 1-2-16,-2-2 0 15,-2 4 0-15,-1-1-3 0,1 1-8 16,1 1-11 0,3-1-8-16,-2 1-8 0,-1-3-24 15</inkml:trace>
  <inkml:trace contextRef="#ctx0" brushRef="#br0" timeOffset="50833.07">13817 16287 95 0,'0'0'5'0,"0"0"15"0,0 0-6 0,0 0-9 16,0 0-5-16,0 0-2 15,0 0-1-15,0 0 3 0,1 3 0 16,3-2 0-16,0 2 2 15,-2 0-1-15,1 2-1 16,0 4 0-16,3 0 0 16,-3 2 0-16,3-1 1 15,0 3-1-15,1-2 0 16,2-1 0-16,0 1 0 0,-2-4 0 16,1-1 1-16,1-3-1 15,-1 1 0-15,0-3 6 16,0-1 2-16,2 0 1 15,-3 0 1-15,1-6-4 16,1-2-2-16,1-3-1 0,1-1-2 16,3-3 0-16,0-2 0 15,5-1-1-15,-2-4 1 16,2-3 0-16,5-4 0 16,-2-3-1-16,0-4 0 15,3 1 0-15,0-2 0 0,-4 0 0 16,2 3 0-16,2 0 1 15,-3 2 2-15,0 1 0 16,1 4-2-16,-3 5 0 16,-3 3-1-16,-2 5 0 15,-4 4 0-15,-3 4 0 0,-6 5-1 16,-2 1 0-16,0 1-14 16,-2 9-7-16,-11 2-11 15,-3 1-74-15</inkml:trace>
  <inkml:trace contextRef="#ctx0" brushRef="#br0" timeOffset="51353.45">13889 16315 67 0,'0'0'-1'0,"0"0"1"0,0 0 1 0,0 0-1 0,22 39-1 0,-17-35-3 15,1 0 4-15,-3-3 1 16,1-1 7-16,3 0 9 15,-2 0 6-15,3-2-2 16,-2-8-4-16,6 0 1 0,-1-4-3 16,2-2-6-16,3-4 0 15,0-3-1-15,6-5 1 16,1-6 2-16,5-3-4 16,4-5-4-16,1-4-2 15,6-4-1-15,4-1 0 16,0-3-2-16,-2 3-60 15</inkml:trace>
  <inkml:trace contextRef="#ctx0" brushRef="#br0" timeOffset="55166.72">4461 15766 15 0,'0'0'7'0,"0"0"0"0,0 0-5 0,0 0-4 16,-37-7 4-16,25 7-4 15,3 2-2-15,-4 3-1 0,1 3 2 16,0-2 3-16,-2 3 2 16,3-4 4-16,0 2 3 15,-3-1 1-15,1 0 2 16,1 1-1-16,1 0-3 0,-2 2-4 15,2 0 1 1,4 2-4-16,-2 1-1 0,3-1 0 16,-2 4-1-16,2-4 0 15,-1 3 1-15,1 3 0 16,-2-1-1-16,0 2 0 16,-1 1 1-16,0 2 2 15,0 2 0-15,0 1 3 0,0 3-3 16,0 1-2-16,2 4 2 15,1-1-2-15,0-4 0 16,3 4 0-16,1-3 0 16,2-2 1-16,0 0-1 0,0-1 0 15,0 2 0-15,5-1 0 16,3 1 1-16,-1-2-1 16,4 2 1-16,0-1-1 15,0-2 2-15,1 0-2 16,1 0 0-16,1-1 0 15,-1-2 0-15,5-1 0 0,-3-1 0 16,5-1 0-16,3-1 1 16,-1-1-1-16,3 2 0 15,0-1 1-15,1 3-2 16,1-2 0-16,-3 1-1 16,3-3 2-16,-4-4-1 0,1-1-3 15,3-6 2-15,-3-2 1 16,3-3 4-16,0-4 0 15,2-9-1-15,-2-4 0 0,2-3 2 16,-2-3 1-16,-4-1-2 16,-2 0 0-16,0-4-2 15,-3-1 1-15,-5-1 0 16,0-2 0-16,-1-2-1 16,-5 0 0-16,-1-1 4 15,-2 3 9-15,-4-1 1 16,0 2 3-16,0 1-7 0,-2 2-6 15,-9 3 2-15,1 1-3 16,-4 5-3-16,-1 2-1 16,0 4-1-16,0 1-10 15,-1 4-38-15,3-4-34 16</inkml:trace>
  <inkml:trace contextRef="#ctx0" brushRef="#br0" timeOffset="56040.58">6053 15368 26 0,'0'0'2'0,"0"0"3"0,0 0 7 0,0 0 0 15,0 0-3-15,0 0 4 0,0 0 7 16,-39-41-9-16,35 35-5 16,-3 1-2-16,3 0-3 15,-2 1 0-15,1 1-1 16,-4-1 0-16,2 1 0 16,-1 3 1-16,-2 0-1 15,-1 0 0-15,-2 7-1 0,-3 3 1 16,1 3 1-16,-4 3-1 15,4 3-1-15,0 1 1 16,4 3 0-16,1 1-1 16,3 3 0-16,1 0 1 0,4 5 0 15,-1 0 0-15,3 2-1 16,0 1 1-16,5 4 0 16,4 1 0-16,5 1-2 15,3 2 0-15,1-2-3 16,5 0 2-16,1-3 2 15,2-3-1-15,1-1 2 0,1-2-1 16,-1-5 1-16,1-2 0 16,-1-3-1-16,-3-7 1 15,1-5 0-15,2-5-2 16,0-5 2-16,-2 0 2 16,2-11 2-16,-1-5-1 0,-1-5 0 15,-1-4 1-15,-3-4 0 16,-4-1 2-16,-3-3 0 15,-1-1 0-15,-7-2 4 16,0-3-1-16,-2-4-1 0,-4 0 1 16,0-1-1-16,0-4-2 15,-2 4 2-15,-6-1-3 16,-1-2-2-16,-1 3 2 16,-2 1-1-16,-3 5-1 15,-4 2-2-15,-2 6 3 0,-4 5 0 16,0 6-1-16,-4 3 0 15,0 5-6-15,0 3 6 16,2 3-2-16,3 5-1 16,2 0-3-16,3 2-13 15,2 9-29-15,-1 1-17 16</inkml:trace>
  <inkml:trace contextRef="#ctx0" brushRef="#br0" timeOffset="57756.65">6316 16281 6 0,'0'-4'8'0,"0"1"-2"0,0 2 5 0,0-2 0 0,0 2 4 16,0-1-1-16,0 2-1 16,-2-3-1-16,0 2-2 15,2 0-4-15,-2 0-3 16,2 1-2-16,0-1 0 0,0 1 1 15,0 0-4-15,0 0 1 16,0 0-2-16,0 0-2 16,2 6 3-16,0 2 5 15,3 8 1-15,2 1-2 16,0 6-1-16,3 4 2 16,-1 4-2-16,-1 4 0 0,4 1 0 15,-3-1-1-15,0 1 1 16,0-3-1-16,0-4 0 15,-3-2 0-15,2-3 0 16,-2-1 0-16,-1-1 0 16,-1-1 1-16,0 0-1 15,-1 1 1-15,2 1 0 0,-1 0-1 16,-2 1 2-16,-1-1-1 16,1-1 2-16,-1-4-2 15,2-4 0-15,-1-1 0 16,0-3 0-16,1-3 1 15,1 0 0-15,0-1-3 0,1-3-16 16,-5-3-20-16</inkml:trace>
  <inkml:trace contextRef="#ctx0" brushRef="#br0" timeOffset="58503.32">6339 16925 16 0,'0'0'53'0,"0"0"-47"0,0 0-4 0,0 0-2 16,0 0 0-16,0 0 0 0,0 0 0 15,0 0-1-15,0 0-3 16,0 0 4-16,0 0 1 15,0 0 0-15,23-6 1 16,-15 4-1-16,-2 2 0 16,3 0 0-16,1 0-1 15,-1 0-2-15,-1 0 0 0,2 2 2 16,-3 4 2-16,3 0 0 16,-4 1 0-16,4 0-1 15,-3 0 0-15,0 1 0 16,4 1 0-16,-6 1-1 15,3-2 1-15,-3 0-2 0,1-2 2 16,-2-1 0-16,-1-3-1 16,-3 0 1-16,1-1-1 15,-1-1 12-15,0 0 28 16,0 0 18-16,0-5-33 0,0-6-23 16,1-4 2-16,2-5 2 15,3-4-4-15,5-7 0 16,3-6-2-16,3-7 1 15,6-5-1-15,2-4-31 16,-2-4-84-16</inkml:trace>
  <inkml:trace contextRef="#ctx0" brushRef="#br0" timeOffset="60470.35">15093 15598 12 0,'0'0'7'0,"0"0"14"0,0 0-5 0,0 0-5 0,44-44-2 15,-34 36-7-15,-2-1 2 16,0 3 5-16,1-1 4 16,-2 2 0-16,1-1 4 15,2 0-5-15,1-1-7 16,0 0 5-16,3 1-1 16,1-1-5-16,5-1-3 0,0-1 0 15,4 1-1-15,3-1 2 16,4 2 3-16,1 0-5 15,3 0 1-15,-3 1-1 16,1 1 1-16,-1 0-1 16,-6 1 0-16,-1 1 0 0,-4 2 0 15,1-1 0-15,-5 2 0 16,-2 0 0-16,-1 0 1 16,-2-1-1-16,-1 1 0 15,-2 0-9-15,-3-3-26 16,-3-1-17-16</inkml:trace>
  <inkml:trace contextRef="#ctx0" brushRef="#br0" timeOffset="60719.15">15646 15319 91 0,'0'0'4'16,"0"0"-4"-16,0 0 1 0,0 0 2 16,0 0-3-16,0 0 2 15,43 25 1-15,-35-15 1 16,-3 1 1-16,3 3 3 16,-4 1-5-16,2 3-1 15,-2 2 1-15,-4-2-5 0,0-2-26 16</inkml:trace>
  <inkml:trace contextRef="#ctx0" brushRef="#br0" timeOffset="61466.52">15947 15382 64 0,'0'0'10'16,"0"0"10"-16,0 0-6 16,0 0-3-16,0 0 4 15,-18-44 2-15,18 36-1 0,0-2-1 16,10 2-6-16,1 0-7 15,2 1 0-15,2 3-2 16,-2 1-2-16,0 3 0 16,-3 0-3-16,-3 7-4 0,2 4-2 15,-3 4 10 1,1-4 1-16,-2 3-2 16,1-1 4-16,-1-4-2 0,0-2 1 15,1-2 0-15,-2-3-1 16,3-2 4-16,-2 0 2 15,6-2 1-15,-5-7-1 16,3-3-1-16,1-2-2 0,-5-2-1 16,3 1-1-16,-4-1 0 15,-2 2-1-15,0 1 0 16,-2 3 1-16,0 4 0 16,0 1 3-16,0 2 1 0,0 3 0 15,0 0-6-15,1 0-10 16,3 6 3-16,-1 5 2 15,0 3 6-15,3 1 1 16,0 2 1-16,1 1-2 16,2-3 0-16,0 3-2 15,-1-2 2-15,1 0 0 0,1 1 2 16,-5-3-4-16,-1 1 4 16,0 0-2-16,-4-2-2 15,0-2-2-15,-3-2 5 16,-5 2-1-16,-3-4 3 15,0-1 0-15,-1 0-1 0,-3-1 2 16,1-2-1-16,-1 3-2 16,-1-3 1-16,-2-2-2 15,1 1 1-15,2-2 0 16,5 0 2-16,0 0 7 16,3 0-2-16,5 0-7 0,2-3-2 15,0-1-26-15,0-2-57 16</inkml:trace>
  <inkml:trace contextRef="#ctx0" brushRef="#br0" timeOffset="61793.02">16336 15323 149 0,'0'0'8'0,"0"0"-6"0,0 0-2 15,0 0 0-15,0 0 0 16,39-9 0-16,-27 5 0 15,0 1 2-15,-1-2 2 16,0 0 1-16,3 2 0 0,-1-2-4 16,3 2 0-16,-1-2-2 15,-1 0-36-15,-4-1-50 16</inkml:trace>
  <inkml:trace contextRef="#ctx0" brushRef="#br0" timeOffset="61979.61">16479 15395 167 0,'0'0'5'0,"0"0"-7"0,0 0 7 16,0 0 2-16,0 0-1 16,0 0-2-16,0 0 2 15,47 2-5-15,-32-8-5 16,3-1-37-16,0-4-27 15</inkml:trace>
  <inkml:trace contextRef="#ctx0" brushRef="#br0" timeOffset="62570.49">16761 15225 124 0,'0'0'6'0,"0"0"2"16,0 0-1-16,0 0-7 16,0 0-4-16,0 0 4 0,0 0 9 15,0 0 3-15,-3 18 0 16,1-9-1-16,0 1-6 16,2 1-3-16,0 0 1 15,0-2 0-15,4-1-2 16,1-1 0-16,4-2 0 0,0-2-1 15,1-3-1-15,1 0 2 16,-1 0 1-16,1-2-1 16,-3-4 0-16,0-1 2 15,-3 0 0-15,1 0-1 16,-2 0 1-16,-1 0-3 16,0 3 1-16,-2 0-1 0,0 1 1 15,-1 1 0-15,0 2 2 16,0 0-3-16,1 0-7 15,2 0 3-15,-1 6 3 16,3 1 0-16,1 1 1 16,1-2 0-16,4 1 1 0,-2-2-1 15,1-3 1-15,4-1-1 16,0-1 1-16,1 0 1 16,3-2 0-16,-1-7 0 15,-2 1-1-15,-1-2 1 16,-3-3 0-16,-2 3 1 0,-5-1 2 15,-3-2 8-15,-1 2 8 16,0 0-8-16,-1 0-5 16,-7 4-1-16,2-2-5 15,0 4-2-15,0 2 0 16,3 3-2-16,-2 0-17 0,0 1-41 16,1 4-32-16</inkml:trace>
  <inkml:trace contextRef="#ctx0" brushRef="#br0" timeOffset="62839.52">17178 15245 178 0,'0'0'-3'0,"0"0"-4"0,0 0 10 15,1 44 1-15,-1-23-2 0,0 3-1 16,0 4 0 0,0 1 0-16,0 2 3 0,0-3-17 15,-2-2-33-15,-1-9-79 16</inkml:trace>
  <inkml:trace contextRef="#ctx0" brushRef="#br0" timeOffset="63404.61">17254 15186 158 0,'0'0'19'0,"0"0"4"15,0 0-14-15,27-38-6 16,-15 28 1-16,1 4 1 16,-2 1-3-16,2-1 0 15,-2 6-1-15,2 0-2 16,-2 0 0-16,1 6-1 15,-2 4-2-15,-1 2 2 0,-1 1-6 16,-3 4-11-16,-1-3-4 16,-4 1 9-16,0-4 9 15,0 0 0-15,0-4 8 16,-3-1-3-16,1-4 5 16,1-2 7-16,1 0 14 0,0 0-9 15,0-6-12-15,6-4-6 16,2-4-3-16,2-1 1 15,-2-1 0-15,1 1 2 16,-1 0 1-16,-4-1 1 16,-3 5 0-16,-1 0-1 0,0 3 3 15,0 4 7-15,0-2 3 16,0 6-4-16,0 0-9 16,0 0-10-16,0 7-5 15,0 3 10-15,0 6 8 16,0-2-5-16,0 3 0 15,0 0 2-15,2 0 0 0,6 0 1 16,0-1-3-16,3-2-25 16,1-3-12-16,2-5-8 15</inkml:trace>
  <inkml:trace contextRef="#ctx0" brushRef="#br0" timeOffset="63594.25">17669 15206 133 0,'0'0'12'0,"0"0"3"0,0 0-15 0,0 0-7 0,0 0 8 15,0 0 10-15,8 44 0 16,-8-22-4-16,-2 2-6 16,2 1 2-16,0 1 0 15,0 0-8-15,0 0-43 0,0-7-43 16</inkml:trace>
  <inkml:trace contextRef="#ctx0" brushRef="#br0" timeOffset="63901.93">17912 15186 95 0,'0'0'16'0,"0"0"19"16,0 0 8-16,36-14-23 16,-22 7-10-16,3 0-2 15,2 0 0-15,-1 0 0 0,3 1-1 16,-1 1-5-16,2 1-1 15,-3 2 0-15,0 0-2 16,-3 2-8-16,-3 0-22 16,-6 0-40-16,-2-1-23 0</inkml:trace>
  <inkml:trace contextRef="#ctx0" brushRef="#br0" timeOffset="64135.81">18064 15086 215 0,'0'0'-9'15,"0"0"34"-15,0 0-14 16,0 0-12-16,0 0-5 16,0 0-3-16,0 0 8 0,-14 41 5 15,12-23-2-15,-2 2 1 16,0 3-2-16,3-2 1 15,-1 0-2-15,2-1-12 16,0-5-40-16,0-4-25 16</inkml:trace>
  <inkml:trace contextRef="#ctx0" brushRef="#br0" timeOffset="64750.17">18318 15104 99 0,'0'0'3'16,"0"0"6"-16,0 0 6 16,0 0 4-16,0 0-9 0,0 0 2 15,0 0-5-15,0 0-5 16,-11 7 2-16,10 3-1 15,-1 2-3-15,2 0 1 16,0 1-1-16,0-2 1 0,0-1 0 16,6 0-2-16,-1-3-1 15,3-1-2-15,-3 0 4 16,6-5 3-16,-4-1 0 16,2 0 0-16,1 0 1 15,-1-1 2-15,1-7-4 16,0 0 1-16,-2-2 2 0,0 0-2 15,-1 3 0-15,-1-1 4 16,-3 1 0-16,1 2 3 16,-1 1-5-16,1 3-3 15,-3 1-3-15,1 0-6 16,2 0-12-16,0 4-4 0,-1 2 4 16,3 2 8-16,2-1 6 15,-1 0 4-15,3-1-3 16,3-2 3-16,1-3 0 15,2-1 2-15,3 0 0 16,-1 0 1-16,-1-5 3 0,0-4 15 16,-4-1 0-16,-1 1 4 15,-4-3 2-15,-5-1 4 16,0 0-5-16,-3 1-10 16,0-1-7-16,0 1-6 15,0 1-1-15,0 4-2 0,-1 1-9 16,-1 3-22-16,0 2-36 15,1 1-64-15</inkml:trace>
  <inkml:trace contextRef="#ctx0" brushRef="#br0" timeOffset="65235.65">18757 15176 99 0,'0'0'12'0,"0"0"9"0,0 0-3 0,0 0-3 0,0 0-8 15,0 0-4-15,0 0 0 16,0 0 2-16,0 0-1 15,39-31-1-15,-31 31-2 16,-1 0-1-16,1 0-3 16,-5 7-1-16,-1 2-15 15,0 1-7-15,-2 3 9 16,0 2 8-16,-2 1 3 0,-6 1 3 16,0 0 1-16,-3-3 2 15,2 3 1-15,0-1-1 16,-1-1 1-16,1-2-1 15,4-3-20-15,0-3 23 0,2 0 4 16,3-7 16-16,0 0 10 16,0 0-11-16,7-1 8 15,2-5-8-15,1-1-7 16,2-1-4-16,3 0-4 16,0-2 0-16,3 1-5 0,2 0-1 15,4 1-1-15,1-1-1 16,2-2-25-16,0 1-63 15</inkml:trace>
  <inkml:trace contextRef="#ctx0" brushRef="#br0" timeOffset="65879.39">19059 15108 146 0,'0'0'15'0,"0"0"3"0,0 0-7 0,0 0-6 16,-9-44-2-16,9 36 3 16,0-1 3-16,2-1 5 15,5 3-1-15,1-3-6 16,3 3-6-16,1 2-1 15,1 1 0-15,1 0 0 16,-1 2 0-16,-1 2 0 16,-2 0-4-16,-2 2 0 0,-2 7 0 15,0 2-3-15,-4 3-6 16,-1 2-2-16,-1-2 2 16,0 2 10-16,0-2 1 15,0-3 2-15,-2-1 1 16,-1-2-2-16,-1-3 1 0,3-1 0 15,-1-3 1-15,2-1 1 16,0 0 2-16,0 0-5 16,0-5 4-16,0-5-4 15,5-1 2-15,1-2 2 0,2-1 0 16,0-3-1-16,-2 0 1 16,2 1 0-16,-2-1-1 15,1 2-1-15,-3 3-1 16,-1 2 0-16,-1 3-1 15,-2 3-2-15,0 2 1 0,0 2 0 16,0 0-4-16,0 0 1 16,-2 3 2-16,-1 7-1 15,1 2 6-15,0 0 1 16,0 3 1-16,2 1 2 16,0-2-3-16,0 0-1 0,7-2 0 15,2 1 1-15,2-3-2 16,1 0-10-16,3-6-15 15,2 2-18-15,-1-2 2 16,-1-4-15-16</inkml:trace>
  <inkml:trace contextRef="#ctx0" brushRef="#br0" timeOffset="66191.55">19362 15118 28 0,'0'0'55'0,"0"0"-9"0,0 0 4 0,0 0-19 16,29-37-10-16,-24 27-9 15,0 3 0-15,0 0-3 16,2 2-7-16,-2 0-1 15,2 3-2-15,-3 1 0 0,1 1-2 16,1 0-5-16,-3 3-4 16,0 7-6-16,-1-1-5 15,-2 5 7-15,0 0 3 16,0 0-15-16,0 1 8 16,-1 0 0-16,-5-2 10 0,0-2 5 15,-1-1 5-15,4-1 7 16,-3-4 8-16,4-2 7 15,0-1-2-15,2-2 12 16,0 0-1-16,0 0-9 16,10-3-12-16,5-6 0 0,7 0-6 15,8-4-2-15,9-2 0 16,10-2-6-16,6-3-44 16,4-4-80-16</inkml:trace>
  <inkml:trace contextRef="#ctx0" brushRef="#br0" timeOffset="71816.85">20090 15110 78 0,'-2'1'21'0,"0"-1"0"0,2 0-12 0,0 0-9 16,0 0 1-16,0 0 2 0,0 0 6 16,0 0 21-16,0 0-9 15,0 0-10-15,0 0-6 16,0 0-4-16,0 0-1 15,0 0 0-15,3 0 6 16,4-3-6-16,0-1 0 16,3-3 0-16,0 0 0 15,1 0 0-15,4-1 0 0,5-1 0 16,0 0 0-16,4-1-4 16,3 2-6-16,3 0 1 15,0 0 0-15,4 1 3 16,-2 1 6-16,4 1 0 0,-1 0 4 15,4 1 0-15,1 1 6 16,4-1 0-16,3 3-3 16,1-1-2-16,5 2-1 15,-2 0-3-15,1 0-1 16,2 0 1-16,-1 0 0 0,3 3-2 16,1 1 2-1,2 0 0-15,0-1-1 0,1 1 0 16,0-1 1-16,-4-1-1 15,-3-1 0-15,-1 2 0 16,1-1 0-16,-4-1 1 0,-3 3-1 16,-5 2 0-16,-2-1 0 15,-6 0-1-15,-6-1-5 16,-4 3-13-16,-7-3-24 16,-7-4-10-16</inkml:trace>
  <inkml:trace contextRef="#ctx0" brushRef="#br0" timeOffset="72144.38">21825 14993 69 0,'0'0'0'0,"0"0"6"0,43 5 4 0,-27-1 1 16,-1 2-1-16,-2 1-5 0,-3 1-3 15,-1 2-1-15,-3 0-1 16,1-2 1-16,-6 2-1 15,-1-1-2-15,0 0-8 16,0-1-11-16,-8-1-19 16,2-3-2-16</inkml:trace>
  <inkml:trace contextRef="#ctx0" brushRef="#br0" timeOffset="72603.78">21778 14969 127 0,'0'0'7'0,"0"0"16"16,0 0-3-16,0 0-13 15,0 0-4-15,0 0-2 16,0 0 1-16,0 0 3 16,-17-30-2-16,17 30-2 0,0 0-7 15,-1 3 3-15,1 5 2 16,0 3-1-16,0 1 1 16,0 1-5-16,5 1-8 15,4-1 18-15,4 1-3 16,5-2 2-16,1-1 1 0,2-2 1 15,1 0-1-15,3 0-2 16,-2-2 0-16,-4 0-2 16,-1 0 0-16,-4 0 1 15,-2-1-2-15,-6 3 1 16,-4 0-2-16,-2 3-4 16,-9 2 3-16,-11 7 9 0,-12 5-4 15,-9 5-6-15,-9 6-43 16,-6-3-65-16</inkml:trace>
  <inkml:trace contextRef="#ctx0" brushRef="#br0" timeOffset="80236.41">21701 14820 108 0,'0'-1'17'0,"0"0"-3"0,0 1-7 0,1 0-5 15,0 0-2-15,0 0-1 0,1 0 1 16,1 0 0-16,1 0 2 15,2 2 1-15,2 4 2 16,1 4-4-16,0 2-1 16,3 3 0-16,3 3 1 15,5 2 0-15,3 3 0 0,5 1-1 16,3 0 2-16,4 2 0 16,-2 1-1-16,-1 2 0 15,-3-2-3-15,-6 0-9 16,-6-1-7-16,-5-5-7 15,-4-1-9-15</inkml:trace>
  <inkml:trace contextRef="#ctx0" brushRef="#br0" timeOffset="81452">21799 14884 59 0,'-7'-1'1'0,"-4"0"5"0,2 0 3 0,3-2 3 0,1 3 8 16,1-1 5-16,2-1 6 15,0 2-5-15,2-1-16 16,0 1-6-16,0 0-5 16,2 0 0-16,2 0 0 0,3 4-4 15,-1 5-3-15,3-1 4 16,2 2-1-16,4 1 3 16,0 2 1-16,3 1 0 15,5-2 1-15,2 2 0 16,0-1 0-16,2-2 1 15,0 3-2-15,1-1-6 0,-3 1-2 16,-3-1 0-16,-7 1 2 16,-5-1 4-16,-7 1 1 15,-3-1-3-15,-10 2 3 16,-10 3 6-16,-7 2-1 16,-8 5-2-16,-7 2-1 0,-3 3-32 15</inkml:trace>
  <inkml:trace contextRef="#ctx0" brushRef="#br0" timeOffset="83032.77">16775 16956 67 0,'0'-1'8'0,"0"1"0"0,1 0-9 0,0 0-3 0,2 0 4 16,0 3 3-16,0 2-1 15,2 1 0-15,1 0-1 16,-1 2 0-16,3-1-4 15,-3 2 5-15,3 0-2 16,-2 0 1-16,0-2-1 16,0 2 0-16,-1-5 0 0,1-1 1 15,-1-2 1-15,4-1 7 16,-3 0 0-16,3 0-4 16,3-6 1-16,-2-6 0 15,3-1 1-15,4-4 3 0,1-6 3 16,2-4-2-16,4-3-3 15,3-4-3-15,4-3-2 16,3-4-2-16,-1 0-1 16,3 0 0-16,-1 1-12 15,-1 3-34-15</inkml:trace>
  <inkml:trace contextRef="#ctx0" brushRef="#br0" timeOffset="83716.11">16790 17124 23 0,'0'0'24'0,"0"0"4"0,0 0 0 0,0 0-5 16,0 0 6-16,0 0-2 15,44-37-11-15,-26 12-3 16,5-6-7-16,10-8-2 0,7-8-2 16,8-8-2-16,5-5-1 15,4-6-23-15,0-1-57 16</inkml:trace>
  <inkml:trace contextRef="#ctx0" brushRef="#br0" timeOffset="96183.68">14233 18030 76 0,'0'0'7'0,"0"0"-2"0,0 0 3 0,0 0-3 15,0 0 2-15,0 0 0 16,0 0 5-16,0 0-2 15,0 0 1-15,0 0-4 16,0 0-5-16,0 0-5 0,0 0 2 16,-9 8 1-16,9-5-1 15,0 1 2-15,0-1-2 16,0 1 1-16,0-1-1 16,0 0 0-16,0-1 0 15,0 3 1-15,2-2-1 16,0 1 2-16,0 1-2 15,1 0 1-15,1-2 0 0,2 0 0 16,-2 1 1-16,2-2 0 16,-3-1 0-16,1-1 0 15,0 0 1-15,0 0 1 16,0 0 0-16,-1 0 3 0,0-4 2 16,-1-2 2-16,0 0-3 15,-1-3-2-15,-1 0-1 16,0 2-1-16,0 0 0 15,-1 0 4-15,-3-2 2 16,-2 5-2-16,2-3 0 0,0 5-4 16,0 0-2-16,2 2 0 15,2 0-3-15,0 1-34 16,-2 9-32-16,-1 3-6 16</inkml:trace>
  <inkml:trace contextRef="#ctx0" brushRef="#br0" timeOffset="158227.91">13909 16317 87 0,'2'-2'19'0,"-2"2"11"0,0 0-17 0,1 0-15 0,2 0 0 16,0 0 2-16,3 0-4 15,-1 3 0-15,4 1 4 16,-3 1 0-16,3 1 0 16,0-1-1-16,2 1 1 0,1-2-1 15,2-1 1-15,0-3 1 16,3 0-1-16,-2 0 0 15,4-10 1-15,0-4 0 16,3-6 0-16,1-3 1 16,-2-6 3-16,0-3 3 15,0-5 6-15,-1 0 4 0,-3 0-2 16,0 2-7-16,-1 4-5 16,1 4-1-16,-2 5 0 15,1 5 0-15,-5 5-4 16,-3 3-37-16,-2 5-88 0</inkml:trace>
  <inkml:trace contextRef="#ctx0" brushRef="#br0" timeOffset="160005">15438 16673 46 0,'0'0'39'0,"0"0"-7"0,0 0 1 0,0 0-11 0,0 0-14 16,0 0-8-16,0 0-2 16,2 0-1-16,1 0 0 15,1 0-1-15,1 0 1 16,2 3-2-16,2 4 3 15,3 0 2-15,2 1 2 0,1 0-2 16,3 3-2-16,2-1 4 16,1 3-1-16,3-2-1 15,0 0-1-15,3-3 1 16,-2 5 0-16,0-5 1 16,2 2-1-16,-4-1 0 0,3-1 0 15,1 1 1-15,1 1-2 16,-1 1 3-16,1 0 0 15,0 0-2-15,-2 3 3 16,2-2 0-16,-2 1-3 0,-1-2 1 16,-2 2 1-16,-2-3 0 15,-1-1-1-15,-1-2 1 16,-4 0 1-16,-1-3-2 16,-1-1 2-16,-2 1-1 15,-1-2 0-15,-2-1 1 16,-1-1 2-16,2 0-4 0,-4 0-10 15,-1 0-28-15,-4-7-57 16</inkml:trace>
  <inkml:trace contextRef="#ctx0" brushRef="#br0" timeOffset="160489.26">16063 17011 76 0,'0'0'10'0,"0"0"-8"0,0 0-3 0,0 0 1 0,0 0 0 16,0 0 0-16,0 0 2 15,0 0 4-15,0 0 1 16,0 0 0-16,0 0 0 15,40 29 0-15,-33-28-3 0,0-1-1 16,2 0 2-16,-3 0 1 16,1 0 1-16,-1 0-5 15,2 0 1-15,-5-3-1 16,1 0 2-16,0-2-2 16,-2-5 2-16,-2 2 5 15,2-5 2-15,0-2-6 0,0-2-2 16,1-5-1-16,-1-3-50 15,-2 0-66-15</inkml:trace>
  <inkml:trace contextRef="#ctx0" brushRef="#br0" timeOffset="161139.09">15431 16692 108 0,'0'0'6'0,"0"0"14"0,0 0-9 0,0 0-7 0,0 0-2 15,0 0-2-15,0 0 1 16,0 0 4-16,0 0 6 16,0 0-13-16,0 0 8 15,0 0-3-15,-1 35-3 0,0-22 4 16,-1 1-4-16,2-1 1 15,0-3-7-15,0 0-19 16,-1-4-13-16,-1-5-48 16</inkml:trace>
  <inkml:trace contextRef="#ctx0" brushRef="#br0" timeOffset="161320.43">15437 16696 101 0,'0'0'34'16,"0"0"-37"-16,0 0 6 0,0 0-1 16,44-23-2-16,-29 22 1 15,5 1-2-15,2 0 0 16,2 0 1-16,1 2-4 16,0 0-38-16</inkml:trace>
  <inkml:trace contextRef="#ctx0" brushRef="#br0" timeOffset="164095.51">19148 16293 104 0,'-2'0'8'0,"0"0"3"0,2 0 2 15,-1 0-1-15,1-3 5 16,0 0-2-16,0 0 4 0,0 0-2 15,0 1-5-15,0-1-2 16,1 0-9-16,5 0 0 16,2 1-1-16,5 0-1 15,1-2 1-15,2 2-3 16,2 1 1-16,1-1 3 16,0 2 1-16,0 0-1 0,-2 4 1 15,-3 4-1-15,-2 2-1 16,0 1-1-16,-5-1-4 15,-1 1-7-15,-4 0-3 16,-2-3-1-16,0 0 10 16,0-2-1-16,-2-1 11 0,-3-2-8 15,2 0 8-15,0-3 0 16,1 0-1-16,2 0-6 16,-2 0-19-16,2-5-9 15,0-2 3-15,0-2-6 16,3 2-21-16</inkml:trace>
  <inkml:trace contextRef="#ctx0" brushRef="#br0" timeOffset="164308.95">19361 16287 26 0,'0'0'35'0,"0"0"-9"16,0 0 4-16,0 0-8 15,33-43-7-15,-29 36-6 16,-2 3-4-16,-1 0 1 0,-1 1 6 16,0 0 12-16,0 3-10 15,-5 0-9-15,-2 2 4 16,0 5-4-16,0 1-1 15,3 4 1-15,2-1-3 16,2 1-1-16,0 0-3 16,2-1-1-16,7-2-2 0,4 1 8 15,1-2-6-15,4-3 2 16,-2-4-27-16,0-1-62 16</inkml:trace>
  <inkml:trace contextRef="#ctx0" brushRef="#br0" timeOffset="164472.06">19606 16296 282 0,'0'0'4'0,"0"0"-15"16,0 0 3-16,0 0 10 16,0 0-3-16,27 45-3 15,-21-28-15-15,3 2-22 16,-2-2-29-16</inkml:trace>
  <inkml:trace contextRef="#ctx0" brushRef="#br0" timeOffset="165217.39">20474 16169 104 0,'0'0'6'0,"0"0"25"0,0 0 11 16,44-37-10-16,-32 33-16 16,0 1-11-16,-3 3 0 15,1 0-3-15,-1 0-2 0,1 6 0 16,-4 5-1-16,-1 3 0 16,0 3 3-16,-4 3-1 15,-1-3-7-15,0 2 6 16,0-5-1-16,-1-2-8 15,-3-3 8-15,0-3 5 0,1-3-4 16,0-2 6-16,1-1-4 16,2 0-1-16,-4 0-7 15,4-6-11-15,0-5 5 16,0-2 7-16,0-2 1 16,0-4 1-16,0 4 3 0,0-1 5 15,0 3-1-15,0 2 8 16,0 5 1-16,0-1-1 15,0 5-3-15,0 2 2 16,0 0-2-16,0 0-12 16,0 8 0-16,1 3 0 0,2 3 3 15,-1 3 7-15,2-2-6 16,1 2-1-16,1-3-1 16,2 0-1-16,1-3-20 15,2-3-41-15,-2-3-62 16</inkml:trace>
  <inkml:trace contextRef="#ctx0" brushRef="#br0" timeOffset="165492.32">20748 16277 141 0,'0'0'86'0,"0"0"-70"0,0 0-2 0,0 0-7 16,40-5-6-16,-33 5-1 15,0 0 0-15,-2 5-1 16,-3 2-5-16,-1 2 3 15,-1 0-8-15,0 3-1 16,0-2 14-16,-1 0-4 0,-3-3 1 16,1 1-1-16,0-2 10 15,2-3-6-15,1 1-3 16,0-4-3-16,6 0 1 16,5 0 10-16,5 0-3 15,3-4 3-15,7-3-3 16,2-3-1-16,2-3-5 0,3 0-52 15,-4-4-77-15</inkml:trace>
  <inkml:trace contextRef="#ctx0" brushRef="#br0" timeOffset="166198.14">21457 15965 168 0,'0'0'2'0,"0"0"-6"0,0 0 5 0,0 0-1 16,0 0-2-16,0 0 2 0,0 0-3 15,9 42 8-15,-9-30-1 16,1-1-3-16,1-2-2 16,3-4 0-16,0 1-1 15,0-5 1-15,2-1 5 16,0 0-1-16,1 0 5 0,5-1 0 15,-2-8-5-15,0-1 2 16,1-1-4-16,-2-2 0 16,1 3 0-16,-4 0 0 15,-1 0 1-15,-2 2 2 16,-1 4 10-16,-2-2 1 0,1 3-2 16,-2 3-4-16,2 0-4 15,-2 0-5-15,0 0-6 16,4 3 2-16,-2 7 3 15,1 1 0-15,2 1 0 16,-2 2 1-16,1 0 0 16,2 5 0-16,-3-1-1 0,3 2 1 15,-3 0 1-15,-1 0-4 16,0 0-3-16,-2-1 4 16,0 0 3-16,0-4-1 15,-6-4-3-15,-4 0 5 16,1-3 3-16,-2-3 3 0,-2-3 8 15,1 0-9-15,2-2 7 16,-1 0 0-16,3-3 1 16,4-4-2-16,3-3-3 15,1-4-6-15,6-2 2 16,12-2-5-16,0-1-12 16,8 1-24-16,-4-1-46 15</inkml:trace>
  <inkml:trace contextRef="#ctx0" brushRef="#br0" timeOffset="167164.07">18839 16690 76 0,'-2'0'63'0,"0"0"-13"0,0-2-7 16,2 2-20-16,0 0-14 0,0-2-9 15,0 2-11-15,0 0 14 16,7 0-3-16,1 0-1 15,1 0 2-15,2 0-1 16,1 0 0-16,2 2 0 16,1 0-2-16,7 1-1 0,3-1-3 15,4 0 5-15,3-1-1 16,7 0 2-16,6-1-2 16,6 0 3-16,6 0-1 15,4 0-1-15,7 0 1 16,7-2 1-16,6-5 2 15,7 0 1-15,5-3-4 0,4 0 4 16,5-2-1-16,2-1-1 16,0 0-1-16,2 0 2 15,3-1-5-15,3 0 4 16,4 2-4-16,0-3 4 0,4 2-2 16,-1 0 0-16,0 2 0 15,-1 0 1-15,-6 1-1 16,-1 1 2-16,-6 3-2 15,-6 2 1-15,-8-1-1 16,-10 0-1-16,-9 3-2 0,-12-1-7 16,-16 0-13-16,-15 0-25 15,-16-1-26-15</inkml:trace>
  <inkml:trace contextRef="#ctx0" brushRef="#br0" timeOffset="168144.44">20940 15857 12 0,'2'-1'84'0,"1"-1"-60"0,1-1-15 0,0 2 4 16,1-1 2-16,-2 1 1 15,1 1-1-15,-2 0-4 16,0 0-4-16,-1 0-2 16,2 0-3-16,0 8-2 0,1 2 2 15,-1 6-1-15,2 5-2 16,1 6 2-16,-2 4 5 15,1 9-6-15,1 4-3 16,-3 11 6-16,2 2-7 16,-1 7 5-16,-2 7 4 15,-1 6-4-15,1 2 1 0,0 4-3 16,2 2 7-16,2 2-4 16,4-4 1-16,1-3 2 15,2-5 3-15,1-5 0 16,0-2-1-16,1-4-3 0,0-2-2 15,-3-2 2-15,-1-4-3 16,-1-4-9-16,0-15-46 16,-3-14-81-16</inkml:trace>
  <inkml:trace contextRef="#ctx0" brushRef="#br0" timeOffset="169446.71">21184 15959 36 0,'0'0'43'0,"0"0"-18"0,0 0-14 16,0 0-7-16,0 0-3 16,0 0-1-16,-1 0 1 15,0 0-1-15,0 0 2 0,1 0 5 16,0 0 10-16,0 0-7 15,0 0-14-15,0 0 1 16,1 0 8-16,5 0-5 16,-1 4 0-16,4 0 2 15,0 1-2-15,0 2 0 16,3 0 0-16,0 0 0 0,-1 0 0 16,3 3-2-16,1 0 4 15,2 0 0-15,1 0-2 16,3 1 1-16,2 1-2 15,2 0 3-15,0-3-3 0,2 4 0 16,1-3 3-16,-1 0-2 16,0 0 4-16,0-1-4 15,-1-1 0-15,-2 0 0 16,-5-2 0-16,3-2-4 16,-7 0-22-16,-1-4-30 15</inkml:trace>
  <inkml:trace contextRef="#ctx0" brushRef="#br0" timeOffset="170095.94">21687 15858 73 0,'0'0'8'0,"0"0"-7"0,0 0 1 0,0 0 1 15,0 0 6-15,0 0 4 16,0 0 1-16,0 0-1 15,0 0 0-15,0 0-9 16,0 0-3-16,0 0 0 16,-32 47-1-16,22-27 0 0,-6 4 0 15,0 3-1-15,-8 8 0 16,-3 5 0-16,-3 7 1 16,-4 3 0-16,0 2-5 15,-2 0-8-15,2 0-22 16,-1-2-8-16</inkml:trace>
  <inkml:trace contextRef="#ctx0" brushRef="#br0" timeOffset="171567.9">19405 16938 64 0,'0'2'39'0,"0"-2"3"0,0 0-19 0,0 0-6 16,0 0-4-16,0 0-3 15,0 0 0-15,1 0-4 16,-1 0-5-16,0 0 0 0,0 3-2 16,0 0-9-16,0 1 12 15,0 2-2-15,1 4 0 16,1-3 0-16,2 4-3 16,0-1 0-16,2-2 3 15,-1 1-2-15,1-2-2 0,0-5 4 16,0 2-2-16,0-4 0 15,1 0-1-15,1-4 8 16,4-8 10-16,-1-3 3 16,3-6-4-16,6-2-6 15,4-3-2-15,0-1-4 0,6 0-2 16,2 0 1-16,1 3-19 16,0 3-58-16</inkml:trace>
  <inkml:trace contextRef="#ctx0" brushRef="#br0" timeOffset="172051.42">20477 16862 38 0,'0'0'38'0,"0"0"-11"0,0 0-4 0,0 0 0 0,0 0-7 16,0 0-6-16,0 0-6 15,0 0-1-15,-4 37-3 16,4-31-2-16,0-3-1 15,3-3-3-15,5 0 0 16,1 0 16-16,3-10-3 0,4-6 1 16,7-4 1-1,5-4-6-15,4-6-2 0,5-2-3 16,1-1-83-16</inkml:trace>
  <inkml:trace contextRef="#ctx0" brushRef="#br0" timeOffset="172873.24">22060 15962 116 0,'0'0'6'0,"0"0"16"16,0 0-8-16,0 0-9 0,0 0-7 0,0 0-6 16,0 0 0-16,0 0 3 0,0 0 2 15,0 0 1-15,0 0 0 16,0 0-5-16,-2 33 7 16,2-9 12-16,0 7-3 15,1 7 4-15,1 5-7 16,0 4-2-16,2 4-1 15,-2 3 4-15,-2 1 2 0,1 6 0 16,-1-1 4-16,0 3-1 16,0 2 1-16,0 3-2 15,0-1-1-15,0-1-3 16,3 1-5-16,4-5 1 16,-1-4 0-16,4-2-1 15,-5-6-1-15,1-2 0 0,-3-4 1 16,-1-4-1-16,-2-3-1 15,-3-11-25-15,-10-12-99 16</inkml:trace>
  <inkml:trace contextRef="#ctx0" brushRef="#br0" timeOffset="173765.36">17493 15563 33 0,'0'0'83'0,"0"0"-66"0,0 0 4 16,0 0-9-16,0 0-5 15,0 0-1-15,0 0 4 16,0 0 2-16,0 0 2 16,0 0 3-16,0 0-7 15,0 0-3-15,-8-6-6 0,8 6-4 16,5 0 3-16,5 0 0 15,4 0-4-15,1 3-2 16,4-2 1-16,5-1 1 16,3 2 4-16,4-2-1 15,5 0 1-15,4 0-2 16,4-2 2-16,4-2-1 0,4-1 0 16,1-1 1-16,6-1 1 15,5 2-3-15,4-2 3 16,3 0-2-16,4-1 1 15,5-2 0-15,2-2-4 0,-3 2 4 16,1-1 3 0,-1 0-1-16,-1-2 4 0,0 4-4 15,-3-1-1-15,0 2 3 16,-3-1-2-16,-3 1 0 16,-2-1-1-16,-2 1 1 15,-6-1-2-15,-5 2 0 0,-6 0-1 16,-7 0-3-16,-7 1-9 15,-8 2-11-15,-13 1-10 16,-5 2-11-16,-8 0-39 16</inkml:trace>
  <inkml:trace contextRef="#ctx0" brushRef="#br0" timeOffset="175134.01">22295 16669 86 0,'0'-1'34'0,"0"-1"-22"0,0-1-11 0,0 2-2 16,0 0-7-16,0-1-5 15,0 2 12-15,0-2-1 16,0 2 2-16,0-1 0 0,0 1 0 16,0 0-5-16,0 0-4 15,0 0-15-15,0 0 16 16,0-1 2-16,0 1 3 15,0 0 0-15,0 0-7 16,1 0-1-16,0 0-9 0</inkml:trace>
  <inkml:trace contextRef="#ctx0" brushRef="#br0" timeOffset="176401.1">22335 16635 111 0,'0'0'25'0,"0"0"-10"0,0 0-9 15,0 0-6-15,0 0-2 16,0 0 0-16,0 0 2 16,0 0-2-16,0 0 1 15,0 0 0-15,0 0 4 0,0 0 11 16,2 0-1-16,-1 0-12 16,3 1 1-16,-4 1-4 15,2 2 2-15,0 0 0 16,0-1-1-16,1 0-1 0,-1 1 2 15,0-1 0-15,0 1 0 16,-2-1 0-16,1 0 0 16,-1 1 0-16,2-1 1 15,0 0-2-15,1 0 1 16,0 0-2-16,1-2 1 16,0 3 0-16,0-2 2 0,1-1 0 15,-1 1 2-15,0-1 5 16,0 0-1-16,-1-1 1 15,1 0 3-15,0 0-5 16,1 0 0-16,-2 0-4 16,2-1 0-16,0-4-1 15,-2 2 1-15,1-2-1 0,1 0 1 16,-3 0-1-16,1 0 0 16,1-1 0-16,0 0 0 15,-2-1-1-15,2 1 1 16,0 1-2-16,2 1-5 0,-3-1-2 15,-1 1-3-15,0 3 7 16,-1-1 3-16,0 2 1 16,-1 0 1-16,0 0 1 15,0 0 2-15,0 0-4 16,0 0 2-16,0 2 0 0,0 5 3 16,0 0-3-16,1 4-1 15,0-1-1-15,1 0 0 16,0 2 1-16,-1 2-2 15,2-3 1-15,0 2 0 16,2 1 0-16,-2-2 0 0,1 0 0 16,-2-1 0-16,2-2 1 15,-2 0-1-15,-2-1-1 16,0-1-11-16,0-2 11 16,-4 0 5-16,-2-1 3 15,1-1 6-15,-4-1-1 0,-1 0-4 16,2-1-2-16,-2 0-3 15,2-1-1-15,-1 0-2 16,0 0 0-16,4 0-2 16,-2 0-23-16,2-6-94 15</inkml:trace>
  <inkml:trace contextRef="#ctx0" brushRef="#br0" timeOffset="177261.41">22286 15980 122 0,'2'0'27'0,"-2"0"0"0,0 0 12 15,0 0-13-15,0 0-10 16,0 0-8-16,0 0-6 16,0 0-4-16,0 4 3 0,0 4-1 15,0 0 3-15,1 3-3 16,2-2-1-16,0 1 1 15,3-1 0-15,-2-4-1 16,3 2 0-16,-1-4-1 16,0-1 2-16,2-1 0 0,2-1 0 15,-1 0 0-15,0 0-2 16,2-6 2-16,-3-1 0 16,0 0 0-16,2-1 0 15,-4-2 0-15,-2 0 2 16,2 1-2-16,-4-1 0 0,1 3 0 15,-1 0 1 1,-1 1-1-16,0 4 0 0,-1 0 0 16,0 1-1-16,0 1-2 15,0 0-3-15,0 0-7 16,0 2 12-16,0 4-3 0,0 3 6 16,0 2-2-1,0 0 0-15,0 1 1 0,0 2-1 16,0 0 1-16,0 2-1 15,2 0 1-15,-2-1-1 16,2 1 1-16,-1-1 0 0,-1-1-2 16,1-1 1-16,-1 0 0 15,0 0 0-15,0-4-1 16,0 0-5-16,-1 0 6 16,-6-2 12-16,1 1 1 15,-3-2-9-15,-4 1 2 0,1-3 1 16,-4 2-5-16,2-2 0 15,-3-1-1-15,2-1-3 16,0-2-20-16,1 0-63 16</inkml:trace>
  <inkml:trace contextRef="#ctx0" brushRef="#br0" timeOffset="177997.04">22255 15804 61 0,'0'0'9'0,"0"0"10"0,0 0-5 0,0 0-3 15,0 0 5-15,0 0-1 0,0 0 2 16,0 0 9-16,0 0-4 16,0 0-7-16,0 0-4 15,0 0-6-15,-1-10-3 16,1 7-1-16,0-1-1 16,0-1 1-16,2-1 2 0,1 0 1 15,0-1 8-15,-1 3-4 16,-1-3-1-16,1 1-3 15,0-1-2-15,1 1-1 16,-1-1-1-16,-1 1 0 16,3-1 2-16,-1 2-2 15,0-1 0-15,0 0 0 0,0 3 1 16,0-2-2-16,0 3 2 16,1-1-2-16,0 1 1 15,1 0 0-15,0 2 0 16,-2 0-2-16,0 0 0 15,-1 0 1-15,0 0 0 0,1 0 0 16,-1 0 0-16,-1 0 0 16,3 5 0-16,1 0 1 15,0 2 0-15,1 2 0 16,3-1-1-16,2 2 2 16,-2 3-1-16,2 1-1 0,2-2 1 15,-1 2 0-15,1-3 0 16,2 2 1-16,-2-6-12 15,1-1-42-15,-2-4-67 16</inkml:trace>
  <inkml:trace contextRef="#ctx0" brushRef="#br0" timeOffset="178535.61">22242 15804 67 0,'0'0'-30'0</inkml:trace>
  <inkml:trace contextRef="#ctx0" brushRef="#br0" timeOffset="180978.85">22509 15613 95 0,'-2'0'35'15,"2"0"-13"-15,0 0-11 16,0 0-11-16,0 0 5 16,0 0-2-16,0 0-3 15,0 0 2-15,0 0 1 0,0 0 8 16,0 0 0-16,0 0-5 16,0 0-1-16,0 0-3 15,0 0-4-15,0 0-6 16,0 0 0-16,2 0 6 15,3 0 0-15,4-2 1 16,4-2 0-16,0 1 0 0,2-2-7 16,2 0 8-16,1-1 4 15,3-1-7-15,2 1 10 16,3-1-2-16,4-4-1 16,-1 3-4-16,2-2 3 0,-1-2-3 15,1 1 1-15,0 2 0 16,-4-2 0-16,0 1 0 15,-1-1 0-15,-1 1 0 16,-4 0 0-16,-1 1 0 16,-1 1 1-16,-2 2-2 0,-4-1 0 15,0 1 0-15,-2 2 1 16,-3 1-1 0,0 0 0-16,-4 1 0 0,-1 0 1 15,-1 1-2-15,-2 1-10 16,0 0-19-16,-1 0-34 15</inkml:trace>
  <inkml:trace contextRef="#ctx0" brushRef="#br0" timeOffset="181791.47">22928 15354 11 0,'0'0'34'0,"0"0"-12"0,0 0-6 0,0 0-8 0,0 0 0 15,0 0 0-15,0 0-5 16,0 0-3-16,0 0 0 16,0 0 0-16,0 0 1 15,0 0-1-15,0 3 1 0,0 0 0 16,0-1 1-16,0 1 0 15,0 0 2-15,0 1-3 16,0-1 0-16,0 3-1 16,1-3 1-16,1 1-1 15,1-1-1-15,0 1 0 16,1-1 2-16,0-2 1 0,1 2 2 16,1-1 2-16,1-1 0 15,-1 1 0-15,2-1-2 16,0 0-1-16,2-1 0 15,-2 2-1-15,0-2-1 16,0 0 0-16,0 0 0 0,-3 0 0 16,-1 0 2-16,-1 0 1 15,1 1 0-15,-4-1 1 16,0 0 2-16,0 0 3 16,0 3-2-16,0 1-4 15,0 2 0-15,-4 2 3 0,-2 3 2 16,-2 3-5-16,-1 0-2 15,-3 1-1-15,1 4-1 16,-2-2 1-16,2 3-1 16,1 0 0-16,0 0-2 15,0 1-47-15,2-7-99 16</inkml:trace>
  <inkml:trace contextRef="#ctx0" brushRef="#br0" timeOffset="183441.66">21334 15754 16 0,'-1'0'38'0,"0"0"-33"0,1 0 2 0,0 0-2 16,-1 0-1-16,0 0 5 15,0 0 1-15,0 0 6 16,0 0 1-16,-1 0 0 16,2 0-9-16,-3 0-3 0,3 0-5 15,0-2-4-15,0 0 2 16,0-1-2-16,0-1 1 16,0 1 0-16,5-1 2 15,1-1 0-15,3-1 0 16,2-3 2-16,1-1-1 0,4 0 1 15,2-3-1-15,0-1-1 16,2-1 0-16,1-1 0 16,1 0 0-16,-3 1-2 15,2-4 3-15,0 3 7 16,0-2 11-16,-1 0-2 16,3-2-4-16,-2 1-3 0,2 1-6 15,0-2-1-15,1 2-1 16,-6 2-1-16,4 2 1 15,-6 2-1-15,0 1 1 16,-4 5-1-16,-3 1 0 0,-2 3 0 16,-3 0 1-16,-1 2-1 15,-1 0 0-15,-2 0-6 16,0 0-24-16,-6 2 0 16,-4 2-51-16</inkml:trace>
  <inkml:trace contextRef="#ctx0" brushRef="#br0" timeOffset="183746.8">21663 15355 124 0,'0'0'3'0,"0"0"0"0,0 0 1 0,0 0-3 0,48 29-1 15,-34-14-13-15,-1 1-33 16</inkml:trace>
  <inkml:trace contextRef="#ctx0" brushRef="#br0" timeOffset="186011.28">23285 15341 75 0,'-1'-1'6'0,"0"-1"4"0,1-2-2 0,0 4-7 16,0-1-1-16,0-1-1 15,0 2-6-15,0 0-1 16,0 0 6-16,0 0 1 16,0 0 1-16,0 0 2 15,0 0 4-15,0 0 11 0,0 0 2 16,0 0 1-16,0 0-5 16,0-1-7-16,0 1-1 15,0 0-3-15,0 0-3 16,0 0 1-16,0 0-1 15,0 3 1-15,1 3 0 0,0 3-1 16,1 4 0-16,2 1 1 16,0 2-1-16,0 2-1 15,2-1 0-15,-1 2 1 16,0-1-1-16,1-1 0 16,1-2 0-16,-1 0 0 0,-3-2 0 15,1-2-1-15,-2-2-4 16,0-1-7-16,0-2 2 15,-2 0 0-15,0-3-10 16,0-3-5-16,0 0-14 16</inkml:trace>
  <inkml:trace contextRef="#ctx0" brushRef="#br0" timeOffset="186416.07">23289 15295 128 0,'0'0'8'0,"0"0"14"0,0 0-9 15,0 0-1-15,0 0 3 16,0 0 0-16,0 0-2 15,45-33-3-15,-38 31-4 16,4 2-4-16,-1 0 1 0,-1 0-2 16,-1 6-2-16,1 1-3 15,-6 4-3-15,0-1 2 16,-2 3 1-16,-1-2 2 16,0 1 1-16,0-2 1 15,-5 0 3-15,-7 1-2 16,0-2 0-16,-4-1-1 0,0-2-1 15,-3 1 4-15,4-3-3 16,1 0 1-16,6-2 2 16,0-1-2-16,4-1-2 15,4 0-18-15,0 0-97 16</inkml:trace>
  <inkml:trace contextRef="#ctx0" brushRef="#br0" timeOffset="186857.19">23453 15266 110 0,'0'0'11'0,"0"0"1"0,0 0-1 15,0 0 3-15,0 0 1 16,46-3-6-16,-37 3-4 16,1 0-3-16,-1 6 0 15,-1 1-1-15,-1 1 0 0,-3 1 2 16,-1 0-4-16,-2 2-3 16,-1-3-1-16,0-1-3 15,0-1 10-15,-1 0 0 16,-3-3-1-16,-2-2 1 15,0 0 0-15,2-1 1 0,-2 0-1 16,2 0 1-16,1 0-3 16,1 0 1-16,1-1 2 15,1-3 3-15,0-2 3 16,0-1 5-16,1-2-1 16,5-1-1-16,5-3-4 0,1 1-5 15,1-2-2-15,3 0-2 16,2 0-26-16,-2-1-89 15</inkml:trace>
  <inkml:trace contextRef="#ctx0" brushRef="#br0" timeOffset="187223.13">23693 15265 86 0,'0'0'1'0,"0"0"-1"0,0 0 0 16,0 0-1-16,0 0 2 16,0 0 8-16,0 0 12 15,0 0 2-15,0 0-5 16,39-15-8-16,-36 6 4 16,1 0-6-16,-2-1-2 0,-1 1-1 15,-1 2-1-15,0 1 2 16,0 1 6-16,-1 3 0 15,-3 0-6-15,-1 2 2 16,-4 0-1-16,1 0-1 0,-1 8-3 16,0 2-2-16,-1 6 0 15,2-2-1-15,5 1-1 16,-2 0 1-16,5-3-2 16,0 0-4-16,5-4-13 15,6-5-21-15,3-3-31 16</inkml:trace>
  <inkml:trace contextRef="#ctx0" brushRef="#br0" timeOffset="187838.92">23882 15213 204 0,'0'0'1'0,"0"0"4"15,0 0-6-15,0 0 1 16,0 0-1-16,0 0 2 15,-38 10-1-15,30 0 0 16,2 0 1-16,-1 3-1 16,3-3 0-16,1 1-1 0,3-2 0 15,0-4-4-15,1-1-5 16,7-2 6-16,2-2-1 16,-1 0-12-16,2-1 0 15,-3-8 9-15,0-1 8 0,-3-2 8 16,3-3 13-16,-4 1 4 15,0-3-7-15,1 0-3 16,-2-1-6-16,1-1-5 16,-2 2 1-16,3-2-4 15,-5 1 0-15,2 1 0 0,-2 4 0 16,0 2 1 0,0 2 1-16,0 4 3 0,0 1-4 15,0 3-2-15,0 1 0 16,0 0 0-16,0 0-11 15,0 6 0-15,0 3 5 16,0 2 10-16,0 3-3 0,0 3 0 16,0 0 1-16,0-2-1 15,0 0 1-15,0 1-2 16,0-1 0-16,5-5-2 16,3 0 1-16,-2-3 1 15,1-1-1-15,3-2 3 0,-1-1 0 16,4-3 2-16,1 0-1 15,-1 0 2-15,3-6 3 16,-1-2-4-16,1-2 1 16,-3 0-3-16,-1 0 0 15,-2 3 0-15,-1-2-2 0,-4 5 1 16,-2 1-1-16,0 3 0 16,-2 0-1-16,-1 0-12 15,0 5-25-15,-8-1-87 16</inkml:trace>
  <inkml:trace contextRef="#ctx0" brushRef="#br0" timeOffset="189169.95">22221 15108 77 0,'3'0'22'0,"2"0"-12"0,1-1-9 0,0-5-1 15,1 1-2-15,-2-2-7 16,-1 1 5-16,-2 0 5 16,-2-1 10-16,0 1 29 0,0 1 0 15,0 0-2-15,-3 2-21 16,-2 0-11-16,-1 2-3 15,-3 1-4-15,0 0 5 16,-3 4-2-16,0 5-2 16,-1 2 3-16,-1 5-3 0,3 1 0 15,-2 2 0-15,2 0 0 16,2 1-1-16,4 1 0 16,3-3 1-16,2-3-2 15,0-3-1-15,0-4-4 16,5-2 0-16,4-5-3 15,3-1 7-15,0 0 4 0,1-6-2 16,1-6 3-16,-2-4 0 16,1 0 0-16,0-3-2 15,-3-1 0-15,0 0-2 16,-7 2 4-16,0 3-2 16,-2 3 0-16,-1 3 3 15,0 2 3-15,0 2 1 0,0 3-4 16,0 2-2-16,0 0-9 15,0 4-1-15,1 7 9 16,4-1-3-16,0 0 3 0,3 1-10 16,0 0-9-16,2-3-5 15,1-3-24-15,4-4-5 16</inkml:trace>
  <inkml:trace contextRef="#ctx0" brushRef="#br0" timeOffset="189458.3">22485 14946 81 0,'0'0'-3'0,"0"0"7"0,0 0 4 0,0 0-4 15,0 0-2-15,-39 29 3 16,34-15 3-16,2 3 0 15,1-3 0-15,2 3-3 16,0-6-2-16,2-1-2 0,5-2 2 16,3-4-1-16,4-3 1 15,2-1 6-15,1 0-7 16,3-3 3-16,2-6-2 16,2-3-2-16,0-1-26 0,-6-5-48 15</inkml:trace>
  <inkml:trace contextRef="#ctx0" brushRef="#br0" timeOffset="189653.76">22653 14804 155 0,'0'0'0'0,"0"0"32"16,0 0-5-16,0 0-14 16,0 0-13-16,0 0-3 15,0 0 7-15,0 0-4 16,-26 33 3-16,26-9-2 15,0 2-1-15,5 1 0 0,1 1-1 16,1-1-1-16,1-3-23 16,-4-4-43-16,-2-3-59 15</inkml:trace>
  <inkml:trace contextRef="#ctx0" brushRef="#br0" timeOffset="190165.5">22523 14959 144 0,'0'0'15'0,"0"0"-19"16,48-27 2-16,-24 16-23 16,3 1-9-16,1 0-14 15,-2 1 6-15,0 1 38 0,-4-1 4 16,-1 2 24-16,-6 0 3 15,-3 3-12-15,-4 1 1 16,-3-1-6-16,-5 4-5 16,0 0 13-16,0 0 11 15,-1 5-13-15,-7 4-14 16,2 2-2-16,0 2 3 0,0 1-2 16,3-3-1-16,3 0 2 15,0-3 0-15,0-1-2 16,0-1-3-16,2-3 1 15,5-3 2-15,2 0 6 16,2 0-2-16,-2-9-2 0,3-1 3 16,-3-1-4-16,1-2 0 15,-3 3 0-15,0 1 7 16,-4 0 21-16,-1 3-2 16,0 3-14-16,-1 1-7 15,1 2-5-15,1 0-3 16,2 0 2-16,-1 0-1 0,3 2 1 15,1 1 2-15,2 3-2 16,2-2 0-16,3-2-6 16,3-1-11-16,1-1-32 15,1 0-31-15,3 0-5 16</inkml:trace>
  <inkml:trace contextRef="#ctx0" brushRef="#br0" timeOffset="190351.41">23087 14824 76 0,'0'0'20'0,"0"0"29"0,0 0-3 15,0 0-19-15,0 0-19 0,0 0-9 16,0 0 7-16,-50-28-1 16,37 32-7-16,1 5 4 15,4-2-3-15,-1 3 0 16,5-2-2-16,3 1-5 16,1-2-3-16,0-2-9 15,0 0-10-15,3-2-10 0,7-2-9 16,-3-1-20-16</inkml:trace>
  <inkml:trace contextRef="#ctx0" brushRef="#br0" timeOffset="190670.51">23045 14860 38 0,'0'0'48'16,"0"0"-7"-16,0 0 6 0,0 0-18 15,42-14-13-15,-33 12-10 16,0 1-3-16,1-1-2 16,-2 1-1-16,0-1 2 15,-2-2-2-15,1 0 0 16,-2-3 1-16,1 0 1 15,-4-3 1-15,0-2 10 0,-1-5 3 16,-1 0-8-16,0-4-4 16,0-3-3-16,0-3 1 15,-2-3-2-15,-1 0 0 16,-2 0 0-16,0 1 1 16,2 3-2-16,0 6 3 0,-1 4-2 15,2 5 1-15,1 8-1 16,0 3-1-16,1 5-11 15,0 15 7-15,0 5 3 16,0 5 7-16,5 5 1 16,5-1-6-16,2 0-1 0,2-2-8 15,1-7-30-15,1-4-50 16</inkml:trace>
  <inkml:trace contextRef="#ctx0" brushRef="#br0" timeOffset="191013.02">23437 14557 180 0,'0'0'7'0,"0"0"5"0,0 0-7 0,39-4-1 0,-25 15-2 16,0 2 0-16,0 1 0 15,1 2 0-15,1-3-1 16,-3-2 0-16,2-3-1 16,1-2 0-16,-4-3 0 0,1-3 4 15,-3 0-1-15,1-8 4 16,-5-4 5-16,0-5 5 16,-5-4-6-16,1-3-3 15,-2-2-4-15,0 1-3 16,1 0 0-16,0 4-2 0,1 4-2 15,2 7-8-15,0 4-19 16,2 4-45-16,0 2-12 16</inkml:trace>
  <inkml:trace contextRef="#ctx0" brushRef="#br0" timeOffset="191912.45">23769 14483 75 0,'0'0'103'0,"0"0"-71"15,0 0-11-15,0 0-17 16,0 0-2-16,0 0-3 0,0 0 9 16,0 0-5-1,-35 12-2-15,24-1-2 0,7-1 1 16,3 3-2-16,1-3 0 16,0-2-5-16,2-2-4 15,6-2-3-15,1 0-6 0,-1-4 3 16,1 0 11-16,1 0 4 15,-2-4 2-15,1-1 4 16,1-1 10-16,-3 0 10 16,2 3 0-16,0 0-7 15,0 2-7-15,0 1-5 16,1-1-3-16,1 1-1 16,-4-1 0-16,1 0-1 0,-3-2 1 15,2-1 0-15,-3-3-1 16,1-2 1-16,1-5 2 15,-3-4-1-15,-1-2 0 16,-1-6 1-16,-1-3-2 0,0-3-1 16,-5-2-5-16,-4 0-6 15,0 0 10-15,0 2 3 16,0 4-1-16,4 8 0 16,0 5 0-16,3 8 0 15,0 5-4-15,2 2-1 0,0 7-10 16,0 10 7-16,0 3 6 15,0 6 4-15,7 1 1 16,-2 3-3-16,1-1-1 16,3-3-1-16,1-2 0 15,2-5 0-15,2-2 1 0,-1-3-2 16,3-5 0-16,2-4 0 16,4-1 4-16,-4-4 3 15,6 0-1-15,-5-4 5 16,2-6-1-16,-4-1 2 15,2-5-4-15,-4-1-1 0,-3 0-2 16,0-1-1-16,-4 1 0 16,-5 0 0-16,-1 3 1 15,-2 2 0-15,0 5-1 16,0 1-1-16,0 5-1 16,0 1-1-16,-2 2-8 0,-1 10 12 15,-2 5-5-15,2 1 4 16,0 1 0-16,3 1-3 15,0-2 1-15,3-4-3 16,8-1-2-16,4-3 2 16,5-4 0-16,2-3 3 15,4-2 2-15,3-1-1 0,0 0 1 16,-2-7-1-16,-5-1 0 16,-1-4-1-16,-5 0 2 15,-5 0-1-15,-4 2 2 16,-2 0-2-16,-3 3 0 15,-1 3 0-15,0 4 0 0,-1 0-9 16,0 10-37-16,-4 8-2 16,-3 5-1-16,-3 5-7 15,-4 8-20-15</inkml:trace>
  <inkml:trace contextRef="#ctx0" brushRef="#br0" timeOffset="192356.65">23982 15089 171 0,'2'2'33'0,"-1"1"-31"0,-1 3 0 0,2 1-1 16,-1 2-2-16,0 3 4 15,-1 2 2-15,1 1-2 16,2 0-1-16,-1-1 0 16,-1-1-2-16,3-3 0 0,5 0-1 15,-5-3-5-15,3-4-21 16,-1-3-30-16,2 0-47 15</inkml:trace>
  <inkml:trace contextRef="#ctx0" brushRef="#br0" timeOffset="192521.99">24037 14972 212 0,'0'0'0'0,"0"0"15"0,0 0-16 16,0 0-13-16,0 0-45 16,0 0-25-16</inkml:trace>
  <inkml:trace contextRef="#ctx0" brushRef="#br0" timeOffset="192820.22">24177 15098 229 0,'0'0'-8'0,"0"0"8"16,0 0-4-16,0 0-9 16,0 0 4-16,0 0-13 15,0 0 28-15,0 0-1 16,-37 3-1-16,26 9 0 15,2 2 2-15,5-1-4 0,2 1-2 16,2-3 0-16,2 3-4 16,7-5 3-16,4-1 1 15,2-2 3-15,4-2-2 16,0-4 1-16,2 0-3 16,2-1-45-16,0-11-89 0</inkml:trace>
  <inkml:trace contextRef="#ctx0" brushRef="#br0" timeOffset="193012.76">24393 14927 120 0,'0'0'0'0,"0"0"0"15,0 0 1-15,-15 48 0 0,12-30 1 16,2 2 1-16,1 1 0 15,0-1-1-15,0-3-1 16,0 0-1-16,0-5-23 16</inkml:trace>
  <inkml:trace contextRef="#ctx0" brushRef="#br0" timeOffset="193375.14">24285 15125 218 0,'0'0'3'0,"0"0"-2"16,0 0 1-16,0 0-1 16,0 0 0-16,52-21 0 15,-34 13 0-15,2 0-1 16,0 1-3-16,1-3 4 16,0 1-10-16,-2-1 13 0,2 1-1 15,-4 0-3-15,1-2 3 16,-6 4 1-16,-1 3 0 15,-5 1-3-15,-4 1 1 16,-2 2 5-16,-2 0-2 16,-7 0 3-16,-2 3-7 15,-3 6-1-15,1 2 0 0,2 1 0 16,2 0 0-16,3 0 0 16,2-1-1-16,4-1-6 15,0-3-10-15,6-1-18 16,5-2 8-16,2-4 1 15,4 0-12-15,2 0-4 16,-1 0-18-16</inkml:trace>
  <inkml:trace contextRef="#ctx0" brushRef="#br0" timeOffset="193623.93">24620 15066 48 0,'0'0'39'0,"0"0"-9"16,0 0-9-16,38-32-9 16,-36 30-8-16,-2 2 1 0,0 0-2 15,-5 4-8-15,-5 5-5 16,1 0 9-16,1 1-1 15,1-3 2-15,3 1 1 16,3-6 0-16,1 0-2 0,0-2-6 16,6 0 5-16,5-7 15 15,1-6 5-15,0-2 1 16,1-2 7-16,-1-5 6 16,-4 1-6-16,-2-1-7 15,-3-1-3-15,-3-1-8 16,0 3-6-16,0 4-5 15,-12 4-19-15,-7 9-39 0,-7 4-17 16</inkml:trace>
  <inkml:trace contextRef="#ctx0" brushRef="#br0" timeOffset="193952.52">23933 15588 297 0,'0'0'-8'0,"0"0"11"0,0 0 2 0,0 0-5 0,0 0-2 16,0 0 1-16,0 0-1 15,36-4 2-15,-24 15 0 0,-3 4 2 16,3 0-3-16,0-2-28 16,-3 1-51-16,-3-5-51 15</inkml:trace>
  <inkml:trace contextRef="#ctx0" brushRef="#br0" timeOffset="194150.53">24103 15561 150 0,'0'0'151'0,"0"0"-134"15,0 0 6-15,0 0-16 0,0 0-9 16,0 0-2-16,0 0 2 15,0 0 2-15,-26 50-1 16,26-29-13-16,0 2-21 16,0-4-44-16,0-5-65 15</inkml:trace>
  <inkml:trace contextRef="#ctx0" brushRef="#br0" timeOffset="195105.83">24271 15637 87 0,'0'0'210'16,"0"0"-203"-16,0 0 7 16,0 0-7-16,-15-36-8 15,5 33 1-15,-1 0 1 16,1 3 0-16,-1 0 3 16,0 9-3-16,1-1-6 15,2 3 0-15,0 0-9 0,5 0-12 16,1-1-8-16,2 0-14 15,0-3-13-15,2-4 5 16,3-2 2-16,5-1 29 16,-4 0 35-16,3 0 41 15,-3 0-2-15,1 0-1 0,0 0-11 16,0 0-22-16,3 0-5 16,-3 0-6-16,4 0-3 15,0 0 0-15,-3 0 1 16,3 0-2-16,-3 0 1 0,1-1 1 15,-1-6 0-15,2-3-1 16,-3-3 1-16,1 0-1 16,0-4 1-16,-1-1-1 15,-1-2-2-15,-2-1-4 16,-4-3-3-16,0-1 3 16,0-2 4-16,-3-1 2 0,-2 1 9 15,0 1 3-15,1 2-5 16,1 3 2-16,-1 5-6 15,2 6 2-15,1 5 0 16,-1 2-2-16,2 3-6 16,0 1-10-16,0 11-6 0,0 3 17 15,0 7 4-15,0 3 1 16,0 2-1-16,0 1-1 16,0-2-2-16,2 0 0 15,4-4 0-15,-2-2 0 16,3-3 0-16,1-4-2 0,1-3 2 15,3-3-6-15,0 0-1 16,2-6 3-16,0-1 1 16,1 0 8-16,-2-4-3 15,-1-4 3-15,-3-2 3 16,-2-1 2-16,-2 1 6 0,-4-2 0 16,-1 4 1-16,0-1-4 15,0 4-6-15,0-1-1 16,-3 5-4-16,0-1-2 15,0 2-2-15,-2 0-1 16,2 10 6-16,3 0-1 0,-1 1-4 16,1 2-3-1,0-2-1-15,4-1-6 0,6-1-6 16,1-2-5-16,4-2-4 16,0-3 2-16,3-2 8 15,2 0 15-15,-1-7 2 0,2-5 2 16,-4-2 2-16,0-3 4 15,-5 0-2 1,-3 2 3-16,-6 0 7 0,-3 3 11 16,0 3-4-16,0 2-8 15,-7 4-7-15,-2 2-4 16,2 1-4-16,0 3 3 0,-1 6 2 16,2 6-5-16,6-1-1 15,0 4-7-15,0-2-15 16,7-2-20-16,3-3-88 15</inkml:trace>
  <inkml:trace contextRef="#ctx0" brushRef="#br0" timeOffset="197558.96">21392 16706 83 0,'0'2'19'0,"0"-2"-1"0,0 0-11 16,0 0-7-16,0 0 0 16,2 0-1-16,-2 0 2 0,1 0-6 15,-1 0-3-15,1 1-9 16,0-1-1-16,-1 0-15 16</inkml:trace>
  <inkml:trace contextRef="#ctx0" brushRef="#br0" timeOffset="198812.05">21476 16641 29 0,'0'0'66'0,"0"0"-42"0,0 0-19 16,0 0-3-16,0 0-2 0,0 0-2 15,0 0-1-15,0 0 1 16,0 0 7-16,0 0 1 15,2 11-1-15,-2-4-3 16,1 3 0-16,1 0-1 16,0 2-1-16,3-1 1 15,-2 3-1-15,1-3 0 0,1-1 1 16,1 2 1-16,1-5 0 16,0-1 5-16,-1-1 0 15,1-3 4-15,4-1-3 16,-3-1-1-16,2 0-3 15,1 0-2-15,-2 0-1 0,-1 0 1 16,1-4-2-16,-2-1 1 16,0 0-1-16,-2 0 0 15,-1-1 2-15,2-2-1 16,-4 0 2-16,4-1-1 16,0-1-1-16,-3-1 0 0,2-2-1 15,1 2 0-15,1 2 0 16,-1 0 0-16,-3 4 2 15,-1-1-2-15,0 4 0 16,-2 1 1-16,1 1 1 16,-1 0 2-16,0-1-2 0,0 1-1 15,0 0-2-15,0-1 0 16,0 1 1-16,0 0 0 16,0-1-1-16,0 1 1 15,0 0-2-15,0 0-3 16,0 0-5-16,0 1 8 0,1 4 1 15,1 4 2-15,0 1 1 16,0 1 0-16,0 5-1 16,0 2-1-16,1 1 0 15,2 1 0-15,-3 1 0 16,0 0 3-16,0-1-2 16,0 0 0-16,-1 0-1 0,1-2 2 15,-2 0-2-15,0-3-2 16,0-2 1-16,0-3 0 15,0-2 0-15,-6-1 9 16,1-4-3-16,-2-1 1 0,0 0 1 16,-1-2 3-16,3 0 0 15,-4 0-3-15,4 0 1 16,-3-2-1-16,3-2 3 16,-1-1-2-16,2-1 0 15,0 0-2-15,-1 1-1 16,2-1-4-16,1 1 6 0,0-1-3 15,1 3-3-15,1-1 0 16,-2 1-1-16,2 1-5 16,0-1-3-16,0 1-4 15,0-1-7-15,0 0-15 16,0 1-21-16,2-1-45 16</inkml:trace>
  <inkml:trace contextRef="#ctx0" brushRef="#br0" timeOffset="203242.87">22214 15879 92 0,'0'0'3'0,"0"0"4"0,0 0 5 0,0 0-11 16,0 0-1-16,0 0-5 15,0 0-2-15,0 0 3 16,0 0 4-16,0 0 0 0,0 0 7 16,0 0 1-16,0 0 6 15,7-7 7-15,-7 4-2 16,0 2-7-16,0-3-7 15,0 0-4-15,3-1-3 16,1-1 4-16,0-2-1 0,-1-2 0 16,-1 2 0-16,0 0 0 15,0 0 7-15,0-1-4 16,0 2 0-16,1-1 0 16,-3 1-4-16,2 0 0 15,1-1 0-15,1 1 0 16,0 0-1-16,0 2 1 0,1-1 0 15,1 0 0-15,4 2-1 16,0 0-1-16,2 1 2 16,2 0 0-16,-1 2-2 15,-1 1-7-15,-2 0 3 0,-5 0 2 16,1 1 3-16,0 5 1 16,-2 1 1-16,2 1 0 15,-1 2 1-15,5 2-2 16,2 1 0-16,1 1 0 15,1 0-10-15,1-3-68 0</inkml:trace>
  <inkml:trace contextRef="#ctx0" brushRef="#br0" timeOffset="206709.99">16240 15058 56 0,'-9'0'10'0,"0"-4"8"0,-1-3-11 0,4-1-6 0,-4 2-1 16,1 0-3-16,-1 2-2 16,-3 0 3-16,2 1 2 15,-3 2 2-15,1-1 4 16,-1 2 5-16,3 0-1 0,1 0-4 15,0 2-4-15,1 3-2 16,1 4 0-16,-2-2-2 16,-1 1 0-16,0-1-1 15,-2 2 3-15,0-1 0 16,-1 0 0-16,0-1 1 16,-1-1 0-16,2 2 2 0,0-1 0 15,1 0 0-15,3 0-2 16,0 3-1-16,-2 2 0 15,2 0 0-15,1 4 0 16,-2-2-1-16,3 3 1 16,-3 0-1-16,5 0 2 0,-4-1-1 15,4-2 0-15,1 0 1 16,2-1-1-16,0-1 0 16,2 0 0-16,0-1 1 15,0 1-1-15,0 1 0 0,0 1 0 16,0 0 0-1,0 2 0-15,2-1 0 0,-1 2 1 16,0 0-2-16,-1-1 2 16,1-2-1-16,0 0 0 15,1-1 0-15,0-1 0 16,0-4 0-16,-1 4 0 16,1-1 0-16,1 0 0 0,1-1 0 15,-4 0 1-15,4 0-2 16,-1-1 1-16,3-1 0 15,-2 1-1-15,1-3 1 16,4 3 4-16,-3-2 0 16,1-1-2-16,0 0-2 0,2 1 0 15,0-1-1-15,-2-1 0 16,3-1 1-16,4 2-3 16,-3-3 1-16,3 0 2 0,1 0 1 15,-1 0-1-15,-1-1 1 16,1 1-1-1,-3 2 2-15,2-1-2 0,-1-1 1 16,0 1-1-16,-1-3-1 16,3 1-1-16,-1-1 1 15,1-1 2-15,0 0-2 0,0 0 4 16,0 0-3-16,0 0-2 16,0 0 5-16,0 0-2 15,1 0-1-15,-2 0 1 16,3 0-1-16,-1 0 0 15,1 0 0-15,2 0 0 0,-3 0 1 16,2 0-1-16,-2 0 0 16,3-1 0-16,-1-1 0 15,-2 0 0-15,0-1 0 16,3 1 0-16,-1-3 0 16,1 0 0-16,1 0-1 15,0 0 0-15,-1 2 2 0,0-1-1 16,2 1 0-16,-5 0 0 15,2 2 1-15,-1 0-1 16,0-1 0-16,3 1 0 16,-2-1 0-16,2-2 0 15,0 1 0-15,0 0 1 0,1-1-2 16,-2 1 2-16,1 2-1 16,0-2 0-16,0 2 0 15,2 0 0-15,-3 1 0 16,3 0-1-16,1 0 0 15,2 0 0-15,-4 0-3 0,4 0 3 16,1 0 1-16,2 0 0 16,0-2-1-16,-1 0 1 15,3-1 0-15,1-1 1 16,-1 1-1-16,1-1 0 16,-1 1 0-16,0 0 0 0,-1 2 0 15,0-2 0-15,2 2 0 16,-3-1 0-16,2 1 1 15,2-2 1-15,-3 2-2 16,1-1 1-16,0-1-1 16,-3-1 0-16,1 3 0 0,0-1 1 15,0-2-1-15,1 3 0 16,0-1 0-16,0 1 0 16,0-1 0-16,1 1 0 15,-1 1-1-15,-1 0 1 16,2 0 0-16,-2 0 0 15,0 0 0-15,-1 0 0 0,0-1 1 16,0 1-1-16,0-1 1 16,1-1-1-16,2 1 0 15,0-1 0-15,1 0 0 16,-1 0 0-16,1 2 0 16,0-2 0-16,-3 1 0 0,0-1 0 15,-3 2 0-15,-1-2 1 16,3 0 1-16,-1 2-1 15,0-3-1-15,1 3 1 16,4-3-2-16,-3 2 2 16,1-2-1-16,3 3 0 0,-2-3 0 15,1 0 0-15,0 1 0 16,-1 0 1-16,1-1 2 16,-1 0-1-16,0-1-1 15,-2 1 1-15,4-1-2 16,-1 0 0-16,3 1 1 0,-2 0-1 15,1 0 1-15,1 0 0 16,-2-1 0-16,-3 1 3 16,1-1 0-16,0 0 0 15,-2 1-4-15,0 0 1 16,1 0-1-16,0-1 0 0,3 1 0 16,0-1 1-16,1-2-2 15,0-1 2-15,2-1-1 16,-2-1 0-16,-2 1 1 15,0-1-1-15,1-1 0 16,-4 2 0-16,-2-2 0 0,5-2-1 16,-3 2 1-16,2-4 0 15,0 0 0-15,0 1 1 16,-2-2-1-16,1-1 0 16,-2 0 0-16,-4-2-1 0,2-1 1 15,-1 1-1-15,-6-3-3 16,0 1-4-16,-3 1 6 15,-2-2 2-15,-3 1 0 16,-6-1 1-16,1-2 5 16,-1-1 2-16,-1 0 8 0,-2-2-8 15,0 2-1-15,0-3-3 16,0 6-2-16,-4-2-1 16,-1 3 0-16,-3 2 1 15,0 1-1-15,-6 1 0 16,2 2 0-16,-3 0 0 15,0 2 1-15,-5 2 3 16,3-1-2-16,0 1-1 0,-2 3-2 16,-1 0 1-16,1 0-1 15,0 0 0-15,-2 0 0 16,-1 1-1-16,2-1 1 16,-5 1 0-16,-1 2 0 0,0-2 0 15,-1 3-1-15,1 1 1 16,-1-1 0-16,-1 0 0 15,-1 0 0-15,-2 1 0 16,1-2 0-16,-5 4 1 16,0 0-1-16,0 0-3 15,1 0-7-15,-3 0-5 16,1 6 6-16,0-3 1 0,-5 1 0 16,1-1 4-16,0-2 3 15,-3-1 3-15,3 0 0 16,-2 0-1-16,2 0 2 15,2 0 0-15,-2 0 2 0,1 0-1 16,-3 2-2-16,2-1-1 16,-2 3 0-16,-1-1 0 15,3 2 1-15,4-1 1 16,0 1-1-16,5 1-2 0,0 0-2 16,-2 2 1-16,5-1-18 15,0-4-57-15</inkml:trace>
  <inkml:trace contextRef="#ctx0" brushRef="#br0" timeOffset="208530.25">22672 16267 78 0,'0'0'35'0,"0"0"-16"0,0 0-9 0,0 0-6 0,0 0-2 15,2 0 1-15,-2-4 7 16,0 2 3-16,0 0-2 16,1 2-4-16,3-2-4 15,-1 2-5-15,3 0 2 16,-1 0 0-16,3 0 0 0,-3 0-1 16,4 2 0-16,-4 1 1 15,3 2-1-15,-1 1 1 16,1 1 1-16,-2 0-2 15,0 2 1-15,-4 1-2 0,-1 2 2 16,-1 0 3-16,0 1-2 16,0 1-1-16,0 4 1 15,0-1 1-15,0 3-1 16,-1 4-2-16,-1 0 1 16,-3 2 1-16,2 1-1 15,1 0 0-15,-1 0 0 16,3-2 0-16,-3 1 0 0,3-1 0 15,0 1 0-15,0-2 0 16,3 2 0-16,1-2 0 16,5-1 0-16,-2-2 0 15,5-3-1-15,-1-3 1 0,2-4 0 16,0-1-2-16,1-3 2 16,-1-4 2-16,-3 0-2 15,-1-2 1-15,-1-1-1 16,-5 2 0-16,0-2-1 15,-3 2 1-15,0 1-3 0,0 3 4 16,-1 1 1 0,-4 5-2-16,-7 3 0 0,0 6 1 15,0 3-1-15,-1 2 0 16,2 0 2-16,1 1-2 16,3-2 0-16,4 3 1 15,0-2-1-15,3 2 0 0,0 1 1 16,-2 2-2-16,2 2 1 15,-1 0 1-15,1 1-2 16,0 1 2-16,0 1-1 16,0-1 1-16,0 3-1 15,0 0 1-15,0 4-1 0,0 3 0 16,0 2 1-16,0 3-1 16,0-1 0-16,-3-1-1 15,-1-3 1-15,0-2 0 16,0-4-1-16,2-4 0 15,1-3-3-15,0-1-6 0,1-3-2 16,0-2 3-16,-1-1 5 16,0-1 3-16,0-2 1 15,-1 1 2-15,-2-4 3 16,0-1 2-16,-1-1-4 0,-2 0-2 16,0 0 0-16,-3 0-1 15,-2-1-1-15,-1-3-36 16,-1-2 36-16,-1-4 5 15,-3-1 17-15,4-5-1 16,1-1-7-16,-3 0-12 16,3-5-2-16,-4-10-20 0,2-6-108 15</inkml:trace>
  <inkml:trace contextRef="#ctx0" brushRef="#br0" timeOffset="210062.01">21126 16607 135 0,'1'4'1'0,"2"0"-1"16,-3 5 0-16,2 5 0 0,1 3 1 16,3 4-1-16,-1 8 0 15,0 3 0-15,1 8 0 16,-1 7 0-16,-1 7 0 16,-2 4 0-16,1 2 0 15,-1 2 1-15,-2 2-1 16,0-1 1-16,2-2 2 0,2-1 5 15,3 2 1-15,2-2-1 16,3-1-1-16,1 2-2 16,1-1 0-16,-1-2-1 15,0 2 1-15,-2-2 3 0,-2-1 1 16,-1-2 3-16,2 2-3 16,-5-2-3-16,3-3-1 15,-3-3-4-15,4 1 0 16,-2-6 0-16,1-4 2 0,-3-2-3 15,1-1 1-15,-2-2-1 16,0-4 1-16,-4-2-1 16,0-2 1-16,0-3-1 15,0-4 0-15,0-1 2 16,0-6 2-16,-1-2 1 0,0-4-2 16,1-3-2-16,0-1-1 15,0-3 0-15,0 1 0 16,0-1 0-16,0 0 1 15,0 0 0-15,0 0 0 16,0 0-1-16,0 2 0 16,-1 1 0-16,1 1 1 0,0-1-1 15,0 1 0-15,0-3-1 16,0 1 1-16,1-2-1 16,3 0-2-16,3 0 3 15,0 0 0-15,4 0 1 16,1 0 0-16,2 0 1 0,1 0 0 15,3 0-1-15,4 0 2 16,2 0-1-16,4 0 0 16,4 0 2-16,6 0 1 15,6-5-3-15,7 1 0 0,5-3-1 16,5 0-1-16,4-1 0 16,-1 1-4-16,-3 0-2 15,-4 1 1-15,-6 1 3 16,-7 3 1-16,-8-1 1 15,-5 2 0-15,-6 1-1 16,-4 0 2-16,-5 0 1 0,0 0 1 16,-7 0-2-16,1 0 1 15,0 0-1-15,-3 0 0 16,-1 1-1-16,-2 0 3 16,-1 1-3-16,2-1 1 15,-3-1 0-15,0 1 0 0,0-1 0 16,1 1-1-16,1-1 0 15,1 0 0-15,0 0 0 16,3 0 0-16,-1 0-3 16,3-1 2-16,3-5 1 15,0-1 1-15,2-1-1 16,3-2-7-16,0-4-27 0,-3-2-75 16</inkml:trace>
  <inkml:trace contextRef="#ctx0" brushRef="#br0" timeOffset="-214740.82">23178 16854 92 0,'0'0'7'0,"0"0"-5"0,0 0-2 16,0 0 0-16,0 0-1 16,0 0 2-16,0 0 0 15,0 0 1-15,0 0 3 0,0 0 6 16,0 0 4-16,0 0-6 15,25 1-4-15,-12-1 5 16,3-3 2-16,5-4-6 16,4 0 3-16,0-1 1 15,6-2 2-15,1 1-5 0,3-1-3 16,0 2-2-16,1-2-1 16,-3 1-1-16,1 1 0 15,-5-1 0-15,-1 2 0 16,-2 0 0-16,-3 1 0 0,-2 1-1 15,-4 0-18 1,-6 0-46-16,-3-2-60 0</inkml:trace>
  <inkml:trace contextRef="#ctx0" brushRef="#br0" timeOffset="-214541.47">23668 16655 122 0,'0'0'2'0,"0"0"-1"0,0 0 0 15,0 0 0-15,38-3 0 16,-31 14-2-16,-1 6-1 16,-2 5 1-16,-1 5-9 15,-3 4-27-15</inkml:trace>
  <inkml:trace contextRef="#ctx0" brushRef="#br0" timeOffset="-214228.26">23651 17173 245 0,'0'0'11'15,"0"0"12"-15,0 0-5 16,0 0-13-16,0 0-5 16,0 0-4-16,0 0 1 15,0 0 1-15,11 19 1 0,-7-2 0 16,-1 1-2-16,-1 1-2 15,-2 2-6-15,0-1-8 16,0-2-25-16,-1-3-26 16,-4-4-69-16</inkml:trace>
  <inkml:trace contextRef="#ctx0" brushRef="#br0" timeOffset="-213949.74">23636 17185 231 0,'0'0'0'0,"0"0"5"16,19-50 2-16,-5 35-2 0,0 4-4 16,2 3-1-16,-1 2 0 15,0 5 0-15,-3 1 0 16,0 0-2-16,-2 8 3 16,-4 5-2-16,0 1-1 15,-4 2 2-15,-1 1 0 0,-1 0-1 16,0 1 2-16,-4-2-3 15,-6 0 2-15,-2-2 0 16,0-3-1-16,0 2 1 16,2-6-11-16,-2 0-15 15,3-3-28-15,3-4 6 0,2 0-47 16</inkml:trace>
  <inkml:trace contextRef="#ctx0" brushRef="#br0" timeOffset="-213615.84">23864 17186 57 0,'0'0'57'0,"0"0"-55"16,0 0-1-16,0 0 3 16,0 0 0-16,0 0-3 0,0 0-11 15,0 0-3-15,36-37 13 16,-34 28 6-16,-2-2 9 15,0 4 15-15,0 0 11 16,-5 3-12-16,-1 1-10 0,0 3-7 16,-1 0-10-16,3 0 0 15,0 4-2-15,1 8 0 16,2 0-1-16,1 1 0 16,0 0-2-16,4 0-1 15,3-2 2-15,5-4 2 16,-1-2-3-16,4-4 1 15,2-1-3-15,2 0-19 0,-1-7-44 16,0-7-78-16</inkml:trace>
  <inkml:trace contextRef="#ctx0" brushRef="#br0" timeOffset="-213430.29">24049 17065 235 0,'0'0'10'16,"0"0"-6"-16,0 0-5 15,0 0 1-15,4 40-1 0,2-17 1 16,2 1-2-16,-3 4-3 16,-1 1-3-16,-3 3-5 15,-1 0-19-15,0-4 0 16,0-2 6-16,0-6-12 16,0-8-1-16</inkml:trace>
  <inkml:trace contextRef="#ctx0" brushRef="#br0" timeOffset="-213195.45">24055 17129 215 0,'0'0'2'0,"0"0"-1"16,0 0 2-16,29-41-3 15,-19 36 0-15,2 1 0 16,-2 3 0-16,-2 1-2 15,1 0 2-15,-2 1-1 16,-1 8-1-16,-2 1-2 0,-2 3-15 16,-2 1-4-16,0 1 0 15,-9-3 0-15,-2 1-14 16,-5-3-11-16</inkml:trace>
  <inkml:trace contextRef="#ctx0" brushRef="#br0" timeOffset="-212926.71">24155 16845 210 0,'0'0'25'15,"0"0"-12"-15,0 0-6 16,0 0-5-16,0 0-9 15,0 0-8-15,0 0 12 0,0 0 9 16,4 48-2-16,-3-21 1 16,2 5-4-16,1 2 0 15,3-3 0-15,-3-1-1 16,3-2 0-16,-1-5-21 0,-1-6-63 16,2-7-22-16</inkml:trace>
  <inkml:trace contextRef="#ctx0" brushRef="#br0" timeOffset="-212079.48">24287 17060 6 0,'0'0'260'16,"0"0"-259"-16,0 0-6 16,0 0-1-16,0 0-10 15,8 42-24-15,-8-33-3 16,0-1 21-16,2-2 20 15,-2-2 3-15,2-2 0 0,1-2 3 16,1 0 8-16,2-3 5 16,-2-6-5-16,2-2-5 15,-3 0-5-15,-1-1 1 16,-1 1 3-16,-1 0 5 0,0 2 5 16,-1 2-4-16,-5-2 0 15,3 4-6-15,-2-1 3 16,2 2-9-16,1 1 1 15,2 1-1-15,0 0-1 16,0-1-8-16,7-1 2 0,2-1 3 16,0 2 2-16,1-1 1 15,0 0 1-15,-2 1 0 16,0 3 1-16,1 0-1 16,-4 0-1-16,2 7-1 15,-2 4-1-15,0-1 3 0,2 2 1 16,-4-1 1-16,1-2-1 15,2-1-1-15,-3-2 1 16,4-2-1-16,2-2 1 16,-1-2-1-16,1 0-1 15,3-3 1-15,-4-8 2 16,1-1-2-16,-3-2 4 0,0-3-2 16,-4 1-1-16,2-1 0 15,-4 0 1-15,0 4 1 16,0 3 2-16,0 3 2 15,0 3 3-15,0 0 4 16,0 4-4-16,0 0-9 0,0 1-1 16,0 13-2-16,0 2 0 15,4 5 2-15,1 6 0 16,1 4 3-16,0 2-3 16,2 3 0-16,-2 2 0 15,1 3 1-15,0 1-1 0,0 3 1 16,-2 0-2-16,-1 2 1 15,0-1-4-15,-3-1-7 16,-1-5-13-16,0 1 0 16,0-7-2-16,-7-4 2 0,0-9 11 15,-6-4 12 1,2-5 2-16,-1-9 8 0,1-3 10 16,2 0 1-16,0-13-8 15,4-3-2-15,0-8-8 16,3-6 0-16,1-4 2 15,1-4-3-15,0-3-1 0,6-2-1 16,4-1 1-16,3 0 0 16,2 1-6-16,5-1-3 15,-2 4-28-15,0-1-40 16</inkml:trace>
  <inkml:trace contextRef="#ctx0" brushRef="#br0" timeOffset="-211317.97">24648 16922 153 0,'0'0'34'0,"0"0"-17"0,0 0 5 0,0 0-6 15,0 0-10-15,0 0-6 16,0 0-5-16,0 0 4 16,0 0 1-16,0 0 1 15,0 0-2-15,-9 40 1 16,12-32-1-16,1 2-1 0,1-3-2 15,-1-1-5-15,-1-3-7 16,2-2-4-16,0-1-2 16,-2 0 3-16,-1-4 11 15,0-5 8-15,0-2 5 16,3 1 3-16,-4-1 16 0,0 1-2 16,0 1 0-16,2 0-12 15,-2 4-1-15,2 2 0 16,0 2-6-16,0 1-3 15,2 0-1-15,2 0-1 16,-1 8 0-16,2 2 1 16,-3 4-1-16,1 1 1 0,-1-2-2 15,-1 2-7-15,-1-1-5 16,-1-2-3-16,0-4 7 16,-2-1 2-16,0-2-4 15,1-4-8-15,0-1 1 16,1 0 15-16,1-10 10 0,0-3 6 15,1-2 8-15,0-1 16 16,1-4-6-16,0 4-8 16,0 2-10-16,2 1-7 15,-3 6-3-15,2 2 1 16,1 3-2-16,-1 2 0 0,0 0-2 16,-1 3 0-16,3 5 3 15,-1-1 0-15,0 2 0 16,-1-2-1-16,1-2 2 15,-1-1-2-15,0-1 0 0,-1-3 0 16,1 0-1 0,0 0 2-16,-1-7-1 0,2-3 4 15,-3-5-2-15,-1 3-1 16,-1-2-1-16,-2 1 2 16,0 2-1-16,0 3 7 0,0 1 5 15,0 4-3-15,-2 2-5 16,-2 1-5-16,-2 0-3 15,0 8-1-15,1 5 2 16,-1 5 1-16,1-2 4 16,3 2-5-16,2-1 0 15,0-2-10-15,0-2-11 0,4-5-19 16,5-1-35-16</inkml:trace>
  <inkml:trace contextRef="#ctx0" brushRef="#br0" timeOffset="-210933.66">24977 16902 76 0,'0'0'175'0,"0"0"-146"0,0 0-21 0,0 0-10 16,0 0 0-16,0 0-1 0,0 0 2 15,0 0-1-15,0 0-1 16,9 46-4-16,-6-35 1 15,-2-3-1-15,-1-2-1 16,0-2-1-16,1-1 6 16,-1-3-1-16,2 0 0 15,0 0 4-15,2-7 5 0,-2-3 2 16,2-1-3-16,1 0 4 16,0 0 0-16,2 1-1 15,0 3-4-15,-1 3-2 16,1 3 0-16,0 1-2 15,2 0 2-15,1 0-2 0,-2 4 1 16,2 3-3-16,-3 0-2 16,-2 2-6-16,-1-2-6 15,-4-2-5-15,0-2 2 16,0-1-23-16,0-2 11 0,-1 0-8 16</inkml:trace>
  <inkml:trace contextRef="#ctx0" brushRef="#br0" timeOffset="-210740.86">25072 16828 133 0,'0'0'62'0,"0"0"-20"0,-1-40-17 16,1 32-2-16,0 2-5 15,0 2-12-15,0 4-3 16,0 0-6-16,4 4 0 16,3 9-5-16,-3 4 2 15,1 3 8-15,-1 4-3 0,-1 3 1 16,-1 2-4-16,0 0-4 15,0-3-15-15,-2-1-25 16,0-7-41-16</inkml:trace>
  <inkml:trace contextRef="#ctx0" brushRef="#br0" timeOffset="-210634.4">25135 16949 251 0,'0'0'2'0,"61"-64"-8"15,-16 17-97-15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12:43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12843 12873 135 0,'0'0'6'0,"0"0"21"0,0 0 3 0,0 0-17 0,0 0-9 16,0 0-8-16,0 0-2 15,0 0 1-15,0 37 1 16,2-19 1-16,2 5 2 16,0 0 2-16,2 3 2 15,-2-1 0-15,-2 0 1 0,-2 2-2 16,0-4-5-16,0-2-17 15,-8-5-29-15,-2-7-24 16</inkml:trace>
  <inkml:trace contextRef="#ctx0" brushRef="#br0" timeOffset="340.52">12664 12897 109 0,'0'0'3'0,"0"0"-1"15,0 0 4-15,0 0 14 16,0 0-7-16,41-15-8 16,-26 9-4-16,3-3 0 15,1 2 0-15,6-2-1 0,0-2 1 16,6 1 0-16,-1 0-1 16,5 4 2-16,0 1 0 15,-3 3-15-15,-1 2-69 16</inkml:trace>
  <inkml:trace contextRef="#ctx0" brushRef="#br0" timeOffset="854.06">12957 12991 100 0,'0'0'21'0,"0"0"4"0,0 0-12 16,0 0-5-16,0 0-3 16,46-32 0-16,-30 31-3 15,0 1-6-15,2 3 0 16,-5 8 1-16,3 6 0 0,-3 2 0 16,-3 3 4-16,-2 1-1 15,-6-1 2-15,-1 0-2 16,-1-1 1-16,0-1 3 15,-5-4-2-15,-3-2 0 16,2-4 0-16,-2-8-1 16,5-2 4-16,1-2 12 0,2-15-2 15,0-6-5-15,0-5-3 16,2-3-4-16,7-2 0 16,0 2-2-16,1 1-10 15,3 4-18-15,1 6-10 16,1 2-5-16,1 4-23 0</inkml:trace>
  <inkml:trace contextRef="#ctx0" brushRef="#br0" timeOffset="1516.34">13420 12893 56 0,'0'0'47'0,"0"0"-15"16,0 0-4-16,0 0-3 15,0 0-24-15,0 0 9 16,0 0-9-16,0 0-2 0,0 0 0 16,-46 47-2-16,35-32-1 15,3 2-1-15,1 0 2 16,0 2 0-16,2-2 2 16,3-1-1-16,0-1 0 15,2-3 0-15,0-1 0 16,2-6-1-16,7-2 6 0,-1-3 2 15,3 0 5-15,1-4 0 16,3-7-4-16,0-3 0 16,1-1-3-16,-1-2-1 15,-1-1 0-15,-3 1-1 0,0 2 0 16,-2 1 0-16,-4 6 0 16,-1 0-1-16,0 3 0 15,-2 4-1-15,-2 1-2 16,2 0-11-16,-1 4 0 15,0 4 6-15,3 5 5 16,0 0 1-16,0 0 1 0,-1 1 0 16,5-3 1-16,-3 0 0 15,6-2 0-15,-2-3 1 16,2-2 1-16,3-4 2 16,3 0 6-16,1 0 0 15,0-10-4-15,-1-3 0 0,2-1-2 16,-3-2 0-16,-1-1-1 15,-2-1-1-15,-4 0 0 16,-2 0-1-16,0 3-1 16,-5 3 1-16,-2 1-1 15,0 4-1-15,0 3 1 0,0 2 1 16,0 2-3-16,0 0-2 16,0 9-5-16,0 2 0 15,0 1 3-15,0 1 1 16,0-1 4-16,3 2 2 15,2-1 1-15,3-1 1 0,1 0 1 16,-3-6-5-16,-1-3-58 16</inkml:trace>
  <inkml:trace contextRef="#ctx0" brushRef="#br0" timeOffset="1644.51">13749 12791 190 0,'0'0'12'0,"0"0"-16"0,0 0-50 16,0 0-29-16</inkml:trace>
  <inkml:trace contextRef="#ctx0" brushRef="#br0" timeOffset="2043.25">13820 12934 83 0,'0'0'-1'16,"0"0"1"-16,0 0 0 15,-2 38 4-15,2-28-1 16,2-1 0-16,2 0 0 16,-2-4-2-16,1-1 2 0,-1-2-2 15,-1-2 3-15,0 0 17 16,-1 0 44-16,0-6-50 15,1-6-9-15,2-1-3 16,2-2-2-16,-1 2-2 16,3 0-1-16,0-1 2 0,4 5 0 15,-2 1-2-15,4 1 3 16,1 4-1-16,-1 2-1 16,3 1-3-16,-1 0 2 15,1 4-2-15,-3 3 0 16,-2 2-1-16,-2 2 1 15,-2 1 3-15,-4-1 1 0,-3 2 1 16,0-1 1-16,0 1 1 16,0-2-3-16,0-2-18 15,4-3-29-15,2-5-18 16</inkml:trace>
  <inkml:trace contextRef="#ctx0" brushRef="#br0" timeOffset="2484.19">14213 12934 51 0,'0'0'5'0,"0"0"10"16,0 0-2-16,0 0 2 15,0 0-5-15,15-40 1 16,-15 33-2-16,0 0 1 16,-2 0 3-16,-2 3-3 15,0 1-5-15,1 1 2 0,-4 2-1 16,0 0-1-16,1 9-7 15,-3 5-1-15,-3 0 1 16,2 2 1-16,3 1-1 16,-1-3 1-16,2-3 0 15,4-1 1-15,2-4-2 16,0-1-4-16,2-3 2 16,7-2 0-16,3 0 18 0,1-4-8 15,2-7-4-15,-2 1 1 16,0-1-2-16,-3 2 0 15,-3 0 1-15,0 6 10 16,-1 1-4-16,1 2-11 0,-4 0-9 16,5 11 0-16,-2 2 1 15,0 2 11-15,-2 5 3 16,-3 3 0-16,-1 1-1 16,0 2 1-16,-9 3 4 15,-7 1 0-15,0 3 4 0,-11 3-5 16,-4-3-28-16,-8-3-59 15</inkml:trace>
  <inkml:trace contextRef="#ctx0" brushRef="#br0" timeOffset="2882.29">13415 13792 26 0,'0'0'26'0,"0"0"-4"0,0 0-7 0,0 0-2 15,42 32-5-15,-33-22 2 0,-1-1-6 16,0-2-1-16,0-4 4 16,4-3 9-16,2 0 14 15,8-14 11-15,5-9-13 16,8-10-13-16,12-4-9 15,9-9-2-15,9-11 0 0,1-7-4 16,7-9-76-16</inkml:trace>
  <inkml:trace contextRef="#ctx0" brushRef="#br0" timeOffset="3317.25">15293 12762 99 0,'0'0'12'0,"0"0"6"0,0 0-15 16,0 0-7-16,0 0 5 15,0 0 9-15,0 0 4 16,12 41-10-16,-10-22-3 0,1 1 0 16,1-1 1-16,-1 0 2 15,1-2 3-15,1-3 0 16,-5-3-3-16,0-1-24 16,0-7-30-16</inkml:trace>
  <inkml:trace contextRef="#ctx0" brushRef="#br0" timeOffset="3515.91">15160 12808 183 0,'0'0'-10'0,"0"0"14"15,0 0-1-15,0 0 5 16,45-46-5-16,-20 38 1 15,5-2-3-15,3 1 1 16,3 2-1-16,-1-3-49 0,0-1-103 16</inkml:trace>
  <inkml:trace contextRef="#ctx0" brushRef="#br0" timeOffset="3851.5">15581 12814 142 0,'0'0'57'16,"0"0"-60"-16,0 0-9 16,0 0 11-16,0 0 3 15,0 0-1-15,0 0 3 0,0 0 1 16,20-5-2-16,-14-4 0 16,1-6 0-16,-4 2-1 15,1-3 0-15,0 2 0 16,-4 1-1-16,0 3 0 15,-6 5-5-15,-1 2 7 0,-4 3-3 16,-1 0-1-16,0 11-3 16,0 5-2-16,1 2 4 15,4 2 0-15,1-2-1 16,4 0 1-16,2-3 1 16,0-2 1-16,10-2 2 0,4-5-1 15,4-2-6-15,5-4-53 16,3 0-59-16</inkml:trace>
  <inkml:trace contextRef="#ctx0" brushRef="#br0" timeOffset="4179.6">15878 12664 135 0,'0'0'2'16,"0"0"21"-16,0 0-12 15,0 0-6-15,0 0-5 16,0 0 11-16,0 0-11 0,-43-21-2 15,30 32 2-15,-1 5-1 16,4-1 0-16,5 2-2 16,-1 0 3-16,5-1-4 15,1-1-1-15,1-3-5 16,10-2-1-16,3-3 20 0,0-1-3 16,3 1 0-1,0-2 0-15,-1 1-1 0,-3-2-3 16,-6 1-1-16,-1-1-1 15,-6 2-3-15,0-1-5 16,-7 3 18-16,-7 1 4 16,-5 1-8-16,-5 0 0 0,2 0-4 15,1 0-3-15,1-4-27 16,7-6-40-16</inkml:trace>
  <inkml:trace contextRef="#ctx0" brushRef="#br0" timeOffset="4428.85">16079 12536 145 0,'0'0'18'0,"0"0"-21"15,0 0-16-15,0 0 20 16,0 0 5-16,2 44-3 15,-6-20-3-15,2-1 0 16,2 1 2-16,-2 2 0 0,1-1 2 16,0-2 2-16,-2 2 1 15,-3-6-2-15,-2-3-28 16,-3-5-56-16</inkml:trace>
  <inkml:trace contextRef="#ctx0" brushRef="#br0" timeOffset="4696.01">15923 12751 204 0,'0'0'13'0,"0"0"-5"15,38-33-4-15,-14 19-2 0,3 0-1 16,4 1 1-16,-1-3-2 16,0 5 0-16,-1 1-2 15,-4 3 2-15,-3 6-1 16,-6 1-1-16,-7 0-4 15,-4 9-9-15,-5 8 5 16,0 2 8-16,0-2 2 0,0 3 2 16,-1-2-2-16,1-2 1 15,0-3-1-15,0-5 1 16,1-2 2-16,10-6-28 16,0 0-62-16</inkml:trace>
  <inkml:trace contextRef="#ctx0" brushRef="#br0" timeOffset="4821.64">16292 12568 232 0,'0'0'-1'16,"0"0"-3"-16,0 0-30 16,0 0-70-16</inkml:trace>
  <inkml:trace contextRef="#ctx0" brushRef="#br0" timeOffset="5347.45">16280 12712 187 0,'0'0'4'0,"0"0"11"15,0 0-9-15,0 0-3 16,0 0-1-16,7-40-1 15,-3 33 0-15,1 2 1 16,5-1-2-16,-2 3 0 16,1 2 0-16,0 1-2 0,2 0 0 15,-3 4-2-15,1 6-3 16,-3 3 1-16,0-1 1 16,-4 3 2-16,-2-4 2 15,0 0 2-15,0-2-2 16,0-1 2-16,-2-1 2 15,0-4-2-15,-4-2 2 0,3-1-1 16,2 0 1-16,1 0-1 16,0-6 2-16,0-5-4 15,7-1-7-15,4-1 2 16,2-1-1-16,2 3 6 16,-2 2 0-16,1 1 6 0,-1 2-3 15,1 0-1-15,1 3-2 16,-1 1 1-16,3 0-1 15,-3-1 1-15,-1 1-1 16,-2-1 1-16,1 0-1 16,-4-3 2-16,-3 4 0 0,-2-2 0 15,-2-1 0-15,-1 1 5 16,0 2-5-16,-7 2 0 16,-5 0-2-16,-3 0-12 15,0 11-11-15,-3 1-12 0,1 2-21 16</inkml:trace>
  <inkml:trace contextRef="#ctx0" brushRef="#br0" timeOffset="5747.38">15712 13557 62 0,'0'0'40'0,"0"0"-30"0,0 0-9 0,0 0 9 16,0 0 4-16,0 38-2 16,2-25-1-16,3 0 1 15,0 0-7-15,1 0 3 16,1-5-1-16,0-2 0 0,5-5 6 16,5-1 13-16,10-8 1 15,11-14-7-15,15-10-11 16,17-13-4-16,15-14-1 15,15-15-23-15,7-15-110 16</inkml:trace>
  <inkml:trace contextRef="#ctx0" brushRef="#br0" timeOffset="6648.8">17448 12918 73 0,'0'0'33'0,"0"0"12"0,0 0 2 15,0 0-22-15,0 0-8 16,0 0-6-16,0 0-4 16,0 0-1-16,0 0-5 0,0 0 1 15,4-36 1-15,5 25-4 16,3-3-4-16,5-1-9 16,3-5-5-16,4-2 2 15,5-3 6-15,9-2 8 16,5-3 1-16,9-1-1 0,7 1 1 15,5-3 1 1,5 2 1-16,8 0 0 0,6 4 1 16,2-2 4-16,2 5-1 15,7-1 0-15,3 3 1 16,-1 3 0-16,-1 3 1 16,-3 3-2-16,-2 0-1 0,-5 3 3 15,-6 1-3-15,-4 1-1 16,-10 4 0-16,-7 0 0 15,-12 1-1-15,-8 0 1 16,-13 3 0-16,-5 0-9 0,-14 0-26 16,-6 0-46-16</inkml:trace>
  <inkml:trace contextRef="#ctx0" brushRef="#br0" timeOffset="6812.49">19182 12279 63 0,'0'0'99'0,"43"0"-98"0,-20 3-2 15,2 9 0-15,-5 6-1 0,-3 6-3 16,-2 0-11-16,-4-1-22 16</inkml:trace>
  <inkml:trace contextRef="#ctx0" brushRef="#br0" timeOffset="7173.44">19971 12134 79 0,'0'0'33'16,"0"0"-37"-16,0 0 5 0,21 51 1 15,-9-35 0-15,-4 1 0 16,0-1 0-16,-2-3-2 16,-1-1 2-16,-5-3-4 15,0-4-5-15,0-2-28 16</inkml:trace>
  <inkml:trace contextRef="#ctx0" brushRef="#br0" timeOffset="7439.04">20013 12114 134 0,'0'0'16'15,"0"0"-13"-15,55-21 1 16,-34 18-1-16,3 3-2 16,-3 0-1-16,-1 6 0 15,-3 5 0-15,-3 3 0 16,-3 1-2-16,-6 2 1 0,-2 1 1 15,-3 1-1-15,-1-1 12 16,-12-1-3-16,-6 0-2 16,-7-1-1-16,-3-2 0 15,-1-1-1-15,-1-4-2 0,2 0-1 16,5-5-5-16,6-4-74 16</inkml:trace>
  <inkml:trace contextRef="#ctx0" brushRef="#br0" timeOffset="7652.2">20270 12180 175 0,'0'0'-18'16,"0"0"15"-16,54 3 3 15,-37-3-9-15,-2 0-12 0,0 0 14 16,-4 0 7-16,1-1 3 15,0-6 4-15,0-2-1 16,1 0-5-16,-2-1-1 16,-2 0-12-16,-3 1-35 15</inkml:trace>
  <inkml:trace contextRef="#ctx0" brushRef="#br0" timeOffset="7795.11">20425 12110 3 0,'0'0'23'0,"-41"17"1"15,21-4-8-15,2 4-4 16,1 3 0-16,9-3-1 15,3 0-5-15,5-3-1 16,3-3-1-16,10-3 10 0,6-3-6 16,7-5 1-16,2 0-3 15,1 0-14-15,2-8-71 16</inkml:trace>
  <inkml:trace contextRef="#ctx0" brushRef="#br0" timeOffset="8001.87">20609 12144 151 0,'0'0'-1'0,"0"0"-4"15,0 0 5-15,0 0 2 0,0 50 8 16,0-32-2-16,0 2-1 16,0-1-2-16,1-1-3 15,2 2 3-15,1-2-1 16,-4-3 0-16,0-1-1 15,0-3-25-15,0-1-27 0,-7-6-47 16</inkml:trace>
  <inkml:trace contextRef="#ctx0" brushRef="#br0" timeOffset="8229.28">20705 12105 128 0,'0'0'4'0,"0"0"6"16,50-9-7-16,-32 9-4 16,-5 7-2-16,-2 4-1 0,-1 3 1 15,-2 1 2-15,-6-2 1 16,-2 1-3-16,0-2-2 16,-11-3 5-16,-6-2 10 15,-6 0-5-15,0-3-4 16,-3-4-25-16,1 0-42 0</inkml:trace>
  <inkml:trace contextRef="#ctx0" brushRef="#br0" timeOffset="8513.75">20844 11878 142 0,'0'0'4'0,"0"0"1"0,0 0-4 16,42 5-3-16,-37 6-3 15,0 6-1-15,-3 4 17 16,-2-1-1-16,0 3-2 16,0 1 4-16,0-1-3 15,0-3-3-15,0-2-2 16,2-2 0-16,-1-5-2 0,0-1 3 15,1-3-1-15,2-1-1 16,1-2-22-16,-2-4-54 16</inkml:trace>
  <inkml:trace contextRef="#ctx0" brushRef="#br0" timeOffset="9226.27">21058 12080 155 0,'0'0'2'0,"0"0"18"0,0 0 1 0,0 0-29 15,0 0 8-15,0 0 11 16,-3 36-7-16,1-20 2 16,2-2-4-16,0-2 0 15,5 1-1-15,5-6-1 16,4-3 6-16,2-4-2 0,3 0 1 15,-2 0-4-15,2-5 3 16,1-7-3-16,-7 1 0 16,0 1 0-16,-7-1 0 15,-1-1 0-15,-5 2 0 16,-1 3-4-16,-14 3-12 0,-2 3-10 16,-5 1-6-16,0 0 15 15,0 5-4-15,3 1-8 16,3-2-70-16</inkml:trace>
  <inkml:trace contextRef="#ctx0" brushRef="#br0" timeOffset="9737.74">21298 12044 200 0,'0'0'-14'0,"0"0"13"15,0 0-10-15,0 0 12 16,0 0 2-16,0 39-3 16,0-29 0-16,0-4-1 15,3-1 3-15,7-2 7 16,4-3-2-16,1 0-2 0,2 0-2 16,1 0 0-16,2-4 0 15,-3-3-2-15,0 0 0 16,-3-2 0-16,-2-1-1 15,-3 4 1-15,-5-2 0 16,-2 1 0-16,-2 4 0 0,0 1 5 16,0 2 6-16,0 0-10 15,-4 2-4-15,1 8-1 16,-3 6-1-16,4 2 1 16,0 2 1-16,2 4 1 0,0 2-1 15,0 1 2-15,0 0 2 16,0 1-1-1,1-1 0-15,0-2 0 0,1-1 0 16,0-5 0-16,0-6 0 16,-2-2-1-16,0-5 1 0,0-2-1 15,-6-4 15 1,-5 0-3-16,-2 0-6 0,0-7-3 16,0 0 0-16,2-3-1 15,0-1 0-15,8-5 2 16,3-2-12-16,0-5-47 15,8-3-42-15</inkml:trace>
  <inkml:trace contextRef="#ctx0" brushRef="#br0" timeOffset="10338.61">21622 12019 171 0,'0'0'-10'0,"0"0"14"16,0 0 3-16,0 0 4 0,37 0-8 16,-31 10-3-16,-2 0 5 0,-4 3 2 15,0 0-3-15,0-1-1 16,0 0 2-16,0-4-1 16,0-2 0-16,0-3 1 15,-2-2-1-15,-1-1 3 16,0 0-1-16,2-2-1 15,1-6 0-15,0-2-3 0,0 0-1 16,3-3 0-16,4 1-1 16,1 0-4-16,3 4 2 15,2-1 1-15,1 5 1 16,2 1-2-16,-2 3 2 16,1 0-1-16,-2 3-1 0,1 10-2 15,-4-1 1-15,0 4-1 16,-4 0 2-16,1-2 1 15,-4-2 0-15,-1-3 2 16,-2-3 0-16,0 0-1 0,0-6 2 16,0 0 6-16,0 0 4 15,0 0-7-15,-4-1-2 16,3-7 2-16,1-1-5 16,0-3 1-16,1-1-2 15,11-2 3-15,5-1-6 16,1 2 4-16,4 1-1 0,2 5-1 15,-4 3 2-15,2 5 2 16,-2 0-2-16,0 2-2 16,-3 9 1-16,-1 2 0 15,-1 0 1-15,-4 1-1 16,0 0 2-16,-4-1 0 0,-1-3-2 16,-1-2-18-16,-1-1-40 15,3-5-13-15</inkml:trace>
  <inkml:trace contextRef="#ctx0" brushRef="#br0" timeOffset="10627.26">22107 12093 124 0,'0'0'17'0,"0"0"34"0,0 0-25 0,0 0-18 16,0 0-7-16,0 0-1 16,40-28 1-16,-27 23-1 15,-1 1 1-15,0-3-1 0,-1 1 0 16,-3-2 2-16,-3-1-2 15,-3 0 0-15,-2 1 1 16,0 1-2-16,-4 2-2 16,-7 2 15-16,-2 3-11 15,-1 0-1-15,-2 7 0 0,2 4-2 16,2 6 2-16,2-2-1 16,5 3-1-16,4-1 1 15,1-2-2-15,3-2 3 16,9-1 0-16,2-4 5 15,4-5-28-15,1-1-43 0,0-2-47 16</inkml:trace>
  <inkml:trace contextRef="#ctx0" brushRef="#br0" timeOffset="10989.67">22336 12059 104 0,'0'0'47'0,"0"0"7"15,0 0-30-15,0 0-16 0,0 0-7 16,0 0-7-16,42-11 2 15,-38 19 1-15,-1 2 1 16,-1 0-2-16,-1-1 4 16,-1-2 2-16,0-2 0 0,0-2 2 15,0 0 7-15,-2-3-2 16,0 0-2-16,2 0-3 16,0-4 2-16,0-3-2 15,0-3-5-15,7-3 6 16,7 0 0-16,1 0-5 0,3 2 2 15,-3 1-2-15,3 4 0 16,-1 4-1-16,-2 2 0 16,0 0-2-16,1 8-1 15,-3 5 0-15,1 0 2 16,-3 3 0-16,-1-1 2 16,0-1 2-16,-7-3-2 0,-1-1-10 15,-2-5-8-15,0-1-2 16,0-4-23-16,0 0-14 15,0-6-19-15</inkml:trace>
  <inkml:trace contextRef="#ctx0" brushRef="#br0" timeOffset="11181.36">22682 11932 187 0,'0'0'13'15,"0"0"18"-15,0 0-21 16,0 0-13-16,0 0-1 0,0 0-11 15,0 0-2-15,0 0 16 16,14 50 1-16,-9-34 3 16,2 1-1-16,5 0 2 15,1-6 2-15,5-1-7 16,3-7-18-16,4-3-50 0</inkml:trace>
  <inkml:trace contextRef="#ctx0" brushRef="#br0" timeOffset="12192.62">20209 12600 81 0,'0'0'3'0,"0"0"17"0,0 0-7 0,0 0-5 16,0 0-3-16,0 0 0 15,0 0-3-15,-37-13 2 16,36 13-3-16,-3 0-1 0,0 0-1 15,4 3 1-15,0 3-1 16,2-2-5-16,13 1-8 16,8-3 20-16,10 0-2 15,12-2 0-15,6 0-2 16,9-4-1-16,11-7 0 0,9-1 3 16,10-4 15-16,9-3 10 15,6 0-8-15,11 0-1 16,10-2-11-16,4 2-6 15,5 1-1-15,9 2 1 16,1 1-1-16,0-1 0 16,-3 3-2-16,-6 2 1 15,-8-2 0-15,-9 6-3 0,-11-3-8 16,-16 3-11-16,-14 1-23 16,-17-2-26-16</inkml:trace>
  <inkml:trace contextRef="#ctx0" brushRef="#br0" timeOffset="13544.64">19248 13027 74 0,'-4'0'2'0,"0"0"0"0,2-4-2 0,2 0-2 16,-1-3-3-16,1 1 7 15,0 0 8-15,0-3 2 0,0 0 7 16,6-1-6-16,4 2-2 16,4-1-7-16,-1 4-2 15,4 1-2-15,-2 3 0 16,0 1 0-16,-3 0-2 15,2 6-3-15,-4 5-2 0,0 2 5 16,-1 1 4-16,1 2 4 16,-1-2-4-16,1-1 0 15,-2-2-1-15,2-4 2 16,1-2-1-16,1-3 1 16,-3-2 0-16,2 0 0 0,1-2 1 15,0-6-1-15,-5-3-2 16,0 1-3-16,-1-4 0 15,-1 2 3-15,-3-1 0 16,-2 0 0-16,1 1 3 0,-1 2 2 16,2 2-2-16,-2 1-3 15,1 4 0-15,0 2-2 16,-1 1 0-16,0 0-9 16,1 5 1-16,0 5 1 15,1 4 11-15,2 3-2 16,1 2 3-16,2 2-2 0,-1 3 0 15,3 1-1-15,-1 0 0 16,0 0-1-16,-3 0 2 16,1-3-2-16,-3 1 1 15,-1-4 0-15,-2-1-1 16,0-4 1-16,-2 0 2 0,-8-2 0 16,-4-4 2-16,-3-1 3 15,-3 0-2-15,-2-1-1 16,-2-2-2-16,-1-1 0 15,-1-3 1-15,-2 0-2 16,6 0-1-16,-1 0 1 0,5-5-1 16,5-3 1-16,5-1-3 15,5-3-46-15,3-4-44 16</inkml:trace>
  <inkml:trace contextRef="#ctx0" brushRef="#br0" timeOffset="13907.98">19780 13005 99 0,'0'0'15'0,"0"0"29"0,0 0-18 16,0 0-19-16,0 0-3 0,0 0-3 15,40-23-1-15,-22 19 2 16,1-2-1-16,3 2 0 15,-2 1 0-15,4 0-1 16,-3 2 1-16,-1 1 0 16,-1 0-2-16,-4 0-23 15,-4 0-50-15</inkml:trace>
  <inkml:trace contextRef="#ctx0" brushRef="#br0" timeOffset="14090.48">19862 13093 148 0,'0'0'47'0,"0"0"-46"16,0 0-19-16,0 0 16 15,0 0 12-15,0 0-1 16,43 14 0-16,-16-14-3 0,7 0-3 16,7-3-3-1,1-8-30-15,3-5-77 16</inkml:trace>
  <inkml:trace contextRef="#ctx0" brushRef="#br0" timeOffset="14507.3">20502 12844 102 0,'0'0'-3'15,"0"0"4"-15,0 0 2 16,18 36 4-16,-11-20 3 16,-2 3-1-16,-1 1 1 15,2 0-7-15,-4 0 0 0,1 0-1 16,0-3 1-16,1 1 1 15,-2-2-1-15,1-5-21 16,-1-6-25-16</inkml:trace>
  <inkml:trace contextRef="#ctx0" brushRef="#br0" timeOffset="14891.29">20778 12901 120 0,'0'0'0'16,"0"0"8"-16,0 0-7 15,-41 7-1-15,30 3 5 16,4 4 6-16,-1-1-2 16,6 3-4-16,2-1-3 15,0 1 0-15,2-3 1 0,9-3-1 16,2-2 4-16,5-3 10 15,4-4-6-15,2-1 0 16,1 0-4-16,0-6-1 16,1-5-3-16,-3 2 0 15,-7-3 1-15,-3-3 0 0,-4 1-2 16,-5 0 3-16,-4 1 5 16,0 0-4-16,-2 1-4 15,-9 2 1-15,-3 3 3 16,-1 2-4-16,-4 5-1 15,0 0 0-15,3 3-3 16,3 6-17-16,-1-1-18 16,7-2-32-16</inkml:trace>
  <inkml:trace contextRef="#ctx0" brushRef="#br0" timeOffset="15454.19">21125 12882 88 0,'0'0'9'0,"0"0"17"0,0 0 2 16,0 0-3-16,34-45 2 16,-20 37-11-16,-3 1-1 15,4 1-6-15,1 2-7 16,-1 2 1-16,2 2-3 15,-1 0 0-15,-3 4 0 0,-1 5-1 16,-1 5-3-16,-5 0-2 16,0 2 1-16,-6 1 1 15,0-1 10-15,0-1-5 16,-2-2 0-16,-6 0 0 16,0-6-2-16,-1 0 3 0,1-3-1 15,3-2 1-15,0-2 0 16,3 0 0-16,2 0 2 15,0-9-5-15,1-2 7 16,8-2-7-16,2-1 1 16,3-3-2-16,-1-1 0 15,2 0-2-15,-6 1 0 0,0 2 0 16,-1 0 3-16,-5 4 1 16,-2 2-1-16,-1 4 0 15,0 1-4-15,0 3-2 16,0 1 1-16,-4 0 7 15,-2 9-4-15,3 3-1 0,0 0 2 16,3 3-1-16,0 0 3 16,0 0 0-16,10 0 0 15,1-1 0-15,5 0 7 16,1-2-3-16,1-2 2 0,5-2-14 16,0-2-18-16,2-2-49 15</inkml:trace>
  <inkml:trace contextRef="#ctx0" brushRef="#br0" timeOffset="15625.74">21684 12900 204 0,'0'0'7'0,"0"0"11"0,0 0-23 0,0 0-5 16,0 0-1-16,0 0 16 15,1 37-2-15,-1-22-2 16,0 2 0-16,0 1 1 0,0-2 0 15,0-3-21-15,0-2-60 16</inkml:trace>
  <inkml:trace contextRef="#ctx0" brushRef="#br0" timeOffset="15924.13">22050 12782 139 0,'0'0'13'0,"0"0"9"15,0 0-11-15,49-9 2 0,-28 4-5 16,4-1-1-16,3 0 2 15,1 1 4-15,1 0-8 16,-1 1-3-16,-1 3 0 16,-2 1-1-16,-6 0 1 15,-3 0-12-15,-6 0-31 0,-3 0-48 16</inkml:trace>
  <inkml:trace contextRef="#ctx0" brushRef="#br0" timeOffset="16144.61">22205 12691 141 0,'0'0'12'0,"0"0"-15"16,0 0 0-16,0 0-3 15,0 48 6-15,0-28 5 0,0 5-4 16,0 0 1-16,1 1 0 15,4-1 0-15,3-3 4 16,-1-4-3-16,2-6-28 16,5-6-38-16</inkml:trace>
  <inkml:trace contextRef="#ctx0" brushRef="#br0" timeOffset="16523.04">22624 12678 206 0,'0'0'-16'15,"0"0"19"-15,0 0 2 16,0 0-5-16,0 0-3 0,44-21 0 16,-28 21 2-16,-1 0-1 15,1 0 0-15,0 0 0 16,0 4 1-16,-2 3 0 15,-3 3 1-15,-5 3-3 16,-5 1-14-16,-1 3-4 16,-5 0 14-16,-9 0 7 15,-3 0 0-15,-2-1 3 0,1-5 7 16,4-2 7-16,2-2-3 16,6 0-6-16,4-3-4 15,2-2-2-15,0-1 1 16,10-1 10-16,7 0 5 15,4 0-6-15,5 0-7 0,4-5-1 16,2-4-17-16,2-1-30 16,-2-4-29-16</inkml:trace>
  <inkml:trace contextRef="#ctx0" brushRef="#br0" timeOffset="16822.33">22991 12682 82 0,'0'0'6'15,"0"0"5"-15,0 0-10 16,-41 16 0-16,35-6 0 0,3 0 0 16,2 0-1-16,1-1 1 15,1 0 4-15,8-2 10 16,5-4-4-16,1-1 5 16,5-2 0-16,2 0 2 15,0-4-7-15,-1-6-5 16,1-2 0-16,-6 1 2 15,-2-2 3-15,-4-1-1 0,-6 2-2 16,-3-3 0-16,-1 3-5 16,0 3-6-16,-11 0 11 15,-4 6-7-15,-2 2-7 16,-1 1-5-16,-1 0-9 0,3 1-19 16,5 2-31-16</inkml:trace>
  <inkml:trace contextRef="#ctx0" brushRef="#br0" timeOffset="17369.97">23316 12577 168 0,'0'0'3'0,"0"0"3"16,0 0 2-16,0 0-6 16,0 0-2-16,41-11 0 15,-34 11-2-15,-1 6-3 0,0 2 2 16,-1 2 0-16,-3 3 0 16,3-2-2-16,-3 3 6 15,-2-1 3-15,0 0-4 16,2-2 1-16,-1-2-1 15,0-3-1-15,-1-2 0 16,1-3 1-16,-1 1 0 0,0-2 17 16,1 0 18-16,2 0-20 15,1-5-9-15,1-2-4 16,3-3 1-16,-1-1-3 16,1-5 0-16,0 1-1 0,-1-1 1 15,0-1-3-15,-1 2 3 16,-5 2 0-16,0 4 0 15,-1 0 0-15,0 6 3 16,0 2-2-16,0 1-1 16,0 0-6-16,-2 4 1 15,0 8-1-15,-1 1 3 16,2 2 2-16,1 2-1 0,0 1 2 16,6-1-1-16,2-2 2 15,5 1 0-15,2-1 0 16,-1-3-16-16,3-2-32 15,-1-3-2-15,0-3-39 0</inkml:trace>
  <inkml:trace contextRef="#ctx0" brushRef="#br0" timeOffset="17662.34">23625 12708 78 0,'0'0'43'0,"0"0"1"0,0 0-14 0,49-37-17 0,-36 31 0 16,1 0-7-16,0 2-2 15,1 3-4-15,-4 1 0 16,1 0 0-16,-3 0-2 15,-3 7 0-15,-3 3-2 16,-3 1-3-16,0 1-6 16,-2 3 13-16,-6 1 2 15,-6 0-1-15,2-1 3 16,-1-2-5-16,3-3 2 0,3-1-2 16,2-4 1-16,2-1 0 15,3-1 0-15,0-3 0 16,2 0 8-16,11 0 16 0,9 0-9 15,6 0-7-15,7 0-4 16,11-6-1-16,8 1 0 16,6-2-8-16,6-2-40 15,5-3-119-15</inkml:trace>
  <inkml:trace contextRef="#ctx0" brushRef="#br0" timeOffset="20472.75">13389 13807 76 0,'0'3'6'0,"0"0"1"0,0-1 6 0,0 1-2 15,0-1-4-15,0 0-6 16,0-1-1-16,0 2-1 15,4 0 1-15,4 1 1 16,4 0 0-16,3-4 0 16,2 0-2-16,4 0 0 0,4-7 0 15,6-9 5-15,5-8-1 16,9-3-1-16,4-7 2 16,7-5-2-16,6-4 1 15,1-7 3-15,3-5-10 16,2-4-99-16</inkml:trace>
  <inkml:trace contextRef="#ctx0" brushRef="#br0" timeOffset="21704.21">13305 13822 24 0,'0'-1'18'0,"0"0"-6"0,0 0-2 0,0 0-2 16,0-1-3-16,0 0-1 15,0 1-3-15,0-2 0 16,0 2-1-16,0-1 0 16,0 0 0-16,0 0 1 0,0-1 0 15,0 3 2-15,1-2 1 16,0 1 0-16,1 0-3 15,3 1-1-15,-2-2-1 16,2 2 1-16,1 0 0 0,-2 0 0 16,1 0 0-16,-1 0-1 15,3 0 0-15,-4 3-2 16,3 3 2-16,-1 0 1 16,3 0 0-16,-2 1 0 15,4 1 0-15,1-1 0 16,-4-1 0-16,4-2 1 0,0 0-1 15,0-4 0-15,-2 0 1 16,3-4 2-16,5-10 2 16,5-5 2-16,5-6 0 15,12-7-1-15,7-4-3 16,10-7-1-16,11-7-1 16,4-4 1-16,6-4 3 0,-3 0-16 15</inkml:trace>
  <inkml:trace contextRef="#ctx0" brushRef="#br0" timeOffset="23161.17">15610 13539 62 0,'-3'0'14'0,"2"0"10"0,-1 0-9 15,2 0-5-15,0 0-3 16,0 0-9-16,0 0-2 15,0 0 7-15,3-2 0 0,-1 2-3 16,1 0-4-16,-3 0-2 16,0 0 4-16,0 2 2 15,0 4 0-15,0 1 0 16,0 1 0-16,0 3-1 16,2 0 1-16,0 1 0 15,-1 1 0-15,4-2-2 0,1-1 2 16,-1 0-1-16,1-1-1 15,1-5 1-15,1 0 1 16,0-4 0-16,2 0 3 16,3 0 8-16,4-8 1 15,5-7 6-15,1-3-9 0,9-6-2 16,3-3-3-16,5-6 1 16,6-4-1-16,3-3 1 15,5-2 5-15,3 0-3 16,2-4-2-16,1 3-1 15,-1 0 0-15,-1 4 0 0,-5 5-2 16,-5 4-1-16,-12 10-8 16,-6 6-30-16,-9 7-37 15,-7 1-36-15</inkml:trace>
  <inkml:trace contextRef="#ctx0" brushRef="#br0" timeOffset="23703.07">15618 13587 7 0,'0'0'9'0,"0"0"-9"0,0 0 3 16,0 0-2-16,0 0 0 15,0 0-1-15,0 0 1 16,0 0-1-16,0 0 0 0,28 40 1 16,-23-35 0-16,3-3-2 15</inkml:trace>
  <inkml:trace contextRef="#ctx0" brushRef="#br0" timeOffset="26436.23">19376 12700 88 0,'0'0'27'0,"0"0"-19"0,-2 0-1 15,-3 0-4-15,-1 0-2 16,1 0-1-16,-2 0 1 16,0 0 0-16,1 0-1 15,0 0 0-15,-2 1-2 16,-1 2-9-16,-1 1 7 0,-1 0 1 16,-3 1 2-16,1-1 2 15,-3 0 0-15,1 0 3 16,0 1 0-16,-2 0-3 15,-1 0-1-15,2 1 1 16,0-3-1-16,2 0-1 0,0 0 1 16,1 0 0-16,-1 3 0 15,1 1 0-15,-1 1-1 16,1 2 1-16,-1 0-1 16,2 3 1-16,2 0-1 15,3 2 1-15,-3 0 0 0,5 2-1 16,4 4 0-16,1 0 1 15,0 6-1-15,0 0 0 16,3 4 1-16,5 1 0 16,0 1 0-16,0 0 0 15,-3 2 0-15,1 0 0 0,-1-2 0 16,0-2 0 0,-2 0 0-16,2 0 0 0,-4-4 0 15,1 0 0-15,1-1 1 16,2-3-1-16,-2-1 1 15,3-2 0-15,1-1-1 0,0-3 0 16,1-2 0-16,4 0 1 16,-1-4-1-16,0 0 0 15,5-2 0-15,1 2 1 16,4-1 0-16,2-1 0 16,3 1-1-16,2-1 1 0,3-1-2 15,4-4 0-15,1 1 1 16,1-4 3-16,4 0 2 15,3 0-2-15,3-1 0 16,3-5-1-16,5-1 1 16,4-1-2-16,3-2 0 15,5 1-1-15,2-4 3 0,4 2-3 16,2 0 1-16,0-1 0 16,4 4 1-16,0-2 0 15,-2 3-2-15,0 1 2 16,-1-1-1-16,-1 3 0 15,-2-2-1-15,-3 1 1 0,0 0 0 16,0-1 0-16,1-3-1 16,4 1 1-16,1-3 1 15,1 0-1-15,6-3 1 16,2 1 0-16,1-3-2 0,-1 3 1 16,-1-1-1-16,4 3 1 15,2-3-1-15,-3 2 1 16,-2 2-1-16,2-3 0 15,-1 2 0-15,-1-2 1 16,-5 1-2-16,0 0 1 16,-4 1 0-16,0 1 1 0,-4 1-1 15,-1 1 3-15,-3-1 0 16,1 2 3-16,0-1 0 16,2-1 7-16,-1 3-1 15,-1-1-3-15,4-1-4 16,-3 5 0-16,-1-3-2 0,-4 1-1 15,-2 0-1-15,1-2 2 16,-6 3-1-16,-1-6-1 16,-3 2 1-16,-1-3-1 15,0 0 0-15,-5 1-1 16,-3-2 1-16,-1 0-1 0,-4-2 1 16,-3 2 0-16,-3-3 0 15,2 2 2-15,-3-4-1 16,-1 1 1-16,2-3-3 15,-2-1 0-15,1-6 0 16,-1 2 1-16,-1-4-2 0,-1-1 2 16,-6 2-1-16,-5 0 0 15,-5 3-1-15,-6 0 1 16,-8 3 0-16,0 1-2 16,-8-2-2-16,-8 1 2 15,-1-1 3-15,-4 2-1 16,-3-2 1-16,-3 2-1 0,0 0 1 15,-2-1-2-15,-1 3 2 16,-1-2-1-16,1 3 0 16,-5 1 0-16,2 2 0 15,-1 1 0-15,0 3 0 0,-2 2-1 16,-2 2 0-16,0 0 1 16,-4 4-1-16,-5 0 1 15,-2 2-1-15,-5 0 1 16,-2 0 0-16,-4 0 1 15,-1 2-1-15,1 3 0 16,-3 0-1-16,-1 0 0 0,2 1 0 16,-2-1-4-16,-2 0 2 15,1 1 3-15,-4-1 0 16,-3 1-2-16,-1 1 3 16,0-3 2-16,-4 2-3 15,1 1-2-15,-2-3 5 0,1 3-2 16,-1-3 0-16,3 1-1 15,-2-1 0-15,0 3 1 16,-4-1-1-16,2 0 0 16,2 1 0-16,-2 1 0 15,0-1 0-15,1 2 0 0,0 1 0 16,0-3 1-16,0 1-2 16,-5-1 1-16,0 2 1 15,1-2-2-15,-1 0 2 16,-3 0-1-16,1 2 0 15,2 1 0-15,-1 0 0 0,0 1 0 16,-2-1 0-16,2 1 0 16,1 0-1-16,2-2 1 15,1 1 0-15,-1-1-1 16,3-2 2-16,0 1-1 16,-1 1 0-16,-2-2 0 0,-2 3 1 15,1 0-1-15,2 0 0 16,-1 1 0-16,2 1 0 15,1 0 0-15,4 1-1 16,1-2 1-16,3 2-1 16,3-1 0-16,4-2 1 0,4 1 0 15,6-1-2-15,5 0-14 16,7-5-26-16,9-2-30 16</inkml:trace>
  <inkml:trace contextRef="#ctx0" brushRef="#br0" timeOffset="27304.41">23673 12087 47 0,'0'0'11'0,"0"0"-3"0,0 0 5 16,0 0-3-16,0 2 0 15,0-2-6-15,0 0 3 0,0 0 5 16,0 1-5-16,0-1-2 16,0 0-7-16,0 3 3 15,3-2-2-15,0 2 3 16,-1 0-2-16,1 1 1 16,0-1-2-16,-1-1 2 0,1-1-2 15,-1-1 0-15,3 0 2 16,1 0 0-16,-1 0 5 15,4-4 1-15,4-6 2 16,2-3 2-16,5-6 0 16,6-4-4-16,5-6-3 15,9-3-3-15,10-7 1 0,13-5-2 16,12-7-42-16</inkml:trace>
  <inkml:trace contextRef="#ctx0" brushRef="#br0" timeOffset="31384.2">20465 13500 84 0,'1'0'23'0,"-1"0"-7"0,0 0-14 16,0 0-4-16,0 2 2 16,2 2 0-16,1 2 1 15,0 2-2-15,0 2 1 16,2 0 0-16,0 2 0 0,-1 2 2 15,3 0 0-15,0 3 4 16,2 0-3-16,2-1-2 16,-2 4 0-16,0-2 0 15,2-1-1-15,-4 0 1 0,-1-1-1 16,-2-4 1-16,-2 1-1 16,-1-3 0-16,0-1 0 15,0-3 0-15,-1-2 1 16,1 0 1-16,2-1-1 15,-3 0-2-15,2-2-3 0,-2 2-8 16,0 0-21-16</inkml:trace>
  <inkml:trace contextRef="#ctx0" brushRef="#br0" timeOffset="31748.55">20478 13798 91 0,'0'0'10'0,"0"0"1"0,0 0-8 16,0 0-1-16,0 0-2 0,0 0 0 15,0 0-1-15,0 0 0 16,0 0 7-16,35-1 0 16,-30 2 0-16,2 1-1 15,0-2-1-15,1 0-2 16,-3 2 0-16,-1-1 0 16,1-1-2-16,-2 0 1 0,1 0-1 15,-2 0 0-15,2 0 0 16,-2 0-5-16,1 0-9 15,-1-1-24-15</inkml:trace>
  <inkml:trace contextRef="#ctx0" brushRef="#br0" timeOffset="31923.98">20639 13718 138 0,'0'0'9'0,"0"0"-1"15,0 0-6-15,0 0-4 16,0 0-6-16,0 0-13 16,0 0 9-16,0 0 7 15,2 48-5-15,-14-27-27 16</inkml:trace>
  <inkml:trace contextRef="#ctx0" brushRef="#br0" timeOffset="36798.17">20692 12691 1 0,'0'0'0'0</inkml:trace>
  <inkml:trace contextRef="#ctx0" brushRef="#br0" timeOffset="37703.37">20692 12691 33 0,'0'0'29'0,"0"0"-6"16,0 0-4-16,0 0-4 15,-32-24-6-15,29 21-3 0,1 0-4 16,0 0-1-16,-1 2-1 16,-2-2 1-16,3 2 0 15,0-1 0-15,-1 1 0 16,1 1 0-16,-2 0 1 16,0 0-1-16,-1 0-1 0,0 0 0 15,-1 0 0-15,1 0 0 16,-4 0 0-16,1 0 1 15,1 3-1-15,-1-1 1 16,0 1 0-16,-3 0-3 16,-1 1 3-16,0-1 2 15,-2 2-2-15,1 0 1 16,1 1 0-16,-1-1 0 0,2 3-1 16,-1-1-1-16,1 1 1 15,-1 1-1-15,0 2-1 16,3-1 1-16,0 1 0 15,-1-2 0-15,4 2-1 0,-3-1 1 16,5-2 0-16,-2 1-2 16,1-2 2-16,2 1-1 15,1 0 2-15,0 2-1 16,1 3 0-16,0-2 0 16,0 1 2-16,1 2-2 0,0 0 1 15,0-1-1-15,0 2-1 16,0 1 1-16,0-2 2 15,0 2-2-15,1-2 2 16,1 1-2-16,-1-3 0 16,2 3 1-16,-1-2-1 15,2 0 1-15,4 2-1 0,-3-3 5 16,3 4-1-16,2-1-1 16,2 2 1-16,-2 0-1 15,2-1-3-15,0 1 1 16,1-3-1-16,-2-1-3 0,1 1 2 15,3-4-3-15,1-4 6 16,0 0 3-16,0-2-4 16,2-3 0-16,1 1 0 15,0-2 1-15,1 0-2 16,-1 0 1-16,-1 0-1 16,-2-2 1-16,2-3 0 0,-3-1-1 15,2 0 0-15,-2-1 0 16,3-1 1-16,2-1-2 15,-3 2 2-15,2-1-1 16,-2 0 0-16,-1-1 1 16,-3 0-1-16,-1 0 1 0,-3 1 4 15,0-2 5-15,-1 1-3 16,-1-3 0-16,-2 0-2 16,2 1-3-16,-2-2 0 15,1 2 1-15,-1-3-2 16,-1 2 0-16,0-1 1 0,-2-1 0 15,-1 0 1-15,-1-1 2 16,0-1-4-16,0 0 0 16,0 1 0-16,0 0 1 15,-3 1-3-15,-4 4 1 16,3 2 0-16,-2-1-9 16,3 3-16-16,0-1-30 0,2-2-57 15</inkml:trace>
  <inkml:trace contextRef="#ctx0" brushRef="#br0" timeOffset="38223.66">22776 12491 100 0,'-4'0'-14'0,"0"0"14"0,0 0-13 16,-3 0-37-16</inkml:trace>
  <inkml:trace contextRef="#ctx0" brushRef="#br0" timeOffset="39022.16">22713 12491 25 0,'-14'0'24'0,"1"0"-7"16,-1 0-7-16,3 0-4 15,-4 0-4-15,4 3-1 16,-1 3-1-16,-2 0 1 16,1 0-1-16,-2 3 0 0,0-1 0 15,-2 3 0 1,4 2 1-16,-1 0 0 0,1 4 2 15,0 0-3-15,0 0 3 16,0 2-1-16,1 0-1 16,1 1 1-16,2 2 5 15,-3-4-1-15,3 2 2 0,3 3-4 16,0-2 1-16,4 0-1 16,1-2-3-16,1 1 1 15,0-2-1-15,5 1 6 16,5-1-3-16,3-1 1 0,4-1-3 15,3-2 6-15,0 2 1 16,3-2-3-16,3-3 0 16,-1 2 0-16,4-3 0 15,-3-3-1-15,3 3-1 16,-2-2 0-16,2-2 0 16,-2 1 0-16,-2-3 0 0,-1-1-2 15,-3-3 0-15,1 0 2 16,-1 0 1-16,-3 0-1 15,3 0-2-15,-4-4 0 16,1-2-1-16,1 1 0 0,-2-1 0 16,2-2 1-16,1-1-2 15,-2 2 1-15,4 0-1 16,-1-2 0-16,0 0 1 16,-3 0-1-16,-2 0 1 15,-3-2-1-15,-2-1 1 0,-2-2 1 16,-1 1-1-1,0-1 1-15,-1-2-1 16,1 0 0-16,0-3-1 0,1 2 1 16,1-1-1-16,-2-1 0 15,-1 1 0-15,-3 1 2 16,0 0-1-16,-2 1 1 0,-2 2 0 16,0 0 2-16,-5-1-5 15,-1 1 7-15,-4 1-3 16,2-1-2-16,-2 3-1 15,1-2 2-15,-3 1-2 0,1 0-1 16,-1 2 2 0,1 0-1-16,-2 1 0 0,-3 2-3 15,3 0-1-15,-7 0 0 16,3 3-5-16,-2 0 6 16,-2 2-2-16,2 1-7 15,-2 1-8-15,2 0 9 16,3 0-11-16,-1 0 10 0,7 0-25 15,-2 1 7-15,4 1 5 16,2 1 7-16,3-2-11 16,3 1-8-16</inkml:trace>
  <inkml:trace contextRef="#ctx0" brushRef="#br0" timeOffset="43310.83">13464 14594 21 0,'-4'0'36'0,"1"0"-15"0,1 0-2 0,0 0 0 0,-1 0-3 16,2 0-8-16,-1 0-3 15,1 0-3-15,1 0-1 16,0 0-2-16,0 0-2 0,0 0 1 16,0 0-2-16,0 0-1 15,4 0 0-15,3 0 2 16,2 0-1-16,5 0 0 15,1 0 2-15,7 0 4 16,4 0 4-16,7 0-5 16,5-1 1-16,7-2-2 0,4-1 1 15,6 1 2-15,6-1-1 16,6-1-4-16,9 1-1 16,2-2 2-16,7 1 3 15,7-2 0-15,6 0 1 16,4-1-3-16,7 1 1 0,5-3-1 15,1 0-1-15,2-2 2 16,3 0-1-16,1 1-2 16,-3 0-13-16,1-1 27 15,-1 2-17-15,-4 0 8 0,-2 2-1 16,-2-1 2 0,-3-2-3-16,-7 1 1 15,-1 0-2-15,-5 1 1 0,-9-1 0 16,-5 2-1-16,-10-1 0 15,-6 2 0-15,-5-1 0 16,-6-3 3-16,-6-2 6 16,-4-1 2-16,-6-2 6 0,-6-4 0 15,-6 0 1-15,-5-1-2 16,-2-2-3-16,-5-2-4 16,-1-1-3-16,1-3-1 15,1-3-2-15,-1-5-2 0,3-6 0 16,-1-5-1-16,0-6 1 15,2-3 0-15,1-4-1 16,-3-3 1-16,-1 0-1 16,-1-4 1-16,-5 0 0 15,0 0-1-15,-5-3 2 0,-1 0-1 16,-2-1-1-16,0 0 1 16,-5 1 1-16,-7-1-2 15,0 1 1-15,-3 0 0 16,-2 3 1-16,-3 2-1 15,-1 3-1-15,0 3 1 16,0 3-1-16,-4 3-1 16,1 4 3-16,0 2-3 0,1 1-1 15,-4 3-2-15,0 0 0 16,0 6 1-16,-2-1 1 16,0 3 2-16,-3 2 0 15,0-1 1-15,2 3 1 0,-6 2-3 16,1 0 0-16,-3 5 3 15,-9 3 2-15,-2 5-6 16,-7 2 7-16,-6 6-2 16,-8 6-2-16,-6 3-1 15,-2 0 1-15,-5 2 0 0,-4 8-1 16,-4 5 0-16,-4 2 0 16,-3 1 0-16,-5 3 0 15,-6-1 0-15,-1 1 0 16,-2-2 0-16,0 1 0 15,0-4 0-15,1 0 0 0,-1-1 0 16,1-2-1-16,-1 1-2 16,2-1-1-16,-1-3 2 15,1-2-1-15,5 0 3 16,-5-4-1-16,3 2 1 16,5-2 0-16,-2 1 0 15,4-2-2-15,2 3-8 0,3-2-2 16,5 2-1-16,1-2 3 15,5 1 2-15,3-3 3 16,8 1-1-16,4-1 6 16,4 0 1-16,5 0 3 15,2 1-2-15,6 1 1 0,1 6-1 16,3 1-1-16,5 3-1 16,6 5 0-16,4 2 0 15,9 4-1-15,3 4 1 16,5 4-1-16,3 5-1 0,3 3 2 15,4 6-1-15,1 7 0 16,3 7 1-16,2 6-1 16,0 5 0-16,0 8 0 15,0 5 0-15,0 3-1 16,2 3 1-16,1 3-1 16,-3 5 1-16,2 2 0 0,3 0 1 15,1 3 0-15,5 2 0 16,5-2 0-16,6-6 0 15,5 0 0-15,9-4-2 16,9-8 1-16,11-6 1 0,9-5-2 16,13-9 2-16,17-10-1 15,20-12 1-15,17-11 1 16,15-19-10-16,22-14-89 16</inkml:trace>
  <inkml:trace contextRef="#ctx0" brushRef="#br0" timeOffset="44091.67">21026 13839 99 0,'-2'-2'14'0,"-1"-3"13"0,3 2-8 0,-4 1-10 16,4 1-2-16,0-1-3 15,-1 2 3-15,1 0-3 16,-2 0-1-16,2 0-5 0,-2 5 3 15,1 3-4-15,1 3 3 16,0 0 2-16,0 0-2 16,0-4-1-16,10-4-4 15,3-3-5-15,10-2 8 16,10-15 18-16,11-11 3 0,15-11-8 16,19-9-4-16,16-14-4 15,11-11-14-15,12-8-94 16</inkml:trace>
  <inkml:trace contextRef="#ctx0" brushRef="#br0" timeOffset="49057.06">20469 13586 40 0,'0'0'32'0,"0"0"0"0,0-1 0 15,0 0-8-15,0 1-10 16,0 0-5-16,0 0-1 15,0 0-3-15,0 0-9 16,0 0 3-16,0 3 0 0,0 6 0 16,0 2 1-16,2 3-1 15,0 1 1-15,1 4 1 16,1 1 0-16,2 3 0 16,2 0-2-16,-1 1 2 15,1-3-2-15,1 2 1 0,2-3-1 16,0-2 2-16,-2 1-1 15,1-2 1-15,-2-2 0 16,-3 2 0-16,-1-4 1 16,-3 1-4-16,-1-2 0 15,0 0-7-15,0-3-10 0,-3-1-17 16,-4-3-35-16</inkml:trace>
  <inkml:trace contextRef="#ctx0" brushRef="#br0" timeOffset="49404.5">20353 13923 48 0,'0'0'49'0,"0"0"-47"0,0 0 9 0,0 0 0 16,0 0-5-16,49 15 2 16,-36-12 6-16,4 1 2 15,2-1-4-15,-1 1-3 16,0-1-3-16,0 1-2 15,2 0-2-15,-5-1 0 0,1 0 0 16,-1 0-2-16,0-3-9 16,-3 0-24-16,0 0-35 15</inkml:trace>
  <inkml:trace contextRef="#ctx0" brushRef="#br0" timeOffset="49589.61">20703 13847 134 0,'0'0'2'0,"0"0"12"0,0 0-5 15,0 0-9-15,0 0-6 16,0 0 2-16,0 0 3 16,-33 50-3-16,16-29-5 15,-3 1-15-15,0-3-20 16</inkml:trace>
  <inkml:trace contextRef="#ctx0" brushRef="#br0" timeOffset="50050.97">20432 13601 46 0,'0'0'-8'0,"4"40"10"0,0-16-8 0</inkml:trace>
  <inkml:trace contextRef="#ctx0" brushRef="#br0" timeOffset="51019.79">13059 15350 0 0,'0'0'12'0,"0"0"26"0,0 0-10 0,0 0 1 15,0 0-14-15,0 0 1 16,0 0-4-16,0 0-2 0,0 0 2 16,0 0-10-16,0 0-3 15,0 0 2-15,-9-24 0 16,9 34 1-16,-1 5-1 15,-2 11 1-15,1 8 4 16,-2 10 0-16,-4 11 3 0,2 13 3 16,0 15-6-16,1 8-1 15,-3 12-1-15,2 10-1 16,-1 3-3-16,1 0 0 16,-2-2 0-16,0-6 0 15,0-10 0-15,1-7 0 0,-1-9 0 16,2-8 0-16,0-11 1 15,4-9 1-15,2-12-5 16,0-12-17-16,0-16-19 16,0-14-49-16</inkml:trace>
  <inkml:trace contextRef="#ctx0" brushRef="#br0" timeOffset="51674.27">13194 15314 49 0,'0'0'38'0,"0"0"-15"0,0 0 3 0,0 0-3 16,0 0-14-16,0 0-9 16,0 0-5-16,0 0 4 15,0 0-1-15,0 0 2 16,45-35 0-16,-16 30 2 16,8 3-1-16,6 0 1 0,3 1-1 15,13-2 0-15,4 3 0 16,15-3-1-16,6-1 0 15,12-1 0-15,10-4 2 16,8 0-2-16,6-4-2 16,8-2 1-16,6-1-1 0,2-1-3 15,1-1 8-15,3 1-1 16,1 2 6-16,-2 0-9 16,4 2 7-16,-4 0-4 15,1 2 0-15,2-1-2 16,-3-1 3-16,1 1-2 0,-4-4 1 15,-5 0 0-15,-5-2-2 16,-10 1 1-16,-6-2 0 16,-8 1 5-16,-15-1-12 15,-6 1-21-15,-13 3-31 16</inkml:trace>
  <inkml:trace contextRef="#ctx0" brushRef="#br0" timeOffset="52039.59">17002 14764 117 0,'0'0'-4'0,"0"0"-21"0,0 0 13 0,0 0 10 15,-6 45 4-15,3-21 0 16,1 6 2-16,-2 5 4 15,2 9 5-15,0 3 4 16,1 10 2-16,-2 5 2 16,-1 8-6-16,-3 6 1 15,1 1 4-15,-2 4-6 16,-2-1-3-16,3 1-5 0,-3 1 0 16,3-4-2-16,-3 7-1 15,-2 2 0-15,-2 5 1 16,1 2-1-16,-4-2-1 15,-2 2-1-15,-2 1 1 0,-5-2-1 16,-1-3-2-16,-1 0-14 16,0-5-23-1,-3-7-26-15,0-14-23 0</inkml:trace>
  <inkml:trace contextRef="#ctx0" brushRef="#br0" timeOffset="52642.22">13010 17033 78 0,'0'0'3'0,"40"0"-2"0,-12 0 0 0,5 0-1 0,0 0 0 16,6 1 0-16,4 0 1 15,3 1 1-15,6-1 7 0,4 1 7 16,8-2-2-1,6 0-2-15,10 0-3 16,6 0-6-16,8-7-1 0,12-6 2 16,5-3 2-16,7-2 7 15,12-6 0-15,9-2-2 16,11-1-3-16,4-1 1 0,12-1-5 16,8 1-2-16,5 1 0 15,0 0-1-15,1 1 0 16,2 1 0-16,-2 3-2 15,-7-1 2-15,-14 1-1 16,-6 2 3-16,-18-1-11 0,-14-6-55 16</inkml:trace>
  <inkml:trace contextRef="#ctx0" brushRef="#br0" timeOffset="56371.82">17081 15800 79 0,'-1'1'20'0,"0"0"-17"0,-1 1-5 0,2-2-3 16,-1 2 4-16,1-1 3 15,-2-1 1-15,2 3 8 0,0-2 1 16,0 1 5-16,0 0-3 16,0 1-10-16,0-1-2 15,0 1-3-15,0-1 1 16,0-2-6-16,3 0-5 16,3 0 3-16,2-1 3 0,3-7 1 15,3-2-16-15,2-3 25 16,2-3-3-16,2 1-1 15,0-4-1-15,4-1 0 16,3-1 0-16,3-2 0 16,7-4 0-16,6 0 5 15,4 0 1-15,5-5-3 0,4-1 3 16,-1-1-4-16,3-3 0 16,0 0 8-16,0-1 7 15,-1-1 4-15,0 3-5 16,-2 0 0-16,1 2-4 0,0 1-2 15,-2 2-4-15,1 2-1 16,-2 1-4-16,0 3 0 16,-5-1 0-16,-2 3 1 15,-3 2-1-15,-3 0 0 16,0 2 0-16,-3-1-1 0,2 2 0 16,-2 4 1-16,-4-1 0 15,-4 4 1-15,-4 1-4 16,-6 3-6-16,-7 2-17 15,-8 0-28-15,-4 1-37 16</inkml:trace>
  <inkml:trace contextRef="#ctx0" brushRef="#br0" timeOffset="56641.29">18468 14826 92 0,'0'0'7'0,"0"0"-5"0,0 0 3 0,0 0 8 16,44 0 0-16,-25 0-3 15,2 0 10-15,3 1 5 16,4 3-11-16,0 3-5 15,-1 3-6-15,0 5 0 0,-7 3-2 16,-7 3-28-16,-7 2-85 16</inkml:trace>
  <inkml:trace contextRef="#ctx0" brushRef="#br0" timeOffset="59544.02">19235 12712 41 0,'0'0'3'0,"0"0"-1"0,0 0 0 0,-43 7 2 15,31-4 2-15,-2-3 0 16,3 3 3-16,-2-2-1 0,0 2-1 16,0 0-1-16,0 0-3 15,0 4-3-15,4-3 0 16,-3 2 0-16,4-2-1 16,3-1 0-16,-1 0 0 15,2 1 2-15,1-1 0 0,2 0-1 16,1 2 1-16,-2 2-1 15,2 3 0-15,0 4 2 16,0 1-2-16,0 5 0 16,0-1 0-16,0 5-2 15,0 0 2-15,0 1 0 0,2 1-1 16,-1 2 1-16,2-1 0 16,-1 4 0-16,0 2 0 15,2 1 0-15,0 3-1 16,1-1 1-16,3-1 0 15,2-1-1-15,-1-1-1 0,2-3 1 16,1-3 1-16,0-2 0 16,-1 1 4-16,-1-1-2 15,-1 1 0-15,1 1-2 16,-3 0 0-16,0-1 1 16,-4-1-1-16,1-5 0 0,0 0 1 15,1-3-1-15,0-4 0 16,1-4 1-16,-1 0-1 15,3-2-1-15,-1-2-1 16,2 0 4-16,2-2 1 16,0 0-3-16,5-2-1 15,-3-1 2-15,3 0-4 0,-1 3 1 16,0-3-5-16,3 0 7 16,1 0 0-16,0 0 0 15,0 0 3-15,6 0-2 16,2-6 2-16,2 2-3 15,6-3 1-15,0 1-2 16,2-2 2-16,4-1 0 0,-1 2-2 16,0-1 1-16,2-1 3 15,-1 0 1-15,0 1-1 16,3 0-1-16,0-1-2 16,3 1 2-16,0-2-1 0,2 1 0 15,-2 1 0-15,-1-1-1 16,1 2 0-16,-3 0-1 15,0 3 2-15,3-2 2 16,0 0-2-16,2-1-2 16,-2 1 2-16,4 1 0 0,0-1 0 15,0 0-1-15,1 2 1 16,2-1-1-16,-5-1 0 16,1 1 0-16,-2-1 0 15,-2 0 0-15,1 0 1 16,-1-1 3-16,3 0-3 0,1-2 1 15,3 1-1-15,-1-1 0 16,0 1-1-16,2 1 0 16,0 0 0-16,-1-2 0 15,1 3 0-15,-2 1 0 16,0-1 0-16,2 0 0 0,1 1 1 16,1-1 0-16,5-1-1 15,3 0 0-15,1 1 1 16,1-1-1-16,2 0 0 15,-1-2 1-15,-4 1-2 16,0-2 1-16,1 1 2 0,-2-1 5 16,3-1 0-16,-2 1-5 15,3-1 1-15,2 1-1 16,0 0-1-16,0 2-1 16,0 0 1-16,-1-2-1 15,-1 2 0-15,-2 1 1 16,-1-2-1-16,-2 2 2 0,0 0-2 15,-2-1 0-15,1 3 1 16,-1-1-1-16,-2 2-1 16,-2 0-3-16,-6-2 1 15,-2 2 3-15,-4 0 1 0,-2-2-1 16,-2 2 1-16,-5-3 2 16,-1 0-1-16,-3 0-2 15,-1-1 1-15,0 1 0 16,-3-1 0-16,-1-1 1 15,-1 1-2-15,-3-1 0 0,-5 3 1 16,-2-2 1-16,-1 1-1 16,-5-2 2-16,-3 1 0 15,0-1 1-15,1-2-1 16,1-3-2-16,0-3-1 16,3 0 0-16,1-5-2 15,1-2-2-15,1-1-1 0,3-2 4 16,-3-2 1-16,-2 2 0 15,-2-2 1-15,-5 0 1 16,-4 2 1-16,0 0-1 16,-4 0-1-16,-6 3-8 15,-4-2 0-15,1-2-2 0,1 2 1 16,1-5 6-16,2 0 3 16,-3 1 0-16,5-3 0 15,-1 2 4-15,-3 3 1 16,0 2 0-16,-2 5-2 15,-4 1-9-15,-2 4 6 0,-5 4 1 16,-1 0-1-16,-2 4 0 16,2 2 0-16,-2 2 0 15,-1 1-3-15,-2 3 6 16,-2 0-7-16,-3 0 4 16,-4 3 0-16,-3 4-2 15,-4 2 1-15,-1 0-1 0,-5 2-1 16,-4 0 1-16,-4 0 1 15,0 2 0-15,-4-2-1 16,0-1 1-16,-5 4 0 16,-2-2 0-16,-3-1 0 15,0 2-1-15,-6-2-3 0,-1-1 1 16,-2 0 0-16,0-1 3 16,0-2-1-16,0-3 2 15,-3 2-1-15,-3-2 1 16,0 0 1-16,-4 3-1 0,-3-3 1 15,0 2-2-15,1 3 2 16,-1-2-4-16,1 0 4 16,0 3-2-16,-1 0 0 15,-1 0 0-15,-2 1 0 16,3-2 0-16,-1 1 0 16,2 0 0-16,0-2 1 0,5 2-1 15,-1 0 0-15,3 1 0 16,-1-1-1-16,5 0 1 15,5 0-2-15,2 3 2 16,3-2-1-16,4 1 2 16,4-1-1-16,1-1 2 0,4 1-2 15,7-1 1-15,2-1-1 16,3-1 0-16,5-1 0 16,4-2 1-16,1 0-1 15,5 0 0-15,1-4 1 16,6 2 0-16,4-3 1 15,0 1 0-15,6-1 3 0,2 0-3 16,3 2 0-16,0-2-2 16,5 0 1-16,0 0-1 15,2 1 0-15,2-1 1 16,1 0-1-16,1 0 0 0,-1 0 1 16,0 0 1-16,2 0 6 15,-1 0 2-15,1 0-3 16,0 0 0-16,0 0 0 15,0 0-4-15,0 0-6 16,0 0-3-16,0 0-5 0,0 0 2 16,0 0 4-16,0 0-19 15,4 2-6-15,-1-2-16 16</inkml:trace>
  <inkml:trace contextRef="#ctx0" brushRef="#br0" timeOffset="67940.72">20447 13587 58 0,'2'0'39'0,"-2"0"-27"0,0 0 6 0,1-2-6 0,0 0 3 16,-1-1 1-16,0 3 6 15,0-1-1-15,0 1-10 16,0 0-4-16,0 0-6 15,0 1-2-15,0 8 1 0,1 3 0 16,0 5 0-16,5-1 0 16,0 5 0-16,0 2 0 15,1 1 0-15,1 0 0 16,2 1 0-16,-1-1 0 0,-1-2 0 16,-1-1 0-16,2-2 0 15,-2-3 0-15,-1-1 0 16,-4-3 0-16,1 3 0 15,-1-3 0-15,-1-1 0 16,-1-1 1-16,0 1-2 0,1 1 1 16,2-2-5-16,-3 1-11 15,0-1-14-15,0 0-5 16,0-2-6-16,-5-2-55 16</inkml:trace>
  <inkml:trace contextRef="#ctx0" brushRef="#br0" timeOffset="72028.21">15319 14255 44 0,'0'0'6'0,"0"0"11"0,0 0-3 0,0 0-9 0,-2 0-4 16,0 0 1-16,1 0-2 16,-1 1 1-16,0 2 0 15,2 1 0-15,0-1-1 0,-2 1 0 16,1-1 0-16,1 0-1 16,0 0 1-16,0-2 0 15,-1-1 0-15,1 0 3 16,-1 0-1-16,0 0 1 15,1 0 4-15,0-1-3 16,0-5-2-16,0-1-2 0,0 0 0 16,0-1 1-16,0-1-1 15,4-1 3-15,0-1 2 16,4-2 1-16,0 0-6 16,3-2 2-16,1 0-1 0,1 2 1 15,3-2-2-15,1 2 0 16,0-1-2-16,2 2 2 15,0 0 0-15,2 0 0 16,0 2 0-16,5-1 0 16,1 4 0-16,0 0 2 0,3 0-1 15,1-2 0-15,4 2 0 16,-1 4-1-16,4-2 1 16,-1 2-1-16,4 1 0 15,-1 2 1-15,2 0-2 16,3 0 1-16,1 2 1 15,2 2 0-15,1 3-1 0,1-1 0 16,3 2 1 0,1-1-2-16,-1 0 1 0,3-1-1 15,-2 1 3-15,2 0 3 16,-2-2 0-16,1 0 1 16,-3-2 0-16,3 0-1 15,-1-3 0-15,-2 0-4 0,1 0 1 16,-5 0-2-16,2-6 2 15,0-4-1-15,-4-1 1 16,0 0 1-16,-6-5 1 16,-1-1 2-16,-5 1 2 0,-3-5 1 15,-2 1-1-15,-1-3-1 16,-1 2-4-16,1-1-2 16,-3 0 0-16,-3 3-1 15,-2 0 0-15,-4 0 2 16,-3 5-1-16,-1 0 1 15,-6 1 0-15,-1 5-1 16,-1 1-1-16,-4 2-1 0,0 1-13 16,-4 2-33-16,-5 2-31 15</inkml:trace>
  <inkml:trace contextRef="#ctx0" brushRef="#br0" timeOffset="72279.06">17377 13715 46 0,'0'0'13'0,"0"0"0"0,0 0-1 0,41-19-9 16,-28 18 1-16,1-2-1 0,-1 3 0 15,0 0-1-15,1 0-1 16,-1 6 0-16,-3 1-1 16,0 4-2-16,-1-2-25 15</inkml:trace>
  <inkml:trace contextRef="#ctx0" brushRef="#br0" timeOffset="72484.12">19031 13455 31 0,'77'-9'0'0,"-5"1"-6"16,-4 2-4-16,-1 1 2 15</inkml:trace>
  <inkml:trace contextRef="#ctx0" brushRef="#br0" timeOffset="73437.07">20451 13553 16 0,'0'0'0'0,"0"0"-10"0</inkml:trace>
  <inkml:trace contextRef="#ctx0" brushRef="#br0" timeOffset="73943.88">20451 13553 25 0,'0'0'41'16,"0"0"-19"-16,25-20-11 0,-25 20-11 16,0-1 0-16,0 1-2 15,0-2 1-15,0 1 1 16,0 0 1-16,0-1-1 16,0-1 2-16,0 2 2 0,0-2 9 15,0 2-6-15,0-1-5 16,0 1 0-16,0 1 0 15,0 0-2-15,0 0 0 16,3 0 0-16,0 0 0 16,2 4 0-16,-1 3 0 0,3 0 1 15,-2 3-1-15,3 0 2 16,-3 3-2-16,6 0 1 16,-4 1-1-16,1 4 0 15,-1-1 2-15,1 3-1 16,-1 0 1-16,-1 3 1 15,0 2-2-15,0 1 1 0,0 0-2 16,0 0 2-16,-1 0-1 16,3 0 1-16,-4-2 2 15,3 0 3-15,0-3 0 16,-3 0 0-16,1-2-2 16,-1-2-1-16,-2-3-2 0,0 0 0 15,-1-5 0-15,-1 1 0 16,0-3 0-16,0-1 1 15,0-2-1-15,0 0-1 16,-3-1 2-16,-1 0-1 16,1-2-1-16,0 0-1 0,1 1 0 15,0-2-1-15,-1 0-5 16,1 0-25-16,-5 0-19 16,3 0-59-16</inkml:trace>
  <inkml:trace contextRef="#ctx0" brushRef="#br0" timeOffset="74121.48">20439 14050 149 0,'0'0'4'0,"0"0"-7"0,0 0-17 0,0 0-85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14:07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8422 3901 54 0,'0'0'27'0,"0"0"-9"0,0 0 4 16,0 0-8-16,0 0-3 16,0 0-2-16,0 0-6 15,0 0 0-15,0 0-3 0,0 0 0 16,0 0 0-16,0 0 0 16,13-20-1-16,-10 20-2 15,3 0 0-15,-2 7 3 16,4 0-1-16,-2 1 0 15,1 0 2-15,1-1-1 0,2 0-1 16,-3 2 1-16,3-2 1 16,2 0-1-16,-3-3 1 15,0 3-1-15,2-2 1 16,0 0-1-16,0-1-1 16,-1-4 1-16,3 0 1 15,3-4 2-15,3-6 7 16,6-8 2-16,2-9 3 0,6 0-6 15,3-7-3-15,6-5-1 16,3-2 3-16,0-3-2 16,6-1 1-16,1-5 4 15,1-3-2-15,3-1 0 0,0-1-4 16,2 2 0 0,-4 1-1-16,-3 8-1 0,-2 5-1 15,-5 4-1-15,-3 11 2 16,-3 4-1-16,-6 9 0 15,-8 2-22-15,-13-1-129 0</inkml:trace>
  <inkml:trace contextRef="#ctx0" brushRef="#br0" timeOffset="1860.26">9164 7899 14 0,'0'0'11'0,"0"0"5"0,0 0-3 0,0 0-4 15,0 0-1-15,0 0-4 16,0 0-1-16,0 0 1 15,0 0-2-15,0 0 2 16,0 0 2-16,0 0-4 16,0 0-2-16,19-34 0 0,-14 34 0 15,0 0 0-15,-1 0-1 16,3 4 0-16,-1-1 1 16,3 4 0-16,-1 0 0 15,-2 2 0-15,3-1-2 16,-3 2 4-16,2-3-4 15,-2 3 4-15,-1-4-2 0,3 1 0 16,0-3-2-16,-2-2 1 16,3-1 2-16,-2-1 2 15,4 0 1-15,0-5 0 16,2-7 6-16,1-1 3 16,3-5-3-16,4-6 2 0,3-3 0 15,5-6-1-15,3-5 3 16,4-6-3-16,4 1-1 15,3-5-3-15,1-1 2 16,-1-2-6-16,-1 3-1 0,-2 3 0 16,1 4-2-16,-7 5 2 15,1 2 1-15,-4 7-2 16,-4 1 0-16,-3 6-1 16,-1 3 2-16,-3 2-1 15,-3 6-2-15,-2-1-21 0,-5 0-52 16,-8-1-66-16</inkml:trace>
  <inkml:trace contextRef="#ctx0" brushRef="#br0" timeOffset="4928.64">9387 12529 12 0,'0'0'16'0,"0"0"-11"0,0 0-9 0,0 0 2 16,0 0-5-16,0 0-3 15,0 0 3-15,0 0 4 0,0 0 3 16,0 0 0-16,0 0 20 16,0 0-11-16,0 0-3 15,0-11-10-15,0 9 6 16,1 0-2-16,3 0 0 16,-2 0 0-16,0 1 0 15,1 1 0-15,-2 0-2 0,0 0 2 16,0 0 2-16,-1 0 3 15,0 0 5-15,1 0 0 16,2-1-6-16,-3 1 0 16,0 0-3-16,2 0 1 15,0-2-1-15,-2 2 0 0,2 0 0 16,-2-1-1-16,2 1 1 16,-1-2 0-16,1 0 1 15,0-1-1-15,0 1-1 16,0 0 1-16,0 0-1 15,0 2 0-15,-2 0 0 0,2 0 0 16,0 0 0-16,1 0 1 16,0 0-1-16,-1 0 2 15,-2 0-4-15,2 0 1 16,-2 0 0-16,0 0 1 16,0 0 7-16,0 0 1 15,0 0 0-15,0 0-4 0,0 0 0 16,1 0-4-16,-1 0 0 15,1 0 1-15,1 0-1 16,-1 0 1-16,1 0 1 16,0 0 1-16,2 0-1 0,-2 0 1 15,1 0-3-15,1 0 1 16,1 0-1-16,-1 0 0 16,1 4 1-16,-1 0 0 15,-1-1-1-15,1 2 1 16,0-1 0-16,0 1 1 15,2 0-2-15,-2 1 1 0,1 1-1 16,1-2 2-16,0-1 0 16,-2 2-2-16,4-1 0 15,-4-1 1-15,3-3-1 16,-3 1 0-16,3-2 0 16,-2 0 2-16,1 0 1 0,3-2 7 15,0-8 9-15,5-8-2 16,3-5-1-16,2-7-4 15,6-8-5-15,4-9-2 16,8-7-2-16,7-7-2 0,11-11 2 16,15-12 1-16,14-10 2 15,7-18-3-15,5-12-124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15:06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14057 7896 91 0,'0'0'21'0,"0"0"-12"0,0 0-4 0,0 0-7 16,0 0 0-16,0 0 2 16,0 0 0-16,0 0 0 15,0 0 1-15,0 0 0 0,0 0-1 16,0 0 0-16,0 0 0 16,19 26-11-16,-19-24 0 15,0-2 10-15,0 0 4 16,0 0 18-16,0 0-9 15,0-4 6-15,0 0 7 0,-2-1-3 16,-2 0 0-16,0 2-10 16,1-1 1-16,-1 3 0 15,-2-1-6-15,0 2-2 16,-2 0-8-16,-3 0 1 0,-1 10 1 16,-4 3 2-16,1 4 0 15,0 4-1-15,1 5 0 16,3 0 1-16,4 3-1 15,0-2 0-15,6 0 1 16,1-4 2-16,4 0 0 16,4-5 0-16,6-2 0 15,2-5-3-15,6-2 2 0,0-4 0 16,5-2-5-16,4-3 10 16,1 0-6-16,1-7-9 15,-2-10-58-15,-2-5-82 16</inkml:trace>
  <inkml:trace contextRef="#ctx0" brushRef="#br0" timeOffset="326.95">14231 7659 99 0,'0'0'27'0,"0"0"-18"0,0 0 13 0,0 0-12 0,0 0 5 16,-20 47 1-16,20-23-2 15,0 7-5-15,2 5-5 0,1 2-1 16,3 2 0-16,0 2-2 15,3-2 1-15,-3-1-2 16,4-3 1-16,-3-3 0 16,2-2-1-16,0-5-2 15,-2-8-46-15,3-7-76 0</inkml:trace>
  <inkml:trace contextRef="#ctx0" brushRef="#br0" timeOffset="870">14475 8082 202 0,'0'0'1'16,"0"0"0"-16,0 0-2 16,0 0 1-16,0 0-4 15,0 0 1-15,0 0 9 0,0 0 4 16,-5-37 5-16,0 32 3 15,2 0-5-15,0-2-2 16,-3 3-6-16,2 0-4 16,0-1 2-16,-5 4 0 15,0 1-2-15,-2 0-3 0,-2 0 3 16,-3 10-2-16,3 2 2 16,-3 3-2-16,5-1 3 15,2 3-2-15,0-1 1 16,7-1-1-16,2 1 1 15,0-2 3-15,0-1-2 0,9 0-1 16,2-3 1-16,2-4-2 16,1-2-1-16,3-4-3 15,2 0 1-15,3-3 3 16,-3-7-3-16,2-3 3 0,-2-1 1 16,-4-3 0-16,-3-1 1 15,-2 2 0-15,-6 2-1 16,-1 1 0-16,-3 3 0 15,0 3 2-15,0 4 4 16,0 3 1-16,0 0-5 0,0 0-4 16,2 6 0-1,2 5-1-15,1 3 3 0,4 0-1 16,-2 1 0-16,4 0-2 16,2-2-25-16,0-2-48 15,2-5-48-15</inkml:trace>
  <inkml:trace contextRef="#ctx0" brushRef="#br0" timeOffset="1302.33">14931 7986 238 0,'0'0'7'0,"0"0"-4"0,0 0-2 0,-12-36-1 0,-2 32-5 15,-1 1-2-15,-3 3 5 16,-2 0-1-16,2 0 8 16,0 6-2-16,3 2 0 0,1 2-2 15,1 2 2-15,4-1-3 16,4 2 1-16,3-2-1 16,2-1 1-16,0-2 2 15,7-2-2-15,4 0 3 16,4-3 0-16,2 1-4 15,7-1 3-15,-4 1 0 0,4 0-2 16,-1 2 0-16,-4 0-1 16,-4-1 1-16,-4 1-1 15,0 1 0-15,-7 0-1 0,-3 3 1 16,-1 0-1-16,0-1-1 16,-5 1 2-16,-11 1 1 15,-1-3 2-15,-3 1-1 16,1-1 0-16,0-2-4 15,2-1 4-15,3-4-4 16,5-1-3-16,5 0-31 0,4 0-84 16</inkml:trace>
  <inkml:trace contextRef="#ctx0" brushRef="#br0" timeOffset="1800.97">15174 7936 191 0,'0'0'4'0,"0"0"0"0,0 0-1 0,17-37 1 0,-17 34 5 16,-4 3 0-16,-7 0-5 16,-3 0-3-16,1 2 1 15,0 4 8-15,-3 3-8 16,1-2 0-16,1 2 3 15,3 1-2-15,-2 0-2 0,3-2 0 16,4 2 0-16,1-3 0 16,4 3 0-16,1-2 3 15,0-3-1-15,4 2 0 16,5-2 0-16,5 0 1 16,1 2-2-16,3-1 1 15,-3 0-3-15,2 1 2 16,-2 0-2-16,-1-2 0 0,-3 1 0 15,-1 1 0-15,-3-1 1 16,0 0-2-16,-5-1-1 16,0 1 2-16,-2-2-1 15,-4 2-2-15,-8-2 2 0,-1 2 4 16,-5-1-2-16,-1-2 0 16,-2 3 0-16,0-2 1 15,4-1-1-15,1 0-1 16,3-2 1-16,4-1-1 15,4 0 1-15,5 0-1 0,0 0-8 16,10-7-61-16,3-6-70 16</inkml:trace>
  <inkml:trace contextRef="#ctx0" brushRef="#br0" timeOffset="2048.88">15331 7951 153 0,'0'0'83'0,"0"0"-77"0,0 0 13 0,0 0-10 16,0 0-3-16,0 0-3 15,0 0-3-15,0 0-1 16,0 0 3-16,4 46 0 16,-4-29-1-16,0 2-1 15,0-3 2-15,4-1 1 0,-1-2-2 16,3-2 0-1,1-3 1-15,-2-2-2 0,3-2-7 16,-2-4-41-16,0 0-63 16</inkml:trace>
  <inkml:trace contextRef="#ctx0" brushRef="#br0" timeOffset="2192.23">15312 7853 283 0,'0'0'-2'0,"0"0"10"16,0 0-6-16,-34-42-3 16,31 38-47-16,3-2-146 15</inkml:trace>
  <inkml:trace contextRef="#ctx0" brushRef="#br0" timeOffset="3253.28">15452 7696 241 0,'0'0'-1'16,"0"0"3"-16,0 0-2 15,0 0 0-15,28-42 0 0,-15 37 0 16,1 1-1-16,0 2-3 15,3 2 7-15,-1 0-2 16,2 10-1-16,-1 7-1 16,-1 6 1-16,0 8-1 15,-2 6 1-15,-1 6 1 0,-2 7 0 16,-6 2 0-16,-1-1-2 16,-4 3 2-16,0-4 0 15,0 2 1-15,-6-5 1 16,0 0 3-16,-3 0-2 15,5-1-1-15,-2-4-2 0,2-3-1 16,3-3 0-16,1-3 2 16,0-3-2-16,0-3 0 15,4-3 1-15,3-6 1 16,0-3-1-16,2-7-1 16,-2-3 0-16,1-5-1 0,1-2 1 15,-1-9 0-15,1-8 4 16,-1-1-1-16,-1-4-2 15,-1-1-1-15,-3-4 2 16,-3 4 0-16,0-4 0 16,-3 4 3-16,-6-4 0 0,-1 2-2 15,0 0 1-15,-1 0-1 16,0 2-3-16,2-1 1 16,-1 4-1-16,4 0 1 15,-2 2-1-15,4 3 1 16,1 2-2-16,-2 2 1 15,1 3 1-15,1-1-2 0,1 3 1 16,-2-1-2-16,0 0 2 16,2 3 0-16,0 1 0 15,1-1 1-15,1 2-1 16,0-1-1-16,0 1-1 16,1 1 1-16,7-1 0 0,1-2 1 15,4 1 0-15,1-3-2 16,2 1 4-16,3-2-5 15,-2-1 4-15,3 0-3 0,1 2 2 16,-1-3 1-16,1 4 0 16,-1-2-1-16,0 5 2 15,-5 0-2-15,-1 3 0 16,-3 1 0-16,-5 0-2 16,0 2-1-16,-2 5 1 15,-4 2 0-15,0 1 5 16,0 3-5-16,0 0 2 0,0 2 0 15,-8 2-1-15,5-3 2 16,1 2-1-16,2-2 1 16,0-5 0-16,0 2 1 15,3-4-1-15,8-1-1 0,-1-2 0 16,1-2 0-16,5-2 1 16,-1 0-2-16,2 0-17 15,-2-7-49-15,1-5-86 16</inkml:trace>
  <inkml:trace contextRef="#ctx0" brushRef="#br0" timeOffset="3423.2">15939 7751 267 0,'0'0'4'0,"0"0"6"0,-41-11-9 0,32 11-4 0,1 7-1 15,5 5-6-15,-1 3-27 16,4 1-43-16,0-3-19 16</inkml:trace>
  <inkml:trace contextRef="#ctx0" brushRef="#br0" timeOffset="3814.68">16225 7869 104 0,'0'0'31'0,"0"0"10"0,0 0-22 16,0 0-13-16,-40 0-3 15,34 0 1-15,-2 7-3 16,3 0 0-16,-1 3 1 16,0 3 0-16,-4 1 1 15,1 5-2-15,0 1 0 0,-4 2 3 16,4 0-1-16,2-1-1 16,1-3 1-16,2-3 0 15,4-1-1-15,0-3 1 16,5-1-2-16,5-3 1 15,4-2 4-15,7-1-1 16,2-3-1-16,3-1-3 0,4 0-4 16,1-3-52-16,-2-8-112 15</inkml:trace>
  <inkml:trace contextRef="#ctx0" brushRef="#br0" timeOffset="4297.45">16377 7949 165 0,'0'0'0'16,"0"0"21"-16,0 0-7 16,0 0-11-16,0 0 4 15,0 0-1-15,35-45 3 16,-19 40 5-16,3-1-3 0,4 5-5 15,0 1 0-15,-3 0-4 16,2 4-1-16,-3 6-1 16,-4 4 0-16,-3 1 1 15,-2 1-1-15,-7-1-1 16,-2 0 0-16,-1-1 3 0,-1 0-4 16,-10-2 2-16,-3-1 2 15,-1-1-1-15,-2-4-1 16,4-2 2-16,-1-2-2 15,3-2 1-15,5 0 1 16,-1 0 6-16,4-6 1 16,3-4-3-16,0 0-4 0,0 0 2 15,0 0-3-15,6 3 2 16,2 2-3-16,1 2 1 16,0 3 2-16,4 0-2 15,0 0-1-15,2 4 0 0,0 5 0 16,1-1 0-16,1 3-1 15,-1-1-3-15,0-3-23 16,1-5-47-16,-1-2-56 16</inkml:trace>
  <inkml:trace contextRef="#ctx0" brushRef="#br0" timeOffset="4555.68">16889 7709 266 0,'0'0'3'0,"0"0"5"0,0 0-8 0,0 0-5 16,0 0 5-16,0 0 0 16,-21 48 2-16,19-19-1 15,-1 4 0-15,3 2 1 0,0 0-1 16,3 0 0-16,2-5-1 15,0-3-1-15,0-5-12 16,-3-7-15-16,-1-6-26 16,-1-5-43-16</inkml:trace>
  <inkml:trace contextRef="#ctx0" brushRef="#br0" timeOffset="4874.59">16716 7908 237 0,'0'0'-3'0,"0"0"-5"15,0 0 8-15,36 0 2 16,-13-5-2-16,4 0 1 16,5-1 1-16,2-4-2 0,4 3 0 15,-3 0 3-15,1 0 0 16,-4 3 0-16,-3 1-1 15,-4 3-1-15,-6 0-1 16,-5 3 0-16,-4 5-1 0,-4 3 0 16,-2 5 1-16,-4-5 6 15,1 6-4-15,-1-2-1 16,0-1 0-16,0 0 0 16,1-3-1-16,2-2 1 15,3-6-10-15,-1-3-109 16</inkml:trace>
  <inkml:trace contextRef="#ctx0" brushRef="#br0" timeOffset="5024.96">17144 7697 313 0,'0'0'-12'15,"0"0"14"-15,0 0 0 16,-42-12-10-16,32 16-40 15,1 3-56-15</inkml:trace>
  <inkml:trace contextRef="#ctx0" brushRef="#br0" timeOffset="5425.3">17329 7864 168 0,'0'0'8'0,"0"0"-7"15,-38 39 1-15,24-23-1 16,1 0 1-16,3-2 0 0,3 0-1 16,4-3 4-16,3 1 3 15,0-2-4-15,1-2-1 16,8-4-2-16,6-1 4 15,1-3 0-15,5 0 2 16,2-4 2-16,-1-6-2 0,-2-3 4 16,0 0 0-16,-7-1 0 15,-3 0 11-15,-4-1 0 16,-6 0-5-16,0 2-6 16,-2 1-8-16,-11 0-3 15,-1 5 1-15,-4 3-1 16,-2 4 0-16,0 0-2 0,0 3 0 15,3 6-9-15,3 3-18 16,4-2-22-16,6-3-43 16</inkml:trace>
  <inkml:trace contextRef="#ctx0" brushRef="#br0" timeOffset="5750.32">17498 7862 155 0,'0'0'2'16,"0"0"0"-16,0 0 4 16,0 0-1-16,36 3-4 15,-33 7 0-15,-3 3 1 16,0 2-1-16,0 1 2 0,0-2-1 16,-5 0 0-16,3-4-2 15,1-2 0-15,-1-4 1 16,2-4 2-16,0 0 24 15,7-4 4-15,9-8-27 16,4-5 0-16,4 1-2 16,3-2 2-16,2-1 5 15,0 5 0-15,-2 3 4 0,0 6 2 16,0 5-10-16,-4 4-5 16,-2 15-1-16,-6 8-3 15,-10 3-22-15,-8 2-95 16</inkml:trace>
  <inkml:trace contextRef="#ctx0" brushRef="#br0" timeOffset="6647.52">12409 8221 24 0,'0'0'10'0,"0"0"-7"0,0 0 4 0,0 0 10 16,0 0-7-16,0 0 0 15,0 0 3-15,0 0 2 0,0 0-4 16,0 0-3-16,0 0 1 16,0 0 1-16,-36 13-4 15,35-13-1-15,1 2-3 16,0-2-3-16,0 2 3 15,0 0 0-15,3 1 0 16,6-2 1-16,5 0 3 16,3 0 0-16,6-1 0 0,6 0-1 15,3 0 0-15,5 0-1 16,5-2 1-16,3-2 3 16,5-2 1-16,1 1-3 15,7 0 1-15,0 1-3 0,5-3-2 16,-1 1-1-16,1 2-1 15,-4-3 1-15,-2 0-1 16,-4 0 2-16,-5-1 0 16,-3 0 4-16,-5 1 3 15,-5 1-5-15,-5 3-2 16,-5-1-2-16,-5 3 1 0,-9 1-1 16,-2 0 0-16,-5 0-3 15,-2 0-8-15,-2 0-16 16,-2 4-5-16,-7 0-6 15,-4-1-16-15</inkml:trace>
  <inkml:trace contextRef="#ctx0" brushRef="#br0" timeOffset="6789.65">13352 8104 86 0,'0'0'67'0,"0"0"-25"0,0 0-12 0,0 0-20 0,0 0-8 16,41 2 0-16,-31 28-2 15,-4 10 0-15,-6 8 0 16,-5 2-158-16</inkml:trace>
  <inkml:trace contextRef="#ctx0" brushRef="#br0" timeOffset="7487.79">12724 9233 54 0,'0'0'27'0,"0"0"-29"0,0 0 2 0,0 0 0 16,0 0 2-16,0 0-2 15,0 0 0-15,0 0 2 16,0 0 3-16,0 0 15 15,16 24-3-15,-10-24-5 16,3 0-4-16,1 0-3 0,0 0 2 16,6 0 7-16,2 0 8 15,2-2 0-15,6-2-5 16,2 0-4-16,8-1-2 16,2 0-2-16,2-1 0 15,5 1-5-15,0 0 0 0,4-2 2 16,-2 0 0-16,4 1 2 15,-5 1 0-15,4-1-2 16,-5-1-5-16,-2 3 0 16,-4 0-1-16,-3-1 0 15,-5 2 0-15,-4 0-1 0,-2 1-3 16,-5 0-7-16,-4 2-21 16,-5 0-23-16,0-2-50 15</inkml:trace>
  <inkml:trace contextRef="#ctx0" brushRef="#br0" timeOffset="7688.02">13576 9052 235 0,'0'0'6'0,"0"0"3"0,0 0-7 16,0 0-1-16,0 0 0 15,0 0-2-15,42 34 1 16,-33-7 1-16,-2 9-2 16,-5 3-20-16,-2 2-71 15</inkml:trace>
  <inkml:trace contextRef="#ctx0" brushRef="#br0" timeOffset="8120.96">14503 8988 290 0,'0'0'-6'16,"0"0"13"-16,0 0 4 15,0 0-9-15,0 0-7 0,0 0-1 16,0 47 4-16,0-17 1 16,1 4 2-16,3 0 0 15,0-2 0-15,0-3-2 16,-2-2 2-16,1-6-1 0,-2-2-15 16,-1-5-23-16,0-5-31 15,0-8-26-15</inkml:trace>
  <inkml:trace contextRef="#ctx0" brushRef="#br0" timeOffset="8575.87">14481 8961 160 0,'0'0'5'0,"0"0"13"0,45-51-12 16,-28 37-2-16,3 5-2 15,1 1 1-15,-4 4 4 16,4 4 2-16,-4 0 0 16,2 4-1-16,1 10-1 15,-5 3-6-15,1 5-2 16,-5-1-2-16,-4 0-5 0,-3 2 2 16,-4-3 2-16,0-2 4 15,-4 1-1-15,-7-2 1 16,-5 0-2-16,-2 0 3 15,-2-4-2-15,1 1-2 0,2-4 1 16,4-5-3-16,0 0 1 16,8-4 2-16,3-1-1 15,2 0 6-15,0 0 0 16,2 0 7-16,5 0 7 16,4 0-4-16,2 0 0 15,3 0 2-15,1 0-1 0,4 0 1 16,-2 4-4-16,4 2-2 15,-3 1-6-15,3 2-1 16,-3 1-3-16,0 1-1 16,-1-1-12-16,0 1-21 15,-3-5-19-15,-3 0-38 0</inkml:trace>
  <inkml:trace contextRef="#ctx0" brushRef="#br0" timeOffset="8996.51">15054 9149 211 0,'0'0'-13'0,"0"0"-22"0,0 0 7 0,0 0 7 0,0 0 7 15,0 0 11-15,0 0 5 16,0 0 6-16,41 8 26 15,-27-13 12-15,1-4-23 16,2-2-21-16,-2 0-2 16,-2-2-4-16,-3 0-6 0,-4 3 7 15,-4 0 3-15,-2 3 1 16,0 2 3-16,-4 2 9 16,-5 1-8-16,-3 2-1 15,-3 0 2-15,-1 5-3 16,-1 7-2-16,-1 2 1 15,3 2-1-15,1 1-1 0,3 1 1 16,4-1-1-16,3 0 2 16,3-3 0-16,1-1 1 15,5 0 2-15,8-3-2 16,7-3-2-16,5-1-1 16,6-3 1-16,3-3-16 0,0 0-48 15,1 0-59-15</inkml:trace>
  <inkml:trace contextRef="#ctx0" brushRef="#br0" timeOffset="9572.34">15514 9082 200 0,'0'0'2'0,"0"0"-1"15,-47-3 5-15,29 3-6 16,-4 6-1-16,1 2 2 0,3 4-1 15,0-2 0-15,4 3 1 16,2-1 0-16,5 1 0 16,2 0-1-16,3 0 2 15,2-2 1-15,3-1-1 16,8-3 0-16,5-1-4 0,4-2 0 16,-1-4-3-16,2 0-2 15,-1-1 1-15,4-8 5 16,-5-2 3-16,0-2 1 15,-3 0-2-15,1-4 4 16,-3 1-2-16,-3-2-2 0,-3 2 0 16,-2 2 0-16,-4 1 3 15,-2 4 9-15,0 3 20 16,0 1-8-16,-2 5-16 16,-4 0-9-16,0 0-2 15,-1 9 3-15,1 5 0 16,2 5-1-16,0-1 2 15,4 5-2-15,0 1 1 0,2 0 0 16,4 0 0-16,3 2 0 16,-1-2 0-16,0 3-1 15,-1-3 1-15,1-1 0 0,0 2-2 16,-4-3 2-16,-2 2-1 16,-2-1 0-16,0-1-2 15,0-2 1-15,-6-1 1 16,-4-2 0-16,-3-6 0 15,-1-1-1-15,-1-4 1 16,-5-2 0-16,3-2 0 0,2-2 0 16,0 0-24-16,3-8-39 15,1-9-55-15</inkml:trace>
  <inkml:trace contextRef="#ctx0" brushRef="#br0" timeOffset="10049.64">15726 9095 188 0,'0'0'-6'0,"0"0"16"0,0 0 2 15,47-20-7-15,-33 20-4 16,-1 0 0-16,0 0 0 16,-2 10 0-16,2 3 2 0,-3 4 9 15,-1 1-9-15,-1 2-5 16,-4-3-2-16,-1 0-3 15,-3-5 4-15,0-4-1 0,0-1 2 16,-4-3 2 0,1-2 4-16,-1-2 7 0,-1 0 8 15,2-3 5-15,0-8-2 16,1-2-7-16,2-3-3 16,0-3-7-16,0-2 4 15,4-1-12-15,5-1 2 16,0 2 0-16,5 1-14 0,0 4 2 15,1 5-5-15,2 2-13 16,-3 2-34-16,-1 6-24 16</inkml:trace>
  <inkml:trace contextRef="#ctx0" brushRef="#br0" timeOffset="10392.19">16062 9142 137 0,'0'0'-3'0,"0"0"9"16,50 0 3-16,-31-6-8 15,1-4 0-15,-5-1 0 16,1-1 0-16,-5 1 0 16,-4-5 17-16,-1 2 5 15,-3-1 4-15,-3 2-15 0,0 0-4 16,-1 0-1-16,-7 6-3 15,-1 2-1-15,-3 3-8 16,-1 2 3-16,2 3 3 16,-2 8-1-16,2 5 1 15,2 4-1-15,0 1 0 16,6 2 1-16,-1-3 0 0,4 1 0 16,0-1 0-16,4-5 1 15,8 1-1-15,3-4 0 16,2-4-16-16,2-5-64 15</inkml:trace>
  <inkml:trace contextRef="#ctx0" brushRef="#br0" timeOffset="10803.72">16508 9017 252 0,'0'0'4'0,"0"0"4"15,0 0-8-15,0 0 0 16,0 0-6-16,-48-23 0 16,36 23 1-16,0 0 3 0,1 3 4 15,1 5-2-15,0 1 0 16,2 1 1-16,0 1-1 16,4 3 0-16,4-2 0 15,0 2 0-15,0-3 1 16,9-2-1-16,5 2-1 15,3-5 1-15,1-1 1 0,1 0 1 16,2-1 0-16,-1-1 0 16,1 1 0-16,-6 2-1 15,1-2-1-15,-4 2 0 16,-4 0 0-16,-4-1-1 16,-4 1 0-16,0 2 1 15,-4-1-2-15,-9 0 2 0,-6 2 0 16,0-1 1-16,-3 1-1 15,3-2-1-15,-1-1-6 16,6 0-18-16,6-6-47 16,4 0-77-16</inkml:trace>
  <inkml:trace contextRef="#ctx0" brushRef="#br0" timeOffset="11539.78">16808 9007 178 0,'0'0'5'0,"0"0"28"0,0 0 4 0,0 0-14 16,0 0-16 0,-7-39-5-16,-4 35 3 0,0 3-9 15,0-1 3-15,-3 2 5 16,-1 0-3-16,-1 2 0 15,1 5-1-15,0 4 0 16,3 0-1-16,2 1 1 16,4-1 0-16,3 2-1 0,3-2 0 15,0-1-1-15,9-2 1 16,7-1-2-16,-1 0 2 16,6-3 0-16,1 0 0 15,1-1 1-15,-4 1 3 16,2-1-2-16,-1 0 0 0,-4 1 0 15,0 2 0-15,-3 0-1 16,-3-1 0-16,0 4-2 16,-6-2 0-16,-1 2-1 15,-2-2 1-15,-1 0 1 0,0-1 0 16,-4 0-2-16,-9 0 2 16,0-1 1-16,-3 0 1 15,2-1-1-15,-2-1-4 16,5 0 2-16,-1-3 1 15,7 0 0-15,-1 0 1 0,6 0 2 16,0-4-1 0,1-5-9-16,11-3 3 0,1-1 2 15,4-2-1-15,3-1-6 16,-2 0-11-16,5-1-8 16,-6 1 7-16,4 2 11 15,-3 1 12-15,-1 3 1 0,2 0 1 16,-2 3-1-16,0 0 1 15,-1 3-1-15,-1 2 5 16,-2 1 3-16,-2 1 8 16,0 0-3-16,-5 3 5 15,1 5-1-15,0 2-8 0,0 3-4 16,-4 1-5-16,-1 2-4 16,0 0 0-16,0-4 2 15,0 2 0-15,0-5 0 16,3-2 0-16,2 0-15 15,1-5-14-15,1-2-44 0,-2 0-74 16</inkml:trace>
  <inkml:trace contextRef="#ctx0" brushRef="#br0" timeOffset="11722.29">17085 8883 231 0,'0'0'-6'0,"0"0"9"0,-37-4-3 0,27 4-11 0,3 4-40 16,1 2-12-16,4-2-28 16</inkml:trace>
  <inkml:trace contextRef="#ctx0" brushRef="#br0" timeOffset="12212.45">17337 9004 112 0,'0'0'15'16,"0"0"13"-16,-46 13-10 15,32-5-3-15,3 1-7 16,0-1 0-16,3 4 0 16,3-1-3-16,4 1 0 15,1 0-5-15,0 0 2 0,1-1-1 16,9-1-1-16,2-3 0 15,-1-3 2-15,5 0-1 16,1-3 3-16,3-1-2 16,0 0 1-16,2 0-2 15,0-5 5-15,2-2 4 0,-6-3-8 16,1 0-1-16,-3-3 0 16,-5-1 2-16,-3-3 1 15,-3 2 5-15,-4 0 7 16,-1 1-4-16,-3 3-5 15,-9 2-1-15,-4 5-5 0,0 4-5 16,-5 0 3-16,2 0-2 16,-1 11-8-16,2 2-6 15,4 1-4-15,1-4-23 16,8-1-51-16</inkml:trace>
  <inkml:trace contextRef="#ctx0" brushRef="#br0" timeOffset="12846.05">17640 8987 146 0,'0'0'4'0,"0"0"19"0,0 0-14 16,0 0 0-16,0 0 0 15,0 0-1-15,0 0-1 16,0 0-3-16,0 0 0 0,0 0-1 16,-19 24-1-16,19-13 1 15,0 2 0-15,2 1-1 16,4 0 0-16,0 1-2 16,-1-1 0-16,-1-3 0 15,2-1 1-15,-3-1-1 0,0-2 0 16,0-1 0-16,-2-3 0 15,1-1 0-15,-2-2 0 16,2 0-1-16,-2 0-3 16,0 0 4-16,0-1-5 15,0-6-11-15,0-3 14 16,0 1 2-16,0-3-1 0,0 0 0 16,0-2 2-16,0 0 5 15,0 1 7-15,5 0 2 16,3 0 0-16,-2 2-5 0,6 3-9 15,-1-1-1-15,2 3-2 16,3-1 5-16,-2 2-3 16,2 0 1-16,-3 3 1 15,2 0-2-15,-3 2 0 16,1 0 0-16,0 0 1 0,-4 0-1 16,3 1 0-16,-2 5 0 15,1 3 1-15,-1 0 0 16,-4 0-4-16,1 3 7 15,-2 0-1-15,2 3-3 16,-3 0 1-16,-2-1 0 16,-2 3-3-16,0-4 2 0,0 3-1 15,-2-2 1-15,-7-1-2 16,0-5-14-16,0-3-48 16</inkml:trace>
  <inkml:trace contextRef="#ctx0" brushRef="#br0" timeOffset="20511.77">18048 7946 53 0,'0'0'26'0,"-2"0"-3"0,2 0-9 0,0 0-4 15,0 0-2-15,0 0-2 0,0-3 0 16,-1 3 0-16,1 0 1 15,0-1 0-15,0 1-1 16,0 0-4-16,0 0-5 16,0 0-1-16,3-2 3 15,3 1 3-15,4-2 2 0,5-3 4 16,0 0 2-16,5-1-2 16,5-3 0-16,5-1 1 15,4 0-1-15,5-4 1 16,5 1-1-16,2-3-1 15,4 0-2-15,3 2-2 16,-4-2-1-16,1 1-1 0,-4 3 0 16,1-1-1-16,-10 3 2 15,-2-1-1-15,-4 3 1 16,-4 1-2-16,-5 2 0 16,-6 2 0-16,-3 4 0 15,-6 0 0-15,-5 0-14 0,-2 3-57 16,-3 0-41-16</inkml:trace>
  <inkml:trace contextRef="#ctx0" brushRef="#br0" timeOffset="20917.96">19097 7670 139 0,'0'0'3'0,"0"0"6"0,0 0-1 0,0 0 4 15,0 0 8-15,0 0-11 16,0 0-11-16,0 0 2 16,0 0 0-16,0 0 0 15,22 50 0-15,-16-30 1 16,-1 1-1-16,1-1 1 0,-3 1-1 15,-2-4-9-15,0-4-31 16,-1-6-34-16</inkml:trace>
  <inkml:trace contextRef="#ctx0" brushRef="#br0" timeOffset="21365.89">19206 7609 115 0,'0'0'-3'15,"0"0"5"-15,0 0 0 16,0 0 2-16,43-38 0 16,-27 32 4-16,-2-1 1 15,3 3 4-15,2 2 5 16,0 1-6-16,3 1-7 0,-5 0-2 15,2 1-3-15,-3 8 1 16,1 2-1-16,-4 2-1 16,-3 1 1-16,0 2 0 15,-1 1 1-15,-5 0 2 16,1 0-1-16,-2-1-1 0,-3 2-2 16,0-2 1-16,-5 0 2 15,-2 1-1-15,-6-2-1 16,-3 2 5-16,-4-3 0 15,-3 2-7-15,-1-3 8 16,-5-1-4-16,2-1-3 0,0-4 6 16,4 1-3-16,0-4 3 15,6 0-1-15,3-2-2 16,3 1-1-16,3-2 0 16,2 0-11-16,6-1-58 0,0 0-51 15</inkml:trace>
  <inkml:trace contextRef="#ctx0" brushRef="#br0" timeOffset="21656.03">19597 7690 144 0,'0'0'3'0,"0"0"10"0,0 0 3 16,0 0 0-16,0 0-15 15,0 0-2-15,0 0 1 16,0 0 1-16,0 0 1 0,15 37-2 16,-10-22 1-16,-3 0-1 15,1-1 2-15,-1 1-1 16,0-2 1-16,3-2-5 15,-5-6-50-15,2-5-40 16</inkml:trace>
  <inkml:trace contextRef="#ctx0" brushRef="#br0" timeOffset="21806.73">19646 7490 245 0,'0'0'-24'16,"0"0"24"-16,0 0-2 16,0 0-106-16</inkml:trace>
  <inkml:trace contextRef="#ctx0" brushRef="#br0" timeOffset="22262.47">19849 7662 190 0,'0'0'3'0,"0"0"2"16,0 0-5-16,0 0 0 16,0 0 1-16,0 0-4 15,0 0 2-15,13-37-1 0,-23 36 2 16,-4 1-2-16,1 0 7 15,-3 0-1-15,3 4-3 16,2 4 0-16,1 4-2 16,4-2 1-16,2 2 0 15,4-2-2-15,0 0-1 0,4 0-2 16,5-3 6-16,3-1 0 16,2-2 2-16,1 1 2 15,0 0-1-15,-1-1-1 16,0 1-3-16,-3 1 1 15,-2-2-1-15,-3 1 0 16,-2-2 0-16,-4 0 1 16,0 1-2-16,-11 2 5 0,-7 1 2 15,-4-1-6-15,-2 2 2 16,-2-1 2-16,1 0-3 16,4-1 0-16,7 0-1 0,6-3 1 15,5-1-11-15,3-2-48 16,9 0-31-16</inkml:trace>
  <inkml:trace contextRef="#ctx0" brushRef="#br0" timeOffset="22567.12">20052 7626 190 0,'0'0'1'0,"0"0"6"0,0 0-5 0,0 0-3 0,0 0 1 16,-39-11-1-16,26 11 2 16,1 7-2-16,-1 2 1 15,1 1 0-15,4 5 1 16,1-1 1-16,1 1 0 16,4 1 3-16,2-1-3 0,0-2 1 15,1-2-2-15,8-1 2 16,2-3 8-16,3-3 3 15,1-1 0-15,4-3-6 16,5 2-4-16,0-2-3 16,-1 0-1-16,0 0-17 0,-1-9-72 15</inkml:trace>
  <inkml:trace contextRef="#ctx0" brushRef="#br0" timeOffset="22924.92">20177 7656 235 0,'0'0'2'16,"0"0"0"-16,0 0 2 15,0 0-3-15,0 0 2 0,40-14-2 16,-28 14-1 0,0 1 0-16,0 9-1 0,0 0 1 15,-5 4-2-15,3-1 1 16,-5 3 0-16,0-5 0 15,-3 1 2-15,-1-5-1 16,-1 1 0-16,0-5-2 16,0 1 0-16,-6-4 0 0,-1 0 6 15,-1 0-1-15,1-5 2 16,-1-5 3-16,3-2 10 16,1-5-12-16,2 0-1 15,2-3 3-15,0-1-5 16,4 0 1-16,7 1-4 15,5 1-2-15,0 2-6 0,2 3-19 16,1 3-36-16,-1 2-97 16</inkml:trace>
  <inkml:trace contextRef="#ctx0" brushRef="#br0" timeOffset="23313.58">20428 7663 208 0,'0'0'19'0,"0"0"-24"16,0 0 5-16,0 0 3 0,0 0-2 16,43 19 0-16,-33-19 0 15,3 0-1-15,-2 0 1 16,-1 0 1-16,2-3-1 16,-4-2 1-16,-1-3-1 0,-1 0 0 15,0-1 0-15,-3-2-1 16,-2 2 1-16,-1 1-1 15,0 0-1-15,-1 4 1 16,-7 3-3-16,-1 1 0 16,-4 0 3-16,0 5 1 15,1 7-1-15,1-1 2 0,4 5-4 16,1-2 5-16,5 0-2 16,1-1 0-16,0-2-2 15,7 0 2-15,3-2 2 16,2-1 0-16,2-2 1 15,2 0-2-15,2-3-1 0,1-3 0 16,2 0-7-16,-1-1-29 16,4-12-69-16</inkml:trace>
  <inkml:trace contextRef="#ctx0" brushRef="#br0" timeOffset="23593.79">20721 7311 226 0,'0'0'1'0,"0"0"-1"0,0 0-6 0,0 0 4 16,0 0 2-16,-22 40-1 15,19-20 0-15,2 2 2 16,1 5-1-16,0 2 0 0,0 3 0 15,2 1 0-15,4 0 1 16,0-2 1-16,0-1-1 16,0-3 0-16,-3-3-1 15,5-4 1-15,-3 0-6 16,4-5-35-16,0-5-39 0</inkml:trace>
  <inkml:trace contextRef="#ctx0" brushRef="#br0" timeOffset="23984.68">20911 7683 136 0,'0'0'98'16,"0"0"-96"-16,0 0 2 16,0 0-3-16,0 0 0 15,0 0-1-15,0 0-2 16,0 0-9-16,3-27 0 0,1 23 11 15,-1-2 1-15,3-1 1 16,-3 0-1-16,-1 1-1 16,0 2 0-16,-2 0 0 15,0 1-3-15,0 1-7 16,-4 2 0-16,-4 0 3 0,0 1 6 16,-1 7-1-16,-2 3 0 15,1 4 4-15,-2 0-1 16,3-1 1-16,1 2 1 15,4-3 0-15,3-2 1 0,1-1-1 16,0-3 3-16,2-1 1 16,6-2 3-16,3-2-1 15,0-1-3-15,1-1-4 16,1 0 0-16,0-5-9 16,-1-7-24-16,-3-3-55 15</inkml:trace>
  <inkml:trace contextRef="#ctx0" brushRef="#br0" timeOffset="24141.05">20794 7472 248 0,'0'0'-6'0,"0"0"0"0,58-5-19 0,-28 0-65 0</inkml:trace>
  <inkml:trace contextRef="#ctx0" brushRef="#br0" timeOffset="25401.29">18163 9174 33 0,'0'0'25'0,"0"0"-8"0,0 0-5 0,0 0 0 15,0 0-4-15,0 0-4 16,0 0-2-16,0 0-1 16,37 8-1-16,-23-3 1 0,1-2-1 15,1 4 1-15,2-1-1 16,2 2 1-16,-1 0 2 16,6 0 1-16,2 2 7 15,1 0-1-15,6 0-4 16,2 1-3-16,5-1 0 15,-1 1-2-15,2 0 0 0,2-3-1 16,-1 2 3-16,3-3 9 16,0 0 1-16,-1-3-5 15,2 3-5-15,-1-1-3 16,-2 5 1-16,-4-2-1 0,-2 1 0 16,-6 0 1-16,-7-2-1 15,-2 2 0-15,-7-4 0 16,-5 1 0-16,-6-3-16 15,-5 1-47-15</inkml:trace>
  <inkml:trace contextRef="#ctx0" brushRef="#br0" timeOffset="25933.07">19485 9372 94 0,'0'0'5'0,"0"0"15"0,0 0-6 0,0 0-3 15,0 0 3-15,0 0 7 16,0 0-4-16,0 0-5 16,0 0-2-16,0 0-6 15,-20-36-2-15,17 35-2 0,0 1 0 16,-1 0 0-16,-1 0 1 15,-2 0-2-15,-1 4 0 16,0 6 1-16,-2 2 0 16,0 2 1-16,3 3-1 15,-2 3 1-15,5-1 0 0,-1 0 0 16,5 0 1-16,0 0 0 16,3-3-1-16,2-2 1 15,5 0 1-15,1-2-2 16,0 1 2-16,2-4-1 15,4 1-1-15,-2-1-2 0,4-2 1 16,0-4-7-16,2-2-31 16,1-1-49-16</inkml:trace>
  <inkml:trace contextRef="#ctx0" brushRef="#br0" timeOffset="26289.85">19708 9457 208 0,'0'0'9'16,"0"0"-1"-16,0 0-8 16,0 0 1-16,0 0 0 0,-39 47-1 15,39-33 1-15,0-1 0 16,0-2-2-16,0-1 1 16,7-1-2-16,3-2 0 15,0-3 2-15,3-2 2 16,3-2-1-16,1 0 0 15,0-2 2-15,0-5-2 0,-1-2 1 16,-3-3 0-16,-2 0 1 16,-4-2 8-16,-5 1 11 15,-2-2-1-15,0 1-3 16,-5 1-5-16,-4 0-2 16,-4 3-6-16,0 4-5 0,-1 4 2 15,-1 2 0-15,-1 0-5 16,3 8 1-16,2 9-18 15,2-3-20-15,4 2-30 16,3-3-49-16</inkml:trace>
  <inkml:trace contextRef="#ctx0" brushRef="#br0" timeOffset="26774.74">19873 9503 217 0,'0'0'1'16,"0"0"-1"-16,0 0 1 16,0 0 2-16,0 0 1 15,0 0 12-15,0 0-6 0,0 0-11 16,0 0-2-16,19-6 3 16,-16 19 1-16,1 1 0 15,2 0 0-15,0 0-1 16,-1-2-2-16,0-2-6 15,-3-2-2-15,0-2 2 0,0-2 2 16,-1-3 1-16,0-1-1 16,1 0 5-16,1-4 4 15,-1-4-2-15,2-4 0 16,1-2-1-16,1-3 1 16,4-3-2-16,-1 2 2 15,3-1-1-15,1 2 0 0,1 0 1 16,2 7 2-16,-2 1 0 15,-1 3 2-15,0 3-2 16,0 3-1-16,-1 0-1 16,2 3 1-16,-1 9 1 15,0 1-1-15,-3 4-1 0,-1 2 0 16,0-1-1-16,-4 2 1 16,1-3-1-16,-4 1 0 15,1-2-1-15,-2-2-11 16,-1-1-10-16,0-1-33 15,0-6-30-15</inkml:trace>
  <inkml:trace contextRef="#ctx0" brushRef="#br0" timeOffset="27043.74">20311 9264 222 0,'0'0'5'0,"0"0"-1"0,0 0 2 0,0 0-2 15,0 0-2-15,0 0-7 16,0 0 4-16,0 0 2 16,-14 43-1-16,13-18 1 15,0 5-1-15,1-2 1 16,0 1-1-16,0-1 0 15,0-1-3-15,0-4-28 0,0-5-39 16,0-5-27-16</inkml:trace>
  <inkml:trace contextRef="#ctx0" brushRef="#br0" timeOffset="27421.7">20199 9440 200 0,'0'0'4'0,"0"0"-2"0,0 0-5 15,0 0-10-15,0 0 11 16,0 0 3-16,0 0 0 16,40 0 1-16,-22 0 2 15,4-3 1-15,-1-3 2 16,3 1-3-16,2 1-4 0,-1-1 1 15,-3 1-1-15,0 4 0 16,-3 0 0-16,-5 0 0 16,-4 0-1-16,-5 6 0 15,-4 5-2-15,-1 3-1 16,0 3 6-16,-5 0 0 0,-1 0 0 16,-2 1 2-16,5-3-1 15,1-1 1-15,2 0-2 16,0-5 1-16,0 1-2 15,9-3-1-15,3-4-4 16,-1-3-21-16,1 0-85 16</inkml:trace>
  <inkml:trace contextRef="#ctx0" brushRef="#br0" timeOffset="27564.18">20517 9332 281 0,'0'0'17'16,"0"0"-17"-16,0 0-4 16,0 0-47-16,0 0-62 15</inkml:trace>
  <inkml:trace contextRef="#ctx0" brushRef="#br0" timeOffset="28209.88">20565 9487 89 0,'0'0'24'0,"0"0"4"0,0 0 10 15,0 0-16-15,4-41-12 16,2 33-6-16,1 1-2 16,2 2-1-16,-1 0 3 15,0 3 0-15,-1 2 1 0,4 0-4 16,-4 0 1-16,2 7 0 16,2 4-2-16,-3-1 0 15,0 6 1-15,1-1-1 16,-3-1-1-16,1 1 0 15,-4-4 2-15,0 0-1 16,-2-1-1-16,0-4-3 0,-1 1-6 16,0-2-12-16,0-2 2 15,-1-3 15-15,-1 0 6 16,0 0 1-16,1 0 1 16,-1-9-1-16,2-2-2 15,0-1-2-15,0-3 7 0,2-3-5 16,5 1 1-16,2-3 0 15,-1 2 1-15,2 2 0 16,1 2 2-16,1 3 3 16,0 2 0-16,0 2-4 15,-3 3-2-15,2 1-1 0,1 3 1 16,-2 0 0-16,-3 0 0 16,3 6 0-16,-3 5 4 15,-2 2-4-15,-1 1-1 16,-1 3 0-16,-1 0 1 0,0 0-1 15,-2-1 1-15,2 0-1 16,-1-2 0-16,1-3-4 16,3-2-21-16,1-4-3 15,-1-2-5-15,3-3-27 16</inkml:trace>
  <inkml:trace contextRef="#ctx0" brushRef="#br0" timeOffset="28675.43">20970 9370 212 0,'0'0'15'0,"0"0"-2"0,0 0-8 0,0 0-3 0,0 0-9 15,0 0 6-15,0 0 2 16,0 0-1-16,-1 42 1 0,1-28-1 15,0 0 1-15,0 2 0 16,2-3-1-16,4-1 0 16,3-3 0-16,1-1 0 15,-1-1-4-15,3-5-4 0,-1-2-2 16,0 0-16-16,1 0 11 16,0-4 13-1,-5-7 3-15,4 0 4 0,-2-2 1 16,-2-2 3-16,1-1-5 15,-3 1-2-15,-1 3-1 16,-1 1 1-16,-1 2 8 16,-2 4 16-16,0 2 5 0,0 1-11 15,0 1-8-15,0 1-9 16,0 0-4-16,0 3 0 16,0 5 0-16,0 2 2 15,0 5-1-15,0 0 0 16,0 0 0-16,2 1 0 0,3-1 0 15,1-1-9-15,2-1-26 16,1-5-29-16,1-4-33 16</inkml:trace>
  <inkml:trace contextRef="#ctx0" brushRef="#br0" timeOffset="29813.21">21331 9363 208 0,'0'0'24'0,"0"0"-4"0,0 0-14 16,0 0-2-16,0 0-7 15,0 0 6-15,-40 5-1 16,31 7-2-16,1 3 0 16,1 3 0-16,0-2 0 15,4 2 0-15,3-2-7 0,0-1-11 16,0-3-11-16,2-4 8 15,8-1-3-15,-1-4 14 16,3-3 6-16,1 0 4 16,-2 0 1-16,0-4 0 0,-4-3-3 15,-1-2 1-15,-4 1 2 16,-2-1 0-16,0-1 0 16,0 0 0-16,-2-1 8 15,-3 3 11-15,2-2 1 16,1 1-7-16,1-1-7 15,1 0-4-15,0 3 0 0,0-3-3 16,1 3 1-16,5 1-1 16,3-1-1-16,1 4 1 15,2-1-2-15,-4 4 2 16,1 0 0-16,1 0 0 0,-5 0-1 16,1 7-1-16,-2 4 1 15,-2 1-1-15,-1 2 0 16,0 1-2-16,-1 1 4 15,0-2 0-15,0 2 0 16,0-3 1-16,0-2-1 16,0-1 0-16,0 0 1 0,4-1-1 15,4-5-6-15,-3 0-6 16,3-1-5-16,4-3 0 16,-3 0 7-16,2 0 6 15,1-7 2-15,-1-3 4 0,-1-1 2 16,0-1-1-16,-2-3 7 15,-3-2 2-15,1 1-5 16,-4-1 2-16,-1 3 2 16,1 0 4-16,-2 4 0 15,0 1-2-15,0 3-1 16,0 2-5-16,1 1-4 0,-1 2-3 16,0 1 0-16,1 0-3 15,2 0-3-15,-1 1-6 16,0 9 8-16,0-1 0 15,1 6 3-15,-2-2 1 16,2 4 3-16,1-1-3 0,-1-2 1 16,1 2-1-16,3-5 1 15,0-2 0-15,1-2 0 16,1-3-1-16,2-1 0 16,1-3 0-16,2 0 2 15,-1-3 0-15,0-4 0 16,2-5-1-16,-1-2 3 0,1-4 0 15,-1-1 1-15,1-3-1 16,-2 0-4-16,-2 2 0 16,-3 0-1-16,-4 5-3 15,-3 2 5-15,-1 3-1 16,0 3-3-16,-2 2 5 0,-5 4-3 16,0 0 1-16,1 1 0 15,1 0-1-15,0 1 1 16,1 7-2-16,3 0 1 15,0 2 0-15,1 0-2 16,0 0-1-16,2-2 4 0,5 1 0 16,1 0 1-16,3-1-1 15,0 1 1-15,1 0 1 16,1-1-1-16,-2 0 1 16,-4 2-2-16,2-1 0 0,-5 0 0 15,-1 0 0 1,-3-2 0-16,0 3 0 0,0-3 0 15,-6 0 1-15,-4 0 0 16,-4 0-2-16,-2-2 1 16,-1-2-1-16,-5-3-96 0</inkml:trace>
  <inkml:trace contextRef="#ctx0" brushRef="#br0" timeOffset="54543.73">14968 9443 35 0,'0'0'23'0,"0"0"-18"0,0 0 5 0,0 0-4 0,0 0-2 15,0 0-3-15,-40-6 0 16,32 6-1-16,2 0 0 15,0 0 1-15,1-1-15 16,1-1-43-16</inkml:trace>
  <inkml:trace contextRef="#ctx0" brushRef="#br0" timeOffset="54783.8">14801 9495 59 0,'0'0'-2'0,"0"0"-10"15,0 0 1-15,0 0-19 16</inkml:trace>
  <inkml:trace contextRef="#ctx0" brushRef="#br0" timeOffset="55508.72">14739 9511 13 0,'0'0'18'16,"0"0"-13"-16,0 0-5 0,0 0 0 15,0 0-3-15,0 0 7 16,0 0-2-16,-2 14-2 16,2-14 5-16,2 0 4 15,0 0 0-15,2 0 4 16,-2 0-2-16,0 0-2 16,2 0-4-16,0-3 2 0,1-1-5 15,0 1-2-15,2-1 1 16,-1 1-1-16,1 0 1 15,-1-2-1-15,4 2 0 16,-3 0 2-16,3 1 2 16,2 0 2-16,-1 2 0 0,3 0 2 15,3-2-4-15,0 2 2 16,2 0-3-16,1 0 0 16,0-1-1-16,2-1 0 15,1 1-1-15,0 0-1 16,2-1 1-16,0 2 0 0,3-3 0 15,2 3-1-15,2 0 1 16,-1 0 0-16,4-2-1 16,0 1 2-16,0 0-2 15,0-2 1-15,0 2 3 16,1-2 0-16,-1-1 4 0,-3 1 8 16,3 0-8-16,-3-1 1 15,0 1-2-15,-2 0-1 16,2 2 1-16,-1-1-2 15,0 1-3-15,5-2 0 0,-1 3-1 16,5 0 1 0,4 0-1-16,2 0-1 15,2 0 1-15,0 0-1 0,1 0 0 16,0 4 1-16,1-1-1 16,-2 1 0-16,4-1 0 15,2-1 0-15,0-2 1 0,2 0 1 16,1 0 2-16,3-5 3 15,3-2-1-15,3 1 0 16,-3-1-2-16,3 0-1 16,-1 2 0-16,-3 2 1 15,-1 2-3-15,-3 1 0 16,-2 0-1-16,-3 5 0 0,-1 5 1 16,-3 0-1-16,-4 4-3 15,-5-1-18-15,-4-4-33 16,-14-7-57-16</inkml:trace>
  <inkml:trace contextRef="#ctx0" brushRef="#br0" timeOffset="56876.33">14141 8562 38 0,'-8'0'14'0,"1"0"-10"0,-3 0 0 0,2 0 11 0,1 0 4 16,0 0 0-16,1 0-2 16,1-1-2-16,1-2 2 15,2 3-12-15,1 0-2 0,1 0-3 16,0 0-7-16,0 0-17 16,0 0 21-16,0 0 0 15,7 2-2-15,3-1 1 16,3 0 5-16,5 1 1 15,1-2 1-15,2 0 2 16,3 0 0-16,3 0-1 16,1-6-1-16,3 0 3 0,2-1-1 15,1 0-2-15,1 1-1 16,1 1 0-16,2 2-2 16,0 0 0-16,-2 3 1 15,0 0-2-15,3 0 1 16,1 0 0-16,1 0 1 0,1 0-1 15,4 0 1-15,2 0 0 16,0 0 2-16,0 0 2 16,3-3 2-16,1-1-1 15,0-2 0-15,3 2-2 0,1 0 0 16,1 1-2-16,0 0-2 16,-1 1 0-16,2 0 1 15,0 1-1-15,0 0 3 16,2 0 2-16,1 1-1 15,2-2 0-15,1 2-3 16,3 0 0-16,3 0 0 0,-2 0-1 16,2 0 1-16,1 2-1 15,4-1 1-15,-4 1-1 16,2 0 0-16,0 0 0 16,2-1 2-16,-1-1 3 15,0 0-3-15,0 0 0 0,0 0 0 16,1 0 0-16,-2-1 3 15,-2-3 1-15,-2 1 2 16,-2-3-1-16,0 1 2 16,0 0-5-16,-6 0 0 15,1-1-1-15,-4 2-2 0,-2 0 0 16,-5 2 0-16,-6 2 0 16,-4 0-2-16,-6 0-8 15,-11 0-33-15,-10 0-57 16</inkml:trace>
  <inkml:trace contextRef="#ctx0" brushRef="#br0" timeOffset="84850.59">13725 7719 36 0,'0'0'9'0,"0"0"12"0,0 0-6 0,0 0-4 15,0 0-1-15,0 0-4 16,0 0-5-16,0 0-1 16,0 0 0-16,0 0-1 0,0 0 1 15,0 0 0-15,0 0 0 16,0 0 1-16,32-19-1 15,-29 25 3-15,-1 2-1 16,1 2 3-16,2 2-3 16,-3 6 0-16,1 2-1 0,2 7 0 15,-3 4 0-15,0 6 0 16,0 6 1-16,0-1 1 16,0 1 0-16,1 2-1 15,3-5 0-15,-1 0 1 16,2 1 0-16,-2 0 0 15,3 2 0-15,-3-2 0 16,3-1 2-16,-3-2-3 0,1-4 0 16,1-1 0-16,-2-6-1 15,3-2 1-15,-1-2 3 16,0-6-4-16,-2-7-23 16,-3-10-42-16</inkml:trace>
  <inkml:trace contextRef="#ctx0" brushRef="#br0" timeOffset="86209.71">13770 7629 4 0,'0'0'12'0,"0"0"5"0,38-7-5 0,-22 3-3 0,4 0 1 16,2-1-2-16,0 2-3 15,3-2 0-15,2-1-3 16,1 1 3-16,2 0 2 0,2 1-4 16,-1-2-1-16,0 2 1 15,3 1 2-15,-3-1 0 16,1 0 2-16,3 1 2 16,0 0-1-16,3 0 1 15,4-1-5-15,3 2-2 0,3 0 0 16,-2 0 0-16,4 1-1 15,-5 1 0-15,6-2 2 16,0-1 1-16,5 1 3 16,2-3 2-16,3 1-4 15,3 0-1-15,-1-2-3 16,2 3 0-16,-2-1-1 16,0 0 2-16,1 0-2 0,-2 1 1 15,2-2 1-15,0 3 0 16,3-1 2-16,-1-1 0 15,1-1-2-15,2 2 0 0,0-3 1 16,1 2 1-16,2-1 2 16,0 2-2-16,2-2-1 15,2 4-1-15,1 0 0 16,0 1-2-16,-3 0 2 16,2 0-2-16,-4 0 0 0,0 0 1 15,1 1 0-15,-4 0-1 16,0-1 0-16,2 0 1 15,-3 0-1-15,1 0 1 16,-6 0-1-16,0-1 1 16,-2-2 0-16,-2 1-1 15,-5 0 1-15,-3 0-1 0,0 0 2 16,-2-1-2-16,-3 2 0 16,-2-1 0-16,-1-2 0 15,-3 0 0-15,-1-1 0 16,0 1 1-16,-3-3-1 15,0 4 0-15,-3-1 0 0,-2 1 0 16,-2 2 0-16,-4 1 1 16,-5 0-1-16,0 0-1 15,-2 0 1-15,-2 0 0 16,-1 4 0-16,-1 0-3 16,1 3 2-16,-1-2 0 0,0 4 0 15,0 0-1-15,0 1 0 16,0 2 1-16,1 1 0 15,-1 2 1-15,1 0-5 16,1 2 10-16,-1 0-2 16,2 1 0-16,-1 0 2 0,1 2-3 15,1 1-2-15,-3 3 4 16,-2 1-4-16,1 3 0 16,-6 3 4-16,-1 3-3 15,-1 4 5-15,-4-2-6 16,-2 5 0-16,0-2 2 0,0 0-2 15,-8-2 2-15,-5-3 0 16,-5-1-1-16,-6-2 2 16,-5-2 0-16,-14 3 0 15,-10 5 0-15,-17 2-19 16,-17-4-66-16</inkml:trace>
  <inkml:trace contextRef="#ctx0" brushRef="#br0" timeOffset="87306.29">14076 8815 49 0,'0'-1'47'0,"0"1"-29"0,0-2 12 0,0 2-9 0,2 0-21 16,1 0-8-16,4 0 3 15,-2 0-3-15,3 7 1 16,1 5 9-16,3 5-2 0,0 4 0 16,2 10 0-16,-2 6 0 15,1 9 1-15,0 4 1 16,-4 5 0-16,-2-1-1 16,-1-1 1-16,1-4-1 15,-2-3-1-15,-1-4 0 16,-2-5 2-16,-2-4 1 15,0-4-1-15,0-3 0 0,0-3-2 16,0-5 1-16,0-1-17 16,0-7-38-16</inkml:trace>
  <inkml:trace contextRef="#ctx0" brushRef="#br0" timeOffset="89057.6">14014 8751 97 0,'0'0'3'0,"0"0"5"0,0 0-5 0,0 0 0 0,0 0-2 16,0 0 0-16,0 0 0 16,43-37-1-16,-33 34 0 15,2 2 3-15,2 1-1 16,1 0 0-16,3 0-1 16,1 0 2-16,4 0-2 0,1 0 0 15,4 0 1-15,3 0-2 16,1 3 1-16,7-3 0 15,4 1-1-15,2-1 0 16,6 0 0-16,0 0 0 0,5-1 0 16,2-5 1-16,1 2-1 15,5-2 0-15,-3-1 0 16,4 0 0-16,1 1 0 16,1-1 0-16,3 0 0 15,1 0 0-15,2-3 1 16,6 3-1-16,2 0 2 15,1 1 0-15,1 0 0 0,-2 1 0 16,3 0-2-16,-1-1 1 16,0 1-1-16,-3-2 1 15,1 3 0-15,0-2 7 16,-1 5 2-16,-2-1-4 0,-4 1-4 16,2 1-2-16,-2 0 1 15,1 0 0-15,-3 0-1 16,-3 0 1-16,0 0-1 15,-1 0 0-15,-1 0 0 16,-4 0 2-16,-3 0 6 0,-3 0 2 16,0 0-4-1,-1-1-3-15,-2-1 0 0,-4 2-2 16,-2 0 0-16,1 0-2 16,-7 0 1-16,0 0 0 15,-3 0 1-15,-3 0-1 16,-1 0 0-16,-3 0 1 0,-1 0-1 15,-4 0 0-15,-2 0 0 16,-4 0 0-16,-2-1 0 16,0 1 0-16,-1 0 1 15,-1-2 1-15,0 2 0 16,3 0 0-16,-3 0-1 0,-2 0-1 16,-1 0 2-16,0 2-2 15,-3 1 0-15,-1 2-2 16,-1-1 1-16,2 2 2 15,2 1-1-15,0 0 0 16,2 2 2-16,-1-2-1 0,-2 1-1 16,1 0-1-16,-2 0 2 15,-4 2-2-15,2-3-3 16,-4 2 3-16,1 2 1 16,-2 3 6-16,-2 2-3 15,-1 0-1-15,-1 3 2 16,0 0 0-16,0 2-5 0,0-1 5 15,0 1-1-15,2 3-2 16,0-1 0-16,3 7 0 16,-2-3-1-16,1 4 1 15,2-1 1-15,-1 3-2 0,0-3 1 16,2-1-1-16,-3 0 0 16,2-1 2-16,-2-1-3 15,0-2 2-15,1 0-1 16,-3-2 1-16,1 1-1 15,-3-6 1-15,1 1-2 0,-1-4 1 16,0-2 0-16,0-6-1 16,-2-1 1-16,-4-1 0 15,-1-2 4-15,-5-3 6 16,-2 2-5-16,-1-1-2 16,-4-1 0-16,-2 0-2 15,-1 4 0-15,-2-3 0 0,-3 1-1 16,-2 1 1-16,-6 1 3 15,-2 2-3-15,-4 0-1 16,-4 2 0-16,-3 1-1 16,-3 2-1-16,-4-2-2 15,-2 1-3-15,-1-1 7 0,-4 0 0 16,3-1 1-16,-3 0 3 16,4-3 0-16,-1 1 0 15,2-2-1-15,-5 3-1 16,3-2-2-16,-4 0 0 0,1 1 0 15,-3 0-4-15,0-2 3 16,0 0 0-16,-2 1-1 16,0-1-2-16,-2 0-2 15,-1-1 2-15,3 1 4 16,-2-1 3-16,1-2 0 16,0 2 2-16,0-3-2 0,3 0-1 15,1 0 1-15,-1 0 0 16,1 0 0-16,1 0-2 15,-1-3 0-15,-1 2-1 16,0-2 0-16,3 3-1 16,1 0 2-16,0 0 0 15,4 0 4-15,3 0 1 0,0 0-3 16,2 2-2-16,-3 5-1 16,1 1 0-16,-3 1-1 15,-3 1 0-15,-2-2 1 16,-5 2 0-16,-6 2-2 0,-4-2-8 15,-5 1-1-15,-3 0-6 16,-4-1-22-16,1 0-9 16,-2-3-25-16</inkml:trace>
  <inkml:trace contextRef="#ctx0" brushRef="#br0" timeOffset="96339.95">13476 16372 276 0,'0'0'3'0,"0"0"0"0,0 0-4 0,0 0-1 0,0 0 0 15,0 0 0-15,0 0 2 16,0 0-1-16,-4 39 1 16,6-27 1-16,4 1-1 15,-2 3 1-15,1 2-1 0,1 0 1 16,-2 1-1-16,4 1 0 16,-4 1 1-16,0 1-1 15,1-1 0-15,-1-3 0 16,-2-2 0-16,-1-4 0 15,1-3 0-15,1-3 0 16,-2-4 2-16,2-1-1 0,-1-1-2 16,0 0 0-16,0 0-1 15,1 0 6-15,3 0-8 16,1-1 6-16,3-2 10 16,2-3-4-16,4 1-1 15,-3 0-3-15,4-1-2 0,0 1-1 16,1 0 1-16,-1 1-1 15,0 1 0-15,-2 0 0 16,-1 2-1-16,-1 1-1 16,-1 0-3-16,-2 0-7 0,-1 0-12 15,-5 0-25-15,-4 1-26 16,0-1-74-16</inkml:trace>
  <inkml:trace contextRef="#ctx0" brushRef="#br0" timeOffset="96610.69">13559 16502 202 0,'0'0'8'0,"0"0"-14"0,0 0 8 16,0 0 3-16,0 0 5 16,50-18-8-16,-36 13 1 0,1-1 2 15,-1 2-4-15,1-2 2 16,-2 1-2-16,-1-1-6 16,-5 1-40-16,-5-2-41 15</inkml:trace>
  <inkml:trace contextRef="#ctx0" brushRef="#br0" timeOffset="96767.63">13526 16365 208 0,'0'0'-15'0,"0"0"6"15,37-18-7-15,-16 11-18 16,5 1-14-16,0-1-38 15</inkml:trace>
  <inkml:trace contextRef="#ctx0" brushRef="#br0" timeOffset="97051.8">13884 16345 52 0,'0'0'158'16,"0"0"-154"-16,0 0-2 16,0 0-1-16,0 0-1 15,0 0 1-15,23 41 2 16,-21-23-2-16,0 3 2 0,-2 1-2 16,1 1-1-16,1-1 1 15,-2-1-1-15,0-1 1 16,0-2-1-16,0-2-1 15,0-2-1-15,0-3-18 16,0-1-10-16,0-7-8 0,0-1 0 16</inkml:trace>
  <inkml:trace contextRef="#ctx0" brushRef="#br0" timeOffset="97492.47">13855 16423 210 0,'0'0'-4'0,"0"-39"27"15,1 22-13-15,9 1-1 16,4 3-5-16,1 3-2 16,1 4-1-16,-2 1-1 0,2 3 1 15,-3 2-1-15,0 0 0 16,-4 0 1-16,0 7 0 16,0-1-3-16,-6 4 2 15,0 1 1-15,0 1-1 16,-3 1-2-16,0 0 1 15,-8 1-1-15,-4 1 1 0,0-1 1 16,-3-1 1-16,0 0-2 16,-1-1 0-16,3-3 2 15,0-3-1-15,5-3 1 16,2-2 0-16,5-1 2 16,1 0 8-16,0 0 0 0,0 0-10 15,9 0 5-15,1-1 0 16,2 1-4-16,2 0 0 15,4 0 2-15,-3 1 2 16,1 8-6-16,0 1 0 16,-2 2 3-16,1 1-2 0,-1 2-1 15,-2 0 0-15,0 0-1 16,-3 0 1-16,-2 1-3 16,1-4-19-16,-3-6-29 15,-1-2-85-15</inkml:trace>
  <inkml:trace contextRef="#ctx0" brushRef="#br0" timeOffset="97770.27">14215 16392 231 0,'0'0'-33'0,"0"0"37"0,0 0-1 0,0 0 5 0,0 0 1 15,0 0-9-15,0 0 0 16,0 0 4-16,0 0 2 0,0 0-2 16,28 53-2-16,-22-29-1 15,0 0 0-15,-4 2-1 16,1-2 0-16,1 0 0 16,-2-7 0-16,0 1 0 15,-2-5 1-15,0-3-2 0,0-6-7 16,0-2-50-16,0-2-29 15</inkml:trace>
  <inkml:trace contextRef="#ctx0" brushRef="#br0" timeOffset="98046.52">14213 16424 213 0,'0'0'1'0,"0"-38"28"15,0 20-10-15,3 1-13 16,7 0-5-16,1 5 5 15,3 0-5-15,-4 3 0 16,3 2 0-16,-3 4-1 0,1 2 0 16,1 1 1-16,-3 0 0 15,0 8-2-15,0 5-4 16,-4 1-7-16,-1 2 7 16,-2 0-1-16,-2-1 2 15,0 1 0-15,-9-5 2 0,-5 2 2 16,1-3 4-16,-3-3-1 15,1 0-2-15,1-3-1 16,3-4-17-16,4 0-78 16</inkml:trace>
  <inkml:trace contextRef="#ctx0" brushRef="#br0" timeOffset="100643.98">14799 16538 91 0,'0'0'33'0,"0"0"-4"0,0 0-20 0,2 0-4 0,3-4 5 15,3 0-1-15,-1 1 0 16,4-1-2-16,0 0-3 15,7-1-1-15,0 0-1 0,5-2 0 16,5-3 4-16,6-2 0 16,2-1-3-16,7-2 0 15,1-3 0-15,5 2 0 16,2-1 2-16,-1 0 1 0,4 1-1 16,-3 0-3-1,0 2-1-15,-2 4-1 0,0-1-1 16,-5-2-6-16,-3 2-55 15</inkml:trace>
  <inkml:trace contextRef="#ctx0" brushRef="#br0" timeOffset="101184.4">16139 16050 126 0,'0'0'27'16,"0"0"5"-16,0 0-22 15,0 0-7-15,0 0-3 16,0 0-2-16,0 0-5 16,0 0 5-16,-42-7 2 0,31 7 2 15,0 7-5-15,2 0 3 16,-3 4 0-16,1 1-1 16,1 1 0-16,2-1 0 15,2 1 0-15,3-2-1 16,3-2 0-16,0-2 0 0,5-1-2 15,5-2 4-15,2-2 4 16,3 0-1-16,0 0 3 16,-1-1-1-16,2 2-3 15,-2 1-1-15,1 0 1 16,-4 2-2-16,1 1 0 16,-3 0 1-16,-2 0-1 0,-1 2 0 15,-4 0 0-15,-2 0-1 16,0-2 1-16,0 2-3 15,-8-2 4-15,-2 0 2 16,0 0-1-16,-6 2-2 0,0-2-5 16,1-3-51-16</inkml:trace>
  <inkml:trace contextRef="#ctx0" brushRef="#br0" timeOffset="101558.88">16085 16075 235 0,'0'0'1'0,"0"0"16"0,0 0 0 15,0 0-11-15,0 0-7 16,0 0-3-16,0 0 3 16,0 0 1-16,0 0 0 0,21 56 0 15,-8-33 1-15,0 2-1 16,-1-3 0-16,2-1 1 15,-3-5-3-15,2 0-18 16,-8-3-21-16,-1-3-31 16,-4-3-40-16</inkml:trace>
  <inkml:trace contextRef="#ctx0" brushRef="#br0" timeOffset="101789.79">16048 16349 212 0,'0'0'37'16,"0"0"-24"-16,0 0-8 15,0 0 2-15,54-27-4 16,-30 16-2-16,3 1-1 16,-3 2 1-16,3-2-1 0,2 1 0 15,-4 2 0-15,-1-3 0 16,0 2-2-16,-3-1-5 15,-5 1-11-15,-5-1-39 16,-5-1-28-16</inkml:trace>
  <inkml:trace contextRef="#ctx0" brushRef="#br0" timeOffset="101996.5">16028 16166 119 0,'0'0'64'16,"0"0"-42"-16,0 0-8 15,35-47-7-15,-13 32-2 16,6 0-5-16,3 1 0 0,2 2 0 16,3 0-10-16,0 4-58 15,-4-1-31-15</inkml:trace>
  <inkml:trace contextRef="#ctx0" brushRef="#br0" timeOffset="102495.39">16389 16162 132 0,'0'0'4'0,"0"0"9"15,0 0-8-15,0 0 0 16,-4-37 3-16,13 26-2 16,2 2 0-16,1 1 14 15,3 2-3-15,0 3-5 16,2 2-6-16,0 1-3 0,-1 0-3 16,-1 10 0-16,-1 0 0 15,-3 3-1-15,-2 1-1 16,-1 0 2-16,-5-3-2 15,-1 3 1-15,-2-3-1 16,0 1 4-16,-1-3-6 0,-4-1-4 16,-4-1-19-16,4-5 0 15,1-2 16-15,0 0 9 16,4-7 1-16,0-6 1 16,0-1 2-16,8-2 4 15,4-5 1-15,3 2 0 0,1 1-4 16,1 1 0-16,4 3 6 15,-3 3 6-15,4 2-1 16,-3 3-2-16,-1 5-6 16,1 1-4-16,-3 0 0 15,-1 7-2-15,-3 7 0 0,-3 0-1 16,-4 6 0-16,-3-1-9 16,-1-1-19-16,-1-2-31 15,0-2-3-15</inkml:trace>
  <inkml:trace contextRef="#ctx0" brushRef="#br0" timeOffset="103079.02">16846 16061 231 0,'0'0'3'0,"0"0"-3"0,0 0 0 0,40 6-2 0,-26 4 1 15,-3 3 1-15,2 1-2 16,-2-1 1-16,-4-1 1 16,2-1 0-16,-2-4 0 15,0-2 1-15,-1-5-1 0,2 0 2 16,-2 0-2-16,0-7 4 16,0-6 1-16,-1-4 3 15,0 0 3-15,1-3 5 16,1-1-6-16,-2 0-5 0,3 2 8 15,-1 2-12-15,2 4-1 16,0 2-1-16,2 5-4 16,0 5-10-16,1 1-6 15,3 0 0-15,0 0 7 16,1 7 4-16,2 0 3 16,-2-2 3-16,-2 0 4 15,2-1 0-15,-3-4 0 0,0 0 2 16,-2 0-1-16,0 0 1 15,-4 0-1-15,2-5 1 16,-6-1 0-16,-1-1-1 16,-2 0 0-16,0 0 3 0,-2 1 1 15,-5 3-1-15,-3 3-1 16,-1 0 0-16,1 0 1 16,-1 3 2-16,3 8-5 15,0 2-1-15,3 1 0 0,3 3 1 16,-1 0 0-16,3-1 0 15,0-2-2 1,5 0 0-16,4-2 1 0,3-4-2 16,5-1-5-16,0-4-18 15,1-3-41-15,1 0-60 16</inkml:trace>
  <inkml:trace contextRef="#ctx0" brushRef="#br0" timeOffset="103462.94">17387 16014 210 0,'0'0'27'0,"0"0"10"0,0 0-22 0,0 0-12 0,0 0-2 0,0 0-2 15,0 0-1-15,0 0 0 16,37-2 0-16,-30 14 2 16,-3 3 0-16,0-3 0 15,2 2-2-15,-4-2-6 16,-1-1-3-16,1-2-6 0,-2-2-9 15,0-3-12-15,0-1-1 16,0-3 21-16,0 0 21 16,-3-6 4-16,1-4 13 15,2-4 13-15,0-4-17 0,0-1-5 16,4-1 1-16,7 0-3 16,2 2-3-16,2 1-1 15,0 3 0-15,2 4-1 16,-1 3 3-16,0 3-3 15,0 4-1-15,-3 0-3 16,0 9 0-16,-1 4 0 16,-3 3-1-16,-1 2 0 0,-2 1-7 15,0-1-17-15,-4-1-14 16,0-7-31-16</inkml:trace>
  <inkml:trace contextRef="#ctx0" brushRef="#br0" timeOffset="103741.51">17835 15794 229 0,'0'0'-5'0,"0"0"5"0,0 0 0 0,0 0 0 16,0 0-1-16,0 0-8 15,0 0 6-15,0 0 6 16,0 0 1-16,23 47-1 0,-21-24-2 16,0 1 1-16,1-1-1 15,1 0 0-15,-2-1 0 16,0-1 0-16,-2-3-7 16,0-1-27-16,0-3-17 0,-2-6-4 15</inkml:trace>
  <inkml:trace contextRef="#ctx0" brushRef="#br0" timeOffset="104210.75">17671 15970 234 0,'0'0'5'15,"0"0"-2"-15,0 0 0 16,0 0-5-16,46-14-2 15,-21 10 1-15,1 0 4 0,3 0-2 16,3-1 2-16,-3 4-1 16,0-3 0-16,-2 3 1 15,-4-1-1-15,-4 0 0 16,-5 2 0-16,-3 0 0 16,-5 0 0-16,-1 2-1 0,-3 5-4 15,-2 1 2-15,0 2 5 16,0 0-2-16,-4 0 0 15,1 1 1-15,3-2-1 16,0-1 3-16,0-2-3 16,5-2-1-16,5-1-1 0,2-3 5 15,3 0-2-15,0-3 0 16,1-5-1-16,-1-4 1 16,-2 0 0-16,-3-2 3 15,-2 1 7-15,-5-1 4 16,-3 1 7-16,0 1-5 0,-3 2-5 15,-7 3-11-15,-4 3 1 16,-1 4-5-16,0 0-5 16,0 0 11-16,1 7-9 15,3 3-13-15,4 0-37 16,2-3-51-16</inkml:trace>
  <inkml:trace contextRef="#ctx0" brushRef="#br0" timeOffset="104552.71">18154 15912 104 0,'0'0'40'16,"0"0"-35"-16,40-6 5 0,-29 6-8 0,0 0-1 0,-2 6 2 15,0 7-2-15,-1 0 3 16,-1 1-3-16,0 2 0 0,-3-1-1 15,-1-2 2-15,-1-2-2 16,0-4-1-16,-2-1 0 16,0-3-1-16,0-3 0 15,0 0 29-15,0-3 2 16,0-6-11-16,0-3-4 0,0-3-1 16,0 0-4-16,2-2-6 15,8-1-1 1,1 2-1-16,5-1-1 0,1 2-1 15,4 2-7-15,0 2-22 0,-1 3-17 16,1 2-25-16,-1 2-6 16</inkml:trace>
  <inkml:trace contextRef="#ctx0" brushRef="#br0" timeOffset="104966.38">18484 15862 74 0,'0'0'33'0,"0"0"-11"15,0 37-5-15,0-24-5 16,0 0-5-16,0-2-4 15,7-1 1-15,-2-2 0 16,5-3 0-16,1-4 0 16,-1-1 0-16,1 0 0 15,1-1 2-15,1-6 1 0,-1-2 5 16,0-3 2-16,-5 0-6 16,1-2-3-16,-2 3 4 15,0 1-5-15,-4 0-2 16,-1 3 3-16,-1 2-2 15,0 3 6-15,0 2-1 16,0 0-6-16,0 5-2 0,-1 8 2 16,-1 4-2-16,-2 3 0 15,4 1 1-15,0 2 0 16,0 0-1-16,1-1 0 16,5 1 1-16,-3-2-1 15,0-1 0-15,-2-1 0 0,-1-1 0 16,0-3-1-16,-10-1-4 15,-4-3 1-15,-8-1 3 16,-2-3 1-16,-2-3 3 16,0-2-3-16,-3-1 2 0,4-1-1 15,3 0-3-15,6-10-45 16,6-5-105-16</inkml:trace>
  <inkml:trace contextRef="#ctx0" brushRef="#br0" timeOffset="105463.72">19144 15811 153 0,'0'0'66'0,"0"0"-54"0,0 0 21 0,9-39-17 0,-9 30-3 15,0 2-9-15,0 1 1 16,0 3-2-16,-1-1-2 16,-3 3 1-16,-2 1-2 15,0 0-3-15,-4 0 0 16,-1 5-2-16,-1 4 1 0,-1 1 3 15,1 4 0-15,3 0 1 16,0-1 1-16,6 0-1 16,3-2-1-16,0 2-2 15,4-3-6-15,7-1 5 16,2 0 5-16,1 0 0 0,1-2-1 16,-2 2 1-16,-1-1-1 15,-1-1 1 1,-5-1-1-16,-3 1 0 0,-3-1 0 15,0-1-1-15,-2 2-1 16,-11 0 2-16,-4-1-1 16,-2 1 2-16,-3 2-1 15,-1-2 2-15,3 0-14 0,4-5-48 16,5-2-32-16</inkml:trace>
  <inkml:trace contextRef="#ctx0" brushRef="#br0" timeOffset="106126.25">19315 15865 218 0,'0'0'23'16,"0"0"-17"-16,0 0-5 0,0 0-2 16,0 0-4-16,0 0 4 15,0 0-1-15,-45 22 3 16,30-8 0-16,3 0-1 15,4 0 1-15,3 0 1 16,5-3-1-16,0-3-1 0,5-1 2 16,8-4-1-16,4-2 2 15,4-1 1-15,2 0-2 16,4-1 0-16,0-9-2 16,-2-1 2-16,0-4-6 15,-5 1-6-15,-1-6-8 0,-6 2 0 16,-6-3-2-16,0-1 11 15,-7 0 9-15,0 1 7 16,0 2 17-16,-7 2 11 16,2 4-4-16,1 1-11 15,1 6-11-15,2 1-5 16,1 5-1-16,-1 0-3 0,1 0-3 16,0 7 1-16,0 9 1 15,0 1 1-15,0 4-1 16,3 3 2-16,1 1-1 15,0-1 1-15,-1-3-2 16,1 0 0-16,-1-5-5 0,-1-2-2 16,0-3-1-16,-1-4 1 15,0-3-5-15,1-3 0 16,0-1-10-16,1 0 13 16,1-9 11-16,1-4-1 15,4-2-1-15,0-2 1 16,1 0 0-16,3 2 0 0,0 1 5 15,1 3 4-15,-1 4 3 16,-1 1-3-16,1 3-1 16,-1 3-2-16,0 0-5 0,-2 5 0 15,0 6 1-15,1 0-2 16,-3 2 1-16,0-1-1 16,-4 2-7-16,2-3-27 15,-5-4-47-15,0-1-58 16</inkml:trace>
  <inkml:trace contextRef="#ctx0" brushRef="#br0" timeOffset="106446.73">19751 15894 219 0,'0'0'4'0,"0"0"-3"0,0 0 0 0,0 0-1 0,45-15 1 16,-32 11 0-16,3-1-1 15,-3 0 1-15,3-2 0 16,-5 0-1-16,-2 0 2 16,1 0 1-16,-6 0-1 0,-3 1 1 15,-1 1 2-15,-1 2-8 16,-10 3-2-16,-4 0 0 16,0 0 6-16,-1 7 2 15,3 3 2-15,0 2-2 16,6 1-1-16,3 1 0 15,3 0-1-15,1-1-1 0,1-1 0 16,10-1-3-16,7-4-4 16,2-2-9-16,7-3-38 15,1-2-80-15</inkml:trace>
  <inkml:trace contextRef="#ctx0" brushRef="#br0" timeOffset="106914.81">20132 15855 58 0,'0'0'165'15,"0"0"-124"-15,0 0-16 16,0 0-20-16,0 0-7 16,0 0 3-16,-51-28-4 0,35 32 5 15,-1 8 0-15,5 0-3 16,1 1 2-16,5 0 0 16,4 0-3-16,2-2-11 15,0-1-6-15,7-2 1 0,7-3 12 16,0-2 3-16,3-3 0 15,0 0-3-15,2-2-2 16,-1-8 4-16,-1-4 1 16,-3-3-12-16,-5-3-12 15,-1-4 16-15,-7-5-9 16,-1-2 5-16,0-1 14 0,0-2 9 16,-7 0 8-16,-1 4 11 15,-2 1 11-15,3 8-17 16,-3 1-3-16,3 8 2 15,0 1-10-15,2 7-1 0,-1 4-5 16,3 0-8-16,-3 15 5 16,2 3-1-16,0 7 0 15,2 5 0-15,2 3 0 16,0 1 1-16,0 0-1 16,3-3 0-16,8-2-1 15,-1-4-6-15,1-4-8 0,3-4 2 16,0-5-4-16,1-2-14 15,1-7-26-15,0-3-76 16</inkml:trace>
  <inkml:trace contextRef="#ctx0" brushRef="#br0" timeOffset="107286.61">20272 15816 269 0,'0'0'13'0,"0"0"16"0,0 0-18 15,0 0-10-15,0 0-3 0,0 0-1 16,0 0 2-16,0 0 0 16,0 0 1-16,0 0-1 15,2 39 1-15,7-30 0 16,0-3-3-16,0-1 0 16,2-3-1-16,1-2-2 15,-1 0 0-15,4 0-6 0,-6-4-4 16,1-4 10-16,-2-3 5 15,-3 0 2-15,-1-2 1 16,-2 2 1-16,-2 1 9 16,0 2 4-16,0 3-2 15,0 0 0-15,0 3-8 0,0 2-5 16,0 0-4-16,0 5-1 16,0 5 3-16,3-1 1 15,1 3 0-15,3 0 1 16,-1-2-2-16,3-2-2 15,-1-1-15-15,5-4-19 0,-1-3-28 16</inkml:trace>
  <inkml:trace contextRef="#ctx0" brushRef="#br0" timeOffset="107843.09">20549 15456 173 0,'0'0'3'0,"0"0"4"0,0 0-5 0,0 0-2 0,0 0-1 16,0 0 1-16,0 0 1 15,0 0 0-15,0 0 3 16,-31 50 1-16,31-30-2 15,0 4-1-15,0 2 0 0,0 2-2 16,7 0 1-16,-2 1-1 16,2-2 1-16,-1-2 1 15,0-2 0-15,2-2 0 16,-2-2 0-16,2-1 1 0,1-3-2 16,0-2 0-16,3-4-1 15,1 1 2-15,2-7 8 16,-2-2-2-16,1-1-4 15,0 0 3-15,-4-4 0 16,0-6 2-16,-3-2 5 16,1-3-1-16,-3-2-7 0,-2 0-4 15,-2 1 0-15,0 1-2 16,-1 4 1-16,0 2 0 16,0 3 2-16,0 2 4 15,0 4-2-15,0 0-6 16,0 3-5-16,0 7 5 0,0 1 1 15,4 6 0-15,1-2 0 16,0 0-1-16,1-1-1 16,3-1-7-16,-2 0-4 15,3-5-3-15,0-2-8 16,0-6-26-16,0 0-73 0</inkml:trace>
  <inkml:trace contextRef="#ctx0" brushRef="#br0" timeOffset="108007.34">20804 15590 47 0,'0'0'259'0,"0"0"-254"0,0 0 6 16,0 0-2-16,-24-36-8 16,24 36-1-16,0 0-8 15,0 0-49-15,0 3-15 16,6 6 3-16</inkml:trace>
  <inkml:trace contextRef="#ctx0" brushRef="#br0" timeOffset="108483.9">20842 15750 57 0,'0'0'177'15,"0"0"-163"-15,0 0 16 0,0 0-19 16,0 0-1-16,0 0 0 16,18-42-4-16,-9 38-2 15,0 2-3-15,0 2 1 16,2 0-3-16,-3 0 1 16,1 9-1-16,1 2 0 15,-5 3 0-15,1 2-4 0,-1-2-1 16,-2 3-4-16,-2-3-4 15,0-4-2-15,-1 1 1 16,0-6 3-16,-1-3 1 16,-4-2 5-16,-1 0 4 15,0-1 0-15,3-8 5 0,-1-2-2 16,4-3 5-16,0-2 6 16,1 1 3-16,8-1 0 15,2-1-6-15,2 3-1 16,1 2-2-16,-1 1-2 15,-1 5-3-15,1 4 1 16,-1 2-1-16,-1 0-1 0,1 3 0 16,-1 9-1-16,-1 1 1 15,-3 1 0-15,2 2-4 16,-2-1-14-16,0 0-13 16,3-7-33-16,1-1-28 0</inkml:trace>
  <inkml:trace contextRef="#ctx0" brushRef="#br0" timeOffset="109038.12">21303 15686 148 0,'0'0'45'0,"11"-35"-6"0,-9 18-20 0,-2 5-5 0,0 1 5 0,-5 4-11 16,-3 1-5-16,-2 3-4 15,-1 3 0-15,-2 2 3 16,-3 8-2-16,2 1-3 0,3 3-6 15,1 2-2-15,5-2 0 16,5-1-2-16,0-2-11 16,2-1-2-16,9-4 3 15,3-2-4-15,1-2 7 16,-1-2 1-16,-1 0 1 0,-4-6 5 16,1-2 14-16,-2-2 17 15,-3-2 19-15,-1 1 1 16,-2-1-8-16,3 0-13 15,-3 2-8-15,-2 1-5 16,1 2-2-16,0 3-1 16,-1 2 0-16,1 2 2 15,-1 0-3-15,0 0-4 0,0 10 0 16,2 2 4-16,1 5 1 16,2 1-1-16,0 4 2 15,5 2-2-15,0 1 1 16,-3-1-1-16,3 2 1 0,0-2-1 15,-3 0 0-15,-1-3 1 16,-4-1-1-16,-1-2 0 16,-1-3 0-16,0-4-6 15,-11-2 6-15,-3-5-2 16,-2-2 4-16,-4-2-1 16,1-2 5-16,2-8 4 15,2-2 8-15,3-3 5 0,6-2-9 16,6-2-10-16,0-3-7 15,7-1-10-15,8-1-56 0,1 0-153 16</inkml:trace>
  <inkml:trace contextRef="#ctx0" brushRef="#br0" timeOffset="120072.6">16133 16480 2 0,'0'0'21'0,"0"0"8"0,0 0-4 16,0-1-11-16,2-1-6 16,2 0 1-16,2 0-4 0,3-1 1 15,1 0 0-15,-2-1 4 16,3 1 1-16,1-1-4 16,1 0 0-16,1 1-2 15,-1 0-3-15,3 0-1 16,0 0-1-16,2-1 2 0,2 2-2 15,-1-1 0-15,2 1 0 16,0-2 0-16,2 1 1 16,0-1-1-16,0-2 0 15,2 3 0-15,1-4 0 16,1 3 0-16,1-1 1 0,2 0-1 16,1 1 0-16,2-1 0 15,-1 0 0-15,3-1 0 16,-2 0 1-16,2-1 0 15,-3 2 0-15,3 0 0 16,-4-2-1-16,4 3 0 0,-1 1 0 16,1 2 0-16,1-1 0 15,1 2 0-15,-1 0 0 16,-1 0 0-16,-2 0 0 16,1 0 1-16,-3 0-2 15,1 0 2-15,1 0-1 16,-1 0 0-16,3 0 0 0,-1 0 0 15,4 0 0-15,-4-3 0 16,3 0 0-16,-1-2 1 16,-1-1-1-16,1 1 0 15,1 0 0-15,-1-2 0 16,1 3 0-16,1-2 0 0,1 3 0 16,1-2 0-16,-2 1 0 15,-1-1 0-15,2 2 0 16,-3-1 1-16,1 0-2 15,-4 0 2-15,3 2-1 16,2-2 0-16,-1 1 1 0,1 0 1 16,1-1-2-16,-1 1 0 15,-1 0 1-15,2 0-1 16,-2 1 0-16,2 0 0 16,-3-1 0-16,2 0 0 15,1-1 0-15,0 0 0 16,-2 0 1-16,2 0-1 0,0-1 1 15,0 1-1-15,2 0 0 16,-3 0 0-16,2 2 0 16,-2-1 0-16,4 3 0 15,-2-3 0-15,1 3 0 0,2 0 1 16,-2 0-2-16,0-1 2 16,2-1-1-16,-1 1 0 15,0-2 1-15,-1 0-1 16,-3-1 0-16,1 1 0 15,-1 0 1-15,-1-1 1 0,0 3 0 16,2-2-1-16,2 0 1 16,0 0-4-16,3 1 4 15,2-1-2-15,-2 0 0 16,0 1 0-16,0 1 0 16,-1-1-2-16,1 0 2 0,1 0 0 15,2-1 2-15,1-1-2 16,2 0 0-16,1 1 0 15,1-3 0-15,1 3 0 16,-1 1 0-16,1 0 0 16,-1-1 0-16,0 1 0 0,-1 0 0 15,0-1 0-15,1-1 0 16,0 1 0-16,0 2 0 16,-1-3 0-16,0 1-3 15,-3 0 1-15,-2 0 2 16,-1 0 0-16,-1 0 0 15,0-1 0-15,0 3-1 0,2-1 2 16,-3-1-1-16,1 3-1 16,-4-1-27-16,-2-1-5 15,-3-2 25-15,-4 3 8 16,-3-5 1-16,-2 2 13 0,-4-2 6 16,0 1-3-16,-3 0-12 15,1-2-2-15,-5 1-4 16,1-1 2-16,-3 0-1 15,0 0-1-15,-3-3 2 16,-3 2 1-16,2-2-1 16,-4-1 0-16,3-2 0 0,-5 0 0 15,2-3-1-15,0-2 0 16,-3-1 1-16,2-1-2 16,-1-1 2-16,0-1 2 15,-3-3 6-15,2 3 1 16,-2-3-5-16,0 1 5 0,0 1 1 15,-9 1-2-15,-1-1 2 16,2 3 0-16,-3 1-6 16,0 0-4-16,1 2 1 15,1 0-1-15,-1 2-1 0,0 0 1 16,2 1 0-16,-4 0 0 16,2 2-1-16,1-1 1 15,-1 0-1-15,-2 2 0 16,0 1 0-16,-1 0 0 15,0 0 1-15,1 2-1 16,0 1 1-16,2 1 1 16,-3 0-3-16,0 2 0 0,0 1 3 15,-2 0-2-15,-1-1-2 16,-3 2 3-16,-1 1-4 16,-2 1 5-16,1 0-2 15,-4 0 1-15,-3 0-1 0,0 0 0 16,-1 3 0-16,-4-1-1 15,0 1 0-15,-1 1 2 16,-2 1-1-16,1 1 1 16,-2 1-1-16,-1 2 0 15,-3-1 0-15,0 2 1 0,-2-1-1 16,-5-2-1-16,1 1 0 16,-1 0 1-16,-1-1-1 15,-2 0 0-15,0-2 0 16,-1 2 2-16,0 0 0 15,-1-1-1-15,5 0 0 16,0-1 1-16,0 1-2 0,0-1 2 16,0 0-1-16,-1-1 0 15,1-1 0-15,-2 1 0 16,1-1 0-16,3-1 0 16,-3-1 0-16,2 1 0 0,1 0 1 15,-4 0-1-15,2-1 0 16,-1 2 0-16,6 0 0 15,-1-2 0-15,-2 2 0 16,1-3 0-16,1 3 0 16,0-3 0-16,-3 4 0 0,3-2 0 15,-2-1 0-15,4 1 1 16,-5-2-2-16,4 2 1 16,-1-2 0-16,1 0 1 15,-3 0-2-15,2 1 1 16,0-1 1-16,2 1-1 15,-5 1 0-15,-1-1 0 0,-1 1-1 16,-2 0 1-16,-2-1 0 16,-2 2-2-16,-2 0 3 15,1 0-1-15,-4 0-2 16,-1 1 4-16,1 1-1 16,-1 0-1-16,1-1-2 0,-2 1 4 15,2 0-2-15,-2-1 1 16,0-1-2-16,0 1 2 15,-1-1-1-15,0 1 0 16,1 1-1-16,0-1-4 16,1 2 8-16,-1 0-2 0,2 2 0 15,1-1-1-15,-3 2 0 16,3-1 0-16,-3 2 1 16,1-3-9-16,-2 0-3 15,3 2 25-15,0-2-14 0,-1-2 1 16,5 1-1-16,1 0 1 15,2-2-2-15,6 2 2 16,4-1-1-16,1-1 0 16,4 0 1-16,-1 0-1 15,3 0 1-15,1 1-2 16,0-1 2-16,2 1-1 16,3 0 0-16,-2-1 0 15,3 0 0-15,1 2 0 0,0-1 0 16,2 0 0-16,1 0 0 15,1 1 0-15,-1 0 0 16,-1 0 0-16,1 1 0 0,2-1 0 16,-1 0 0-16,0 1 0 15,3 1 0-15,-1-1 0 16,4 0 0-16,2-3 0 16,0 3 0-16,3-3 0 15,2 2 0-15,2-2 0 16,0-1 0-16,4 3 0 0,-1-2-1 15,2 0 1-15,2 2-1 16,1 0-1-16,1 3-1 16,0-1-3-16,0 3 1 15,0 2-1-15,0-2 5 0,0 3 1 16,0-2 0-16,-2-1 0 16,2-1 0-16,-2 2 0 15,2-1 0-15,0-1 1 16,0 2-1-16,-2 1 0 15,2 0 0-15,0 3-1 16,0-2 1-16,0 3 0 0,2 0-2 16,0-1 2-16,1 1 0 15,1-2 1-15,0 0-2 16,0-3 0-16,0 0 0 16,2-4 0-16,-2 1 2 15,-1-2 0-15,3-1-1 0,-4-1 1 16,1 1-1-16,-1 1 0 15,1-3 1-15,0 3-1 16,-1-2 0-16,2-1 0 16,0 3 0-16,2 0 0 15,-3-1-2-15,3 1 0 0,1 0 2 16,2 0 0-16,0-1 1 16,1 3-1-16,2-2 1 15,1 2-1-15,1 0 0 16,1-1 0-16,-1 0 0 15,2-1-2-15,4-2 2 0,2-1 0 16,3-2 1-16,5-2-1 16,6 0-12-16,5-9-54 15,3-9-101-15</inkml:trace>
  <inkml:trace contextRef="#ctx0" brushRef="#br0" timeOffset="125011.95">18748 16240 91 0,'0'0'11'0,"0"-2"2"0,0 0-8 0,0-1-4 0,0 0 0 15,0 2 5-15,0-1 6 16,0 1-1-16,0 0 1 16,0-1 0-16,0 2-4 15,0 0-6-15,0 0-5 0,0 0-13 16,0 2 5-16,-2 3 7 16,0 1 3-16,0-2 0 15,0 3 1-15,1 2 0 16,-1-1 1-16,-2 2 0 15,3 0-1-15,0 0 0 16,1 3 1-16,0 0-1 16,0-2 1-16,0 2 1 0,1 0 1 15,6 0-1-15,-2 1 1 16,3-1 0-16,-1 2 1 16,2-1-3-16,0 3 0 15,-2 0-2-15,3 2 2 0,-1-1 0 16,1 2-1-16,1 0 0 15,2 0 1-15,1 1 0 16,1-1-1-16,0-3 1 16,3 3 2-16,1-3 1 15,3 0-2-15,0-3 0 16,3 2-1-16,2-2 0 0,-3-4 1 16,5 1 0-16,-2-3 6 15,0-3 1-15,0-1-1 16,0-1 1-16,-2-3 1 15,-2 2-2-15,0-2-1 0,-4 1-4 16,-2-1-1-16,-3 2 0 16,-2-2 1-16,-3 0-1 15,-1 1-1-15,-2 0 0 16,-4-1 0-16,-1 0-1 16,0 1 0-16,-1 0 0 15,0 3-3-15,0-2-18 0,0-1-46 16,-2-1-92-16</inkml:trace>
  <inkml:trace contextRef="#ctx0" brushRef="#br0" timeOffset="126335.81">19302 16648 73 0,'0'3'4'0,"0"-2"-3"0,0 2 0 16,0 0 2-16,0 1 2 0,0-1 7 15,2 0 1-15,2 1 4 16,1-3 3-16,1 2-6 15,2 1-4-15,-2-1-3 16,3 2-2-16,-3 0-4 16,4 2 0-16,-5-1 0 0,3 1-1 15,-2 2 1-15,2-1-1 16,-4-1 0-16,-1 3 0 16,-1-1 0-16,-2-1 1 15,0-2 1-15,0 4 2 0,0-3-2 16,-5 0 0-16,-2 1 1 15,-4 1 2-15,1 0-3 16,0-1-1-16,3 2 0 16,-1 0 0-16,4-1-1 15,3-1-1-15,-1-1-22 16,2-4-32-16</inkml:trace>
  <inkml:trace contextRef="#ctx0" brushRef="#br0" timeOffset="126669.44">19799 16568 247 0,'0'0'1'0,"0"0"7"0,0 0 13 0,0 0-14 0,0 0-5 16,0 0-3-16,0 0-1 16,0 0 0-16,0 0 1 15,14 41 1-15,-11-19-1 16,-1 2-8-16,-1-1-8 15,1-1-5-15,-2-2-11 16,0-3-25-16,0-3 7 0</inkml:trace>
  <inkml:trace contextRef="#ctx0" brushRef="#br0" timeOffset="127153.96">19740 16581 221 0,'0'0'-4'16,"0"0"11"-16,4-41-7 16,8 28 2-16,1 3-1 0,0 0 0 15,1 0 3-15,1 3 4 16,1 3 4-16,3 1-3 16,0 3-6-16,0 0-2 15,0 0-1-15,1 5 0 16,-3 4 0-16,-4 3-1 15,-2 1-4-15,-3-1 1 0,-2 0 1 16,-4-1 1-16,-2 2-1 16,0-3-1-16,-3 1-1 15,-10 2-2-15,-1-2-2 16,-5-1-11-16,3 0 4 16,-2-1 5-16,3-1 9 0,1-4 0 15,3-1 3-15,3 0-2 16,2-2 3-16,4-1-1 15,2 0 1-15,0 0-4 16,0 0-7-16,5 0 7 0,4 0 4 16,3 0-1-16,2 0 5 15,-1 5 2-15,4-1 3 16,-1 2-3-16,3-1 2 16,-2 3-5-16,0 0-2 15,-1-1-1-15,1 0-2 16,-2 3 0-16,1-3-5 0,-6 0-33 15,1-1-35-15</inkml:trace>
  <inkml:trace contextRef="#ctx0" brushRef="#br0" timeOffset="127573.42">20196 16700 114 0,'0'0'28'0,"0"0"-4"0,0 0-14 16,0 0 0-16,43-37-1 15,-35 28-4-15,-2-2 8 16,-2 0 5-16,-1 3-2 0,-2-2-4 15,-1 1 3-15,0 1-7 16,-2 1-6-16,-5 1-4 16,-5 5 2-16,2 1-3 15,-1 0 3-15,-1 0 0 16,1 8 0-16,0 5 1 0,0 1 0 16,2 0-1-16,2 3 1 15,3-1-1-15,1-1 1 16,3-2-1-16,0-1 0 15,3-2 0-15,4-3-1 16,6-2 1-16,3-2 0 0,5-3-1 16,4 0-18-16,-2 0-31 15,4-1-61-15</inkml:trace>
  <inkml:trace contextRef="#ctx0" brushRef="#br0" timeOffset="128128.56">20504 16631 151 0,'0'0'16'0,"0"0"25"16,0 0-26-16,17-44-9 16,-17 35 6-16,-3 3-1 15,-8 1-5-15,-3 3-5 0,-2 2 1 16,-1 0-1-16,1 0 1 16,0 5-1-16,5 3-1 15,-1 2 0-15,4 4-1 16,2-1-10-16,5-3-2 15,1 3-1-15,0-3 1 0,0-2 0 16,7-3 11-16,5-3 0 16,-1-2 4-16,3 0 1 15,0 0-2-15,0-1 0 16,-1-5-1-16,-1-1 1 16,-1-1 0-16,-1-1 0 0,-3-1 2 15,-1 3 5-15,0-1 2 16,-3 2 0-16,-1 2 0 15,-2 1 2-15,0 1-3 16,0 2-2-16,0 0-7 16,0 2-7-16,0 8 8 15,0 3-1-15,0 2 1 0,0 5 1 16,0 1 0-16,0 1-4 16,0 0 4-16,0 1-2 15,2-2 0-15,0-1 1 16,0 1-1-16,0-1 1 0,0 0-1 15,-2-1 1-15,0-1-1 16,0-3-8-16,-4-3 11 16,-4-1 0-16,1-5-6 15,-2-1 5-15,0-3 0 16,-3 0-3-16,-2-2 3 0,1 0-1 16,-2 0-2-16,1-9-32 15,2-3-25-15,4-6-61 16</inkml:trace>
  <inkml:trace contextRef="#ctx0" brushRef="#br0" timeOffset="128548.99">20643 16615 54 0,'0'0'58'0,"0"0"-30"0,0 0 23 0,38-15-16 16,-29 13-10-16,-1 2-12 15,3 0-9-15,-1 0 0 0,-1 0-2 16,2 6-1-16,-1 2 0 16,0 2-1-16,-3 4 0 15,2-1 1-15,-3 1-1 16,-1-2-3-16,-3-1-2 15,-2-4-2-15,0-1 3 16,0-3 1-16,0 0 2 0,0-3 5 16,0 0 4-16,-6 0-2 15,4-3 2-15,0-6-3 16,0-1-1-16,1-1 2 16,1-5-4-16,0 0 2 15,0-2-2-15,2 1 1 0,5 0-2 16,3 2-2-16,2 2 0 15,1 1-16-15,2 2-23 16,-2 2-41-16,0 1-86 16</inkml:trace>
  <inkml:trace contextRef="#ctx0" brushRef="#br0" timeOffset="128903.93">20938 16622 111 0,'0'0'2'0,"0"0"1"0,0 0 1 16,0 0-2-16,0 0-1 16,0 0 2-16,36 24 11 15,-30-24 13-15,-1-1 11 16,1-6-15-16,1-2-16 16,0-1-5-16,-2-2-1 15,1 0 0-15,-1 1-1 0,-5 3 0 16,0 0 1-16,0 1 2 15,0 3 9-15,0 3-2 16,-2 0-3-16,-4 1-5 16,0 0-4-16,-2 5 5 0,0 7-3 15,-1 0 0-15,1 6 0 16,3-1 0-16,1 0 1 16,0-1 0-16,3-2 0 15,1-1-1-15,0-2-1 16,5-4-5-16,4-2-14 0,3-2-16 15,1-3-50-15</inkml:trace>
  <inkml:trace contextRef="#ctx0" brushRef="#br0" timeOffset="129321.76">21269 16548 183 0,'0'0'6'15,"0"0"18"-15,0 0-16 16,0 0-7-16,0-41 0 16,-10 38-5-16,0 0 1 0,-1 3 1 15,-3 0 0-15,0 0 1 16,-1 6 2-16,3 4-1 16,4-1-1-16,-2 1 1 15,6 1 0-15,2-1 0 16,2 0-2-16,0-3 1 0,5 0-1 15,6 0 1-15,2 0 4 16,1 0-1-16,-1-2 0 16,0 0 1-16,-1 1-1 15,-1-2-2-15,-2 3 1 16,0-1-1-16,-2 1 0 0,-1 0 1 16,-4-1-2-16,-1 0 1 15,-1-1-1-15,0 1 2 16,-5-3 0-16,-4 1 3 15,-5 0 0-15,-1-1-2 16,-1 1-2-16,1-2-13 0,0 1-11 16,7-3-29-16,0 0-9 15</inkml:trace>
  <inkml:trace contextRef="#ctx0" brushRef="#br0" timeOffset="129844.36">21509 16500 37 0,'0'0'154'0,"0"0"-134"0,0 0 14 0,0 0-23 0,0 0-11 15,-13-37 2-15,5 33 1 16,-2 1 0-16,0 3-2 15,0 0 0-15,2 0 0 0,-2 0-1 16,1 4-1-16,1 5 1 16,0 1-1-16,1 1 1 15,4-1-1-15,-1 2 1 16,4-1 0-16,0-1-3 16,0-3 1-16,4-1 0 15,0-1 4-15,4-2-2 0,-1-1 5 16,3-1-2-16,-1 2 0 15,2 0-2-15,0 1 0 16,0-1-1-16,-1 1 2 16,-2 3-2-16,1-1 0 0,-3 2 0 15,0 1-2-15,-2-1 2 16,-3 2-1-16,0-1-1 16,-1 0-2-16,0-1 5 15,-4 0-3-15,-8-2 2 16,1 0 0-16,-2-2 0 15,0-2 1-15,-2-1-1 0,2-1-1 16,3 0 3-16,1 0-2 16,2 0 1-16,3-3-2 15,4-4-16-15,0-3-26 16,3-2-14-16,8-2-13 16</inkml:trace>
  <inkml:trace contextRef="#ctx0" brushRef="#br0" timeOffset="130099.72">21645 16517 186 0,'0'0'40'0,"0"0"-15"0,0 0-18 0,0 0-3 15,0 0 8-15,0 0-3 0,0 0-8 16,0 0-5-16,0 0 3 15,0 0 0-15,8 20 1 16,-6-6 1-16,0 0-1 16,1-1 1-16,2 1 0 15,-1 1-1-15,-3-3-2 16,2-2-25-16,-2-2-25 16,-1-4-35-16</inkml:trace>
  <inkml:trace contextRef="#ctx0" brushRef="#br0" timeOffset="130270.97">21661 16379 232 0,'0'0'-11'0,"0"0"12"0,0 0-5 16,0 0-62-16,0 0-26 15</inkml:trace>
  <inkml:trace contextRef="#ctx0" brushRef="#br0" timeOffset="130697.98">21828 16517 108 0,'0'0'1'0,"0"0"0"16,0 0 12-16,0 0 21 15,0 0-13-15,0 0-13 16,0 0-2-16,0 0 0 16,-31 34-4-16,26-22-1 15,1-1 1-15,2-1 0 0,2 4-3 16,0-5 2-16,3 1-2 15,6-5-3-15,3-2-1 16,4 0 2-16,1-3 7 16,3 0-2-16,0-3-2 0,1-3 1 15,-1-4 0-15,-2-1 1 16,-3 1 7-16,-6-1 7 16,0 1 9-16,-6-2 8 15,-2 0-9-15,-1 2-6 16,-1 0-7-16,-9 1-10 15,-1 4 0-15,-5 1-4 16,-1 4-9-16,0 0-9 0,0 2-7 16,1 5-4-16,3 1-32 15,2-3-53-15</inkml:trace>
  <inkml:trace contextRef="#ctx0" brushRef="#br0" timeOffset="131280.95">22050 16504 110 0,'0'0'56'0,"0"0"-14"0,0 0-31 0,0 0-11 16,0 0 0-16,0 0-1 0,0 0 1 15,0 0 0-15,0 0 1 16,22 39-1-16,-18-30-1 16,2 2 1-16,-4-2 0 15,2-1 1-15,-1-1-1 16,2 0-1-16,-4-1 0 0,0-2 0 16,0-3 0-16,-1 1-1 15,0-2 0-15,0 0 1 16,0 0 1-16,0 0 5 15,-1 0-2-15,-1 0 0 16,-3-5-3-16,3-2-7 0,0-1-17 16,2-2-9-16,0 0 26 15,0-2 9-15,7 1 7 16,0 0 5-16,2 0 3 16,0 0 0-16,3 0-7 15,0 1-3-15,1 3-4 0,1-1-1 16,2 2-2-16,1 0 0 15,2 1 1-15,0-1 2 16,1 5 6-16,0-1 4 16,0 2-1-16,-1 0-4 15,-1 0-7-15,1 11 0 16,-4 2 0-16,-2 1-1 0,1 4-1 16,-6-1 1-16,-2 1-1 15,-5-1 0-15,-1 0-4 16,0 0-1-16,-3-1-10 15,-9-3-19-15,-6-4-34 16</inkml:trace>
  <inkml:trace contextRef="#ctx0" brushRef="#br0" timeOffset="131842.79">21660 16263 67 0,'0'0'2'0,"0"0"-2"0,0 0 2 0,0 0 1 0,0 0 7 16,0 0 6-16,0 0-2 16,-15 39-3-16,15-30-2 0,0-2 5 15,0 1-3-15,8-3-4 16,-3-2 1-16,4 1 2 16,-1-4 5-16,1 0 4 15,-1 0-3-15,1-4-2 16,-1-3 0-16,-2-2 1 15,1 0-1-15,-4-2 1 0,-3 0-3 16,0 0-6-16,0-2-3 16,-11 2 0-16,-2 2-13 15,-4 4-11-15,-7 4-10 16,-2 1-26-16,-3 3-50 0</inkml:trace>
  <inkml:trace contextRef="#ctx0" brushRef="#br0" timeOffset="147064.18">22689 16459 50 0,'1'0'12'0,"-1"0"7"0,0 0-9 0,0 0-7 15,1 1-2-15,-1-1 0 16,1 0 0-16,-1 2 1 0,1-2 1 15,-1 1 5-15,2 3-3 16,0-2-1-16,2 2-3 16,-1 0 0-16,0-1-1 15,3 3 0-15,-3-2 0 16,1-1-1-16,-1 1 0 16,0-2-2-16,0 1 2 15,-1-1 1-15,1-1 1 0,0 0-1 16,2-1 0-16,-2 0 0 15,3 0 1-15,1-1-1 16,3-7 0-16,4 1 6 16,-1-4 0-16,3-2 1 0,0-4 7 15,5 2 8-15,1-3-1 16,3-3-2-16,2-2-8 16,2 1-2-16,1-1-2 15,0 2-3-15,2-1-2 16,-5 2 1-16,-1 3-1 0,-2 2-1 15,-1 3-1-15,-4 2 1 16,-3 6-3-16,-3 3-4 16,-6 1-40-16,-5 0-45 15</inkml:trace>
  <inkml:trace contextRef="#ctx0" brushRef="#br0" timeOffset="158342.1">19242 16632 42 0,'0'0'5'0,"0"0"-4"0,0 0 1 0,1 0-1 16,0 0 4-16,1 0 6 16,0 0-1-16,1 0-3 15,0 0-3-15,2 0-1 0,0 0 0 16,-1 0-2-16,1 0 0 16,0 0 2-16,-1 0 1 15,2 2 3-15,-1-1 0 16,2 1-1-16,-2 1-1 0,1-2 1 15,0 1-2-15,3 1 0 16,-1 0-2-16,0 0 0 16,3 0 1-16,-1-1-1 15,0 0-1-15,-1 1 0 16,2 0 0-16,-2-2 0 0,0 2 1 16,-2 0-1-16,0-3-1 15,-2 1 0-15,-1 1 1 16,2-1-1-16,-5 1 0 15,1-1 0-15,-2-1 0 16,0 1 0-16,0-1 0 0,0 0 4 16,0 0 9-16,0 0 3 15,0 0-10-15,0 0-3 16,0 1 1-16,0-1 3 16,0 0-3-16,0 0-1 15,0 0-1-15,0 0-2 16,0 0 0-16,0 1 0 15,0 0 0-15,0-1 0 0,0 0 0 16,-1 2 0-16,1-1 0 16,-1-1 1-16,1 4-1 15,0-3 0-15,0 3 0 0,-1 0 0 16,-1-1 0-16,2 3 0 16,-4-1 0-16,2 1 0 15,-2 0 0-15,1 1 0 16,-1 1 0-16,-1 1 0 15,0-1 0-15,-2-1 0 0,1 2 1 16,-2-1-1-16,0 1 0 16,0 0-1-16,-1 0-9 15,2 0-25-15,-3-2-15 16,1-3-17-16</inkml:trace>
  <inkml:trace contextRef="#ctx0" brushRef="#br0" timeOffset="158644.9">19359 16682 136 0,'0'0'31'0,"0"0"-12"0,0 0-12 15,0 0-2-15,0 0-4 16,0 0 0-16,0 0 0 16,-10 37-1-16,8-23 0 15,1 0 1-15,-1 1-2 0,2-2-21 16,0-3-28-16,-2-2-25 15</inkml:trace>
  <inkml:trace contextRef="#ctx0" brushRef="#br0" timeOffset="158864.47">19359 16676 222 0,'0'0'6'16,"0"0"-3"-16,0 0-2 16,0 0-1-16,0 0 2 15,-13 40-1-15,12-26 0 16,1 3-1-16,0 2 1 16,0-1-1-16,0-1-5 0,0-5-61 15</inkml:trace>
  <inkml:trace contextRef="#ctx0" brushRef="#br0" timeOffset="159220.88">19340 16733 106 0,'0'0'-2'16,"0"0"-2"-16,0 0 0 16,0 0-10-16,0 0-4 15,-8 41 12-15,8-30 2 16,0-2-1-16,0-1-41 16</inkml:trace>
  <inkml:trace contextRef="#ctx0" brushRef="#br0" timeOffset="159384.38">19329 16802 142 0,'0'0'3'15,"0"0"-3"-15,0 0-20 16,0 0-28-16</inkml:trace>
  <inkml:trace contextRef="#ctx0" brushRef="#br0" timeOffset="174108.67">14765 16550 7 0,'1'-2'0'0,"1"2"-3"0</inkml:trace>
  <inkml:trace contextRef="#ctx0" brushRef="#br0" timeOffset="174401.93">14765 16550 28 0,'11'-4'8'0,"-11"4"-9"15,0 0 0-15,0 0 0 0,0 0-5 16,0 0 4-16,0 0 1 16,0 0-1-16,0 0 1 15,0 0 1-15,0 0 6 16,2 0 11-16,-2 0 0 15,0 0-6-15,0 0-2 0,0 0-2 16,0 0 0-16,0 0-3 16,0 0 0-16,0 0 0 15,0 0 1-15,0 0 2 16,0 0-2-16,0 0-4 16,1 0-2-16,0 0-1 15,1 1 2-15,1 0-2 0,1-1-9 16,-2 3-7-16,2-3-10 15,-2 0-28-15</inkml:trace>
  <inkml:trace contextRef="#ctx0" brushRef="#br0" timeOffset="176969.23">14841 16615 44 0,'0'-2'28'0,"0"0"7"0,0 0-3 0,0 1-9 16,0 0-5-16,0 1-3 15,0-2-9-15,0 2-5 16,0 0-2-16,0 0-4 15,0 0 1-15,0 0 2 16,2 2 1-16,2 3 1 0,3 2-2 16,3 3 2-16,1 1 0 15,3 1 0-15,2 2 0 16,3 2 0-16,1 2 1 16,4 1 0-16,1 2 0 15,2 2 0-15,4 2 0 0,2 0-1 16,5 2 1-16,2 1 1 15,4 0-1-15,1 2-1 16,5 4 2-16,2-1-2 16,3 1 0-16,1 2 2 15,3 2-2-15,0-1 1 0,2 1 0 16,-2 1 1-16,3 0 2 16,-4 0-2-16,-2-3-1 15,-3-3 0-15,-3-3 0 16,-1 0-2-16,-8-7 2 15,-2-2 1-15,-5-1 7 16,-1-2 3-16,-4-5-1 0,-2 1-5 16,0-2-3-16,-4 0-1 15,2-2 2-15,-1-5-2 16,-2-5-26-16,0 0-75 16</inkml:trace>
  <inkml:trace contextRef="#ctx0" brushRef="#br0" timeOffset="178206.91">16983 17565 102 0,'0'0'2'0,"0"0"1"0,0 0 1 16,0 0 1-16,0 0 4 15,0 0 13-15,0 0 7 16,0 0 1-16,0 0-8 16,0 0-3-16,-35-42-7 0,26 36-3 15,-1 0-7-15,1 3-2 16,-3 1-1-16,2 2 0 16,-4 0 1-16,4 5-1 15,0 8 1-15,0 4 0 0,0 4 0 16,1 3 0-16,2 5-1 15,2 4-1-15,0-1 0 16,4 1-6-16,1 1 1 16,0-5-2-16,0-1-1 15,6-5 4-15,2-5 6 16,2-2 1-16,1-4-1 0,3-6-1 16,1 1 1-16,3-7-3 15,0 0 2-15,3-4-1 16,3-8 7-16,-2 0-4 15,0-5 1-15,-1-2-1 16,-1-1-2-16,-3-2 3 16,-2 0 0-16,-4 1-1 0,-1 3 1 15,-5-1-1-15,-2 5-1 16,-3 4 3-16,0 0 3 16,0 3 6-16,-2 3 3 0,-4 2-7 15,1 0 0-15,2 2-4 16,0 0-2-16,3 0-3 15,-2 7 1-15,2 3-3 16,0 2 3-16,0 3 2 16,0 1-2-16,0 0 0 0,2 0 1 15,0-1 0-15,3-6-1 16,-1 2 2-16,3-2-1 16,0-5 1-16,-2 2-2 15,3-5 2-15,-1-1-4 16,3 0 4-16,0-3 0 15,-2-7 2-15,3-5 0 0,-1 1-3 16,1-2 2-16,-3-2-1 16,0 2 0-16,-3 2-1 15,-2 2 0-15,-1 2 3 16,-2 3 10-16,0 2 1 16,0 2-2-16,0 1-7 0,0 2-4 15,0 0-4-15,0 3-10 16,0 9 9-16,3 3 4 15,0 2 1-15,2 3 1 16,3 0-3-16,-2-2-3 16,3-3-9-16,3-2-12 0,1-4-20 15,1-6-22-15,-1-3-37 16</inkml:trace>
  <inkml:trace contextRef="#ctx0" brushRef="#br0" timeOffset="178591.66">17456 17627 216 0,'0'0'10'0,"0"0"17"0,0 0-5 0,-6-37-7 15,1 33-7-15,-4 2-5 16,2 2-1-16,-4 0-2 0,-1 4-1 16,1 7 0-16,1 2 1 15,2 4 0-15,1 0-2 16,2 0 5-16,4-1-3 15,1-2 1-15,0-2-1 16,1-2-1-16,7-1-3 0,-1-2 3 16,4-1 1-16,0 1 0 15,-2-1 0-15,1-2 0 16,0-2 0-16,-3 3 1 16,0-3 0-16,-4 1 1 15,0-2-2-15,-3 2 0 0,0 1-2 16,0 0 6-16,-4 1 0 15,-6 0-1-15,-2 2 0 16,-2 0-1-16,0-1-1 16,0 1-1-16,-1 2-1 15,3-2-17-15,2-2-25 16,1-4-24-16,5-1-71 0</inkml:trace>
  <inkml:trace contextRef="#ctx0" brushRef="#br0" timeOffset="178878.21">17626 17492 202 0,'0'0'33'0,"0"0"0"0,0 0-12 0,0 0-9 0,0 0-16 16,0 0-3-16,0 0 6 16,0 39 2-16,0-12-1 15,0 0 4-15,0 2-1 0,3-1-3 16,1 0 1-16,0 1-1 16,-1-1-7-16,1-4-22 15,-2-6-61-15,-2-6 3 16</inkml:trace>
  <inkml:trace contextRef="#ctx0" brushRef="#br0" timeOffset="179360.88">17552 17679 193 0,'0'0'10'16,"0"0"-12"-16,0 0 4 15,0 0-3-15,0 0 2 16,0 0 1-16,48-16-2 16,-31 12 0-16,5-3-1 0,1-1 1 15,-1 0-1-15,2 1 3 16,-1 0 3-16,-2 1-2 16,-4 2-1-16,1 3 1 15,-8 1-2-15,-2 0 2 16,-3 4-2-16,-1 7-1 15,-4 5 6-15,0 3 0 0,-4 0-2 16,-1 3-1-16,0-4 2 16,1-1-4-16,4-1 1 15,0-4 0-15,0-4-1 16,6-3-2-16,6-2 0 16,-1-3 0-16,2 0 2 0,2-7 0 15,1-3 0-15,2-5 2 16,-5-3-2-16,1 0 1 15,-7-2 3-15,-1 0 3 16,-6 2 12-16,0 1-5 0,-2 3-6 16,-9 4-9-16,-5 4 0 15,-2 6-1-15,-1 1-6 16,0 10-6-16,1 7-10 16,1-3-13-16,6 1-55 15</inkml:trace>
  <inkml:trace contextRef="#ctx0" brushRef="#br0" timeOffset="180107.71">18010 17615 127 0,'0'0'23'0,"0"0"25"0,0 0-14 0,0 0-23 0,0 0-13 16,0 0 1-16,0 0 3 15,0 0 1-15,9 38 1 16,-7-25-2-16,1 1-1 16,-1-2 0-16,1-1-2 15,-1-4-2-15,2-1 1 0,-4-2-2 16,2 0-4-16,-2-1-4 15,0 0-6-15,0-3 5 16,0 0 16-16,0 0-3 16,2-3-10-16,-1-4 12 15,3-4 0-15,2 0 1 0,0-2 1 16,4 0-2-16,-1 0 2 16,0 2-3-16,1 1 4 15,0 1-2-15,-2 4 0 16,2 0 4-16,-1 5-1 15,0 0 1-15,0 0-4 16,2 0-3-16,-1 0-2 0,-2 5 2 16,1 2 0-16,-4 2 1 15,1 4-1-15,-2-1 1 16,-1 0 0-16,0-1 0 16,-2 3 1-16,4-4-1 0,-3-2-2 15,-2 1-6-15,0-2-8 16,0-5 2-16,0 2 8 15,0-3 5-15,0-1 4 16,0 0 2-16,0-6 6 16,0-1-6-16,0-6-1 15,2-1-3-15,5-3 0 0,0 1-2 16,3 1-1-16,2 0 1 16,-4 2 1-16,1 2 1 15,1 4 6-15,-1 1 0 16,0 2-2-16,0 3-1 0,0 1-3 15,-1 0 0-15,-1 0-3 16,2 4 2-16,-3 5-1 16,1-1 3-16,-3 5-2 15,0 1 0-15,2-1-6 16,-2 1-16-16,1-1-16 0,-1-3-28 16,1-3-21-16</inkml:trace>
  <inkml:trace contextRef="#ctx0" brushRef="#br0" timeOffset="181351.88">18480 17687 149 0,'0'0'21'0,"0"0"-17"0,0 0-4 15,0 0 1-15,0 0 0 16,0 0 0-16,0 0-1 0,0 0-2 15,0 0 3-15,0 0 0 16,0 0 2-16,37-36 0 16,-32 23-3-16,-1 3 3 15,-1-2-3-15,-1 1 2 0,-2-1-1 16,0 4 12-16,0 2 3 16,0-1 2-16,0 5-5 15,-3 0-5-15,0 2-1 16,0 0-7-16,-2 0-2 15,0 7-3-15,0 3 2 16,2 4 1-16,-5 3 0 0,3 2 2 16,-2-2 0-16,4 1 0 15,0-1 1-15,2-1 0 16,1-3 0-16,0-2 0 16,1 0 0-16,6-1-1 15,2-2 0-15,1-3 0 0,1-1-1 16,-1-3 1-16,0-1 1 15,1 0-1-15,1 0 0 16,-3-1 0-16,0-4-1 16,2-2-3-16,-4-3 2 15,-1 0-2-15,-2 0 7 16,0 0-2-16,2-3-1 16,-3 1 1-16,1 0 1 0,2-1-1 15,-3 2 1-15,3-3 0 16,1 3-2-16,1 0 1 15,0 3 0-15,0-2 0 0,-1 0 4 16,2 3-4-16,-2 1 3 16,1 1-1-16,-3 0-1 15,4 2-1-15,-6 2-1 16,0 1 1-16,0 0-1 16,-1 0 1-16,0 0-3 15,0 0 3-15,0 0-2 0,1 4 2 16,2 1-2-16,-3 4-3 15,1 0 5-15,1 4 3 16,2-2-4-16,-1 1 1 16,1 0 0-16,-1-2 0 15,2 0 0-15,-1 0 0 16,1 0 1-16,0-3-1 0,0-2-1 16,1 0 1-16,-1-2 2 15,1-2-6-15,2-1 3 16,-3 0-1-16,1 0-2 15,2 0-4-15,-3-7 1 0,1 0 2 16,-1 1-3-16,2-2 3 16,-2-2 2-16,1 0 0 15,1-3 2-15,-2 3-5 16,2-2-15-16,-2 1-17 0,-1 1 0 16,-2 3 11-16,-1 1 14 15,2 1 12-15,-3 2 1 16,0-1 1-16,-2 1 2 15,2 0 0-15,-1 1-1 16,0 0-1-16,0-2-1 16,-1-2 3-16,0 3 9 0,0-2 9 15,0 0 2-15,0 0 2 16,-2-1-10-16,-1 2-8 16,-1 0-3-16,-4 1-7 15,4 0-4-15,-2 2 5 16,1 1 0-16,-2 0 1 0,0 0 1 15,3 5-2-15,-2 1 1 16,2 5 0-16,1 1-1 16,-1 3 1-16,3-3 0 15,0 3 1-15,1-2-1 0,0 1 1 16,0-2-1-16,4 0 1 16,2-2 1-16,3 0-1 15,-2 0 0-15,2 0 0 16,2 0 2-16,-4 1-2 15,2 1-1-15,-1-1 2 16,-1 2 0-16,-1-3-2 16,0 1 2-16,-6 0-4 0,0 0-1 15,0 0-4-15,-7-1-29 16,0-1 23-16,-4 0-17 16,-3-6-29-16</inkml:trace>
  <inkml:trace contextRef="#ctx0" brushRef="#br0" timeOffset="181579.49">18968 17598 172 0,'0'-3'23'0,"0"3"17"0,-3 0-24 0,-2 6-16 0,-4 9 2 16,0 5-3-16,-2 9-1 16,-2 3-4-16,2-2-11 15,0 2-40-15,0-6-68 16</inkml:trace>
  <inkml:trace contextRef="#ctx0" brushRef="#br0" timeOffset="182754.18">19227 17698 58 0,'0'0'11'0,"0"0"2"0,0 0-6 0,0 0 3 16,0 0 0-16,0 0 0 0,0 0 7 15,0 0 9-15,0 0-4 16,0 0-19-16,0 0-1 15,0 0 0-15,0 0 0 16,-8 6 0-16,15-6-1 16,3 0-1-16,2 0 0 15,2 0 0-15,2-1-3 0,6-4-1 16,1-3 11-16,5-2-5 16,6-1-1-16,-1-2 5 15,3-3-3-15,2 2 5 16,2-1 4-16,1-3 2 0,3 3 0 15,-2-1-2-15,1 1 1 16,-3-1-2-16,-4 2-2 16,-1 3-6-16,-5-1-1 15,-3 5-1-15,-5 0 0 16,-4 2-1-16,-5 3 1 16,-2-1 0-16,-3 3-4 0,-5 0-18 15,-2 0-28-15,-1-1-78 16</inkml:trace>
  <inkml:trace contextRef="#ctx0" brushRef="#br0" timeOffset="183202.82">20059 17300 150 0,'0'0'30'0,"0"0"-18"0,0 0-11 15,0 0 4-15,0 0-5 0,0 0 3 16,38 10 0-16,-27-3 3 15,-1 1-3-15,2 2-1 16,0-2 0-16,-3 3-1 16,1-3-3-16,0-1-14 15,-4-2-32-15,2-4-26 16</inkml:trace>
  <inkml:trace contextRef="#ctx0" brushRef="#br0" timeOffset="183473.63">20228 17283 136 0,'0'0'4'16,"0"0"18"-16,0 0 14 16,0 0-8-16,0 0-4 15,0 0-6-15,0 0-9 0,0 0-5 16,0-3-3-16,-5 14-1 15,-1 4 1-15,0 3 0 16,0 1-1-16,0 3 0 16,3-2-3-16,-5 0-3 15,5-2 1-15,-2 1-10 0,1-3-11 16,3-4-24-16,1-7-32 16</inkml:trace>
  <inkml:trace contextRef="#ctx0" brushRef="#br0" timeOffset="183956.75">20379 17247 101 0,'0'0'43'0,"0"0"-33"15,0 0-16-15,0 0 9 16,0 0 0-16,0 0-2 16,0 0 2-16,0 0 4 15,0 0 6-15,5 36 1 0,-5-21-5 16,0 2-4-16,0 3 1 15,-2-1-4-15,2-1 0 16,0 0 0-16,0-2 1 16,0-2-2-16,0-2 1 15,6-2 0-15,-3-3-1 16,2 0-1-16,3-4 0 0,-1-3 1 16,2 0 0-16,3 0 9 15,0 0-6-15,1-7 2 16,-2 0-3-16,1 0-1 15,-2 1-1-15,0 0 0 16,-3 2 0-16,0-2-1 16,-2 5 1-16,1-2-2 15,-2 0-6-15,-1 3-35 0,-1-4-40 16</inkml:trace>
  <inkml:trace contextRef="#ctx0" brushRef="#br0" timeOffset="184241.09">20390 17349 109 0,'0'0'10'0,"0"0"15"0,0 0-15 15,0 0-2-15,0 0-2 0,0 0 1 16,0 0 4-16,38-32 6 16,-24 26 1-16,-2-1-4 15,2 0-4-15,-1 1-6 16,0 0-2-16,-3-1-2 16,-1 2-12-16,-5-1-59 15,-2 0-37-15</inkml:trace>
  <inkml:trace contextRef="#ctx0" brushRef="#br0" timeOffset="184390.89">20423 17225 142 0,'0'0'8'16,"0"0"22"-16,0 0-11 16,0 0-20-16,0 0 8 15,0 0-6-15,0 0-8 16,53-35-33-16,-33 26-19 15</inkml:trace>
  <inkml:trace contextRef="#ctx0" brushRef="#br0" timeOffset="184739.86">20686 17146 41 0,'0'0'61'0,"0"0"-19"15,0 0 12-15,0 0-18 16,0 0-21-16,0 0-2 15,0 0 3-15,8 0-10 16,-10 0-5-16,-6 0 0 0,1 0-2 16,-4 2 0-16,1 4 1 15,-2 2 1-15,4 2-3 16,-2 0 3-16,5 0-1 16,1 2-1-16,4-1 0 15,0 1 1-15,0-2-1 16,6 0 0-16,1-1 1 15,2 2 0-15,2-4 1 0,-2 3 0 16,-1-1 0-16,2 3-1 16,-3 0 0-16,-1 1 1 15,-4 0-1-15,-2 2 0 16,0 1-7-16,-8 0-22 16,-9-3-29-16,-7 0-53 0</inkml:trace>
  <inkml:trace contextRef="#ctx0" brushRef="#br0" timeOffset="185406.53">19385 17843 50 0,'0'0'7'0,"48"0"12"0,-20 0 13 0,3 1-6 15,3 0-6-15,3 3-8 16,4 2-6-16,1 0-4 15,1-2 0-15,1 1-1 0,1 1 1 16,4-3 1-16,-4 0-1 16,4 0 0-16,-4-2 0 15,2-1 1-15,-3 2-1 16,-5-2 1-16,-3 2-1 16,-5-1-2-16,-5 1 1 15,-4 1-1-15,-2 0 0 0,-3 1-7 16,-2 1-7-16,-5-2-10 15,2-1-21-15,-3 0-33 16</inkml:trace>
  <inkml:trace contextRef="#ctx0" brushRef="#br0" timeOffset="185650.09">20384 17890 127 0,'0'0'3'0,"0"0"0"15,0 0 11-15,0 0 13 16,0 0 0-16,0 0 3 16,0 0-3-16,0 0-11 15,11-14-15-15,-9 15-8 16,-1 8 6-16,3 0 4 0,-1 2-1 16,0 2-3-16,0 1-5 15,3-4 0-15,-4 2-3 16,1-4-10-16,0-1-32 15,-2-5-33-15</inkml:trace>
  <inkml:trace contextRef="#ctx0" brushRef="#br0" timeOffset="186062.81">20396 17831 86 0,'0'0'1'0,"0"0"0"16,0 0 2-16,46-9 6 15,-37 9 0-15,0 0 4 0,4 7 0 16,-4 2 0-16,3 1-7 16,-2 0-1-16,1-2-2 15,1 2-3-15,-2-1-1 16,-1-2 2-16,1-1 0 15,-3-1-1-15,0-2 2 16,-2-1-2-16,0-1 6 0,0-1 6 16,-1 0 6-16,1 0 5 15,-3 0-6-15,0-4 4 16,0-3-3-16,0-3-5 16,-2-2 3-16,1 0-4 15,0-1-3-15,0-2-4 0,-1-2-4 16,2 2-2-16,0 1-3 15,1-2-1-15,2 5 3 16,-1 1-4-16,1 3-35 16,0 1-40-16,0 0-64 15</inkml:trace>
  <inkml:trace contextRef="#ctx0" brushRef="#br0" timeOffset="186583.52">20764 17790 148 0,'0'0'22'0,"0"0"16"0,0 0-8 0,0 0-14 15,0 0-1-15,0 0-8 16,0 0-6-16,0 0-3 16,0 0-1-16,0 0-1 0,-25 12 3 15,20 1-2-15,-1-1-2 16,1 3 7-16,1 1-2 16,0 0 0-16,3 0-2 15,0-1-2-15,1-1-6 16,0-2-3-16,3-3 2 15,3-2 5-15,0-1 5 0,2-4 1 16,2-1 0-16,-3-1 0 16,2 0-1-16,4 0 3 15,-2 0 1-15,-2-6 2 16,3-1-3-16,-1 0-1 16,-1-6-2-16,-2 3 1 15,-2-2 0-15,-2-1 0 0,-2-2 2 16,-1 1 6-16,-1 0 8 15,0 0 0-15,-2 0-3 16,-3 1-3-16,-1 0-6 16,1 3-4-16,-4 3-5 15,2 3-7-15,-4 1-34 0,-4 1-70 16</inkml:trace>
  <inkml:trace contextRef="#ctx0" brushRef="#br0" timeOffset="206533.52">12776 16434 173 0,'0'0'3'0,"0"0"3"0,0 0-2 0,0 0-1 0,0 0-2 15,0 0 0-15,0 0 0 16,0 0-1-16,0 0-2 16,0 0 3-16,0 0 0 15,0 0 0-15,7 34 1 0,-5-12-4 16,-1 2 2-16,0-1-19 15,-1-3-46-15,0-5-44 16</inkml:trace>
  <inkml:trace contextRef="#ctx0" brushRef="#br0" timeOffset="207446.21">12778 16256 59 0,'0'0'-8'0,"0"0"15"0,0 0-4 16,0 0 2-16,0 0 3 16,0 0 9-16,0 0 0 15,0 0-3-15,0 0 0 16,-31-13-4-16,27 15 2 15,-1 3-10-15,-3 0 1 16,2 1 4-16,0 2-4 0,-1 0 0 16,-1 5-2-16,-2-2 1 15,1 5-2-15,-2 0 1 16,-3 2-1-16,2 1 0 16,0 1 0-16,3 1 4 0,2 0-3 15,1-1 1-15,-1 3-1 16,4-1 0-16,1-2 0 15,2-1-1-15,0-1 1 16,0 0-1-16,0-3 1 16,0 0-1-16,0 1 1 0,0-2 1 15,4 3-1-15,4-1 1 16,-4-2 0-16,2-1 0 16,1 0-1-16,-2-5 1 15,2 2-1-15,-1-4 2 0,1 1-1 16,-1-3-1-1,4 0 0-15,-5-1 0 0,3 0 0 16,0-1 0-16,2-2 0 16,-1 0 0-16,0 0 0 15,1 0 2-15,2 0-2 16,-1-3 0-16,1-3 1 16,-3-1-1-16,2-2 0 0,2 2 0 15,-2-1 1-15,0-2-2 16,3-1 0-16,-1 0 0 15,-3 0 1-15,1-1-1 16,-1-1 0-16,0 1 0 16,-3-1 2-16,-1-1-1 0,0 1 0 15,-3-2 0-15,1 1 3 16,-1-5 2-16,-1 2-2 16,-2-3 0-16,0-3-3 15,0 1 0-15,0-4 0 16,-7 2-2-16,0 2 1 0,-3-1-2 15,3 3-15-15,-5 3 10 16,2 4 3-16,-3 3 1 16,-1 7 3-16,-3 3-14 15,-2 0-81-15</inkml:trace>
  <inkml:trace contextRef="#ctx0" brushRef="#br0" timeOffset="-209870.23">3622 16369 38 0,'-3'0'18'0,"-2"0"-1"0,3-4-2 0,0 1-9 15,1-2-3-15,0 2-1 16,1 0 1-16,0-1 1 16,0 2-1-16,0-2 4 15,0 4-2-15,0-3-3 16,4 2 1-16,1-2-1 0,-1 0-1 15,1 0 0-15,1 2 1 16,-2-2-2-16,3 1 0 16,-2 0 0-16,2 0 0 15,-3 2 0-15,1-1 0 16,1 1 0-16,1 0 0 16,-2 0 0-16,1 0-2 0,-2 1 1 15,3 4 0-15,-2 2 0 16,2 1 0-16,-1 3 2 15,-1 1-1-15,-1 2 0 16,0 1 2-16,-2 2-2 16,-2 0 0-16,0 2 0 0,0 1 0 15,0 0 4-15,-4-1-4 16,-2-1-1-16,-1 0 2 16,-4-1 1-16,4-4 0 15,-4 0-4-15,-1 0 5 16,-1-2-3-16,2-2 1 0,0-1 1 15,0-3 1-15,2-1-2 16,-2 0 0-16,6-4 0 16,-1 0 0-16,3 0 0 15,1-3 8-15,2-5-2 0,0-2-5 16,0-3-1-16,3 0 4 16,5-1-6-16,-2 1 2 15,4 0-1-15,-3 3 1 16,-1 1-1-16,1-1 0 15,-3 4 0-15,3 0 0 16,-4 1 0-16,1 2 0 16,-2 1-1-16,2 2 1 15,-3 0-1-15,3 0 0 0,-2 0-2 16,0 0 0-16,3 4 3 16,-3 2 0-16,5 0 0 15,-3 1 1-15,1 0-1 0,-1 0 0 16,1 0 0-16,2 2 0 15,-1-2 0-15,-1 3 0 16,1-4 0-16,-1 1 1 16,2-3-1-16,-1 2 0 15,-1-4 1-15,1-2 1 16,1 0-1-16,0 0-1 16,0 0 0-16,-1-8 2 0,1 1-2 15,-3-5-31-15,0-3-103 16</inkml:trace>
  <inkml:trace contextRef="#ctx0" brushRef="#br0" timeOffset="-208489.03">3746 16176 33 0,'-2'-1'11'0,"-2"-2"9"0,-3-1-8 0,4 1-4 16,-1 0 4-16,-2-1-4 15,1 0-2-15,-1-1-2 16,-2 1 1-16,2-1 1 16,-1-1 4-16,-2 2 0 0,2-1 2 15,-2-1 2-15,1 0 0 16,-4 1-3-16,1 2-7 16,-2-1-1-16,-1 2 0 15,1 0 0-15,-3 2-1 16,1 0-1-16,1 0 1 15,1 0-4-15,2 0 4 0,-3 0 1 16,4 4-4-16,2 0 2 16,1 2-3-16,1 1 0 15,-1 0 1-15,3 2 2 16,0 2 0-16,-1 1-1 16,2 3 0-16,-1-1 1 0,2 2-1 15,0 2-1-15,-2-1 1 16,1 1 1-16,1 0-1 15,-2 0-1-15,-1 2 1 16,2 0 0-16,-1 3 1 16,0-2-1-16,1 3 0 0,1-1 0 15,0-2 0-15,2 2 0 16,0-2 0-16,0-1 0 16,0 0 0-16,0 1 0 15,0-1 0-15,0 0 1 16,4-1-1-16,1 2 0 0,-1 0 0 15,1-1 0-15,2-3 0 16,-1 2 0-16,1-1-1 16,-1-1 0-16,2 0 1 15,0-1 0-15,-1 1 0 16,0-2 0-16,2 0 0 0,-3 2-1 16,1-4 1-16,2-1-1 15,0 1-1-15,-2-1 2 16,1-1-1-16,3-3-3 15,-1-1 1-15,1-1 1 0,0 0 1 16,2 0 0-16,1-2 1 16,2-1-3-16,-3 0-1 15,1-1 2-15,-1 0-5 16,-1-1 4-16,0-1 3 16,-1 0-2-16,-1 0 1 15,-2 0 1-15,1-3 1 0,0 0-1 16,1-4 1-16,0 0-1 15,1 0 1-15,1-3-3 16,-1 0 0-16,1-1-2 16,0-2 1-16,-1 0 3 15,1-1 2-15,-3 0-1 16,2-2 2-16,0 2-1 0,-2-3-1 16,0 0-1-16,-2 1 1 15,-2-4-1-15,1 3 0 16,-2-2 1-16,-4-1 0 0,2-1 6 15,-2 0-3-15,0 0 1 16,0-2-1-16,0 3 0 16,0-1-3-16,0-1-1 15,0 0 1-15,-2 1 1 16,2-2-4-16,-2 0 2 16,0 1 0-16,-2-1 2 0,0 0-4 15,1 0 4-15,-4 1-2 16,0-1 0-16,-1 2 0 15,1-2 1-15,-3 1 1 16,-2 2 5-16,0 0 6 16,1 1 0-16,-2-1-6 0,-1 6-1 15,1 0 1-15,-3 2-5 16,0 4 0-16,0 2-1 16,2 2-1-16,0 4-1 15,2 0-3-15,2 3-46 16,-2 0-54-16</inkml:trace>
  <inkml:trace contextRef="#ctx0" brushRef="#br0" timeOffset="-191679.68">4131 16624 73 0,'0'0'2'0,"0"0"0"0,0 0-1 0,0 0-2 16,0 0-12-16,0 0 1 15,0 0 9-15,0 0 5 16,4 0 7-16,1 0 3 16,-1-2-3-16,3 2-6 15,0-2-2-15,6 1-1 16,0 0 0-16,2-2-1 0,6 1 1 15,2-2 1-15,4-1 1 16,4-1 3-16,2-2 3 16,5-1-2-16,0 1-1 15,5-1-2-15,1-1 0 16,1 0 3-16,2-1-2 16,0 0 1-16,-1 0-1 15,2 1 0-15,-6-1 1 0,-4 4 1 16,-7 1 0-16,-2 1 2 15,-9 1-2-15,-1 2-1 16,-8 2-1-16,-3 0 1 16,1 0 0-16,-4 0-5 0,-4 0-43 15</inkml:trace>
  <inkml:trace contextRef="#ctx0" brushRef="#br0" timeOffset="-191110.05">5282 16290 74 0,'0'0'7'0,"0"0"12"0,0 0 2 0,0 0-2 0,0 0 1 16,0 0-4-16,0 0 6 15,0 0 3-15,0 0-13 0,0 0-10 16,0 0-7-16,-16-4-2 16,16 12 6-16,0 4 0 15,0 4-1-15,4-1 0 16,-2 2 0-16,3 1-1 16,-2-2 0-16,-1 3 0 0,-2-1-13 15,0 0-6-15,0-1-24 16,-5-4-55-16</inkml:trace>
  <inkml:trace contextRef="#ctx0" brushRef="#br0" timeOffset="-190800.93">5099 16290 99 0,'0'0'-2'0,"0"0"4"0,0 0-1 15,0 0 7-15,38-11-1 16,-23 2 5-16,3 0-2 15,2-2-5-15,0 1-2 16,2-4-2-16,3 1 0 16,0 1 0-16,1-1-3 0,-3 0-48 15</inkml:trace>
  <inkml:trace contextRef="#ctx0" brushRef="#br0" timeOffset="-190374.17">5438 16293 108 0,'0'0'6'16,"0"0"22"-16,0 0-13 15,0 0-7-15,0 0-5 16,0 0 4-16,0 0-7 15,0 0-2-15,1-16 1 0,9 16-1 16,3 0-3-16,1 0 2 16,-1 7 2-16,1 3 1 15,-1 2 1-15,-1 0-1 16,-4 3 0-16,-1-1 0 16,-2 0 1-16,-1-1 1 15,-4-3-2-15,0 1 1 0,0-4 0 16,0-1 2-16,0-3-1 15,-4-3 2-15,1 0 8 16,-1-6 0-16,2-6-1 16,0-3-3-16,2-6 4 15,0-2-8-15,4 2 2 16,7-5-9-16,3 3 3 0,1 2 4 16,1 1-21-16,1 3-31 15,-3 2-41-15</inkml:trace>
  <inkml:trace contextRef="#ctx0" brushRef="#br0" timeOffset="-189877.71">5774 16273 15 0,'0'0'8'0,"0"0"5"16,0 0 11-16,0 0 8 15,0 0-9-15,0 0-3 16,0 0 0-16,0 0 1 0,8-43 7 16,-14 35-7-16,-2-1-6 15,2 5-4-15,-2 1-6 16,3 3-6-16,-3 0-2 16,2 6 12-16,2 4-11 15,0 1 0-15,1 3-1 16,3 2 1-16,0 0-1 0,0-1-2 15,2-2 1-15,7-2-2 16,1-2-5-16,3-5 1 16,3-2-1-16,1-2 17 15,2-2-2-15,2-7-2 16,-2-6 2-16,1-1-1 0,-3-1-1 16,-3-2 1-16,-5 0-2 15,-1 2 3-15,-6 0-3 16,-1 5 4-16,0 1-3 15,-1 5 7-15,0 2 0 16,0 4 0-16,0 0-8 16,0 6-15-16,0 5 12 0,0 4 1 15,0 3-1-15,6-3-4 16,1 1-7-16,5-3-3 16,0-3-9-16,1-4-29 15,0-4-73-15</inkml:trace>
  <inkml:trace contextRef="#ctx0" brushRef="#br0" timeOffset="-189417.07">6122 16190 163 0,'0'0'5'0,"0"0"42"0,0 0-26 0,2-42-10 16,-8 38-8-16,-1 4-6 16,-5 0-2-16,2 0 11 15,-4 8-5-15,3 5 0 16,0 3-1-16,-1 2 2 15,6-2-3-15,2 2-1 0,4-2-4 16,0-3-1-16,1-2-7 16,8-7 1-16,3-2-5 15,3-2 20-15,1-2 1 16,0-9-1-16,4-5-2 16,-3-4 3-16,0-4-2 15,-2-1 1-15,-1-4 0 16,-4-1 1-16,0 1-1 0,-6-3 2 15,-3 1 2-15,-1-2 0 16,0 3-1-16,0 2 0 16,-1 3-3-16,-6 5 0 15,1 1-1-15,1 8 0 0,-2 3 0 16,3 4 2-16,0 4-2 16,-3 2-7-16,4 12 9 15,3 4-5-15,0 5-1 16,0 4 0-16,0 3-2 0,2 1 4 15,6 3-2-15,-1-2 2 16,3 0 0-16,2 0-1 16,-1-3-7-16,-3-1-16 15,1-3-43-15,-2-4-50 16</inkml:trace>
  <inkml:trace contextRef="#ctx0" brushRef="#br0" timeOffset="-189120.13">6345 16257 127 0,'0'0'13'0,"0"0"12"0,0 0-7 0,0 0-8 15,0 0-3-15,0 0-5 0,0 0-1 16,0 0-1-16,0 0 0 16,21-47 0-16,-17 37 1 15,-2-4 0-15,-1 0 0 16,-1-3 2-16,0 2-2 15,0 2 0-15,-3 1 1 0,-5 4-1 16,0 5 1-16,-1 3 13 16,1 0-7-16,1 6-6 15,0 9-2-15,4 1-2 16,3 4 0-16,0 2 0 16,8-3 1-16,7 1-2 15,2-5-5-15,2-5-29 0,4-7-50 16</inkml:trace>
  <inkml:trace contextRef="#ctx0" brushRef="#br0" timeOffset="-188607.37">6971 16056 88 0,'0'0'9'0,"0"0"4"0,-42-15-4 0,33 11-2 15,1 1-3-15,4 0 1 16,0 2 10-16,4 1 10 0,0 0-5 16,0 1-29-16,5 12 2 15,6 4 1-15,2 6 3 16,3 1 0-16,0 4 2 16,4-5 1-16,-2 1 1 15,-3-6-1-15,-2-6-1 16,-1-3-2-16,-1-5-2 0,-3-4 4 15,4 0 4-15,-5-4-2 16,-1-8 12-16,-3 0-8 16,1-7 9-16,-1-1 8 15,-1-2-6-15,0-4-5 16,-2-1 1-16,3-3-4 16,1 3-5-16,2 2-2 0,3 2-3 15,-1 3-27-15,2 5-44 16,1 3-23-16</inkml:trace>
  <inkml:trace contextRef="#ctx0" brushRef="#br0" timeOffset="-187571.83">7266 15973 119 0,'0'0'8'16,"0"0"3"-16,0 0-9 0,-6 44-1 15,0-25-5-15,0-4 9 16,4 2-3-16,-2-1-2 15,4-3 0-15,0-5 1 16,0-1 2-16,6-4 4 16,2-3 3-16,2 0 3 15,1-3 2-15,-1-7-6 0,-1-2-3 16,-1-3-3-16,-3-3 0 16,0 1 6-16,-5-1 7 15,0 2-5-15,-8 0-3 16,-5 5-2-16,-3 2-8 15,-5 6-3-15,0 3-9 0,3 0 15 16,2 3-2-16,6 6-1 16,2-1-1-16,6 1-23 15,2-3-3-15,3-4 0 16,12-2 10-16,3 0 18 16,2-14 3-16,3-1 0 15,-1-4 1-15,0-4 4 0,3-1 3 16,-7-4 5-16,-1 1-1 15,-2-3 3-15,-3 0-2 16,-5 2-5-16,-3 1 1 16,-4 1 0-16,0 2-3 15,0 7-2-15,-4-3-1 0,-3 5-1 16,1 3-2-16,0 2-1 16,1 2 0-16,2 2 0 15,1 4-1-15,-1 1-1 16,3 1-5-16,0 0-21 15,0 12 10-15,0 3 11 0,0 11-2 16,0 4 11-16,3 7-2 16,2 4-3-16,0 4 1 15,1 0-1-15,2-2 1 16,1-2-1-16,3-6 2 16,-1-6-1-16,1-4 0 0,0-6-1 15,0-6 1-15,1-3 0 16,-2-4 6-16,3-3-2 15,-3-2-2-15,0-1 3 16,0 0 3-16,1-6-2 0,-2-2 1 16,0-4-3-16,1-2 1 15,-5-3 3-15,-1 0 0 16,2-1 2-16,-5-2-3 16,1 2-2-16,-3 1-2 15,0 4-1-15,0 1 0 16,0 7 0-16,0 2-1 0,0 3 0 15,0 0-4-15,0 5-4 16,0 7 8-16,0 4-1 16,1 3 0-16,6 2 0 15,1-1 0-15,3-2 1 16,1-3-3-16,2-4 1 0,1-5-1 16,0-4 3-16,1-2 1 15,1-5 1-15,0-7 3 16,2-4-4-16,-4-3 0 15,3-2 1-15,-5 0-1 16,-2 1 1-16,-2 1-1 0,-6 5 1 16,-1 2-1-1,-2 4 2-15,0 4 3 0,-1 1 3 16,-3 3 1-16,0 0-6 16,-2 7-5-16,2 3-1 15,0 3-1-15,2 4 0 16,2-1 2-16,0-1-2 0,2-2-1 15,7-2-2-15,3-5-9 16,4-3-14-16,-3-3-54 16</inkml:trace>
  <inkml:trace contextRef="#ctx0" brushRef="#br0" timeOffset="-186974.77">7923 15874 235 0,'-2'-4'8'0,"-3"1"13"0,3 1-8 0,0 2-9 16,2 0-4-16,0 0-10 16,0 7 0-16,0 2 6 15,0 4 6-15,2-2-3 16,3 3 1-16,-1-2 0 16,1-2 0-16,0-2 0 0,-1-3 0 15,0-3-3-15,-3 0-4 16,1-2 6-16,-1 0 5 15,0-2-1-15,1-2-1 16,-2-5-1-16,2 0 0 16,2-2 0-16,-3 0 1 15,4 1-2-15,1 0 1 16,-3 2 1-16,3 1-2 0,0 2 0 16,2 1 0-16,1 1-2 15,3 3 1-15,0 0-2 16,1 0 1-16,0 4 0 15,1 4 1-15,-3 3 0 16,1-1-1-16,-6-2-4 0,1 1-7 16,-5-2 1-16,-2-3 9 15,0 1-7-15,0-3 6 16,-6-1 14-16,-1-1-6 16,-3 0-3-16,4 0 3 0,-1 0 0 15,3-5 2-15,0-2 2 16,4-4 3-16,0-1-6 15,0 0-2-15,6-1 0 16,5 0-2-16,5 1 1 16,-1 1-4-16,2 3 2 15,2 3-1-15,-3 3-1 16,2 2 0-16,-7 0-2 0,0 8 0 16,-5 5-1-16,-2 1 4 15,0 0-1-15,-4 2 2 16,0-2-16-16,0-1-35 0,-3-2-75 15</inkml:trace>
  <inkml:trace contextRef="#ctx0" brushRef="#br0" timeOffset="-186690.23">8230 15926 123 0,'0'0'-4'0,"0"0"4"0,0 0 1 16,38-31-1-16,-27 18 0 15,-1 1 1-15,2 0 3 16,-1-1 9-16,-2-1 7 0,1-1 5 16,-2 1-5-16,-4-1-11 15,-1 2-6-15,-3 2-1 16,0 4 2-16,-4 3-3 16,-5 4 2-16,-5 0 4 15,-1 11 3-15,-1 9-4 16,5 4-4-16,2 5-1 0,2 0-2 15,7 0-1-15,0-4-2 16,11 0 0-16,6-7-14 16,7-5-56-16</inkml:trace>
  <inkml:trace contextRef="#ctx0" brushRef="#br0" timeOffset="-186001.39">8223 16182 129 0,'0'0'6'0,"0"0"4"0,0 0-3 0,0 0 0 16,0 0 2-1,0 0-4-15,0 0-10 0,0 0 2 16,0 0-2-16,0 0-1 16,40 20 1-16,-18-3 0 15,5-2 0-15,7 1 2 16,6-2 4-16,7-4 0 0,3-3 0 15,1-2 0-15,3-4 3 16,-1-1 1-16,0 0 3 16,-1-1 0-16,-1-6-1 15,0-2-4-15,-1 0 0 16,-6-2 1-16,-3 3-1 16,-9-1-2-16,-5-1-25 0,-11 0-43 15</inkml:trace>
  <inkml:trace contextRef="#ctx0" brushRef="#br0" timeOffset="-185807.08">8994 16130 104 0,'0'0'0'15,"0"0"3"-15,56-6-2 16,-36 6 1-16,0 10-3 15,-2 5 1-15,-3 4 0 0,-3 5 1 16,-3 3-3-16,-7 3 6 16,-2 1-8-16,-2 0-17 15</inkml:trace>
  <inkml:trace contextRef="#ctx0" brushRef="#br0" timeOffset="-185202.21">9314 16173 232 0,'0'0'-5'0,"0"0"9"16,0 0 2-16,0 0-5 16,0 0-11-16,0 0-5 15,0 0 11-15,0 0 0 16,24 53 2-16,-17-29 7 15,-4 2-8-15,3-4 4 0,-4-3-1 16,0-5-5-16,-1-4-8 16,-1-3 11-16,0-6-1 15,0-1 9-15,0-1 0 0,-3-10-28 16,1-4-23-16,0-6 20 16,-2-3 0-16,3-4 4 15,1-2 22-15,0-3 5 16,0 3 12-16,0 1 12 15,0 3 7-15,7 5-12 16,-1 2-7-16,5 5-12 0,1 3-4 16,3-1-2-16,-1 5 0 15,2 3 0-15,0 4 0 16,-3 0-2-16,0 1-6 16,-2 12 3-16,-4 1 3 15,-3 6 2-15,-4 0 2 0,0 3-11 16,0 0 4-16,-10-2 12 15,1-3-8-15,-1-2 4 16,1-5-3-16,1-2 4 16,3-3-2-16,3-2 0 15,2 1-3-15,0-2-1 0,0 3-1 16,5 0 8-16,5 2-5 16,1-1 3-16,3 3 2 15,1 0-2-15,2-1 0 16,3 1-1-16,-5-2 3 15,1 4-2-15,-3-3-10 0,-6-1-46 16,-1-3-78-16</inkml:trace>
  <inkml:trace contextRef="#ctx0" brushRef="#br0" timeOffset="-184531.19">9537 16325 170 0,'0'0'-17'0,"0"0"23"0,0 0-6 0,40-16 1 0,-24 7-1 16,-3-1 1-16,0-1-1 0,-1-1 6 15,-1-3 11-15,-4-1 2 16,2-2 2-16,-5-1-8 16,-2-1-6-16,-2 2 0 15,0 2-3-15,0 5 0 16,-6 2 3-16,-3 2 2 15,2 4-7-15,-2 3 0 0,-1 4 2 16,0 11-5-16,1 3 0 16,1 5-1-16,3 1 1 15,2 0 0-15,3-3-1 16,0-4-2-16,12-2 0 16,5-7-1-16,1-1-5 15,5-5-11-15,2-2 7 0,1 0-18 16,1-12-5-16,0-2 23 15,-3-6 14-15,1-4 1 16,-8 0 14-16,0-3 14 16,-6-1-2-16,-3 3-9 15,-8 4 2-15,0 4-2 0,-2 4-10 16,-8 4 0-16,-3 6-6 16,-2 3-3-16,-2 0 6 15,1 9-5-15,3 6-1 16,-1 2 0-16,6 1 0 0,5 1-1 15,1-1-2-15,2-1-2 16,0-3 1-16,7-4-3 16,3-3 3-16,4-2-2 15,-3-4 8-15,3-1 3 16,-3 0-4-16,2 3 0 0,-3 0 0 16,0 3-1-16,1 2-7 15,-3 3 3-15,2 2 1 16,-3 4 7-16,-3-1-2 15,0 1 1-15,-1 1-1 16,-2-2 0-16,-1 1 0 0,0-1 2 16,-1-1-1-16,-6 1 2 15,-1 1-3-15,-3 0-14 16,-1-4-58-16</inkml:trace>
  <inkml:trace contextRef="#ctx0" brushRef="#br0" timeOffset="-184180.74">9906 16184 152 0,'0'0'5'0,"0"0"12"0,38-43-1 0,-25 36-14 0,-1 5-3 15,-3 2-5-15,-1 6-2 16,1 8 11-16,0 6 1 15,0 0-1-15,-3 1 1 16,2-1-2-16,-3-3 1 0,-1-4-1 16,0-6-2-16,-4-3-2 15,0-4 1-15,0 0 33 16,0-1-12-16,-6-8 0 16,1-5-5-16,-1-3 4 0,0-3-7 15,2-1-1-15,-1-3-4 16,4-2-4-16,1 2-2 15,0 1-1-15,4 5-3 16,7 2-17-16,2 5-22 16,0 4-15-16,1 5-40 15</inkml:trace>
  <inkml:trace contextRef="#ctx0" brushRef="#br0" timeOffset="-183914.05">10132 16181 112 0,'0'0'43'15,"0"0"-39"-15,0 0-4 0,0 0 6 16,0 0 22-16,0 0-4 16,0 0-14-16,0 0-6 15,26-45 12-15,-23 27-5 16,-3 0 2-16,0-1-3 16,0 5 2-16,0 1-1 0,-5 3-8 15,-1 6-4-15,-2 4-3 16,-2 0 5-16,1 10-3 15,0 7-4-15,2 7 0 16,1 3 0-16,5 0 2 16,1 4-4-16,0-5-1 15,9-2-16-15,5-7-20 0,-1-8-35 16</inkml:trace>
  <inkml:trace contextRef="#ctx0" brushRef="#br0" timeOffset="-183571.8">10355 16075 107 0,'0'0'19'16,"2"-51"8"-16,-2 31-4 15,0 3-1-15,-5 6 6 16,-1 4-9-16,-4 5-12 0,-2 2-8 16,5 1-3-16,-4 11 14 15,1 2-10-15,4 5-1 16,2 1 0-16,4-1-2 15,0 2-2-15,0-3-4 16,11-4 5-16,3 1 1 16,1-3 3-16,3-2-2 0,-2-3 0 15,0-1 2-15,-4-2-1 16,-2-1 6-16,-6 1-4 16,-4-1-1-16,0 1 4 15,-2 2 10-15,-10 1 5 16,-3 3-18-16,-1 0-3 0,1 3-10 15,1-3-5-15,5-6-8 16,3-1-24-16,4-3-39 16</inkml:trace>
  <inkml:trace contextRef="#ctx0" brushRef="#br0" timeOffset="-183122.85">10536 15923 119 0,'0'0'14'0,"0"0"26"16,0 0-4-16,0 0-30 0,0 0-7 16,0 0-2-16,0 0 14 15,-49-8-10-15,36 22-2 16,4 2 1-16,2 1-3 16,0 0 1-16,7 0-1 15,0-1-2-15,0-1-3 0,8 1-3 16,4-2 3-16,2-3 5 15,1 2 0-15,1-3 2 16,-1 0 2-16,2-3 0 16,-8 0 0-16,-1-3 0 15,-4 1 2-15,-4-2-1 0,0-1-2 16,-6 0 21-16,-5 1-12 16,-3-3-6-16,3 0-1 15,-1 0 1-15,6-3-1 16,1-9-7-16,5-3-6 15,1-5 7-15,11 1 5 16,3 0-1-16,5 0 1 0,-2 4 1 16,4 5 2-16,-4 5 6 15,-1 4-7-15,0 1-4 16,-5 4 0-16,-2 10-5 16,-3 5 5-16,-5 2 1 0,-2 2-17 15,-14 1-21-15</inkml:trace>
  <inkml:trace contextRef="#ctx0" brushRef="#br0" timeOffset="-182189.93">4205 16658 97 0,'0'0'11'0,"0"0"-9"0,0 0 5 0,0 0-13 0,0 0 5 16,0 0-1-16,0 0 2 15,0 0-5-15,0 0 4 16,10 39 2-16,-1-28 0 0,5 3 2 16,-1 1-1-16,3 5-3 15,2 3 5-15,6 5-2 16,1 6-2-16,6 3 0 15,3 7 0-15,3 3 2 0,9 1-1 16,3 2 3-16,5-2-2 16,10-1-1-16,3-4 0 15,3 1 2-15,1-4 1 16,1-3-1-16,4-2 2 16,-7-3 1-16,0-1-2 15,0-3-1-15,-4-1 2 0,-2-1-3 16,-5-4 1-16,-3-2 2 15,-3 0 3-15,-10-3 1 16,-6-7-5-16,-9-3-32 16,-9-7-52-16</inkml:trace>
  <inkml:trace contextRef="#ctx0" brushRef="#br0" timeOffset="-181963.55">5604 17447 147 0,'0'0'-6'0,"0"0"3"0,0 0 9 0,0 0 3 0,41 3 3 16,-28 9-9-16,1 3-5 15,1 11 1-15,-2 5 14 16,-2 7-6-16,-2 6-8 15,-5 3-35-15,-4-2-37 16</inkml:trace>
  <inkml:trace contextRef="#ctx0" brushRef="#br0" timeOffset="-181542.61">5920 17750 187 0,'0'0'26'0,"0"0"-34"15,0 0 1-15,0 0 7 16,0 0 2-16,0 0 12 0,0 0-3 16,0 0-2-16,-1-9 0 15,-2-2 0-15,1-3-7 16,-2-3 1-16,1-3-2 15,2-6 0-15,1-5-1 16,0-4 0-16,1-1-1 16,6-1-1-16,0 3 1 0,2 6-1 15,0 5 1-15,-3 7 2 16,3 6-3-16,3 6 0 16,-3 4-3-16,4 0-1 15,1 14-1-15,0 6 4 16,1 5 1-16,0 3 2 0,1 3-1 15,-3-1 1-15,-1-2 0 16,-2 0 0-16,1-5 0 16,-3-7 0-16,0 1-8 15,-1-6-23-15,-5-5-42 16</inkml:trace>
  <inkml:trace contextRef="#ctx0" brushRef="#br0" timeOffset="-181338.89">5995 17608 238 0,'0'0'-4'0,"0"0"23"15,0 0-15-15,0 0-14 16,0 0 6-16,0 0 4 16,48-30 5-16,-23 22-5 15,-2-1-7-15,0 3-17 16,-2-1 0-16,2 0-11 0,-3 2 0 15,-4-3-3-15,1-1-7 16</inkml:trace>
  <inkml:trace contextRef="#ctx0" brushRef="#br0" timeOffset="-180974.4">6249 17483 0 0,'0'0'42'15,"0"0"-3"-15,0 0 3 0,0 0 10 16,0 0-8-16,0 0-26 16,0 0-21-16,27-33-7 15,-25 43 4-15,5 3 0 16,-2 4 13-16,4 1-1 15,-3 1-6-15,1 1 1 0,0-2 0 16,0-1 0-16,-1-4-1 16,1 0 0-16,-3-4-1 15,0-2-3-15,1-5-7 16,-3-2-1-16,-2 0-2 16,0-7 16-16,0-4 3 0,0-7 0 15,0-2-2-15,0 1 0 16,0-1 1-16,0 2 1 15,0-1 4-15,0 5 4 16,0 3-5-16,7 0-6 16,4 1-2-16,0 4-1 15,3 1-2-15,-1 5-1 0,1 0-1 16,1 3 1-16,-1 11 3 16,1 2 1-16,-1 4-2 15,1 1-1-15,-4 3-3 16,3-1-22-16,-5-2-34 0,3-8-7 15</inkml:trace>
  <inkml:trace contextRef="#ctx0" brushRef="#br0" timeOffset="-180655.2">6635 17513 96 0,'0'0'6'0,"0"0"25"0,0-50-3 0,-1 37-7 0,-6 3-5 0,0 6-5 16,1 1-7-16,-3 3-6 15,0 0-6-15,2 10 3 16,1 5 7-16,3-1-4 0,1 1 2 16,2 2 0-16,0-1-3 15,0-5 0-15,5-1 0 16,3-3-8-16,-1-2 1 16,2-5 7-16,0 0 1 15,-2-6 10-15,1-4-4 16,2-1 0-16,-4 1 3 0,-2 0 6 15,1 3 4-15,-3 1-4 16,2 5-2-16,-1 1-12 16,2 0-3-16,1 0 0 15,3 0 2-15,0 5 0 16,0-5-7-16,-2 0-44 0</inkml:trace>
  <inkml:trace contextRef="#ctx0" brushRef="#br0" timeOffset="-178435.12">6791 17396 138 0,'0'0'7'0,"0"0"0"0,0-1-4 0,0 1-3 16,2 0-5-16,2 8-5 0,-1 5 0 16,1 4 2-16,2 6 15 15,-2 1-2-15,4 4-3 16,-4-2-2-16,-1 1-1 15,-1-6-9-15,0-2-8 16,0-8-2-16,-2-5 4 0,0-5 16 16,0-1 8-16,0-8-3 15,2-8 1-15,0-2-4 16,0-5 1-16,-1-3-2 16,5 2 0-16,-1-3-1 15,2 6 2-15,-1 1-2 0,1 4 1 16,0 4 0-16,-1 2 2 15,1 4 2-15,-1 5-2 16,3 1-1-16,-1 0-2 16,1 7 0-16,3 7 1 15,0 2 1-15,-1 2 2 0,-2 1-2 16,1 0-2-16,0-3 1 16,-5-2-1-16,1-1 2 15,0-3-1-15,0-4 0 16,-2-2-3-16,1-4-12 15,1 0-11-15,1-6 19 16,0-8-21-16,-1-4-16 0,-1-4 36 16,1 1 10-16,-1-2 9 15,2 0 15-15,-3 2-1 16,0 4-6-16,1 2-3 16,-1 3-1-16,0 5-6 0,2 4-8 15,-2 3-4-15,3 7-6 16,-3 9 6-16,2 6 5 15,1 3 4-15,-1 0-2 16,0 5-5-16,0-1 1 16,-1-4-9-16,1-4-33 0</inkml:trace>
  <inkml:trace contextRef="#ctx0" brushRef="#br0" timeOffset="-177792.64">7237 17406 142 0,'0'0'4'0,"0"0"4"0,0 0 0 0,0 0-5 0,0 0-8 16,0 0-6-16,0 0 15 16,0 0-5-16,-24 42-1 0,24-27 1 15,0-1 1-15,4-1-2 16,3-6 1-16,0 0-1 15,-1-3-2-15,3-4 8 16,0 0 2-16,0-5-1 16,-3-6 2-16,1-1-1 0,-2-2 1 15,-2-2 0-15,-1 3-3 16,-2-1-2-16,0 3 1 16,0-2-2-16,-3 5-1 15,-4 0-5-15,-1 2 3 16,1 1-1-16,0 2 5 15,3 0 4-15,-1 1 0 0,1 0-4 16,4-2-2-16,0 0 0 16,0-6-8-16,6-2 4 15,2-3 2-15,0-5 1 16,-2-3 1-16,1-2 0 16,-2-4 1-16,-3 0 2 0,1-3 2 15,-1 0 1-15,-2-2-4 16,0 2-1-16,0 4 0 15,0 3 0-15,-2 4 0 16,-3 7 0-16,2 4-1 0,-1 9 0 16,2 1-1-16,2 5-5 15,0 12 4-15,0 5 2 16,0 5-3-16,6 3 2 16,2 2 0-16,1 2-1 15,1 0 1-15,2 0 0 16,-1 1 1-16,-1-1-1 0,3-3 1 15,0-4-1-15,1-3 1 16,1-4 0-16,3-5-5 16,-3-3-13-16,-1-6-6 0,-1-4-15 15,1-2-57-15</inkml:trace>
  <inkml:trace contextRef="#ctx0" brushRef="#br0" timeOffset="-177381.85">7497 17273 174 0,'0'0'43'0,"0"0"-18"0,0 0-22 0,0 0-6 16,0 0 6-16,0 0-8 15,0 0 7-15,5 47-4 16,5-38-4-16,-1-1-4 16,2-4 10-16,0-3 3 0,0-1-2 15,3-2 2-15,-3-8 1 16,1-3-3-16,-4-3 0 15,1 0-2-15,-5 1 3 16,-1 1-2-16,-1 1 1 16,-2 3 0-16,0 4 1 15,0 2 1-15,0 3 2 0,0 1-3 16,0 3-12-16,5 12-13 16,-2 3 19-16,5 9 8 15,-2 3-5-15,3 2 0 16,1 3-1-16,-1-1-3 15,-1-1 10-15,0 0-6 16,-2-4-1-16,-4-2 5 0,-2 0-7 16,0 1 4-16,-4 1 7 15,-8-2 0-15,-1 1-4 16,-5-2-2-16,3-5-9 16,1-4 3-16,3-9-50 0,0-8-45 15</inkml:trace>
  <inkml:trace contextRef="#ctx0" brushRef="#br0" timeOffset="-176848.24">8020 17199 184 0,'0'0'2'0,"0"0"25"0,-23-40-6 0,9 36-15 15,1 4-6-15,-1 0-5 16,2 4 8-16,3 11 1 0,2 1-3 16,2 4-3-16,3 3 1 15,2-2-2-15,0 1-2 16,7-3 1-16,2-3 0 15,0-4-4-15,3-5-6 16,-1-5 10-16,2-2 1 16,2 0 8-16,-1-8-1 0,0-6 0 15,-2-5-6-15,-1-2-6 16,-3-2-13-16,-4-2-9 16,-2-5 16-16,-2 0 6 15,0-3-1-15,-8-3-1 0,-2-2-24 16,1-1 34-16,-1 0-3 15,2 4 8-15,1 2 11 16,1 11 8-16,0 4 4 16,3 8 7-16,3 6-12 15,-2 4-9-15,2 6-20 0,0 14-2 16,0 8 8 0,7 6 4-16,3 6-2 0,4 1 2 15,-1 3-3-15,4 3-4 16,2-1-3-16,-3-1 13 15,-1 0-56-15</inkml:trace>
  <inkml:trace contextRef="#ctx0" brushRef="#br0" timeOffset="-176520.87">8194 17243 121 0,'0'0'-2'0,"0"0"3"0,0 0 0 0,16-39-1 16,-9 26-1-16,-1 0 2 16,0-2 0-16,-3 1 6 15,2 1 9-15,-3-1-1 16,-2 1-3-16,0 2-1 16,0 1-8-16,0 3 0 0,-7 4-1 15,2 3-4-15,-4 0-11 16,1 10 13-16,-2 10-3 15,4 1 3-15,-1 5 0 0,5 0 0 16,2-1 1-16,0-1-1 16,2-4-1-16,7-3 1 15,3-4-2-15,3-7-2 16,-1-5-9-16,1-1-16 16,1-9-49-16</inkml:trace>
  <inkml:trace contextRef="#ctx0" brushRef="#br0" timeOffset="-176294.92">8326 16780 122 0,'0'0'11'0,"0"0"7"15,0 0-6-15,0 0-10 16,-5 48-10-16,5-15 9 0,2 5 3 15,4 5-1-15,2-1-3 16,3 1 5-16,3-2-5 16,-3-1 1-16,0-6-1 15,1-1-29-15,-4-9-65 16</inkml:trace>
  <inkml:trace contextRef="#ctx0" brushRef="#br0" timeOffset="-176108.22">8333 17148 150 0,'0'0'0'16,"0"0"0"-16,0 0 1 16,35-44-1-16,-19 34 0 15,6 1 0-15,-2 2-1 0,2-1-16 16,-4 3-35-16</inkml:trace>
  <inkml:trace contextRef="#ctx0" brushRef="#br0" timeOffset="-175781.41">8550 17145 35 0,'0'0'76'0,"0"0"-92"15,0 0 13-15,0 0 1 0,0 0 3 16,0 0 7-16,0 0-1 16,38-34 2-16,-32 20 5 15,-4-2 3-15,0 3-1 16,-2-1-8-16,0 1-5 16,0 5 0-16,-2 1 0 0,-5 4 0 15,1 3 0-15,0 4 4 16,0 10-7-16,-1 6 3 15,3 4-3-15,4 3-3 16,0 2 1-16,0-3 2 16,1 0-2-16,9-4-6 15,2-3-1-15,1-4-16 0,-1-8-5 16,1-4-15-16</inkml:trace>
  <inkml:trace contextRef="#ctx0" brushRef="#br0" timeOffset="-175502.81">8717 17109 102 0,'0'0'15'0,"0"0"26"16,0 0-11-16,-13-41-14 15,6 41-7-15,0 0-4 16,1 6-1-16,3 8 1 16,-1 6-5-16,4 3-3 0,0 1 3 15,0 2-3-15,6-3 0 16,3-2 1-16,3-4 0 15,1-5-12-15,3-3-14 16,-1-5-5-16,3-4 3 16,-4 0-1-16,3-13-23 15,-3-4 54-15,2-5-7 0,-5-3 17 16,0-7 3-16,-2-2-6 16,-4-5-3-16,-3-3-4 15,-2-1-16-15</inkml:trace>
  <inkml:trace contextRef="#ctx0" brushRef="#br0" timeOffset="-175354.44">8848 16857 23 0,'0'0'68'0,"0"0"-12"16,0 0-8-16,0 0-33 16,0 0-15-16,0 0 4 15,0 0-5-15,-35 48-8 16,37-12 8-16,5 2-1 0,2-3 0 16,0 0 3-16,2-3 0 15,0-5-2-15,-2-3-21 16,-4-4-31-16,-2-6-39 15</inkml:trace>
  <inkml:trace contextRef="#ctx0" brushRef="#br0" timeOffset="-175097.91">8822 17081 115 0,'0'0'-3'0,"0"0"4"16,30-43 0-16,-17 31-2 15,0 3 0-15,1 2 0 16,-2 5 1-16,2 2-2 16,-3 0 0-16,0 6 6 15,-2 7 4-15,0 1-1 16,-2 3 4-16,-3 0-3 0,-2 2-2 16,1 1-3-16,-2-1 1 15,-1-1-3-15,2-2 1 16,0 0-4-16,2-6-19 15,-2-5-21-15</inkml:trace>
  <inkml:trace contextRef="#ctx0" brushRef="#br0" timeOffset="-174947.56">8994 17017 44 0,'0'0'177'0,"0"0"-173"15,0 0 2-15,0 0-9 16,0 0-25-16,0 0-69 16</inkml:trace>
  <inkml:trace contextRef="#ctx0" brushRef="#br0" timeOffset="-174343.87">9094 17051 185 0,'0'0'-9'0,"0"0"12"16,0 0-2-16,0 0-3 16,0 0-11-16,-40-4 8 15,32 6 6-15,3 7 0 0,1 3-1 16,1 3-3-16,3 1 5 15,0 1-3-15,0 0-1 16,7-3-5-16,0-1-12 16,-1-2-10-16,3-4 4 15,-2-4 5-15,0-3 14 0,-1 0 10 16,1 0 10-16,-3-10 7 16,2-4 2-16,0 1-11 15,-2-4-6-15,0 0-3 16,1-1 0-16,-1 2-2 0,1 0 0 15,0 3 0-15,-1 2 0 16,-2 4 9-16,3 3-1 16,-1 4-5-16,0 0-10 15,1 0-2-15,2 8 3 16,-2 3 12-16,1 1-5 0,-2 5 0 16,-1-1-2-16,1-2-8 15,-2 0 3-15,-2-2-2 16,0-2-2-16,3-5-4 15,-3-2 10-15,0-3 2 0,0 0 9 16,0-1 3 0,0-9-6-16,3-3 1 0,0 0 0 15,2-1 0-15,-1 0-1 16,1 0 0-16,1 4-1 16,1 1 3-16,2 6-6 15,0 2-2-15,1 1-6 16,1 3 1-16,2 10-1 0,0 8-6 15,-4 3-18-15</inkml:trace>
  <inkml:trace contextRef="#ctx0" brushRef="#br0" timeOffset="-167826.88">9463 17061 7 0,'0'0'4'0,"0"0"-11"0</inkml:trace>
  <inkml:trace contextRef="#ctx0" brushRef="#br0" timeOffset="-167733.82">9463 17061 26 0,'-2'0'3'0,"2"0"-4"16,0 0-18-16</inkml:trace>
  <inkml:trace contextRef="#ctx0" brushRef="#br0" timeOffset="-167252.42">9461 17061 34 0,'0'0'17'0,"0"0"-6"0,0 0 0 16,0 0-7-16,0 0-5 16,0 0-2-16,0 0 4 15,0 0-1-15,2 0-2 16,0 0 2-16,1 0 0 0,-2 0 0 15,1 0 1-15,2 1-1 16,-2 2 2-16,2-1 0 16,-2 1-1-16,3 1 0 15,-1 1 2-15,0 0-2 16,2-1 0-16,0 2 0 16,-1-2-1-16,3 0 1 0,2 2 1 15,-3-3 2-15,3 0-2 16,-1-1 0-16,5 4-6 15,-4-3 6-15,4 1 3 16,-1-1-5-16,2 1 1 16,-2-2 0-16,0 1-2 0,1 0-2 15,-1-1 13-15,1 0-2 16,-1-1-4-16,0-1-4 16,-2 3-2-16,-2-3 7 15,0 0-3-15,-2 0-1 0,-2 0 0 16,1 0 0-16,0 0 0 15,-3 0 0-15,4 0 0 16,-1 0 1-16,-3 0-1 16,3 0 0-16,-2 0-1 15,1 0 1-15,2-3-1 16,-4 3 0-16,3-1 0 0,0-1-2 16,1 0-10-16,-2-1-19 15,0-2-49-15</inkml:trace>
  <inkml:trace contextRef="#ctx0" brushRef="#br0" timeOffset="-166532.18">9801 17020 73 0,'0'0'4'0,"0"0"8"0,0 0-4 0,0 0-6 15,0 0-2-15,0 0 0 16,0 0 0-16,0 0 1 16,0 0 10-16,0 0 3 15,0 0-7-15,0 0-5 0,-13 13-2 16,13-10 0-16,0 1-1 16,0-1 1-16,4 2-3 15,2-2 3-15,-2 2-1 16,4-1 1-16,-4 0-1 15,3 0 2-15,-2 0 0 0,3-1-2 16,-2 1 2-16,0 0-2 16,1-2 1-16,-3 1 0 15,2 0 1-15,-1-2-1 16,-2 2 3-16,1-1-2 16,-4-1 0-16,2 2 1 0,-2 0 1 15,0-2 1-15,0 3 0 16,0 1 0-16,0 0 1 15,0 1-1-15,-2 2 0 16,-2 1 2-16,1 1-3 16,0 5-2-16,-3 6-2 0,0 6 1 15,1 5 0 1,-4 5-19-16,-4-1-34 0</inkml:trace>
  <inkml:trace contextRef="#ctx0" brushRef="#br0" timeOffset="-148169.48">9980 17115 52 0,'-3'-4'6'0,"1"1"2"0,0-3 3 16,0 2 6-16,2 1 15 16,0 0-1-16,-2 2-4 15,2-2-9-15,0 3-14 16,0 0-9-16,4 0 6 0,0 0-7 15,3 6-3-15,0 2 4 16,-4 2 3-16,3 3 1 16,-4 2 2-16,1-3 1 15,-1 5-2-15,0 0 2 0,0 2 0 16,0 1-1-16,2 2 0 16,-2-2-1-16,6 1 0 15,-3-1 1-15,3-1-1 16,-1-4-1-16,4-3 1 15,-2-1 0-15,-2-4-1 0,4-4 1 16,-4 0 0-16,1-3 3 16,-1 0 2-16,0-3 0 15,0-6 3-15,-1-5 1 16,-2-1 1-16,1-4-3 0,-1-2-3 16,-2-2 1-16,-1-2 2 15,2 0-4-15,-1-1 0 16,0 1-2-16,0 1-1 15,0 6 0-15,0 2-5 16,-2 5-8-16,0 2-8 16,0 6-14-16,0 2-24 0,0 1-53 15</inkml:trace>
  <inkml:trace contextRef="#ctx0" brushRef="#br0" timeOffset="-147459.99">10253 17172 35 0,'0'0'10'0,"0"0"27"0,0 0 0 16,0 0-3-16,0 0 5 15,0 0-15-15,0 0-9 16,0 0-8-16,0 0-8 0,0 0-4 15,0 0 0-15,-1-9 0 16,3 18 4-16,3 2 1 16,-1 1 0-16,-2-1 1 15,2 3-5-15,-2-1 7 0,0-3-10 16,0 1 8-16,-2-1-1 16,0-4 7-16,2 1-7 15,-2-4-1-15,0 0-2 16,0-3 2-16,2 0 0 15,-2 0 1-15,0 0 6 0,0-3-3 16,0-7-4-16,1 1 1 16,1-1-12-1,2-4-8-15,0 0 3 0,-1-3 8 16,1 3 6-16,1-2 3 16,-1 2 3-16,-1 1 11 0,1 1 4 15,0 2-6 1,1 1-6-16,4 2-1 0,-2 0-4 15,1 1-1-15,3 2 0 16,-3 2 1-16,2 2-1 16,-1 0 1-16,-1 0-3 15,0 6-2-15,-2 5 7 0,1 2-1 16,-3 1-1-16,-1-1 2 16,4 1-1-16,-3 1-2 15,-1-2 2-15,3 0-2 16,-2-1 0-16,-1-1-8 15,4-1-24-15,-3-1-21 0,-4-4-21 16</inkml:trace>
  <inkml:trace contextRef="#ctx0" brushRef="#br0" timeOffset="-146911.99">10592 17035 99 0,'0'0'1'0,"0"0"0"0,0 0 1 0,0 0 1 15,0 0 4-15,0 0 4 0,0 0-3 16,0 0-5-16,0 0 7 16,0 0-6-16,0 0-3 15,-31 3-2-15,28 6 2 16,1-1-1-16,0 1 0 16,2-1 0-16,0 1 1 0,0 0-2 15,0-2 1-15,0 0-1 16,3-2-3-16,3-2 5 15,0 1-1-15,2-1 3 16,-1-2 6-16,3 1 0 0,-1-2-1 16,0 0-4-16,0 2-1 15,0-2-3-15,-3 3 2 16,2-1 1-16,-4 2-1 16,-1 1 0-16,-1 1 0 15,-2 1 3-15,0 1-5 16,0 1 6-16,0 2-1 0,-5-2-3 15,-5 1 1-15,2 0-4 16,-3-1 4-16,2-1-1 16,2-1-2-16,0-2 0 15,3-2-13-15,2-3-50 0,-2 0-57 16</inkml:trace>
  <inkml:trace contextRef="#ctx0" brushRef="#br0" timeOffset="-146343.34">10734 17041 151 0,'0'0'10'0,"0"0"11"0,0 0-7 0,0 0-8 0,0 0-4 16,0 0-2-16,0 0-5 15,0 0 1-15,0 0-2 16,0 0 9-16,0 0 0 15,0 37-2-15,4-27 1 0,2 0-2 16,-2-3 0-16,-1 0-3 16,3-3 0-16,1-1 1 15,0 0-3-15,1-3 4 16,1 0-5-16,1 0 8 16,-1-6-3-16,0-2 2 0,2-3-9 15,-4-1 3-15,1-3 4 16,1 3 1-16,-2-3-3 15,-4 2 3-15,1 1 3 16,-2 4-1-16,0 2 2 16,-2 2 4-16,0 3 11 0,0 1-7 15,0 0-14-15,0 9 1 16,2 0-3-16,1 3 13 16,3 0-7-16,1 1-2 15,0 0 0-15,2-1-2 16,0 0-9-16,2-3-19 15,0-4-36-15,-2-2-37 0</inkml:trace>
  <inkml:trace contextRef="#ctx0" brushRef="#br0" timeOffset="-146036.5">11028 16931 94 0,'0'0'15'0,"0"0"-9"0,0 0 2 0,0 0 3 0,-2 52 3 16,2-35 3-16,6 3-4 15,-2 0-6-15,1 1-4 16,2-1-1-16,-2 1-1 0,3-1-1 15,-3-1 0-15,2-1 0 16,-3 1 0-16,-1-2 0 16,-1-2-4-16,-2-1-10 15,0-2-11-15,0-5-19 0,-5-3-32 16</inkml:trace>
  <inkml:trace contextRef="#ctx0" brushRef="#br0" timeOffset="-145765.17">10982 17030 142 0,'0'0'-18'0,"0"0"27"16,6-55-4-16,2 38-2 16,5 1 3-16,1 0 1 0,1 5 2 15,0 1-2-15,1 3-1 16,-2 3-3-16,0 4 0 15,0 0-2-15,-3 4-2 16,-2 7-8-16,-4 5 4 16,-1 2-2-16,-4 2-4 15,0 1 3-15,0-3 7 0,-9 0-3 16,-3-1-8-16,0-5-14 16,-2-3-40-16</inkml:trace>
  <inkml:trace contextRef="#ctx0" brushRef="#br0" timeOffset="-144072.8">11209 17034 97 0,'0'3'3'0,"-2"-3"0"0,2 1-3 0,0-1-1 15,0 0 6-15,0 0 0 16,2 0 9-16,0-5 2 16,2-5-3-16,-3 0-3 0,2-1 0 15,1-1-5-15,-4-5-2 16,2 3-1-16,-2-2-2 15,2-1 1-15,-2 4 0 16,0 1-1-16,0 3 1 0,0 3 1 16,0 2 3-16,0 4 3 15,-2 0-2-15,0 5-3 16,-2 7-1-16,1 4-3 16,2 5 1-16,-1 1-1 15,2 0-2-15,-2-1 0 16,2-2 2-16,0-4 1 0,0-4 0 15,0-5-1-15,4 0 0 16,4-3 0-16,-2-2-1 16,1-1 0-16,0 0 4 15,4 0-3-15,-4-1 2 16,1-4 0-16,-2-1-2 0,1-1 0 16,-2-1 0-16,0-1 2 15,-1-1-1-15,-2 0 1 16,-2-1 0-16,1 0 0 15,0 0-1-15,0 0 0 0,3-1 0 16,0 2-1-16,-1-2-1 16,4 1 2-16,-1 3-1 15,1 0 1-15,-1 3 0 16,4 2 1-16,-4 3 1 16,3 0-1-16,-2 0 1 15,2 6-2-15,-3 4 2 0,3 3-2 16,-2-2 0-1,-3 1-4-15,1-3-7 0,0 0-20 16,-3-5-14-16,0-4-68 16</inkml:trace>
  <inkml:trace contextRef="#ctx0" brushRef="#br0" timeOffset="-143729.58">11423 16838 160 0,'0'0'13'0,"0"0"0"0,0 0-11 0,0 0-2 16,0 0-1-16,0 0-2 15,0 0 1-15,0 0 5 16,27 55-3-16,-20-35 2 16,-1 0 1-16,4-3-2 15,-3 0-2-15,3-5 2 16,-3-4-2-16,0-2 1 0,-4-2-1 15,1-4-1-15,0 0-1 16,-2 0 15-16,1-10 17 16,1-4-7-16,0 0-12 0,1-4-3 15,0-1-6-15,-1-1 0 16,1 3 0-16,1 1-2 16,-2 2-9-16,1 4-9 15,0 3-9-15,1 4-28 16,-3 1-3-16,3 2-35 15</inkml:trace>
  <inkml:trace contextRef="#ctx0" brushRef="#br0" timeOffset="-143527.96">11651 16841 153 0,'0'0'24'0,"0"0"0"16,0 0-15-16,0 0-16 15,0 0 6-15,0 0 5 16,3 49-2-16,-3-33 1 0,0 2-2 16,0-1-1-16,2-3-2 15,1-3-13-15,1-5-41 16,-2-5-44-16</inkml:trace>
  <inkml:trace contextRef="#ctx0" brushRef="#br0" timeOffset="-143337.43">11640 16723 128 0,'0'0'6'0,"0"0"11"0,0 0-3 16,-13-40-12-16,11 37-1 15,0 3-6-15,-3 0-11 16,3 3 1-16,0 9 2 15,1-1-19-15</inkml:trace>
  <inkml:trace contextRef="#ctx0" brushRef="#br0" timeOffset="-142997.15">11734 16825 79 0,'0'0'0'16,"0"0"4"-16,0 0-2 16,0 0-1-16,0 0 5 15,0 0 10-15,0 0-4 16,0 0-5-16,-8-20-1 0,5 28-2 16,-1 2-2-16,1 1-1 15,3 0-1-15,0 3 0 16,0-3 0-16,0 0 0 15,7 0 0-15,-1-2-1 0,1-1 2 16,0 0 5-16,2-2 0 16,-2 1-1-16,0-1 3 15,1 1-5-15,-2-1-1 16,-3 1-1-16,-2 0-2 16,-1 3-9-16,0 1-6 15,-10 1-14-15,-5-2-48 0</inkml:trace>
  <inkml:trace contextRef="#ctx0" brushRef="#br0" timeOffset="-142792.47">11739 16861 180 0,'0'0'-1'16,"0"0"21"-16,0 0-13 15,0 0-4-15,0 0-17 0,0 0 4 16,-11 37 7-16,6-15 7 16,-2 5-3-16,2-1-5 15,3-3-25-15,0-5-31 16</inkml:trace>
  <inkml:trace contextRef="#ctx0" brushRef="#br0" timeOffset="-142458.42">11873 16901 66 0,'0'0'3'0,"0"0"-1"0,0 0-1 15,27-47-1-15,-23 37-1 16,-1 1 0-16,-3 2 2 16,0 4 2-16,0 1 29 15,0 1 3-15,0 1-11 16,-5 0-18-16,-3 6-6 0,2 8 6 16,-3 3-6-16,3 3-7 15,-3 0-2-15,7 0 8 16,1 1 0-16,1-7-1 15,2-3-15-15,8-4-7 16,3-6-19-16</inkml:trace>
  <inkml:trace contextRef="#ctx0" brushRef="#br0" timeOffset="-142037.97">12027 16895 182 0,'0'0'17'0,"0"0"15"16,0 0-10-16,0 0-17 15,0 0-1-15,-13-38-5 16,8 38-6-16,-3 0-2 16,3 0 1-16,-4 8 11 15,4 2-2-15,0 3-2 16,3 1-2-16,1-1-7 0,1-2-9 16,0-1-4-16,0-3 6 15,6-3 0-15,0-3 2 16,4-1 9-16,-4-1 9 15,3-8-2-15,0-5-1 0,-1-2-1 16,0-2 2 0,-4-5 3-16,0-2 13 0,-1 1-2 15,-3 0-5-15,0-1 2 16,0 3 0-16,-4-2-3 16,-1 6 1-16,-3 1-4 15,3 3-1-15,-2 5-3 16,3 3 3-16,1 3-4 0,1 3 0 15,0 3-3-15,2 13-7 16,0 6 2-16,0 6 13 16,0 6-6-16,0 3-5 15,6 1-15-15,-2 0-21 0,2-1-25 16</inkml:trace>
  <inkml:trace contextRef="#ctx0" brushRef="#br0" timeOffset="-140682.39">11982 16496 86 0,'0'0'13'0,"0"0"7"0,-42-23-9 15,28 17-8-15,-1-1-3 16,-2-1 0-16,1 5-7 0,-1-1-2 16,-7 2 5-16,2 0 3 15,-5 1 1-15,-2 1 1 16,-3 0-1-16,-1-2 1 15,0 0 0-15,-5-2-2 16,-1 1 1-16,-5-1-1 0,-5 1-5 16,-1 0 1-16,-3 0 5 15,-1 3 2-15,-5 0 7 16,2 0 2-16,0 0 0 16,0 6-6-16,1-2-1 15,-2 3-2-15,2 0-1 16,0 2 0-16,-3 1 0 15,2 0 0-15,-3 1 3 0,-1 5 5 16,1-1 5-16,-4 3-5 16,5 3-6-16,-1 2-2 15,0 5-1-15,2-1 0 0,3 4 0 16,0 1-1-16,4 0 0 16,1 2-1-16,3 2 0 15,3-1 1-15,2 4 1 16,4 0 0-16,5 0 0 15,5 0 0-15,1 0 0 16,5 1 0-16,5 1-1 16,2 0-1-16,5 2-2 15,2 2 0-15,4-1 0 0,4-1 2 16,0-1 1-16,6-5 1 16,6 1-3-16,3-5 1 15,5 1 1-15,3-1 1 16,4-2-1-16,5 0-2 0,5-1 2 15,5 0 2-15,4-1-1 16,4 0 0-16,0-2 2 16,2-1-2-16,1 1 0 15,2-4 0-15,1-1-3 0,1-3 3 16,3-2-2-16,1-3 0 16,3-3 5-16,3-4 2 15,0-2 5-15,0-2 2 16,-1-3-1-16,1 0-2 15,-1-2-4-15,-5-6-1 16,1-1-2-16,3-2-1 0,0-1 0 16,2-2 0-16,0-3 0 15,3-1-1-15,-4-4 0 16,-4-2 0-16,-1-1 0 16,-5-4 1-16,-5 2-1 0,-4 0 0 15,-4-2 0-15,-3 1-1 16,-4 2 2-16,-5 1-1 15,-7 0 0-15,-2-1 5 16,-1 2 17-16,-5-4-11 16,2-1-4-16,-1-5-2 15,1 1-3-15,-2-2-1 0,-1-1-1 16,-2 1-1-16,-1 0 1 16,-1 3 0-16,-5 1 0 15,2 2 1-15,-4 1-1 16,1 1 1-16,1-1-1 0,-3-2 1 15,2 3-2-15,1-4 1 16,-3 2 0-16,-1-2-1 16,-2 1 0-16,0 2 1 15,-1-2 1-15,-9 0 1 16,0-2 5-16,-5 2 1 16,-5-4-1-16,1 2 1 0,-4 0-3 15,-2 0 0-15,-2 1 1 16,-2 3-2-16,-3 1-1 15,-5 1-3-15,-4 5-1 16,-4 3-10-16,-9 6-25 16,-10 2-31-16,-9 3-118 15</inkml:trace>
  <inkml:trace contextRef="#ctx0" brushRef="#br0" timeOffset="-128702.5">11066 17535 0 0,'1'0'12'0,"1"0"-8"0,-2-2 1 0,0 0-3 15,0 2 0-15,2 0 6 16,-2 0 6-16,0 0-3 0,2 0-3 15,0-1-1-15,0-1 1 16,0 1-5-16,1-2-2 16,-1 3 0-16,2-1-1 15,-2 1 0-15,-1-3 1 16,0 3-1-16,0 0 1 16,-1 0 0-16,0 0 0 0,0 4 1 15,1 0 1-15,0-1-2 16,1 3-1-16,1-2 1 15,-1 2-1-15,0-2 0 16,1 1 0-16,-1 0 0 16,2-1 0-16,-2-1 2 0,0-1-2 15,0 0 0-15,2-2 0 16,1 0 1-16,3 0 0 16,2-9 1-16,1-3-1 15,3-8 3-15,2-1-2 16,6-6 1-16,5-4-1 15,2-5 3-15,5-6-4 0,5-4-1 16,-3-4-19-16</inkml:trace>
  <inkml:trace contextRef="#ctx0" brushRef="#br0" timeOffset="-115980.53">1889 9001 78 0,'0'0'5'0,"0"0"7"0,0 0-4 0,0 0-3 0,0 0-1 15,0 0-6-15,0 0 15 16,0 0-11-16,0 0-1 15,36-44-1-15,-23 37 0 16,0 0 2-16,-1 4-3 16,-1 2 1-16,0 1-1 15,0 1-1-15,-6 9-3 0,-1 4-3 16,-4 6 11-16,0 1-5 16,0 2 6-16,-9 0-4 15,-1-3 1-15,0-3 1 16,1-6-1-16,3 0 0 0,1-5 1 15,0 0 0-15,3-3 0 16,2-2 0-16,0-1-1 16,0 0 3-16,0 0-6 15,0 0-2-15,5 0 5 16,0 2 4-16,3-1-3 16,-1 3 0-16,1 3-4 0,2 2 2 15,-4 0 0-15,3 3-1 16,-5 1 3-16,2 0-3 15,-4 1 2-15,-2 0-2 16,0-1 1-16,-7 0 3 16,-2 1 9-16,-4 0 2 15,-3 0-3-15,0-1-1 0,0 0-5 16,-1-2 0-16,3-1-3 16,1-4 0-16,-1 2 1 15,6-5 0-15,3 1 0 0,1-4-16 16,-1 0-58-16</inkml:trace>
  <inkml:trace contextRef="#ctx0" brushRef="#br0" timeOffset="-115348.24">1888 8842 102 0,'0'0'5'0,"0"0"2"0,-41-10-1 0,27 10-4 15,-4 0-2-15,0 4 4 16,0 4-6-16,-2 4 12 16,3 1-7-16,-2 3 0 15,4 3-4-15,-1 7 4 16,3 4-3-16,1 4 2 0,0 7-7 16,5 3 6-16,-1 6-5 15,4 4 7-15,2 6-3 16,2 3 3-16,0 3 0 15,4-1-2-15,10-4 3 0,1-5-1 16,6-8-1-16,4-10 1 16,4-4-2-16,0-4 0 15,2-9-2-15,0-4 2 16,-1-10 0-16,-1-6 10 16,-1-1-8-16,1-17 1 0,-2-6 2 15,0-8-2-15,0-5 5 16,-5-6-4-16,-2-5 2 15,-2-7-1-15,-5-3 3 16,-7-6-3-16,-2-2 2 16,-4-2-6-16,-2 0-1 0,-10 2 0 15,-5 5 0-15,-4 5 0 16,-4 8 2-16,-2 10 3 16,0 8 4-16,1 6-7 15,0 9 5-15,5 7-7 16,0 7-3-16,6 1-14 15,-1 14-60-15</inkml:trace>
  <inkml:trace contextRef="#ctx0" brushRef="#br0" timeOffset="-114936.41">2359 9007 153 0,'0'0'-11'0,"0"0"21"0,0 0-5 0,0 0-11 0,0 0 2 16,2 38 2-16,2-12 3 15,0 6-1-15,1 4 3 16,1 2-2-16,-1 2 1 15,0-2-1-15,-3-1-6 0,-2-3-5 16,0-7-8-16,0-5-18 16,0-10-24-16</inkml:trace>
  <inkml:trace contextRef="#ctx0" brushRef="#br0" timeOffset="-114430.83">2296 9142 64 0,'0'0'13'0,"-7"-63"12"16,7 33 1-16,0-1-4 16,0 6-7-16,7 3-3 15,2 4 1-15,-1 5-7 0,4 6-4 16,-1 4-2-16,2 3 0 16,1 0-3-16,-1 6-3 15,1 4-4-15,-3 4 7 16,-1 0 5-16,0 4-4 15,-6 0 1-15,-3 3-1 0,-1-1 0 16,0 1-1-16,-3-1 9 16,-5 1-9-16,-2-5 2 15,1-2 3-15,1-1 2 16,2-6-3-16,4-1 1 16,0-4 1-16,2-1-3 15,0-1-3-15,2 0-2 0,6 0 4 16,0 0 8-16,3 0-2 15,3 2-5-15,-1 0 1 16,3 2-1-16,-1 2 1 16,1 1-1-16,0 1-4 15,-3 4 1-15,-2-1 3 0,-2 3 0 16,-4-1 0-16,0 4 4 16,-5-1-4-16,0 1 2 15,-10 1 0-15,-3 1-1 16,-3-1 6-16,-4 2-3 15,2-1-1-15,-2-2-5 0,2-3 7 16,2-3-3-16,3-5-1 16,1-5-5-16,6-1-68 15</inkml:trace>
  <inkml:trace contextRef="#ctx0" brushRef="#br0" timeOffset="-113971.71">2703 9129 45 0,'0'0'15'0,"0"0"1"0,0 0-8 15,0 0 8-15,0 0-3 16,0 0 1-16,0 0-3 0,0 0-1 15,-46-24-10-15,36 36 1 16,1 7 1-16,-1 2-1 16,1 3 5-16,5 1-9 15,0 0 3-15,2-1 5 16,2-4-4-16,0-3 0 16,2-4 0-16,4-6-2 15,3-4 0-15,3-3-5 0,-1 0 17 16,-1-7-7-16,2-6-2 15,-3 0-1-15,-1-4 1 16,0-1-1-16,-3 2 0 0,-1 2-1 16,-2 1 3-16,0 3 7 15,0 4 1-15,0 1-6 16,-1 5-5-16,5 0-2 16,1 0-3-16,0 3-11 15,4 3-6-15,1 2 3 0,0-1-10 16,-1 0-35-16</inkml:trace>
  <inkml:trace contextRef="#ctx0" brushRef="#br0" timeOffset="-113548.64">2861 9122 141 0,'0'0'5'16,"0"0"7"-16,0 0-4 15,0 0-3-15,0 0-5 16,0 0-4-16,0 0-5 0,0 0-1 16,36 0 4-16,-32 18 9 15,-2 0 0-15,0 0-3 16,-2-2 3-16,0-2-1 16,0-1-3-16,0-5-1 0,0 0 4 15,0-5-4-15,-2-1 9 16,0-2-3-16,0 0 3 15,0-7-4-15,2-5 3 16,-2-3-4-16,2-3-2 16,0-1-1-16,2-1-1 0,6 0 1 15,2 3 0-15,1 0 0 16,1 4 3-16,-1 3-2 16,3 2 1-16,3 4-1 15,-4 2 0-15,3 2 0 16,-1 3-1-16,-1 7-3 15,-3 5-1-15,-2 1 6 16,2 1 0-16,-4 1 1 0,-3 1-5 16,0-1-5-16,-3-2-18 15,-1-1-19-15</inkml:trace>
  <inkml:trace contextRef="#ctx0" brushRef="#br0" timeOffset="-113302.27">3098 8947 97 0,'0'0'-1'0,"0"0"4"0,0 0 1 16,0 0-1-16,0 0-3 15,0 0-6-15,0 0 6 0,0 0 1 16,42 37 5-16,-33-13-4 15,-3 3 1-15,2-2 0 16,-2-3-1-16,3-1 0 16,-1-6-7-16,-4-4-23 15</inkml:trace>
  <inkml:trace contextRef="#ctx0" brushRef="#br0" timeOffset="-112973.23">3255 8865 135 0,'0'0'2'15,"0"0"1"-15,0 0 1 16,0 0-19-16,0 0 8 16,0 0-1-16,-9 50 3 15,1-26 6-15,4 0-1 0,-2-2 0 16,1-2-8-16,1-5 9 15,0-3-2-15,-1-2 0 16,4-4 8-16,1-2-2 16,0 0-3-16,0 1 0 15,8-1 0-15,1 3-2 16,3 2 3-16,5-1 4 0,2-2-1 16,0 4 4-16,5-2-5 15,-1 1-1-15,-1 6-3 16,0-2 1-16,-3 6-4 15,-6-5-30-15</inkml:trace>
  <inkml:trace contextRef="#ctx0" brushRef="#br0" timeOffset="-112094.18">3795 9089 1 0,'0'0'20'0,"0"0"-4"0,0 0-1 0,0 0 5 0,0 0 2 16,0 0-1-16,0 0-6 16,0 0-5-16,0 0-1 15,0 0 0-15,0 0-2 16,-34-26-5-16,34 25 2 0,0 1-3 16,0 0-1-16,0 0 1 15,0-1-3-15,0 1 2 16,7-3-1-16,3 1 1 15,3-2 0-15,3-1 0 16,1-4 0-16,6 1-2 16,4-4 4-16,2 1-2 15,4-3 1-15,5 1-1 0,0-3 1 16,3 2 0-16,-1-2 0 16,4-1 0-16,1 0 0 15,0-1 0-15,4-1-1 16,1-2 2-16,2 1 1 0,-2 0-2 15,-4 1-1-15,2 1 2 16,-6 0-1-16,-1 2 0 16,-5 2-1-16,-3 1 0 15,-2 2 1-15,-4 1-1 16,-4 3 1-16,-4 3-1 0,-3 2 0 16,-3 2 0-16,-4 0 1 15,-2 0 0-15,-6 0-3 16,-1 4-36-16,0 2-14 15,0-2-33-15</inkml:trace>
  <inkml:trace contextRef="#ctx0" brushRef="#br0" timeOffset="-111883.97">4714 8613 149 0,'0'0'-4'0,"0"0"5"0,0 0 0 15,0 0 0-15,41-16-2 0,-28 22 0 16,-2 13-3-16,0 9-1 16,-6 6 0-16,-5 12-53 15</inkml:trace>
  <inkml:trace contextRef="#ctx0" brushRef="#br0" timeOffset="-110662.65">5076 8264 104 0,'0'-5'3'0,"0"3"3"0,0 2 14 16,0 0-16-16,0 0-7 15,0 10-1-15,4 4 3 0,5 4 2 16,-1 5-1-16,0 1-2 15,3 2 2-15,-1 1 1 16,-1 0-1-16,-1-1 1 16,0-1-1-16,0-1 2 15,-2-1-1-15,1-3-4 0,-2-3 7 16,1-3-3-16,2-4 0 16,0-3 0-16,-1-4 1 15,4-3 3-15,0 0 4 16,0-3-2-16,3-7 4 15,-1 2 1-15,1-2-6 0,3 0-4 16,-3 1-1-16,1 2 0 16,2 0 2-16,0 2-9 15,-3-1-40-15,-1-3-46 16</inkml:trace>
  <inkml:trace contextRef="#ctx0" brushRef="#br0" timeOffset="-110346.18">5449 8369 172 0,'0'0'1'0,"0"0"-9"0,0 0 0 16,0 0 3-16,0 51 2 16,0-35 2-16,0-2 4 15,3 0-2-15,3-6 0 16,1-3 0-16,0-3-2 0,1-1 2 15,1-1 4 1,1-3-2-16,-4-4 0 0,1-6-1 16,-1-2 1-16,-4-3 0 15,-2 0 2-15,0 1 4 16,0-1 2-16,-8 1-4 16,-1 5-2-16,-5 5-1 0,3 3-4 15,-5 4-2-15,1 4-5 16,4 12-21-16,-1 4-11 15,4-1-14-15</inkml:trace>
  <inkml:trace contextRef="#ctx0" brushRef="#br0" timeOffset="-109948.98">5706 8288 129 0,'0'0'1'0,"0"0"3"16,12-41 2-16,-12 33 1 16,0 5 11-16,-10 3 1 15,1 0-12-15,-4 6-2 16,0 6-3-16,0 5 0 0,2 4-2 16,1 1 3-16,6-1-2 15,-1 0 0-15,5-2-1 16,0-5 1-16,0-2 1 15,7-4-1-15,2-2-7 16,2-6-11-16,0 0-9 0,3-2 27 16,-3-11-2-16,0-2 2 15,-2-1-1-15,0-1 1 16,-5 3 2-16,1 1 2 16,-5 5 2-16,2 3 3 15,-2 1 6-15,0 4-9 0,2 0-12 16,2 0-4-16,4 6 2 15,-2 1 9-15,3 0-31 16,-1 0-14-16,0-3-55 16</inkml:trace>
  <inkml:trace contextRef="#ctx0" brushRef="#br0" timeOffset="-109597.64">5793 8236 182 0,'0'0'6'0,"0"0"-6"16,0 0-2-16,0 0 2 15,0 0-6-15,0 0-7 16,46 18-5-16,-35-5 1 16,-1-3-4-16,0 1 0 15,-4-2 10-15,-1-2 8 16,-1 0-2-16,-4-4-3 0,0-2 5 15,0-1-4-15,0 0 12 16,0-4-4-16,0-6-1 16,0-3 4-16,0-4 6 15,0-3 5-15,6 0-7 16,4-1 8-16,1 4 6 0,3 0-5 16,-1 4-3-16,0 6-6 15,3 4-6-15,1 3-1 16,-3 0-1-16,-1 13-2 15,-7 3-48-15</inkml:trace>
  <inkml:trace contextRef="#ctx0" brushRef="#br0" timeOffset="-109162.89">6477 7979 153 0,'0'0'-1'0,"0"0"17"0,0 0-9 0,-38-5-8 16,30 17-2-16,1 3 4 16,-3 5-2-16,4 1 0 0,4-1 3 15,0 0 0-15,2-3-1 16,0-5 0-16,8-2 1 15,2-6-2-15,3-3 0 16,1-1 6-16,1-2 0 16,5-11-18-16,-5-3-28 0,4-5-3 15,-4-5-18-15,-3-2 38 16</inkml:trace>
  <inkml:trace contextRef="#ctx0" brushRef="#br0" timeOffset="-108964.95">6468 7683 90 0,'0'0'20'0,"0"0"11"15,0 0-7-15,0 0-24 16,0 0 0-16,-15 47-2 16,18-21 4-16,7 3-2 0,1 3 1 15,5 0 0-15,-1 4 2 16,3-1-1-16,1 1 0 15,-2 0-10-15,-5-4-46 16</inkml:trace>
  <inkml:trace contextRef="#ctx0" brushRef="#br0" timeOffset="-108580.73">6783 7909 69 0,'0'0'4'0,"0"0"7"16,0 0 4-16,-6-40-5 0,-3 40-6 16,0 0-1-16,-4 0-7 15,2 10 2-15,-1 4 5 16,3 0 4-16,0 3-7 16,5 2 1-16,4-3-1 0,0 1 2 15,0-3-1 1,9-3-1-16,4-3-1 0,1-3-6 15,3-5-5-15,-1 0-7 16,2-3-42-16</inkml:trace>
  <inkml:trace contextRef="#ctx0" brushRef="#br0" timeOffset="-108053.83">6882 7592 142 0,'0'0'2'0,"0"0"11"16,0 0-3-16,0 0-6 16,0 0-24-16,0 0 16 15,0 0 1-15,-9 47 3 0,19-16 1 16,3 8 1-16,3 5-1 15,-1 7-1-15,3 6 0 16,-1 2 0-16,-1 3 3 16,-2-6-1-16,1-4 0 15,-1-9 0-15,0-9-1 0,-1-8 0 16,-1-6 1-16,-2-6-1 16,-3-7 0-16,1-5-3 15,-5-2 8-15,-1-9 10 16,2-8-4-16,-4-3-8 0,0-7-2 15,0 0-2-15,0-5 0 16,-9 2-1-16,-4-1-16 16,-1 2-20-16,-3 5 13 15,-4 4 19-15,1 3 4 16,0 7 6-16,2 3 11 16,1 3 0-16,3 2-4 0,5 2-3 15,3-1-1-15,2 0-3 16,4 0-2-16,1-2-17 15,10-2 16-15,4-3 3 16,6-1-4-16,4-1-5 16,0-5-27-16,0 1-14 15,-2 0-13-15</inkml:trace>
  <inkml:trace contextRef="#ctx0" brushRef="#br0" timeOffset="-107690.55">7143 7764 16 0,'0'0'20'0,"0"0"17"0,0 0 3 0,0 0-17 15,0 0 8-15,0 0-19 16,0 0-9-16,-40 3-2 16,26 15 1-16,6 5-1 15,-1 1 0-15,5 3 0 16,-1-1 1-16,5-5 0 0,0-3-1 16,3-6 1-16,6-1-5 15,1-6-1-15,2-5-4 16,-1 0-1-16,-1-6 16 15,2-7-6-15,-3-3 2 16,-2-3-3-16,4-3 2 16,-8 2-2-16,1 2 1 0,-4 1 0 15,0 4 2-15,0 6 16 16,0 1 4-16,0 4-7 16,0 2-11-16,0 0-4 15,0 2-6-15,4 7 4 0,1 1 3 16,3 1 0-16,2 4 0 15,-1-2-2-15,1-1-19 16,2-2-30-16,-3-3-16 16,-1-7-47-16</inkml:trace>
  <inkml:trace contextRef="#ctx0" brushRef="#br0" timeOffset="-107355.8">7302 7754 199 0,'0'0'15'0,"0"0"19"16,0 0-18-16,0 0-21 0,0 0-1 16,0 0 1-16,0 0 6 15,9 38 2-15,-4-23-2 16,-1-3-3-16,2-3-1 16,1-2-1-16,-4 0-1 15,4-7-6-15,-1 0-4 0,-2 0 8 16,3-11 11-16,-3-2-3 15,3-3 0-15,0-1-1 16,-2 0 1-16,1 3 0 16,1 3 0-16,-3 0 5 15,2 6 4-15,2 2-4 0,-3 3-6 16,3 0 0-16,2 0-2 16,0 7-1-16,1 2 3 15,1 4-10-15,-3-2-23 16,-3-1-27-16,-2-3-10 15</inkml:trace>
  <inkml:trace contextRef="#ctx0" brushRef="#br0" timeOffset="-107086.33">7456 7386 157 0,'0'0'-29'0,"0"0"38"16,0 0-9-16,0 0-1 15,0 0-1-15,-2 53 1 16,8-22 1-16,6 3 2 16,-1 3-1-16,3 4 1 15,1-1-1-15,-2 1 0 16,-1-4 1-16,-4-3 1 0,-1-4-11 15,-1-2-9-15,-4-9-39 16</inkml:trace>
  <inkml:trace contextRef="#ctx0" brushRef="#br0" timeOffset="-106793.93">7515 7311 122 0,'0'0'10'0,"0"0"4"16,0 0-7-16,0 0-9 16,0 0-1-16,0 0 5 15,-7 57 1-15,11-26-1 0,5 6 0 16,2 6-1-16,0 2 0 15,4-2 0-15,-3 1 0 16,2-5 1-16,0-4 0 16,-2-4 0-16,2-5-10 15,-5-7-27-15,-3-6-56 0</inkml:trace>
  <inkml:trace contextRef="#ctx0" brushRef="#br0" timeOffset="-106481.03">7702 7713 266 0,'0'0'3'15,"0"0"-3"-15,0 0-14 16,0 0-9-16,0 0 13 16,0 0 4-16,0 0 9 0,0 0-29 15,0-16 5-15,0 5 14 16,-2 0 7-16,-2 1 2 15,-1 1-1-15,1 2 3 16,-4 4 0-16,2 3 5 16,1 0-2-16,1 10-8 0,0 4 1 15,2 5-2-15,2 1 3 16,0-2 0-16,2-1-1 16,7-4-4-16,1-3-5 15,2-3-7-15,1-4 0 16,-1-3-14-16,-5 0-41 0</inkml:trace>
  <inkml:trace contextRef="#ctx0" brushRef="#br0" timeOffset="-106247.14">7760 7669 137 0,'0'0'28'0,"0"0"-3"0,0 0-22 15,0 0-3-15,0 0 2 16,38-6-8-16,-29 13 4 15,0 2 7-15,-2 1-5 16,-1 1 0-16,-3-2 1 16,2 1-2-16,-5-2 2 0,0-2-4 15,-8-3-11-15,-3-3 13 16,-7 0-3-16,1 0 3 16,-4-12 2-16,-1-2-11 15,0-3-29-15,-3-2-19 16</inkml:trace>
  <inkml:trace contextRef="#ctx0" brushRef="#br0" timeOffset="-106140.73">7584 7543 125 0,'0'0'12'16,"0"0"42"-16,-22-39-13 15,22 28-19-15,0 1-10 0,13 1-10 16,9-1-5-16,3-4-40 16,4-1-78-16</inkml:trace>
  <inkml:trace contextRef="#ctx0" brushRef="#br0" timeOffset="-105840.62">8025 7645 184 0,'0'0'7'0,"0"0"3"15,0 0-7-15,0 0-2 16,39-36 2-16,-21 26-3 15,2-1-36-15,-4 0-57 0</inkml:trace>
  <inkml:trace contextRef="#ctx0" brushRef="#br0" timeOffset="-105706.17">8118 7714 221 0,'0'0'-3'0,"0"0"-1"15,0 0-2-15,38-24-43 16,-25 10-40-16</inkml:trace>
  <inkml:trace contextRef="#ctx0" brushRef="#br0" timeOffset="-105328.58">8297 7474 166 0,'0'0'24'0,"0"0"28"15,0 0-29-15,0 0-23 0,0 0-6 16,0 0 4-16,0 0 3 16,18 29 2-16,-8-16-2 15,4 1 1-15,-3-3-1 16,3 2 1-16,-3-6-3 16,-1-1-10-16,1-4-2 0,-3-2 2 15,-1 0 7-15,2-9 1 16,-6-6 3-16,1 1 1 15,-2-4-1-15,0-1 0 16,-2 2-1-16,0 4 1 16,0 2 0-16,0 4 1 0,0 4 2 15,0 3 17-15,0 3-20 16,-2 13-5-16,-1 4 2 16,0 6 5-16,2 6 3 15,1 2-2-15,-2 0-1 16,2-3-1-16,0 4 0 0,0-3 0 15,0-4-12-15,2-4-68 16,1-8-27-16</inkml:trace>
  <inkml:trace contextRef="#ctx0" brushRef="#br0" timeOffset="-105024.28">8600 7467 198 0,'0'0'41'0,"0"0"-33"16,0 0 3-16,0 0-8 0,0 0-5 16,0 0-14-16,0 0 10 15,0 0 6-15,-10 47 2 16,8-18 1-16,1 0-3 16,1-2 3-16,0-4-1 15,0-4-2-15,1-4 1 0,7-4 0 16,-3-4-1-16,6-4-1 15,-2-2 4-15,2-1 0 16,4 0 0-16,1-4-1 16,0-7 1-16,2 1-3 15,-2-4-4-15,0 0-18 16,-5-3-64-16,-3 0-56 16</inkml:trace>
  <inkml:trace contextRef="#ctx0" brushRef="#br0" timeOffset="-104842.54">8621 7545 182 0,'0'0'5'16,"0"0"11"-16,0 0-11 16,0 0-1-16,0 0-5 15,0 0 3-15,0 0-3 0,0 0-3 16,29-14-36-16,-18 7-19 15,1-3-31-15</inkml:trace>
  <inkml:trace contextRef="#ctx0" brushRef="#br0" timeOffset="-104680.99">8617 7474 111 0,'0'0'25'0,"0"0"9"16,0 0 13-16,0 0-27 15,0 0-17-15,0 0 9 0,-28-42-12 16,41 32 0-16,6-3-25 16,4-1-37-16,1-2-19 15</inkml:trace>
  <inkml:trace contextRef="#ctx0" brushRef="#br0" timeOffset="-104402.41">8846 7264 135 0,'0'0'19'0,"0"0"7"16,0 0-19-16,0 0-5 0,0 0-3 15,-44 13-2-15,33 0 4 16,-1 1 0-16,6 3 1 16,0 0 1-16,5-3-2 15,1 2 1-15,0 1-1 16,7-3 1-16,6 0-4 0,1-3 1 15,1-3 1-15,3 0 8 16,-3-2-5-16,-1 2-1 16,-3 0-1-16,-8 0-1 15,-3 5-5-15,-1 7 1 16,-14 1-18-16,-12 0-47 0</inkml:trace>
  <inkml:trace contextRef="#ctx0" brushRef="#br0" timeOffset="-104075.68">8015 8064 117 0,'0'0'3'0,"0"0"2"0,0 0 9 0,0 0-3 15,52-40-8-15,-34 26-3 0,-1 1-21 16,-1 0-84-16</inkml:trace>
  <inkml:trace contextRef="#ctx0" brushRef="#br0" timeOffset="-103926.11">8102 8129 202 0,'0'0'11'15,"0"0"-8"-15,0 0-6 16,0 0 1-16,0 0 1 16,0 0 2-16,41 3-89 15</inkml:trace>
  <inkml:trace contextRef="#ctx0" brushRef="#br0" timeOffset="-103420.7">8381 7977 221 0,'0'0'0'16,"0"0"-2"-16,0 0 1 15,0 0 0-15,0 38-3 16,-2-21 6-16,0 2-2 16,0 2 1-16,0-1-2 15,0 1-2-15,0-2-4 0,1-2 4 16,-1-3 0-16,0-3 2 15,0-5-2-15,2-3 4 16,-2-3-1-16,2 0 3 16,-5 0-4-16,5-7 1 0,-1-4 2 15,-1-3 0-15,2-1 4 16,0-2-1-16,0 0-2 16,0 1 0-16,0 4 1 15,3 2 1-15,4 3-4 16,1 4 1-16,1 0-4 15,3 3 4-15,-1 0-5 0,2 3 2 16,5 4 0-16,-3 1 0 16,2 0 0-16,-2-4 1 15,3 0 0-15,-2-4 0 16,-5 0 1-16,-1 0 0 16,2-6 1-16,-5-4 2 0,-1-2 20 15,-5-3-6-15,-1-6 0 16,0 3-1-16,0-4-7 15,-7 0-7-15,-2 3-1 16,2 3-2-16,0 5-1 16,3 4-3-16,2 5-18 0,-2 2-33 15,2 0-78-15</inkml:trace>
  <inkml:trace contextRef="#ctx0" brushRef="#br0" timeOffset="-103108.58">8668 7942 199 0,'0'0'10'0,"0"0"-14"0,0 0-2 16,6 46 7-16,-3-28 2 0,1 0-2 16,-1 0 3-16,5-2-3 15,-1-5 0-15,2-1 0 16,0-4-3-16,-1-3 6 15,2-3-3-15,-2 0 2 16,1-7 15-16,-1-9 2 16,-1 2-11-16,-1-6-4 0,-4-2 3 15,-2 1 1-15,0-2 4 16,-8 5-6-16,-4 3-3 16,-1 3-1-16,-4 11-7 15,-2 1-2-15,-4 10-29 16,-3 7-41-16,-4 0-66 0</inkml:trace>
  <inkml:trace contextRef="#ctx0" brushRef="#br0" timeOffset="-101450.02">5979 8152 8 0,'0'-4'28'0,"0"-1"0"0,0 2-14 0,-4 1-3 16,1 0 0-16,1 2-5 15,-2-1-5-15,0-1 6 16,1 2-1-16,1-1 3 0,-1 1 8 16,1 0 2-16,2 0-6 15,0 0-13-15,0 13-4 16,5 5 3-16,4 8 0 15,4 9 1-15,1 6 2 16,-1 6-3-16,-5-3-85 16</inkml:trace>
  <inkml:trace contextRef="#ctx0" brushRef="#br0" timeOffset="-93984.24">3762 9085 4 0,'0'-1'30'0,"0"-1"-8"0,0 2-9 0,0-1-3 0,0-1 2 16,0 2-3-16,0-2-3 16,0 1-3-16,0 1 2 15,0-1 2-15,0 1-3 16,0 0-3-16,2 0-2 16,0 0 1-16,3 0 0 0,2 0 1 15,1 4-1-15,3 2-1 16,3 1 1-16,1 0 0 15,8 2 1-15,2 0-1 16,4 3 0-16,4-1 0 16,9 2 0-16,3 3 0 15,4 1 1-15,3 0-1 0,2 1-1 16,4 1 1-16,-3 2 1 16,3-1-1-16,-2-4 0 15,0 0 0-15,-4-3 0 16,-3 0 1-16,-2-3-1 15,0 3-1-15,0-3 2 0,-1 0-1 16,-2 1-1-16,-3-1 2 16,-2 3-1-16,-1-1 0 15,-7 0 0-15,-2-1 0 16,-5 1 0-16,1-1 0 16,-5 0 0-16,-2 1 0 0,-2-1 0 15,-1-1-1-15,-3 0-16 16,-4-6-58-16</inkml:trace>
  <inkml:trace contextRef="#ctx0" brushRef="#br0" timeOffset="-93045.35">5320 9342 56 0,'-4'-3'5'0,"1"0"5"0,1 0-3 0,-1 2 1 16,1-2 1-16,2 3-2 16,-2-1 1-16,2 1-2 15,0 0 0-15,0 0-7 16,0 8-1-16,0 6 3 16,0 8 0-16,0 3 0 15,7 6 1-15,-4 1-1 0,3-2 0 16,-2 2 0-16,0-2-1 15,-3-4 1-15,3-3-2 16,-4-5 1-16,0-4 1 16,0-4-5-16,0-4-10 15,0-6-13-15,-5 0-30 0</inkml:trace>
  <inkml:trace contextRef="#ctx0" brushRef="#br0" timeOffset="-92583.03">5282 9407 26 0,'0'0'7'0,"0"-44"12"16,0 24 1-16,0 2-5 15,4 1-3-15,1 4-4 16,1 3-3-16,-1 0-3 0,4 6-2 16,-2 1 1-1,1 3-2-15,3 0 0 0,-1 6 0 16,0 4 1-16,1 3 1 15,-1 3 0-15,-1 2 0 16,-1 0-1-16,-4 1 0 16,0-1 0-16,-4-1 0 0,0-1 1 15,0-2-3-15,-6-2 7 16,-2 0-4-16,1-1 2 16,-4-4-2-16,4-1 1 15,-1 1-1-15,3-5 0 16,-1 3-1-16,1 1 0 0,2 1-1 15,-1 0-1-15,1 0-1 16,2 0 1-16,1-1 1 16,0-1 1-16,0-1-2 15,0-1 2-15,4 1 2 16,3-3-1-16,-2 2 1 0,3 0 1 16,3 0 0-16,1 1-1 15,1 2 0-15,1 1-2 16,-1-2 0-16,2 4 0 15,1-2-3-15,-1-1-9 16,-1-3-22-16</inkml:trace>
  <inkml:trace contextRef="#ctx0" brushRef="#br0" timeOffset="-92179.25">5552 9548 22 0,'0'0'19'0,"0"0"-8"0,0 0 0 0,0 0 0 16,0 0-4-16,40-20-5 16,-33 12-1-16,-3-1 2 15,1-4 5-15,-3 2 1 16,2-5 0-16,-4 2-3 15,0 0-4-15,0 2-1 0,0 3 0 16,-4 2-2-16,-3 4 1 16,-1 3 3-16,1 0 0 15,-5 4-1-15,4 10-2 16,-1 3 2-16,2 7 0 16,2 0-2-16,3 3 1 15,2-4 0-15,0 1-1 16,9-6-1-16,5-2 2 0,-1-6 0 15,3-1-2-15,3-3 0 16,2-2-8-16,-1-4-6 16,-2 0-13-16,2-3-29 15</inkml:trace>
  <inkml:trace contextRef="#ctx0" brushRef="#br0" timeOffset="-91749.9">5807 9488 59 0,'0'0'3'0,"7"-48"14"16,-7 30 3-16,0 3-12 15,-3 5-5-15,-5 6 1 0,-6 4 3 16,-1 0-7-16,1 10 1 16,-3 6 1-16,5 2 4 15,-1 3 0-15,3-1-2 16,3 0-3-16,5 0 2 16,2-6-3-16,0-2 0 0,0-4-2 15,1-4 2-15,7-3-2 16,2-1 1-16,-4-2 3 15,1-11 1-15,-1-1-2 16,2-4 2-16,-2-2 1 16,-3 4 1-16,-1 0 0 0,2 5-2 15,-4 4-1-15,2 5 9 16,-2 2 12-16,2 0-21 16,0 9-4-16,1 7 4 15,6 2-1-15,-3 5-1 16,3 1 1-16,3 0-1 15,-3 0 1-15,-1 1-1 0,-3-1 0 16,-1 0 0-16,-1-1-1 16,-3-1-1-16,0 1 1 15,-5-3-1-15,-2 0 2 16,-3-3-10-16,1-2-2 16,-3-3 2-16,1-3-8 0,0-8-24 15,4-1-21-15</inkml:trace>
  <inkml:trace contextRef="#ctx0" brushRef="#br0" timeOffset="-91384.01">5883 9440 92 0,'0'0'3'0,"0"0"1"0,0 0-4 15,40-21 1-15,-27 21-1 16,0 0 0-16,1 9 1 16,0 3 1-16,0 2-1 15,-3 0 2-15,1-1-2 16,-4 0-1-16,-2-3 1 16,-3-3-1-16,-2-1 1 0,-1-2 2 15,0-3 10-15,0 1 18 16,-6-2-12-16,-2 0-2 15,0-3-4-15,-1-7-4 16,3-4-3-16,-1-5-3 16,4-2-4-16,1-2 4 0,2 2-4 15,0-2-1-15,5 5-2 16,4 2-6-16,0 5-19 16,3 4-14-16,-2 1-12 15</inkml:trace>
  <inkml:trace contextRef="#ctx0" brushRef="#br0" timeOffset="-91073.09">6139 9447 66 0,'0'0'4'0,"0"0"11"16,0 0 2-16,0 0-3 16,0 0 5-16,0 0 7 15,0 0-4-15,0 0-17 16,28-34-3-16,-28 21-1 15,0-2-1-15,0-1 1 16,-3 2-1-16,-6-2 0 0,5 5 1 16,-2 1 1-16,-2 3-2 15,4 4 0-15,-1 3 6 16,3 6-6-16,0 11 0 16,0 5 0-16,2 5-1 15,0 3 2-15,0 0-1 16,5 0 0-16,5-6 0 0,2-1-3 15,1-8-9-15,-1 0-19 16,1-4 1-16,-2-7-14 16</inkml:trace>
  <inkml:trace contextRef="#ctx0" brushRef="#br0" timeOffset="-90711.34">6312 9321 61 0,'0'0'9'15,"0"0"13"-15,-6-47-5 0,-1 40-6 16,-3 1-5-16,-1 6-3 16,1 0-2-16,-4 3-2 15,3 7 2-15,-1 1-1 16,1 5 2-16,1 4 0 16,5 1 0-16,0 2 2 0,2-1 0 15,3 1-3-15,0-3 0 16,8-3 0-16,3-4 1 15,2-4-2-15,1-4 2 16,1-1-1-16,3-4 1 16,-4 0 2-16,6 0 0 0,-7-4 0 15,-1 2-4-15,-2 2 1 16,-3 0-2-16,-5 0 0 16,-2 8 1-16,0 2-2 15,-2 3 1-15,-5 1-3 16,-1 0-5-16,1-1-6 15,0-1-6-15,2-6-9 0,3-3-25 16</inkml:trace>
  <inkml:trace contextRef="#ctx0" brushRef="#br0" timeOffset="-90120.94">6462 9299 14 0,'0'0'83'0,"0"0"-78"16,2-44 18-16,-2 36-3 0,0 1-12 16,-6 5-4-16,1 2-2 15,-3 0 0-15,2 2-1 16,0 8-1-16,-1 5 0 16,-1 1 0-16,2 3 3 15,2 3-3-15,2-1 0 0,2 1 1 16,0-4-1-16,0-1 1 15,2-4-1-15,4-2 0 16,2-5 1-16,-2-2-1 16,3-1 2-16,0-3-1 15,1 0 0-15,2 0 1 16,-3 0-2-16,1 2 0 0,-2 2-1 16,-3 2-1-16,-1 1-1 15,-4 0 3-15,0 1 0 16,0 2 0-16,-4-3 0 15,-1-1 2-15,-1 0-1 16,1-5-1-16,1 1 1 0,-1-2 1 16,5-3 1-16,0-9-2 15,0-5-4-15,5-3-1 16,4-2-2-16,-1-3 4 16,3 3 2-16,-1 3-1 15,1 1 2-15,-3 5 1 0,4 3 5 16,-1 3 0-16,1 4-1 15,-3 2-4-15,3 1 0 16,-2 1-1-16,1 8 1 16,-2 2 1-16,2 2-2 15,-4 4 1-15,-3-3-2 16,1 0 1-16,-3-1-2 0,0 1 2 16,-2-2-2-16,0-4-24 15,0-5-23-15,0-3-73 16</inkml:trace>
  <inkml:trace contextRef="#ctx0" brushRef="#br0" timeOffset="-89977.81">6580 9214 216 0,'0'0'-25'0,"0"0"34"0,0 0-5 0,0 0-7 0,0 0-43 0,0 0-14 15</inkml:trace>
  <inkml:trace contextRef="#ctx0" brushRef="#br0" timeOffset="-89208.24">6746 9295 138 0,'0'0'8'0,"0"0"18"0,0 0-13 16,0 0-12-16,0 0 0 16,0 0 0-16,0 0-2 15,0 0 0-15,-32-24 1 16,28 31-1-16,-2 3 2 16,5 2-1-16,-1 3 0 0,2 3 0 15,0 2 0-15,0-1 0 16,2-1 0-16,5-1-2 15,-3-5 0-15,2-3-2 16,2-4 2-16,-1-4 0 16,-1-1 2-16,0 0 0 0,1-5 1 15,-1-5-1-15,0-2 1 16,-4-2 0-16,2-1 0 16,-3-2 0-16,3-2 2 15,-4 2 0-15,2 0-1 16,0 1 1-16,2 3 0 0,-3 2 2 15,4 3-4-15,-1 2 0 16,1 0-1-16,1 5 0 16,0 1 0-16,2 0-2 15,-2 1 2-15,1 8-2 0,-1 2 2 16,-3 0 0-16,3 2 0 16,-1-3 0-16,-3 2 2 15,-1-4-2-15,3-1-2 16,-4-3 2-16,0-1 0 15,0-1 2-15,0-2-2 16,0 0 3-16,0 0-1 0,0-6-1 16,0-1-1-16,0-4-1 15,0-2 0-15,0-1 1 16,0-1 0-16,4 0 0 16,1-2 0-16,3 4 0 15,1-1 1-15,2 1 0 16,4 0-4-16,-2 2 6 0,2 1-2 15,1 4-1-15,-3 1 0 16,0 5 0-16,-1 0-1 16,0 0 0-16,-2 9 1 0,-1 3 0 15,0 0 0 1,-2 3 1-16,-1 1-1 16,-1 2 0-16,-3 0 1 0,-2 2-1 15,0 0 0-15,0 4-1 16,-2 2 2-16,-5 1-5 15,1 1-32-15,-2-4-4 16,2-5 2-16</inkml:trace>
  <inkml:trace contextRef="#ctx0" brushRef="#br0" timeOffset="-88910.62">7266 9149 159 0,'0'0'6'0,"0"0"1"0,0 0-5 0,0 0-1 16,0 0-2-16,0 0-2 15,0 0-36-15,0 0 2 16,0 0-33-16</inkml:trace>
  <inkml:trace contextRef="#ctx0" brushRef="#br0" timeOffset="-88753.27">7335 9302 148 0,'0'0'17'0,"0"0"-17"16,0 0 0-16,0 0 0 16,0 0-4-16,0 0-25 15,0 0-58-15</inkml:trace>
  <inkml:trace contextRef="#ctx0" brushRef="#br0" timeOffset="-88590.7">7421 9225 142 0,'0'0'3'0,"0"0"-4"15,0 0 1-15,0 0-34 16</inkml:trace>
  <inkml:trace contextRef="#ctx0" brushRef="#br0" timeOffset="-87662.63">5622 9911 77 0,'0'0'22'0,"0"0"0"0,0 0-13 16,0 0-5-16,0 0-2 16,0 0-2-16,0 0 1 0,0 0-1 15,0 0 0-15,0 0 0 16,48-11 1-16,-32 10-1 15,-1-5 0-15,6 3 0 16,4-1 0-16,-2 1 0 16,7-1 0-16,1 1 0 15,5 2 0-15,2-1 0 0,0 2 1 16,4-4-1-16,1 0 0 16,0-3 0-16,2-2 1 15,3-2 3-15,2-1 2 16,0 0 1-16,2 3-4 15,-2-2-1-15,4 2-1 0,-5 3-1 16,4 1 2-16,3-1-2 16,-5-1 0-16,3-1 0 15,0-2 0-15,-2-2 0 16,-2-1 0-16,2 0 0 16,-5-3 0-16,2 1 0 0,-5-2 1 15,-1 3 0 1,-5 1-1-16,-4 2-1 0,-1 2 5 15,-4 1-4-15,-2 2 1 16,-5 3-1-16,-2 0 0 16,-4 3-1-16,-5 0-1 0,-1 0-3 15,-8 3-21-15,-2 5-29 16</inkml:trace>
  <inkml:trace contextRef="#ctx0" brushRef="#br0" timeOffset="-87109.19">7300 9176 129 0,'0'0'5'0,"0"0"-4"0,0 0-4 0,0 0-27 16,0 0-6-16</inkml:trace>
  <inkml:trace contextRef="#ctx0" brushRef="#br0" timeOffset="-86896.45">7343 9397 157 0,'0'0'8'0,"0"0"-6"16,0 0-1-16,0 0 1 15,0 0-1-15,0 0-2 16,0 0-6-16,0 0-39 16,0 3-71-16</inkml:trace>
  <inkml:trace contextRef="#ctx0" brushRef="#br0" timeOffset="-86354.26">7720 9005 99 0,'0'0'0'15,"0"0"14"-15,0 0-1 16,0 0-13-16,0 0-3 15,0 0-1-15,0 0 2 16,0 0 2-16,0 0 0 0,-33 44 0 16,33-30 2-16,0 2 0 15,4 3 0-15,5-1-1 16,-2 2 1-16,6-3-1 16,-2 0 1-16,3 0-1 15,-1-5 1-15,0-1 0 0,-1 0-1 16,-3-1-1-16,-1-1 1 15,-4 1-1-15,0 1 0 16,-2 2 1-16,-2-2-1 16,0 3 2-16,-8 1-1 15,-2 0 1-15,-3 2 0 16,-2 2-2-16,0-1 0 0,-5-1-2 16,5 0 0-16,-3-5-3 15,7-3 0-15,3-4 0 16,4-5-12-16,1-3-38 15</inkml:trace>
  <inkml:trace contextRef="#ctx0" brushRef="#br0" timeOffset="-85537.64">7743 9035 101 0,'0'0'15'0,"0"0"10"0,0 0-5 0,0 0-8 15,0 0-1-15,-3-35-8 16,3 29-2-16,9 0-2 16,2 2 1-16,3 1-1 15,1-1-11-15,0 3-35 0,-1-1-52 16</inkml:trace>
  <inkml:trace contextRef="#ctx0" brushRef="#br0" timeOffset="-84978.09">8102 9119 97 0,'0'0'9'16,"0"0"14"-16,0 0-8 15,0 0-11-15,0 0-3 0,-42-20-1 16,37 17 0-16,1 2 0 16,-1-2 1-16,-2 3-1 15,1 0 7-15,-2 0 4 16,0 3-5-16,-1 8-5 0,-1 5-1 15,3 1 0-15,-2 4 1 16,2 0-1-16,3-2 0 16,1-1 1-16,3-3-1 15,0-2 0-15,0-4-1 16,4-3-2-16,5-3-5 16,1-3-4-16,-1 0 5 0,2-7 2 15,2-6 3-15,-2 0-2 16,2-5 3-16,-1 1 2 15,-3 1 2-15,1 0 3 16,-2 2 2-16,-1 4 2 0,1 3-4 16,-3 3-2-16,2 3-1 15,-1 1-3-15,1 0-1 16,0 0-1-16,4 4 5 16,-2 3-3-16,-2-1 0 15,3-1-1-15,0 1-6 16,-2-5-13-16,-3-1-17 15</inkml:trace>
  <inkml:trace contextRef="#ctx0" brushRef="#br0" timeOffset="-84689.81">8203 8734 140 0,'0'0'8'0,"0"0"6"0,0 0-3 0,0 0-9 0,0 0-1 15,0 0 0-15,0 0-1 16,-5 38 2-16,5-15 1 16,4 1-3-16,4 3 2 15,1 2-1-15,1 2 0 16,4 2 0-16,-3-1 0 0,3 1-1 15,-3 0 0-15,0-2 0 16,1-1-6-16,-4-2-35 16,-1-4-12-16</inkml:trace>
  <inkml:trace contextRef="#ctx0" brushRef="#br0" timeOffset="-84361.33">8389 9106 111 0,'0'0'3'15,"0"0"-2"-15,0 0 0 16,6-38-1-16,-6 28 0 16,0 0-2-16,0 0-1 15,0 0 0-15,0 0 2 0,-2 3 1 16,-2 1 1-16,-1 1 1 15,2 2 1-15,-1 2 1 16,-1 1 2-16,2 2-5 16,0 10-2-16,-1 6 0 15,2 3 2-15,2 4-1 0,0-1 1 16,0-1-1-16,0-4-1 16,6-2-1-16,3-4-3 15,-2-4-5-15,6-5-18 16,-2-4-30-16</inkml:trace>
  <inkml:trace contextRef="#ctx0" brushRef="#br0" timeOffset="-84038.04">8575 8934 106 0,'0'0'7'0,"0"0"27"0,0 0 2 16,0 0-27-16,0 0-10 15,-42-21-2-15,28 35 0 16,-1 3 3-16,3 3 2 16,2 0-2-16,3 1 1 0,3-5-1 15,4 1 1-15,0-5-1 16,2-2 0-16,5-2 1 16,4-4-1-16,0 1 0 15,3-3 3-15,-1 1-1 16,-2 0-2-16,3 1 1 0,-6 1-2 15,-1 0-3-15,-2 4-5 16,-3-1-8-16,-2 4 7 16,0 0 4-16,-5 0-1 15,-4-1-22-15,-1-2-50 16</inkml:trace>
  <inkml:trace contextRef="#ctx0" brushRef="#br0" timeOffset="-83856.72">8538 8985 134 0,'0'0'7'15,"0"0"35"-15,0 0-12 16,0 0-19-16,0 0-20 16,0 0 9-16,-17 42-1 15,10-13 0-15,-2 4-19 16,4-4-28-16,-2-4-31 0</inkml:trace>
  <inkml:trace contextRef="#ctx0" brushRef="#br0" timeOffset="-83509.93">8869 8469 172 0,'0'0'5'16,"0"0"4"-16,0 0-4 15,0 0-5-15,-38 15 1 0,29 11 0 16,2 6-2-16,0 11 4 15,3 9 0-15,2 6-2 16,0 8 1-16,2 5 1 16,0 7-2-16,0 4 0 15,0 1 1-15,-2 0-2 16,0-3 0-16,2-10-7 0,0-11-3 16,0-13-32-16,4-16-41 15</inkml:trace>
  <inkml:trace contextRef="#ctx0" brushRef="#br0" timeOffset="-83173.99">9152 8886 219 0,'0'0'-43'0,"0"0"44"15,0 0 0-15,0 0 0 16,0 0-4-16,-46-32-11 16,27 32 9-16,2 6 5 15,1 6 8-15,-1 8 0 0,3 1-5 16,3 6-2-16,0 0 0 16,6 3 0-16,1-5-1 15,4-3 1-15,0-6-1 16,4-7-1-16,6-6-4 0,5-3-4 15,-2-5 1-15,5-11 3 16,0-5 2-16,-1-4-6 16,0-4-11-16,-4-2-17 15,-5-4-46-15</inkml:trace>
  <inkml:trace contextRef="#ctx0" brushRef="#br0" timeOffset="-83016.37">9113 8551 120 0,'0'0'0'16,"0"0"3"-16,-11 41 0 0,11-13 0 16,0 5 0-1,0 1-2-15,8 5 0 0,-1-1-1 16,4-2-4-16,-1-4-39 16</inkml:trace>
  <inkml:trace contextRef="#ctx0" brushRef="#br0" timeOffset="-82705.17">9260 8944 77 0,'0'0'124'0,"0"0"-119"16,0 0-5-16,0 0 2 15,0 0-5-15,0 0-15 16,9-41 5-16,-5 31-9 15,-1-4 8-15,-1 1 10 16,-1 1 4-16,-1 0 1 0,0 2-1 16,0 3 1-16,0 4-1 15,-4 3 0-15,-2 0 0 16,-1 4 1-16,1 12 0 16,-2 0 1-16,6 2 2 15,2 5-2-15,0-5-1 0,0 1 0 16,10-5 0-16,3-4-1 15,1-4-3-15,1-5-15 16,1-1-14-16</inkml:trace>
  <inkml:trace contextRef="#ctx0" brushRef="#br0" timeOffset="-82505.42">9430 8774 110 0,'0'0'40'0,"0"0"14"15,0 0-24-15,0 0-28 16,0 0 4-16,-7 45-5 0,5-15 4 16,0 4-3-16,2 3-1 15,0 4 0-15,0-1 0 16,2 1-2-16,2-1-9 16,-1-5-30-16,-1-3-24 0,2-9-2 15</inkml:trace>
  <inkml:trace contextRef="#ctx0" brushRef="#br0" timeOffset="-82241.95">9448 8832 141 0,'0'0'0'0,"6"-50"10"15,1 29-4-15,1 2-4 16,2 3 0-16,-1 4-1 0,-2 4 2 15,2 2-2-15,-2 6 0 16,3 0-1-16,0 0-2 16,-3 7 2-16,3 7-2 15,-5 2 0-15,4 1 0 16,-6 4-6-16,-1-2-1 16,-2-2 0-16,0-2-2 0,0 1-4 15,-5-2-8-15,-6-1-20 16</inkml:trace>
  <inkml:trace contextRef="#ctx0" brushRef="#br0" timeOffset="-81886.57">9613 8726 139 0,'0'0'61'0,"0"0"-51"0,0 0-4 15,0 0-10-15,0 0 2 16,0 0 3-16,6 55 0 16,-6-34 1-16,4-1-1 15,2-3 0-15,-1-5-1 16,3-3 0-16,-2-6-2 0,4-3 0 16,1 0 0-16,-2-7 2 15,2-7 4-15,0-3-2 16,-2-4-1-16,-1-2 0 15,-4 0 0-15,-2-1 1 16,-2 3-1-16,0 1 0 16,0 6 0-16,-7 2 0 0,-4 8 0 15,2 4-4-15,-2 0-2 16,-3 13-17-16,1 8-20 16,-1 0 5-16,3 1-20 15</inkml:trace>
  <inkml:trace contextRef="#ctx0" brushRef="#br0" timeOffset="-81421.61">9919 8562 148 0,'0'0'4'16,"0"0"9"-16,0 0 23 15,0 0-23-15,0 0-8 16,0 0-1-16,0 0-8 0,-44-2 3 16,30 14 2-16,3 4 1 15,0 0-1-15,1 1-1 16,4-2 0-16,2 1 0 16,2-3 0-16,2-2-3 15,0 0-1-15,2-5-7 0,5 0-1 16,4-4 6-16,-2 0 6 15,0-2-1-15,4 0 2 16,-2 0-1-16,-2 0 1 16,1-3-1-16,0 0 1 15,-1-1 0-15,-4 4-1 0,2 0 0 16,-3 0 1-16,-2 0-1 16,1 0-1-16,-1 6 2 15,0 2 0-15,-2 2-1 16,2 2 0-16,-2 2 1 15,0 0-1-15,0-1 0 16,-2 1-2-16,-5 1 4 0,-5 0-3 16,0-1-6-16,-4 0-39 15,2-3-29-15</inkml:trace>
  <inkml:trace contextRef="#ctx0" brushRef="#br0" timeOffset="-81180.8">10027 8599 159 0,'0'0'8'16,"0"0"-8"-16,0 0 1 0,0 0 2 0,2 55-1 15,-2-33-2-15,0 1 1 0,0-2-8 16,0-1-12-16,0-6-13 16,0-1-1-16,0-6-14 15</inkml:trace>
  <inkml:trace contextRef="#ctx0" brushRef="#br0" timeOffset="-81024.05">9991 8400 229 0,'0'0'-29'0,"0"0"31"16,0 0-8-16,0 0-67 16</inkml:trace>
  <inkml:trace contextRef="#ctx0" brushRef="#br0" timeOffset="-79417.61">10058 8393 91 0,'2'-11'8'0,"-1"-3"19"0,-1-3 0 16,1 1 2-16,-1 2 1 15,0 0-6-15,0 2-2 0,0 5-1 16,0 2-3-16,0 3-12 16,0 2-5-16,0 4-4 15,0 11-5-15,0 6 5 0,3 6 6 16,3 4 2-16,3 3-2 16,-1 0-1-16,2 3-1 15,-1-1-2-15,-1-2 1 16,2-3-1-16,-5-3-4 15,1-2-2-15,-2-5-1 16,1-1 2-16,0-4-5 0,-1-2-10 16,-1-4-9-16,1-3-30 15,0-4-4-15</inkml:trace>
  <inkml:trace contextRef="#ctx0" brushRef="#br0" timeOffset="-79111.25">10061 8569 166 0,'0'0'10'0,"0"0"-4"0,0 0-4 16,0 0 0-16,46-19-1 15,-24 9 0-15,-1 1-5 0,0-3-61 16</inkml:trace>
  <inkml:trace contextRef="#ctx0" brushRef="#br0" timeOffset="-78773.45">10357 8443 192 0,'0'0'7'0,"0"0"-5"16,0 0-3-16,0 0-15 15,0 0-3-15,-40 24 7 0,27-8 12 16,2-1 1-16,4 4 0 16,0-2-1-16,3 0 2 15,4-3-1-15,0 0-1 16,0-4 1-16,2 0-1 0,7-6 1 16,2-1 0-1,5-3-1-15,2 0 2 0,-3 0-2 16,3 0 3-16,-1-3-1 15,-2 1 0-15,-3 2-2 16,-2 0-2-16,-3 2 1 16,-7 8-5-16,0 2-2 0,-7 2 5 15,-5 3-3-15,-2-1-9 16,-3-1-2-16,-1-2-18 16</inkml:trace>
  <inkml:trace contextRef="#ctx0" brushRef="#br0" timeOffset="-78546.25">10373 8493 201 0,'0'0'0'0,"0"0"15"16,0 0 1-16,0 0-10 15,0 0-12-15,0 0 5 16,-37 52-1-16,23-20-2 16,0 2-15-16,-4 4-13 0,-2 0-16 15,0-3-30-15</inkml:trace>
  <inkml:trace contextRef="#ctx0" brushRef="#br0" timeOffset="-77891.92">10728 7956 17 0,'0'0'20'0,"0"0"-26"0,0 0 8 0,0 0 5 15,0 0 5-15,0 0-1 16,-13 45-1-16,2-22 0 0,-1 7 3 16,0 8 1-16,-2 8-3 15,-1 6-2-15,-2 9-3 16,-2 3-1-16,1 4-1 16,0-1-3-16,-4 1 0 15,1-4 0-15,0 0 0 0,0-3 1 16,-1-1 8-16,4-5 2 15,0-5-3-15,4-3-6 16,3-5-2-16,2-3 0 16,1-1-2-16,5-2 1 15,-4-4-9-15,3-2-2 0,2-6 10 16,-1-1-13-16,1-9-4 16,0-6-18-16</inkml:trace>
  <inkml:trace contextRef="#ctx0" brushRef="#br0" timeOffset="-74611.11">7925 9500 70 0,'0'-3'9'0,"0"-4"12"0,0 4-2 16,0-3-8-16,0 3-6 0,0-1-4 15,0 0 0-15,0 1-2 16,0 2 0-16,0-2 0 16,0 3 1-16,0 0 1 15,0 0-1-15,0 0 0 16,0 0 1-16,0 0-2 15,0 0 0-15,3 0 0 0,1 0 1 16,3-2 1-16,2 1-2 16,5-2 1-16,-1 1 0 15,5 0 1-15,0-2-1 16,4 0 0-16,3-1 0 16,2-1 0-16,4 0 0 0,1-5 0 15,3 1 0-15,1-4 0 16,4 0 0-16,3 0 0 15,5-2 0-15,2 0 0 16,6 2 0-16,2-1 0 16,3 0 1-16,3 1 0 0,1-3-1 15,4 3 1-15,-2-3-1 16,4 0 1-16,1-3-1 16,0 1 1-16,4-2-1 15,-1-3 2-15,-2-3 4 16,4-3 2-16,-2-1 2 0,2 1-3 15,-7 2-1-15,0 1-2 16,0 3-3-16,-3 3 0 16,0 3-1-16,-4 3 0 15,-1 2 0-15,-2 2 0 16,-1 2 0-16,-5 3 0 16,-4 1 0-16,0 3 0 0,-7 2-1 15,-1 0-14-15,-8 0-25 16,-5 0-52-16</inkml:trace>
  <inkml:trace contextRef="#ctx0" brushRef="#br0" timeOffset="-73045.1">7977 9474 40 0,'12'-7'2'0,"-1"-2"2"0,4 2-2 0,-1 0 0 16,3 0 0-16,3-1-2 15,5-1 1-15,0 1-1 16,4-4 1-16,0 2 1 0,-1 2 0 16,2 1 0-16,1 1-1 15,0 6-1-15,0 0 0 16,1 0 0-16,4 0 0 15,0 0 1-15,2 0-1 16,4 0 0-16,3 0 1 0,4-4 2 16,4-9 4-16,3-3 4 15,5-4-3-15,2-2-1 16,5-1-4-16,2-4-1 16,2 4 8-16,3-2-8 15,-1 1-1-15,2 2-1 0,0-2 0 16,2 4 0-16,1-1 0 15,-3-1 2-15,4 3-2 16,-2 2 0-16,3 1 0 16,-2-1 0-16,0 0-3 15,0-3-6-15,-6-4-41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22:40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9781 7527 50 0,'2'0'14'15,"0"0"-11"-15,5 0 4 0,-1 0 2 0,4 0 0 16,3 0 0-16,0 0 2 0,6-10 1 16,7-4 4-16,3-10 5 15,7-8 3-15,6-7-9 16,8-8-10-16,3-7-1 16,5-2-3-16,3-2 0 15,-3 4-1-15,4 1 1 16,-6 8-2-16,-6 8-44 0,-6 10-64 15</inkml:trace>
  <inkml:trace contextRef="#ctx0" brushRef="#br0" timeOffset="405.27">10894 8731 82 0,'33'-48'3'0,"7"-13"6"0,8-10 23 0,10-10 4 15,4-7 0-15,6 1-18 16,5 5-3-16,1 8-11 15,-7 13-3-15,-5 18-2 0,-9 16-11 16,-12 19-41-16,-16 8-28 16</inkml:trace>
  <inkml:trace contextRef="#ctx0" brushRef="#br0" timeOffset="954.88">10832 9908 109 0,'0'0'3'0,"0"0"-2"0,0 0-1 0,0 0 1 15,0 0 2-15,0 0 2 16,42-8 1-16,-22-9 0 0,2-6-1 15,5-9 10-15,11-11-10 16,4-9-2-16,10-12 0 16,7-13 0-16,12-10 3 15,10-6-4-15,7-8-1 16,2 0-1-16,3 1-18 0,-5 7-99 16</inkml:trace>
  <inkml:trace contextRef="#ctx0" brushRef="#br0" timeOffset="4837.7">9714 11204 70 0,'0'0'5'0,"0"0"11"0,0 0 1 16,0 0-5-16,0 0-8 15,0 0-8-15,0 0 10 16,0 0 6-16,36-37 2 15,-7 13 0-15,8-12-3 0,15-13-4 16,13-12-4-16,9-12-1 16,17-5-1-16,8-10 0 15,8 0-1-15,0 4 1 16,-1 10-2-16,-4 9-1 16,-15 12-25-16,-17 15-46 0</inkml:trace>
  <inkml:trace contextRef="#ctx0" brushRef="#br0" timeOffset="5676">9904 13948 88 0,'0'0'-4'0,"0"0"5"0,0 0 0 0,0 0-1 0,11-37 0 0,-11 27-2 16,0 2-5-16,0-5-9 15,0 3-21-15</inkml:trace>
  <inkml:trace contextRef="#ctx0" brushRef="#br0" timeOffset="5927.18">9848 13868 100 0,'0'0'1'16,"0"0"1"-16,0 0 4 15,37 3 4-15,-12-20 3 16,9-10 7-16,13-13-7 15,8-12-4-15,14-12-3 0,10-10-4 16,7-7-1-16,5 0 0 16,0-1-3-16,-1 4-45 15,-12 7-80-15</inkml:trace>
  <inkml:trace contextRef="#ctx0" brushRef="#br0" timeOffset="6427.48">12543 14686 127 0,'0'0'2'0,"0"0"-1"0,0 0 2 0,53-21 4 15,-25-3 13-15,8-8 2 16,10-13-8-16,13-7 2 0,8-12-3 15,9-4-7-15,10-5-5 16,6 2 1-16,-4 6-4 16,-7 8-6-16,-14 9-31 15,-15 9-43-15</inkml:trace>
  <inkml:trace contextRef="#ctx0" brushRef="#br0" timeOffset="6972.63">8406 16409 167 0,'0'0'-9'0,"0"0"13"0,0 0-1 0,0 0 0 0,23-54 6 0,0 24 1 15,12-11-1-15,5-7-3 16,8-4-4-16,6-3-1 16,7 2-1-16,-3 4-3 15,-4 10-62-15</inkml:trace>
  <inkml:trace contextRef="#ctx0" brushRef="#br0" timeOffset="7280.52">10083 17467 34 0</inkml:trace>
  <inkml:trace contextRef="#ctx0" brushRef="#br0" timeOffset="8673.41">12715 13411 75 0,'0'0'3'0,"0"0"2"0,0 0 2 0,0-43-1 16,3 29-3-16,3 3 5 16,-1-2-1-16,6-1 3 0,-3 0-1 15,3-2-1-15,4 2 2 16,-1-3-6-16,5 3 6 15,-1 1-9-15,1 0-1 16,2 5 1-16,-3 3-1 16,2 4-1-16,-1 1 1 0,-1 0-1 15,3 4 1-15,-3 9-2 16,2 1 1-16,-1 2 0 16,-2 2 1-16,3 5-2 15,-4 3 0-15,-1 3 0 0,-4 4-1 16,-1 8 3-16,-3 6-1 15,-3 4 1-15,-2 5-2 16,0 2 2-16,-2 7 0 16,0 2-4-16,0 1 8 15,-2 0-4-15,-2 0 2 16,1 3 1-16,-3 0-2 0,0 1 4 16,0 5 0-16,-3 6 0 15,0 9-2-15,0 7 0 16,0 1 0-16,-1 2 1 15,5-1-3-15,3-3 0 16,2-14 3-16,0-9-1 0,13-12 0 16,3-15-2-16,2-12-1 15,4-11 0 1,-4-9 2-16,2-8-2 0,-4-6 3 16,-3-2-1-16,-3 0 0 15,-1 0 1-15,-5 0-1 0,0 0 1 16,-4 0-1-16,0 0-1 15,0 4-1-15,0 11-3 16,-3 10 4-16,-3 14 0 16,-6 11-2-16,-2 8 2 15,-1 14 1-15,0 7-1 16,2 3-1-16,4 3 1 0,4 5 1 16,3 1-2-16,2-2 0 15,0-1 0-15,5 0 1 16,3-1-1-16,4 1 0 15,-3-3 0-15,3 3 1 16,1 2 0-16,-1 1 1 0,-3-2 0 16,1-3 1-16,-2-4-3 15,-6-4 0-15,-1-5 1 16,-1-7-1-16,-2-5 2 16,-8-1-1-16,-4-5 0 0,-3-4 0 15,-7-5-1-15,-3 1 0 16,-7-6 2-1,-6-3-2-15,-5-4 0 0,-6-5 2 16,-2-7-1-16,1-6 0 16,5-10 0-16,-2-6-3 15,1-19-51-15</inkml:trace>
  <inkml:trace contextRef="#ctx0" brushRef="#br0" timeOffset="9797.53">14003 15125 89 0,'0'0'10'0,"0"0"-6"0,2 0-3 15,-2 0 1-15,2 7 2 16,1 3 5-16,1 2-3 0,2 3-2 16,-3 2 0-16,4-1-2 15,-3 4-1-15,-1 1 1 16,1-1-1-16,-2 3 0 15,0-1 0-15,-2 1 0 16,0 0-1-16,0-2 2 16,0-2-2-16,0-1-5 0,0-5-32 15</inkml:trace>
  <inkml:trace contextRef="#ctx0" brushRef="#br0" timeOffset="10373.71">13926 15083 83 0,'0'0'2'0,"0"0"1"16,0 0 5-16,34-36-2 15,-23 26 1-15,1 3-4 16,4-3 1-16,-1 3 0 16,3 0 1-16,0-1-1 15,4 1 1-15,1 2-1 16,2-1-1-16,-2 1-2 0,-1 2 1 15,1 2-2-15,-3 1 0 16,0 0 1-16,-3 0-1 16,2 0 0-16,0 9 0 15,-2 0 0-15,1 4 0 16,0 4 0-16,-2 1 0 0,-1 6-1 16,-1-1 2-16,-2 4 1 15,-2 0 0-15,-5-3-3 16,-1 2 1-16,-4-5 1 15,0 2 1-15,-2-3 1 16,-5 0 5-16,-5-1 0 0,-3 2-5 16,-3 0 0-16,-1 0 3 15,-2 0-4-15,-4-1-1 16,0 1 0-16,-1-1 0 16,0-2-1-16,1-3 1 15,0-2-1-15,4-3 1 0,2-5-3 16,3-5-31-16,9-1-39 15</inkml:trace>
  <inkml:trace contextRef="#ctx0" brushRef="#br0" timeOffset="10858.61">14555 15023 150 0,'0'0'0'0,"0"0"-1"0,0 0 0 16,0 0 2-16,0 0-1 15,0 0 0-15,17 47 0 0,-14-33 0 16,2 2 1-16,-3 0 0 16,0 1 1-16,0 0-1 15,-1 1 0-15,1 0 1 16,-1 1-1-16,0-1 0 0,1-2-1 16,0-1-4-16,-2-3-14 15,0-4-13-15,0-2-28 16</inkml:trace>
  <inkml:trace contextRef="#ctx0" brushRef="#br0" timeOffset="11357.21">14555 15037 2 0,'0'0'56'0,"0"0"-54"16,0 0-1-16,40 0 1 16,-24 0 1-16,-1 3-3 15,2 4 3-15,2 2 1 16,1-1-1-16,3 5-2 15,-5-2 0-15,4 2 0 16,-1 0 1-16,0 0-1 16,-3-2-1-16,-2 1 1 0,0-3-1 15,-3 1 0-15,0-3 1 16,-2-1-1-16,-2-2 0 16,-1-1 0-16,-2-1 1 15,-4-2-1-15,0 0 2 0,-2 0 46 16,0-8-10-16,0-4-18 15,0-4 2-15,-2-1-10 16,-4-3-2-16,1-4 0 16,0 0-4-16,-1-2-2 15,3 1 0-15,-1 1-3 16,4 4-1-16,-2 3 0 0,2 3 0 16,0 6-1-16,4 0-19 15,1 4-47-15,-1-1-46 16</inkml:trace>
  <inkml:trace contextRef="#ctx0" brushRef="#br0" timeOffset="11740.13">15024 14871 125 0,'0'0'8'0,"0"0"-12"0,0 0 4 0,0 0 1 16,0 0-1-16,16 49 0 16,-11-27 2-16,-1 2-1 15,-2 3-1-15,1 0 1 16,0 0 0-16,-1 0 0 16,1-1-1-16,-3-1 1 0,0-3 0 15,0-1-1-15,0-3-15 16,-2-8-42-16</inkml:trace>
  <inkml:trace contextRef="#ctx0" brushRef="#br0" timeOffset="12221.12">15033 14887 48 0,'0'0'10'16,"0"0"-7"-16,0 0 3 15,0 0 0-15,43 41-2 16,-30-24 1-16,1 1-2 15,1 1-2-15,3 1 0 16,-4-2 0-16,4 1 0 16,-1-2 0-16,-1-3-1 0,-1-3 1 15,1-1 0-15,-3-3 1 16,1-1-1-16,-3-5 4 16,-3-1 2-16,2 0-1 15,-4 0 4-15,-1-8 8 0,-2-5 12 16,0-5-8-16,-3-2-1 15,1-6-8-15,-1-1 0 16,0-3-3-16,0-1-6 16,0 0-2-16,0 0-2 15,0 5 0-15,0 3 0 16,4 8-3-16,-4 4-19 0,0 5-35 16,0 4-64-1</inkml:trace>
  <inkml:trace contextRef="#ctx0" brushRef="#br0" timeOffset="13620.41">13708 15858 116 0,'0'0'-4'0,"0"0"12"0,0 0 2 0,0 0-3 0,0 0-5 16,0 0-5-16,0 0 4 15,0 0 0-15,0 0 0 16,37-4 0-16,-14-1 0 16,2-3-1-16,4 1 1 0,2-2-1 15,1-3 0-15,5-1-1 16,6-4 1-16,4-3 3 16,5 0 2-16,4-4 3 15,8-1 0-15,1-1-3 16,8-1-3-16,4 1 0 0,1 0-1 15,6 1-1-15,2-2 1 16,1 2-1-16,-5-3 1 16,1 0 1-16,2-1 2 15,-3-3 0-15,1 3-1 16,-2 0-1-16,-1 2-1 16,-1 3 1-16,-2 0-2 15,-5 4 0-15,-7 3 1 0,-5 1-1 16,-7 2 0-16,-8 1 0 15,-7 3 0-15,-4 0 0 16,-7 2 2-16,-6 1-2 16,-6 0 0-16,-2 1 0 0,-6-1 0 15,-3-2 11-15,-4-2 11 16,0-2-9-16,0-5-6 16,-4-4-2-16,-4-1-2 15,-2-8-1-15,1 0-1 16,-1-1 1-16,-1-3-2 0,3-1 0 15,0 0 0-15,3-2 0 16,-3-4 0-16,4-2 0 16,-2-1 0-16,1-1 0 15,-5-1 0-15,-2 4 0 16,-2 1 0-16,-3 4-2 16,1 1 4-16,-4 4-4 0,0 2 2 15,0 3 2-15,-3-1-2 16,-1 5 1-16,1 1 0 15,-3 4 0-15,1 3 0 16,-2 3 2-16,0 5 0 0,-2 2-5 16,0 5 1-16,-5 1 1 15,-1 0-3-15,-5 11 1 16,-6 3 0-16,-2 6 2 16,-6 3-3-16,-4 3 6 15,-2 3-6-15,-3 1 3 0,-4 1-2 16,-2 3 2-16,-5 0 0 15,-4 3-1-15,-5 2-3 16,-2 1-2-16,0 2 8 16,1-1-8-16,-3 0 1 0,1-2 6 15,-1-2 0 1,5-3-1-16,1-3-1 0,-2-3 1 16,5 0 1-16,2 0-1 15,6-4 1-15,8 1-1 16,0-3 0-16,6-1 0 15,9-2 1-15,2-1-1 0,3 2 0 16,4-5-1-16,4 1 1 16,6-2-1-16,5-1 0 15,4 0 1-15,5 0-1 16,4 1 1-16,5 0-1 16,3 3 0-16,2 2-1 15,0 1-1-15,9 5 2 0,5 4 1 16,1 3-2-1,6 4 4-15,4 6-2 0,2-1 0 16,2 2 0-16,4-2 0 16,-2 0 0-16,-2-4-2 0,1-3 2 15,-3-2-1-15,-2-2 1 16,4-2 3-16,-2-4-5 16,3-1 2-16,7-7 0 15,6-7-1-15,2-7-2 16,6-4-10-16,1-18-57 15</inkml:trace>
  <inkml:trace contextRef="#ctx0" brushRef="#br0" timeOffset="14250.06">15974 14270 29 0,'4'0'2'0,"-1"0"0"0,1 0-2 0,-2 1 1 0,-1 4 0 16,2-1 0-16,-1 3 0 15,2-1 0-15,0-2 1 0,0 2-1 16,3-2-1-16,-2-2 1 15,3-2 1-15,2 0-1 16,2 0 0-16,0-12 1 16,2-2 8-16,4-6 11 15,3-7 7-15,8-4-5 16,7-6-2-16,12-8 0 16,6-8-8-16,12-8-2 0,9-9-1 15,16-8-5-15,13-10-3 16,12-11-2-16,8-9-54 15</inkml:trace>
  <inkml:trace contextRef="#ctx0" brushRef="#br0" timeOffset="17311.37">16654 13946 179 0,'0'0'1'0,"0"0"7"0,0 0 4 0,0 0 0 16,0 0-8-16,0 0-9 16,0 0 8-16,-21 42-2 15,12-18-1-15,-1 7 1 0,0 6-1 16,-3 10 0-16,1 8 0 16,-1 11-1-16,1 8-2 15,-3 11 4-15,2 8-1 16,-2 3 1-16,1 3-1 15,0 3 3-15,2-1-3 0,1-4 1 16,3-9-1-16,0-3 3 16,3-8-2-16,-1-8 0 15,1-11-15-15,2-18-69 16</inkml:trace>
  <inkml:trace contextRef="#ctx0" brushRef="#br0" timeOffset="17633.81">16993 14666 144 0,'0'0'5'0,"0"0"0"15,0 0 2-15,0 0 9 0,0 0-11 16,0 0-4-16,0 0 4 16,0 0 3-16,1 52-5 15,-1-27-3-15,-1 4 9 16,-1 0-6-16,2-3-3 16,0-2 0-16,0-4 0 15,0-1-3-15,0-5-6 0,0-4-7 16,0-4-19-16,0-5 0 15,0-1-21-15</inkml:trace>
  <inkml:trace contextRef="#ctx0" brushRef="#br0" timeOffset="17949.05">17006 14632 152 0,'0'0'6'0,"0"0"14"16,0 0-10-16,37-21-9 0,-22 21 1 15,4 7-1-15,2 6-2 16,-1 4 0-16,1 3 2 16,0 1-1-16,0-1-1 15,-3 1 4-15,-4-3-1 16,1-2-2-16,-2-4-2 16,-2-4 2-16,-4-2 2 0,-2-1-2 15,-1-3 1-15,-3-2 3 16,-1 0 43-16,0-11-6 15,0-4-35-15,-3-6-3 16,-6-4-1-16,4-2 1 0,-2-2 0 16,4 1-3-16,2 5 0 15,1 2-6-15,0 1-17 16,6 6-43-16,3-3-80 16</inkml:trace>
  <inkml:trace contextRef="#ctx0" brushRef="#br0" timeOffset="18334.8">17485 14505 112 0,'0'0'2'15,"0"0"3"-15,0 0 10 16,0 0 1-16,0 0-5 15,0 0-12-15,0 0-1 0,0 0 1 16,0 0 5-16,17 42-2 16,-17-20 0-16,0 2 0 15,0 3-4-15,0 1 8 16,0-1-11-16,0-1 10 16,0-4-4-16,0-2-2 15,0-3 0-15,0-5 1 16,0-4 2-16,0-2-3 0,4-5 2 15,4 1 3-15,-1-2 16 16,5 0-2-16,3 0-7 16,0-6-1-16,5 0-5 15,0-1-7-15,2 1 8 0,0-1-3 16,2 0-7-16,0-1-43 16,-6-4-58-16</inkml:trace>
  <inkml:trace contextRef="#ctx0" brushRef="#br0" timeOffset="18910.75">17883 14458 154 0,'0'0'4'0,"0"0"-11"0,0 0 4 0,0 0 3 0,0 0 0 16,10 37 2-16,-7-18-1 15,-3 3 0-15,2 2-1 0,0 0 0 16,-2 1 1-16,1-2-2 16,-1 0 1-16,0-3 1 15,0-2 1-15,0-3 0 16,-3-4-2-16,-2-2-5 15,0-4 7-15,0-4-2 0,-1-1 0 16,0-2 3-16,2-11-7 16,0-5-4-16,2-5 11 15,2-5-3-15,0-4-1 16,0-5 3-16,8 1-1 16,0 0 1-16,2 2 0 0,-1 1 6 15,3 3 6-15,-3 4 6 16,2 1-5-16,2 4-9 15,-2 3 0-15,2 3-5 16,-2 5 0-16,-1 3-1 16,2 6 0-16,-4 1 0 15,-2 1-2-15,-1 11-4 16,-1 4 4-16,-2 0 3 0,-2 4-2 16,0 1 3-16,0-1 0 15,-6 3 2-15,-3-5-3 16,-3-2-1-16,-3 1 1 0,-4-2-1 15,1-2 1-15,-1 0-3 16,-2-4-21-16,4-2-32 16,-4-3-91-16</inkml:trace>
  <inkml:trace contextRef="#ctx0" brushRef="#br0" timeOffset="19366.55">17279 15155 130 0,'0'0'7'0,"0"0"-4"0,0 0 4 0,0 0 7 0,36-13-7 16,-16 7-2-16,3-3-3 15,3-2 9-15,6 2 1 16,1-2 2-16,5-2 2 15,4-2-7-15,2 1-2 0,1-3-2 16,4 0-2-16,1 2-1 16,2-1-1-16,-1 3 0 15,0 0 0-15,-3 1 0 16,-2 2-1-16,-3 1 3 16,-5 2-2-16,-2 3-4 15,-5 2-8-15,-5 2-26 0,-7 0-28 16,-8 0-23-16</inkml:trace>
  <inkml:trace contextRef="#ctx0" brushRef="#br0" timeOffset="19581.41">17706 15213 155 0,'0'0'4'16,"0"0"-28"-16,0 0 36 16,36-4 6-16,-9-5 4 15,9-3-5-15,8-1 0 16,7-4-12-16,10-1-2 16,5-7-26-16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23:10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14816 2235 56 0,'0'0'15'0,"0"0"-3"0,0 0 0 15,0 0-6-15,0 0 0 0,0 0-6 16,0 0-6-16,0 0 4 16,0 0 7-16,0 0 0 15,0 0-5-15,0 47-1 16,0-23 1-16,0 2 1 16,0 2-2-16,0-1 2 15,0 0-1-15,2-3 0 0,0-2 1 16,1-4 1-16,2 0 0 15,-3-1 3-15,0-2 1 16,-1-1 2-16,1-4-8 16,-1-5-20-16,0-3-22 15</inkml:trace>
  <inkml:trace contextRef="#ctx0" brushRef="#br0" timeOffset="602.33">14914 2168 96 0,'0'0'3'0,"0"0"-2"16,46-23 5-16,-29 19-3 15,1 1-2-15,-2 3-1 16,-3 0 0-16,-2 0-3 0,0 6-1 16,0 3 0-16,-1 0 1 15,1 3 3-15,-4-1 0 16,1 2 0-16,-3-2-1 16,2 4-2-16,-5-1 2 15,-2 1 5-15,0 1 1 16,-4 1 2-16,-6 0 1 0,-5 3-1 15,-5 0-1-15,-1 0 0 16,-1-2-2-16,0-3-1 16,1-1 1-16,4-6-1 15,-3-1 1-15,5-1-1 16,-1-3 0-16,4 1-1 16,0-2 0-16,6-1 1 0,-1 0-3 15,4 1 1-15,1-2 1 16,2 0-2-16,0 0-3 15,0 0-4-15,0 0 12 16,6 0-5-16,2 0 2 0,4 0-2 16,1 0 1-16,0 1-1 15,-1 2 2-15,1 1 2 16,-2-1-2-16,0 2-2 16,-1 1-1-16,3 0 2 15,-2 0 0-15,2 1 2 16,5 3 5-16,0 0 4 0,4-1-4 15,1-1-16-15,3-4-41 16,1-2-19-16</inkml:trace>
  <inkml:trace contextRef="#ctx0" brushRef="#br0" timeOffset="1058.44">15355 2428 66 0,'0'0'44'0,"0"0"-46"0,0 0-2 16,0 0 6-16,0 0-2 0,0 0 1 15,0 0 0-15,0 0 3 16,42 13 12-16,-33-13 14 15,1 0-10-15,1-1-12 16,2-5-4-16,1-1 1 16,-1-2-2-16,1 1 0 0,-2-4 0 15,-3 4-2-15,-2-1 2 16,-3 1-2-16,-1 1 1 16,-3 1-3-16,0 6-7 15,-8 0 14-15,-4 0-5 16,-2 6-5-16,-2 5 2 0,-1 1-3 15,1 2 5-15,5 0-5 16,1-3 2-16,4-1-4 16,2 0-2-16,4-3 5 15,0 2-1-15,9-2 6 16,4 0 4-16,7 0 6 0,5-1 3 16,8-2-10-16,6-1-43 15,1-3-33-15</inkml:trace>
  <inkml:trace contextRef="#ctx0" brushRef="#br0" timeOffset="1650.18">15931 2435 81 0,'0'0'9'15,"41"-28"5"-15,-28 12-5 16,-7 2 0-16,-3 0 7 16,-3 1 11-16,0 2-8 15,-6 5-11-15,-7 1-2 16,-4 5-6-16,-4 0-2 15,-3 2 6-15,0 11-13 0,-3 0 9 16,3 4 2-16,6-1-3 16,-1 2-1-16,5 0-1 15,6-3-1-15,2 0-1 16,3-4 2-16,3-1 0 0,0-4-2 16,3 0 1-16,7-3 13 15,4-3 3-15,2 0-1 16,2 0 0-16,4-6-6 15,3-2 0-15,-3-3-2 16,1 0 0-16,-1-3-3 16,-3 1 1-16,-4 2 0 0,-4 1-1 15,0 1 1-15,-8 5-2 16,-1 1 3-16,-2 0 3 16,0 3-2-16,0 0-8 15,0 0-5-15,0 8 8 16,0 2-1-16,-2 2 2 0,1 1 0 15,1 1-1-15,0 3-2 16,0-1 1-16,0 0-1 16,5 2 0-16,1-2-1 15,-2 2 2-15,1 2 0 16,2-5-1-16,-5 3 2 16,0-3-1-16,-1 1-1 0,-1 0 0 15,0-2 7-15,-7 0 2 16,-7-3 2-16,-1 2 2 15,-7-5 1-15,-1 0 1 16,0-3-4-16,-1-1 1 0,0-2-3 16,3-2 2-16,2 0-2 15,3-4-1-15,6-7-14 16,1-1-52-16</inkml:trace>
  <inkml:trace contextRef="#ctx0" brushRef="#br0" timeOffset="2077.31">16278 2364 101 0,'0'0'1'0,"0"0"0"0,49-7 3 0,-36 9-4 16,-2 8-6-16,-2 2 4 16,-1 3-1-16,-2 2 4 15,-1-2-3-15,-1-2 3 16,0 1 0-16,-3-1 1 16,-1-3 0-16,1-3 0 0,-1 0 2 15,0-4-3-15,0 0 1 16,0-2 4-16,0-1 17 15,-1 0 25-15,0-1-22 16,-3-8-7-16,0-2 0 16,3-3-6-16,1-2 1 0,0-7-9 15,0-1 1 1,7-1-3-16,0-1-1 0,5 2 1 16,1 1-2-16,1 6-1 15,1 4-5-15,3 5-37 16,-1 0-35-16,0 0-90 15</inkml:trace>
  <inkml:trace contextRef="#ctx0" brushRef="#br0" timeOffset="2432.66">16612 2394 189 0,'0'0'6'0,"0"0"-3"16,0 0-18-16,0 0 16 15,0 0 0-15,0 0 0 16,0 0 0-16,0 0-1 16,0 0-5-16,26 4 13 0,-17-9-3 15,-2-5 0-15,2 1-2 16,2-5 2-16,-6 3-4 16,0-1 1-16,0 1-1 15,-5 0 1-15,0 1-3 16,0 3-1-16,-4 2 5 15,-3 2-2-15,-4 3-2 0,0 0-1 16,-2 12-1-16,-4 3-1 16,3 4 1-16,-1 1-1 15,3 2-2-15,4-2 4 16,2 0 0-16,6-3 3 16,4 17 1-16,10-25-9 15,1-1-63-15</inkml:trace>
  <inkml:trace contextRef="#ctx0" brushRef="#br0" timeOffset="2887.82">17031 2198 44 0,'0'0'17'0,"-38"23"-3"0,17-10-4 0,3 2-1 16,1 1-3-16,4-1 0 15,0-2-4-15,8-3 0 16,1 2-2-16,4-4 0 15,0 1-1-15,6-2 5 0,6 0 0 16,1 1 1-16,6 2 0 16,-1-1 2-16,5-1-5 15,-6 0 1-15,2 1-3 16,-3-4 0-16,-3 2 0 16,-4-1 0-16,-2-1-1 0,-3 1-1 15,-3-2 0-15,-1 0 3 16,0 2 4-16,-10-2 12 15,-5 2 8-15,-4-2-11 16,0 3-9-16,-3-3 0 16,1-1 1-16,6 0-4 15,5-3-26-15,6 0-67 0</inkml:trace>
  <inkml:trace contextRef="#ctx0" brushRef="#br0" timeOffset="3392.86">17313 2181 28 0,'0'0'55'15,"0"0"-34"-15,0 0-9 16,0 0-11-16,0 0-1 15,-36-1 2-15,23 9-2 16,-5 2 2-16,3 1-1 16,1 2-1-16,3 0 5 15,2-2-4-15,2 1-1 0,3 0-1 16,3-1 0-16,1-2-1 16,0 0 0-16,4 1 4 15,7-4 1-15,1 1 0 16,2-2 2-16,4-2-3 0,0 2 1 15,-1-1 1-15,0 1-1 16,-1 1 0-16,-1 1-2 16,-4 1-2-16,-1 0-1 15,-4 0-1-15,-4 0-2 16,-2 1 1-16,0-3 3 16,0 0 6-16,-10 4 12 15,-5-2 1-15,-4-1-6 0,0 3-6 16,-3-1-1-16,1-1-1 15,2-1-1-15,0-1 0 16,4-3 0-16,1 0-1 0,4-2 2 16,2 2-2-16,4-3-5 15,4 0-17-15,0-4-98 16</inkml:trace>
  <inkml:trace contextRef="#ctx0" brushRef="#br0" timeOffset="3627.59">17447 2309 132 0,'0'0'29'0,"0"0"-27"0,0 0-2 0,0 0-10 0,0 0-6 15,0 0 6-15,0 0 19 16,1 37-5-16,-4-23-3 15,-3 1-1-15,5-2 0 16,1 0 1-16,0-2 4 0,2-3 3 16,7-5-13-16,3-3-86 15</inkml:trace>
  <inkml:trace contextRef="#ctx0" brushRef="#br0" timeOffset="3806.99">17588 2144 199 0,'0'0'-3'0,"0"0"9"0,0 0-2 16,0 0-2-16,0 0-8 16,0 0-48-16,0 0 22 15,0 0-9-15</inkml:trace>
  <inkml:trace contextRef="#ctx0" brushRef="#br0" timeOffset="4211.6">17664 2299 99 0,'0'0'23'0,"0"0"-28"15,0 0 2-15,0 0 4 16,0 0 7-16,-24 47-4 16,21-36-3-16,3 2-1 0,0-2 0 15,0-2-2-15,2-1 2 16,5-3 2-16,2-2 0 16,4-2 5-16,2-1 4 15,4 0 6-15,1-6-4 16,1-2-6-16,1-4-3 15,-4-2-1-15,-4-3 11 16,-3-1 6-16,-3-1 3 0,-8 1-7 16,0-1-7-16,-2 2-6 15,-10 3 0-15,-3 4-3 16,-5 6 0-16,1 4 1 16,-4 0-2-16,2 4 0 0,0 7 1 15,4 5-5-15,1 0-14 16,5-1-18-16,4-1-27 15,6-2-17-15</inkml:trace>
  <inkml:trace contextRef="#ctx0" brushRef="#br0" timeOffset="4617.37">17906 2299 115 0,'0'0'10'0,"0"0"5"16,38-10-11-16,-28 10-4 16,-3 0-5-16,0 7-4 15,-3 3 0-15,-1 3 4 16,-1 0 8-16,0-1 0 16,-2 1-1-16,0-1 0 15,0-4-1-15,0-1-3 0,0-2 5 16,0-3 4-16,0-2-1 15,0 0 3-15,0 0 20 16,0 0 21-16,4-8-40 16,0-4 2-16,5-3-7 0,5-4-2 15,0 1 0-15,4-3-1 16,4 3-1-16,-3 0 1 16,4 4-4-16,-4 4 3 15,0 3-1-15,-3 4 1 16,0 3-3-16,0 0-4 0,-3 4 0 15,0 10 2-15,-4 5 3 16,-4 2 2-16,-2 2-24 16,-2-2-56-16</inkml:trace>
  <inkml:trace contextRef="#ctx0" brushRef="#br0" timeOffset="5400.4">19142 1923 113 0,'0'0'-1'0,"0"0"0"0,-58 11-4 0,35-3-4 15,-3 1 6-15,2-2 4 16,-2 3 1-16,2 0 1 15,1 0 0-15,3 1 1 0,6 0-3 16,2 0-1-16,4 0 0 16,4-1-1-16,4-3 1 15,0 0-3-15,11 0 1 16,3 2 2-16,7-4 8 16,1 0-3-16,4-2 0 15,0-1-2-15,1 0 0 0,-4-2-2 16,-4 0 0-16,-3 1 1 15,-4-1 1-15,-4 2-2 16,-3 0-1-16,-5 0-6 16,0 3-2-16,-11 1 14 15,-2 3 2-15,-4 2-5 16,-2 0-2-16,-1 2 0 0,1 0-1 16,1 1 0-16,3-1 0 15,4-2 0-15,4-1-1 16,5 2 0-16,2-4-1 15,0-1 1-15,3 0-1 0,10-1 5 16,5-2 4-16,6-1 2 16,0-3-1-16,3 0-1 15,0 0-2-15,0 0-2 16,-1-3-1-16,-2-4-1 0,-3 3 0 16,-5-2 0-16,-7 1 0 15,-4 1 1-15,-5 0-1 16,0 3-6-16,-10 1 10 15,-7 0-8-15,-5 0 1 16,-1 5 6-16,-2 6 0 16,-1 0-2-16,6 6-2 0,4-1 2 15,9 1-1-15,7-3-31 16,3-3-44-16</inkml:trace>
  <inkml:trace contextRef="#ctx0" brushRef="#br0" timeOffset="5863.46">19964 2116 85 0,'0'0'12'0,"0"0"-13"0,0 0 2 0,0 0 4 0,0 0 8 16,0 0 0-16,-41 28-8 16,29-18-3-16,1 4 1 15,5 1-3-15,0 1-1 0,5 2 0 16,1-3 0-16,3-2 2 16,9 1 2-16,7-4 3 15,6-3 2-15,6-3 5 16,3-2 1-16,6-2-4 15,5 0-2-15,1-2-10 0,-2-9-34 16,0-5-4-16,-6-2-21 16</inkml:trace>
  <inkml:trace contextRef="#ctx0" brushRef="#br0" timeOffset="6191.73">20294 1789 92 0,'0'0'-4'15,"0"0"10"-15,0 0-3 16,0 0-3-16,0 0 3 16,0 0 1-16,0 0 3 15,0 0-4-15,-25 51-1 16,25-31-2-16,0 3-2 15,0 4 1-15,0 1 1 0,3 1 1 16,6-1 4-16,-4 0 0 16,1-2-2-16,1-1 2 15,2-3-2-15,-1-1 2 16,2 2 2-16,0-3 1 16,4 1 5-16,0-4 4 0,2 0-44 15,1-4-41-15</inkml:trace>
  <inkml:trace contextRef="#ctx0" brushRef="#br0" timeOffset="6582.23">20652 2195 138 0,'0'0'7'0,"0"0"1"16,13-44-3-16,-13 33-3 15,0 1-11-15,-6 1-5 16,-3 2 10-16,-5 3 4 0,-1 1 0 15,-3 2 19-15,1 1-11 16,-2 0 2-16,0 4-3 16,0 6-4-16,3 1-1 15,-1 2-1-15,5-2-2 16,2 2-2-16,3 0 2 0,4-3-4 16,3 0-1-16,0-3 9 15,9 0 3-15,2-3 5 16,6-1 3-16,2-3-5 15,3 0-4-15,1 0-1 16,-2-7 0-16,-3-3-1 0,-1 0-1 16,-6 0-1-16,-2 3 1 15,-2 0 4-15,-3 1 12 16,-4 5-3-16,0-1-9 16,0 2-7-16,0 0-2 15,0 0-5-15,0 6 3 16,3 1-2-16,1 1-34 0,5-1-43 15</inkml:trace>
  <inkml:trace contextRef="#ctx0" brushRef="#br0" timeOffset="6959.16">20969 2060 87 0,'0'0'1'0,"0"0"10"0,0 0-8 0,0 0-2 16,0 0 2-16,-39-29 0 16,25 29 4-16,0 0 0 15,0 5 3-15,2 1-4 16,1 4-5-16,3 0 0 16,2-2-1-16,3 2-2 15,3-1 0-15,0 1 0 0,9-2 5 16,6 0 1-16,1 0 3 15,4-1-2-15,2 0 1 16,-1-2-3-16,-2 2-1 16,-4-1-2-16,-3-1 0 15,-5-1-3-15,-4-1-2 0,-3 0-2 16,0 0 5-16,-11-1 20 16,-7 3 4-16,-2 0-11 15,-5 1-5-15,-1 1-2 16,6-3-5-16,5-1-40 15,6-3-45-15</inkml:trace>
  <inkml:trace contextRef="#ctx0" brushRef="#br0" timeOffset="7402.35">21253 1988 102 0,'0'0'-3'0,"0"0"11"16,0 0-1-16,0 0-7 16,0 0 2-16,-38-26-2 15,12 26 4-15,1 9 6 0,1 2-3 16,3-1 3-16,3 4-7 16,4-2-3-16,6 0-1 15,1-3 1-15,7 0-3 16,0-2-2-16,1 0 2 0,12-3 11 15,4 0 1-15,5 0 1 16,2 0-3-16,2-2-3 16,-2 1-2-16,-2 0-1 15,-1 1-1-15,-6 1-1 16,0 0 0-16,-3 1-1 0,-5-2 0 16,0 6-1-16,-4-4-2 15,-3 0-1-15,0 1 5 16,-10 0 5-16,-5-2 9 15,-6 1-1-15,-5 1-4 16,-4 0-2-16,-3-3-1 16,4 2 0-16,3-2-2 0,5-1-5 15,7-1-24-15,9-2-54 16</inkml:trace>
  <inkml:trace contextRef="#ctx0" brushRef="#br0" timeOffset="7627.32">21436 2073 124 0,'0'0'4'0,"0"0"-9"0,0 0-1 15,0 0 4-15,0 0 4 16,0 0 3-16,0 0-3 15,2 37-1-15,-2-26 0 0,0 1 1 16,0-1 2-16,0-2-1 16,0-2-3-16,2-3-24 15</inkml:trace>
  <inkml:trace contextRef="#ctx0" brushRef="#br0" timeOffset="7769.88">21451 1975 189 0,'0'0'-38'0,"-3"-41"60"15,3 28-10-15,0 2-15 0,0 5-76 16</inkml:trace>
  <inkml:trace contextRef="#ctx0" brushRef="#br0" timeOffset="8603.02">21559 1769 87 0,'0'0'7'0,"0"0"1"16,0 0-4-16,48-28-3 0,-33 25 0 15,3 3-1-15,-3 0 0 16,-1 0-1-16,-1 4 0 16,-3 6-1-16,3 3 2 15,-2 3 3-15,1 5-1 16,-2 4 1-16,-5 6-2 0,1 5-2 15,-6 7 1-15,0 1 1 16,-6 5 2-16,-5-2 1 16,-3 1-2-16,1-2 3 15,-1-2-2-15,5-1 0 16,-3-5 2-16,5-1-4 16,0-6 0-16,4-4 0 15,0-4 0-15,3-4 1 0,0-4 1 16,0-3 1-16,6-3 3 15,5-2 3-15,1-5 5 16,5-2 1-16,-2 0-1 16,4 0-2-16,0-5-4 0,-2-6-2 15,0-6 4-15,-1-1-3 16,-3-8-3-16,0-1-2 16,-4-3-1-16,-8 1-6 15,-1-3-13-15,0 5-3 16,-9 3 11-16,-4 2 9 15,-3 6-1-15,0 0-1 0,3 2 4 16,1 3-4-16,2 2 1 16,4-1 1-16,4 3 1 15,2 0-5-15,0-3-9 16,1 3 10-16,9-2 6 16,4-3-2-16,3 0-1 0,1 1 0 15,5-2 0-15,-2 2 1 16,3 1-1-16,2 0 0 15,-1 3-1-15,-1 1 0 16,-2 2 0-16,-1 2 0 0,-5 2 1 16,-1 0 0-16,-4 3-2 15,-3 6-8-15,-2 1-7 16,-2 2 8-16,-1 0 7 16,-1-2 3-16,-2-2 0 15,2 1 0-15,0-2 1 0,0-3 3 16,1 2 1-16,4-3 3 15,1-1 6-15,1-2-16 16,3 0-58-16</inkml:trace>
  <inkml:trace contextRef="#ctx0" brushRef="#br0" timeOffset="8781.61">22128 1832 121 0,'0'0'-1'0,"0"0"19"0,0 0 6 0,0 0-16 16,0 0-6-16,0 0-4 15,0 0-15-15,0 0 6 16,0 0-3-16,0 0-11 16</inkml:trace>
  <inkml:trace contextRef="#ctx0" brushRef="#br0" timeOffset="9088.1">22349 1880 132 0,'0'0'-8'15,"0"0"10"-15,0 0 5 16,0 0-2-16,0 0-8 0,0 0 13 15,-56 3 5-15,35 12-7 16,-2 1-4-16,3 3-4 16,1 2 0-16,6 0-1 15,6-1-3-15,3 0-1 16,4-2 4-16,1-2 6 0,11-2 3 16,4-3-2-1,6-2 7-15,2-3 0 0,3-1-5 16,2-3-23-16,-2-2-52 15,-3 0-23-15</inkml:trace>
  <inkml:trace contextRef="#ctx0" brushRef="#br0" timeOffset="9510.7">22454 1921 102 0,'0'0'18'0,"0"0"-6"16,0 0 0-16,49-27-9 0,-32 24-2 15,-1 3 1-15,0 0 2 16,0 5-3-16,-5 7-1 16,0 1-1-16,-4 6-1 15,-1 0-1-15,-6 2-1 16,0-2 3-16,0-3 3 16,-8 1 3-16,-5-7 3 0,-3 0 0 15,-4-5 1-15,1-2 0 16,-1-3 1-16,-1 0-3 15,3 0-3-15,4-4 1 16,5-3-1-16,4-3 2 16,5 1-3-16,0-5-2 0,3 3 8 15,9 1-4-15,2 0-5 16,3 3 3-16,4 4-4 16,-3 2 1-16,2 1-1 15,1 0-1-15,-2 1 1 0,2 6 0 16,-3-1 0-1,-2 1 0-15,0 0 2 0,-4 0-1 16,0-2 2-16,-3 0-3 16,1 2-16-16,-3-5-47 15,4-2 8-15</inkml:trace>
  <inkml:trace contextRef="#ctx0" brushRef="#br0" timeOffset="9784.66">22907 1745 27 0,'0'0'90'0,"0"0"-96"0,0 0 5 15,0 0 2-15,0 0 0 0,9 51 2 16,-5-31-1-16,-1 3 2 15,2 0-1-15,-2 2-1 16,2-2 0-16,-4-2 0 16,1 0 1-16,-2-4-1 15,0-1 1-15,0-3 3 0,0-2 0 16,-3-4-15-16,-4-2-41 16</inkml:trace>
  <inkml:trace contextRef="#ctx0" brushRef="#br0" timeOffset="10069.02">22773 1901 153 0,'0'0'5'16,"0"0"-4"-16,42-14 5 16,-11 11-6-16,5 2 1 0,3-2-2 15,4 0 1-15,-1 0 1 16,-2 3 1-16,-4 0 2 15,-5 0-2-15,-8 0 1 16,-6 0-1-16,-6 3-3 16,-6 4-5-16,-5 3-9 15,0 3 13-15,0 0 5 0,-1 1-2 16,-3 0 0-16,1 0 1 16,2-1 1-16,1 0 3 15,0-3 2-15,0-5-28 16,5-3-63-16</inkml:trace>
  <inkml:trace contextRef="#ctx0" brushRef="#br0" timeOffset="10205.03">23226 1785 153 0,'0'0'-43'16,"0"0"45"-16,0 0-25 15</inkml:trace>
  <inkml:trace contextRef="#ctx0" brushRef="#br0" timeOffset="10623.4">23366 1880 117 0,'0'0'5'16,"0"0"10"-16,0 0-22 15,0 0 4-15,0 0 5 16,0 0 4-16,0 0-4 16,-27 40-2-16,25-29 0 15,2 0 0-15,0 0 2 0,4-2 0 16,7-1 2-16,5-3 1 15,6-2 3-15,-2-1 2 16,5-2 6-16,0 0-9 0,1-2 0 16,-6-5-4-16,0 0 7 15,-7-3 2-15,-2-3 2 16,-6 0 2-16,-5-1-8 16,0 1-5-16,-6 1-3 0,-10 0 3 15,-3 5-3-15,-6 2 0 16,-1 3 0-16,0 2 0 15,3 0 0-15,1 0 0 16,6 7-11-16,4 0-23 16,6-1-25-16,6 2-10 0</inkml:trace>
  <inkml:trace contextRef="#ctx0" brushRef="#br0" timeOffset="10971.86">23593 1898 112 0,'0'0'10'0,"0"0"1"16,41-4-4-16,-31 4-3 15,-2 0-4-15,-2 5-6 16,-2 4 4-16,0 4 4 16,-4 1 1-16,0 2-3 0,0-2 3 15,0 1-3-15,-7-4 2 16,0-3 5-16,-1-1 5 15,2-4-1-15,-2-3 0 16,3 0 0-16,5-6 1 16,0-5 9-16,7-3 1 15,10-2-13-15,8 2-5 0,2-3 1 16,6 6-1-16,2 5-4 16,0 6-3-16,0 0 6 15,-3 11-3-15,-2 12-1 16,-4 4-1-16,-11 7-22 15,-10 2-41-15,-8 2-2 0,-28-1-39 16</inkml:trace>
  <inkml:trace contextRef="#ctx0" brushRef="#br0" timeOffset="13164.48">14516 3182 54 0,'0'0'22'0,"0"0"13"0,0 0-9 0,0 0-9 16,0 0-8-16,0 0 0 15,0 0-8-15,0 0-1 0,0 0-7 16,0 0 6-16,0 0-5 16,0 0 1-16,23-7 5 15,-5 7-1-15,2-3 0 16,4 2 3-16,4-1-5 16,1 0 5-16,6-1-3 15,3 1-2-15,3-1 8 0,5 1-2 16,6-1-2-16,2-1 0 15,6-1 0-15,5 0 0 16,4-1 0-16,4-1-1 16,8-3 1-16,5 2-1 15,5-2 2-15,5 0-1 0,2-2 1 16,6-1 2-16,9 1-3 16,6-1 0-16,6 2 0 15,6-1 0-15,4 1 0 16,5-1 0-16,2 0 0 15,3-2-1-15,0-1 1 16,7 1-1-16,4-2 4 0,2 2 1 16,4 0 1-16,-1-2-3 15,4 2-1-15,3 3 0 16,-1-1 0-16,-4 1 0 16,4 0 1-16,2-2-2 0,-1 3 0 15,1-4-1-15,0 2 0 16,6 1 1-16,-1 1-1 15,2 0 0-15,1 3 1 16,1 0 1-16,1 3 0 16,-3-1-2-16,-8 1 0 0,-2-3 0 15,-4 1 0-15,-7 1-1 16,-5-4 0-16,-1 2 2 16,-5 0-1-16,2 0 0 15,-3 3 0-15,0-3 0 16,-4 2 1-16,-3 1 0 0,-4-1 0 15,-6 1-1-15,-3 0 2 16,-8 1-2-16,-3 0 1 16,-8 1 1-16,-2-1-1 15,-8 0 0-15,-5 3 0 16,-5-3-1-16,-4 3 1 0,-7-4-1 16,-5 4 1-16,-8-4 1 15,-7 0-2-15,-6-4 3 16,-11 0-2-16,-4-2 1 15,-4-6-1-15,-3-1 2 16,-6-3-2-16,4-2 1 16,2-4-1-16,2-1-1 0,4-4 0 15,-2 0-6-15,0-5-2 16,-2 1 5-16,-3-4 3 16,-5-2 1-16,-3 1-3 15,-2-1 3-15,-4 2 2 16,-4 1 1-16,1-1-7 0,-5 0 3 15,-2 2 0-15,0 0 6 16,-4 3-6-16,-8 0-1 16,-2 0-2-16,-5 6-2 15,-3-3 2-15,-3 2-4 16,-3 4 9-16,-2 0-4 16,-4 0 1-16,-1 3-1 0,-5 3 1 15,-2 0 1-15,-7 2 1 16,-1 0-2-16,-10 6 2 15,-8-2-5-15,-2 1 7 16,-4 1-2-16,-5 1-1 0,0 2 0 16,-3-4 0-16,-2 4 0 15,-2-1 1-15,-6 1-1 16,-2-1 0-16,-6 1 0 16,-2 1 0-16,-6 1-1 15,-2 0 2-15,-4 2-1 0,-4 0 0 16,-5 1 0-16,-1 0 0 15,-4 2 0-15,-2-2 1 16,-8 3-1-16,-1 0 0 16,-4-1-1-16,-4 1 2 0,-3 0-1 15,-4 0 1 1,0 0-1-16,1 0 0 0,-1 0 0 16,-5 1 2-16,2-1-4 15,-3 3 4-15,-1 1-2 16,0 0 0-16,-5 3 0 15,1-1 1-15,2 0-2 16,-1 0-1-16,3-1 2 0,1-1 0 16,0 3 2-16,3-2-2 15,-1 0 2-15,4 3-1 16,-2 0 1-16,2-1-2 16,5 3 2-16,-2-2-1 15,2 1 1-15,1 2-1 0,-2-2 1 16,3 2-2-16,2-1 0 15,-2 3 1-15,3-2 0 16,2 4-1-16,3-2 0 16,3 2 0-16,5-4 0 15,4 3 0-15,4-1 0 0,4 0 0 16,8 1 0-16,1-1 0 16,7 3 0-16,4-2 0 15,9 2 0-15,2-1-1 16,8 4 1-16,5-1-1 15,5 2-1-15,4 3 1 0,9 2-1 16,3 4 1-16,7 2 0 16,7 0 0-16,6 6-1 15,5 3 2-15,1 3-2 16,4 5-2-16,1 7 2 16,-2 6-1-16,-1 5 1 15,3 0 0-15,2-2-1 0,6 0 1 16,2-3-1-16,7-4-2 15,6-2 2-15,8-2-1 16,11-6-1-16,8-2-2 16,9-5 3-16,8-6 1 0,10-4 9 15,12-5 3-15,6-3 4 16,11-2-1-16,1-12-24 16,0-5-95-16</inkml:trace>
  <inkml:trace contextRef="#ctx0" brushRef="#br0" timeOffset="14189.62">12659 2958 10 0,'5'1'23'0,"2"-1"-7"0,-2 0-1 0,1 0-2 16,2-4 4-16,4-3-2 16,1-3-3-16,4-4 0 15,6-3-5-15,4-3 2 16,9-7 1-16,11-6-2 16,7-5-2-16,8-6-2 0,10-9-1 15,4-6-1-15,6-11-63 16</inkml:trace>
  <inkml:trace contextRef="#ctx0" brushRef="#br0" timeOffset="17433.22">14852 4226 75 0,'0'0'26'0,"0"0"-15"0,0 0-11 0,0 0 0 15,0 0 2-15,-2 2 4 16,0-1 2-16,-1-1 0 16,-1 2 8-16,0-1-7 15,-1 2-2-15,1-2 0 16,-2-1-5-16,2 3-1 0,2-3-1 16,-2 0 1-16,2 1 0 15,1-1 1-15,0 0 1 16,0 0 7-16,0 0 1 0,1-1-1 15,0-3-5-15,0 0-3 16,0-2-1-16,0 0 1 16,0 3-2-16,0-2 0 15,0 0-1-15,4 1-1 16,2 1 0-16,2-1 2 0,3 1 0 16,1 0 0-16,0 0-2 15,1 2 1-15,-2 0 0 16,-1 1 0-16,-1 0-2 15,-1 0 0-15,-2 0-2 16,0 4-1-16,-2 3 0 0,0 0 5 16,-3 3 1-16,2 1 0 15,-1 1 0-15,1-1 1 16,-1 0-1-16,1 1 2 16,-1-4-1-16,2 1 1 15,-1-1-1-15,1-2 2 16,-1 0 0-16,1-1 0 0,0-3-1 15,0-1 0-15,4-1 0 16,-3 0-1-16,3 0 1 16,1 0 4-16,1-5 0 15,2-2-3-15,-3-2 0 16,0 0 0-16,0-2 0 0,-2-3 3 16,-1 1 1-16,0-1-5 15,2 1-1-15,-5-1-1 16,1 1 0-16,0 5 0 15,-2 1 0-15,-2 2 0 0,0 1 2 16,0 4-2-16,2 0-3 16,-2 0-5-16,0 3 1 15,1 5 3-15,1 4 1 16,0 3 1-16,0 2 1 16,1 2 4-16,-1 2-1 15,2 0-1-15,0 1 0 0,1 0 0 16,-1 2 1-16,1-2 0 15,2-1 0-15,-4 2 1 16,1-3-2-16,0 0 0 16,-4-3 1-16,0-3-2 15,0 0 1-15,0-4 0 0,-2 0 0 16,-7-1 2-16,-5-1 3 16,-3 2-2-16,-6-3-2 15,-4 0 4-15,0-2-4 16,-2 0 2-16,-2-1-3 15,-2-1 6-15,2-2-5 0,1 1 1 16,-1-2-1-16,4 0-1 16,4 0 2-16,2 0 0 15,6-3 1-15,5 0 0 16,3 1-3-16,5 0-2 16,2 1-2-16,0-1-11 0,5-5-70 15,8-1-63-15</inkml:trace>
  <inkml:trace contextRef="#ctx0" brushRef="#br0" timeOffset="17881.77">15583 4304 64 0,'0'3'51'0,"0"-3"-54"0,0 0-2 0,0 0 5 0,0 0 2 16,4 0 8-16,3 0 9 16,5 0 3-16,3 0-8 15,2 0-3-15,1 0-5 0,1-1-4 16,1-2 1-16,-2 3-1 15,1 0-2-15,0 0 0 16,-2 0 0-16,0 0 1 16,-3 0-1-16,-4 0-26 15,-3 0-111-15</inkml:trace>
  <inkml:trace contextRef="#ctx0" brushRef="#br0" timeOffset="18077.07">15686 4452 206 0,'0'0'56'15,"0"0"-65"-15,0 0-21 16,0 0 30-16,0 0 8 16,0 0-4-16,44 9 1 15,-19-9 0-15,3 0-6 0,6 0-63 16,3-2-116-16</inkml:trace>
  <inkml:trace contextRef="#ctx0" brushRef="#br0" timeOffset="18986.96">16694 4175 132 0,'0'0'8'0,"0"0"3"16,0 0-10-16,0 0-1 15,0 0 1-15,0 0-9 16,0 0 2-16,0 0-7 0,-40 41-16 15,35-28 41-15,-3 1-13 16,4 0 2-16,2 2 5 16,0-3 0-16,2-3-2 15,0 1 0-15,0-1 2 16,0-1-2-16,7-4 1 16,2 1 3-16,0-2 0 15,2-2-3-15,3-1 6 0,0-1-5 16,3 0-1-16,-2 0-2 15,-1 0 0-15,-1-3 0 16,-1-2-1-16,-3-3-1 16,0-1 1-16,-2 1 1 0,-1-4-1 15,-2 2 0-15,0 0-2 16,-1 0 1-16,-3 2 3 16,0 2-2-16,0 1 2 15,0 1-1-15,0 3 2 0,0-1 2 16,0 2-5-16,0 0-6 15,0 2-6-15,2 5 6 16,1 4 4-16,1 1 1 16,5 2 2-16,-2-3-1 15,2 3 1-15,2-4 1 16,2 0-3-16,0-3 2 0,3-4 0 16,-3-1-1-16,2-2 2 15,0 0 0-15,1 0-2 16,-1-3 0-16,0-6 0 15,-1-1 0-15,-1-3 0 0,-2-2 1 16,-2-1 2-16,-3-4 1 16,0 2 0-16,-4-1 1 15,-2-1 7-15,0 2-5 16,0-1-4-16,-2 3 2 16,-5 1-3-16,2 1 2 15,-1 4-5-15,-1 3-1 0,1 3-1 16,-2 3-5-16,-2 1-1 15,-1 0-1-15,-2 8-7 16,0 3-27-16,2 0-37 16</inkml:trace>
  <inkml:trace contextRef="#ctx0" brushRef="#br0" timeOffset="19558.23">17185 4303 84 0,'0'0'15'0,"0"0"2"0,0 0-8 15,0 0-4-15,0 0 2 16,0 0 16-16,0 0-5 16,0 0-12-16,0 0-10 15,0 0-2-15,0 0 5 0,0 0 2 16,-13 25 1-16,4-14-1 16,4 0-1-16,-3 2 1 15,4-2 0-15,1 3-1 16,1 0 3-16,2 0-3 0,0-1 1 15,0 0 0-15,4 0 0 16,3-4 0-16,0 0-2 16,6-5 2-16,-4-1 1 15,4-3 2-15,-3 0 2 0,3-1-4 16,2-7 1-16,-3-2 6 16,-1-2 5-16,2-2 1 15,-4 0 2-15,-2 0-5 16,2-3-3-16,-5 1 0 15,-1-3-2-15,-1 1-4 16,-1 0 1-16,-1 1 1 0,0 1 0 16,-2 3-1-16,-6 3-2 15,-4 3-4-15,-3 6-5 16,-1 1 1-16,-3 1-4 16,2 11-17-16,3 0-14 15,3-3-39-15</inkml:trace>
  <inkml:trace contextRef="#ctx0" brushRef="#br0" timeOffset="20493.9">17652 4175 99 0,'0'0'24'0,"0"0"-6"0,0 0-2 0,0 0-8 16,0 0 0-16,0 0 1 16,0 0-1-16,0 0-5 15,-2-38-1-15,14 32-4 16,1 3 2-16,5-1 0 0,-2-2 2 16,6 2-2-16,-3 4-3 15,2 0 6-15,-1 0 0 16,-4 0-1-16,1 9-1 15,-4 0 0-15,-2 4-2 16,-1 3-2-16,-6 1 0 0,-3 0 1 16,-1 2-2-1,0 1 1-15,-3-2-3 0,-7-1 5 16,-2-2 1-16,1-6 3 16,-2 1-3-16,1-6 1 15,-1 2 0-15,1-5 1 0,0-1 0 16,3 0 0-16,1 0-1 15,2-1 1-15,2-8 3 16,4 1-2-16,0-3-2 16,0-1-3-16,4-2 6 15,6-2-3-15,3 2 0 16,2-3 1-16,3 3-1 0,2-2 1 16,-2 0-1-16,4 2 0 15,-3-1 0-15,0 2 0 16,-1-3 0-16,-3 3-1 15,0 2 1-15,-3-4-1 0,-3 3 0 16,-2 0 1-16,-3 2-1 16,-3 1-1-16,-1 1-2 15,0 3 2-15,-2 2 10 16,-5 2-9-16,-2 1-1 16,0 0-1-16,-2 3 1 15,-1 5 1-15,0 4-1 0,-1-1 0 16,1 3 1-16,2 3-3 15,1-2 2-15,1 0 1 16,3 2-1-16,0-1 0 16,4-1 0-16,1-3 1 15,0-1-1-15,0 1 2 0,4-1-2 16,2-3 3-16,1-1 1 16,3 1 2-16,-1 0 3 15,3-5-3-15,0 4 6 16,1-1-5-16,1-2-1 0,-1 0 0 15,0 2-4-15,-1-2-19 16,1-1-15-16,0 0-1 16,-1-3-31-16</inkml:trace>
  <inkml:trace contextRef="#ctx0" brushRef="#br0" timeOffset="20778.77">18141 4223 96 0,'0'0'3'0,"0"0"-3"0,0 0 1 0,0 0 0 16,0 0 6-16,0 0 7 15,27 41-2-15,-25-28-1 16,1-1-2-16,0 2-3 0,-1 2-1 15,3-1-4-15,-1-1 3 16,-2 2 0-16,1 1-1 16,-1 0 0-16,2-1-1 15,0 1-1-15,-2 0 0 16,3-4-23-16,4-5-49 0</inkml:trace>
  <inkml:trace contextRef="#ctx0" brushRef="#br0" timeOffset="21198.14">18536 4239 110 0,'0'0'7'0,"0"0"10"16,0 0-10-16,0 0-2 16,0 0 6-16,0 0 4 15,0 0-2-15,0 0-5 16,0 0-1-16,49-21-1 15,-31 17 2-15,6 1 0 0,3-2-2 16,2 1-2-16,3 0 0 16,1 0-3-16,1-1 1 15,1 1-1-15,-1 1-1 16,-3 0 0-16,-2 2 1 16,-2-2 0-16,-4 3-1 0,-3 0 1 15,-1 0-13-15,-8 0-34 16,-2 0-72-16</inkml:trace>
  <inkml:trace contextRef="#ctx0" brushRef="#br0" timeOffset="21469.02">18740 4082 187 0,'0'0'4'0,"0"0"21"16,0 0-18-16,0 0-14 15,0 0 3-15,0 0 1 16,0 0-2-16,0 0 2 16,-1 49 1-16,4-26 1 15,1 2 4-15,0 1 0 0,1 3 3 16,-1-2-2-16,2 1-8 15,0-6-31-15,5-6-32 16</inkml:trace>
  <inkml:trace contextRef="#ctx0" brushRef="#br0" timeOffset="22223.19">19373 4025 104 0,'0'0'8'16,"0"0"1"-16,0 0-8 15,0 0-1-15,0 0-2 16,0 0 2-16,0 0-1 0,-31 41 2 16,29-29-1-16,1 1 1 15,1 1 1-15,0 1 1 16,0-1 0-16,6-2 1 16,2 1-1-16,1-1 2 15,2-4 3-15,-2-2-3 16,3 0-1-16,0-5 0 15,1 1-1-15,0-2-1 0,1 0 1 16,-1-3-2-16,-2-4 0 16,2-2 1-16,-2-2 0 15,-4-1-1-15,2-2 5 16,-6 1 2-16,1-1-1 16,-4 3-6-16,1 1 0 15,-1 1 2-15,0 2 7 0,0 3-6 16,0 1-2-16,0 3 1 15,0 0-2-15,0 0-2 16,0 0-4-16,0 7 6 16,0 3-1-16,0 2 0 0,3-1 0 15,5 3-1-15,4-3 1 16,2-1 1-16,4 0-1 16,1-5 1-16,2 0 1 15,3-5 0-15,1 0-1 0,-4 0 0 16,3-5 0-16,-2-6 2 15,-4-1 9-15,-1-2 2 16,-3-2 1-16,-3-1 4 16,-2-3-3-16,-6 2-8 15,-1-1 4-15,-2 2-6 0,0 0-1 16,0 5-3-16,-4 1-3 16,-3 4 1-16,-3 3-4 15,-1 4-7-15,-4 0 1 16,-4 1-3-16,1 9-10 15,1 4-12-15,1-2-23 0,5-1-97 16</inkml:trace>
  <inkml:trace contextRef="#ctx0" brushRef="#br0" timeOffset="22507.88">19934 4096 161 0,'0'0'16'0,"0"0"-23"0,0 0 5 15,0 0 0-15,0 0 1 16,7 46 3-16,-6-31 2 15,2 2-1-15,0 1-1 0,2 1 1 16,3 2 2-16,1 0-1 16,1-1-6-16,0-4-31 15,2-6-57-15</inkml:trace>
  <inkml:trace contextRef="#ctx0" brushRef="#br0" timeOffset="23661.72">20180 3999 1 0,'0'0'56'0,"0"0"-14"0,0 0-1 0,0 0-7 15,0 0-10-15,0 0-3 16,0 0-5-16,0 0-2 16,0 0-5-16,18-37-6 15,-10 32-9-15,5 0 2 0,1 2 0 16,5-1-4-16,-1 1 0 16,4 2 6-16,-4 1 2 15,-1 0-1-15,0 0 2 16,-4 0 2-16,0 7 1 15,-5 1 0-15,-2 2-4 0,-2 3-3 16,-4 0-3-16,0 1 2 16,0 0 3-16,-6 2-1 15,1-3 3-15,-3-1 1 16,0-3-2-16,0 1-2 16,3-6-6-16,0 1 7 15,2-3-2-15,-1-2-2 0,3 0 6 16,1 0-6-16,0-5-21 15,4-4-7-15,5-4 12 16,0-1 14-16,5 1 5 16,-1-5 3-16,-1 2 2 0,1-1 2 15,-2-1 7 1,0 3 1-16,-4 3 3 0,-1 0 2 16,-1 4-3-16,-3 1-7 15,-2 5 1-15,1 2 2 16,-1 0-6-16,0 0-15 0,0 2 0 15,-1 8 7-15,-3 1 5 16,1 3 1-16,3 1-1 16,0 1 1-16,0 0 1 15,2 1 0-15,9 2-3 16,1-2-14-16,1-3-19 16,5-3-34-16</inkml:trace>
  <inkml:trace contextRef="#ctx0" brushRef="#br0" timeOffset="24027.56">20670 4070 119 0,'0'0'10'0,"0"0"-1"0,49-11 1 0,-34 9-1 0,0 2-4 16,-2 0-2-16,0 0-1 0,0 7-1 15,-6 2 3-15,2 2-4 16,-6-1-6-16,-2 3-11 16,-1 4-4-16,-1 0 9 15,-9 0 3-15,1 0 3 16,-6 0 4-16,-1-4 2 16,1-2-7-16,1-2 11 0,1-3-1 15,3-2 2-15,-1-3 0 16,5 1 1-16,2-2 11 15,2 0 10-15,2 0 4 16,0-2-4-16,4-2-12 16,8 0-4-16,9-2-10 0,4 0 2 15,7-1-3-15,4 0-34 16,2-1-53-16</inkml:trace>
  <inkml:trace contextRef="#ctx0" brushRef="#br0" timeOffset="24345.64">21273 4023 215 0,'0'0'2'0,"0"0"6"0,0 0-8 0,39-7 10 16,-20 1 0-16,5 2 2 16,1-2-4-16,3 2-5 15,3 0-1-15,0 0-1 0,-2 2 3 16,-1 0-2-16,-2 0-17 15,-5 1-24-15,-6-1-31 16</inkml:trace>
  <inkml:trace contextRef="#ctx0" brushRef="#br0" timeOffset="24603.35">21365 3904 214 0,'0'0'7'15,"0"0"-11"-15,0 0 0 16,0 0 3-16,0 0-5 16,3 37 2-16,0-22 6 15,0 5-2-15,3 3 4 0,-4-2 2 16,4 2-3-16,0-3-11 15,0-2-15-15,5-8-25 16,3-3-76-16</inkml:trace>
  <inkml:trace contextRef="#ctx0" brushRef="#br0" timeOffset="25258.38">21781 3887 186 0,'0'0'5'15,"0"0"-1"-15,0 0-4 16,0 0-2-16,0 0-5 15,0 0 1-15,0 0 8 16,0 0-2-16,0 0 0 16,0 45-2-16,1-32 4 0,5-2-1 15,2-1 0-15,3 2 0 16,1-4-1-16,-1-2-3 16,4-2-6-16,-1-1 1 15,1-3 0-15,1 0 6 16,-2-3 4-16,0-4-1 0,-2-1 1 15,0-4 3-15,-3 4 2 16,-1-1-1-16,-4-1 1 16,-1 3 1-16,-1 1-3 15,1 1-1-15,-3 2 3 16,0 0-1-16,0 3-3 16,0 0-2-16,0 0-8 0,0 7 8 15,0 2-1-15,0-1 1 16,3 3 0-16,2-1-2 15,4-1 0-15,2-2 1 0,3-1 1 16,0-4 1 0,3-1-1-16,0-1 0 15,2 0 2-15,-2-4 0 0,0-5 9 16,-2-2 3-16,-2-1 2 16,-3-1 0-16,-3-2 4 15,-3-2-7-15,-2 1-2 16,-2-1-8-16,0 3-4 0,0 0-1 15,-4 5 0-15,0 3-1 16,-2 5-7-16,1 1-20 16,1 0-26-16,1 7 0 15,3-1-67-15</inkml:trace>
  <inkml:trace contextRef="#ctx0" brushRef="#br0" timeOffset="25749.05">22301 3937 142 0,'0'0'15'0,"0"0"-1"0,0 0-10 15,0 0-2-15,41-16 0 16,-31 13-2-16,2 2 3 16,2 0-1-16,1 1 0 15,1 0 0-15,-1 0-2 0,-1 5 1 16,-5 3 0-16,0 2-1 16,-6 0 0-16,-3 3-2 15,0 3-9-15,-10-2-1 16,-5 0 9-16,-3-1 6 15,-4 0-2-15,1-3 0 0,-1 1-2 16,2-3 5-16,4 0-3 16,-2 0 0-16,9-1 0 15,1-4-1-15,4 1 1 16,3-2-1-16,1-1 0 16,0-1 4-16,9 0 16 0,5 0 5 15,7 0-3-15,4 0-10 16,3 0-7-16,3 0-3 15,2 0-2-15,1 0 1 16,0 0-2-16,1 0-26 16,2 0-19-16,-3-1-53 0</inkml:trace>
  <inkml:trace contextRef="#ctx0" brushRef="#br0" timeOffset="26438.79">22917 3817 136 0,'0'0'24'0,"0"0"-22"0,0 0-2 0,0 0 1 16,46-24-1-16,-38 21 0 0,1 3 0 16,1 0-1-16,-3 0 1 15,0 0 3-15,-1 1-3 16,0 7-2-16,-1 0 2 16,-2 5 0-16,-3 1 0 15,0 2 0-15,0 0-1 16,-4-1-1-16,-5-1 0 0,-1-2-2 15,0-5 4-15,-4 1-4 16,3-3 4-16,-1-1 1 16,3-3-1-16,1-1-6 15,3 0-6-15,2 0-5 16,3-4 0-16,0-3 6 16,0-2 2-16,5-2 11 0,2 1 4 15,2-3 6-15,2-1 8 16,-2 0-3-16,2 0-8 15,3-2-5-15,-3 2-2 16,3-3-2-16,-2 1 0 0,1 2 0 16,-1 1 0-16,-3-1 2 15,0 5 8-15,-1 2-3 16,-2 0 1-16,-3 3 12 16,-1 1-4-16,-1 2-2 15,-1 1-5-15,0 0-10 16,0 0-9-16,0 0 5 0,0 8 5 15,0-1 0-15,-2 6-2 16,2 0 0-16,0 1 1 16,0 3 1-16,0 0 1 15,0 3 3-15,6 0 0 0,-1 0-1 16,4-2 1-16,-4 1 0 16,3-3-17-16,-1-1-19 15,4-4-21-15,-2-1-28 16</inkml:trace>
  <inkml:trace contextRef="#ctx0" brushRef="#br0" timeOffset="26957.71">23201 3941 45 0,'0'0'19'0,"0"0"16"0,0 0-20 16,0 0 4-16,17-41 7 16,-10 34-7-16,4 1-7 15,0 0-9-15,1 2-1 0,2 1-1 16,-1 3-1-16,2 0 2 15,-4 0-2-15,-1 0 0 16,2 1 0-16,-5 8-2 16,-1-2 4-16,-3 1-2 15,-1 2 0-15,-2 1 0 16,0 1 1-16,0-2-2 0,-5 0-1 16,-3 0 1-16,1-3 1 15,-5 3-2-15,1-4 4 16,-1 1-2-16,-2-1 0 0,1-1 1 15,-2 1 1-15,2-2-2 16,-2 1 0-16,4 0 0 16,0-1-3-16,3 1 0 15,2-2-1-15,1-1 2 16,3 1-1-16,1 0-3 16,1 0-3-16,0-3 1 0,0 3 9 15,3-2 0-15,4-1 2 16,1 0-3-1,3 0 0-15,1 0 1 0,2 0 4 16,1 0 3-16,2 0 4 16,1 0-1-16,3 0 1 15,4-4 3-15,0 1 4 16,1 1-5-16,5 0 3 0,-3 0-2 16,3 0-4-16,1 2-6 15,1 0-4-15,-1 0 0 16,1 6-2-16,0-1-18 15,-3-5-115-15</inkml:trace>
  <inkml:trace contextRef="#ctx0" brushRef="#br0" timeOffset="30385.66">15076 5885 54 0,'0'0'7'0,"0"0"-6"0,0 0-3 15,0 0 3-15,0 0-1 0,0 0 0 16,0 0 3-16,0 0 15 16,0 0-1-16,0 0-15 15,0 0-1-15,0 0-1 16,0 0 1-16,-34 24-1 15,27-21 1-15,-1 0-2 0,3-2 2 16,-3-1 2-16,5 0 2 16,-2 0 8-16,1 0-1 15,2 0-2-15,0-3 0 16,2-1-5-16,0-3-4 16,0 1-1-16,4-1-2 0,6-3 0 15,0 2 0-15,3-2-1 16,1 1 3-16,1 0-1 15,1 1 2-15,0 1 4 16,0 2-1-16,-2 3-1 16,-1 2-9-16,-2 0 5 15,-3 2-3-15,0 10 3 0,-5 0 4 16,2 3 0-16,-3 2-2 16,0 1 3-16,1-3-4 15,1-1 2-15,2-1-1 16,1-3 2-16,2-4 1 15,2-1-2-15,3-2 0 16,-1-3 2-16,2 0 1 0,1 0-1 16,3-10 0-16,-2 2 0 15,-1-5-2-15,-1 1 0 16,0-1-1-16,-2 0 0 16,0-3-1-16,-4 3 0 0,-1-2 0 15,-1 3-1-15,-3 2 1 16,-1 2 4-16,-1 3 5 15,-2 1 1-15,0 3-4 16,0 1-4-16,0 0-6 16,0 0-5-16,0 6 2 15,0 5 1-15,0 3 7 0,0 2-1 16,0 2 2-16,0 2-1 16,0 1 1-16,3-1 1 15,2 1 1-15,3 1 0 0,-1-1 1 16,2 0-1-1,-3 1-1-15,-2-1-1 0,-1-1-1 16,-3-1 1-16,0 0 1 16,-8-2-3-16,-6-1 1 15,-2 1 2-15,-5-3 0 16,0-1-2-16,-6-3 1 0,0-2 0 16,0-2-2-16,-4-2 3 15,0-2-3-15,1-2 2 16,0 0-2-16,4 0 4 15,1 0-1-15,4-2-3 16,3-2-2-16,-1-1 1 0,6 3-2 16,3-4-6-16,3 2-28 15,6-3-68-15</inkml:trace>
  <inkml:trace contextRef="#ctx0" brushRef="#br0" timeOffset="30816.82">15852 5935 106 0,'0'0'9'0,"1"0"11"0,-1 0-8 0,1 0 4 0,-1 0 8 15,2 0-3-15,0 0-10 16,2 0-7-16,1 0-2 16,6 0 1-16,0 0 0 0,7 0-3 15,-2 0 1-15,6 0-1 16,-1 0 2-16,0 0-1 16,0 1 0-16,-1 2-6 15,-7 1-22-15,0-1-37 16</inkml:trace>
  <inkml:trace contextRef="#ctx0" brushRef="#br0" timeOffset="30997.85">15925 6116 190 0,'0'0'35'0,"0"0"-16"16,0 0-25-16,0 0 15 15,0 0-7-15,0 0 0 16,49 0-1-16,-22 0-12 0,2-1-55 16,2-3-35-16</inkml:trace>
  <inkml:trace contextRef="#ctx0" brushRef="#br0" timeOffset="31836.77">16859 5841 123 0,'0'0'10'0,"0"0"24"15,0 0-3-15,0 0-7 16,0 0-12-16,0 0-6 16,0 0-5-16,0 0-3 15,0 0 2-15,-18 17-1 16,16-3 1-16,0 2 0 0,2 1 0 16,0 0 0-16,0 0 0 15,0 0 1-15,4-1 0 16,3 1-1-16,1-6 0 15,4 0 0-15,-1-2 1 0,3-3-4 16,-1-5-1-16,3-1 1 16,-1 0 3-16,1 0 0 15,1-7 0-15,2 0 1 16,-4-3-1-16,-1-1 0 16,-3 1 0-16,-4-2 0 0,2 5-1 15,-6-1 1-15,-2 2 0 16,0 2 0-16,-1 1 0 15,0 0 0-15,0 3 0 16,0 0 0-16,0 0 0 16,0 3 0-16,0 4 0 0,0 4 0 15,0 1 0-15,6 1 0 16,1-2 0-16,6-2 0 16,-2-1-2-16,2-4 2 15,4-1-1-15,-2-3 2 16,5 0 1-16,0 0 6 15,-3-10 1-15,2 0-1 0,-2-1 2 16,0-5-1-16,-4 3-1 16,0-4 3-16,-4 2 1 15,-5-1-2-15,-1 1-6 16,-3 0 6-16,0 4-7 16,0 1-5-16,-7 4-3 0,-4 5 0 15,-3 1-23-15,1 0-10 16,-5 11 9-16,4-1-22 15,4 3-10-15</inkml:trace>
  <inkml:trace contextRef="#ctx0" brushRef="#br0" timeOffset="32228.88">17408 5941 115 0,'0'0'2'0,"0"0"0"0,0 0-6 0,0 0 12 16,0 0 11-16,0 0-6 15,0 0-2-15,-31 42-1 16,23-28-7-16,4-1 1 16,3 4 2-16,1-3 3 0,0-1-6 15,2-2 5-15,7-1 0 16,3-3 3-16,3-3-18 15,3-4 12-15,1 0 0 16,3-5-1-16,2-6-3 16,-2-2 0-16,-2-3 2 0,-3 2 0 15,-4-3 7-15,-2 3 7 16,-7-2 3-16,-3 2-5 16,-1 0-4-16,0 1-6 15,-12 2-6-15,-1 3 2 16,-6 3-6-16,-4 5-4 0,-6 0 0 15,1 7 3-15,0 6-38 16,1-2-44-16</inkml:trace>
  <inkml:trace contextRef="#ctx0" brushRef="#br0" timeOffset="32839.62">17865 5810 208 0,'0'0'2'0,"0"0"16"0,0 0-4 0,0 0-12 16,23-38 1-16,-13 32-2 15,4-3 1-15,-1 4 1 16,3 0-2-16,-1 5 2 16,0 0-3-16,0 0 0 15,1 6-1-15,-3 8 1 0,-2 1 0 16,0 3 0-16,-8 0-4 16,-1 2-11-16,-2-1 2 15,0-3 0-15,-7 0 8 16,-3-3 0-16,1-4 2 15,1-2 1-15,-2-3 4 0,2-1 0 16,2-2 2 0,3-1 7-16,1 0-4 0,2-1-1 15,0-8-3-15,0-2-6 16,8-2 6-16,5-1-2 16,3-4-1-16,3 0 2 0,-1-1-2 15,1 0 0-15,0 3 0 16,-3-2 0-16,-4 5 0 15,0 3 0-15,-8 1 1 16,-1 3 1-16,-3 3-1 16,0 3 0-16,0 0 2 15,0 0-6-15,0 7 0 0,0 4-2 16,-1 2 5-16,0 4 0 16,1 1 0-16,0 1 1 15,0-1 1-15,2 2 2 16,8 0 2-16,0-1-13 15,3-3-44-15,3-3-23 0</inkml:trace>
  <inkml:trace contextRef="#ctx0" brushRef="#br0" timeOffset="33039.22">18462 5875 147 0,'0'0'23'0,"0"0"21"0,0 0-21 0,0 0-21 16,0 0-7-16,0 0 6 16,0 0 3-16,0 0 5 0,13 41-4 15,-11-21 0-15,2 1 1 16,3 1-33-16,-1-4-26 16,4-5-35-16</inkml:trace>
  <inkml:trace contextRef="#ctx0" brushRef="#br0" timeOffset="33332.1">18870 5850 217 0,'0'0'4'16,"0"0"7"-16,47-10 0 15,-22 1-2-15,2 3 1 16,4 1-2-16,3-2-1 16,1 1-5-16,-1 2 0 15,2 1 1-15,-6 0-4 0,-3 3-21 16,-4-2-22-16,-6 0-47 15</inkml:trace>
  <inkml:trace contextRef="#ctx0" brushRef="#br0" timeOffset="33560.43">19127 5723 239 0,'0'0'5'0,"0"0"27"0,0 0-7 16,0 0-24-16,0 0-6 16,0 0-2-16,0 0 5 15,0 0-2-15,-9 53 4 16,8-30 1-16,1 1 2 16,0 1-10-16,0-3-23 15,1-4-36-15,7-4-38 0</inkml:trace>
  <inkml:trace contextRef="#ctx0" brushRef="#br0" timeOffset="34109.78">19573 5649 231 0,'0'0'10'0,"0"0"13"16,0 0-18-16,0 0-10 15,0 0 7-15,0 0-3 16,-21 40 4-16,14-19-3 16,4 1 1-16,1 0-1 0,2-2-5 15,0-1-3-15,4-4-1 16,6-2 3-16,1-6-4 15,3 1 2-15,0-4-1 16,3-3 3-16,-3-1 0 16,2 0 5-16,-1-7 2 15,-1-3 9-15,0 0 2 0,-1-1-7 16,-3-1-3-16,-1 2-2 16,-5 2 0-16,0 2 3 15,-3 3-1-15,-1 1 4 0,0 2 0 16,1 0-5-16,1 0-2 15,0 4 2-15,1 3-1 16,3 1 0-16,3-1 0 16,4-1 0-16,3-3 1 15,4-1 0-15,2-2 1 16,1 0 1-16,3-4 5 16,-4-3 5-16,0-5-1 15,-4 0-4-15,-1 0-2 0,-6 0-2 16,-2 0 1-16,-4 1-1 15,-4 3-3-15,-1 1-6 16,-1 2-50-16,-7 1-53 16</inkml:trace>
  <inkml:trace contextRef="#ctx0" brushRef="#br0" timeOffset="34270.56">20008 5703 210 0,'0'0'3'0,"0"0"-1"0,0 0 1 0,34 40-2 16,-23-23 4-16,-1 4 7 15,0 2 0-15,-7 0-46 16,0-5-44-16</inkml:trace>
  <inkml:trace contextRef="#ctx0" brushRef="#br0" timeOffset="34817.74">20346 5623 64 0,'0'0'3'16,"0"0"8"-16,36-21 1 0,-22 14 4 15,1 3 5-15,-1 1-1 16,0 3-9-16,0 0-8 16,-3 10-2-16,-2 3 2 15,-4 4-1-15,1 4 1 16,-6-2-1-16,0 1-3 0,0-2-2 15,0-2 2-15,0-4 2 16,0-3-3-16,0-2-3 16,0-4-10-16,0-3-9 15,0 0 10-15,0 0 21 16,2-11-23-16,5-2 5 16,1-3 10-16,0-4 1 15,-1 0 1-15,2-1 5 0,-2 1 13 16,-2-1-6-16,0 4 11 15,-2 1 6-15,-2 5 9 16,0 4-5-16,-1 1-5 16,0 2-13-16,0 4-10 0,0 0-9 15,0 4-7-15,1 7 9 16,0 4 4-16,4 5 1 16,-3 3-3-16,3 4-6 15,3 2-36-15,-1-3-22 16,5-3-30-16</inkml:trace>
  <inkml:trace contextRef="#ctx0" brushRef="#br0" timeOffset="35137.94">20719 5750 214 0,'0'0'24'0,"0"0"0"0,0 0-17 0,0 0 7 16,23-37-6-16,-17 34-4 15,-3 3-2-15,0 0-8 16,2 0 3-16,-1 6 6 0,3 3-3 16,-1 4-1-16,-2 2-7 15,-2 2-8-15,-2 1-5 16,0-3-6-16,0 2-6 16,-4-5 8-16,-4 0 1 15,-1-3 17-15,-2-4 8 0,1-2 1 16,4 1 5-16,-1-4 4 15,4 0 1-15,0 0 0 16,3 0-7-16,0 0-5 16,0-3-18-16,0 0-26 15,0 1 5-15,0 0-16 0</inkml:trace>
  <inkml:trace contextRef="#ctx0" brushRef="#br0" timeOffset="35425.76">20705 5793 54 0,'0'0'59'15,"0"0"-34"-15,0 0-8 0,0 0-2 16,0 0 8-16,0 0 6 15,0 0-15-15,0 0-13 16,0 0-1-16,35-12 0 16,-35 28-1-16,0-2 2 15,0 5-7-15,0-2-7 0,0 0 0 16,0-3-6-16,0-1-2 16,4-5-14-16,3-5-22 15</inkml:trace>
  <inkml:trace contextRef="#ctx0" brushRef="#br0" timeOffset="36214.36">20668 5823 134 0,'0'0'31'0,"0"0"0"0,0 0-26 0,0 0-6 0,-2-37 3 16,9 28-2-16,3-1 0 15,0 3 9-15,2 0 5 16,-2 1-5-16,1 4 0 0,0 2-2 15,1 0-6-15,0 2-1 16,-2 8 0-16,-1 3-2 16,-1 1-23-16,-6 2-15 15,-2 2 10-15,0-1 13 16,-1 0 19-16,-8-1 0 0,-3 0-1 16,1-2 2-16,0-1 1 15,-3-2 4-15,1 2-3 16,-1-5-1-16,1 1-5 15,4-2-10-15,3-3 5 16,-1-1 5-16,4-2 1 0,3-1 1 16,0 0 3-16,0 0 19 15,10-1 1-15,1-3-15 16,6-3 5-16,4 1-8 16,4-1 2-16,4 0-1 15,6-2-2-15,1 3-4 0,6-1 0 16,-1 2-2-16,-1-1-8 15,-5-1-48-15</inkml:trace>
  <inkml:trace contextRef="#ctx0" brushRef="#br0" timeOffset="38626.6">18176 4266 53 0,'0'0'23'0,"0"-2"-10"0,0-2 0 15,-1 0-3-15,-3 0 2 16,-1 1 2-16,1 0 3 15,0 0 0-15,0 2-3 0,0 1-2 16,2 0-12-16,-2 1-3 16,0 8 3-16,0 2 0 15,-1 5 0-15,-2 1-2 16,2 1 1-16,-1-1 0 16,3 0 1-16,1-1-1 15,2 1 2-15,0-3 0 0,0 0 0 16,2-2 2-16,5-1-1 15,1-1 0-15,2 0 2 16,1-3 2-16,3-3 0 16,-1-1-1-16,1-3-2 15,1 0 0-15,1-2-2 16,0-6 3-16,1-6 0 0,-3 1-1 16,0-4 1-16,-5-2 7 15,-1-1 4-15,-5-5 5 16,-3 1-6-16,0-4-5 15,-6 1-5-15,-4 0-3 0,-4 3-3 16,-4 5 0-16,-2 7-4 16,-2 6-16-16,2 0-57 15</inkml:trace>
  <inkml:trace contextRef="#ctx0" brushRef="#br0" timeOffset="39459.87">20788 4127 94 0,'0'0'22'0,"0"0"3"0,0 0-8 0,0 0 3 0,0 0 0 15,0 0-3-15,0 0-5 16,0 0-2-16,-2-40 3 16,2 34-6-16,0 2-2 15,0 1 0-15,0 2 0 16,0 1-6-16,0 0-8 0,0 8 0 16,0 5 4-16,0 7 2 15,-2 6 6-15,0 2-1 16,0 3 1-16,2 1 2 15,0-3 2-15,0-3-2 16,2-5 0-16,4-1-5 0,-3-8 1 16,1-3-1-16,-3-4 0 15,0-3 1-15,-1-2-1 16,0 0 6-16,0-3 5 16,0-8-8-16,0-6-2 15,0-4 2-15,0-2-3 16,0-4-2-16,0-3 0 0,0-1 3 15,0 0-1-15,0 1-3 16,0 4-1-16,0 5 4 16,0 4 8-16,-2 6 8 15,0 4-8-15,0 7-1 0,2 0-13 16,-1 5-10-16,1 14 12 16,0 6 5-16,4 8 1 15,8 7 0-15,2 3-2 16,4 0-37-16,2-4-56 15,6-4-47-15</inkml:trace>
  <inkml:trace contextRef="#ctx0" brushRef="#br0" timeOffset="40953.98">22510 4039 108 0,'0'0'3'0,"0"0"12"16,0 0-9-16,0 0-1 0,0 0-1 0,0 0-1 15,0 0 4-15,0 0-8 16,0 0-12-16,0 0 5 15,0 0 18-15,0 0 3 16,0 0-5-16,-30 41-3 0,26-25 0 16,2 2 1-16,1-1 3 15,1-3-2-15,0-1 1 16,0-3-3-16,0-3-1 16,0-3-2-16,0-1-1 15,0-3 0-15,0 0 0 0,-1 0 0 16,-1 0 7-16,0-4-3 15,1-6-4-15,-5-1 1 16,2-2-2-16,1-2 1 16,0-2-1-16,-3 0-1 15,2-1 1-15,3 0 0 16,-1-1-2-16,-1-1 1 0,2 3 0 16,1 3 1-16,0 1 0 15,0 5 11-15,0 2-10 16,0 3 0-16,0 1 0 15,0 2-4-15,0 0-6 16,-3 0 2-16,2 7 6 0,-1 2 1 16,0 3-2-16,0-1 2 15,-2 5 2-15,2 1-2 16,0-1 1-16,0 2 0 16,1 0 2-16,-1 0-1 15,0-3 2-15,0 2 1 0,2-3-1 16,-1-4-2-16,1-1 0 15,-1-4 1-15,1 0-3 16,0-5-1-16,-2 0 2 16,1 0 2-16,-2 0 2 15,-2-3-13-15,-1-4-6 0,0 1-16 16,-2 0 0-16,0-1-9 16,0 3-2-16,0-2 5 15,2 2 13-15,-3 0 19 16,2 1 9-16,1-3 16 15,1 2 1-15,0 0 8 16,-1-2 11-16,4 0-12 16,1-1 0-16,1 0-9 0,0 0-9 15,0-3-2-15,1 0-6 16,8 2-1-16,-1-4 0 16,2 4-1-16,3-4 1 15,0 5 2-15,1 0-2 0,0 3-1 16,1 3-1-16,-1 1-1 15,-2 0 1-15,-3 8-3 16,-3 6 4-16,-2 6-1 16,-4 1-1-16,0 5-3 0,0 1 6 15,-5 3-3-15,-5 0 0 16,0-2 1-16,-1-1-1 16,-4-3 0-16,0-3 1 15,-1-2 0-15,2-5 1 16,1-4-1-16,5-3 0 0,0-1 2 15,5-5-1-15,3 2 2 16,0-3 1-16,0 0 1 16,13 0 7-16,3-3-4 15,9-4-4-15,3-1 0 16,7-2-1-16,1 0-1 16,4 1 2-16,0 2 1 0,2 1-2 15,-2 1-2-15,-2 4-2 16,-5-1-39-16,-5-1-62 15</inkml:trace>
  <inkml:trace contextRef="#ctx0" brushRef="#br0" timeOffset="42591.47">18398 5838 96 0,'0'0'24'0,"0"0"-4"0,0 0-6 0,0 0-6 15,0 0-3-15,-4 0 1 0,-2 0-2 16,0 3-1-16,-3 4 1 16,-2 3-4-16,1 4 2 15,-3 5 0-15,1 2-1 16,1 3-1-16,5-1 1 16,6 1-1-16,0-2 0 15,4-3 1-15,9-2-2 0,5-4 0 16,5-6 5-16,3-3-1 15,3-4 0-15,2 0 1 16,3-5-1-16,-2-8 0 16,0 0 3-16,-5-5 7 15,-1-1 10-15,-6-3 0 0,-7 0 2 16,-3-2 0-16,-7 0-2 16,-3 3-11-16,-1-2-6 15,-14 7-11-15,-4 2 1 16,-8 10-28-16,-4 4-24 15,0 0-8-15,2 0-82 0</inkml:trace>
  <inkml:trace contextRef="#ctx0" brushRef="#br0" timeOffset="43366.91">20821 5776 122 0,'0'0'100'0,"0"0"-74"0,0 0 6 0,0 0-22 16,0 0-6-16,0 0-8 15,0 0-6-15,0 0 12 16,-2 44-2-16,2-21 0 16,1 4 3-16,-1 3 0 15,1 2 0-15,0 2 1 0,1-3-2 16,-1-4 2-16,2-2-2 15,0-6-1-15,-2-2 0 16,1-7-4-16,1-5-38 16,2-5-55-16</inkml:trace>
  <inkml:trace contextRef="#ctx0" brushRef="#br0" timeOffset="43715.81">21338 5591 201 0,'0'0'10'0,"0"0"18"0,0 0-10 15,0 0-6-15,0 0 1 16,0 0-2-16,0 0 2 16,59-13-3-16,-28 10-7 15,5 1-2-15,3 0 0 16,2 1-2-16,-2-2-17 15,-4 1-63-15,-4-6-86 0</inkml:trace>
  <inkml:trace contextRef="#ctx0" brushRef="#br0" timeOffset="43900.04">21629 5449 252 0,'0'0'45'16,"0"0"-32"-16,0 0-22 15,0 0 3-15,0 0 8 16,-33 48 0-16,28-21 0 0,1 2 0 16,1 2-1-16,1 2-4 15,2-4-43-15,0-2-22 16,6-8-20-16</inkml:trace>
  <inkml:trace contextRef="#ctx0" brushRef="#br0" timeOffset="44398.88">21904 5476 301 0,'0'0'-12'16,"0"0"18"-16,0 0-2 15,0 0-4-15,0 0-8 16,0 0 3-16,0 0-2 15,0 0 9-15,2 36-1 16,-2-16 1-16,0 2 0 0,0-1 0 16,3-1-5-16,5-1-4 15,1-5-7-15,2 0-5 16,3-6 10-16,-1-3-6 16,1-3 9-16,0-2 5 15,0 0 2-15,-2-9 1 16,0-1 3-16,0-3 1 0,-1 2 4 15,-4-1 1-15,2 2 2 16,-6 3 8-16,0 3-5 16,-1 1-3-16,1 3-8 15,0 0-6-15,2 0-2 16,4 0 3-16,1 4 0 0,0 2 2 16,3-3-2-16,2-2 1 15,3 0 0-15,-3-1 0 16,2 0 2-16,-2-5 13 15,2-2 6-15,-3-4 1 16,-2-2-5-16,-1-3-8 16,-1 1-7-16,-1-1-1 0,-3 2-5 15,0 3-26-15,-4 4-48 16,2 4-47-16</inkml:trace>
  <inkml:trace contextRef="#ctx0" brushRef="#br0" timeOffset="44720.61">22371 5618 214 0,'0'0'7'0,"0"0"7"0,48 0 7 0,-25-4-2 0,0 0-4 16,-1 2-8-16,0 2-5 15,-5 0 1-15,-3 0-2 16,-4 7-1-16,-3 3-2 15,-5 4-7-15,-2 2-19 0,-9 4 5 16,-5 0 11-16,-6-2 8 16,1-2 5-16,-1 1-1 15,3-6 2-15,6-1 5 16,3-4-1-16,5-2 1 16,3 0-2-16,0-3-2 0,9 1 7 15,9-2 3-15,6 0-4 16,9 0-5-16,4 0-8 15,3-5-37-15,1-4-55 16</inkml:trace>
  <inkml:trace contextRef="#ctx0" brushRef="#br0" timeOffset="45190.18">22901 5486 274 0,'0'0'5'16,"0"0"11"-16,0 0-1 16,0 0-8-16,22-37 1 15,-17 34 2-15,-1 3-9 16,0 0-7-16,0 3 0 16,1 7 5-16,0 4 0 0,-2 2 1 15,1 4-2-15,-2-3-8 16,2 0-2-16,-4-2 6 15,1-2 3-15,3-4 2 16,-2-3-2-16,2-2-3 16,-2-3 1-16,1-1 2 0,0-1 7 15,3-8-2-15,-1-5-1 16,1-3-1-16,1 1 1 16,1-4-1-16,0 1 2 15,0 1 7-15,-3 1-2 0,0 3 9 16,0 0 6-16,-3 7 0 15,0 2 5-15,-1 1-11 16,0 0-8-16,-1 4-5 16,1 0-6-16,0 0-5 15,3 6 0-15,0 5 0 16,3 6 7-16,2 2 3 0,1 1-5 16,-1 1-28-16,1 0-28 15,2-4-7-15,-1-1-25 16</inkml:trace>
  <inkml:trace contextRef="#ctx0" brushRef="#br0" timeOffset="45510.52">23199 5581 99 0,'0'0'35'0,"0"0"3"0,0 0-12 0,25-40-3 0,-20 33 4 16,4 0-5-16,-1 0-6 15,1 4-1-15,2 2-6 16,-1 1-2-16,0 0-7 0,0 0-2 15,-1 7 4-15,-5 4-2 16,-3 3-8-16,-1 2-7 16,-2 1 4-16,-10 2-4 15,-4-1 9-15,-3-1 6 0,1 0 2 16,0-6-2-16,4-1 1 16,2-4 2-16,6-3-2 15,3 0 0-15,3-3 5 16,8 0 4-16,18 0 15 15,8-3-4-15,16-4-7 16,12 2-9-16,14-2-2 0,11 2-3 16,7-3 1-16,2-1-37 15,1-4-85-15</inkml:trace>
  <inkml:trace contextRef="#ctx0" brushRef="#br0" timeOffset="47502.6">13734 4466 21 0,'2'0'31'0,"1"0"-25"0,1 0-4 16,-1-2 1-16,2 1 0 0,1-1-2 16,-2 0 4-16,3-1-2 15,-3 2 1-15,0-2 0 16,4 3 0-16,-4 0 0 16,1-3 4-16,3 3-4 15,-3 0-3-15,2 0-1 16,-2 0 2-16,3 0-2 0,-5 4 0 15,0-1 0-15,2 0 0 16,-2-3 1-16,-1 2-1 16,1-2 6-16,1 0 9 15,2-2 6-15,0-5-3 16,4-3-8-16,1-3-2 16,2 0-5-16,4-5 1 0,1 0 2 15,5-5-3-15,2-3 4 16,2-2 0-16,5-2 0 15,3-1-2-15,-1-2-3 16,3 5-2-16,-4 4 0 0,2 4-1 16,-7 4-18-16,-7 6-54 15</inkml:trace>
  <inkml:trace contextRef="#ctx0" brushRef="#br0" timeOffset="48719.42">13926 6168 2 0,'0'0'27'0,"0"0"1"0,0 0-8 16,0 0-10-16,0 0-11 16,0 0-2-16,0 0 6 15,0 0-2-15,0 0 0 0,0 0 0 16,0 0 0-16,0 0-1 16,0 0 0-16,0 0 0 15,25 34-1-15,-22-31 3 16,-1-1-2-16,0 1 1 15,2 0-1-15,-1 1 0 16,-1-1 2-16,0-1-2 0,0-1 0 16,-1 2 1-16,0-2-1 15,2-1 0-15,-3 2 0 16,0-1 0-16,2 1 0 16,0-1 1-16,-1 2-1 15,0 0-1-15,0 0 2 16,2 1-1-16,0 0 1 0,2 2-1 15,-2-2 0-15,-1 2 0 16,2-2 0-16,0-1 0 16,-1 1 0-16,0 0 0 15,2-1 2-15,-2-1 1 0,2 0-1 16,1-1 1-16,-2 1 0 16,3-2 3-16,-1 2 0 15,-1-2-1-15,2 0-2 16,-2 0 1-16,3 0-2 15,-4 0 1-15,3 0 2 0,0 0 0 16,2 0 3-16,-2-5 3 16,3 0 4-16,0-2-3 15,1-1-6-15,2 0-1 16,0-3 1-16,6-2-3 16,-2-3 0-16,6-5 3 15,6-6-1-15,11-10 1 0,8-7-1 16,16-9-3-16,10-8-1 15,8-13-8-15,6-8-118 16</inkml:trace>
  <inkml:trace contextRef="#ctx0" brushRef="#br0" timeOffset="51004.01">19251 4782 41 0,'-2'0'15'0,"1"0"15"0,-1-2-10 0,0-1-3 16,0 1-2-16,1 0 1 0,0 2-4 15,-1-3-3-15,0 3-6 16,1 0-1-16,1 0 1 16,-2 0-2-16,2 0 2 15,0-2 1-15,0 2 3 16,0 0-1-16,0 0 0 0,0 0-4 15,0 0-3-15,0 0 0 16,5 0 4-16,3 0-2 16,1 0 0-16,5 0-1 15,0 0 2-15,3 0-1 16,0-1 0-16,0 0-1 0,3-2 3 16,-1 0-2-16,-2 0 0 15,1 2 0-15,1-2-1 16,0 2 1-16,-3 1 0 15,3 0 0-15,-3 0-2 16,0 0-8-16,-1 0 1 0,0 0-13 16,-2 1-17-16,-3 2-3 15</inkml:trace>
  <inkml:trace contextRef="#ctx0" brushRef="#br0" timeOffset="51409.3">19469 4952 72 0,'0'0'11'0,"0"0"18"0,0 0 3 0,44-11-5 15,-29 5-7-15,0 0-3 16,-1-1-8-16,2 3-1 15,-2 2-6-15,3 0-1 16,-4 2-1-16,-4 0 0 16,3 0 0-16,-2 0 0 15,1 0-1-15,-2 6-1 0,-1-1-5 16,-1 1-25-16,-2-5-51 16</inkml:trace>
  <inkml:trace contextRef="#ctx0" brushRef="#br0" timeOffset="52405.7">20116 4749 79 0,'0'0'13'0,"0"0"7"0,0 0-6 0,0 0-2 0,0 0-5 16,0 0-3-16,0 0 8 15,0 0 0-15,0 0 1 16,0 0-3-16,0 0-6 16,0 0 5-16,7-26-9 0,-13 26 3 15,0 0 1-15,-2 0-8 16,1 0 7-16,-3 0-4 15,1 3 4-15,-1 2-3 16,0 0 0-16,-1 2-1 16,0 0 0-16,0 3-1 15,-1 2 0-15,2 0 0 0,0 4-1 16,0-2-7-16,5-1 15 16,-1 1-5-16,1-3-1 15,5-2-1-15,0-2-5 16,0-1 11-16,0-2-1 15,9 0-1-15,4-1 4 0,3 0 1 16,2 1-2-16,8-2 1 16,2 1-1-16,0-2-3 15,2 3-29-15,-2-4-31 16,0 0 25-16,-2 0-16 0</inkml:trace>
  <inkml:trace contextRef="#ctx0" brushRef="#br0" timeOffset="52803.66">20377 4803 12 0,'0'0'36'16,"0"0"-10"-16,0 0 0 15,0 0 0-15,0 0 1 16,-45-19-18-16,32 19 0 16,-5 3-9-16,3 6 1 15,-2 1 2-15,3 1-4 16,2-1 5-16,5 4-4 0,1-3-1 15,5 0-2-15,1 0 3 16,0 0-1-16,7-3 8 16,3 1 2-16,5-6 0 15,5 1-4-15,-1-4 1 16,4 0-2-16,2 0-1 0,-2 0-1 16,-1-7 1-16,-2-1-1 15,-2-1 1-15,-5-2 5 16,-6-2 7-16,-1 2 13 15,-4-2-8-15,-2 0-10 16,-2-1-8-16,-11 4-3 16,-3-1-3-16,-5 3-2 15,-1 4 3-15,0 4 6 0,0 0-9 16,3 0-2-16,2 10-14 16,6 0-17-16,3 0-33 15,6 0-40-15</inkml:trace>
  <inkml:trace contextRef="#ctx0" brushRef="#br0" timeOffset="53305.75">20498 4824 155 0,'0'0'23'0,"0"0"-3"0,0 0-13 0,0 0 4 15,0 0 0-15,0 0-2 16,0 0-5-16,0 0-7 0,0 0-5 16,0 0 0-16,13-3 1 15,-11 13 5-15,1 4 2 16,0 1-2-16,3-4 3 16,-4 3 0-16,3-4 0 15,-1 0 0-15,0-1 0 0,-1-2 0 16,-1-3 0-16,0 0 0 15,-2-1-1-15,0-3-4 16,0 0 6-16,0 0 9 16,-2-6-7-16,-1-2-1 15,3-1 1-15,0-5-4 0,0 0 5 16,7-3-1-16,6 3-4 16,1-4 1-16,6 3-2 15,-2 2 2-15,4 1-1 16,-1 2 1-16,2 2-2 15,0 4 1-15,-2 4 0 0,-2 0-1 16,-3 0-4-16,0 4 0 16,-8 7-1-16,0 4 2 15,-2-1 3-15,-1 3 1 16,-3 2 0-16,-2-2-1 16,0 1-6-16,0-5-24 0,0-3-47 15</inkml:trace>
  <inkml:trace contextRef="#ctx0" brushRef="#br0" timeOffset="53586.53">20922 4689 195 0,'0'0'0'0,"0"0"9"0,0 0-17 0,0 0-2 15,0 0-2-15,0 0 4 16,16 37 4-16,-13-20 3 0,0 2 1 16,-1 0 2-16,1 3 0 15,-1-2-1-15,0-2-12 16,1-1-25-16,-3-4 2 15,0 0-45-15</inkml:trace>
  <inkml:trace contextRef="#ctx0" brushRef="#br0" timeOffset="53927.6">20889 4813 189 0,'0'0'-4'15,"0"0"18"-15,0 0-9 16,0 0-5-16,41-27 1 16,-23 22 0-16,4 3-1 15,4-2 0-15,-1 2 0 16,2-1 2-16,-5 0-2 0,1 2 0 16,-5-2 0-16,-3 3-2 15,-4 0 2-15,-2 0-1 16,-6 0-1-16,-2 0-3 15,-1 4-4-15,0 3 7 16,0 3 2-16,-1 2 2 0,-2-1 1 16,3-1-2-16,0 1 2 15,0 0 0-15,2-2 0 16,6-2 1-16,7-2-2 16,2-4-14-16,0-1-46 15</inkml:trace>
  <inkml:trace contextRef="#ctx0" brushRef="#br0" timeOffset="54071.2">21209 4688 85 0,'0'0'101'0,"0"0"-96"15,0 0-4-15,0 0-40 16,0 0-53-16</inkml:trace>
  <inkml:trace contextRef="#ctx0" brushRef="#br0" timeOffset="54632.74">21287 4824 70 0,'0'0'51'16,"0"0"-27"-16,0 0 11 16,0 0-24-16,0 0-6 0,-13-38 2 15,12 31 2-15,1 0 3 16,0 1-7-16,0 0 1 16,5 1-2-16,2 2-2 15,6 1-2-15,-2 1-1 16,2 1 0-16,3 0 1 15,-3 3-2-15,1 4 0 0,1 2-1 16,-3 3 2-16,-3 1-1 16,-1 1 1-16,-3 0-1 15,2 0 0-15,-4-1 1 16,-2-3 1-16,0-1-1 16,-1-4-3-16,0 0-1 0,0-3-3 15,0-2 2-15,0 0 9 16,0 0 4-16,-1-1-1 15,0-6 0-15,1-1-3 16,0-1 1-16,0-1-6 16,6-3-5-16,3 2 5 0,4-2 0 15,2-1 2-15,1 1 0 16,0 3-1-16,2 2 1 16,-5 2 0-16,1 3 0 15,-4 3-1-15,0 0 0 16,0 0-3-16,-4 6-3 0,1 3 2 15,-1 3 1-15,0 2 3 16,-3 2 1-16,0-2 0 16,0 1-15-16,2-4-39 15,-1-4-23-15</inkml:trace>
  <inkml:trace contextRef="#ctx0" brushRef="#br0" timeOffset="55066.85">21741 4747 133 0,'0'0'32'0,"0"0"1"0,0 0-22 16,0 0-7-16,0 0-5 0,0 0-6 15,0 0 3 1,0 0-2-16,0 0 1 0,0 0 2 15,-3 28 1-15,3-17 3 16,0 0 1-16,4-4 0 16,3 2 1-16,1-5 2 15,1 0-3-15,3-2 2 16,-1-2 1-16,5 0-1 0,0 0-1 16,-1-3 0-16,2-4-1 15,-3-3 0-15,1-1-2 16,-3-1 1-16,-3 0 0 15,-2 0-1-15,-2 3 2 0,-3 1 8 16,-2 1 3-16,0 5-6 16,0-1 0-16,0 3-6 15,0 0-5-15,-6 0 1 16,4 2 2-16,-2 5 1 16,3 3-2-16,1 0-5 0,0 0-12 15,8 0-20-15,4-2-39 16</inkml:trace>
  <inkml:trace contextRef="#ctx0" brushRef="#br0" timeOffset="55777.13">22212 4698 149 0,'0'0'13'0,"0"0"8"0,0 0-19 0,0 0-4 0,0 0-4 16,-47-9 0-16,31 16 10 16,1 2-3-16,3 0-1 15,1 2 1-15,3 0-2 16,4 0 0-16,3 1 0 16,1-1 1-16,0-1 1 0,1 0 0 15,7-3-7 1,-1-1-7-16,4-3 2 0,-3-2 7 15,3-1 2-15,-1 0 2 16,1 0 0-16,-4-3 1 16,0-4-1-16,-2-1 0 0,3-2 0 15,-5-1 1-15,2-1 1 16,0 3-1-16,0-3 2 16,0 3 3-16,2 1 8 15,-1-1-3-15,1 3-2 16,-2 2-4-16,3 0-3 15,-2 1-2-15,1 0 0 0,0 3 0 16,0 0-3-16,1 0 0 16,-1 3-4-16,0 7 0 15,-1-3-1-15,-1 4 6 16,2 1-1-16,-4 1 2 16,0-2 0-16,-1 1 2 0,0-3 1 15,1 0-2-15,-1-2 2 16,-1-3-2-16,1-3 2 15,-1 0 3-15,2-1 2 0,2 0 5 16,-2-1-1 0,3-5-7-16,1-2-2 15,1-2 0-15,1 2-1 0,0-3 1 16,-1-1-2-16,2 1 1 16,-1 0-1-16,-2 1 0 15,2 1 0-15,2 2 1 16,-3 0-1-16,1 3 0 0,3 1 0 15,-3 1 0-15,0 2 0 16,3 0 0-16,0 0 0 16,-1 0-1-16,0 6 1 15,-1 2 0-15,-1 4 0 16,-1-3-1-16,-5 0-58 0</inkml:trace>
  <inkml:trace contextRef="#ctx0" brushRef="#br0" timeOffset="57717.93">17342 6300 89 0,'0'0'13'0,"0"0"17"0,0 0-2 0,0 0-8 15,0 0-7-15,0 0-7 16,0 0-10-16,0 0 5 15,0 0-2-15,0 0 1 16,0 0 3-16,43 3-3 0,-26-3 0 16,2 1-2-16,5-1 2 15,2 0-1-15,5 0 1 16,4 0 0-16,2 2 0 16,2-1-3-16,2-1-6 15,2 0 11-15,2 0-2 0,2 0 0 16,-1 0 1-16,2 0-1 15,-3 0 0-15,2 0 0 16,1 0 0-16,-2 0 1 16,6-4-1-16,2 1 0 15,2-3 0-15,2 1 1 16,2-1-1-16,1-1 0 0,0 1 1 16,1 0-1-16,-6-1 0 15,-3 6 1-15,1-2-1 16,-4 3 0-16,-1-3-1 0,4 3 1 15,1-3 0 1,2-1 1-16,2 1-2 0,2-2 2 16,3 0-1-16,2 2 0 15,-1-2 0-15,0 0 0 16,2 1 0-16,-3 0 0 16,2 0 0-16,1 1 0 0,1 0 0 15,3-1 0-15,0-1 0 16,6 1 1-16,2-1 0 15,2-1 2-15,2-1-2 16,6 0-1-16,1-1 2 16,3 0-2-16,2 1 0 0,2 0 0 15,2 0 1-15,-2-1-1 16,3 2 2-16,3 0-1 16,-1 0 0-16,4 0 0 15,-1 2 0-15,3-4-1 16,-2 1 0-16,-3-1 3 15,1 0 3-15,0 0 3 0,1 0 0 16,-1 1-2-16,0 0-2 16,-6 0 0-16,-2 3-3 15,-7 1 0-15,-3 0-1 16,-5 0 0-16,-4 2 0 0,-5-1-1 16,-4 2 1-16,-8 0-1 15,-5 0 1-15,-3 0-2 16,-9 0-2-16,-6 3-17 15,-8 3-16-15,-11-3-46 16</inkml:trace>
  <inkml:trace contextRef="#ctx0" brushRef="#br0" timeOffset="60060.43">20259 6720 19 0,'-3'0'47'0,"3"-7"-47"0,0 3 6 0,1-2-6 15,9 0 4-15,-2 1-46 16,4-2 47-16,-2-1 20 0,-2-1-5 15,-3 4-12-15,-2 0-5 16,-3 1-2-16,0 2 2 16,0 2-3-16,0 0-8 15,0 0 14-15,-1 0-6 16,-1 0 2-16,0 0-2 0,-1 0 0 16,3 0 0-16,-2 2 0 15,0 0 0-15,1 1 0 16,0 1-2-16,-2 1-4 15,-1 0-4-15,-1 1-9 16,-1 1-4-16,-3 0 17 16,2-1 6-16,-1 1 0 0,3-4 0 15,-4 1 2-15,4-1 0 16,-1-1-1-16,2 0 0 16,1-2 0-16,-2 0-2 15,1 0-2-15,0 0-19 0</inkml:trace>
  <inkml:trace contextRef="#ctx0" brushRef="#br0" timeOffset="60417.5">20201 6717 12 0,'0'0'23'16,"0"0"-8"-16,0 0-2 15,0 0-2-15,0 0 0 16,0 0-2-16,0 0-1 0,0 0 0 16,0 0-5-16,-12-21-2 15,10 21-1-15,0-1 1 16,-1-1 0-16,1 2-1 15,-1-2 1-15,0 0-2 16,1 2 1-16,-1 0 0 0,1 0 0 16,-2 0 0-16,2 0 0 15,1 2-5-15,0 0-12 16,1 1-15-16,0-2-6 16,0 2 14-16,0-3 24 15,0 0 6-15,0 0 50 0,0 0-24 16,-1 0-16-16,0 0-2 15,1 0 2-15,-1 0-4 16,1 0-4-16,0-1-5 16,-2 1-1-16,2 0 0 15,0 0-2-15,0 0-9 0,0 0-4 16,0 0-4-16,2 0-12 16,-1 1-70-16</inkml:trace>
  <inkml:trace contextRef="#ctx0" brushRef="#br0" timeOffset="62661.54">20781 6663 87 0,'0'0'14'0,"0"0"-6"0,0 0-5 0,0 0 0 16,0 0 9-16,0 0 5 15,0 0 0-15,0 0 4 0,0 0-10 16,0 0-1-16,0 0-4 16,-1-11-5-16,-2 11 2 15,-1 0-2-15,-2 0-1 16,0 0 0-16,0 0 0 15,-1 1 1-15,0 2-2 0,-2 2 2 16,1 0-4-16,0 1 1 16,1 1 4-16,-3 0-2 15,4 0-1-15,3 2 1 16,-1-1-2-16,2 0 1 0,2 1 1 16,0 0 1-1,0 1 0-15,0 0 1 0,8-2 0 16,-1-1 0-16,4-1 0 15,0-2 2-15,2 3-1 16,1-5 0-16,1-1 0 16,2-1 3-16,-2 0-2 15,1 0-2-15,-2 0 0 0,0 0 0 16,-3-3 0-16,-1-4 0 16,1 0 2-16,-4 0 3 15,1-1 2-15,-3 0 0 16,0-3-1-16,-1 0-1 0,-4 0 3 15,0 0-6-15,0 0 2 16,0-2-1-16,-6 2-2 16,-4 1-3-16,-2 1-1 15,-3 5-2-15,-5 3-3 16,-2 1-17-16,-2 0-29 16,-1 1-57-16</inkml:trace>
  <inkml:trace contextRef="#ctx0" brushRef="#br0" timeOffset="63580.6">20789 7517 39 0,'0'0'33'0,"0"0"-17"0,0 0-5 15,0 0-7-15,0 0 3 0,0 0-3 16,0 0 3-16,0 0 4 16,0 0 1-16,0 0-1 15,0 0 10-15,34-36-5 16,-29 29-7-16,-2-2-5 16,0 1-1-16,1 0-1 0,0-1-2 15,-1 1 1-15,1 0-1 16,0-1 1-16,1 2 0 15,2-2 1-15,-1 5 0 16,0-2-1-16,1 2 0 16,-2 1-2-16,0 2 4 15,-1-1-3-15,-2 2-2 16,-2 0 0-16,1 0 0 0,-1 0-2 16,2 0 3-16,-2 3 2 15,2 3 0-15,0 2 0 16,0 2 0-16,2 0-1 15,-2 1 1-15,1 1-1 0,4 2 0 16,-4 0 0-16,0 0 2 16,1-1-1-16,1 0 0 15,-3 1-1-15,1-2 0 16,0 0 2-16,0 0-2 16,-1-2 1-16,2 1-1 15,-3-1 0-15,1 1-3 16,-1-1-13-16,-1 0-35 0,0-3 1 15</inkml:trace>
  <inkml:trace contextRef="#ctx0" brushRef="#br0" timeOffset="63898.92">20846 7674 117 0,'0'0'27'0,"0"0"-12"0,0 0-1 0,0 0-8 0,0 0-2 16,0 0-2-16,0 0 1 15,0 0 2-15,0 0 5 16,43 0 2-16,-32 0 1 15,2 0-2-15,1 0-2 16,-1 0-4-16,2 0-3 0,0 0-1 16,0 0-1-16,0 0 0 15,-1 0-4-15,-1 0-22 16,-3-4-79-16</inkml:trace>
  <inkml:trace contextRef="#ctx0" brushRef="#br0" timeOffset="65301.89">21117 6635 82 0,'0'0'0'0,"0"0"-16"0,0 0 12 0,0 0 5 16,0 0-1-16,0 0 3 0,0 0 10 15,0 0 9-15,0 0 2 16,0 0 4-16,0 0-3 16,0 0-10-16,-8-20-5 15,9 17-7-15,6 3 0 16,1 0-3-16,2 0 0 0,1 0 0 15,0 0 0-15,-2 3 0 16,3 3-1-16,-2-2-1 16,1 4 4-16,3-2-4 15,-4 4 2-15,5 0 0 16,-1-1 0-16,1 4 0 0,-3-1 0 16,0 2 0-16,0-1-1 15,-3 1 0-15,-3-1 0 16,1-3-1-16,-4 0 1 15,0 0-1-15,-2-3 2 16,-1 0 0-16,0 2 2 16,0-2-1-16,0 3 0 0,0 1-1 15,-3 1 0-15,-1 2 1 16,-5 0 0-16,4 3 1 16,-3-1 0-16,1 1-2 15,-2 0 1-15,4-1 0 16,0 0 0-16,3-2 0 0,1-1-1 15,1-3 1-15,0 0 0 16,4 0 1-16,5-1 1 16,4-2 2-16,0-2-1 15,3 1-1-15,-2-3 1 0,2 0-2 16,-3-2-1-16,2 1 1 16,-5-1 0-16,0-1-1 15,-6 0-1-15,-1 2 1 16,0-1-2-16,-3 2 0 15,0 1-4-15,0 3 2 0,0 1 0 16,-4 3 3-16,-2 1 0 16,0 4 0-16,-1 0 0 15,-1 2 0-15,2 1 1 16,0-1-1-16,3 3 0 16,0 1 0-16,2-2 0 15,1 2 0-15,0-2 0 0,0 0 2 16,0 0-1-16,2 0-1 15,3 1 1-15,1 0-1 16,1 1 1-16,-2 0-1 16,-2 2 0-16,1-1 0 15,0 1 0-15,0-1 0 0,-4 1 0 16,1-3 0-16,0 1-1 16,-1-5 2-16,0 0-1 15,0-3-1-15,-4 0 1 16,-2-2 0-16,-1-1-2 15,-2-3 4-15,0-2 3 16,0 1 4-16,-5-2 3 0,-1-2 0 16,-3-1-4-16,1 1-5 15,-4-1 0-15,0-1-2 16,4 0 0-16,-2-1 0 16,5 0-10-16,4 0-31 0,4-5-75 15</inkml:trace>
  <inkml:trace contextRef="#ctx0" brushRef="#br0" timeOffset="65848.66">21642 7161 42 0,'0'1'7'0,"0"-1"-6"0,0 1 1 0,0-1 6 15,0 0 6-15,2 0-2 16,3 0-1-16,2 0 1 0,1 0 4 15,3 0 9-15,2-4 7 16,4 1-10-16,6 0-8 16,1-1-6-16,5-2 0 15,2 1-1-15,2-2 0 16,2 1 3-16,2-2 2 16,-7 2-2-16,3 1-2 0,-4 0-5 15,-3 1-2-15,-4 1 0 16,-3 0-2-16,-1 3-3 15,-9 0-35-15,-2 0-73 16</inkml:trace>
  <inkml:trace contextRef="#ctx0" brushRef="#br0" timeOffset="66041.98">22076 7033 205 0,'0'0'3'0,"0"0"-2"16,0 0 0-16,49 2 1 15,-38 8 2-15,-3 3-5 0,-1 4-2 16,-5 5 0 0,-2-1-6-16,0 2-67 0</inkml:trace>
  <inkml:trace contextRef="#ctx0" brushRef="#br0" timeOffset="66597.19">22473 7033 133 0,'0'0'19'0,"0"0"6"0,0 0-10 0,42-22-2 16,-37 18 0-16,-2-2 4 15,0 2-4-15,-3 1 3 0,0-1-9 16,0 3-3-16,-3-2-4 15,-5 3 2-15,0 0-3 16,-5 4 0-16,-3 6 0 16,2 3-1-16,-1 4 2 15,4 3 0-15,-1 1 0 0,6 0 0 16,4 1 0-16,2-2 0 16,0-5-1-16,9-3 2 15,7-3-1-15,2-4 4 16,6-4-1-16,2-1-2 15,2 0-16-15,1-1-34 0,-1-11-59 16</inkml:trace>
  <inkml:trace contextRef="#ctx0" brushRef="#br0" timeOffset="66925.74">22725 6774 124 0,'0'0'11'16,"0"0"3"-16,0 0 4 0,0 0 8 15,0 0-6-15,-23-36-9 16,22 36-4-16,-1 0-7 16,2 4-10-16,0 8 7 15,-2 5 3-15,2 5 1 16,0 5 1-16,0 2-2 15,2 3 1-15,3 0 2 0,2 0-2 16,-1-3 0-16,-1-2 0 16,1-2 0-16,-1-4-1 15,-1-3 0-15,1 1 2 16,-1-4-1-16,1-2 1 16,2-3-22-16,3-3-46 15,1-3-35-15</inkml:trace>
  <inkml:trace contextRef="#ctx0" brushRef="#br0" timeOffset="67366.61">22959 7024 216 0,'0'0'8'15,"0"0"-1"-15,0 0-4 0,0 0-5 16,0 0 4-16,-38-11-4 15,27 11 4-15,-1 1 0 16,0 9-1-16,1-1-1 16,3 1 1-16,-1 1-2 15,2 2 2-15,3 0-2 16,4-2 1-16,0 2 2 0,0-3-2 16,4-2-3-16,5-1-7 15,3-3 2-15,1-2 1 16,3-2 5-16,0 0 3 15,1-2 0-15,-1-6 0 16,0-2 1-16,-2 2 1 0,-1-1 1 16,-3-1 1-1,-5 2 6-15,-1 0 8 0,-3 3 8 16,-1-1-5-16,0 4-9 16,0 1-9-16,0 1-5 15,-1 0 0-15,-3 0-1 16,2 6 1-16,-1 2 0 0,3 2-2 15,0 2-2-15,0-2-14 16,0 1-12-16,5-2-22 16,6-4-26-16</inkml:trace>
  <inkml:trace contextRef="#ctx0" brushRef="#br0" timeOffset="67736.73">23226 7013 141 0,'0'0'46'0,"0"0"2"0,0 0-27 0,0 0-13 16,-1-39-13-16,-8 35 5 15,-2 4-1-15,-3 0 1 16,2 0-2-16,-2 2 2 16,2 6-1-16,3-2 0 15,1 5 0-15,3-4-1 0,3 3-2 16,2 0 2-16,0-3 6 15,4 2-2-15,7-3 0 16,3-1 0-16,1 1 2 16,1-2-2-16,0 0-1 15,-3 1 1-15,-1 0-2 16,-2 1 0-16,-3-2-2 0,-3 2-1 16,-4-2 0-16,0 0-2 15,0-1-1-15,-9 1 8 16,-5-3 4-16,0 1-6 0,-2 1 5 15,1-2-4-15,0-1-17 16,5 0-67-16,3 0-35 16</inkml:trace>
  <inkml:trace contextRef="#ctx0" brushRef="#br0" timeOffset="68149.35">23460 6926 174 0,'0'0'8'16,"0"0"19"-16,0 0-19 15,0 0-8-15,0 0-4 16,0 0 7-16,-44-18-7 16,29 18 6-16,4 4 1 15,-1 2-3-15,4 2 0 0,1 1 1 16,3-1-2-16,2 1-1 15,2-1 6-15,0 0 0 16,0 1-1-16,7 0 0 16,1-2 2-16,1 0-2 15,3-1-1-15,-1 1-1 16,1-3 1-16,-1 3 0 0,0-2-1 16,0 0 1-16,-3 1-4 15,-3-1 4-15,-1 1-4 16,-4-3-1-16,0 3-3 15,-2-1 1-15,-7 0 3 16,-3 0 4-16,-5 1 4 0,-3-2-7 16,4-1 4-16,0-1-1 15,3-1-9-15,1-1-23 16,10 0-52-16</inkml:trace>
  <inkml:trace contextRef="#ctx0" brushRef="#br0" timeOffset="68363">23580 6967 200 0,'0'0'34'0,"0"0"-29"0,0 0-8 0,0 0-2 15,0 0 1-15,0 0 3 16,0 0 3-16,9 40-2 15,-5-27 3-15,-1 1-2 16,1-3-1-16,5-4-33 0,-4-3-87 16</inkml:trace>
  <inkml:trace contextRef="#ctx0" brushRef="#br0" timeOffset="68520.67">23568 6867 281 0,'0'0'-1'0,"0"0"-5"0,0 0-140 16</inkml:trace>
  <inkml:trace contextRef="#ctx0" brushRef="#br0" timeOffset="69299.33">23729 6731 242 0,'0'0'2'15,"0"0"1"-15,0 0-2 16,39-29 0-16,-28 24-1 15,3 4 0-15,-2 1 0 16,-1 0-1-16,1 0-2 16,-5 10-2-16,1 4-4 15,-5 4 2-15,2 4 1 0,-3 6 1 16,-2 2 3-16,0 8 1 16,-2 2-1-16,-8 0-1 15,-1 1 4-15,-3-2-1 16,2-3 2-16,1-3-2 15,1-4-2-15,3-2 2 0,2-5 2 16,2-2-2-16,1-4 0 16,2-2 0-16,0-3 1 15,0-4 0-15,0-2 1 16,6-1 3-16,1 0 2 16,4-4 0-16,0 0-1 0,2 0-3 15,1 0-2-15,-1-2-1 16,-2-6 1-16,-2 0-1 15,0-5 2-15,-6 1 1 16,0-3-2-16,-1-1 1 16,0-2-1-16,-2-1 0 0,0-2-1 15,0 4 0-15,0-1 0 16,0 1 0-16,-5 3 1 16,0 2-2-16,-1-1 3 15,0 5-1-15,1-1 3 16,-1 2 2-16,3 0 0 15,2 3 4-15,1 1-1 0,0-3-4 16,0 3-2-16,7-1-2 16,1-2-1-16,4 2 2 15,2 0-4-15,-1-3 1 16,3 1 1-16,-2-1 0 16,4 1 0-16,-3 1 0 0,1 0 0 15,-3 1 0-15,2 1-1 16,-6 3 1-16,-2 0 0 15,-1 0-2-15,-2 0-2 16,0 0-3-16,-2 8 0 16,-2 0 2-16,0 3 3 15,0-1 1-15,0 0 0 0,0 2 2 16,0-3-2-16,0-1-28 16,0-4-37-16,0-3-29 15</inkml:trace>
  <inkml:trace contextRef="#ctx0" brushRef="#br0" timeOffset="69465.75">24079 6822 234 0,'0'0'11'0,"0"0"8"0,0 0-12 0,0 0-7 0,0 0-6 16,0 0-38-16,0 0-39 15,0 0-1-15</inkml:trace>
  <inkml:trace contextRef="#ctx0" brushRef="#br0" timeOffset="69737.59">24221 6848 174 0,'0'0'6'0,"0"0"-2"16,0 0-4-16,0 0-4 0,-46 0 9 15,31 9-3-15,0 2 1 16,2 2 0-16,0 2 2 16,4 1-4-16,4 1 0 15,1 0-1-15,4 0 1 16,0-1 3-16,12-2-1 15,7-3-6-15,0-4-7 0,4-4-23 16,2-3-17-16,-4 0-62 16</inkml:trace>
  <inkml:trace contextRef="#ctx0" brushRef="#br0" timeOffset="70136.56">24331 6911 107 0,'0'0'9'0,"0"0"15"15,0 0 8-15,27-39 0 16,-18 34-9-16,2 0-8 16,-2 1-4-16,2 2-5 15,1 0-1-15,-1 2-3 0,1 0 1 16,-2 7-3-16,-3 3-2 16,0 4-1-16,-2 3 0 15,-5-3 0-15,0 3-7 16,0-3-10-16,-2-1 4 15,-7-3 5-15,1-4 8 0,-2-2-2 16,0-1 7-16,3-3 1 16,1 0-3-16,3 0 8 15,-2-6-1-15,4-1 2 16,1-1-5-16,0 2-1 16,0-3 4-16,0 5-6 0,6-1 1 15,-3 2 1-15,1 1 2 16,2 2-1-16,1 0-3 15,2 0-1-15,2 2 0 16,2 3 0-16,3 1 0 16,0 1 0-16,3-3-5 15,2-1-37-15,-5 0-47 0</inkml:trace>
  <inkml:trace contextRef="#ctx0" brushRef="#br0" timeOffset="70430.08">24677 6689 182 0,'0'0'21'0,"0"0"-18"0,0 0-3 0,0 0 2 0,-11 41-2 15,8-18 0-15,0 1 0 0,3 3 1 16,0-1 1-16,0 0-1 16,0-3 0-16,6 0 0 15,-1-5 1-15,-3-2-1 16,1-1 0-16,-3-3-2 16,0-5-21-16,-1 0-44 15,-6-4-50-15</inkml:trace>
  <inkml:trace contextRef="#ctx0" brushRef="#br0" timeOffset="70670.22">24520 6876 208 0,'0'0'16'0,"0"0"0"16,0 0-14-16,36-24-2 15,-15 20-3-15,4 1 3 16,1-1 0-16,-1 4 1 15,-1 0-1-15,-1 0 2 0,1 0 4 16,-5 6-3-16,-5 3-2 16,-2 0-1-16,-1 0-1 15,-4 2-1-15,-3-1-2 16,-4-3 0-16,0 1-23 16,0-2-25-16,0-2-11 15</inkml:trace>
  <inkml:trace contextRef="#ctx0" brushRef="#br0" timeOffset="70826.75">24778 6781 231 0,'0'0'4'16,"0"0"3"-16,0 0-5 15,0 0-3-15,0 0-50 16,0 0-50-16,0 0 48 0</inkml:trace>
  <inkml:trace contextRef="#ctx0" brushRef="#br0" timeOffset="71160.95">24881 6865 253 0,'0'0'8'15,"0"0"-4"-15,0 0-10 16,0 0-1-16,0 0-1 16,-38 10 9-16,25 0-2 0,5-2 0 15,4 2-3-15,2-2-4 16,2 1 0-16,0-3 6 16,6 0 2-16,5-3 1 15,3-2 2-15,2-1 1 16,0 0 2-16,-2 0 0 15,1-7 4-15,-4 0 4 0,-2-2 5 16,-2 2 6-16,-3-3-8 16,0 0-6-16,-4 0-6 15,0 2-6-15,0 4-2 16,-10 1-17-16,-2 3-37 16,-1 0-50-16</inkml:trace>
  <inkml:trace contextRef="#ctx0" brushRef="#br0" timeOffset="71340.03">24978 6895 199 0,'0'0'32'16,"0"0"1"-16,0 0-31 15,0 0-6-15,0 0-3 16,0 0 2-16,0 0-28 15,0 0-82-15</inkml:trace>
  <inkml:trace contextRef="#ctx0" brushRef="#br0" timeOffset="97084.47">16852 9035 83 0,'-2'0'19'0,"2"-3"1"0,0-1-12 0,0 1-1 15,0-1-5-15,0 1 0 16,0-1 1-16,0 0 1 15,0 1 14-15,0-1 2 16,0 1-1-16,0 0-9 0,0 0-8 16,0 3-2-16,0 0-2 15,-2 0 0-15,-3 0 0 16,-1 0 2-16,0 0-1 16,-2 3 1-16,-1 3 0 15,-2 2 0-15,-1 2 1 0,-1 4-1 16,-2 3 1-16,0 0-1 15,2 3 0-15,0 1 0 16,5-1 2-16,2 0-1 16,4-1 2-16,2-1 1 15,2-4-3-15,8 1 2 0,3-4-2 16,2-1 1-16,2-3 0 16,3-1 1-16,1-3 0 15,3-3-1-15,0 0-1 16,3 0-1-16,4-9-15 15,-1-4-59-15</inkml:trace>
  <inkml:trace contextRef="#ctx0" brushRef="#br0" timeOffset="97432.45">17129 8729 60 0,'0'0'9'0,"0"0"4"0,-17 39 4 0,11-19 7 16,3 0 3-16,2 7 10 0,1 1-21 15,0 4-8-15,0 3-2 16,0 2-4-16,0 1 1 16,0-1-1-16,0-3-1 15,0-2 0-15,4-3-1 16,2-6 1-16,1 0 0 0,3-3 0 16,2-3-8-16,1-6-60 15,3-4-88-15</inkml:trace>
  <inkml:trace contextRef="#ctx0" brushRef="#br0" timeOffset="97887.83">17445 9169 138 0,'0'0'27'0,"0"0"-26"16,43-30 1-16,-31 20 0 15,-6 0-1-15,-3-1 19 0,-3 1 13 16,0-2-13-16,-6 1-11 15,-5 1-1-15,-4 5-5 16,-2 0-1-16,-3 5-1 16,0 0 2-16,-2 0-4 15,1 8 3-15,1 5-1 0,1 3-1 16,4-2 2-16,0 2-2 16,6 2 1-16,5-2-1 15,2-2 1-15,2-1 0 16,0-2-2-16,9-2-3 15,4-2-1-15,3-4 4 16,1-3 3-16,2 0-2 0,3 0-2 16,-4-3 0-16,0-6 0 15,-1 1-4-15,-3-2 5 16,-5 1 2-16,-1 1 0 16,-3 2 0-16,-2-1 6 15,-2 4 7-15,2 2-3 0,-1 1-6 16,0 0-5-16,2 0-2 15,3 1 1-15,1 5 1 16,2 1 1-16,1 1-2 16,4 0-5-16,-2-4-19 15,3 0-48-15,-1-3-30 0</inkml:trace>
  <inkml:trace contextRef="#ctx0" brushRef="#br0" timeOffset="98294.33">17836 9011 205 0,'0'0'13'0,"0"0"23"0,0 0-24 0,0 0-13 16,0 0-6-16,0 0 7 16,-40-30-3-16,21 36 2 0,-2 3-1 15,0 2 2-15,0 2 1 16,6 1 0-16,1-1-1 15,6 0 0-15,3-2 0 16,5-3 0-16,0 1 0 16,5-4-2-16,9 0 2 0,1-2 4 15,6 1-1-15,1-1 0 16,2 0-1-16,-1 2-2 16,-1 1 0-16,-4 1 0 15,-2 2 0-15,-5-2 0 16,-3 1 0-16,-3-1-2 0,-5 2-2 15,0-3 0-15,-5 0 5 16,-8-1 0-16,-3-1 1 16,-5-1-1-16,0 1 2 15,-2-1-6-15,2 1 6 16,1-1-4-16,6 0-16 0,1-3-49 16,10 0-41-16</inkml:trace>
  <inkml:trace contextRef="#ctx0" brushRef="#br0" timeOffset="98727.87">18150 8981 195 0,'0'0'16'0,"0"0"7"0,0 0-22 16,0 0 0-16,-46 3-1 16,27 7 2-16,1 3-2 15,1 0 0-15,6 2 1 16,-2-1-1-16,8 2-1 0,-1-2 1 16,5 1-4-16,1-1-8 15,0-3-12-15,9-1-9 16,5-3 18-16,1-3 10 15,2-1 5-15,5-1 1 0,-4 2 2 16,-1-3-1-16,-3 2-1 16,0 2 0-16,-5 0-1 15,-5 1 0-15,-2-1 1 16,-2 1 4-16,0 0 7 16,-6 1 1-16,-8-1-1 15,-2 2-3-15,-4 1 0 0,0-1-4 16,-6 2-2-16,2 0-2 15,0 1-1-15,1-2-24 16,4-5-72-16</inkml:trace>
  <inkml:trace contextRef="#ctx0" brushRef="#br0" timeOffset="116059.51">18352 9061 71 0,'0'0'15'0,"0"0"8"0,0 0-8 0,0 0-3 0,0 0-2 0,0 0-4 15,0 0 2-15,0 0 0 0,0 0 3 16,0 0 8-16,0 0-4 16,0 0-5-16,0 0-6 15,-4-29-3-15,1 32 0 16,0 4 1-16,0 2 3 15,1 3 2-15,-3 1 2 16,2 3 0-16,1-3-5 0,2 1-2 16,0 0-2-16,0-1 1 15,0-2-1-15,0-1 0 16,0 0 0-16,0-4-1 16,0 1-1-16,0-4-15 15,0-3-52-15,0 0-110 0</inkml:trace>
  <inkml:trace contextRef="#ctx0" brushRef="#br0" timeOffset="116466.07">18354 8906 136 0,'0'0'107'0,"0"0"-101"0,0 0-7 0,0 0-55 0,0 0-4 15,0 0-53-15</inkml:trace>
  <inkml:trace contextRef="#ctx0" brushRef="#br0" timeOffset="117376.58">18498 8907 196 0,'0'0'2'0,"0"0"0"16,-2-38-1-16,2 25 0 15,0 3-1-15,6 2 3 0,-1-2-3 16,5 4 0-16,1 1-3 16,1 2 6-16,0 3-2 15,-1 0-1-15,1 1 3 16,0 9-2-16,-4 7 0 15,0 4 1-15,0 9-1 16,-2 8 1-16,-4 5 1 16,-2 4 1-16,0 3-1 0,0-3 0 15,0-1 4-15,-3-4 1 16,1-4-2-16,-3-4-1 16,5-4-2-16,0-2 0 15,0-4-2-15,0-8 1 0,5-2-2 16,0-5 2-16,3-5 1 15,-1-4 0-15,2 0 2 16,2-4 8-16,-1-12-1 16,2-1-10-16,-3-4 2 15,0-3-3-15,-4-2 0 0,-3 3 0 16,-2-1 0-16,0 3 0 16,0 0-2-16,-5 2 0 15,-4 2 0-15,0 0 0 16,0 4 1-16,-1-1 1 15,2 3-1-15,2 1 1 0,1 0-1 16,-1 4 0-16,4 1 1 16,0 0-2-16,2 1 0 15,0 0-1-15,0 0 0 16,0-1 0-16,4 1 0 16,4-2 1-16,4 1-1 15,-2 0 1-15,7-2 0 0,-2 0-1 16,1 0 2-16,0 1 0 15,0 1-1-15,0 2 1 16,-3 0 0-16,-2 0 0 16,-1 3 0-16,-2 0 0 0,-2 0 0 15,-3 0 1-15,1 2-1 16,-2 3 0-16,0 4 0 16,-2 1 2-16,0 0-2 15,0 0 1-15,0 0 0 16,0 0-1-16,0-2 2 15,2 1-2-15,1-4 0 0,3 0-2 16,1-3 1-16,4 0 0 16,1-2-11-16,-1-3-75 15</inkml:trace>
  <inkml:trace contextRef="#ctx0" brushRef="#br0" timeOffset="117569.55">18884 8882 186 0,'0'0'2'0,"0"0"5"0,0 0 17 0,0 0-6 0,0 0-5 0,0 0-9 16,0 0-3-16,0 0-4 15,0 0-8-15,0 0-6 16,0 0-41-16</inkml:trace>
  <inkml:trace contextRef="#ctx0" brushRef="#br0" timeOffset="117891.83">19081 8929 239 0,'0'0'-3'16,"0"0"5"-16,0 0-2 0,0 0 2 16,0 0-1-16,0 0 2 15,0 0 0-15,0 0-3 16,-50 18 1-16,38-1-1 16,-1 3 1-16,7 1 0 15,0-1-1-15,6 0 0 16,0-1 0-16,1-4 0 0,8-1 0 15,5-2 0-15,2-4 0 16,4-3 0-16,4-1-1 16,1-4 2-16,2 0-24 15,0 0-52-15,-3-9-61 16</inkml:trace>
  <inkml:trace contextRef="#ctx0" brushRef="#br0" timeOffset="118323.15">19243 8946 208 0,'0'0'1'15,"0"0"5"-15,0 0 2 16,0 0-6-16,0 0 1 16,37-29 0-16,-29 29-2 0,4 0 1 15,-5 0 0-15,3 0 1 16,-2 9 0-16,0 2-1 15,-1 1-1-15,-2 2 1 16,-1 0-2-16,-3 2 1 16,-1-2-1-16,0 1 1 15,-6 1-1-15,-6-3-2 0,-3-1-3 16,-2 0-5-16,-1-3 1 16,1-4 5-16,0-1 4 15,5-3 0-15,2-1 0 16,5 0 2-16,1-2-2 15,4-5 2-15,0 1 0 16,0 1 1-16,4-1 4 0,6 0-4 16,2 2 0-16,4 3 0 15,1 0 0-15,2 1-1 16,-1 0-1-16,0 0 0 16,-3 2-1-16,0 4 0 15,-3-1-7-15,0-2-21 0,-4 0-36 16,0-3-29-16</inkml:trace>
  <inkml:trace contextRef="#ctx0" brushRef="#br0" timeOffset="118608.72">19552 8761 204 0,'0'0'-15'0,"0"0"29"0,0 0 2 0,0 0-9 16,0 0-6-16,0 0-1 15,0 0 1-15,0 0 2 16,3 39 2-16,-3-14-3 0,0 2-1 16,0 1-1-16,0 2 0 15,1-3 0-15,4 0 0 16,-3-3-1-16,0-4-8 15,-1-1-14-15,-1-4-11 16,0-6-12-16,0-5-29 16</inkml:trace>
  <inkml:trace contextRef="#ctx0" brushRef="#br0" timeOffset="118870.5">19497 8940 64 0,'0'0'138'0,"0"0"-132"16,0 0-4-16,0 0-2 16,51-20 1-16,-30 19 0 15,0-1-1-15,2 2-1 16,-1 0 2-16,-2 0-1 0,0 9 0 16,-3 1 1-16,-4 0 0 15,-2 1 0-15,-2-1 1 16,-2 2-1-16,-3-3 2 15,2 0-3-15,-4-2 1 0,1 0 0 16,-1-3-1-16,3-2-8 16,-1-2-60-16</inkml:trace>
  <inkml:trace contextRef="#ctx0" brushRef="#br0" timeOffset="119019.95">19774 8782 282 0,'0'0'-20'0,"0"0"22"15,0 0-10-15,0 0-45 0,0 0-58 16</inkml:trace>
  <inkml:trace contextRef="#ctx0" brushRef="#br0" timeOffset="119452.95">19953 8917 203 0,'0'0'-28'15,"0"0"27"-15,0 0-1 16,0 0-3-16,-36 20 4 15,27-13 1-15,-3 2 1 16,4 1 0-16,1 1 4 16,3 0 0-16,1 1 1 0,3-2-4 15,0 0 1-15,5-3-2 16,2-1 7-16,4-4-2 16,2-2 2-16,0 0 3 15,2 0-2-15,-1-5 2 16,-1-4-1-16,0-1 4 0,-3-1 1 15,-3-2 0-15,0 0-2 16,-3-1 1-16,-4 3-5 16,0 1-1-16,0 0 0 15,-4 3-4-15,-6 3-2 16,0 2 0-16,0 2-3 0,-1 0-1 16,1 3-6-16,3 5-5 15,3 1-14-15,2 0-15 16,2-2-40-16,0-3-29 15</inkml:trace>
  <inkml:trace contextRef="#ctx0" brushRef="#br0" timeOffset="119822.9">20129 8913 167 0,'0'0'8'15,"0"0"20"-15,0 0 0 16,0 0-15-16,0 0-4 0,0 0-7 15,0 0-1-15,0 0-1 16,0 0 1-16,22 1-1 16,-19 9 1-16,0-1 0 15,-1 1-1-15,0-2 2 16,0 1-1-16,-1-5-1 0,-1 0 0 16,0-2-3-16,0-1 3 15,0-1 5-15,1 0 1 16,1-2 1-16,0-4-1 15,1-4-3-15,3 0 1 16,2-2-1-16,4 0-1 0,-1 1-3 16,3 3 2-16,1 1-1 15,0 4 2-15,2 3-1 16,5 0-1-16,-1 7 1 16,2 9-2-16,2 4 1 15,-6 4-4-15,-6 0-51 16,-9 2-137-16</inkml:trace>
  <inkml:trace contextRef="#ctx0" brushRef="#br0" timeOffset="120785.71">16723 9572 97 0,'0'0'3'0,"0"0"4"0,0 0-3 0,-36 0-2 16,29 0 0-16,3 0 2 0,-1 3-2 16,0-2-1-16,2-1 1 15,3 2 1-15,0-1 0 16,0-1 1-16,0 2 0 16,3-1 7-16,8 0 1 15,4 1-3-15,5-1-2 16,5-1-5-16,1 0 2 0,8 0-3 15,-1 0 0-15,5 0-1 16,0 0 0-16,7-3 1 16,2-1-1-16,5 1 0 15,4-1 1-15,6-2-1 16,5 2 0-16,7-1 2 0,8-1 0 16,4 0 5-16,10 1-3 15,5 0 2-15,5-2-2 16,4 0 0-16,8-1-2 15,1 0 1-15,4-3-2 16,2 4 1-16,4-2-2 0,1-1 1 16,1 0 1-16,2 1-2 15,1-1 1-15,-1 0-1 16,-2 0 1-16,0 1-1 16,-1-4 0-16,-4 3 0 15,0-2 13-15,-4-1 7 0,0 0-4 16,-3 2-3-16,-2-2-1 15,-4 2 0-15,-4-1-3 16,-3 4-3-16,-8-1-4 16,-6 2 0-16,-10 3-2 15,-4 1 1-15,-14 3-2 0,-7 0-1 16,-12 0-25-16,-11-4-59 16</inkml:trace>
  <inkml:trace contextRef="#ctx0" brushRef="#br0" timeOffset="122342.34">18710 9556 11 0,'2'-1'-1'0,"-1"-2"-6"0</inkml:trace>
  <inkml:trace contextRef="#ctx0" brushRef="#br0" timeOffset="122793.04">18710 9556 1 0,'0'0'34'0,"0"0"0"16,0 0-9-16,0 0-10 16,13-11-5-16,-13 11-7 15,2 0 0-15,-2 0-1 16,0 0 1-16,0 0 3 15,0 0 2-15,0 0 6 0,0 0 2 16,0 0-4-16,0 0-5 16,0 0-2-16,0 0-4 15,0 0-2-15,-2 0 5 16,-4 3-2-16,1 5-1 16,-1 1 0-16,-1 2-6 0,-2 2 2 15,0 4 3-15,-3 2-2 16,-1 1 9-16,-3 2-6 15,-1 4-3-15,-4 2 3 0,-2 2-1 16,-2 6 0 0,-4 2 0-16,-2 4 0 0,-1 1 3 15,-3 4-1-15,2 1-1 16,-1 0-1-16,2 0 1 16,2-2-1-16,1-3 0 15,0-5 0-15,3-6 0 16,1-3 0-16,-1-6-2 0,2-4 0 15,2-4 7-15,2 2 3 16,0-2-1-16,-1-3-1 16,5 2-2-16,-1-1-2 15,4 0-2-15,1 0 1 16,2 1-2-16,5-3-1 0,-2-1-25 16,5-7-72-16</inkml:trace>
  <inkml:trace contextRef="#ctx0" brushRef="#br0" timeOffset="124799.97">18704 9555 6 0,'0'0'29'0,"-1"0"-6"0,1 0-4 0,0 0-9 0,-1 0 0 16,0 0 1-16,1 0 3 15,0 0 0-15,0 0-4 0,0 0-1 16,0 0 1-16,0 0 0 16,0 0 6-16,0 0-5 15,0 0-2-15,0 0-5 16,0 0-4-16,0 0-1 15,0 0-9-15,0 0 5 16,0 0 6-16,0 0 0 0,0 0-2 16,0 0 1-16,2 0 1 15,-1 0-1-15,2 0 0 16,-2 0 0-16,1 0 0 16,-2 1 0-16,2 0 0 0,-2 0-1 15,0-1-3-15,0 2 0 16,0-2 4-16,0 1 1 15,0-1 1-15,0 1-2 16,1-1 0-16,-1 0 0 16,0 0-2-16,1 3 2 0,0-3-2 15,-1 1 2-15,2 1 0 16,-1-1 0-16,1 2 0 16,1-3-1-16,-1 3-1 15,1 0 2-15,1 0 0 16,1-1 1-16,0 1-2 15,1 0 3-15,2 2-1 0,1 0 3 16,3-1-1-16,-1 3-1 16,3-2 0-16,3 0 1 15,3 4 0-15,5-1-6 16,2 2 1-16,5 0 7 16,5 3-4-16,1 0-1 15,4 1 0-15,5 2 0 0,5-1 0 16,1 1 8-16,4 2 1 15,3-1-4-15,2 3 1 16,1-4-2-16,3 4-2 16,3-2-1-16,-1 1 0 15,4-1 1-15,1-1-2 16,2 4 1-16,2-2-1 0,-2 1 0 16,2 1 0-16,2 2 0 15,0 1 0-15,1-1 0 16,0 2 1-16,-5-1-1 15,0 1 0-15,-6-3 0 0,-7 2 1 16,-1-5-1-16,-10-1 0 16,-1-2 0-16,-3-1 2 15,-3-3 0-15,-6-2 1 16,-1 1-2-16,-2-3 0 16,-7-1-1-16,-8-4-24 0,-11-3-79 15</inkml:trace>
  <inkml:trace contextRef="#ctx0" brushRef="#br0" timeOffset="125846.97">18248 10106 20 0,'-1'4'2'0,"0"-1"0"0,0 3 5 0,-2 1 1 0,1 0 0 16,-4 0-2-16,1 3 2 16,-3 0-2-16,1 3 0 15,-5 0-1-15,-1 2 0 16,-1 2-3-16,-1 0 0 15,-1-1-2-15,-1 2 1 0,0-1 0 16,0-1 2-16,-3 1 2 16,0 0 2-16,0-1-1 15,-2 2-2-15,0 1-1 16,3-1-1-16,-4 3-1 0,1-1 1 16,-1 3 0-16,1 0 0 15,0 1-1-15,-2 0 2 16,-1-1 2-16,3 1 1 15,-3-1-3-15,1-1-1 16,-1 1-1-16,3-4-1 16,-2-1 0-16,2-1 0 0,2-2 1 15,-1 0-1-15,2-4 1 16,4-1 2-16,-3-3 7 16,2-1 4-16,3-1-3 15,4 0-3-15,1-2-4 16,2 0-3-16,0 0 0 0,4-1-2 15,0-2-20-15,0 0-57 16</inkml:trace>
  <inkml:trace contextRef="#ctx0" brushRef="#br0" timeOffset="156625.35">20776 10774 40 0,'-1'0'4'0,"1"0"-1"0,-2 0 7 0,2 0 5 15,0 0-2-15,-2 0 1 16,1 0-1-16,1 0 4 0,-2-1-1 16,1 1-9-16,1 0-5 15,0 0-2-15,0 0 1 16,0 0-1-16,0 0-1 15,0 0 1-15,0 0 0 0,0 0 1 16,0 0 1-16,-1 0 2 16,1 0 1-1,0 0 2-15,0 0-3 0,0 0-2 16,0 0 1-16,0 0-5 16,0-1 2-16,2 0 2 0,5-1 1 15,-2 1 2-15,3 0-4 16,0-2 6-16,3 0-3 15,0 0-1-15,2 0 3 16,0 0-2-16,0 0 2 16,2 0-2-16,-1-1 2 15,-2 0 0-15,1 1-3 0,-3 1-1 16,1-1 0-16,-1 1-1 16,-1-1 1-16,1 2-1 15,0-2-1-15,-1 2 1 16,-1-1-1-16,0 2 0 15,0 0 0-15,0 0-1 0,3 0 0 16,-4 0-5-16,-1 0-18 16,-2 0-33-16,-2 0-42 15</inkml:trace>
  <inkml:trace contextRef="#ctx0" brushRef="#br0" timeOffset="157646.96">20837 10910 2 0,'0'0'31'0,"0"0"-20"0,0 0-7 0,0 0-2 15,0 0 1-15,0 0 3 16,0 0 5-16,0 0 3 16,0 0-2-16,0 0-1 15,0 0-2-15,0 0-4 0,0 0-3 16,0 0-2-16,0 0 1 16,0 0-1-16,0 0 4 15,0 0 14-15,0 0-9 16,0 0 2-16,0 0-1 15,0 0-4-15,1 0-4 0,1 0-1 16,0 0 0-16,0 0-1 16,0 0 0-16,1 0 0 15,-1 0 1-15,0 0-1 16,0 0 0-16,0 0 0 16,-1-2 0-16,1 2 1 0,1-1 0 15,1 1-2-15,1 0 2 16,0 0 0-16,0 0 1 15,0-1 2-15,1-1-2 16,1 2 0-16,-4 0-2 16,2 0 1-16,0 0-2 0,-3 0-26 15,0 0-68-15</inkml:trace>
  <inkml:trace contextRef="#ctx0" brushRef="#br0" timeOffset="158312.31">20900 10751 83 0,'0'0'6'0,"0"0"12"0,0 0 2 15,0 0-2-15,0 0 7 16,0 0-3-16,0 0-6 16,0 0-5-16,0 0-5 15,0 0-3-15,0 0-3 16,-2-9 0-16,4 9-1 0,2 2 2 15,3 3-1-15,0 1 0 16,4 0 0-16,1 1-1 16,4-2 1-16,1 1 4 15,3-3-3-15,-2 2 3 16,2-3-2-16,0-2 1 0,-4 0-1 16,-1 0-1-16,-3 0 2 15,-2 0-3-15,-2 0 1 16,-2 0-1-16,-3 0 1 15,-1 0-1-15,0 0 0 0,-2 0 1 16,0 0-1-16,0 0 3 16,0 0 0-16,0 3-1 15,-6 1-1-15,-1 1 2 16,-3 2-3-16,0 1 2 16,-2 2-2-16,-1 2 0 15,-1 0 0-15,-2 0 0 16,1 1 0-16,-1 1 0 0,-1-2 0 15,-1 1 0-15,3 1 1 16,-1-1 0-16,2 0 0 16,0 0 0-16,2 0-1 15,0-1 1-15,2-2-1 16,2 2 0-16,-3-1 0 0,6 0 0 16,-1-3-2-16,6-1-14 15,0-4-25-15,0-3-62 16</inkml:trace>
  <inkml:trace contextRef="#ctx0" brushRef="#br0" timeOffset="158618.75">21162 10961 81 0,'0'0'0'0,"0"0"1"0,0 0-1 0,0 0 6 16,0 0 40-16,0 0-9 16,0 0-22-16,0 0-10 0,0 0 2 15,0 0-5-15,-48 28 2 16,29-12 0-16,0 4-2 16,0 1 0-16,-1 0 0 15,2 1 0-15,-1-1 0 16,2-1 2-16,3 0-2 0,1-2-1 15,2-3 0 1,4-4 0-16,3-4-2 0,4-5-17 16,0-2-101-16</inkml:trace>
  <inkml:trace contextRef="#ctx0" brushRef="#br0" timeOffset="159358.94">21355 10726 139 0,'0'0'6'16,"0"0"14"-16,0 0 2 16,0 0-9-16,0 0 0 15,0 0-3-15,0 0 2 0,0 0 2 16,0 0-6-16,-11 0-1 16,12-2-4-16,7-2 0 15,1-1-1-15,2 1-2 16,3 1 2-16,-2-1-1 15,0 4 0-15,0 0-1 16,-3 0 0-16,-1 1-1 0,0 7 0 16,-5 3-1-16,-1 2-2 15,-2 1 2-15,0 2 1 16,-2-2 0-16,-7 1 1 16,1-3-2-16,-3-1 2 15,-2-1-1-15,3-3 1 0,2-3 1 16,2-1 1-16,0 0-2 15,4-3 1-15,0 0 0 16,2 0 2-16,0 0-4 16,0 0-3-16,4 0 4 0,2 0 1 15,2 0 0-15,1 0-1 16,1 0 1-16,2 3-1 16,-1 1 0-16,1 0 0 15,-5 3 0-15,3 1 0 16,-1 0 0-16,-4 3 0 15,-1-2-2-15,1 2 1 0,-5-3 1 16,0 1 0-16,0-2 1 16,0-1-1-16,-4-1 2 15,-4 0 0-15,-4 1 0 16,-1 1 2-16,-4-3-2 16,1 3-1-16,-1-1-1 15,2 0 0-15,1-1 1 0,3-1 0 16,3-1-1-16,1-1-1 15,5-1-3-15,2-1-10 16,0 0-20-16,4-3-52 16</inkml:trace>
  <inkml:trace contextRef="#ctx0" brushRef="#br0" timeOffset="159876.56">21712 10742 67 0,'0'0'39'0,"0"0"-38"0,0 0 0 0,0 0-1 16,0 0 0-16,0 0 2 0,0 0 3 16,0 0 2-16,0 0 1 15,-36-16 1-15,29 21-6 16,-2 5 0-16,4-1-3 15,-1-1 0-15,2 5 0 16,2-4 1-16,1 0 0 16,1 1 0-16,0-3 1 15,0-1 7-15,1 0 5 0,5-1 5 16,1-2-7-16,1 0-2 16,1 1 1-16,2-1-1 15,-3 0-4-15,3 0-4 16,-1 1 0-16,2-1 0 0,-1 0-1 15,-4 1-1-15,1 2 1 16,-2-1-1-16,-1 1 0 16,-1-3 0-16,-2 4-1 15,0-1 1-15,-2-1 0 16,0-2 1-16,0 3 0 0,0-2 1 16,-2 0-1-16,-4-1 0 15,-1 1 1-15,-4 1-1 16,1-2 0-16,-2 1-1 15,1 0 0-15,-2-2-1 0,2 0 2 16,2 0-4-16,3-2-15 16,1 0-26-16,-1-3-30 15</inkml:trace>
  <inkml:trace contextRef="#ctx0" brushRef="#br0" timeOffset="160037.45">21678 10755 225 0,'0'0'23'0,"0"0"-17"0,0 0-2 0,58-27-4 0,-37 21 1 16,2-1-6-16,2 2-76 16</inkml:trace>
  <inkml:trace contextRef="#ctx0" brushRef="#br0" timeOffset="160468.35">22133 10855 166 0,'0'0'16'0,"0"0"-3"16,0 0-17-16,0 0 11 16,0 0-1-16,0 0 0 15,0 0-1-15,41-3 2 16,-28 1 0-16,1-2 2 16,4 4 2-16,-2-4-4 0,4 2-4 15,-1 1 0-15,0 0-3 16,3-1 0-16,-7 2-4 15,0-6-37-15,-3-1-109 16</inkml:trace>
  <inkml:trace contextRef="#ctx0" brushRef="#br0" timeOffset="161172.75">22633 10660 70 0,'0'0'6'0,"0"0"0"0,0 0-2 16,0 0 4-16,0 0 2 16,0 0-1-16,0 0 0 15,0 0-3-15,0 0-1 0,41 1-3 16,-38 1-1-16,2 2-1 15,1 0 2-15,-3-1 0 16,2 2 3-16,1 0-1 16,3-1-2-16,0 2-1 0,0 0 1 15,0-2-1-15,1 0-1 16,0-1 0-16,-3 0-5 16,2-3-26-16,-1 0-68 15</inkml:trace>
  <inkml:trace contextRef="#ctx0" brushRef="#br0" timeOffset="162195.34">22728 10628 198 0,'1'0'5'0,"0"1"3"0,0 3-7 0,2 2-1 0,0 5 1 16,2 2 2-16,-4 4 5 16,0 3-5-16,1 1-1 15,-1 0 0-15,1 2-2 16,-1-2 1-16,1-2 1 0,1-1-2 16,-1-3 0-16,-2-3-2 15,1-4-14-15,1-4-35 16,-1-4-15-16</inkml:trace>
  <inkml:trace contextRef="#ctx0" brushRef="#br0" timeOffset="162544.68">22770 10613 144 0,'0'0'3'0,"0"0"2"15,0 0 1-15,42-35 3 16,-27 28-1-16,3 1-1 16,-1-1 1-16,2 4 3 15,-1 2-2-15,-3 1-4 16,1 0 1-16,-5 0-4 0,-2 8-1 16,-2 3-1-16,-3 2 1 15,-4 1-1-15,0-1 0 16,0 3 1-16,-7-4 1 15,0-3 1-15,-2 1 0 16,-1-4 1-16,-3-1 0 0,-2 0-2 16,-1 0 2-16,0 0-4 15,1 0 1-15,2 1 0 16,2-2-4-16,6 0-20 16,1-1-60-16,4-3-27 15</inkml:trace>
  <inkml:trace contextRef="#ctx0" brushRef="#br0" timeOffset="162999.41">23145 10643 154 0,'0'0'5'0,"0"0"13"15,0 0 9-15,0 0 0 16,0 0-9-16,0 0-11 0,0 0 1 15,0 0-6-15,0 0-2 16,-28-27 2-16,15 27-1 16,2 3 0-16,-1 4-1 15,1 0 0-15,1 3 1 16,4 0-1-16,2-2 1 0,0 1-1 16,4-1 3-1,0-2-3-15,0-3-1 0,8 3-1 16,2-6-1-16,3 0 3 15,0 0 3-15,1 0-1 16,0-9-2-16,-3 1 1 16,2-1 0-16,-6 0 0 0,0 2 0 15,-2 3 4-15,-2 0 5 16,1 2 1-16,-4 2-5 16,0 0-9-16,0 1 3 15,0 7 0-15,0 2 3 16,0 0-2-16,0 0-1 15,4 0-1-15,2-2-15 0,2-3-11 16,3-4-13-16,3-1-26 16,0 0-11-16</inkml:trace>
  <inkml:trace contextRef="#ctx0" brushRef="#br0" timeOffset="163382.35">23381 10566 84 0,'0'0'25'16,"0"0"17"-16,20-45 6 15,-20 35-15-15,0 3-6 16,0 2-14-16,0 3-10 0,-9 1-1 16,-2 1 0-16,0 0-1 15,-5 0-1-15,1 8 0 16,-1 1 1-16,2 3 0 16,3 0-1-16,1 2 0 15,5-1 0-15,2-1 1 16,3-2 0-16,0 0-1 0,0-3 0 15,8 0 1-15,3-2-1 16,2-1 1-16,2 0 2 16,-1-1-3-16,-1 0 3 15,1 0-2-15,-4 1 0 16,0 0-1-16,-7 2 0 16,-1-2-3-16,-2 3 3 0,0-1-3 15,-3-1 4-15,-8 1-1 16,0 0 0-16,-3 0 1 15,0-1-1-15,-2 1-1 0,4-2-3 16,5-1-19-16,-1-3-22 16,8 0-33-16,0 0-1 15</inkml:trace>
  <inkml:trace contextRef="#ctx0" brushRef="#br0" timeOffset="163776.59">23557 10546 175 0,'0'0'21'0,"0"0"19"0,0 0-20 0,36-38-10 0,-33 34-1 15,-1-1 2-15,-2 3-5 0,0-1-4 16,0 2-1-16,-3 1-6 16,-6 0 3-16,-3 0-1 15,-1 4 0-15,-1 4 3 16,1 2 1-16,5 3-1 15,2 0 1-15,4 1-1 16,2-1-3-16,0-1 0 0,8 0 0 16,5-2 0-16,3-2 3 15,-1-1 4-15,4-1-2 16,-2-1-1-16,-1 0 0 16,-2 1 0-16,-6 1-1 0,-1-3 0 15,-7 3-2-15,0-2 0 16,0 0-1-16,-9 1 4 15,-5-3 1-15,-3 2-1 16,-1-1 0-16,-3-1 1 16,4 2-2-16,-1-2 0 15,7-1 0-15,1-2-17 0,7 0-47 16,3 0-41-16</inkml:trace>
  <inkml:trace contextRef="#ctx0" brushRef="#br0" timeOffset="164130.65">23934 10508 146 0,'0'0'20'0,"0"0"19"0,0 0-17 0,0 0-12 16,0 0-4-16,0 0 2 15,0 0-2-15,0 0-2 16,36-11-1-16,-22 11-2 0,0 0 0 15,4 0-1-15,0 0 1 16,-3 0-1-16,-2 2-3 16,-3 4-39-16,-3-1-48 15,-5 0-42-15</inkml:trace>
  <inkml:trace contextRef="#ctx0" brushRef="#br0" timeOffset="164295.26">23995 10597 134 0,'0'0'17'16,"0"0"18"-16,0 0-28 0,0 0-1 16,0 0 4-16,0 0 4 15,0 0-1-15,0 0-10 16,34 5-1-16,-14-5-7 16,0-2-73-16,2-6-80 0</inkml:trace>
  <inkml:trace contextRef="#ctx0" brushRef="#br0" timeOffset="164743.07">24339 10393 108 0,'0'0'26'0,"0"0"13"0,0 0-22 15,0 0-15-15,0 0 6 16,0 0 3-16,0 0-1 16,39 37-5-16,-31-27 0 15,2 1-4-15,1-1 2 16,0 0-2-16,-1-3 0 15,0-1-1-15,-1-2-1 0,-2 0-14 16,1-4-27-16,-2 0-16 16,-2 0-11-16</inkml:trace>
  <inkml:trace contextRef="#ctx0" brushRef="#br0" timeOffset="165142.47">24562 10386 182 0,'0'0'16'0,"0"0"14"16,0 0-10-16,0 0-4 15,0 0 2-15,0 0 1 16,0 0-13-16,0 0-7 0,0 0 3 16,-8 18 1-16,-8 4-1 15,-4 3 1-15,-1 5-2 16,0 1 0-16,2-2-1 15,3-2 0-15,2-5 1 16,3-2-1-16,5-5 0 0,3-4 0 16,-2-1-1-16,5-5-10 15,0-2-47-15,9-3-47 16</inkml:trace>
  <inkml:trace contextRef="#ctx0" brushRef="#br0" timeOffset="165483.37">24659 10392 247 0,'0'0'5'0,"0"0"5"16,0 0-8-16,0 0-2 16,0 0 0-16,0 0-3 15,0 0 4-15,0 0 1 16,3 25-2-16,-7-8 0 15,1 2 0-15,-1-1 0 0,3-1 1 16,1-1-1-16,0-2 0 16,0-3 1-16,5-1 1 15,0-3-1-15,3 0 4 16,-2-2 3-16,5-1 4 16,0-2-2-16,1 0-5 15,2 0-3-15,-2-2 0 0,2 0 0 16,-3 0-4-16,1 0 2 15,-2 0-2-15,-3 0-12 16,-1-3-31-16,-2-6-67 16</inkml:trace>
  <inkml:trace contextRef="#ctx0" brushRef="#br0" timeOffset="165691.44">24725 10465 146 0,'0'0'112'16,"0"0"-99"-16,0 0 8 16,0 0-20-16,0 0 1 15,0 0 1-15,0 0-4 16,0 0 1-16,0 0-5 16,50-41-10-16,-34 38-19 0,-2-1-29 15,-5-1-8-15,-2 0-38 16</inkml:trace>
  <inkml:trace contextRef="#ctx0" brushRef="#br0" timeOffset="165826.4">24738 10379 117 0,'0'0'48'0,"0"0"-4"16,0 0-22-16,0 0-6 16,0 0-7-16,0 0-8 15,0 0 0-15,17-19-1 0,8 15-30 16,3-2-87-16</inkml:trace>
  <inkml:trace contextRef="#ctx0" brushRef="#br0" timeOffset="166115.06">25039 10326 256 0,'0'0'-1'0,"0"0"4"16,0 0-4-16,0 0 0 15,0 0 0-15,-52 12 0 16,37-7 1-16,-1 2 1 0,4 3-1 16,4-2 1-16,2 0-1 15,6 3 0-15,0-1 0 16,0 0-1-16,10 2 0 16,6-2 1-16,0 1 3 15,1 0-1-15,0 1 3 0,-1-1-2 16,-5 0 0-16,-5 3 1 15,-6 0-4-15,-2 2 0 16,-22 3 0-16,-12-1-12 16,-16-2-85-16</inkml:trace>
  <inkml:trace contextRef="#ctx0" brushRef="#br0" timeOffset="166971.98">21170 11380 161 0,'0'0'4'0,"0"0"1"0,0 0-8 15,0 0-2-15,0 0-2 16,0 0 5-16,0 0 7 0,0 0 4 15,0 0-2-15,0 0-1 16,-48 27 3-16,31-20-3 16,-2 0-3-16,0 0-2 15,2 2 0-15,-5-2 0 16,3 2-1-16,4-1 0 16,-1-1 0-16,7 0 1 0,1-2 0 15,4-1-1-15,4-1 2 16,0-1 3-16,0 0-3 15,2-1 1-15,6 1 1 16,2 0 3-16,4 0-1 16,2-2 0-16,3 3 1 0,3-2 0 15,-4 2-2-15,3-1 5 16,1 2-1-16,1-1-2 16,-3 1-1-16,3 0-5 15,-5 2 0-15,2-2-1 16,-4 0 1-16,-1-1-2 0,-2-1-2 15,-1-2-26-15,-3 0-88 16</inkml:trace>
  <inkml:trace contextRef="#ctx0" brushRef="#br0" timeOffset="167470.59">21483 11357 200 0,'0'0'-4'0,"0"0"6"0,0 0-1 0,0 0-1 0,0 0 1 15,0 0 2-15,0 0 5 16,42-34 2-16,-35 34 0 16,1 0 0-16,0 0-4 0,-3 3-5 15,-1 7-1-15,-2 1 0 16,-2 2-1-16,0-1-3 15,-6 0 4-15,-3 1-1 16,-2-3 3-16,2-1 1 16,2-2-2-16,0-2 3 15,2 0-4-15,3-2 1 0,2-1-1 16,0 1 0-16,0-3-5 16,3 1 5-16,5-1 0 15,0 1 2-15,2 0 1 16,-2 2-1-16,3-1-1 15,-1 3 0-15,2 2-1 16,-5-1 1-16,1 2-1 16,-3-2-1-16,1 2 1 0,-6-3-1 15,0-1 1-15,0 2 0 16,0-3 1-16,-6 1 6 16,-3-3-4-16,-2 3 1 0,-3 1-3 15,-1-2-1 1,3-1 2-16,0 0-4 0,4-1-5 15,3-1-18-15,4-1-64 16</inkml:trace>
  <inkml:trace contextRef="#ctx0" brushRef="#br0" timeOffset="167840.73">21738 11350 232 0,'0'0'0'0,"0"0"0"0,0 0-19 0,0 0-5 16,0 0 1-16,0 0 24 15,0 0 3-15,0 0-2 16,0 0 1-16,-34 40 1 0,33-33 3 16,1 3-1-16,0-3 0 15,2 0-3-15,6 0 0 16,4 0 1-16,-1-1 5 15,-1-3 1-15,3 2 0 16,0 0-1-16,-2 0-4 16,0-3 0-16,-2 4 0 15,-3-3-3-15,-3-1-1 0,-3 1-1 16,0 0-1-16,-2 0 2 16,-9 3 4-16,-5-2-3 15,-1-1 1-15,-2 2-12 16,1 1-13-16,2-6-4 0,4 0-42 15,7 0-30-15</inkml:trace>
  <inkml:trace contextRef="#ctx0" brushRef="#br0" timeOffset="167996.76">21778 11355 171 0,'0'0'126'16,"0"0"-122"-16,0 0-1 15,52-32-3-15,-33 26 0 16,1 1-2-16,1 1-19 16,-7-1-55-16,2 0-119 0</inkml:trace>
  <inkml:trace contextRef="#ctx0" brushRef="#br0" timeOffset="168190.19">22104 11404 106 0,'0'0'188'15,"0"0"-185"-15,55-3-2 16,-28-2-1-16,2-1 4 0,4-1-4 16,1 0-1-16,1 0-10 15,-1-2-48-15,0-1-83 16</inkml:trace>
  <inkml:trace contextRef="#ctx0" brushRef="#br0" timeOffset="168814.95">22929 11289 110 0,'0'0'13'15,"0"0"12"-15,0 0-7 16,0 0 3-16,-9 41-8 0,9-29-4 16,0-2-1-16,0 0-2 15,0-1-3-15,1-1-2 16,0-1 0-16,-1-2 2 16,0-2-3-16,0 0 0 0,0-3 1 15,0 0 4-15,-2 0-2 16,-4 0-2-16,0-6 0 15,-1-2-1-15,1-4 0 16,2-2-3-16,-1-3-5 16,4-1-6-16,1-5-5 0,0 3-6 15,4-1 7-15,7 2 13 16,1 2 5-16,2 3 2 16,1 3 5-16,1 4 0 15,3 1 7-15,-2 3-3 16,1 2 1-16,1 1-3 15,-2 0-5-15,-2 1-2 0,-2 8-1 16,-2 0 1-16,-8 2-2 16,-2 2-2-16,-1 1 4 15,-8 0 0-15,-9 0 2 16,-2 0-2-16,-2 0 0 16,0-2-2-16,1-1-4 0,7-4-11 15,5-4-39-15,6-1-12 16</inkml:trace>
  <inkml:trace contextRef="#ctx0" brushRef="#br0" timeOffset="169770.19">23191 11248 187 0,'0'0'2'0,"0"0"0"0,0 0 2 0,0 0-6 0,0 0 0 16,0 0-2-16,0 0 7 16,0 0 2-16,-38-13-2 15,27 16 0-15,-2 5-1 16,0 0 0-16,1 3-1 0,1 0 3 16,2 1-1-16,2-1-1 15,4-1 0-15,3 0 0 16,0-3 0-16,2 0-1 15,8-4-2-15,-1-2 2 16,2-1 0-16,3 0-6 16,-1-1-5-16,-1-5 6 15,0-2 4-15,-1 0 1 0,-1-1 6 16,-2 2 0-16,-2 1 0 16,-1 2-2-16,-2 2 1 15,-2 1 0-15,1 1 1 16,-2 0-7-16,0 0-1 0,2 6 0 15,0 1 3-15,0 1-1 16,1 1-1-16,2-1 0 16,2-2-2-16,-2-2-2 15,4-1 3-15,-1 0 0 16,2-3 1-16,1 0-1 0,0 0 1 16,2-6 1-16,1-2-1 15,1-1 0-15,0-1 1 16,-1 0-1-16,0-5 0 15,-1 2 0-15,1-3 1 16,-6 1-1-16,0 1-1 0,-3 1 1 16,-2 2 0-16,-3 3 0 15,0 2-2-15,0 2-2 16,0 1 5-16,-5 3-2 16,0 0 1-16,2 0-1 15,-4 0-5-15,3 3-4 0,-3 3-3 16,2 1 6-16,1-1 5 15,0 1 2-15,2-3 0 16,2 3 0-16,0-2 2 16,0 0 0-16,0 0 0 15,0 0 1-15,2-1 0 0,2 0-1 16,1-2 0-16,-1 1 0 16,3-3-1-16,-4 1-1 15,1-1 0-15,2 0 1 16,-4 0-2-16,2 0 2 15,1 0 2-15,-1 0-1 0,-1 0-1 16,0-1 0-16,-1 0-1 16,2 1 1-16,-1 0-1 15,0 0 1-15,0 0 0 16,2 2 1-16,2 4-1 16,-4 1 1-16,2 2-1 0,0-1 0 15,-2 2 0-15,0-3 0 16,-1 2 0-16,-1-1 0 15,-1-1-1-15,0-1 0 16,-3-2 1-16,-8 2 0 16,-3-2-6-16,-1-1-7 15,-1-2-12-15,3-1-38 0,2 0-54 16</inkml:trace>
  <inkml:trace contextRef="#ctx0" brushRef="#br0" timeOffset="170182.96">23622 11183 87 0,'0'0'-2'0,"0"0"3"0,0 0 0 0,0 0 11 0,0 0 0 16,0 0-1-16,0 0-10 15,0 0 2-15,0 0 1 16,-40-27 1-16,27 28-1 16,3 4 1-16,0 1-3 0,3 0 0 15,0 1 0-15,5 0 0 16,1-1 1-16,1 1 1 16,0 0 7-16,5-1 1 15,5 2-2-15,1-2-1 16,4 1 0-16,1 0-5 0,0 2-3 15,1-2-1-15,-3 0 1 16,-5 2-1-16,-1-2 0 16,-3-1 0-16,-1 1 0 15,-4-2-1-15,0 1-1 16,-4-1 2-16,-5 0 1 16,0-1-12-16,-3-1-31 0,2 0-7 15,1-3-32-15</inkml:trace>
  <inkml:trace contextRef="#ctx0" brushRef="#br0" timeOffset="170346.67">23623 11255 172 0,'0'0'18'0,"0"0"-17"15,0 0-1-15,0 0-4 16,-54 44-5-16,40-29-2 0,-2-3-14 15,4-3-15-15,3-2-47 16</inkml:trace>
  <inkml:trace contextRef="#ctx0" brushRef="#br0" timeOffset="170722.8">24081 11174 247 0,'0'0'3'0,"0"0"-2"15,0 0-1-15,47 0 3 16,-33-3-2-16,3 1 0 0,-2-1 0 16,-1 1 0-16,-1-1-1 15,0 2 1-15,2 1-1 16,-3-2 0-16,2 2-1 15,-5 0-8-15,0 0-56 0,-4 0-38 16</inkml:trace>
  <inkml:trace contextRef="#ctx0" brushRef="#br0" timeOffset="170944.09">24125 11251 241 0,'0'0'15'0,"0"0"-19"16,0 0 11-16,0 0 10 15,0 0-1-15,0 0-11 0,53 1-3 16,-32-1-2-16,-3 0 2 16,3 0-4-16,1 2-18 15,0-2-32-15,-5 0-37 16,3 0-16-16</inkml:trace>
  <inkml:trace contextRef="#ctx0" brushRef="#br0" timeOffset="171179.93">24500 11178 217 0,'0'0'11'0,"0"0"8"16,0 0-11-16,0 0-1 15,0 0-3-15,0 0-3 16,0 0-2-16,0 0 0 16,0 13 1-16,0-3 1 15,0 6-1-15,0-3 0 0,3-1 0 16,-2 0-2-16,1-2-11 16,0-3-13-16,0-3-15 15,0-4-34-15</inkml:trace>
  <inkml:trace contextRef="#ctx0" brushRef="#br0" timeOffset="171555.68">24494 11161 120 0,'0'0'13'0,"0"0"9"15,0 0 2-15,0 0-4 16,42-10-7-16,-32 10-9 15,3 2-1-15,-4 5-1 16,2 2-1-16,2 2 0 16,-2 0-1-16,0 2 0 0,1 0 1 15,-3-5 0-15,0 2-1 16,2-4 1-16,-3-1-1 16,1-5 1-16,1 0 1 15,-3 0 3-15,-1 0 2 0,-2 0 11 16,-1-5 2-16,0-3-2 15,-2 0-3-15,1-2-2 16,-2-1-1-16,0-2-4 16,0 2-3-16,0-2 0 15,0 0-3-15,0 3-2 16,0 2 0-16,0 2-2 0,0 2-3 16,0 3-21-16,0-1-26 15,0 2-72-15</inkml:trace>
  <inkml:trace contextRef="#ctx0" brushRef="#br0" timeOffset="172076.41">24906 11130 89 0,'0'0'26'0,"0"0"-2"0,0 0-11 0,0 0 0 0,0 0-5 16,0 0-5-16,0 0-2 16,0 0 1-16,0 0-1 15,0 0 2-15,-40 23 3 16,32-16-2-16,2 0 1 15,-2 2-3-15,1 1-1 0,1-2 1 16,2 2 0-16,2-2-1 16,2 1 1-1,0-4 1-15,0 0 1 0,1-1 6 16,6-1 2-16,2-2 2 16,0-1-1-16,1 0-3 15,3 0-5-15,0 0-1 16,1 0-3-16,-2-2 1 0,5-2 0 15,-3-1-1-15,1 2-1 16,-2-2 1-16,-4-1-1 16,-1 0 1-16,-2-1 0 15,-2 0 4-15,-2-2 2 0,-1 0 0 16,-1-1 0-16,0 1-5 16,-5 1-2-16,-7 2 1 15,-9 3-2-15,-8-1-10 16,-7-2-36-16,-8-5-133 15</inkml:trace>
  <inkml:trace contextRef="#ctx0" brushRef="#br0" timeOffset="183658.03">20548 10634 3 0,'0'-1'6'0,"0"1"7"0,0-3 2 16,0 3-2-16,0 0-3 15,0 0-6-15,0-1-2 0,0 1-2 16,1-1 1-16,1-2 2 16,3 1-2-16,-4-1 4 15,1 1 7-15,0 0 8 16,-2-1-2-16,1 2-2 15,-1-1-5-15,0 0-4 16,0 2-2-16,0 0-5 0,0 0 0 16,0 0-5-16,0 0 6 15,1 0-2-15,1 4 2 16,0 1-1-16,1 1 0 16,-1 0 0-16,0 2 0 15,2 2 0-15,0 0 0 0,-1 0 0 16,1 3 0-16,3 0 0 15,-2 2 0-15,3 1 1 16,1 4-1-16,-1 0 0 16,0 4 0-16,-1 0 0 15,-1 6 0-15,-1 1 0 0,-2 2-1 16,-1 2 0-16,0-2 1 16,0 1 0-16,0-1 1 15,0-3-1-15,-1-1 1 16,1 1-1-16,2-3 0 15,1 1 0-15,-1-2 1 16,2 0-1-16,1-2 2 0,2-2-2 16,-1 1 0-16,0-1 2 15,-1-1-2-15,1 1 3 16,-1 0-3-16,0-1 0 16,-4 0 0-16,2-1 1 0,0 0-1 15,-2-1 0-15,-1 2 1 16,0-4 0-16,3 3 1 15,-5-3-1-15,0 0 1 16,2-1-1-16,-1-4 0 16,1 0-1-16,0-4 2 15,0-1-2-15,2 1 0 0,-1-4 0 16,-1-4-11-16,-2 0-44 16</inkml:trace>
  <inkml:trace contextRef="#ctx0" brushRef="#br0" timeOffset="185160.06">20468 10565 20 0,'3'-1'16'0,"0"-1"-2"0,0 2-6 16,1-1-3-16,2-2-2 16,3 3-2-16,1-3 2 15,2 1-1-15,4-2 1 0,0 1 1 16,3-1 1-16,1 1-2 15,0-1 0-15,3 0 2 16,-1 1-3-16,1-1 0 16,-1 1-1-16,3-1-1 15,0-1 1-15,2 1-1 0,1 1 1 16,0-3-1-16,0 3 2 16,2-3 2-16,0 1 2 15,3 0 1-15,0 0-2 16,2 1 1-16,1 0-4 15,2 0-1-15,2 1-1 0,0 0 0 16,0-3 1-16,0 2-1 16,1-3 0-16,-4 3 0 15,2-2 1-15,3 0 0 16,2 1 0-16,3-2 0 16,-1 2-1-16,0-2 1 15,3 0-1-15,1 1 1 0,-3 1-1 16,2-2 2-16,0 1-2 15,1-1 1-15,-1 0-1 16,-2 1 2-16,0-1 2 16,-1 1 0-16,-1 1 0 15,-2 0 0-15,1 0-2 0,3 0-1 16,-5 1 1-16,1-2 0 16,0 2 0-16,0 1 2 15,2-2 3-15,2 0 1 16,1 1-1-16,3 0-1 0,2 1-1 15,1-2-2-15,2 1-1 16,0 0-1-16,-3 1-1 16,3-1 1-16,-2 0-1 15,-2-2 0-15,1 1 0 16,3-1 1-16,2-1-1 16,1 0 0-16,2-1 1 0,3 1 3 15,2 0 1-15,-1 0-1 16,-1 0 0-16,0 3-2 15,-5-1-1-15,-2 0 0 16,-1-2 0-16,-2 1 1 16,1 0 0-16,-2 1 1 0,2-1-1 15,3 0 0-15,-2 1 0 16,0-1 1-16,-1-1 2 16,-1 1-2-16,-2 1-1 15,-1-1 2-15,-4 0 2 16,0 2-3-16,-4-2-1 15,-1 2-1-15,0-2 0 0,-2 2 0 16,0 0 0-16,1 1-1 16,-5 2 0-16,0-1 0 15,-4 2 0-15,-4 0-1 0,-5 3-3 16,-8 0-45-16,-9-3-93 16</inkml:trace>
  <inkml:trace contextRef="#ctx0" brushRef="#br0" timeOffset="187167.42">20694 11709 4 0,'3'-5'17'0,"-1"1"1"0,0 1-7 0,0 0-1 15,-2 0 2-15,2 2 3 16,-2-1 1-16,0 2 2 0,0 0-4 15,0 0-8-15,3 0-5 16,-2 0 1-16,2 0-1 16,-1 4 0-16,3 2-1 15,-3 5 0-15,1 1 0 16,-1-1 0-16,0 5 0 16,2-2 1-16,-1 0-1 0,2-1 0 15,-1 1 0-15,0-2 0 16,0-1 0-16,0-1 1 15,1-3-1-15,-1 2 0 16,2-4 1-16,-1 2-1 16,2-2 1-16,0 2-1 15,-1 0 1-15,2 1-2 0,-2 0 2 16,1 1-1-16,-1-1 0 16,2 1 0-16,-1 0 0 15,1-2 0-15,1 0 0 0,-2-1 0 16,2-1 0-16,-2 0-1 15,1-2 0-15,-3-2 0 16,4 2-1-16,-4-3 1 16,3 0 1-16,1 0 1 15,1 0-1-15,1 0 1 0,2 0-1 16,0-2 1 0,0 0 0-16,2 0-1 0,-2 2 1 15,3-1-1-15,-1-1 0 16,1 2 1-16,-2-2 2 15,5 1 4-15,-3-1 3 16,6-1-2-16,0 0-2 0,3 0-5 16,-3 2 0-16,4-2-2 15,-1 0 2-15,-1 3-1 16,2-3 0-16,-5 0 0 16,3 0 0-16,0 1 0 15,1-2 0-15,0 1-1 0,1 0 3 16,5-1 1-16,0 2 4 15,1-4-2-15,4 2 0 16,-2 0-4-16,1 1-1 16,-4 0 1-16,-1 0-1 15,-1 1 0-15,-2 0 0 0,-3-1 1 16,3 2-1-16,-2-2 0 16,1-1 0-16,3 4 0 15,0-3 0-15,1 0 0 16,1 0 0-16,0 0 0 15,0 0 0-15,-4 2 1 0,0-2-1 16,-5 2 0-16,3 0 0 16,-3 1 1-16,0-1-1 15,0 1 1-15,3 0 1 16,0 0-1-16,4 0 0 16,0 0-1-16,0 0 0 0,1 0 0 15,2 0 0-15,0 0 0 16,-3 0 0-16,1 0 0 15,1-1 1-15,-1 0-2 16,2-2 2-16,-2 1 1 16,3 1-2-16,0-2 3 0,1 0 4 15,3-1 0-15,1 1-1 16,-1 0-2-16,2 2-3 16,0-2 0-16,1 2-1 15,1-1-1-15,-2 1 1 0,-1-1 0 16,-2 1-2-1,1 0 0-15,-2-1 2 0,-2 0-1 16,1-2 2-16,2 0-1 16,1 1 2-16,0-1-2 15,2 1 2-15,-1 0-1 16,0 0-1-16,-1-1 1 0,0 1-1 16,-1 2 0-16,-1-2 0 15,1 0 1-15,0 1-1 16,1 0 0-16,3-1 0 15,-2 0-1-15,-1 1 0 16,1-1 1-16,1-3-1 0,-1 3 1 16,-1-2 1-16,2 0-2 15,3 0 2-15,-1 0-1 16,1 2 0-16,4 0 0 16,-6 2 0-16,1-2 0 15,-4 2 0-15,0-2-1 0,-2 2 2 16,-3-1-1-1,2-1 0-15,-2 1 2 0,0-1-1 16,-1 0 2-16,-1-1 0 16,2 1 0-16,-2-1-1 15,0-1-2-15,0 2 0 16,-1 0-2-16,-2-4-11 0,0-2-35 16,-7-7-50-16</inkml:trace>
  <inkml:trace contextRef="#ctx0" brushRef="#br0" timeOffset="189325.45">24956 10062 50 0,'0'0'16'0,"0"0"0"0,0 0-8 0,0 0 1 15,0-4 0-15,-2 4 2 16,0-2-1-16,-1 1-5 16,1-1 1-16,0 1 0 15,2 1-2-15,-1 0 0 16,1 0 2-16,0 0-3 0,0 0-1 16,0 0 3-16,0 0-1 15,5 0 1-15,2 0-2 16,-1 0 1-16,4-1-2 15,-3 1 0-15,3 0 0 16,0-2 2-16,0 2-2 16,5 0 1-16,-3 0-2 0,0 0 0 15,2-1 0-15,-2 1 0 16,1 0-1-16,-3 0 0 16,1 0 0-16,-2 0 0 15,-1 0 0-15,2 0 0 16,-5 3 0-16,4-1 0 15,-3 1 0-15,1-1 0 0,-1 2 1 16,0 2-1-16,0-1-1 16,-1 0 1-16,1-1 0 15,-3 0 0-15,1 3 0 16,3 0 0-16,-6-1-1 0,2 3 1 16,0 1-1-16,-1 0-1 15,-1 1 2-15,2 0 0 16,-3-1 0-16,2 3 1 15,-1-3-1-15,1 3 1 16,1 1-1-16,0 0 1 0,0-1-2 16,0 0 2-16,-1 2-1 15,-1-2 0-15,0 1-1 16,0-1 0-16,0 0 2 16,-1 1-1-16,2 0 1 15,-2 2-1-15,0-2 0 16,0 2-2-16,0 2 2 0,0-2 1 15,-4 2 0-15,0 1 0 16,-2-1 0-16,1 2-1 16,0 1 2-16,0 1-2 15,0-1 1-15,1-1-1 0,-3 1 0 16,4-1 1-16,2 0-1 16,1-2 0-16,0 1 1 15,0 1-1-15,0-2 0 16,0 2 0-16,2-1 0 15,0 1 0-15,0-1 0 16,0 1 0-16,2 0 1 0,-2-2-1 16,-2-2 0-16,2 3 0 15,-1-4 0-15,0 2 0 16,0-2 0-16,0 0 0 16,0-1 0-16,-1 3 0 15,3-4 0-15,-3 3 0 0,0-2 0 16,0-1 0-16,0-1 0 15,0 0 0-15,0-1 0 16,0 2 0-16,0-2 0 16,1-1 0-16,2 3 1 15,-1-1-1-15,1 0 0 0,-1 0 1 16,0 1 0-16,-2-1-1 16,0 1 0-16,0 0 0 15,0-1 0-15,0 1 1 16,0 2 0-16,0 0 1 15,0 0 1-15,0 1-2 0,0 0 0 16,0-2 0-16,0 2-1 16,0-1 1-16,0-3-1 15,0 3 0-15,0-5 0 16,0 3 1-16,-2-4-1 16,2-1 0-16,0 2 0 15,0-3 0-15,0 4 1 0,0-2 0 16,0 1-1-16,2 1 0 15,-2 2 0-15,1-3 0 16,-1 0 0-16,0 0 2 16,0-1-2-16,0-2 0 15,0 0 0-15,0 0 0 0,0-2 0 16,0 1 0-16,0 0 0 16,0 0 0-16,0 0 0 15,0 1-5-15,0-1 3 16,0 0 2-16,-1 0 0 15,-3-1 0-15,0 0 0 0,0-1 0 16,1 0 0-16,-1 1 1 16,0-1-1-16,1 0 0 15,-3 2 0-15,1-1 0 16,-1 1-1-16,1 1-23 16,0-2 14-16,-3 1 10 0,3-3-1 15,0-1 1-15,-1 2 1 16,1-1-1-16,-1-3 1 15,-2 4-1-15,0-1 1 16,1-1-1-16,-1-1 1 0,-3 0-1 16,3 1 2-16,-1-2-2 15,-2 2-2-15,-2-1 2 16,1 0 2-16,-5 2-4 16,-2-2 4-16,-7 2-5 15,0 2 0-15,-9 1-14 16,-6 0-17-16,-6 1-21 15</inkml:trace>
  <inkml:trace contextRef="#ctx0" brushRef="#br0" timeOffset="202887.96">20815 10768 46 0,'0'0'2'0,"0"0"-2"0,0 0 0 0,0 0-2 15,0 0-23-15</inkml:trace>
  <inkml:trace contextRef="#ctx0" brushRef="#br0" timeOffset="202944.2">20815 10768 12 0,'0'0'2'0,"0"0"-2"16,0 0-2-16</inkml:trace>
  <inkml:trace contextRef="#ctx0" brushRef="#br0" timeOffset="203629.92">20788 10741 47 0,'0'0'37'0,"0"0"-9"15,0 0-8-15,0 0-12 16,0 0-7-16,0 0-2 0,0 0 2 16,-2-3 0-16,2 3 1 15,4 0-2-15,1 0 1 16,2 0 0-16,-1 0 2 15,3 0 0-15,-2 0 0 16,3 0 1-16,0 0 0 16,-1 0-2-16,2 0 0 0,-1 3-1 15,0 0 1-15,-3 0-2 16,3 0 0-16,-2 1 0 16,0 0 0-16,3-1 1 15,-1-1-1-15,3 0 0 0,1-2-1 16,-1 0 3-16,3 0 2 15,-1 0-1-15,-1 0-2 16,0 0 1-16,0 0-1 16,0 0-1-16,-3 0 1 15,-1 2-1-15,-1-1 0 16,-1 0 1-16,-1 1-1 0,-3 0 0 16,1-1 0-16,-4 0 0 15,1 0-1-15,-2 1 0 16,0-1 1-16,0 0-1 15,1 0 2-15,-1 0 0 16,0 2 0-16,0-2 4 0,0 2 0 16,0 0-4-16,-3 1 1 15,0-1-1-15,-3 3 0 16,0 1-1-16,0 0 1 16,0 3-1-16,-1 0 1 15,0 1-1-15,-2-1 0 0,2 4 0 16,-4-2 0-16,2 1 0 15,0-1 0-15,-1-2 0 16,-2 3 1-16,3-3-1 16,0 1 0-16,-2 1 1 15,1-1 0-15,2 0-1 16,-4-1 3-16,2-1-3 0,2 0 1 16,1-1 0-16,-1-2 0 15,2 1-1-15,1-2 1 16,0 0 0-16,1 0 0 15,-1-2-1-15,1 1 0 16,0-2 1-16,3 2-2 0,-1-2-3 16,2-2-32-16,0 0-48 15</inkml:trace>
  <inkml:trace contextRef="#ctx0" brushRef="#br0" timeOffset="204225.19">21136 11005 54 0,'-1'2'10'0,"-2"-1"-2"0,1 2-1 0,-3-2 1 16,0 4-3-16,2-1 2 16,-3 0 2-16,0 3-1 15,0 0 1-15,0 2-1 16,0-1-2-16,-1 3-1 0,-2 1-1 16,1-1-1-16,0 2 0 15,-4-1-2-15,1 2 1 16,0 0-1-16,-1 1-1 15,-1 1-1-15,-1-4-18 16,1-4-63-16</inkml:trace>
  <inkml:trace contextRef="#ctx0" brushRef="#br0" timeOffset="214641.06">24704 10228 10 0,'0'0'13'0,"0"0"1"0,0 0-1 16,0 0-2-16,-2 0-6 15,1 0-5-15,0 0 3 16,0 0-3-16,1 0 2 0,0 0-2 16,0 0-1-16,0 0 1 15,0 0 0-15,0 0 0 16,0 0 1-16,1 0 0 16,0-2 1-16,1 1-2 15,-2 1 2-15,1 0-2 16,0-1 3-16,2 1 1 0,-3 0-2 15,2 0 0-15,-2 0-1 16,0 0 0-16,0 0 0 16,2 0 0-16,-2 0-1 15,0 0 1-15,0 0-1 16,0 0 5-16,0 0 6 0,0 0-5 16,0 0-3-16,0 0-1 15,0 0-2-15,0 1 1 16,1 2-1-16,0 0 1 15,0 3 0-15,0-3-1 0,0 1 1 16,0 0-1-16,-1-1 0 16,1 0 0-16,-1-2 0 15,1 2 0-15,1-3 0 16,0 0 1-16,-1 2-1 16,2-2 2-16,2 0-1 15,1 0 1-15,3-2 2 0,0-4-3 16,2 0-1-16,1-3 1 15,1 0 0-15,1-1-1 16,-3-1 0-16,4 0 2 16,-1-1-1-16,0 1-1 0,0-4 0 15,0 4 1-15,1 0 0 16,-3 1-1-16,-3 1 0 16,3 0 1-16,-3 2-1 15,-2 2 0-15,0-2 0 16,-3 3 0-16,2 1 0 15,-4 2 0-15,-2-1 0 16,0 2-1-16,0 0-2 0,0 0 0 16,0 0-4-16,0 7-1 15,0 0-12-15,-8 2-20 16</inkml:trace>
  <inkml:trace contextRef="#ctx0" brushRef="#br0" timeOffset="-214286.12">24745 10255 10 0,'0'0'3'0,"0"0"15"0,0 0-2 15,0 0 3-15,0 0-8 16,0 0-6-16,0 0-5 0,0 0 1 15,0 0 0-15,0 0 0 16,0 0-1-16,0 0 1 16,0 0-1-16,11 3 2 15,-8-3 1-15,2 0 5 16,0 0 12-16,4-3-3 0,-3-5-2 16,4-2-1-16,4-4-3 15,1-4 1-15,9-4-5 16,4-4-6-16,3-7-9 15,2-8-50-15</inkml:trace>
  <inkml:trace contextRef="#ctx0" brushRef="#br0" timeOffset="-177123.52">15806 11664 100 0,'0'0'12'0,"0"0"21"0,0 0-13 0,0 0-7 16,0 0-1-16,0 0 1 15,-6-45-1-15,4 35 4 16,-1 0-5-16,-3 1 0 0,0 2-5 16,-3 3-1-16,1 0-3 15,-3 4-4-15,-1 0 2 16,0 1-8-16,-2 12 7 16,0 2-2-16,0 4 4 15,0 1-1-15,2 4 0 0,-1 0 0 16,4 0 0-16,1 0-1 15,3-2 0-15,0-4 1 16,3 1 0-16,2-5 0 16,0-3-1-16,9-1-1 15,2 0-2-15,-1-6 4 16,5-2-1-16,0-2 1 16,1 0 2-16,-1-1 3 0,-1-7-1 15,1-3-1-15,-1-2-2 16,-1-1 0-16,-2-3-1 15,1-2 0-15,-4-3 2 16,-1-1-2-16,-1-4 1 0,-1-1-1 16,0-2 0-16,-3-1-1 15,0 1-1-15,-1 1-3 16,-1 2 0-16,0 0-2 16,0 5 2-16,0-1-1 0,0 2 3 15,0 2 2-15,0-1 0 16,0 2 0-1,0 1-1-15,0 0 1 0,2 1-2 16,2 2 2-16,-2 5 0 16,0 0 1-16,0 3-1 0,-1 4 0 15,-1 1 1-15,0 1-3 16,0 0-5-16,0 0-5 16,0 7 11-16,0 2 1 15,0 2-1-15,0 3 1 16,-1 0 1-16,0 3 0 15,0 2 0-15,-1-1-3 0,2 5 5 16,0-2-1-16,0 5 0 16,0-1 1-16,3 4-1 15,3-2 0-15,-1 1 1 16,0-4 2-16,1 1-2 16,-1-4 0-16,0-3-1 0,3 1 1 15,-2-4 3-15,1 1-2 16,0-5-1-16,2 2 2 15,-3-3 2-15,1-1-4 16,-1-3-1-16,1 0 1 16,-1-4-1-16,0-1 1 0,-2-1-2 15,3 0 4-15,-1 0 1 16,4-3 2-16,-3-5-2 16,3-6-2-16,2-1-2 15,-3-2 0-15,0 0-1 16,0 2 0-16,-4 2 0 0,1 3 0 15,-4 3 0-15,-2 1 0 16,2 6 1-16,-2 0 2 16,0 0-3-16,0 0-5 15,1 3 3-15,1 4 2 16,0 3 1-16,2 0 0 0,0-1 0 16,3 2 1-16,0 0 0 15,0-2 1-15,2-1-3 16,2-1 0-16,-5-1 0 15,3-2 2-15,1-1-2 16,-1-3-2-16,0 0-17 16,2-10-17-16,-4-5-27 15</inkml:trace>
  <inkml:trace contextRef="#ctx0" brushRef="#br0" timeOffset="-176983.91">16124 11414 198 0,'-5'-4'0'0,"1"1"8"0,3 0-6 0,0 3-6 15,1 0-52-15,0 3-11 0</inkml:trace>
  <inkml:trace contextRef="#ctx0" brushRef="#br0" timeOffset="-176562.21">16270 11576 170 0,'0'0'3'0,"0"0"0"16,0 0 1-16,0 0 2 0,13-37-2 15,-13 31 2-15,0 5 1 16,-3 1-5-16,-3 0-3 15,-3 0-1-15,0 1 3 16,2 9 1-16,-2 0-2 16,4 3 1-16,3 0-1 15,0 0 3-15,2 0-2 16,0-1-1-16,0-3 2 0,4 1-1 16,6-2-2-16,-1-1 4 15,3 0-3-15,2-1 2 16,-2 1 2-16,3 0-2 15,-4 0-1-15,-2 2-1 0,-4 0 1 16,-2 2 0-16,-3 0-1 16,0 5 1-16,-8-4-1 15,-7 1 4-15,-3 0-1 16,2 1-1-16,-2-4-1 16,5 1-1-16,-1-5-11 15,3-1-23-15,3-4-57 0</inkml:trace>
  <inkml:trace contextRef="#ctx0" brushRef="#br0" timeOffset="-176114.75">16417 11708 86 0,'0'0'1'0,"0"0"0"0,0 0-1 0,0 0 3 0,0 0 8 16,0 0 4-16,0 0 3 15,39 1-6-15,-29-9 0 16,-3-2-3-16,3-3 0 0,0 2-3 16,-3-3-3-16,1-3 0 15,-4 3 0-15,-1-1 3 16,-1 4 1-16,-2 0 3 15,0 2 0-15,0 2 2 16,-6 4 3-16,1 2-9 16,-4 1-5-16,-2 0 4 0,1 3-10 15,2 8 8-15,-2 2-9 16,0 2-1-16,5 2 6 16,1 2 3-16,1 2-1 15,3-3 1-15,0 1 1 16,0-2-2-16,1 0 1 15,5-1-2-15,3-5-2 0,-1-1-2 16,5-3-12-16,0-1-11 16,3-5-3-16,4-1-21 15,-3 0-63-15</inkml:trace>
  <inkml:trace contextRef="#ctx0" brushRef="#br0" timeOffset="-175338.11">16749 11612 94 0,'0'0'15'16,"0"0"21"-16,0 0-4 0,15-44-4 16,-15 38-4-16,0 4-12 15,-6 1-6-15,-6 1-8 16,-2 0 2-16,0 3 2 16,-2 5 0-16,3 4-1 15,-2-1-2-15,3 6-1 16,2-3 4-16,5 3-1 0,-3 2 1 15,6-3-2-15,2 0 1 16,0-3 0-16,0-1 1 16,8-1 0-16,-1-4-1 15,3-4 4-15,-1 0-5 0,3-3 1 16,0 0 1-16,1-9 0 16,-1-5 1-16,0 1-1 15,-1-4-2-15,-2 2 1 16,-3-1 0-16,-1 0-1 15,0 5 0-15,-1 2 0 16,-3 2 0-16,-1 3 1 16,0 3-1-16,1 1 0 0,0 0-2 15,0 1-3-15,2 8 2 16,1 1 3-16,1 2 1 16,-1 1 0-16,5-1 0 15,-5-2 0-15,3 1 0 0,-2-4 1 16,3 2 0-16,0-4-3 15,0-2 2-15,3-3-1 16,-1 0 0-16,0 0 0 16,1-7-1-16,3-5 4 15,-3-4-3-15,1 0 1 0,-4-3 0 16,1-1 0-16,-1-1-2 16,1 1 0-16,-1 4 0 15,-3-2 1-15,1 5-1 16,0 2 1-16,0 4 0 15,-2 1 0-15,0 2-1 0,-1 3 0 16,1-1-2-16,0 2 1 16,1 0 0-16,4 0 1 15,-4 3 0-15,3 4 0 16,-1 2 2-16,2 2-1 16,-1 0 1-16,1 2 0 15,-2 0 0-15,0 1-1 0,-4 1 1 16,-1-1-2-16,-2-3 0 15,0 3 1-15,-5-2-1 16,-2-1 3-16,-2-2-2 16,-1-2-5-16,5-3-5 15,-2-2-6-15,5-2-7 0,2-2-14 16,0-9-30-16,0-4-29 16</inkml:trace>
  <inkml:trace contextRef="#ctx0" brushRef="#br0" timeOffset="-174925.59">17130 11553 90 0,'0'0'33'0,"0"0"-11"0,0 0-13 0,0 0-3 15,0 0-1-15,0 0-4 16,0 0 1-16,0 0 1 16,40-4-1-16,-37 4 0 0,0-3-1 15,2-2 2-15,-3-3 3 16,2 0 8-16,0-2-9 15,-1 0 2-15,0-1-4 16,-1 2-1-16,-2 2-1 0,0 1 0 16,0 2 2-16,0 3 1 15,-5 1-2-15,0 0-2 16,1 0 0-16,-2 4-1 16,-1 3-1-16,-2 6 1 15,2 0 1-15,-2 2-2 0,0 2 3 16,0 5-1-16,2-2 0 15,1 1 0-15,2-1 2 16,2-2-1-16,2-1 1 16,0-3 0-16,0-2 1 15,4-2 1-15,2-2-1 16,4-3 0-16,1-3 2 0,4-2-1 16,-1 0 0-16,3 0-1 15,2-2-3-15,-2-10-36 16,1-3-99-16</inkml:trace>
  <inkml:trace contextRef="#ctx0" brushRef="#br0" timeOffset="-171132.59">17502 11505 128 0,'0'0'12'0,"0"0"14"0,0 0-6 16,0 0-6-16,0 0 0 16,0 0 3-16,0 0-4 0,0 0 5 15,0 0 1-15,0 0-2 16,0 0-4-16,0-1-5 16,10-2-3-16,-1-1-4 15,4 1 0-15,2 0 0 16,0 0-1-16,4 2 0 15,-3 1-3-15,-3 0-33 0,-2 0-21 16,-4 0 4-16,-2 5-35 16</inkml:trace>
  <inkml:trace contextRef="#ctx0" brushRef="#br0" timeOffset="-170964.77">17586 11641 119 0,'0'0'23'0,"0"0"0"15,0 0-16-15,0 0 4 16,0 0-2-16,0 0-3 16,0 0 1-16,0 0 2 0,10 8-2 15,6-8-4-15,-3 0-6 16,4-5-38-16,1-2-66 16</inkml:trace>
  <inkml:trace contextRef="#ctx0" brushRef="#br0" timeOffset="-170392.5">17836 11478 189 0,'0'0'60'0,"0"0"-57"16,0 0-8-16,0 0 5 15,0 0 0-15,0 0-2 16,0 0 2-16,20 41-1 15,-18-27-3-15,-2 2 0 16,0-1 0-16,0-3 3 16,0-2 1-16,0-3 1 0,0-3-1 15,0-1 0-15,-2-3-16 16,-3 0-4-16,0 0 3 16,-3-2-24-16,1-7 10 15,1-4 24-15,0-1 9 0,3-2-1 16,3 2 0-16,0-3 3 15,0 3 8-15,0 1 5 16,3 1-3-16,7 3 5 16,-2 0-4-16,3 0-5 15,1 4-3-15,1 2-1 16,1 3-3-16,-1 0-1 0,1 3-2 16,-1 12 1-16,-1-2 0 15,-2 4 0-15,0-1 0 16,1 0 0-16,-2-2 0 15,-2-3 1-15,1-4-2 16,-2 0 1-16,0-3-1 0,-1-4 5 16,-1 0 9-16,2 0 1 15,-2-8 3-15,1-4-2 16,0-3-9-16,-1-2 0 16,-2-3 1-16,1 1-3 15,-2 1-12-15,2 3 2 16,-3 1 3-16,0 6 2 0,0 4 0 15,0 4-17-15,0 0-51 16,0 0-39-16</inkml:trace>
  <inkml:trace contextRef="#ctx0" brushRef="#br0" timeOffset="-170060.54">18163 11387 212 0,'0'0'2'0,"0"0"-4"0,0 0 2 0,0 0-3 16,0 0 0-16,1 51 6 15,-1-34-2-15,0 0 1 16,0 0-1-16,0-2 1 16,1-4 0-16,5-1-1 0,1-3 3 15,2-4-2-15,-2-3 0 16,2 0 0-16,4 0 4 15,-4-9-2-15,1-5 0 16,2-1 3-16,-3-3 10 16,-3 0-4-16,-1-2 6 0,-1-1-1 15,-3 0-4-15,-1 2-12 16,0 5-2-16,-6 2-2 16,-6 8-8-16,-10 4-7 15,-5 7-36-15,-3 8-32 16</inkml:trace>
  <inkml:trace contextRef="#ctx0" brushRef="#br0" timeOffset="-169611.93">17429 12057 227 0,'0'0'9'0,"0"0"0"0,0 0-5 0,0 0 0 16,0 0 0-16,40-28 1 15,-28 20-1-15,1 2-3 0,1 2 0 16,-1 1-1-16,0 0-4 16,0 3-17-16,-4 0-30 15,-2 0-57-15</inkml:trace>
  <inkml:trace contextRef="#ctx0" brushRef="#br0" timeOffset="-169441.62">17480 12185 157 0,'0'0'35'16,"0"0"-23"-16,0 0-14 15,0 0 12-15,0 0 4 0,0 0-8 16,47 0-3-16,-28-5-4 16,0-4-21-16,0-1-46 15</inkml:trace>
  <inkml:trace contextRef="#ctx0" brushRef="#br0" timeOffset="-169220.59">17699 12055 244 0,'0'0'7'0,"0"0"-10"0,0 0 3 16,0 0 0-16,0 0 0 15,23 38 1-15,-18-31-1 16,4 2-1-16,1-4 1 16,0 2-4-16,0-4-2 15,1-1-10-15,3-2-6 0,-3 0-18 16,1-5-32-16</inkml:trace>
  <inkml:trace contextRef="#ctx0" brushRef="#br0" timeOffset="-168992.51">17871 12005 172 0,'0'0'31'16,"0"0"-2"-16,0 0-19 15,0 0-10-15,0 0 0 16,0 0 0-16,0 0 0 16,-19 52 0-16,17-32 1 0,-1 0-1 15,-2 2 1-15,1 0-1 16,0 1 0-16,1 1 3 15,1-2-2-15,-2-3 0 16,3-2-1-16,1-4-5 16,0-5-24-16,0-6-18 0,1-2-68 15</inkml:trace>
  <inkml:trace contextRef="#ctx0" brushRef="#br0" timeOffset="-168592.69">17961 12004 249 0,'0'0'6'16,"0"0"1"-16,0 0-5 15,0 0-2-15,0 0-2 16,0 0-2-16,0 0 1 0,0 0 5 16,4 55-1-16,-4-32 0 15,-3-1 2-15,1-2-1 16,2-3-2-16,0-2 0 15,0-4 1-15,0 0 0 16,0-5-1-16,0-2 1 0,0-1-1 16,2-3-2-16,4 0 5 15,-1 0-1-15,1 0 2 16,0 0 0-16,3 0-1 16,-3 0 2-16,2-1 0 15,-1-1 1-15,1 1-4 16,0-1 2-16,1 2-3 0,1-2-1 15,-3 1 1-15,3 1-1 16,0-2 0-16,-1 0 0 16,1 1 0-16,0-1 0 15,-3-2-10-15,1 0-23 0,-2-2-15 16,-2-1-36-16</inkml:trace>
  <inkml:trace contextRef="#ctx0" brushRef="#br0" timeOffset="-168374.16">18000 12090 108 0,'0'0'106'0,"0"0"-103"0,0 0 6 15,0 0-3-15,0 0 0 0,0 0-3 16,32-41-1-16,-21 34-2 15,1-2 1-15,2 2-1 16,0 0-7-16,-1-1-22 16,-2 2-25-16,-4-1-67 15</inkml:trace>
  <inkml:trace contextRef="#ctx0" brushRef="#br0" timeOffset="-168209.25">18027 11975 180 0,'0'0'22'0,"0"0"7"16,0 0-7-16,0 0-9 16,0 0-9-16,0 0 1 15,0 0-5-15,0 0-3 16,39-42-18-16,-21 34-30 16,4 0-50-16</inkml:trace>
  <inkml:trace contextRef="#ctx0" brushRef="#br0" timeOffset="-167793.69">18283 11915 61 0,'0'0'75'0,"0"0"-73"16,0 0-1-16,0 0 2 15,0 0-1-15,0 0-1 16,0 0 0-16,0 0 0 0,18-18 2 15,-21 15 4-15,-3 2 2 16,0 1 0-16,-1 0-2 16,-3 0-5-16,-1 4-1 15,-1 6-1-15,0 0-3 16,1 1 5-16,2 4-1 0,1-1 0 16,4 1 0-16,4 1-1 15,0-2 1-15,0 0 0 16,1-2 0-16,5-2 4 15,4-2 0-15,0-3 1 16,-1-1 3-16,2 0 5 0,-2-3-4 16,0 4-6-16,-1-4-3 15,-4 5-1-15,-2-1 1 16,-2 1 1-16,0 3-1 16,-12 1 0-16,-3 0 1 15,-8 2 4-15,-3 0-6 16,-3-5-32-16,1-7-139 0</inkml:trace>
  <inkml:trace contextRef="#ctx0" brushRef="#br0" timeOffset="-166082.05">20793 10772 56 0,'3'0'11'0,"3"-1"4"0,-4-1 0 0,-1 0 5 15,-1 0 2-15,1 1 1 0,-1 0 4 16,0 0-2-16,0 1-13 16,0 0-9-16,1 0-3 15,0 0-2-15,1 0 0 16,0 0 2-16,3 3 0 16,-1 1 0-16,3 0 0 15,1-2-1-15,2-1 1 0,2 1 1 16,1-2 0-16,0 0-1 15,3 0 1-15,-3 0-1 16,1 0 0-16,-1 0 1 16,-2 0-1-16,-1-2 0 15,-1 1 0-15,-3 1 0 16,0 0 0-16,-2 0 0 0,0 0 0 16,2 0 0-16,-3 0 0 15,1 0 0-15,0 0 0 16,0 0 0-16,-2 0-1 15,-1 0-1-15,1 0 0 0,-1 0-3 16,-1 4 1-16,0-2 3 16,0 2 1-16,0 2 0 15,0-1-1-15,-5 3 3 16,0 0-1-16,-1 3-2 0,1-1 2 16,-3 3 0-1,0-1-2-15,0 3 2 16,1-1-1-16,-1-1 1 0,-2 1 1 15,3 1 0-15,-1 0-1 16,1-1 0-16,-2 2-1 16,2-1 1-16,-1 0-1 0,0-1 0 15,1-1-1-15,0-3-5 16,3-3-18-16,2-2-19 16,2-4-30-16</inkml:trace>
  <inkml:trace contextRef="#ctx0" brushRef="#br0" timeOffset="-165490.98">21166 10958 90 0,'0'0'20'0,"0"0"-11"0,0 0-7 0,0 0-1 16,0 0 0-16,0 0 0 15,0 0 2-15,0 0 7 16,0 0-2-16,0 0 0 15,0 0-2-15,0 0-3 0,0 2-3 16,0 2 0-16,0 0 1 16,-4 2-1-16,1 1 0 15,-2 3 0-15,0-2 2 16,0 1-4-16,-3 0 2 16,2-1-1-16,-4 2 0 15,3-1 1-15,-1 0 2 0,-2 2 0 16,2 0-2-16,0 0 2 15,-5 2-1-15,2 0-1 16,-1 0 2-16,-1-1-2 16,0 0-4-16,1-1-16 15,1-5-43-15</inkml:trace>
  <inkml:trace contextRef="#ctx0" brushRef="#br0" timeOffset="-162615.4">18455 11282 51 0,'-2'-4'2'0,"0"-3"-1"0,1 1-4 15,-1-1-24-15</inkml:trace>
  <inkml:trace contextRef="#ctx0" brushRef="#br0" timeOffset="-161660.49">18455 11282 1 0,'-26'-36'30'0,"22"34"-9"15,2 0-7-15,-2 1-10 16,2-2-3-16,0 0 0 15,2 2-1-15,-2-2 0 16,2 3 4-16,0-2 2 0,0 1 1 16,0 1 0-16,0 0 4 15,0-2-4-15,0 1-5 16,0 1 4-16,0-1-2 16,0-1-2-16,4 1-2 15,2-2 2-15,-2 2 0 0,4-2 1 16,-1 3 2-16,1 0-1 15,-1 0-2-15,1 0-1 16,0 0-1-16,-1 4 0 16,1 2 0-16,0 1 0 15,2 3 0-15,-5 0 0 0,1 1 0 16,0 1 0-16,-4-1 0 16,-1 0 1-16,0-1 3 15,-1 2 1-15,0-1-1 16,0 2-2-16,0 0 0 15,-3 3 0-15,-2 0 1 0,1 4-1 16,-1 1 0-16,1 2 0 16,0 1 0-16,-1 0-1 15,2 3 2-15,3-4-2 16,0 1 1-16,0-4-1 16,2-1 1-16,6-5 1 0,-1 1 1 15,1-5 1-15,1-3-1 16,0-1 3-16,1-3-3 15,1-3 2-15,-1 0-2 16,2 0 0-16,2 0-2 16,-4-3 1-16,2 0-2 15,-4 0 0-15,-2 2-1 0,0-2 0 16,-2 3 0-16,-4 0-2 16,0 3-1-16,0 7 1 15,-4 3 4-15,-2 4 1 16,-2 3-2-16,0 4 0 0,-3 1-1 15,3 2 1-15,2 2-1 16,-3-1 0-16,4 5 1 16,1-5-1-16,2 2 0 15,2-2 0-15,0 1 1 16,0-2-1-16,0-3 0 16,0 2 0-16,2-4 0 0,0 0 0 15,-2-1 1-15,0-1-1 16,0-2 0-16,0-2 0 15,0 1 0-15,0-3 0 16,-5 0 1-16,0-2-1 16,0-1 1-16,-3 2 1 0,2-3 1 15,-3 1 0-15,0 0 0 16,0 1 0-16,-2-1-2 16,-1 1 0-16,-1-1 0 15,2-3 1-15,1-2-4 16,0 1 7-16,2-3-1 0,3-3 7 15,1 0-2-15,2-1-6 16,-2 0-2-16,2 0 0 16,0 0-1-16,0 0 1 15,2 0-1-15,-2 0 0 16,2 0 0-16,0 0-2 0,0 0-1 16,0 0-7-16,0 0-4 15,0 0-7-15,0 0-15 16,0 3-14-16,-2 1 7 15,-2-1-44-15</inkml:trace>
  <inkml:trace contextRef="#ctx0" brushRef="#br0" timeOffset="-154740.73">18301 11431 8 0,'2'-3'37'0,"1"-1"-24"0,-3 3-5 16,0-1-2-16,0 1 1 0,0 1 10 15,0 0 0-15,0 0-5 16,0 0-8-16,0 0-1 16,0 0-1-16,0 0-2 15,0 3 0-15,0 2 0 16,0 0 0-16,0 0 0 0,0 1 0 16,0 1 0-16,0 1 1 15,0-3-1-15,2 1 0 16,2-2 0-16,-2 0 0 15,-1-2 0-15,2-1 1 16,0-1-1-16,-1 0 1 16,2 0 0-16,-3 0 2 0,4-1 0 15,3-5-1-15,-3-1-1 16,3-3 2-16,1-3-1 16,2 2 1-16,0-4 5 15,2-2 3-15,2 0 1 16,1 0 4-16,0-1-6 0,1 2-5 15,-1 1-3-15,0 1 0 16,-2 4-2-16,0 3-3 16,-3 2-15-16,-2 4-30 15,-4-1-13-15</inkml:trace>
  <inkml:trace contextRef="#ctx0" brushRef="#br0" timeOffset="-153772.7">18384 12005 22 0,'0'0'4'0,"0"0"3"0,0 0 2 0,0 0 9 0,0 0-8 16,0 0-3-16,0 0 4 15,0 0-2-15,0 0-3 16,0 0-3-16,0 0-2 0,0 0-1 16,0 0 1-16,-36 4-1 15,36-4 0-15,0 0 1 16,-1 0 1-16,1 0 3 15,0 0 0-15,0 2-4 16,0-1-1-16,0 3 1 16,0 1-1-16,0 0 0 0,0 1 0 15,1 0 0-15,0-1 1 16,2 0-1-16,-1 0-1 16,-1-2 2-16,1 1-1 15,0 1 0-15,1-1 0 16,3 0 0-16,-4 0 0 0,1-2 0 15,3-1 1-15,-3-1-1 16,3 0 2-16,0 0 1 16,0-7 3-16,2-1-2 15,1-2 1-15,1-2-2 16,2-2 0-16,2-1 0 0,2-1 0 16,0-2-3-16,3-1 1 15,1-1 0-15,0 0-1 16,-1 2 0-16,1 2 0 15,-1 1-4-15,-4 3-9 16,-2 2-21-16</inkml:trace>
  <inkml:trace contextRef="#ctx0" brushRef="#br0" timeOffset="-149156.25">16881 13009 81 0,'0'0'9'0,"0"0"0"0,0 0 0 0,0 0 7 0,0 0-6 15,0 0-2-15,0 0-1 16,0 0-2-16,0 0 3 16,9-41 2-16,-9 35 0 15,0 2-7-15,0 0-2 0,0 0 0 16,0-1-1-16,0 2 0 15,0 1 0-15,0 1-1 16,-1 0-1-16,-2 1-3 16,0 0 5-16,-1 0-2 15,-2 4-5-15,1 5 12 16,0-1-5-16,-1 5 0 0,3-1 0 16,-1 0 0-16,0 1-1 15,2 0-1-15,0 0 1 16,2-1 0-16,0-1-2 15,0-1 3-15,0-1-1 16,0-2 0-16,2-2-3 0,2-1 0 16,0-3 4-16,1-1 1 15,2 0 0-15,-1 0 1 16,1-1 2-16,1-6-4 16,2 0 1-16,-4-2-1 15,1 1 1-15,-1-1-1 16,0-1-1-16,-2 0 1 0,-2 3-1 15,-1-3 2-15,-1 3 0 16,0 1 0-16,0 1 7 16,0-1-2-16,0 1-3 0,0 0-2 15,0 2 0 1,0 2-1-16,0-1-1 0,0 1 1 16,0 1 1-16,0 0-1 15,0-1 0-15,0 1 1 16,0 0 1-16,0 0-2 15,0 0-1-15,0 0 0 16,0 0 0-16,0 0 0 0,0 0-2 16,0 0 3-16,0 0 0 15,0 0 1-15,2 0 0 16,-1 0-1-16,2 0 1 16,-3 0-1-16,2 0 0 0,0 0 1 15,-1 0-1-15,0 0 0 16,0 0 1-16,0 0 1 15,0 0 3-15,-1 1 1 16,2 3-3-16,0 1-1 16,0 2 0-16,1 2-1 0,-2 3 0 15,1 3-1-15,-2 1 3 16,0 3-1-16,0 1 1 16,0 2-2-16,0 2 1 15,0-1-1-15,0 4 0 16,1-1 0-16,0-1-4 0,-1-4-33 15,1-6-40-15</inkml:trace>
  <inkml:trace contextRef="#ctx0" brushRef="#br0" timeOffset="-148373.66">17188 12967 91 0,'0'-6'4'0,"0"-1"9"0,0-1-1 0,0 1 2 16,-3 0-4-16,-1 0 9 0,-2 2 8 16,3 0-11-16,-5 1-1 15,3 1-8-15,0 3-4 16,-3 0-5-16,0 2 2 15,0 5 2-15,1 1-2 16,1 4 0-16,3-1 0 0,-3 0 0 16,4 1 0-16,2-1 0 15,0 0 0-15,0-1 0 16,0-1-3-16,6-2-6 16,1-1 1-16,1-2-2 15,-1-4 7-15,4 0 1 16,-2 0 2-16,-1 0 2 0,2-8-2 15,-1-1 0-15,-4 0 1 16,3-1 0-16,-2 1-1 16,-1-3 0-16,0 5 1 15,-3 0 0-15,-1 0 1 0,-1 3 3 16,0 1 2-16,0 0 0 16,0 1-2-16,0 2-5 15,0 0 3-15,-1 0-6 16,-1 0 4-16,0 0 1 15,1 0-5-15,1 2 3 16,-1 2 0-16,1 3 0 16,0 2 0-16,0 1 0 0,0 1 0 15,-1 2 0-15,0 0 1 16,0 1-1-16,-1 0 2 16,1 0-4-16,0 1 4 15,-1 0-2-15,-3 2 0 0,3 0 0 16,1-1 0-16,0 0 0 15,1-1 0-15,0-1 0 16,0-2 0-16,0-3-17 16,0-3-27-16,6-4-10 15</inkml:trace>
  <inkml:trace contextRef="#ctx0" brushRef="#br0" timeOffset="-147908.89">17519 12739 99 0,'0'0'2'0,"0"0"0"0,0 0 2 0,0 0-1 0,0 0-1 15,0 0-1-15,0 0 3 16,-19 55 5-16,17-32 5 15,-2 4 0-15,1 2-1 0,0-1-5 16,2 3-4-16,-4-1-1 16,2 3-1-16,0-1-1 15,-2 0 0-15,-2 2-1 16,1 1 1-16,-2-5-1 16,0 3 1-16,1-6-1 0,3-6 0 15,-2-4 0-15,3-4-4 16,1-5-13-16,0-3-17 15,-2-5-16-15</inkml:trace>
  <inkml:trace contextRef="#ctx0" brushRef="#br0" timeOffset="-147616.98">17352 13011 39 0,'0'0'46'0,"0"0"-22"16,0 0 6-16,0 0-2 15,0 0 0-15,0 0-18 16,0 0-4-16,0-39-3 15,0 35-1-15,2 1-2 16,1 0-1-16,2 3-3 16,-1 0-22-16,3 0-25 0,-2 0-20 15</inkml:trace>
  <inkml:trace contextRef="#ctx0" brushRef="#br0" timeOffset="-147348.3">17637 13029 117 0,'0'0'17'16,"0"0"14"-16,0 0-4 0,0 0-13 16,0 0-2-16,0 0-5 15,0 0-5-15,0 0-6 16,-4 0-48-16</inkml:trace>
  <inkml:trace contextRef="#ctx0" brushRef="#br0" timeOffset="-143055.49">20565 10718 63 0,'-6'-1'9'0,"4"-3"-4"0,1 2 3 0,-1 1-8 15,2-1-9-15,0 1-28 16</inkml:trace>
  <inkml:trace contextRef="#ctx0" brushRef="#br0" timeOffset="-141475.95">20527 10607 82 0,'0'0'18'0,"0"0"-4"0,0 0-11 15,0 0-3-15,0 0-1 16,0 0 0-16,0 0 0 15,0 0-1-15,-9-10-1 16,9 10 1-16,0 0 1 16,5 0 1-16,-1 0-2 0,-1 0-3 15,3 2-13-15,-2 2-5 16,-1 0 10-16,1 1 10 16,-1 0 3-16,1 1 0 15,-2 0 3-15,-1 2-1 16,1 1 1-16,0 1 5 0,-2 1-3 15,2 3-2-15,-1 2-2 16,0 0 1-16,-1 2-2 16,0 3 2-16,0-1-1 15,0 1 0-15,0 1 3 16,0 2 2-16,0-3-1 0,0 3-1 16,0 2 0-16,0-1-1 15,0 1-2-15,0 2 1 16,0-2 0-16,0 5 0 15,0-2-1-15,-1-1 0 16,-2 5 0-16,1-2 0 0,2 0-1 16,0 2 2-16,0 0-2 15,0-3 1-15,4 1-1 16,2-3 0-16,-1-2 1 16,1-2 0-16,-3-2-1 15,0-3 2-15,-2 2 0 0,-1-2-1 16,0-1 1-16,0-1 0 15,0 0 0-15,0 3 1 16,-1-3 0-16,1 0-1 16,0-2-1-16,0-1 1 15,0-3 0-15,0-2 0 16,0-1-1-16,1-1-1 0,2 0 2 16,-3 0-1-16,4-2 0 15,-4 2 0-15,0-2 0 16,2 2 0-16,-2-1 0 0,1 1 0 15,-1 0-1 1,1 2 1-16,0-2 0 0,0 2 0 16,0 0-1-16,0 0 0 15,1 0 1-15,1-1 1 16,0 3 0-16,1-1 0 16,3 0-1-16,-3 1 2 0,1-2-3 15,1 0 0-15,-1-1 0 16,-1-2 2-16,3 0 2 15,-4-1 1-15,1 0-2 16,0 0 0-16,-1 2-2 16,1-1 0-16,-1 5 0 0,3-3-1 15,-4 3 0-15,1-4 1 16,3 4-2-16,-3-2 4 16,2-2-2-16,5-3 0 15,-2 2 0-15,1-3-1 16,2 1 0-16,1-1 1 15,1-2 2-15,1 2-3 0,1-2 3 16,2 1-3-16,-1-2 2 16,5 0 10-16,-3 0-5 15,2 0 0-15,-2 0-4 16,-2 0 0-16,3 0-1 16,2 0-1-16,-2-3 0 0,4 2-1 15,2-1 0-15,2 1 1 16,-1-1-1-16,3 1-1 15,2-1-1-15,0 0-8 16,1 0 0-16,2-1 1 16,-2 1 2-16,2 0 1 15,-2-2 4-15,2 3 1 0,-1-1 1 16,3-2 0-16,-2 1 0 16,3-3-9-16,2 3-1 15,-3-1-7-15,0 0 5 16,3-2 10-16,-3 3 3 0,2-1-1 15,0 0 1-15,3 1-1 16,0-1-1-16,1 1-3 16,0-1-6-16,3 1 4 15,-1-4 6-15,3 4 1 16,-2-1 6-16,6-1 5 16,-4-2 0-16,5 3-4 0,1-2-3 15,-4 0-4-15,2-2-1 16,-1 4 1-16,-1-2-1 15,2-1 0-15,1 1 0 16,-1-1 1-16,0 0-1 0,2 1 2 16,-1-1 7-16,0 0 3 15,1 0-4-15,-1 2-5 16,2 0-1-16,-1-2 0 16,-1 1-2-16,-2 1 2 15,1-2-2-15,-1 1 3 16,0 0 10-16,-1-1 0 0,-2 1-2 15,0 1 0-15,-4-1-4 16,-4 1-5-16,0 0-1 16,-5 2-1-16,1 0-1 15,-6-1-14-15,-2-1-29 0,0-4-74 16</inkml:trace>
  <inkml:trace contextRef="#ctx0" brushRef="#br0" timeOffset="-140215.28">20631 10640 141 0,'-2'0'5'0,"-1"0"-10"0,2 4 2 15,-1 5 2-15,0 1 0 16,0 6 0-16,0 2-2 16,-1 3-2-16,3 3 5 0,0 5-1 15,0 1 1-15,0 4 0 16,0 1 1-16,0 5 0 16,0-1-1-16,0 1 1 15,0 0-1-15,0-1 0 0,7 0 0 16,-2 0 1-16,1 1 2 15,2 2-2-15,2-1 1 16,-4 2 0-16,1-2-1 16,-2 0 0-16,-1-2 1 15,1-4 1-15,-3-2-2 16,0-2 0-16,1-1 1 0,-2-3-2 16,1-1 1-16,1-1 0 15,-1-1 1-15,-1-4-1 16,-1-3 3-16,2 0-1 15,0-3 1-15,-1-4-2 16,0 0 2-16,1-1-3 0,0-1 0 16,-2 1-2-16,0-1 0 15,2 2 1-15,1 0 0 16,-1 0 1-16,2 0-1 16,1-3 1-16,1 2-3 15,3-4 4-15,-1-2-2 0,3 0 1 16,4-2 1-16,5-1 1 15,0 0 5-15,5 0-4 16,2 0 1-16,4 0-3 16,3 0-4-16,1 0-9 0,2-1-13 15,4-2 8-15,5 2 10 16,2-1 4-16,3 1 3 16,4-2 0-16,5-1-1 15,1-2 1-15,8 1 4 16,2-3 3-16,8 2 9 15,3-5 3-15,9 1-1 0,3-1 0 16,5-2-7-16,4 1-9 16,8-1-2-16,3 1 0 15,3 1-2-15,6-1-4 16,0 1-24-16,0-5-80 16</inkml:trace>
  <inkml:trace contextRef="#ctx0" brushRef="#br0" timeOffset="-135973.74">16503 11096 148 0,'0'-4'2'0,"0"1"7"0,0 0 2 0,0 0-5 15,0 3 5-15,0-1 2 0,0 0 5 16,0 1-4-16,0 0-9 16,-1 1-11-16,-1 7 6 15,1 2-4-15,0 5 6 16,1 2 3-16,0 0-4 0,0 2 0 15,0 0 0-15,0-1 0 16,3-1 0-16,-1-1-1 16,1-3-4-16,-1-3-15 15,-2-3-13-15,0-3-13 16,0-4-18-16</inkml:trace>
  <inkml:trace contextRef="#ctx0" brushRef="#br0" timeOffset="-135611.67">16470 11055 123 0,'0'0'24'0,"0"0"-21"16,6-40-1-16,3 29-1 16,3-2-1-16,-1 0 1 15,1 2-1-15,-1-1 1 16,1 4-1-16,1 2 4 0,-2 2-2 15,-1 3 0-15,2 1-2 16,-4 0 0-16,2 4-1 16,1 4-1-16,-3 2 1 15,1 2-1-15,-3 1 0 16,0 0 5-16,-4-4-3 0,-2 4-4 16,0-2 5-16,-4-1 3 15,-8 0 2-15,1 1-3 16,-5-2 2-16,1 2-2 15,-1-1 5-15,1-2-1 16,0-2-3-16,5 0-1 0,1-2-1 16,0-1-3-16,5-3-27 15,1 0-64-15</inkml:trace>
  <inkml:trace contextRef="#ctx0" brushRef="#br0" timeOffset="-135198.11">16698 11036 172 0,'0'0'2'16,"0"0"-1"-16,0 0 0 15,0 0-1-15,45-24 1 16,-37 24-2-16,0 0 1 15,1 0-1-15,-2 0 0 0,3 7-1 16,-5 3-2-16,4 0 3 16,-4 2-1-16,1-1 3 15,-2 3 3-15,-3-4-4 16,1 1 0-16,-2-2 0 16,0-1-2-16,0-3 4 15,0-1 7-15,0-1 10 0,0 0-7 16,-2-3 0-16,1 0 5 15,-3 0 2-15,4-4-6 16,-2-7-6-16,2-3 1 16,0 0-2-16,2-4-7 15,5-1 1-15,5 1-5 0,0-1-12 16,2 4-13-16,2 1-11 16,-2 2-24-16,1 2-20 15</inkml:trace>
  <inkml:trace contextRef="#ctx0" brushRef="#br0" timeOffset="-134885.42">16972 10975 95 0,'0'0'50'15,"0"0"-37"-15,0 0-11 16,0 0 0-16,-1 47 1 16,-1-33-2-16,0-1 0 15,2 0 0-15,0 1 1 0,0-2 0 16,0-2 4-16,1-1 1 15,6-2-2-15,1-4 3 16,0-1-5-16,1-2 8 16,-2 0 3-16,4-2 8 0,-6-7-4 15,1-2-5-15,-4 0 0 16,-2-3 1-16,0-2-2 16,0 3-6-16,-9-1 0 15,3 0-5-15,-6 3-2 16,2 4-3-16,0 4 1 15,-1 3-8-15,3 0-13 0,2 3-11 16,2 5-15-16,4-2-26 16</inkml:trace>
  <inkml:trace contextRef="#ctx0" brushRef="#br0" timeOffset="-134326.03">17150 10802 162 0,'0'0'6'15,"0"0"32"-15,0 0-13 16,0 0-16-16,0 0-12 16,0 0 1-16,0 0-2 15,0 0 4-15,0 37 4 16,0-16-3-16,4 5-1 0,-2-1 1 15,0 1 0-15,0-2-1 16,0 0 1-16,1-4-1 16,0-3 1-16,1-3-1 15,-3-4 1-15,3-4 0 16,0-2-2-16,0-2 1 0,-2-2-2 16,1 0 4-1,4 0 4-15,-4-2-3 0,3-6-2 16,0-1 0-16,1-2-1 15,2-2 0-15,2 2 0 16,-4-1 1-16,2 3-1 16,2 1 0-16,-2 1 0 0,0 4 0 15,2 2 0-15,-2 1-1 16,-1 0 1-16,2 1-1 16,-3 8-1-16,1 1 0 0,-4 2 0 15,-2-1 0 1,-1 1 0-16,-1 1 1 0,0 1-1 15,-9-2-4-15,-4-1 2 16,-3-1 5-16,1 1 1 16,-5-3 1-16,1 1-3 15,0-2 2-15,2-1-2 16,3 0-1-16,2-3-15 0,3-2-35 16,3-1-41-16</inkml:trace>
  <inkml:trace contextRef="#ctx0" brushRef="#br0" timeOffset="-133824.85">17487 10968 150 0,'0'0'8'0,"0"0"13"15,0 0 4-15,0 0-10 0,0 0 0 0,0 0-11 16,0 0 5-16,0 0-6 16,0 0-2-16,-38-28 0 15,27 32 0-15,4 3 0 0,-3 6-1 16,0-2 1-16,4 5 0 16,1-3-1-16,0 1-1 15,4-1 2-15,0-2-1 16,1-4 1-16,0 0-1 0,0-2-3 15,3-1 2-15,3-3 1 16,-3-1 3-16,2 0 2 16,1 0-2-16,-2-2 2 15,0-6 6-15,3-2-7 16,-2 0-2-16,-1 0 0 16,3 1-1-16,-4 0 0 15,-1 3 0-15,0 3 1 0,2 3-1 16,-1 0-2-16,1 0-1 15,2 2 2-15,0 5-1 16,2 0 2-16,-1 1 0 16,3 0 0-16,0-2 0 0,-3-1-1 15,3-1-3-15,2-4-7 16,-1 0-13-16,-2 0-30 16,3-7-25-16,-2-8-25 15</inkml:trace>
  <inkml:trace contextRef="#ctx0" brushRef="#br0" timeOffset="-131545.14">17546 10747 159 0,'0'-12'-1'0,"0"2"10"0,0 3 2 0,0 0-1 16,0 3 1-16,0 1 2 16,0 2 3-16,0 1-1 15,0 0-17-15,0 5-3 16,0 9 3-16,3 6 4 0,2 5 1 15,0 6-2-15,-1 1 0 16,4 3-1-16,-2-3 1 16,0-1-1-16,-1-5 1 15,1-6 0-15,-1-3 0 0,-2-7-1 16,-1-3 2-16,2 0-1 16,-2-4-1-16,0-2 0 15,-2-1 1-15,0 0 1 16,0 0 2-16,0 0-1 15,0-7-4-15,0 0 3 16,1-2 3-16,3-2-5 0,2 0 0 16,3 1 0-16,1 0 0 15,3 0 0-15,1 3 0 16,-1 1-2-16,1 1 2 16,-1 3 0-16,0 2-1 0,-4 0 1 15,0 0-2-15,-1 7 1 16,-1 0-2-16,0 2 2 15,-5-1-1-15,0 1 2 16,-2-2-2-16,0 3 0 16,-3-2-3-16,-7 2 3 15,-4-4 9-15,-3 3-8 0,-1-2 5 16,1 0-7-16,1-4 4 16,0-2-1-16,4 2 2 15,4-3-2-15,1 0-9 16,4 0-35-16,3-3-39 0</inkml:trace>
  <inkml:trace contextRef="#ctx0" brushRef="#br0" timeOffset="-131311.5">17798 10911 58 0,'0'0'177'0,"0"0"-175"0,0 0 3 0,0 0-7 0,0 0-3 16,0 0 1-16,0 0 4 0,-2 37 4 16,2-27-3-16,0-1 0 15,0-1-1-15,4 1 0 16,4-4-2-16,2-2 4 16,3 1-2-16,1-4 0 15,-1 0-31-15,0-7-50 16</inkml:trace>
  <inkml:trace contextRef="#ctx0" brushRef="#br0" timeOffset="-131162.14">17824 10791 212 0,'0'0'12'0,"0"0"14"15,0 0-21-15,0 0-4 16,0 0-4-16,0 0-39 15,0 0-67-15</inkml:trace>
  <inkml:trace contextRef="#ctx0" brushRef="#br0" timeOffset="-130676.99">17914 10667 198 0,'0'0'7'0,"0"0"7"16,0 0-6-16,0 0-1 16,0 0-7-16,0 0-8 15,0 0 8-15,7 18-1 0,-6 4 4 16,2 2-2-16,0 3 1 16,-1 1-5-16,1 1 6 15,3-1 0-15,-3-1-2 16,1-1 0-16,2-4 0 15,-1-3 0-15,3-2 1 16,-1-6 0-16,2-1-1 0,-1-4-1 16,4-4 4-16,-1-2-3 15,1 0 3-15,3-5-1 16,-2-5 1-16,1-4 1 16,-1 1-5-16,-1-4 2 15,-3 3-2-15,-2-2 1 0,-1 2-1 16,0 4 2-16,-2 2 9 15,-2 3 6-15,-1 3-3 16,0 2-4-16,-1 0-11 16,0 0-4-16,0 2 2 0,4 5 6 15,-2 2-1-15,1-2-1 16,1 4 0-16,4-3-1 16,-1-1-4-16,2-2-17 15,0-2-18-15,1-3-13 16,-1 0-34-16</inkml:trace>
  <inkml:trace contextRef="#ctx0" brushRef="#br0" timeOffset="-130562.59">18221 10788 112 0,'0'0'17'0,"0"0"20"0,-19-41 9 0,13 36-31 16,1 1-13-16,1 4-5 0,0 0-34 15,1 0-50-15</inkml:trace>
  <inkml:trace contextRef="#ctx0" brushRef="#br0" timeOffset="-130209.2">18314 10755 198 0,'0'0'5'0,"0"0"17"15,0 0-5-15,0 0-5 16,0 0-2-16,3-37-9 0,-8 37 0 15,-6 0-8-15,2 2 2 16,0 6 4-16,-2 6 2 16,3-2-1-16,3 2 1 15,4-1-1-15,1 2 1 16,0-5-3-16,3-1 0 0,5-1 2 16,3-1 1-16,0-1 0 15,1 1 4-15,1-3-2 16,-1 2-1-16,-1-2-1 15,-4-1-1-15,-1 2 0 16,-4-1 1-16,-2 0-3 0,0-1 0 16,0 1 1-16,-2 2 5 15,-5-1-3-15,1-2-10 16,-1-1-22-16,3-2-43 16,3-2-6-16</inkml:trace>
  <inkml:trace contextRef="#ctx0" brushRef="#br0" timeOffset="-129994.2">18385 10698 212 0,'0'0'6'0,"0"0"8"0,0 0-9 16,0 0-5-16,0 0-1 16,0 0-6-16,0 0 9 15,28 37-2-15,-22-17 5 16,-2 3-1-16,-2 1-2 15,2-3-1-15,0 2 0 16,0-5 0-16,-3-2-2 0,-1 1-21 16,0-7-55-16,0-3-8 15</inkml:trace>
  <inkml:trace contextRef="#ctx0" brushRef="#br0" timeOffset="-129731.42">18429 10799 198 0,'0'0'24'0,"0"0"-9"16,0 0-8-16,35-36 1 0,-22 28-4 15,4 0-2-15,-1 2 1 16,-1 0-2-16,-2 6 1 16,-2 0-2-16,0 0 0 15,-6 6-6-15,1 4 1 16,-4 2 6-16,1 0 1 15,-1 2 1-15,-1-2 2 0,3-1-5 16,0-1 1-16,0-3 1 16,1 2-1-16,2-5-16 15,-1-3-68-15,3-1-21 16</inkml:trace>
  <inkml:trace contextRef="#ctx0" brushRef="#br0" timeOffset="-129603.49">18658 10718 107 0,'0'0'53'16,"0"0"-26"-16,0 0 9 0,-8-37-20 16,8 34-12-16,0 3-5 15,0 0-15-15,0 0-98 16</inkml:trace>
  <inkml:trace contextRef="#ctx0" brushRef="#br0" timeOffset="-129410.3">18737 10694 225 0,'0'0'24'0,"0"0"-19"15,0 0-3-15,0 0-1 16,-21 43 1-16,15-31 1 0,0 0-1 16,5-1-1-16,1-2 1 15,4-1-3-15,12-4 1 16,7-3 2-16,10-1-17 15,9-9-93-15</inkml:trace>
  <inkml:trace contextRef="#ctx0" brushRef="#br0" timeOffset="-128215.18">21069 10005 109 0,'0'0'15'0,"0"0"10"0,0 0 1 0,0 0-3 16,0 0-9-16,0 0-1 16,0 0-3-16,0 0-4 0,0 0-5 15,41-25 0-15,-25 23 0 16,2 0-1-16,-3 2 0 16,1 0-1-16,-1 0 1 15,0 5 0-15,-2 4-1 0,-1-1 1 16,2 4 0-16,-7 2-1 15,0-1 1-15,-2 1-1 16,-3 1-4-16,-2-2-9 16,0 1-4-16,0-4 6 15,-8-3 5-15,0 0 3 16,1-2 7-16,-2-4-2 0,2-1 3 16,0 0 6-16,4-6 5 15,2-5 10-15,1-2-12 16,0-4-2-16,3-3-1 15,5 0-1-15,3-1-2 16,1 0-3-16,4-2-3 0,1 5-1 16,1-1 0-16,0 2-3 15,0 6-16-15,-3 0-18 16,-1 3-27-16,-5 4-34 16</inkml:trace>
  <inkml:trace contextRef="#ctx0" brushRef="#br0" timeOffset="-127702.77">21392 9946 191 0,'0'0'8'0,"0"0"-2"0,0 0-8 0,0 0 3 15,0 0-1-15,0 0-1 16,0 0 1-16,15 39 0 15,-13-29-2-15,0 0 2 0,1 0 1 16,1-1 0-16,1-1 0 16,-1-3 0-16,3 0-1 15,-2-1 0-15,4-4-1 16,-2 0 3-16,2 0 2 16,1 0-2-16,-2-6 3 0,1-3 5 15,0-3-3-15,0 0-2 16,-1-1-1-16,-3 0 0 15,0 0-3-15,0 2-1 16,-2 1 1-16,0 3-1 16,0 3-1-16,-3 2 1 0,0 2 0 15,0 0-7-15,0 0 0 16,0 9 4-16,0 1 4 16,0 0 1-16,0 2-1 15,3 0 0-15,2-4 0 16,3 2-1-16,-2-4 2 15,4-2-2-15,-1-1 0 0,0-3 2 16,2 0-2-16,0 0 0 16,-2-4-2-16,1-5-14 15,0-4-8-15,-5-3-7 16,1-2 10-16,-2-1 6 16,0-4-29-16,0-3-31 0</inkml:trace>
  <inkml:trace contextRef="#ctx0" brushRef="#br0" timeOffset="-127495.83">21685 9690 121 0,'0'0'24'0,"0"0"17"0,0 0-15 0,0 0-14 0,0 0-12 16,0 0-2-16,0 0 1 16,0 0 2-16,0 0 4 15,13 52 2-15,-10-26-3 16,-1 4-2-16,0-2 0 0,2-1 1 15,-4 0 0-15,2-1-1 16,-2-4-2-16,0-2-18 16,0-4-49-16,0-2-29 15</inkml:trace>
  <inkml:trace contextRef="#ctx0" brushRef="#br0" timeOffset="-127133.93">21799 9946 249 0,'0'0'4'0,"0"0"-10"16,0 0 7-16,0 0-1 15,0 0 1-15,0 0-1 16,0 0 1-16,0 0 0 16,42-13-1-16,-32 4 1 15,0 2-1-15,-1 0 1 16,1-1 0-16,-2-2-1 0,-3 1 1 15,-1-1 0-15,-2 0-1 16,-2 0 0-16,0 3 0 16,0 4-3-16,0-1 0 15,-6 4 0-15,1 0 3 16,-3 3-2-16,-1 7 2 0,1 1 3 16,2 5-4-16,2 0 3 15,1-1-1-15,3-1 1 16,0-1-2-16,5 1 0 15,9-4 4-15,7-2-3 16,4-3 1-16,4-5-12 0,3 0-117 16</inkml:trace>
  <inkml:trace contextRef="#ctx0" brushRef="#br0" timeOffset="-126456.78">22308 9663 199 0,'0'0'-16'0,"0"0"22"0,0-37 0 0,0 30-3 16,0 0 2-16,0 1 9 15,0 3 0-15,0 1-2 0,0 2-6 16,0 0-5-16,3 0-2 15,1 9-1-15,-2 3-1 16,2 8 2-16,-1 5 1 16,1 2 0-16,-1 3 0 15,-1 1 2-15,0-4 1 0,0-2-2 16,-1-4-1-16,1-4 0 16,0-4-1-16,-2-4 0 15,0-3-2-15,0-3-6 16,0-1 1-16,0-2 4 15,0 0 12-15,0-3-3 0,0-6-4 16,0-2-4-16,0-4 1 16,5 1 1-16,5 0 1 15,-1 1-2-15,3 3 2 16,-1 2 0-16,4 2 0 16,-3 5 2-16,1 1-2 0,1 0 0 15,0 1 0-15,0 8 0 16,-1 2 1-16,-1 1-1 15,-3 0 0-15,-2 0 2 16,-5 0-4-16,-2-2 1 16,-2 0-2-16,-9 0 0 15,-6-3 5-15,-5 2-3 0,1-5-13 16,-4 0-14-16,0-4-19 16,5 0-28-16</inkml:trace>
  <inkml:trace contextRef="#ctx0" brushRef="#br0" timeOffset="-126185.11">22351 9650 144 0,'0'0'38'0,"0"0"-28"0,0 0-3 0,0 0-6 16,37-21-1-16,-25 21 1 15,1 0-1-15,-5 0-1 16,1 3 1-16,-1 5 0 0,-3 5-2 16,-3 3 2-16,-1-1-3 15,-1 4 3-15,0-3 0 16,-6 0 0-16,-5 0-6 16,1-4-11-16,2-1-10 15,-3-3-2-15,4-2-28 16</inkml:trace>
  <inkml:trace contextRef="#ctx0" brushRef="#br0" timeOffset="-124796.89">22724 9694 138 0,'0'0'7'0,"0"0"30"15,0 0-9-15,0 0-10 16,0 0-12-16,0 0-6 0,-47-12 2 16,29 16 2-16,-2 4-2 15,4 3-1-15,0 1 1 16,4-1 0-16,2 1-1 16,6 1-1-16,1-2 2 15,3-1-2-15,0-2-1 16,1-1 0-16,7-2 0 0,2-4 3 15,0-1 2-15,3 0-3 16,-1-1 0-16,1-6 1 16,1-1-1-16,-5 1 0 15,0 3-2-15,2 0 2 16,-4 1-1-16,0 3 0 0,4 0 0 16,-5 0 0-16,3 0-1 15,1 0 2-15,1 4-1 16,-2 1-1-16,3-3 2 15,0 1-1-15,-3 0 0 16,0-3 0-16,3 0 0 0,0 0-1 16,-5 0 2-16,3-6-1 15,-2-1 0-15,0-1 2 16,2-2-2-16,-4-4 1 16,2 1-1-16,2-2 0 0,2 0 0 15,-1-1 0-15,2 4 0 16,-1 0 0-16,1 4-1 15,-1 2 1-15,0 2 0 16,-4 2 0-16,3 2-2 16,-3 0 2-16,-1 0-1 15,-1 7 0-15,0-1 1 0,-1 4-1 16,-2 0 0-16,-1 1-1 16,-2-1 1-16,0 0 1 15,0 1-1-15,-4-3 0 16,-4 0-2-16,-4-1-3 15,1-4 3-15,-3 1-1 0,3-3 4 16,2 0-2-16,-1-1 1 16,7 0 2-16,2-2-2 15,1-5-17-15,0 0-9 16,8-1 12-16,3 0 10 16,1 0 4-16,4-2 1 0,-1 5 1 15,1-1 3-15,2 1 0 16,0 1 0-16,3 0 1 15,-1 1-1-15,2-1-1 16,0-2-2-16,2 3 0 16,-5-2-1-16,2 0 1 0,-3 1 1 15,-1-3-2-15,-4 3 3 16,-3-2 11-16,-2 2-2 16,-3-2-5-16,-3 3 0 15,-2-1-1-15,0 1-1 16,0 1-2-16,-4 1-2 0,-3 1-2 15,-1 0 0-15,-2 0 0 16,-1 0 1-16,2 5 1 16,-2 0 0-16,2 4-2 15,2 1 1-15,2 1 1 16,-1-1-1-16,5 1 0 16,1-2 0-16,0 2-2 0,0-4 0 15,8-2-1-15,5-1 6 16,5-1 0-16,-1-2-2 15,5-1 0-15,2 0-1 16,0-1 0-16,1-5 0 0,1 0 0 16,-3-3 0-16,-1 2 1 15,-1-1-1-15,-2-2 2 16,-6 2-1-16,-4 1 0 16,-2 1-1-16,-4 0 1 15,-3 2 1-15,0 3-5 0,-4 1 0 16,-6 0-7-16,-1 0 2 15,-1 0-3-15,1 4-1 16,-1 3 7-16,5 4 1 16,1-3 2-16,4 3 1 15,0-4-2-15,2 2-5 16,0-1 2-16,5-4 7 0,3-1-2 16,4-1 3-16,2-2 1 15,-1 0 2-15,5 0 0 16,-3-5 0-16,0-1 0 15,-3-5 1-15,-1 1 2 16,0-1 0-16,-4-3 4 0,-2-1-3 16,-3-1 2-16,-2 0-5 15,0-1 0-15,0-2 0 16,-4-2 0-16,-5 1-4 16,-1 0-2-16,-3 0 1 15,-8-1-3-15,-4 7-3 16,-8 1-21-16,-9 0-34 0</inkml:trace>
  <inkml:trace contextRef="#ctx0" brushRef="#br0" timeOffset="-122223.14">16021 11055 26 0,'-4'20'7'0,"1"-2"5"0,1 3 0 0,2-1-7 0,0 2-3 16,0 0 0-16,0-2-1 16,5 2-1-16,-2-3 2 0,-2-3-2 15,1 3 3-15,0-4 1 16,-2 1 3-16,0-2-3 16,0 0-1-16,0 0-2 15,0-1 0-15,0-3-1 16,0-1 2-16,3-2-1 0,1-2-2 15,5-2-3-15,-1-3 16 16,6 0 7-16,4 0-7 16,1 0-8-16,5 0-3 15,3-3-1-15,-1-2 0 16,3-1 1-16,2 2-1 0,1 4 0 16,4-2 2-16,0 2 1 15,0 0-1-15,1 0-2 16,1 2 0-16,3 2 1 15,-3 0-1-15,6-2 1 16,3-2-1-16,0 0 0 0,3-2 4 16,3-6 6-16,0-1-1 15,3-1 2-15,0-1-1 16,1 1-2-16,1 0-3 16,2 1-2-16,-2 1-2 15,3-2 0-15,3 3 0 16,1-3 0-16,4 0 0 0,5 0-1 15,2 0 1-15,0 0-1 16,2 2 1-16,-5-1-1 16,4 2 0-16,-4 0 0 15,0-1 0-15,-1-1 0 16,0 0 0-16,0-2 0 0,-2 1 0 16,1-3 1-16,0 3-1 15,-1-5 0-15,-1 3 0 16,-3-3 0-16,-2 2 0 15,-2-4 0-15,-4 0 0 16,-6-1 1-16,-4-4-1 0,-6 1-1 16,-3-5 1-16,-9-1 0 15,-2-1-1-15,-3-2 0 16,-6 0 0-16,-2-1 1 16,-5 4-1-16,-4-2 2 15,-2 3-1-15,-5 0 0 0,-1 0 0 16,0 2 0-16,-10-1 0 15,-1 2 0-15,-5 0 0 16,-3 2-1-16,-2 3 2 16,-5 2-2-16,-1 3-1 15,-2 3 2-15,-6 2-2 0,0 1 0 16,-5 0 2-16,-2 4-1 16,-7-3 1-16,1 3 3 15,-5 3-1-15,-8-2 0 16,-3 2-1-16,-12 0 2 15,-9 0-5-15,-13 0 6 0,-10 5-3 16,-16 6 1-16,-16 5-2 16,-18 4 1-16,-11 7-2 15,-15 4-8-15,-18 5-21 16,-7 2-33-16</inkml:trace>
  <inkml:trace contextRef="#ctx0" brushRef="#br0" timeOffset="-117644.79">16255 13810 56 0,'2'-3'5'0,"1"-2"-4"16,-1 0-3-16,0-2-43 0</inkml:trace>
  <inkml:trace contextRef="#ctx0" brushRef="#br0" timeOffset="-115037.7">16209 13911 44 0,'0'1'42'0,"0"-1"-18"0,0 0-6 0,0 2-16 0,0-1 1 16,0 2 2-16,0 0-1 16,0-2 2-16,0 1 0 15,0-2 3-15,0 0 11 16,3 0 13-16,3-2-11 15,-2-6-16-15,0-2-2 0,3-3-3 16,-2 2 0-16,2-3 0 16,-1 1 0-16,-1 1-1 15,1 1 0-15,-4 3 0 16,0 1 0-16,0 2 0 16,-1 2 1-16,1 2-1 15,1 1-1-15,-1 0-2 0,0 0 1 16,-1 5-2-16,-1 6 0 15,2 4 4-15,-1 2 0 16,0 4 3-16,1 4-2 16,0 0-1-16,2 2 0 15,-2-3 1-15,1 2-1 0,3-5 0 16,-3 2 1-16,-1-5-1 16,0-2 2-16,0 0-2 15,-1-4-5-15,-1 0-14 16,0-4-39-16,-2 0-8 0,-6-3-23 15</inkml:trace>
  <inkml:trace contextRef="#ctx0" brushRef="#br0" timeOffset="-114837.66">16241 14143 63 0,'0'0'32'16,"0"0"13"-16,0 0-5 0,0 0-4 16,0 0-24-16,0 0-6 15,0 0-4-15,0 0-1 16,0 0-1-16,9-18 0 15,1 18 1-15,0-1-1 16,4 0 0-16,2 1 1 0,0 0-2 16,-3 0 2-16,5-2-1 15,-2 1 0-15,2-1-5 16,0-2-46-16,-3-3-48 16</inkml:trace>
  <inkml:trace contextRef="#ctx0" brushRef="#br0" timeOffset="-114682.95">16535 14040 155 0,'0'0'29'15,"0"0"11"-15,0 0-11 16,0 0-14-16,0 0-7 0,0 0-5 16,0 0-4-16,0 0-10 15,7-14-21-15,-5 14-51 16</inkml:trace>
  <inkml:trace contextRef="#ctx0" brushRef="#br0" timeOffset="-114449.17">16743 13918 45 0,'0'0'8'0,"0"0"41"15,0 0-7-15,0 0-34 16,0 0-5-16,0 0-1 16,-5 50 1-16,5-32-1 15,0 1-2-15,0-2 3 0,0-2-3 16,0-2 0-16,0 0-14 16,0-5-28-16,-3-2-18 15</inkml:trace>
  <inkml:trace contextRef="#ctx0" brushRef="#br0" timeOffset="-114098.48">16705 13968 23 0,'0'0'68'0,"0"0"-39"16,9-41 12-16,-2 35-17 16,3 3-14-16,2 3-7 0,3 0-1 15,1 4-1-15,2 8 0 16,5 2 0-16,-1 4 0 15,1 0 0-15,0-1 0 16,0-2-1-16,-3-1 0 16,-2-4 2-16,2-2-2 0,-5-3 0 15,0-1 1-15,-1-4 2 16,-1 0 6-16,-1 0-1 16,-4-4 4-16,0-6 2 15,-4-3 2-15,-2-5-1 16,-2-3 2-16,0-2-7 0,0-3-3 15,-3-1-4-15,-2 3-1 16,1 4-1-16,0 2-1 16,1 6-2-16,3 4-10 15,0 4-21-15,0 4-34 16,0 0-76-16</inkml:trace>
  <inkml:trace contextRef="#ctx0" brushRef="#br0" timeOffset="-113315.42">17194 13983 116 0,'0'0'11'0,"0"0"13"16,0 0-3-16,0 0-10 16,0 0-2-16,0 0 13 15,10-39 11-15,-14 31-19 16,-2 1-1-16,-2 2-4 0,3 0-1 15,-1 4-6-15,1 1-4 16,-4 1 0-16,2 10 2 16,-1 5-1-16,0 2-1 15,1 0 2-15,3 0 0 16,4-2 0-16,0-2 0 0,0-4-1 16,3 0 0-16,6-3-1 15,1-3-5-15,0-1 1 16,1-3 1-16,0 0 3 15,-4 0 1-15,2-1 1 16,-2-9 1-16,-1 3 1 0,-1-3 1 16,-2-3 2-16,0 0 0 15,-1 1 0-15,0 0 3 16,-2 1 0-16,0 2 0 16,0 2-3-16,0 3-3 15,0 1 1-15,0 3-2 0,0 0-2 16,0 0-7-16,0 9 4 15,1 2 3-15,3 3 2 16,1 1 0-16,1 0 0 16,0-1 0-16,2 0 0 15,5-2-1-15,-2-2 0 0,1-2 0 16,0-3 1-16,4-4-1 16,0 2 1-16,0-3 0 15,1 0-1-15,2-9 2 16,0-1 0-16,0-4-2 15,1 1 2-15,-4-4-2 16,-1 0 1-16,-3 0 0 0,-2-1-1 16,-2 2 0-16,-2 3 1 15,-4 1-1-15,0 3 1 16,-2 3-1-16,0 4 1 16,0 0 0-16,0 2-3 15,0 0-4-15,0 7 0 0,-4 5 5 16,1 1 2-16,2 2 0 15,1-1 0-15,0 3 0 16,0-5 0-16,2-1-1 16,4-1 0-16,3-2 2 15,-1-2-2-15,4 0-3 0,-1-5 3 16,3-1-4-16,-1 0-9 16,0 0-8-16,-1-10-22 15,-3-4-61-15</inkml:trace>
  <inkml:trace contextRef="#ctx0" brushRef="#br0" timeOffset="-113180.43">17586 13782 218 0,'0'0'11'0,"0"0"21"0,0 0-25 0,0 0-6 0,0 0-3 15,0 0-31-15,0 0-99 16</inkml:trace>
  <inkml:trace contextRef="#ctx0" brushRef="#br0" timeOffset="-112554.27">17646 13900 202 0,'0'0'3'0,"0"0"0"15,0 0-2-15,0 0-1 16,36 45 0-16,-30-31 0 16,-1 2 0-16,-2-1 1 15,1-3-1-15,-2-1 1 16,2-2 0-16,-2-2 0 16,-2-3-1-16,1-1 1 0,-1-3 0 15,1 0 3-15,-1 0 13 16,1-7-9-16,0-6-3 15,0 2 2-15,3-4 2 16,1 1-6-16,0 0-2 0,3 0-1 16,3 3 0-16,-1 2 0 15,0 3 0-15,2 2 0 16,1 1 0-16,0 3-1 16,1 0 1-16,0 0 0 15,1 0 0-15,0 3 0 16,0-2 1-16,0 1-1 0,-1-2 0 15,-1 0 0-15,-3 0 0 16,0 0 0-16,-4-3 1 16,-1-3-1-16,-1-1 1 15,-4 0 0-15,0 0 2 16,0 2 2-16,-4-1-2 0,-2 3-3 16,-2 1 1-16,0 2-3 15,0 0 3-15,0 3-4 16,-2 7 2-16,4 3 3 15,-2 0-2-15,5 1 1 16,1 0 1-16,2 0-2 0,0-1 1 16,0 0-1-16,7-2 1 15,3-3-1-15,2-1 3 16,1-2-2-16,4-2 1 16,0 0-1-16,7-3-8 15,1 0-20-15,2-3-37 16,-2-8-50-16</inkml:trace>
  <inkml:trace contextRef="#ctx0" brushRef="#br0" timeOffset="-112361.08">18271 13759 221 0,'0'0'5'0,"0"0"24"0,0 0-20 0,0 0-14 16,0 0 1-16,0 0 5 15,6 41 1-15,-4-19-1 0,2 1 1 16,-2 0-1-16,0-1-1 16,-1-1-13-16,-1-3-33 15,0-2-41-15</inkml:trace>
  <inkml:trace contextRef="#ctx0" brushRef="#br0" timeOffset="-111892.56">18286 13739 227 0,'0'0'4'15,"0"0"-4"-15,46-43 1 16,-24 31-1-16,-2 3 0 16,0 5 0-16,-2 3 0 15,1 1 0-15,-4 1 0 16,-1 8-1-16,-3 7-1 0,-3 1 0 15,-4 2-10-15,-4 1-4 16,0 1-5-16,-6-1 3 16,-5 0 7-16,-3-3 8 15,0-2 2-15,1-3 1 16,3-5 4-16,3 0 4 0,3-4-3 16,4-1-2-1,0-1-3-15,2-1 7 0,11 1 1 16,1-1 1-16,3 2 2 15,1-2-2-15,2 4 0 16,0 0-1-16,-2 2-5 16,-4 1-1-16,-1 0-2 0,-5 3 0 15,-6-1 0-15,-2 1 0 16,0-1 3-16,-9-3-1 16,-6 3 7-16,-2-2-1 15,-3 0 0-15,-2 1-3 16,0-1-3-16,4-1-1 0,1-1-1 15,2-1-11-15,6-4-32 16,4 0-57-16</inkml:trace>
  <inkml:trace contextRef="#ctx0" brushRef="#br0" timeOffset="-111458.71">18696 13827 167 0,'0'0'6'0,"0"0"-3"0,0 0 6 0,0 0 1 0,0 0-2 15,0 0-5-15,0 0 2 16,-44-29 1-16,34 31 0 16,-2 9-2-16,3 2-2 15,4 3-2-15,-2 1 2 16,5-1-1-16,2 1 2 0,0-4-3 15,0-1 2-15,7-4-3 16,0-2 0-16,4-3 3 16,-1-3 1-16,4 0-2 15,-1-4 1-15,-1-6-1 16,-1-3 2-16,-2-1-2 0,0 0 0 16,-3 1 2-16,-2 0 2 15,-1 3 5-15,-1 3 4 16,-2 2 4-16,0 3-1 15,0 2-10-15,0 0-9 0,0 0-3 16,1 9 2-16,0 0 6 16,2 3-2-16,0-1-1 15,3 1-4-15,-4-1-14 16,2-1-21-16,3-6-13 16,-2-2-60-16</inkml:trace>
  <inkml:trace contextRef="#ctx0" brushRef="#br0" timeOffset="-110704.64">18808 13789 227 0,'0'0'4'0,"0"0"-4"0,0 0-4 0,0 0 4 0,0 0 1 15,0 0-4-15,0 0 2 16,5 35-1-16,4-29 4 15,2 1-1-15,2-3-1 0,1-4-10 16,1 0-17-16,1 0-15 16,0-9 7-16,2-4 14 15,-3-1 20-15,-1-2 3 16,-3-1 20-16,-2 0 13 16,-3 1-1-16,1-1-6 0,-5 6-15 15,0 1 2-15,-1 4 2 16,-1 0 2-16,0 6-5 15,0 0-11-15,0 5-11 16,0 6 7-16,0 5 2 16,0 5 0-16,0 3 0 0,0 4-1 15,0 4 0-15,2 0 1 16,-1 4-1-16,0-2 2 16,-1 1-2-16,0-3 1 15,0-4-2-15,-2-1-6 16,-3-4 8-16,-3-5-1 15,1-5 0-15,-1-2-6 0,0-3 5 16,-4-4 1-16,2-3 1 16,3-1 1-16,-4 0 0 15,4-7 1-15,3-7-1 16,2-2-3-16,2-5 7 16,0-2-4-16,4-3-1 0,9 0 1 15,3-1-2-15,2 0 0 16,2 1 0-16,2 4-3 15,-1 0 4-15,-2 3-1 16,0 0-1-16,-2 4 0 16,0-3 0-16,0 3 1 0,-7 0 0 15,0 1 0-15,-2 3 1 16,-4-1-1-16,-3 4 0 16,-1 1 1-16,0 3-1 15,0 2-7-15,-5 2 0 16,-3 0 0-16,1 6 4 0,-1 4 4 15,3 3 0-15,-2 2-1 16,4-1 0-16,3 1 1 16,0-2-1-16,0-1 0 15,5-1-1-15,4-5-2 16,2-3-17-16,-2-3-15 0,5 0-37 16,-1-4-40-16</inkml:trace>
  <inkml:trace contextRef="#ctx0" brushRef="#br0" timeOffset="-110545.89">19195 13437 268 0,'0'0'4'0,"0"0"2"0,0 0-6 15,0 0-2-15,0 0-33 16,0 0-27-16,0 0-16 0</inkml:trace>
  <inkml:trace contextRef="#ctx0" brushRef="#br0" timeOffset="-110212.8">19371 13664 215 0,'0'0'2'0,"0"0"2"16,0 0 4-16,0 0-1 16,21-38 6-16,-21 35 3 15,0 1-7-15,-4 2-7 16,-4 0-7-16,1 2 6 16,-3 7 1-16,3 0-5 0,0 5 4 15,3-1 1-15,4-2-2 16,0 0 0-16,0 1 0 15,4-1 0-15,5 0 2 16,-1 0-1-16,0 2 1 16,-2 0-2-16,-4 2 0 15,-2 2 0-15,-9 3-3 0,-15 1-2 16,-13 1-24-16,-10-1-93 16</inkml:trace>
  <inkml:trace contextRef="#ctx0" brushRef="#br0" timeOffset="-109308.86">16401 14830 87 0,'0'0'36'0,"0"0"1"0,0 0-5 16,0 0-13-16,0 0-7 0,0 0-7 15,0 0-2-15,0 0 1 16,0 0 1-16,-41 7-2 16,34-7-1-16,2 0 0 15,2 0-2-15,1 0 2 16,2 0 2-16,0-4-4 0,0-3 1 16,7-1 3-16,3 0-4 15,4-1 3-15,-1 2 0 16,2 0-3-16,-1 4 0 15,1 3 1-15,-3 0-1 16,-1 0-1-16,-5 11 1 0,0 4-9 16,-6 2 1-16,0 6 3 15,0 0 3-15,-8 2 0 16,-4-3 2-16,0 1 1 16,-2-4-3-16,0-2 4 15,1-3 0-15,1-2 0 0,3-4 0 16,1-1 0-16,4-1-1 15,2-3 1-15,0-2 0 16,2-1-1-16,0 0 0 16,0 0 2-16,4 0 6 15,6 0 0-15,-1 0-2 0,5-1-3 16,3-2-1-16,-2 0-3 16,3 3 0-16,-1 0 0 15,2-3-9-15,-1-1-65 16</inkml:trace>
  <inkml:trace contextRef="#ctx0" brushRef="#br0" timeOffset="-109174.09">16702 14932 301 0,'0'0'8'0,"0"0"-9"0,0 0 0 0,0 0-14 0,0 0-68 16,0 0-87-16</inkml:trace>
  <inkml:trace contextRef="#ctx0" brushRef="#br0" timeOffset="-108825.45">16925 14581 211 0,'0'0'3'0,"0"0"-3"16,0 0-1-16,0 0-2 15,15 40 2-15,-13-13 1 16,0 6 1-16,-2 1 0 0,0 1 0 16,0-2 0-16,0-2 0 15,0-4 1-15,0-3-2 16,0-3 1-16,0-5-1 15,0-3 1-15,0-3 0 16,7-3 1-16,0-2-2 0,3-3 0 16,5 0 1-16,1-2 1 15,5 0-1-15,4-5-1 16,1-5-3-16,3 0-21 16,-2-1-33-16,0 0-9 15</inkml:trace>
  <inkml:trace contextRef="#ctx0" brushRef="#br0" timeOffset="-108534.06">17239 14840 110 0,'0'0'66'0,"0"0"-24"16,0 0-32-16,0 0-9 15,0 0 1-15,0 0 1 0,0 0-3 16,-23 43 0-16,23-31 1 16,0-2 1-16,0 0-1 15,7-1-1-15,3-4 0 16,2-2 0-16,3-3 3 15,0 0-1-15,1-6 2 16,-1-5-2-16,-2-2 5 0,-2-2 6 16,-3-2 4-16,-2 1 0 15,-2-4 0-15,-4 4-6 16,0 2-8-16,-2-1-2 16,-5 5 0-16,-2 4-5 15,-2 3-2-15,0 3-2 0,1 2-6 16,0 8-11-16,3 2-11 15,0 0-54-15</inkml:trace>
  <inkml:trace contextRef="#ctx0" brushRef="#br0" timeOffset="-107870.36">17506 14813 217 0,'0'0'6'0,"0"0"-1"15,0 0 4-15,27-43-6 0,-27 33-1 16,0 2 9-16,-4 2 7 16,-8 3-8-16,-2 2-7 15,-2 1-3-15,-4 0 0 16,2 6-2-16,0 6 5 16,5 0-3-16,0 2-1 0,6-3-2 15,5 1-8-15,2-3-5 16,0-1 0-16,10-4 9 15,4-1 7-15,0-2 4 16,3-1 2-16,1 2 3 16,1 0-3-16,1 4-1 15,-1 4-2-15,-2 1-3 0,-2 6 1 16,-1 5-1-16,-4 1 1 16,-4 4 0-16,-3 1 0 15,-3-2 3-15,0-1-4 16,-2-4-1-16,-5-4 2 15,-4 0 1-15,-1-5-2 0,1-4 1 16,1-3-1-16,-2-2 3 16,4-3-1-16,3 0 0 15,3-4 2-15,2-8-6 16,0-5 1-16,4-7 0 16,7-2-2-16,3-7 1 0,2-1-5 15,3 0 1-15,-1 2-3 16,0 2 8-16,-4 3 1 15,0 3 1-15,-4 5 0 16,-1 3 2-16,-2 4 2 16,-4 2 0-16,1 2 5 0,-2 2 0 15,0 4-1-15,-2 2-3 16,2 0-6-16,-2 1-5 16,0 9 3-16,0-1 2 15,2 6 2-15,-1 0 0 16,2-1-4-16,3-3 5 0,1 1-1 15,3-4-2-15,-1-1 1 16,5-1-9-16,-2-6-20 16,1 0-31-16,-2-4-88 15</inkml:trace>
  <inkml:trace contextRef="#ctx0" brushRef="#br0" timeOffset="-107749.52">17769 14618 241 0,'0'0'4'0,"0"0"21"0,0 0-21 0,0 0-11 0,0 0-57 16,0 0-28-16</inkml:trace>
  <inkml:trace contextRef="#ctx0" brushRef="#br0" timeOffset="-107395.06">17950 14695 231 0,'0'0'6'0,"0"0"-1"15,0 0 6-15,15-37-7 16,-15 31 3-16,-4 5-5 0,-3 1 2 16,-3 0-3-16,0 0 0 15,3 8-4-15,0 2 6 16,4 2-1-16,1 1-1 15,2-1-1-15,0 1 1 16,5 0-1-16,5-2 0 0,2-2 0 16,2-1 1-16,-2 1-2 15,1-2 2-15,-4-1 0 16,-1 1 0-16,-6-1-1 16,-2 0 0-16,0 2-2 0,-12-1 0 15,-1 1 2-15,-3 2 3 16,0 0-2-16,0-3-1 15,4-1-15-15,0-6-41 16,7 0-53-16</inkml:trace>
  <inkml:trace contextRef="#ctx0" brushRef="#br0" timeOffset="-107174.45">18064 14547 257 0,'0'0'8'0,"0"0"-6"16,0 0-3-16,0 0-1 16,0 0-3-16,5 57 8 15,-4-29-1-15,2 1-1 16,1-1 0-16,-2 1-1 16,2-4 1-16,-1-3-1 0,2-4 1 15,-2-4-18-15,-1-2-34 16,0-5-28-16</inkml:trace>
  <inkml:trace contextRef="#ctx0" brushRef="#br0" timeOffset="-106925.7">18072 14723 221 0,'0'0'7'0,"0"0"-4"16,0 0-3-16,43-25 3 0,-25 21-3 15,-3 3 0-15,0 1 0 16,0 0 0-16,0 2 0 16,-3 9 0-16,-1 2 0 15,-4 1 0-15,-1 1 1 16,-4 1-1-16,-2-1 0 0,0-1 3 16,0-1-3-16,0-3 1 15,0-3-17-15,0-4-54 16,0-3-83-16</inkml:trace>
  <inkml:trace contextRef="#ctx0" brushRef="#br0" timeOffset="-106783.25">18323 14570 318 0,'0'0'3'0,"0"0"-1"16,0 0-2-16,0 0-18 0,0 0-61 15,0 0-51-15</inkml:trace>
  <inkml:trace contextRef="#ctx0" brushRef="#br0" timeOffset="-106541.71">18450 14655 225 0,'0'0'24'0,"0"0"12"0,0 0-9 16,0 0-18-16,0 0-10 16,0 0 2-16,-46 13-2 15,30 5 3-15,3 1-1 16,6-1-1-16,1 2 0 16,5-3-1-16,1-1-5 0,7 0-7 15,4-4-10-15,4-2-4 16,4-3-21-16,3-2-58 15</inkml:trace>
  <inkml:trace contextRef="#ctx0" brushRef="#br0" timeOffset="-106121.6">18129 15252 243 0,'0'0'15'0,"0"0"-16"0,15-37 0 16,3 24 1-16,0 4-1 15,4 2 2-15,-2 3-1 16,0 4 1-16,-1 0-1 15,-1 4 0-15,-5 6-1 16,-1 3-1-16,-2 4-8 16,-5 0-12-16,-1-1-1 15,-4-2 3-15,0-4 14 0,0-3 8 16,-8-3 19-16,-1-2 11 16,1-2-2-16,0 0-4 15,3 0 3-15,1-6-9 16,2-3-6-16,2-3-6 0,0-5-4 15,6-2-2-15,5-1-7 16,5-1-14-16,0 0-27 16,4 0-37-16,0 3-102 15</inkml:trace>
  <inkml:trace contextRef="#ctx0" brushRef="#br0" timeOffset="-105489.37">18464 15196 140 0,'0'0'12'0,"0"0"-15"0,0 0 4 16,40 6 1-16,-27-8 0 15,4-7 1-15,-3-3-2 16,2-2 6-16,-3 1 14 16,0-2 5-16,-5-1-3 15,-2 2-4-15,-4-2-3 0,-2 2-2 16,0 3-3-16,-1 3-1 15,-6 4-8-15,-4 4-3 16,-3 0-2-16,-1 10 1 16,1 5 4-16,1 0-1 15,4 3-2-15,4 1 1 16,5-5-5-16,0 2-19 0,3-5-9 16,11-1 2-16,4-5-8 15,3-3 9-15,2-2 3 16,2 0 3-16,2-3 17 15,2-6 7-15,-2-3 1 0,0-1 3 16,-1-2 7-16,-2-1 2 16,-5-1 9-16,-4 0-3 15,-6 0 15-15,-2 4 2 16,-5-1-6-16,-2 4-3 16,-2 0-1-16,-8 6-11 0,-3 1-9 15,-3 3-7-15,1 0 2 16,-1 7 2-16,2 6-6 15,4 1 6-15,0 2-3 16,6 1 0-16,0 0 0 16,4-1 0-16,0 2-5 15,4-3 0-15,2 1 2 0,5-2 1 16,-1 1 2-16,3-1-2 16,-3 1 2-16,0-2 0 15,-1 1 2-15,-5-4-2 16,0 3 0-16,-4-3 1 0,0-2-2 15,0 1-1-15,-8 0 2 16,-3 2 0-16,-2-1-2 16,-3 0-28-16,1-3-15 15,1-4-112-15</inkml:trace>
  <inkml:trace contextRef="#ctx0" brushRef="#br0" timeOffset="-105161.7">18855 15064 193 0,'0'0'3'0,"0"0"-1"0,47-12 3 0,-34 12 1 0,-3 5-2 16,-2 8-1-16,-3 4 0 15,-3 4 0-15,0 0-3 16,-2 1 1-16,0-4-7 0,0-4-1 15,0-4 3-15,0-4 6 16,-4-5 5-16,2-1 31 16,0 0 2-16,1-5-12 15,1-4-14-15,-2-5-5 16,2-3-2-16,0 0-5 0,2-5-1 16,3-1-1-16,3-1-1 15,4 2-4-15,-3 1-22 16,1 2-13-16,1 4-31 15,-1 2-112-15</inkml:trace>
  <inkml:trace contextRef="#ctx0" brushRef="#br0" timeOffset="-104854.8">19088 15071 223 0,'0'0'5'0,"0"0"-5"16,0 0-1-16,0 0 3 15,0 0 1-15,40-12-3 16,-34 1 2-16,-1 0-1 16,-2-3 1-16,-1 3 0 15,-2-3 8-15,0 5-4 0,0 0 1 16,-3 2-4-16,-4 5-2 16,-1 2-1-16,0 0-1 15,0 9-2-15,-5 7 0 16,3 3 6-16,2 3-1 15,0 1-2-15,4 0 0 16,4-2 0-16,0-2 0 0,0-4-2 16,7-1-18-16,5-5-12 15,1-6-34-15,3-3-12 16</inkml:trace>
  <inkml:trace contextRef="#ctx0" brushRef="#br0" timeOffset="-104534.5">19286 15015 147 0,'0'0'5'16,"7"-36"21"-16,-7 20 6 16,0 5-25-16,-3 5-7 0,-7 2-3 15,-3 4-5-15,-3 0 8 16,1 6 0-16,-2 5 2 16,4 5-1-16,1 1-1 15,4 0 0-15,6-1 0 16,2-1-1-16,1-1-3 15,10-2 2-15,4-1 0 0,0-4 1 16,5 0 3-16,-1-2 1 16,0-1 3-16,-1 1-2 15,-3 1-3-15,-3-1 0 16,-4 2-1-16,-5-2 0 16,-3 3 0-16,-2-2 0 0,-9 1 6 15,-5-1-2-15,-1 1-2 16,-1 0-2-16,4-5-30 15,1-2-79-15</inkml:trace>
  <inkml:trace contextRef="#ctx0" brushRef="#br0" timeOffset="-104072.52">19473 14908 166 0,'0'0'7'0,"0"0"22"15,0 0-9-15,0 0-19 16,0 0 1-16,-39 1-1 16,28 10-1-16,1 5 2 15,1-1-2-15,5 3 0 16,0 1 1-16,4-1 1 0,0-1-2 16,0 2 1-16,8-4-1 15,1-1 0-15,3-1 2 16,-3 0-2-16,-1-2 2 15,0-1-3-15,-3-3 0 16,-3 0-2-16,-2-2 3 16,0-2-2-16,0-1 7 0,-5-2 2 15,-3 0 1-15,4 0 2 16,-2 0 5-16,4-4-5 16,2-5-8-16,0-4 2 15,2-2-5-15,7 0-3 0,3 0 2 16,0 3 0-16,0 4 2 15,-4 2 1-15,1 5 1 16,-1 1 0-16,1 0 0 16,-1 2-1-16,-1 6-1 15,-1 0 0-15,0 1 1 16,-4 1-1-16,1 0-1 0,0-3-18 16,-3-4-45-16,2-3-129 15</inkml:trace>
  <inkml:trace contextRef="#ctx0" brushRef="#br0" timeOffset="-103922.91">19571 14921 326 0,'0'0'1'0,"0"0"5"0,0 0-5 0,0 0-2 15,0 0-2-15,0 0-30 0,0 0-51 16,0 0-42-16</inkml:trace>
  <inkml:trace contextRef="#ctx0" brushRef="#br0" timeOffset="-103688.03">19659 15007 192 0,'0'0'53'0,"0"0"-46"15,0 0 9-15,0 0-8 0,0 0-9 16,0 0-6-16,0 0 5 16,-36-2 1-16,28 2 2 15,1 0-1-15,3 0 2 16,1 1-2-16,3 1-2 16,0 0-25-16,1-2-6 15,6 0-15-15,3 0-37 0</inkml:trace>
  <inkml:trace contextRef="#ctx0" brushRef="#br0" timeOffset="-102278.62">21510 12467 33 0,'-14'15'-2'0,"2"-1"4"0,-2 1-2 15,-1-1 0-15,1-3-22 16</inkml:trace>
  <inkml:trace contextRef="#ctx0" brushRef="#br0" timeOffset="-101702.54">21146 12677 86 0,'0'0'20'0,"0"0"19"0,0 0-10 0,0 0-7 0,0 0-14 16,0 0-6-16,0 0-7 15,0 0 2-15,0 0 1 16,-16 14-1-16,16 3 5 15,0 3-1-15,0 2 1 0,0-1 0 16,0 1-1-16,2 0 0 16,-2 0-1-16,0 0 1 15,0-1 1-15,0-1-1 16,0-2-3-16,-5-2-20 0,1-5-38 16,2-6-62-16</inkml:trace>
  <inkml:trace contextRef="#ctx0" brushRef="#br0" timeOffset="-101567.06">21213 12877 253 0,'0'0'-18'16,"0"0"20"-16,0 0-11 16,0 0-7-16,0 0-72 15,0 0-36-15</inkml:trace>
  <inkml:trace contextRef="#ctx0" brushRef="#br0" timeOffset="-100962.5">21626 12647 218 0,'0'0'-17'0,"0"0"20"15,0 0-7-15,0 0 0 16,0 0 3-16,0 45 2 0,0-28 1 15,2 3-2-15,-2 1 0 16,0-5 0-16,0 1 1 16,0-3-1-16,0-3-4 15,-2-4-16-15,-4-3-5 0,1-4 13 16,-2 0 8-16,2-7-6 16,-1-5-15-16,2-6-2 15,0-3 21-15,2-3 3 16,2-1-1-16,0-3 6 15,0 1 3-15,0-1 1 16,4 2 7-16,7 2 4 0,0 2 1 16,2 4-6-16,3 4-8 15,0 3-1-15,0 2-2 16,-1 4-1-16,1 1 0 16,-1 4 0-16,-2 0 0 15,-3 0 0-15,-1 2 0 0,-2 5 0 16,-1 0 0-16,-4 0-1 15,-1 0 0-15,-1 0 0 16,0 0 1-16,0-1 1 16,0-1 0-16,-2-1-1 15,1 0 0-15,-2-3-6 16,1 1-8-16,1-2-16 0,-1 0-59 16</inkml:trace>
  <inkml:trace contextRef="#ctx0" brushRef="#br0" timeOffset="-100514.75">21682 12526 145 0,'0'0'0'0,"0"0"26"0,47-14 6 0,-29 14-24 16,0 0-6-16,-1 7-4 0,-1 9-3 15,-2 4 2-15,-2 4 1 16,-4 4 1-16,-3-1 2 16,-1 4-1-16,-4-4 0 15,0-1-3-15,-3-2 6 16,-9-1-2-16,-6-4 2 16,-6 0 1-16,-3-3 0 15,-2-2-1-15,-3 0 0 0,0-4 0 16,4-3-1-16,5 0-2 15,5-5-1-15,9-2-9 16,9 0-30-16,0-13-34 16</inkml:trace>
  <inkml:trace contextRef="#ctx0" brushRef="#br0" timeOffset="-100121.39">21925 12697 138 0,'0'0'-5'0,"0"0"7"16,0 0 2-16,0 0-1 15,38 29 2-15,-27-23 2 16,-1-4 7-16,-3-1 8 0,2-1 1 16,-1 0-5-16,0 0-6 15,0-1-4-15,0-7-1 16,0-1-1-16,-3 0-5 15,-1-1 1-15,0-1-2 16,-4 1 0-16,0 1 0 0,0 2-1 16,0 3-1-16,-8 1 2 15,3 3 0-15,-6 0 0 16,2 4-6-16,-2 8 2 16,1 3 4-16,1 4 1 15,3-1-2-15,0 2 0 16,5 0 2-16,1-3 0 0,0 1 0 15,4-3 1-15,7-2 1 16,4-1-2-16,0-2-7 16,5-4-37-16,-2-6-58 15</inkml:trace>
  <inkml:trace contextRef="#ctx0" brushRef="#br0" timeOffset="-99659.03">22284 12675 154 0,'0'0'9'0,"0"0"18"16,0 0-22-16,0 0-2 16,-5-37-6-16,-4 36-1 15,0 1 11-15,-3 0-2 16,0 11-3-16,1 1 2 16,-1 5-2-16,4 0-1 15,1 1-1-15,3 2 0 0,4-1 0 16,0-2 0-16,0-2 1 15,4-1 1-15,5-3 1 16,4-3 2-16,0-1 0 16,3-3-2-16,0-4 8 15,1 0-4-15,-1 0-3 0,2-7-2 16,-5-1 2-16,1-4 1 16,-1-3-3-16,-2 1 0 15,-1-2 0-15,-1-2 0 16,1 2-2-16,-3 0 0 15,-3 5 0-15,-1 1-1 0,-1 4 0 16,-2 2-3-16,0 3 4 16,0 1-7-16,0 0-5 15,0 5 8-15,0 5 2 16,0 2 1-16,0 0-1 16,0 1 3-16,0-1 0 15,7 1 0-15,2-2 1 0,3-1 0 16,2-2-16-16,1-5-52 15,1-3-12-15</inkml:trace>
  <inkml:trace contextRef="#ctx0" brushRef="#br0" timeOffset="-99509.45">22529 12600 160 0,'0'0'55'0,"-19"-38"-38"0,12 26 10 0,3 2-15 0,2 6-9 15,1 4-6-15,1 0-45 0,-2 4-42 16,2 4 39-16</inkml:trace>
  <inkml:trace contextRef="#ctx0" brushRef="#br0" timeOffset="-99161.74">22691 12628 168 0,'0'0'6'0,"0"0"9"16,0 0-8-16,0 0-2 0,0 0-5 15,0 0-3-15,0 0 0 16,-41-5 1-16,31 14 4 16,6 2-1-16,2 0 1 15,2 2-4-15,0 0 1 16,7 1 1-16,5-1 3 0,-1 1-2 15,0-1 0-15,2-1 0 16,-4 0 0-16,0-1-1 16,0-2 2-16,-7-2 2 15,-1-1-1-15,-1 0 2 16,-1-1 5-16,-11 0-2 16,-1 0-3-16,-3-1-2 0,1 2-1 15,0-2-1-15,6-3-5 16,5-1-12-16,4 0-35 15,0-4-67-15</inkml:trace>
  <inkml:trace contextRef="#ctx0" brushRef="#br0" timeOffset="-98991.14">22802 12657 264 0,'0'0'5'0,"0"0"-10"16,0 0-4-16,0 0 6 15,-4 37 2-15,3-17 2 16,-1-2 0-16,0 3-4 16,2-2-13-16,0-2-22 15,0-6-42-15</inkml:trace>
  <inkml:trace contextRef="#ctx0" brushRef="#br0" timeOffset="-98832.46">22874 12580 256 0,'0'0'5'15,"0"0"6"-15,0 0-8 16,0 0-49-16,0 0-61 16,0 0 39-16</inkml:trace>
  <inkml:trace contextRef="#ctx0" brushRef="#br0" timeOffset="-98499.4">22967 12691 149 0,'0'0'-2'15,"0"0"1"-15,-28 41 2 16,20-25-1-16,0-2 0 15,5 0 1-15,3-2-1 0,0-4 0 16,2-1 1-16,10-1 2 16,1-5 4-16,4-1-7 15,0 0-9-15,2-3 0 16,-3-6 8-16,-2-1 6 16,-5-3 22-16,-2 0 27 15,-3-1-13-15,-4 1-20 0,0 0-12 16,-1 5-7-16,-8 1-4 15,-1 4-5-15,-1 1-9 16,-3 2-8-16,4 0-8 16,5 2-36-16,0-1-21 0</inkml:trace>
  <inkml:trace contextRef="#ctx0" brushRef="#br0" timeOffset="-98134.58">23100 12700 224 0,'0'0'12'0,"0"0"-5"16,0 0 0-16,0 0-8 16,0 0-3-16,39 15-2 15,-36-2-1-15,-3 0 3 16,0 1 3-16,0 2 2 0,0-1 2 16,-3-1-3-16,-3-4 0 15,1-1 3-15,-2-5-3 16,1-1 2-16,-2-3 1 15,3 0-1-15,3-3 2 16,2-6 1-16,0-3 1 0,6-4-5 16,6-1 1-16,2-2 1 15,3 1-1-15,0 1-2 16,2 3 1-16,-3 4-1 16,1 4 0-16,-1 5 0 15,-2 1-3-15,-2 4-2 16,2 10 1-16,-3 2 3 0,1 3 0 15,-2 2-1-15,-3-1-24 16,0-1-45-16,0-7 5 16</inkml:trace>
  <inkml:trace contextRef="#ctx0" brushRef="#br0" timeOffset="-97872.41">23712 12414 218 0,'0'0'-2'0,"0"0"17"0,0 0-11 0,0 0-14 15,0 0 2-15,0 41 10 0,-1-14 2 16,1 0-3-16,0 0 0 15,-2 3 0-15,0-2 0 16,-3-2 0-16,-4-3-18 16,-2-6-52-16,-2-6-35 15</inkml:trace>
  <inkml:trace contextRef="#ctx0" brushRef="#br0" timeOffset="-97509.93">23584 12476 212 0,'0'0'-21'0,"47"-32"23"15,-16 18 1-15,1 5-1 16,2 0-2-16,-1 7 0 16,-5 2 4-16,-1 0 2 15,-2 11 1-15,-3 5 0 0,-1 6-6 16,-6 1-1-16,-3 4-2 15,-6-1-2-15,-3-2-12 16,-3-4-1-16,0-5 11 16,-7-3 6-16,-2-6-2 15,3-2 6-15,1-4 19 16,-1 0 6-16,0-2-3 0,1-6 7 16,1-5-11-16,2-3-5 15,2-1-5-15,0-4-2 16,5-2-5-16,9-2-3 15,5-1-5-15,4 2-14 16,2 1-23-16,0 5-47 0,1 2-37 16</inkml:trace>
  <inkml:trace contextRef="#ctx0" brushRef="#br0" timeOffset="-97011.52">24089 12543 142 0,'0'0'-4'16,"0"0"5"-16,0 0 4 16,0 0 16-16,0 0 23 0,0 0-17 15,0 0-14-15,0 0-7 16,0 0 4-16,36-34 2 16,-29 22-5-16,-5 0-3 15,0 5-3-15,-2-2-1 16,0 5-1-16,-1 1-2 15,-6 3-2-15,-3 0-1 0,-3 10 1 16,0 3 3-16,2 0 0 16,1 4 2-16,2-2 0 15,5 1-1-15,3 0 1 16,0-2 0-16,3-1 0 16,8-2-2-16,4-2 4 0,4-4 0 15,3-2 0-15,0-3 0 16,5 0 2-16,0 0-1 15,-1-6 0-15,1-4 0 16,-2-2 0-16,-3-2 2 0,-1-1-3 16,-3-2-2-16,-7 0 0 15,-5 2 0-15,-4 0 0 16,-2 4-1-16,-5 1 1 16,-7 7 1-16,-2 3 0 15,-1 0-3-15,-1 13-1 0,3 5 2 16,1 5-1-16,5 6 2 15,2 3-1-15,2 4-15 16,0 2-39-16,-1 3-55 16</inkml:trace>
  <inkml:trace contextRef="#ctx0" brushRef="#br0" timeOffset="-96293.79">21251 13618 123 0,'0'0'17'0,"0"0"32"0,0 0-26 15,0 0-10-15,-43-8-6 0,37 4-1 16,1-1 4-16,3-1-2 15,2 0 0-15,0 0-3 16,4 0-7-16,5 0 4 16,5 1 4-16,2 2-5 15,3 0-1-15,-1 3-1 0,3 0-2 16,-2 3 1-16,0 6 0 16,-2 3 0-16,-3 5-2 15,-7 1-1-15,-5 3-1 16,-2 0 0-16,-6 0 5 15,-11-1 1-15,-3 0 1 0,0-3 1 16,-3-4 2-16,6-2 4 16,3-2 1-16,4-2-2 15,5-3-4-15,5-2-2 16,0 0-1-16,4 0-1 16,14-2 2-16,5 0 9 0,10 0-6 15,4-4-15-15,4-5-50 16,0-1-60-1</inkml:trace>
  <inkml:trace contextRef="#ctx0" brushRef="#br0" timeOffset="-96212.83">21684 13700 107 0,'0'0'-18'0,"0"0"-56"16</inkml:trace>
  <inkml:trace contextRef="#ctx0" brushRef="#br0" timeOffset="-95580.04">21850 13472 99 0,'0'0'29'15,"0"0"9"-15,0 0 7 16,0 0-43-16,0 0-2 15,0 0 4-15,0 53 2 16,0-26-1-16,0 0-2 16,0-2-2-16,0-1 2 0,0-5-1 15,0-4-1-15,0-4-1 16,0-5-4-16,0-3-2 16,-1-1 2-16,-6-2 2 15,0-2-19-15,-1-7-13 16,0-3 2-16,0-6 4 0,4-2 9 15,2-6 6 1,2-2 4-16,0-4 9 0,5-3 1 16,10 1 9-16,3-2 9 15,5 2 2-15,3 4-1 16,2 2-3-16,0 7 8 0,0 2-3 16,-4 9-11-16,-1 3-7 15,-3 6-2-15,-3 1 1 16,-3 0-3-16,-3 10-4 15,0 5 2-15,-6 7-1 16,-3 2 2-16,-2 6 2 0,0 1-4 16,-13 0-8-16,-3-1 5 15,-3-5 3-15,-4-3 4 16,-1-5-1-16,2-6 6 16,-1-2 9-16,5-4 0 15,5-1-4-15,4-3-5 0,4 1 0 16,4 0-2-16,1 2-3 15,0 2-1-15,4 1 4 16,8 0 4-16,5 0 5 16,6 0-3-16,3 1-5 15,4-2-1-15,4-1-1 16,0 2-12-16,-1-4-39 0,0 0-49 16,-4-3-50-16</inkml:trace>
  <inkml:trace contextRef="#ctx0" brushRef="#br0" timeOffset="-95345.02">22336 13594 116 0,'0'0'26'0,"0"0"44"0,0 0-29 15,0 0-19-15,0 0-14 16,0 0-6-16,-43-21-3 16,32 30 2-16,-1 3 0 0,3 1 3 15,1-2-4-15,6 1 1 16,2-2-1-16,0 1 1 15,0-4 1-15,8 0-1 16,5-2 2-16,-1-2-2 16,7-1-2-16,0-2-4 15,3 0-16-15,-3 0-20 0,2-7-37 16,-5-3 9-16</inkml:trace>
  <inkml:trace contextRef="#ctx0" brushRef="#br0" timeOffset="-95018.3">22440 13606 182 0,'0'0'57'0,"0"0"-5"0,0 0-33 16,0 0-18-16,0 0-4 16,0 0 1-16,0 0 2 15,0 0 0-15,25 19 0 16,-19-12 1-16,-1 1 0 16,1-1-2-16,-5-3-5 0,1-1-9 15,-2 0-1-15,0-3 11 16,0 0 8-16,0 0 1 15,0-6 5-15,0-4-1 16,0-1-2-16,4-1 0 0,5 0-3 16,2-1-1-1,2 0-1-15,1 5 0 0,-3 2 1 16,5 3 1-16,-3 2-1 16,1 1-1-16,1 0-1 15,-1 7-3-15,0 4 2 16,-2 0 0-16,0 2 1 0,-3-1-8 15,0-1-20-15,4-4-25 16,-2-1-46-16</inkml:trace>
  <inkml:trace contextRef="#ctx0" brushRef="#br0" timeOffset="-94817.14">22870 13550 214 0,'0'0'51'16,"0"0"-8"-16,0 0-32 15,0 0-13-15,0 0-4 16,-44-17 2-16,27 30 0 0,-1 0 2 16,3 1-1-16,3-1-2 15,5-2-4-15,5 0-6 16,2-3-14-16,0-3-13 16,9-1-19-16,4-3 16 15,2-1-28-15</inkml:trace>
  <inkml:trace contextRef="#ctx0" brushRef="#br0" timeOffset="-94619.49">22862 13585 48 0,'0'0'42'0,"31"-46"-5"16,-19 19-4-16,-3-3-17 16,-3-2-9-16,-3 0-6 15,-3 2 0-15,0 4 9 0,0 4 7 16,-3 5 3-16,-4 4-5 16,1 6-4-16,-4 7-7 15,-2 0-7-15,1 9 0 16,2 9 0-16,-3 5 4 15,5 7 0-15,4 2-1 0,3 1-6 16,2 2-20-16,9-3-31 16,3-5-1-16,2-4-21 15</inkml:trace>
  <inkml:trace contextRef="#ctx0" brushRef="#br0" timeOffset="-94306.3">23059 13591 95 0,'0'0'26'16,"0"0"18"-16,0 0-11 15,40-41-9-15,-38 34-3 16,-2 3-7-16,0 2-6 16,0 2-6-16,-1 0-4 15,-4 5-1-15,1 3 3 16,2 2 2-16,2-1-2 0,0-1 0 16,0-2 0-16,5-2 0 15,4-4 0-15,3 0 0 16,1 0 5-16,2 0-3 0,-1-7 1 15,1-4-2-15,-4-1 1 16,-1-3 4-16,-6-1 6 16,-2-1 2-16,-2 1-8 15,-1 2-3-15,-8 3-3 16,-2 2-2-16,-3 5-1 16,-2 4 0-16,1 0-2 0,2 6-11 15,1 2-14-15,5-1-64 16</inkml:trace>
  <inkml:trace contextRef="#ctx0" brushRef="#br0" timeOffset="-93736.57">23246 13478 257 0,'0'0'0'0,"0"0"28"15,0 0-15-15,38-16-12 16,-29 16-3-16,-4 2-5 0,-2 6-5 15,1 2 2-15,-2 1 9 16,-2 1 2-16,1-2-1 16,-1-2 1-16,0 2-3 15,0-4-18-15,0-2-14 16,0 0-14-16,0-4 0 0,-1 0 27 16,-4 0 11-16,3-8 13 15,1-2 18-15,1-3 10 16,0 0 0-16,6-1-5 15,4 1-15-15,7-1-6 16,-2 3-3-16,2 2 3 16,-1 4 3-16,1 0 6 0,0 5 2 15,-4 0-6-15,0 0-8 16,-1 7-2-16,-4 2-1 16,-1 4-1-16,-2 1 1 15,-4-3-10-15,-1 3-14 0,0-5-1 16,0-2 11-16,-3-3 9 15,-3-2 6-15,1-2 4 16,0 0 0-16,2-6 8 16,3-4 8-16,0-3-4 15,0-1-4-15,10-3-3 16,4 0-5-16,4-1 1 0,3 2 0 16,2 0-2-16,0 4-1 15,2 2 1-15,-1 5 0 16,-4 3 1-16,2 2-3 15,-3 2-1-15,-3 7-3 0,-1 9-2 16,-5 5 1-16,-2 0-11 16,-6 7-13-16,-2-3-17 15,0 1-26-15</inkml:trace>
  <inkml:trace contextRef="#ctx0" brushRef="#br0" timeOffset="-93459.35">23419 13907 283 0,'0'0'-9'0,"0"0"14"0,0 0-13 0,0 0 5 16,0 0 1-16,-7 38 1 16,4-21 0-16,1 3 1 15,0 0 1-15,0 1-7 16,-3 2-27-16,0-5-47 16,-3-2-28-16</inkml:trace>
  <inkml:trace contextRef="#ctx0" brushRef="#br0" timeOffset="-93238.05">23314 13961 111 0,'0'0'39'0,"23"-53"-17"16,-7 25 8-16,7 6-11 16,4 0-4-16,5 0-2 15,5 1-1-15,4 1-3 16,1 3 1-16,1 3-6 15,-2 2-2-15,-2 6-2 0,-5 3-1 16,-1 3 1-16,-7 0-10 16,-6 1-25-16,-7 7-52 15,-8 1-44-15</inkml:trace>
  <inkml:trace contextRef="#ctx0" brushRef="#br0" timeOffset="-92840.4">23556 13942 196 0,'0'0'5'0,"0"0"-3"0,0 0-1 16,0 0 1-16,0 0 1 15,0 0 4-15,42 24-5 16,-21-24 1-16,3 0-6 16,2-3-16-16,-2-4-19 15,1-1 14-15,-5 1 9 16,-4 2 8-16,-6-1 8 0,-4 3 16 15,-6 3 37-15,0 0-18 16,-6 5-34-16,-4 7-3 16,1 0 1-16,1 4 0 15,3 0 0-15,3-4 0 16,2 0 0-16,0-5 0 0,10 0 0 16,4-6 2-16,2-1 3 15,5 0-1-15,-3 0 1 16,1-8 0-16,-4-2 7 15,-1-1 9-15,-8-3 0 16,-2-1 1-16,-3 0-6 0,-1 0-6 16,0 1-6-16,-7 1-4 15,-3 2-5-15,-4 5-24 16,-2-1-32-16,1 3-49 16</inkml:trace>
  <inkml:trace contextRef="#ctx0" brushRef="#br0" timeOffset="-92548.39">23903 13873 208 0,'0'0'3'0,"40"0"10"0,-20 5-6 0,0 4-2 0,-3 2-1 16,-2 5-5-16,-5-1 0 15,-6 1-2-15,1-2 2 16,-5-1 3-16,0-3 0 15,-8-4 0-15,-2-4 1 0,1-2 4 16,-3 0 7-16,2-4 4 16,1-6 4-16,2-1-5 15,5-2-6-15,2-2-7 16,0-1 0-16,6-2-3 16,7 2 2-16,5-3-7 15,1 3-16-15,2 1-30 0,-2 4-46 16,-1 1-78-16</inkml:trace>
  <inkml:trace contextRef="#ctx0" brushRef="#br0" timeOffset="-92284.94">24120 13895 137 0,'0'0'14'16,"0"0"-11"-16,0 0 6 15,0 0 7-15,0 0 0 16,48 2-8-16,-34-11-3 0,-2-1 3 15,-2-2 10-15,-3-1-2 16,-3 1 0-16,-2 0-6 16,-2 2-4-16,0 1-2 15,-5 4 0-15,-5 3-3 16,-3 2-3-16,-4 4 2 16,-3 8-1-16,4 3-2 0,1 3 2 15,4 0-4-15,6 0-8 16,5-4-10-16,0-1-19 15,3-6-42-15</inkml:trace>
  <inkml:trace contextRef="#ctx0" brushRef="#br0" timeOffset="-91815.61">24358 13807 124 0,'0'0'88'15,"0"0"-57"-15,25-45-6 16,-25 36-9-16,0 6-14 0,-5 3-5 15,-7 0-2-15,-1 0 5 16,-3 8 0-16,3 3 0 16,3 2 0-16,1 1-3 15,6 0-3-15,3 0-2 16,0-1-5-16,5 1-4 0,7-1 8 16,2 0 3-16,4 0 6 15,-3-2 1-15,-1 0-2 16,-3-1-4-16,-4 0-8 15,-1-3 5-15,-5-2 0 16,-1-2-1-16,0-2 11 0,-8-1 13 16,1 0-4-16,0 0-1 15,2-2-3-15,0-5 3 16,5-5-6-16,0-3-20 16,1-2-39-16,9-3 8 15,3-2 23-15,2-1 0 0,0 0 21 16,1 3 4-16,-3 3 16 15,-1 4 19-15,-2 4 6 16,-3 6-10-16,-3 3-23 16,-3 0-7-16,-1 3-15 15,0 8 11-15,-3 8 5 16,-5 1 3-16,-1 4-4 0,-1 0-18 16,0-2-26-16,-1-2-3 15,1-1-49-15</inkml:trace>
  <inkml:trace contextRef="#ctx0" brushRef="#br0" timeOffset="-91701.52">24407 13936 148 0,'0'0'68'0,"0"0"-20"0,14-36-15 0,2 20-15 0,7 1-9 0,2 0-7 16,6 1-2-16,3 1-1 16,1 1-27-16,0-1-71 0</inkml:trace>
  <inkml:trace contextRef="#ctx0" brushRef="#br0" timeOffset="-90832.62">21335 14736 102 0,'0'0'5'0,"0"0"0"0,0 0 7 15,0 0 14-15,0 0 15 16,0 0 3-16,0 0-1 15,-36-38-13-15,36 29-12 16,0 1-8-16,4-1-8 0,7 2-1 16,4-1 0-16,1 2-2 15,4 3 0-15,-4 2-1 16,1 1-1-16,-3 0 0 16,-1 7-3-16,-4 3-1 15,-3 4-3-15,-3 3-2 0,-3 1-5 16,0-1 3-16,-5 1 6 15,-5 0 6-15,-1-4 1 16,-1-1 0-16,4-5 3 16,3 0 0-16,5-1 1 15,0-3 0-15,2 2 0 0,11-1 0 16,3 2 4-16,-2 2-4 16,4-1-2-16,-2 2-1 15,-1-2 0-15,-5 1 0 16,-5-3-1-16,-3-2 0 15,-2-1-1-15,-4 0 4 0,-9 1 4 16,-6-1 0 0,-4 3-5-16,0-2 1 0,-3 2-1 15,3 0-1-15,6 1 1 16,5-4-5-16,7-3-20 16,5 0-58-16</inkml:trace>
  <inkml:trace contextRef="#ctx0" brushRef="#br0" timeOffset="-90717.27">21691 14806 102 0,'0'0'-102'0</inkml:trace>
  <inkml:trace contextRef="#ctx0" brushRef="#br0" timeOffset="-90220.6">22221 14572 231 0,'0'0'21'15,"0"0"11"-15,0 0-22 16,0 0-7-16,0 0-3 16,0 0 0-16,-38-15-8 0,31 15-4 15,-4 3 6-15,-1 5 3 16,1 1 1-16,0 1 1 16,5 1 1-16,-1 1-1 15,5-1-1-15,2 0-4 16,0-2 2-16,10 2 0 15,2-2 4-15,2-1 1 0,2-1 0 16,2-1 0-16,1 1-1 16,-2 2 1-16,1 1 0 15,-1 1-1-15,0 0 0 16,-3 2 0-16,-5-2 0 16,-1-2-1-16,-1-1 1 0,-4 0-1 15,-3-4 0-15,0 0 2 16,-7-1 12-16,-4 0 4 15,-2-1-8-15,-4 0-5 16,-1 2-3-16,-1-1 1 16,-1 2-2-16,2-1-2 0,2-3-11 15,3 1-11-15,3-2-13 16,6 0-67-16</inkml:trace>
  <inkml:trace contextRef="#ctx0" brushRef="#br0" timeOffset="-89865.33">22427 14705 245 0,'0'0'26'0,"0"0"-3"0,0 0-16 0,0 0-7 16,0 0-25-16,0 0-48 15,0 0-74-15</inkml:trace>
  <inkml:trace contextRef="#ctx0" brushRef="#br0" timeOffset="-89438.36">22610 14529 254 0,'0'0'28'0,"0"0"-7"15,0 0-15-15,0 0-6 16,0 0-2-16,0 0-2 16,41 11-5-16,-33 6 6 0,-4 3 0 15,1 3 4-15,1 0 0 16,-3 1 1-16,3-5-2 16,-1-3 0-16,-1-2-2 15,1-4 1-15,-1-3 1 16,0-5 0-16,2-2 2 15,-2 0 2-15,2-6 3 0,1-5-1 16,0-3 1-16,1-4 1 16,-1 0-1-16,1-4-2 15,0 0-2-15,2-1-2 16,0 1-1-16,2 0 0 16,3 4-5-16,0 0-16 0,0 3-43 15,-2 0-118-15</inkml:trace>
  <inkml:trace contextRef="#ctx0" brushRef="#br0" timeOffset="-89267.19">22947 14634 323 0,'0'0'17'0,"0"0"-12"16,0 0-4-16,0 0 2 0,0 0-3 15,0 0-16-15,0 0-20 16,37-16-52-16</inkml:trace>
  <inkml:trace contextRef="#ctx0" brushRef="#br0" timeOffset="-88676.13">23137 14672 167 0,'0'0'38'0,"0"0"-35"16,0 0 1-16,0 0-2 16,0 0-1-16,0 0 1 15,14-45 9-15,-10 32 9 0,0 0 0 16,2-4-2-16,2 1-7 15,1-2-6-15,-1-1-4 16,2 1 0-16,1 0-2 16,-6 2 1-16,1 3-6 15,-2 2-3-15,-2 4 5 0,-1 3 2 16,-1 3 0 0,0 1-6-16,0 0-8 0,0 8 8 15,0 2 5-15,0 2 5 16,0-1-2-16,0 0 0 15,2-1 1-15,5-2-1 0,0-3 0 16,0-3 1-16,2-1 1 16,2-1 0-16,0 0 1 15,2-2 5-15,-1-7 2 16,2-1-1-16,0-2-1 16,-2-1-2-16,1 0-1 15,-3-1-1-15,0 4-1 16,-3 0-1-16,-2 3-1 0,-1 1-1 15,0 5 0-15,-4-2 0 16,2 3-1-16,-2 0-3 16,0 1-4-16,0 8-1 15,0 4 2-15,0 4 6 16,0 4-1-16,0 3 3 0,0 3-1 16,0 5 1-16,0 0 0 15,0 2-20-15,0-1-49 16,1-3-61-16</inkml:trace>
  <inkml:trace contextRef="#ctx0" brushRef="#br0" timeOffset="-84488.25">21443 15372 134 0,'-1'0'17'0,"1"0"8"0,0 0-10 0,0 0-7 15,0-2 4-15,0 0 3 16,0-1 8-16,0 0 2 0,0 2-8 15,0-2-9 1,0 2-1-16,0 1-5 16,0 0-1-16,0 0-2 0,0 0-2 15,0 0-11-15,-1 4 4 16,-2 7 6-16,-1-1 2 16,-4 7 2-16,1-1-4 15,-2 2 2-15,-1 1-1 0,0-2-2 16,0-2 0-16,0-2 2 15,5-1 1-15,-1-5 2 16,3 0 1-16,2-4-2 16,1-2 1-16,0 2 0 15,0-2 0-15,0 1 0 0,0-1 0 16,0-1 1 0,4 0-1-16,4 0 1 0,0 0 1 15,4 0 1-15,-1 0 0 16,1 0-2-16,2 0 1 15,-1-1-2-15,1-1 0 16,1-2 0-16,1 3-3 0,0-2-15 16,0 0-16-16,0-1-17 15,-2-2-8-15</inkml:trace>
  <inkml:trace contextRef="#ctx0" brushRef="#br0" timeOffset="-83983.29">21451 15347 10 0,'0'0'17'0,"0"0"-8"0,0 0-4 0,0 0-2 16,0 0-1-16,0 0 0 16,0 0-1-16,0 0-3 15,0 0-10-15,0 0-23 0</inkml:trace>
  <inkml:trace contextRef="#ctx0" brushRef="#br0" timeOffset="-78973.94">21436 15419 6 0,'4'-1'2'0,"-1"-2"3"0,2 0 10 0,-3 2-2 15,-2-1 3-15,1 1 2 16,0 1 3-16,-1 0-3 0,0 0-4 16,0-1-5-16,0 1-7 15,0 0-3-15,0 0 0 16,0 0 0-16,0 0 4 16,0-2 5-16,0 2 6 0,0-1 4 15,0 1-1-15,0-2-8 16,0 2-3-16,0 0-3 15,0 0-1-15,0 0-1 16,0 0 0-16,0 0-1 16,0 0 1-16,0 0 1 15,0 0-2-15,0 0-2 0,0 0 0 16,0 0 1-16,0 2 0 16,0 6 1-16,0 2-1 15,1 4 0-15,1 2 0 16,-1 5 2-16,1 3 1 15,1 2 0-15,2 3-1 0,-1 0 0 16,0 1-1-16,2 0 2 16,-2 1-2-16,0-1-2 15,-1-3-13-15,0-2-21 16,-1-7-25-16</inkml:trace>
  <inkml:trace contextRef="#ctx0" brushRef="#br0" timeOffset="-77515.18">22195 15348 81 0,'-1'-3'11'0,"0"1"17"0,1 0 2 0,0-1-7 16,0 2-1-16,0-2-4 0,0 3 3 15,0-1-6-15,0 1-2 16,0-2-6-16,0 2-4 16,0 0-4-16,0 0-4 15,0 8-2-15,0 4 6 16,0 5 7-16,-1 3-3 0,1 4-1 16,0 0 0-16,0 1-1 15,0-2 1-15,0 0-1 16,0-3 0-16,0-1-5 15,2-2-6-15,3-3-26 16,-1-4-36-16,-1-4-6 0</inkml:trace>
  <inkml:trace contextRef="#ctx0" brushRef="#br0" timeOffset="-77050.97">22392 15323 25 0,'0'0'108'0,"0"0"-94"0,0 0 11 16,0 0-14-16,0 0-7 15,0 0-2-15,0 0 0 16,0 0 5-16,0 0-7 15,-8 5 3-15,1 7 0 16,-2 2-2-16,-1-2 0 0,-1 3 1 16,0-4-2-16,0 2 0 15,1-2-12-15,-2-2 25 16,4-3-11-16,2-3 0 16,1 1 0-16,3-3 1 15,0-1-3-15,2 2 0 16,0-2-3-16,0 2-6 0,0 0 5 15,0 2 6-15,2 1 0 16,4 0 3-16,-1 1 5 16,5-1 1-16,4 1-5 15,-1 1-1-15,2-1 9 0,1 1-7 16,1 1-6-16,0-3 0 16,1-1-2-16,-5 2-9 15,3-5-18-15,-2 1-26 16,0-2-28-16</inkml:trace>
  <inkml:trace contextRef="#ctx0" brushRef="#br0" timeOffset="-76780.45">22656 15318 161 0,'0'0'9'0,"0"0"27"0,0 0-18 0,0 0-11 0,0 0-13 0,0 0 7 15,0 0-1-15,0 0 5 16,0 0-1-16,3 42-1 16,-3-27-2-16,0-2 0 15,2 3 0-15,-2-2-2 16,0-3-7-16,0 1-18 0,0-4-29 15,0-2-4-15</inkml:trace>
  <inkml:trace contextRef="#ctx0" brushRef="#br0" timeOffset="-76425.65">22592 15328 103 0,'0'0'7'0,"0"0"25"16,0 0-4-16,51-3-10 0,-32 3-3 15,5 6-5-15,-5 0-2 16,4 2-5-16,-2 1-2 16,0-1 0-16,0-2-1 15,-3 1 1-15,-2-3-1 0,0-1 1 16,-4-3-1-16,-4 0 3 15,-1 0-3-15,-3 0 7 16,-2-7 23-16,-1-3-3 16,-1-1-6-16,0-4-4 15,0 1-5-15,-3-3-6 16,-2 3-2-16,-1-1-4 16,1 2-3-16,2 3-8 0,1 4-14 15,-1 3-22-15,0 3-46 16,1 0-43-16</inkml:trace>
  <inkml:trace contextRef="#ctx0" brushRef="#br0" timeOffset="-76140.9">23055 15262 170 0,'0'0'22'15,"0"0"-16"-15,0 0 0 16,0 0-5-16,0 0 8 16,0 0 13-16,0 0-7 15,0 0-13-15,0 0 0 16,2 8-3-16,-2 9 2 0,0 4 0 16,0 1-2-16,0-4 1 15,0-1-4-15,0-1-10 16,0-5-9-16,0-2-13 15,0-2 0-15,-3-4 7 0,0-3-3 16,-3 0-49-16</inkml:trace>
  <inkml:trace contextRef="#ctx0" brushRef="#br0" timeOffset="-75813.7">23004 15259 120 0,'0'0'4'16,"0"0"-1"-16,0 0-1 15,42-23-2-15,-27 23 1 16,-1 0 1-16,0 1 2 16,-1 8 7-16,0 2 7 15,0 4 5-15,1 0-9 0,-1 2-8 16,0 2-3-16,2-3-2 16,-1-1 0-16,-2-1 0 15,-1-5 0-15,-2-2 0 16,0-3 0-16,-4-2 3 15,-1-2 3-15,0 0 15 0,-4-2 16 16,0-5-6-16,1-6-15 16,-1 0-3-16,0-4-5 15,0 0-3-15,0-2-5 16,0 0-1-16,0 1-6 16,1 0-10-16,2 4-10 15,0 4-22-15,3 0-40 0</inkml:trace>
  <inkml:trace contextRef="#ctx0" brushRef="#br0" timeOffset="-75500.07">23575 15284 129 0,'0'0'168'0,"0"0"-154"0,0 0-7 0,0 0-4 0,50-11 0 16,-29 7 3-16,3 0-3 15,2-2-1-15,5 2-1 16,3-1-2-16,2 1-7 0,0-3-48 16,1-2-102-16</inkml:trace>
  <inkml:trace contextRef="#ctx0" brushRef="#br0" timeOffset="-52959.48">10688 14526 9 0,'0'0'19'0,"0"0"0"0,0 0-13 0,0 0 0 16,0 0-2-16,0 0-1 16,0 0-3-16,0 0 1 15,0 0 1-15,0 0-1 16,0 0-1-16,0 0 1 0,0 0 0 16,0 0 0-16,-34-11 0 15,33 10 1-15,-1 0-2 16,2 0 0-16,0-2-4 15,0 1-8-15,0 0-3 0,0-1 9 16,0-1 7-16,0 1 9 16,0 1 6-16,2-1-5 15,1 1-1-15,0 0-7 16,1-1 1-16,2 2-4 16,2-1 2-16,-2 1-2 0,3 1 0 15,-1 0 0-15,1 0 0 16,1 0 1-16,2 0-1 15,-1 0 0-15,2 0 0 16,1 0 0-16,3 0 0 16,2 0 0-16,3 0 0 15,2-3 0-15,0-2 2 0,6 2-2 16,1-2 0-16,2 0 0 16,3-1 0-16,3-1-3 15,3 1 3-15,-2-1-4 16,3-3 7-16,-1 2-2 15,3-4-2-15,-2 1 1 16,6 2 1-16,-1-2-1 0,2 1 0 16,1 0 0-16,-2 3 0 15,3 0 0-15,-5 1 0 16,4-1-1-16,-1 1 1 16,0 2 0-16,2 3 0 15,0 1-1-15,-6 0-5 0,4 0 1 16,-5 0 1-16,1 0 4 15,-1 1 0-15,2 1 0 16,-2 0 4-16,2 0-1 16,-3 0 2-16,0 0 0 0,1 1-1 15,0 3-3-15,2 0 1 16,0-1-1-16,1 4-1 16,1-1 2-16,1-1-2 15,2 2 0-15,0 0 1 16,3-1-1-16,1 1 1 15,2 0-1-15,2-2 0 0,3-2 1 16,0-1-2-16,0-3 2 16,3-1-1-16,1 0 0 15,-1 0 1-15,-1 0 0 16,0-2 5-16,3 0 4 16,-3 1-2-16,2 1-3 0,-2 0-1 15,3 0-4-15,-1 5 1 16,-3 0 0-16,-1 0-1 15,1-2 0-15,-1-1 1 16,-3-1-1-16,3-1 1 16,-3 0-1-16,0 0 1 0,-1 0-1 15,-1 0 0-15,-2-2 0 16,-5 1 1-16,-3-2-2 16,-2 2 2-16,-1-1-1 15,-5-2 0-15,-5-1 0 0,-1 0 0 16,-3-2 2-16,-2 0 5 15,-2 0 4-15,-4 0-2 16,0 1-4-16,-4 2-3 16,-3 1-1-16,-5 0 0 15,-2 3-2-15,-4 0-7 16,-5 0-21-16,0 0-21 16,-12 0-36-16</inkml:trace>
  <inkml:trace contextRef="#ctx0" brushRef="#br0" timeOffset="-52014.04">10946 15314 159 0,'-4'0'8'0,"2"0"26"0,2 0-13 16,-2 2-11-16,2 5-10 16,0 4-1-16,0 6 1 15,0 7 1-15,0 5-1 16,0 5 2-16,0 4-2 0,0 6 0 16,0 2 0-16,0 6 0 15,0-1-2-15,0 3 1 16,0-1 1-16,0-2 0 15,-8-3-8-15,1-7-31 16,-4-5-17-16,2-9-23 16</inkml:trace>
  <inkml:trace contextRef="#ctx0" brushRef="#br0" timeOffset="-51594.57">10896 15331 165 0,'0'0'0'16,"0"0"-5"-16,0 0 6 15,0 0-1-15,47 16-1 16,-31 9-5-16,2 7 11 15,0 5-2-15,4 5-2 16,-3 1 1-16,6-3-2 0,-3 1 0 16,2-7 0-16,0-3 1 15,-2-7 0-15,-1-4-2 16,-2-4 1-16,-1-5-1 16,-2-5 3-16,-3-3-2 15,-4-3 4-15,-1 0 1 0,-3-2 10 16,-2-9 17-16,-1-5 1 15,-2-3-15-15,0-4-11 16,0-3-3-16,-4-6 0 16,0-2 27-16,2-1-32 15,1-3-13-15,1 2-12 16,0 2-19-16,0 6-47 0</inkml:trace>
  <inkml:trace contextRef="#ctx0" brushRef="#br0" timeOffset="-51183.72">11438 15731 154 0,'0'0'-27'0,"0"0"26"0,0 0-1 15,0 0 2-15,39 13 0 16,-30-14-1-16,-2-8 2 15,2 1 3-15,-3-3 21 16,1-4-2-16,-4-2-1 16,1-1-2-16,0-2-14 0,-2 0-2 15,-2-1-3-15,0 0 1 16,0 2 1-16,-2 2-2 16,-7 3 0-16,3 4 1 15,-1 3 1-15,-3 4 0 16,4 3-2-16,-3 3 11 15,3 12-12-15,-1 5 0 0,2 3-1 16,3 3 0-16,2-1 0 16,0 1 0-16,2-5 1 15,8-4-1-15,-1 0 0 16,2-4 0-16,2-3-4 16,0-5-12-16,1-2-11 0,-1-3-28 15,0-1-60-15</inkml:trace>
  <inkml:trace contextRef="#ctx0" brushRef="#br0" timeOffset="-50476.94">11667 15516 195 0,'0'0'0'15,"0"0"-13"-15,0 0 5 16,0 0 5-16,5 41 3 0,-1-23-1 15,0 1 1-15,3 0 0 16,0-1 0-16,-1-2 1 16,3-1-1-16,-2-2 0 15,2-4 1-15,-2 0-1 16,-1-4-2-16,2-4-3 0,0-1 5 16,1 0 1-16,0-10 7 15,1-1 0-15,-2-5-1 16,1-4-3-16,-2 1 1 15,2 1-5-15,-3 2 2 16,-2 4-1-16,1 5 1 16,-1 5-1-16,-1 2-1 0,6 0 1 15,-4 5 2-15,3 5-3 16,4 1 4-16,-4 2-1 16,2-2-2-16,3-1-1 15,-2-4-3-15,0 1 3 16,-2-6-2-16,2-1 0 0,0 0 1 15,-2 0 3-15,1-8 2 16,1-4 3-16,0-2-4 16,-4-3 0-16,-1-1 1 15,-2-3-1-15,-2 0 0 16,-2-1 0-16,0 1-1 0,0 5 1 16,-1 3 0-16,-2 3 1 15,-3 5 1-15,1 4-4 16,-1 1 8-16,1 1-10 15,2 6-1-15,1 1-1 16,2 1 0-16,0-4 2 0,2 1-4 16,8-5-6-16,3 1 6 15,3-2 0-15,1 0 8 16,4 0-3-16,-2 0 0 16,2 0 2-16,-3 0-2 15,-3 7 1-15,0 4-1 0,-3 2 0 16,-1 1 0-16,-3 3 0 15,0-1 5-15,-4-1-4 16,3-1 0-16,-3 1-1 16,4-1 1-16,-1-1-1 15,3-4-2-15,2-1-36 16,1-7-43-16</inkml:trace>
  <inkml:trace contextRef="#ctx0" brushRef="#br0" timeOffset="-50163.73">12372 15534 215 0,'0'0'16'0,"0"0"-6"0,0 0-10 15,0 0-2-15,-21 50 1 16,16-30 0-16,2-4 1 16,3-2 0-16,0-3-1 0,0-2-1 15,8-4-3-15,0-3-7 16,4-2 11-16,1 0-2 15,1-6 3-15,0-7 2 16,0 0-1-16,-2-3 6 16,-5-2 2-16,-1 3 4 15,-4-2 4-15,-2 1-1 0,0 2-8 16,-2 1-1-16,-7 5-2 16,1 2-2-16,-1 4-5 15,-3 2-5-15,2 2-2 16,1 8-19-16,1 1-36 15,2 1-42-15</inkml:trace>
  <inkml:trace contextRef="#ctx0" brushRef="#br0" timeOffset="-49735.72">12554 15504 172 0,'0'0'-2'15,"0"0"4"-15,0 0 2 16,0 0-1-16,0 0 1 16,0 0-5-16,0 0-1 0,0 0 4 15,0 0 12-15,24 5-9 16,-24 10-3-16,0 0 1 16,0 0-1-16,0 0-1 15,0-3-1-15,0 0 0 16,0-4 0-16,0-2 0 0,0-2 0 15,1-3 0-15,0-1-3 16,0 0-2-16,1-4 13 16,1-6 0-16,1-4 1 15,-2 0 1-15,2-2-4 16,1-2 1-16,1 2 0 0,2 0-1 16,0 1-2-16,2 6 0 15,3 1 2-15,0 2-4 16,2 6-2-16,-1 0 1 15,3 10-1-15,-3 6-1 16,0 5 0-16,-4 6-9 16,-5 8-6-16,-5 6-3 0,-1 5-48 15,-14-2 27-15</inkml:trace>
  <inkml:trace contextRef="#ctx0" brushRef="#br0" timeOffset="-49337.07">11721 16091 87 0,'0'0'1'0,"45"0"7"0,-15-2 12 0,6-6-1 0,5-1 8 16,1-2-3-16,3 0-5 15,4-2 3-15,1 2-2 0,3-1-10 16,2 3-3-16,-1 0-5 15,0 1 0-15,-3 3-2 16,-3 1 1-16,-4 0 0 16,-5 4 3-16,-2 0-3 15,-9 0 0-15,-2 8-1 0,-10 3-12 16,-8 4-34-16,-8 0-50 16</inkml:trace>
  <inkml:trace contextRef="#ctx0" brushRef="#br0" timeOffset="-49187.92">12128 16344 297 0,'0'0'-4'0,"0"0"2"16,0 0-38-16,58 13 39 15,-18-19-15-15,9-11-81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29:44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11340 6253 56 0,'1'0'10'0,"-1"0"-6"0,1 0-2 0,0 0-1 0,2 0 0 15,-1-1-1-15,-2-1 1 16,0 2-2-16,0 0 1 16,0 0-1-16,2 0 0 15,-2 0-1-15,0 0 2 16,0 0 1-16,0 0 1 0,2 0-2 15,-1 0 0-15,0 2-1 16,0 2 0-16,1-1 2 16,-2 1-1-16,1 0 1 15,0 0 0-15,1-1-1 16,-2 2 2-16,0 0-1 0,2-1-1 16,-2-1 1-16,2 1-1 15,-1 1 1-15,2-1-1 16,2-1 0-16,-2 1 2 15,1 0-1-15,-2-1-1 16,3 0 0-16,-3 1 1 16,2-1-1-16,-2-1 0 0,1-1 1 15,1 0 0-15,1 1 0 16,-2-2 0-16,1 0 1 16,2 0-2-16,-2 0 2 15,3 0-1-15,3-3 2 0,1-3-1 16,3-4 4-16,5-1 0 15,2-3-1-15,4-3-2 16,2-3 0-16,2 0 0 16,3-6 0-16,4 2 0 15,0-5 2-15,1 0 3 16,2-3 4-16,2 0 4 0,1-1-1 16,-2 0-4-16,2 0-4 15,-1 2 0-15,0 0-2 16,1 3 1-16,0 1-2 15,-2 2 0-15,2 0-2 0,-4 3 1 16,-5 6-3-16,-3 0 1 16,-5 4-1-16,-3 5 0 15,-3 2 0-15,0 4-1 16,-2 1 2-16,-2 0-10 16,-3 6-43-16,-6-3-41 0</inkml:trace>
  <inkml:trace contextRef="#ctx0" brushRef="#br0" timeOffset="5013.57">7666 7795 74 0,'1'-3'1'0,"-1"-4"1"0,2 3 4 0,0 0 0 0,0-2-3 15,0 3-1-15,0 2 1 16,0-2-1-16,1 3-2 16,0-3 0-16,-1 3 1 15,2 0-1-15,-1 0 0 0,1 0 0 16,2 0-1-16,-1 0 2 15,6 0-1-15,-2 0 0 16,-1 0 0-16,4 0 0 16,1 0 0-16,-4 0 0 15,5-3 1-15,-3 1-1 0,5-3 1 16,-1 1 0-16,3 0 0 16,-1-3 1-16,4 2-1 15,-1 0 0-15,5 0 0 16,-1 1 0-16,1 1-1 15,4 2 0-15,0-2 0 16,0 2 1-16,5-1-1 0,-3 1 0 16,1-2 0-16,3-1 0 15,-1 0 0-15,2-1 1 16,0 0-1-16,2 0 0 16,3 1 0-16,0 0 0 0,3 2 0 15,1-1 1-15,2 2-1 16,-2 1 0-16,2 0 0 15,1 0 0-15,0 0 0 16,-1 0 0-16,-2 0 0 16,2 0 0-16,-5 0 0 15,2 0 1-15,-3 0-1 0,1 0 1 16,-4 0 1-16,5 0 0 16,-3 3-1-16,2 2-1 15,1 0 1-15,-3 1-1 16,0 2 0-16,1 1 0 0,-3-1 0 15,-1 2 0-15,1-1 0 16,3 0 0-16,-3 0 0 16,2-2 0-16,-1-3 0 15,0-1 1-15,2 0 0 16,-2-3 0-16,2 0 3 0,-1 0 2 16,3 0-2-16,0 0 0 15,3 0 0-15,-1 0-4 16,1 0 1-16,4 3-1 15,-3 1 1-15,4 2-1 16,3-2 0-16,0-1 1 16,1-1-1-16,1 0 1 0,0-2 2 15,1 0 2-15,1-3 0 16,2-2 0-16,0-1 0 16,-1 2-3-16,0 0-1 15,1 2 0-15,-1 2-1 16,1 0 1-16,1 0-1 0,5 0 0 15,2 0 1-15,-1 4 0 16,4 2 1-16,0 0-2 16,-1 2 0-16,-1-1 1 15,-2 0-1-15,-2-1 0 16,-3-2 0-16,-1-1 1 0,-3-3 1 16,-2 0 7-16,2 0 1 15,-4 0-3-15,-1-4-3 16,1-3-1-16,0 4 0 15,-1-3-1-15,-4 3-1 0,1 3 0 16,-6-2-1-16,-2 2 1 16,-5 0-1-16,-5 0 0 15,-3 2 0-15,-2 1 0 16,-6 0 0-16,-1 2 0 16,-7 0-1-16,-1 1-13 15,-10-1-32-15,-2-3-28 0</inkml:trace>
  <inkml:trace contextRef="#ctx0" brushRef="#br0" timeOffset="6730.58">4328 8676 4 0,'6'-6'8'0,"-2"3"4"0,3-1-5 0,0 1-5 16,4-1-1-16,-2 1-1 0,2 0 1 15,-1 0-1-15,2 2 0 16,2 0 0-16,-1 1 1 16,0 0-1-16,3 0 2 15,-3 0 1-15,4 0 3 16,1 0-2-16,1 0 1 15,2 0-1-15,2 0-1 16,2 5 0-16,2 1-3 0,2 1 1 16,3 0 1-16,1 3 0 15,0-1-1-15,6-1 2 16,-3 1 1-16,2-1 0 16,-1-2-1-16,4-4 2 0,1 0 0 15,1-2-1-15,8 0 2 16,1 0 2-16,-1-3-2 15,5-1-4-15,2 1-1 16,0 2 0-16,3-2-1 16,3 3 1-16,-1-3-1 0,4 3 2 15,2 0-1-15,3 0 0 16,-1 0 0-16,0 0 1 16,6 4-2-16,0 2 0 15,4-1 1-15,1-1-1 16,0 0 0-16,7-3 0 15,0-1 1-15,1 0 0 0,1 0 0 16,3-5-1-16,0-1 1 16,2-1 0-16,0 0-1 15,3 1 0-15,1 0 1 16,3 5-1-16,-3 1 0 0,4 2 0 16,0 13 0-16,0 2 0 15,0 7 0-15,1 5 0 16,1 1 0-16,-4-1 0 15,1 1 0-15,0-4 0 16,-4-4 0-16,0-2 0 16,0-3 0-16,-2-4 0 0,-3-3 0 15,-2 0-2-15,-1-4-7 16,-7-2-25-16</inkml:trace>
  <inkml:trace contextRef="#ctx0" brushRef="#br0" timeOffset="15731.97">12720 6352 10 0,'-1'-2'11'0,"1"0"-5"0,-1 2 1 0,1-1-2 16,0 1 0-16,-1-2-3 0,1 2-2 15,-1 0-1-15,1 0-4 16,-1 0-19-16</inkml:trace>
  <inkml:trace contextRef="#ctx0" brushRef="#br0" timeOffset="17520.03">12720 6352 33 0,'0'0'18'0,"-2"-29"0"16,8 24-12-16,-2 2-2 16,4-2-2-16,-4 1-1 15,1 1 0-15,1 0-1 16,-4 0 1-16,1 1 0 0,0 0 1 16,3 0 1-16,-2 0 2 15,1 1-1-15,3-1-1 16,-3 0-2-16,6 2-1 15,-4 0 0-15,0 0 1 16,1 0-1-16,-2 0-1 16,0 0 2-16,0 0-1 0,-2 0 2 15,1 4-1-15,1-4-1 16,2 3 2-16,-3-1-1 16,3 2 0-16,-1-1 1 15,2 1-2-15,-1 0 1 16,2 1-1-16,1 0 0 0,0 2 1 15,-2 2 0-15,3 0 0 16,-2 2 1-16,-1 1-1 16,-1 1 0-16,2-1 1 15,-3 3-2-15,1-3 1 0,0 3-1 16,-1 0 1-16,1 0 0 16,-2-1 0-16,4-1 0 15,-5 1-1-15,3-1 1 16,-1 1-1-16,2-1 0 15,-4 0 0-15,3 1 1 0,-5-1-1 16,0 0 0-16,0 1-1 16,-3 0 1-16,0 0 5 15,0 3 5-15,-2 0 3 16,-3 3-5-16,-3 0-2 16,1 2-2-16,-1 0-2 15,2 4-2-15,-2-1 2 16,3 1-2-16,-5-1 1 0,4 1-1 15,-2-2 0-15,1-1 2 16,-2-2-1-16,2 0 0 16,-2-2 1-16,1-1 3 15,2 2 2-15,-2 0-5 0,3 1-1 16,1 2 0-16,0-1-1 16,0 2-1-16,3 1 1 15,-2 1 1-15,3-1-1 16,-2-2 0-16,2-2 0 15,0-1 1-15,0-3-1 16,0 0 0-16,0 0 2 0,2 0-1 16,4 1 1-16,0 3 0 15,0 0-1-15,3 3-1 16,-1 2 0-16,2 1 1 16,-1 4-1-16,-1-1 1 15,2 0-2-15,-4-1 2 0,2 0-1 16,3-1 0-16,-4-2 0 15,3-1 1-15,2 1-1 16,-3-2 0-16,2 0-1 16,1-2 1-16,-2-3 0 0,1 1-1 15,1-5 0-15,-1-2 1 16,0-1 0 0,1-5 0-16,0 0 0 0,-3-3 0 15,0 0 1-15,-2-2 1 16,0 0-1-16,-1 0 1 0,-2-2-2 15,-2 2 1-15,0-1-1 16,2-1 1-16,-2 2-1 16,-2-2 0-16,2 2 0 15,-2 1 2-15,0 0-4 16,0 0 1-16,0 4 1 16,0 0 3-16,-4 2-5 0,-2 1 4 15,-2 1-1-15,0 1 0 16,-1 0-1-16,2 1 0 15,-4 0 1-15,4 0-1 16,-2-2 2-16,1 0-3 16,2 2 2-16,2-3-1 0,0 0 1 15,1-2-1-15,2 2 0 16,0 2 1-16,-1-1-1 16,2 3 1-16,0 1-1 15,0 3 0-15,0 2 0 0,0 3 0 16,0 2 2-1,0 1-2-15,3 1 0 0,1 4 0 16,0-1 0-16,0 1 0 16,1 0 0-16,0 2 0 15,1 1 0-15,-2 3 0 16,3 1 0-16,-2 3 0 16,6 1 1-16,-2 1-1 0,1 2 0 15,1 0 2-15,1 1-2 16,-3-1 2-16,3 3-1 15,-5-1-1-15,3 2 2 0,-3-4 1 16,3 1-2-16,0-4-1 16,-2 0 1-16,2 0-1 15,-1-1 0-15,0 3 1 16,0 0-1-16,-4 3 0 16,1 0 2-16,-3-2-2 15,1-1 1-15,0 0 2 16,0 0 0-16,-2-2-2 0,2 0-1 15,2-1 3-15,-3 0 0 16,1-1 0-16,2-4-2 16,-2 0 2-16,-1 0 3 15,2 0-3-15,-1 1 1 16,-4 1 4-16,2 3-2 0,-2 6 1 16,0 0-3-16,0 3-2 15,-2 4 0-15,-4 2-2 16,-2-1-1-16,-4 0 0 15,1-4 0-15,-3-1 1 16,-1-8 1-16,0-1-1 16,0-5 2-16,-1-2 3 0,1-4 3 15,-2-2 1-15,5-2-1 16,-5-2-2-16,5 0-4 16,-2-1 1-16,3 1-2 15,0-1-1-15,-1 1 1 0,-1 0-1 16,-1 1 0-16,0-2 0 15,-1 4-1-15,-2-4 1 16,-6 1 0-16,-1-2 0 16,-3 0 0-16,-4 1 0 15,-3-3 0-15,-4-2 0 0,-4 2-1 16,-8-3-1-16,-8-4-3 16,-7 3-9-16,-8-2-17 15,-12 0-29-15,-13 3-76 16</inkml:trace>
  <inkml:trace contextRef="#ctx0" brushRef="#br0" timeOffset="19454.08">18777 6331 51 0,'0'0'1'0,"0"0"0"0,0 0-1 15,0 0 1-15,0 0-1 16,0 0 3-16,0 0 6 0,0 0 3 16,0 0-8-1,0 0 1-15,0 0-1 0,0 0-1 16,0 0-1-16,-6-4-1 15,6 4-1-15,0 0-1 16,0 0-1-16,0 0 0 16,1 0 2-16,1 0 0 0,1 0 0 15,-1 0 0-15,-2 0 0 16,2 1 0-16,-2 1 0 16,0-1 0-16,1-1 2 15,0 3-2-15,0-2 0 16,2 2 0-16,-1-1 1 0,1 0-1 15,-1 1 1-15,0-1-1 16,1 1 0-16,-2-1 0 16,1 3 0-16,-1-1 1 15,0 0-1-15,1-1 0 16,-2 1 0-16,2 3 2 0,-2-1-2 16,1 0 0-16,1 1 0 15,0-2 0-15,0 3 0 16,2-3 0-16,-2 0 0 15,1-1 0-15,0 0 0 16,3 0 0-16,-2-2 0 16,-1-2 0-16,3 0 0 0,-1 0 0 15,4 0 0-15,-2-6 2 16,3-5 3-16,4 1-2 16,-1-6 0-16,3-4 1 15,6-2 2-15,-1-5 4 16,6-6-1-16,6-7 5 0,8-7 1 15,12-7-10-15,14-9-1 16,13-6-3-16,12-10-1 16,8-10-15-16,5-6-63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0:43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4730 4992 10 0,'0'0'6'0,"0"0"5"0,0 0 10 0,0 0-8 0,0 0-1 16,0 0 4-16,0 0-5 15,0 0-3-15,0 0-6 16,0 0-3-16,0 0 0 16,-12 7 1-16,14 0 1 15,1 4-1-15,6 3 0 16,-2-1 1-16,3 0-1 0,5 0 1 15,-1-5-1-15,5-5 1 16,3-3 0-16,2-2 1 16,6-17 6-16,10-14 21 0,9-12 5 15,13-16-12 1,13-15-9-16,14-16-5 0,16-9-5 16,13-8 0-16,10-3-3 15,5-3-3-15,4 1-33 16,-10 5-74-16</inkml:trace>
  <inkml:trace contextRef="#ctx0" brushRef="#br0" timeOffset="18966.78">4509 5010 25 0,'0'0'6'0,"0"0"7"0,0 0-5 0,0 0 1 16,0 0-4-16,0 0-2 15,0 0-1-15,0 0-2 16,0 0 1-16,0 0 0 16,0 0-1-16,0 0 1 0,0 0-3 15,0-24 0-15,2 24 2 16,2 0 0-16,-1 4 0 15,3 2-1-15,-2 0 1 16,1 1-2-16,2 1 1 0,-3-1 2 16,1-1 1-16,-1 0-2 15,2-2 0-15,3-3 0 16,1-1 1-16,3 0-1 16,1-1 1-16,3-9 2 15,3-3 2-15,6-5 1 16,3-6-1-16,8-3 1 0,3-7-2 15,6-6 3-15,7-6-4 16,9-5-1-16,6-5-1 16,5-6 0-16,12-6 0 15,7-1 0-15,6-7 0 16,7-2-3-16,5-4-11 0,4 1-36 16</inkml:trace>
  <inkml:trace contextRef="#ctx0" brushRef="#br0" timeOffset="28688.28">2262 6781 29 0,'0'2'7'0,"0"-2"-1"0,0 0-9 16,0 0 4-16,1 0 1 15,5 0 3-15,-2 0-2 16,3 0 0-16,-1 0 1 0,0 0 0 16,2 0-3-16,-1 0-1 15,1 0 1-15,4 0-1 16,1 0 0-16,3 0-1 15,2-2 2-15,2 2 2 16,3-3-7-16,-1-1 0 16,2 0-2-16,-1 0 4 15,0-1 8-15,0 1 0 0,-2 1-2 16,-1 0 1-16,0 3-2 16,0-2-1-16,-2 0 0 15,2 2-1-15,3 0 1 0,1 0-2 16,3 0 1-16,2-1-1 15,-1 1 0-15,7-3 0 16,-2 3 1-16,3-1-1 16,-3 1 0-16,1 0 0 15,-3 0 0-15,-2 0 1 0,0 5-1 16,0 4 0-16,3-1 1 16,-1 2-1-16,3 0 1 15,3 1-1-15,1 0 0 16,5-2 0-16,-3 0 1 15,5-2-1-15,-3-3 0 0,5-1 0 16,2-1 0-16,1-2-1 16,0 1 1-16,2-1 0 15,0 1 0-15,-1 2 0 16,0-1 0-16,1-1 0 16,1-1 0-16,1 0 0 15,2 0 0-15,0 0 0 0,0 0-1 16,-1-3 1-16,-1-1 0 15,2-2-1-15,0 1 3 16,0 0 0-16,-1 0 0 16,2-1 2-16,1 0-3 15,2 0 3-15,-2-1-3 0,1 0 0 16,1 0 1-16,-2 0-2 16,0 0 1-16,-2 1 2 15,0 1-2-15,2 0 0 16,-2 0 1-16,0 1-1 15,-3 2 0-15,3 2 0 0,2 0 0 16,-2 0 0-16,2 0 0 16,3 4-1-16,-3 2 0 15,2-2 2-15,0-1-2 16,1 0 0-16,0-3 0 16,1 0 0-16,-2 0 1 15,-2-3-2-15,2-3-1 0,-2-1 2 16,1 1-1-16,-1 1 2 15,2-1 1-15,0-1-1 16,-1 3 0-16,1 1 0 16,2 0-1-16,-1 0 1 0,0 2-1 15,3 1 1-15,-3 0-1 16,3 0 0-16,1-3 2 16,2-3 2-16,2-2 8 15,1 2-1-15,-1-5-3 16,2 2-3-16,1 0-1 15,0 2-3-15,1 1 0 0,1 4-1 16,-2 2 1-16,1 0-1 16,1 2 1-16,-2 9-1 15,2 5 1-15,-1 2 0 16,-2 2 0-16,1 4 1 0,-1-1-1 16,3-2-1-16,1-1 2 15,2-4-2-15,0-5 0 16,0-2 0-16,2-4 0 15,-2-2 0-15,0-3 0 16,-2 0 0-16,4 0 2 16,1 0 2-16,1-6-2 0,2 2-1 15,1-2-1-15,5 2 0 16,1-1 1-16,2-1 2 16,-1 0-2-16,4 0-1 15,4 1 0-15,1-1-1 16,0 0 1-16,3 1-3 0,2-1-7 15,-4 0-5-15,1 1 9 16,-1 0-1-16,-7 1-6 16,-2 0-3-16,-6 0-6 15,-11-1-21-15</inkml:trace>
  <inkml:trace contextRef="#ctx0" brushRef="#br0" timeOffset="29754.57">2494 7591 104 0,'7'-3'-10'0,"0"-6"10"0,2 2 1 0,2 0 0 15,1 0 0-15,1 3-1 16,-2 0 2-16,3-1-2 0,-1 1-2 15,1 4 4-15,0 0-2 16,3 0 0-16,0 0 0 16,3 4 0-16,5 3 0 15,2-1 1-15,4 3-1 16,3-1-1-16,4 1 2 0,2 2-2 16,5 1 1-16,1 0 0 15,4-2-2-15,2 0 2 16,3-3-2-16,3 0 3 15,2-4-2-15,-1-3 0 16,3 0-2-16,-1 0 6 16,1-7-3-16,-4-1 5 15,-2 0-4-15,0 1-2 0,-5 3 4 16,-4 1-2-16,-5 3-1 16,-2 0 1-16,-3 0 1 15,-1 0-2-15,-3 0-3 16,-2 0-6-16,-4 0-19 0</inkml:trace>
  <inkml:trace contextRef="#ctx0" brushRef="#br0" timeOffset="30386.76">4374 7215 51 0,'0'0'3'0,"0"0"-1"0,0 0-1 0,0 0 0 0,0 0-6 16,0 0 0-16,0 0 5 15,0 0 0-15,0 0 0 16,0 0 1-16,0 0-1 16,12-5 1-16,-10 11-2 0,0-2 3 15,1 3 0-15,1 0 1 16,0-1-2-16,0 0 0 15,1-1 0-15,2-3-1 16,0-1 1-16,2-1 2 16,6-1 5-16,3-12 4 0,5-6-3 15,10-9-2-15,9-6-3 16,10-8 2-16,12-7-3 16,11-6 8-16,9-7-11 15,12-4 5-15,7-5-3 16,4-3 0-16,5-7-30 15</inkml:trace>
  <inkml:trace contextRef="#ctx0" brushRef="#br0" timeOffset="32519.93">5353 9622 33 0,'0'4'4'0,"0"2"-3"0,2-1 1 0,-1 1-1 0,3 0 4 15,-2 1-1-15,2 0-1 16,1 1 1-16,2 0-1 16,-1 0 0-16,5-2 1 0,3-3-1 15,3-3-4-15,13-3 13 16,8-16 14-16,13-12-12 16,14-17 4-16,20-18-2 15,16-17-11-15,21-18 1 16,15-13 0-16,16-11-2 15,11-10-27-15,-1-5-39 16</inkml:trace>
  <inkml:trace contextRef="#ctx0" brushRef="#br0" timeOffset="35318.26">5758 11704 33 0,'2'-3'2'0,"-2"-1"0"0,2 0 0 16,-2 1 4-16,0 0 12 15,0 1 7-15,0 1-14 16,0 0-8-16,0 1-1 15,0 0 2-15,0 0-3 0,0 0-7 16,0 2-6-16,0 4 18 16,0 4-4-16,4 1-2 15,-1 2 0-15,6 3 0 16,0-4 0-16,0 1 0 16,4 0 0-16,1-3 0 15,2-3 0-15,3-4 1 16,6-3-1-16,4-10 12 0,7-18 5 15,11-16 5-15,15-16 5 16,12-21-9-16,17-14-9 16,19-13-4-16,13-11-2 15,7-6-12-15,-1-8-91 0</inkml:trace>
  <inkml:trace contextRef="#ctx0" brushRef="#br0" timeOffset="38324.03">11500 13211 75 0,'0'1'7'0,"0"-1"-3"0,0 0 7 0,0 0 5 0,0 0 4 16,0 0-3-16,0 0 1 16,0 0-6-16,0 0 1 15,0 0 2-15,0 0-5 16,0 0-4-16,0 0-6 0,0 0 0 16,0 0-1-16,0 0-1 15,0 0-1-15,0 0 3 16,0 3 1-16,0 1-1 15,2 1 0-15,1 0-1 16,5 1 0-16,-3 1 1 0,3 1 0 16,0 0 0-16,0 0 0 15,-1 1 0-15,3-2 0 16,-2 0-1-16,-1-3-1 16,1-1-7-16,-1-2 2 15,4-1 4-15,-2 0 13 0,7-7-7 16,2-11 2-16,8-11-1 15,10-12 1-15,12-13-3 16,10-14 0-16,12-14 0 16,16-15-2-16,14-10-6 15,10-13-25-15,12-13-34 0,10-10-17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1:32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15356 3824 42 0,'0'0'25'0,"0"0"-4"0,0 0-10 0,0 0-6 0,0 0 0 16,0 0-2-16,0 0-2 15,0 0-1-15,0 0-1 16,0 0-2-16,0 0-7 16,0 0 7-16,0 0 8 15,8 24-3-15,-6-15-1 0,3-2-1 16,-1-3 0-16,3-1-1 16,-1-3 5-16,3 0 3 15,5-7 9-15,3-11 4 16,11-12-2-16,10-13 0 15,13-12-6-15,9-15-5 0,16-11-2 16,13-11-2-16,8-9 0 16,3-14-36-16</inkml:trace>
  <inkml:trace contextRef="#ctx0" brushRef="#br0" timeOffset="2729.87">10098 5666 1 0,'0'0'-1'0</inkml:trace>
  <inkml:trace contextRef="#ctx0" brushRef="#br0" timeOffset="2922.21">9902 5781 66 0,'0'0'6'0,"0"0"-5"16,0 0-8-16,0 0 1 16,0 0-12-16</inkml:trace>
  <inkml:trace contextRef="#ctx0" brushRef="#br0" timeOffset="8119.68">22677 17437 115 0,'-2'0'8'0,"1"0"5"0,1 0 16 0,0 0-17 0,0 0-9 16,0 3 2-16,-2-3 2 15,2 2 1-15,-4 1-6 16,2 1 6-16,1 0-1 15,0-1-3-15,0 1-3 16,1-2-1-16,0-1 0 16,0 1-1-16,0-1-2 0,0-1-2 15,0 0 5-15,0 0 5 16,-1 0 14-16,1-3-12 16,-1-1 1-16,-1-1-1 15,-2 1-1-15,1 1-1 16,-3 3-1-16,2 0-3 0,-1 0-4 15,0 2 11-15,-1 8-7 16,1 0-1-16,3 1 0 16,-1-1-1-16,3 0-2 15,0 0-3-15,0-4-6 0,5-2 3 16,1-1-2-16,0-2 0 16,1-1 5-16,-1 0-1 15,2 0 6-15,-1-7 2 16,-2 1 1-16,1-4-2 15,-4 2 1-15,0-1 0 16,-1 1-1-16,-1 2 2 0,0 2 1 16,0 1-1-16,-3 2 4 15,-1 1-3-15,-1 0 1 16,1 1-3-16,-1 6-1 16,2 3-1-16,1 0 1 15,2-1-1-15,0 0-1 0,0-3-7 16,1 0 1-16,4-3 0 15,0-2-2-15,0-1 1 16,0 0 3-16,0 0 2 16,0 0 1-16,1-4 2 15,-2-3 0-15,-1-2 1 16,1 2 1-16,-2 0 0 0,-2-1 2 16,0 3 1-16,0 1 6 15,-2 3 8-15,-4 1-8 16,1 0 1-16,0 0-9 0,-1 4-2 15,3 3 0-15,-2 0-1 16,4-3 1 0,-1 1-1-16,2 0-2 0,0-3-2 15,0 0-1-15,0 0 2 16,0-2 0-16,2 1 2 16,2-1 2-16,-2 0 0 0,0 0 0 15,1 0 2-15,-1-3-1 16,-1-1-1-16,0 0-1 15,0 1-7-15,1-1-10 16,0 2-21-16,-1 1-12 16,0-2-13-16</inkml:trace>
  <inkml:trace contextRef="#ctx0" brushRef="#br0" timeOffset="8419.02">22723 17463 81 0,'0'0'9'0,"0"0"1"0,0 0-6 0,0 0 0 0,0 0 3 15,0 0-2-15,0 0-1 16,0 0-1-16,0 0 2 15,0 0-3-15,0 0-1 16,0 0-1-16,0 0 1 16,3 0-2-16,-3 0-1 0,2 0-3 15,-2 0 0-15,0 0-5 16,0 0-7-16,1 0-3 16,-1 0-32-16</inkml:trace>
  <inkml:trace contextRef="#ctx0" brushRef="#br0" timeOffset="8603.48">22723 17463 108 0,'6'10'20'15,"-6"-10"17"-15,0 0 0 16,-1 0-20-16,1 0-8 0,0 0-6 16,-3 0 0-16,3 0 2 15,0 0 0-15,0 0 2 16,0 0-7-16,0 0-4 15,4 0-11-15,2-7-4 0,1-6-47 16</inkml:trace>
  <inkml:trace contextRef="#ctx0" brushRef="#br0" timeOffset="10085.95">23148 11651 208 0,'0'0'8'0,"0"0"1"0,0 0-2 0,0 0-5 16,0 0-2-16,0 0-2 15,0 0 1-15,0 0 1 16,0 0 0-16,-30 42 0 0,30-31 0 16,0-1-2-16,0-2 0 15,0-2-4-15,3-2-3 16,4-4 3-16,-2 0 2 15,1 0 3-15,0-9 2 16,0 0-1-16,-2-1 1 0,-1 0 0 16,-3 1 0-16,0 2 0 15,0 0 3-15,-2 6-2 16,-5 1 1-16,0 0-1 16,-4 6-1-16,0 8-1 15,1 1 0-15,0 2 0 16,2-1 0-16,3-2 0 0,4-1 0 15,1-6-1-15,0-1 0 16,3-5-1-16,5-1 1 16,1 0 0-16,1-1 3 15,0-8 2-15,-3-1 4 0,2-5-3 16,-4 3 1-16,-2-3-2 16,0 1 0-16,-3 2 0 15,0 3-1-15,0 2 1 16,-2 3 2-16,-2 4-4 15,-1 0 2-15,-3 0-2 0,3 7-2 16,2 3 0-16,-3 2 0 16,5-1 0-16,1 0-1 15,0-3 0-15,0-1 0 16,0-2-1-16,5-3 1 16,0-2-2-16,0 0 1 15,3 0 1-15,-4 0 0 0,3-7 1 16,-2-1 1-16,-1 0 0 15,-2-1 1-15,0 1-1 16,0 1 1-16,-2 0-1 16,0 2 1-16,-3 3-1 15,-2 1-2-15,-2 1 3 16,0 0-2-16,3 6 0 0,-3 4-1 16,3 0 1-16,1 0-1 15,3-2-1-15,0 1 1 16,0-2-4-16,0-2 2 15,0-3 0-15,1 0 1 0,3-2 0 16,0 0 1-16,2-2 0 16,-2-3 2-16,2-4 2 15,-3 3-2-15,0-1 1 16,-2 0 0-16,1 3-1 16,-1 1 0-16,-1 0-1 15,0 3-4-15,0 0-9 0,0 0-27 16,0 0-37-16,0 2-16 15</inkml:trace>
  <inkml:trace contextRef="#ctx0" brushRef="#br0" timeOffset="10376.54">23164 11721 41 0,'0'0'9'0,"0"0"14"0,0 0-8 16,0 0-8-16,0 0-6 0,0 0-1 15,0 0 0-15,0 0-1 16,0 0-2-16,0 0 2 15,0 0 0-15,0 0 1 16,0 0 0-16,18-6 0 0,-17 9-3 16,1 0-23-16</inkml:trace>
  <inkml:trace contextRef="#ctx0" brushRef="#br0" timeOffset="10560.56">23164 11721 120 0,'29'-18'17'15,"-29"12"24"-15,0 1-23 16,0 0-13-16,2 0-5 0,1-1-3 16,2 1-30-16,1 0-31 15</inkml:trace>
  <inkml:trace contextRef="#ctx0" brushRef="#br0" timeOffset="12333.59">24146 12532 95 0,'0'0'-4'0,"0"0"8"0,28 36 0 16,-14-27-2-16,-3 1 0 15,-2 0-2-15,0-2 0 16,0-2 0-16,-5-1 0 16,-1-1 1-16,-1-2 1 15,-1-1 0-15,-1-1 7 0,0 0 15 16,0 0 9-16,0 0-7 15,0 0-9-15,0-1-6 16,0-2-5-16,-2 0-4 16,0-1-1-16,-1 2-1 0,0-1 0 15,-1 0 0-15,-3 3-1 16,-1 0-1-16,0 0-1 16,-2 0 1-16,-2 6-5 15,1 1-5-15,1 4 4 16,4-2 5-16,3 2-5 15,1-1 2-15,2-3 1 0,0-1 2 16,6-2 1-16,5-2-1 16,1-2 2-16,3 0 4 15,-2 0 1-15,0-4-2 16,0-2 6-16,-4 0-4 16,-2 2 4-16,-1 0 2 0,-5 1 2 15,-1 0 5-15,0 2-3 16,0-1-6-16,-3 2-5 15,-3 0-2-15,0 0 3 16,-1 0-3-16,0 6-2 16,0-1 1-16,2 1-1 0,1 0 0 15,2-2-2-15,2 0 0 16,0-2-3-16,0-1 1 16,3-1-1-16,4 0 3 15,-1 0 0-15,0 0 2 16,1-3 1-16,-3-1 0 0,0-3 2 15,0 0 1-15,-3 1 5 16,1-1-4-16,-2 0 0 16,0 3 5-16,0 1-2 15,0 1-5-15,0 1-2 16,0 1 0-16,0 0-7 16,-2 0-1-16,-2 1-4 0,1 3 4 15,0-2 4-15,1 1 3 16,2 1-1-16,0-2-1 15,0-2-4-15,0 1 2 16,2-1 0-16,3 0 1 16,-2 0 3-16,0 0 0 0,1-3 2 15,0-1 1-15,-4 1 1 16,0 1 0-16,0 0 7 16,0 0-3-16,0 2-4 15,-4 0-3-15,-3 0 4 16,4 0-3-16,-4 1-2 0,2 2 2 15,1-1-1-15,2 0-1 16,1-1 1-16,1-1-2 16,0 0-3-16,0 0-1 15,1 0 2-15,4 0 1 16,-2-4 0-16,1-2 7 0,-2 0-4 16,-2-1 1-16,0 2 0 15,0 1 1-15,-3 2 0 16,-5 0-1-16,-3 2 1 15,-1 0-1-15,-2 3 1 16,-1 4-2-16,3 2 0 0,0-1 0 16,5 0 0-16,2-1-2 15,4 0 2-15,1-3-4 16,0-1-3-16,5-2 0 16,4-1 3-16,1 0-1 15,1 0 3-15,-1-7 1 0,-1 0 4 16,-1-1 2-16,-4 0 2 15,-1 0 0-15,-3 0-2 16,0 3-2-16,0 1 2 16,0 1-3-16,-4 0 0 15,1 3-6-15,-5 0-2 0,2 0-3 16,0 4-2-16,1 2 4 16,-1 1 2-16,4 0 1 15,1-1 0-15,1-1 2 16,0-3 1-16,0 1-1 15,4-3 1-15,4 0 0 16,0 0 5-16,-2 0 10 0,4-4-2 16,-5-3-3-16,3-2-4 15,-2 1-2-15,-2-1 0 16,1 1-2-16,-2 0 0 16,0 3-1-16,-2 1 0 15,2 1-8-15,-1 0-7 0,-2 3-6 16,0 0-4-16,0 0-5 15,0 0 14-15,-3 0 10 16,0 4 6-16,1 0 0 16,1-1 2-16,0 2 0 15,1 0-2-15,0-2 0 0,0 0 1 16,2-2-1-16,2-1 0 16,2 0 2-16,-1 0 3 15,2-1 4-15,-2-6 6 16,-2-2 0-16,-1-1-5 15,-1 0 1-15,-1 1-3 0,0-2-5 16,0 3-2-16,-1 1 2 16,-4 1-1-16,-4 3-6 15,1 2-3-15,0 1 6 16,2 0-1-16,-1 0 1 16,2 0-1-16,3 1-6 0,2 4-17 15,0-1-6-15,0-1 4 16,7-2 6-16,0-1-17 15</inkml:trace>
  <inkml:trace contextRef="#ctx0" brushRef="#br0" timeOffset="12939.86">24239 12519 0 0,'3'0'15'0,"-2"0"6"0,0 0 3 16,0 0-5-16,1 0-6 15,1 0-6-15,-2 0-6 0,3 0 0 16,-3 0-1-1,1 0 1-15,-2 0-1 0,0 0 1 16,0 0 3-16,0 0 8 16,0 0-12-16,0 4 3 15,0 2-3-15,-2-2 0 0,1 2-1 16,-4 1 1-16,1-2 0 16,1 0 0-16,1-1 0 15,-1-2 0-15,2 1 1 16,0-2-1-16,1-1 0 15,0 0 0-15,0 0 0 16,0 0 1-16,0 0 5 0,0 0 7 16,-1 0 6-16,-1 0-2 15,1 0 3-15,-1 0 0 16,1 0-7-16,0 0-8 16,-1 0-7-16,1 0-7 15,0 0-41-15,0 0-29 0</inkml:trace>
  <inkml:trace contextRef="#ctx0" brushRef="#br0" timeOffset="14311.18">22720 17399 91 0,'0'2'17'0,"0"-2"7"0,0 0-3 15,0 1-9-15,0-1 0 16,0 0 6-16,0 0-4 0,0 0-8 15,0 0-2-15,0 0-2 16,0 0-1-16,0 0-1 16,0 0 0-16,0 0 0 15,0 0-1-15,0 0-2 16,0 0-5-16,0 0-9 0,0 0-5 16,0-3-10-16,0-4-11 15,0 0-53-15</inkml:trace>
  <inkml:trace contextRef="#ctx0" brushRef="#br0" timeOffset="14673.87">22708 17247 58 0,'0'0'5'0,"14"-45"15"15,-6 26 1-15,1 4-9 16,1 3-3-16,-1 4-7 16,1 2-2-16,0 2 0 15,-2 1-5-15,-2 1-7 0,-1 2-2 16,0 0-4-16,-4 0-7 15,-1 0 3-15,0 0 37 16,0 3-4-16,0-2-6 16,0 0-1-16,0-1-4 15,-3 0 0-15,3 0 0 0,0 0-2 16,0-3 9-16,2-5-9 16,3-1 5-1,1 0-4-15,1 0-1 0,-1 0-1 16,-1 3 3-16,-2 0 0 15,1 2 15-15,-4 1 6 16,0 1 7-16,0 2-1 0,0 0-8 16,0 0-6-16,0-2-7 15,0 2-3-15,0-1-3 16,2-3-24-16,1-1 10 16,1 1-14-16,2-6-40 15</inkml:trace>
  <inkml:trace contextRef="#ctx0" brushRef="#br0" timeOffset="14823.79">22920 16947 73 0,'0'0'1'0,"0"0"0"0,0 0-2 16,0 0-16-16</inkml:trace>
  <inkml:trace contextRef="#ctx0" brushRef="#br0" timeOffset="14975.89">22963 16845 129 0,'0'0'15'16,"0"0"6"-16,0 0-6 0,0 0-11 15,0 0-4-15,0 0-1 16,0 0-10-16,-14-15-21 15,8 12-20-15,0-2-32 16</inkml:trace>
  <inkml:trace contextRef="#ctx0" brushRef="#br0" timeOffset="15158.45">22885 16713 73 0,'0'0'50'15,"0"0"-33"-15,0 0-3 16,0 0-11-16,0 0-3 16,0 0-7-16,-3-38-6 15,3 32 1-15,0-1-3 16,0 0-4-16,-4 0-15 16</inkml:trace>
  <inkml:trace contextRef="#ctx0" brushRef="#br0" timeOffset="15307.8">22829 16552 102 0,'0'0'1'15,"0"0"2"-15,0 0-2 16,27-41-1-16,-18 29 0 16,-1 0-5-16,0 0-13 15,-4 0-14-15</inkml:trace>
  <inkml:trace contextRef="#ctx0" brushRef="#br0" timeOffset="15478.62">22900 16397 53 0,'0'0'60'0,"0"0"-34"16,0 0 0-16,0 0-14 15,0 0-10-15,0 0-5 16,0 0-3-16,-3-17-20 15,7 12 1-15,2 0-17 16</inkml:trace>
  <inkml:trace contextRef="#ctx0" brushRef="#br0" timeOffset="15663.52">23045 16132 127 0,'0'0'-16'16,"0"0"32"-16,0 0-2 16,0 0-9-16,0 0-5 15,0 0-5-15,0 0-2 0,0 0-5 16,15-28-8-16,-9 23-8 16</inkml:trace>
  <inkml:trace contextRef="#ctx0" brushRef="#br0" timeOffset="15828.22">23222 15946 81 0,'0'0'121'16,"0"0"-118"-16,0 0-7 15,0 0 7-15,0 0-6 0,0 0-44 16,0 0-19-16</inkml:trace>
  <inkml:trace contextRef="#ctx0" brushRef="#br0" timeOffset="16005.41">23132 15763 122 0,'0'0'-1'0,"0"0"10"16,0 0 0-16,-41-17-9 16,36 11-15-16,5 0-43 15</inkml:trace>
  <inkml:trace contextRef="#ctx0" brushRef="#br0" timeOffset="16161.29">23131 15544 109 0,'0'0'0'0,"0"0"7"15,0 0-3-15,-31-37-8 16,23 26-18-16,0-2-53 16</inkml:trace>
  <inkml:trace contextRef="#ctx0" brushRef="#br0" timeOffset="16361.67">22953 15166 54 0,'0'0'73'0,"0"0"-55"16,0 0 0-16,0 0-7 15,0 0-13-15,0 0-13 16,0 0-9-16,0 0-28 0</inkml:trace>
  <inkml:trace contextRef="#ctx0" brushRef="#br0" timeOffset="19610.46">22770 17109 72 0,'0'0'3'0,"0"0"10"15,0 0 10-15,0 0 3 0,0 0 12 16,0 0-12-16,0 0 1 15,0 0-3-15,0 0-9 16,0 0-1-16,0 0-6 0,-15-14-5 16,12 14-4-16,2 2-1 15,0 6-3-15,-2 6 4 16,1 3 0-16,0 1 1 16,2 1 1-16,-1-2-1 0,1-1 0 15,0-3 1 1,1-3-2-16,5-3 1 0,2-3-1 15,0-4 0-15,3 0-3 16,0-3 3-16,0-7 0 16,-1-4 2-16,-2 0-1 15,-3-2 2-15,-2-1-1 0,-3-1 1 16,0 3-1-16,0 0 1 16,-10 1-1-16,1 3 2 15,-3 3-2-15,1 4 1 16,-3 2-4-16,3 2-3 15,-1 1-14-15,1 6-21 16,5-2-38-16,0-2-62 0</inkml:trace>
  <inkml:trace contextRef="#ctx0" brushRef="#br0" timeOffset="19995.14">22907 16759 149 0,'0'0'-4'0,"0"0"25"0,0 0 4 0,0 0-21 0,0 0-4 15,0 0 0-15,-6 45 0 16,6-29-2-16,0-1 2 15,0-5-1-15,2-1 1 0,4-4-1 16,1-5-1-16,3 0-1 16,0-2 0-16,1-10 0 15,1-2 5-15,-1-4-1 16,-2-1 0-16,2-2 1 16,-7 2 2-16,-3-1 2 0,-1 5-2 15,0 1 5-15,-4 2-1 16,-8 5-2-16,1 4-4 15,-3 3-1-15,1 0-9 16,-1 8-18-16,0 3-14 16,1 0-9-16</inkml:trace>
  <inkml:trace contextRef="#ctx0" brushRef="#br0" timeOffset="20194">22921 16676 198 0,'0'0'-30'15,"0"0"39"-15,0 0 5 16,0 0-7-16,0 0-7 0,0 0 0 16,0 0-6-16,0 0-14 15,0 0-30-15,-25-1-43 16</inkml:trace>
  <inkml:trace contextRef="#ctx0" brushRef="#br0" timeOffset="22007.9">22715 17493 63 0,'0'0'13'0,"0"0"10"16,0 0-2-16,0 0-6 0,0 0 3 15,0 0 2-15,0 0-1 16,0 0-8-16,0 0-5 16,0 0-5-16,0 0-1 0,-16 7-4 15,13-1 1-15,1-1 0 16,1 0 1-16,0-1 0 16,1 0-1-16,0-4-1 15,0 2-3-15,1-2-2 16,5 0-4-16,-3 0 5 0,2 0 5 15,1-6 1-15,-3 2 2 16,-1-1 0-16,-1 0 0 16,-1 0 5-16,0 1 4 15,0 4 4-15,-4 0-1 16,-5 0-7-16,4 0-4 0,-3 4-1 16,1 3 0-1,2 2 0-15,1 1 1 0,1 0-1 16,3 0-1-16,0-1 0 15,0 0-6-15,0-4-6 16,5-1 5-16,2-3 4 16,0-1 2-16,-1 0-1 15,1 0 2-15,0-7 2 0,-5 1 3 16,-1-3 4-16,1-1 2 16,-2 1-2-16,0-1-2 15,0 2-1-15,-3 0-1 0,-4 4 3 16,1 0-1-16,-1 3-1 15,0 1 0-15,1 0-4 16,-1 5-1-16,1 2 0 16,1 2 0-16,2 2 0 15,-2 1-2-15,3-1-1 16,1-3 0-16,1-2 1 0,0-1 0 16,1-4-1-16,6-1-2 15,0 0 1-15,1 0 1 16,2-7 2-16,-1-2-2 15,-2-1 2-15,-1 2 0 16,-1-1 0-16,-3 1 2 0,-2 1 0 16,0 0-1-16,0 2 1 15,-7 2 0-15,0 3-1 16,-3 0-1-16,0 0 2 16,-1 7-2-16,2 1 1 15,-2 0 0-15,3 3 0 0,4-3 0 16,2 2-1-16,2-5-4 15,0-1-7-15,4-1-1 16,7-3 5-16,0 0 0 16,1-2 0-16,2-6 1 15,-3-2 5-15,-2 0 0 0,-1-2 2 16,-3 2 1-16,-2 0-2 16,-3 0 2-16,0 4 2 15,-1 2 1-15,-7 3 3 16,-4 1 1-16,0 0-5 15,-2 4-2-15,1 4 0 0,2 4-1 16,-1-1-1-16,6 2-2 16,1-3-8-16,1 1-2 15,4-1-9-15,0-4 9 16,4-1 6-16,4-4 6 16,5-1 1-16,0 0 0 0,3 0 1 15,-3-6 0-15,0-1 0 16,-2-2 2-16,-3-1 3 15,-3 0-2-15,-4-1 3 16,-1 4 6-16,0-2-4 16,-2 2 7-16,-7 0 3 0,-1 3 0 15,-1 1-9-15,-2 3-4 16,-1 0-4-16,3 0-1 16,1 7-1-16,-2 2 0 15,5 3-1-15,1 1-1 16,3 1-3-16,2-1-8 0,1-2-4 15,0 1 0-15,3-5-1 16,6-1 2-16,2-2-1 16,-1-4 4-16,1 0 1 15,-1 0 8-15,0-7 5 16,-3-3 3-16,-1 0 6 16,-4-1 8-16,-2-2 3 0,0 3 1 15,0-3-2-15,-8 4 0 16,-1 0-3-16,-1 1-6 15,2 3-5-15,-2 2-4 16,0 3-4-16,3 0 0 16,1 1-33-16,-1 6-10 0,3 2 1 15</inkml:trace>
  <inkml:trace contextRef="#ctx0" brushRef="#br0" timeOffset="22241.6">22665 17504 12 0,'1'2'12'0,"-1"0"-3"0,0 0-3 0,0 1-3 0,1-2 0 16,-1 1-3-16,0-2-7 16</inkml:trace>
  <inkml:trace contextRef="#ctx0" brushRef="#br0" timeOffset="23151.9">22762 17162 73 0,'0'0'4'0,"0"0"13"16,0 0 0-16,0 0-8 15,0 0-5-15,0 0-4 16,0 0 1-16,0 0-1 16,0 0 0-16,-13 17 0 15,11-9-1-15,2 2-1 0,-1-1-5 16,1 0 0-16,0-1-2 16,0-4 1-16,0-1 1 15,1-3 0-15,4 0 6 16,1 0 1-16,0-5 1 0,2-3 3 15,-2-3 0-15,0 2-1 16,-3-2-2-16,-3 0 1 16,0 1 2-16,0 1 4 15,-2 2 2-15,-6 2 1 16,-3 3-6-16,2 2-1 0,-5 0-2 16,-1 0-1-16,3 9-1 15,-2 2 1-15,3 3-1 16,2 2-1-16,1 1 0 15,6-2-2-15,0-2-4 0,2 0 1 16,2-4-1-16,6-1-1 16,4-5 4-16,0-3 0 15,3 0 3-15,-1 0 1 16,-1-1 0-16,-2-7 1 16,-4-1 0-16,1-2 3 15,-3 0 3-15,-4-2 0 0,-1 1 1 16,0 2-2-16,-2 0 1 15,-6 3 3-15,-2 2 2 16,0 2-5-16,-1 3-1 16,2 0-5-16,-1 0 0 15,0 5-1-15,4 2 0 16,0 1-1-16,2 2 0 0,3-1 1 16,1 1-1-16,0-2 1 15,0-1-2-15,4-1 2 16,3-4-1-16,1 1-1 15,0-2-3-15,-3-1-4 16,1 0 4-16,-2 0-1 16,-1 0 2-16,-2-3 0 0,4 0 0 15,-5-4 0-15,1 1-18 16,-1-1-8-16</inkml:trace>
  <inkml:trace contextRef="#ctx0" brushRef="#br0" timeOffset="23337.58">22747 17202 90 0,'0'0'34'0,"0"0"-6"0,0 0 5 0,0 0-15 16,0 0-8-16,0 0-8 16,0 0-2-16,0 0-3 15,0 0-3-15,0 0-10 16,0 0-21-16,2 17-4 0,-2-17-12 15</inkml:trace>
  <inkml:trace contextRef="#ctx0" brushRef="#br0" timeOffset="23537.67">22747 17202 104 0,'2'0'9'0,"-2"0"14"16,0 0-6-16,0 0-18 0,0 0-6 15,0 0-8-15,0 0-5 16,2 0-7-16,0 0-36 16</inkml:trace>
  <inkml:trace contextRef="#ctx0" brushRef="#br0" timeOffset="23736.41">22770 17152 119 0,'0'0'7'0,"0"0"16"0,0 0-5 16,0 0-11-16,0 0-6 15,0 0-1-15,0 0 1 16,0 0-2-16,0 18 0 15,2-13-7-15,-2-2-17 16,1-2-13-16,-1-1-31 0</inkml:trace>
  <inkml:trace contextRef="#ctx0" brushRef="#br0" timeOffset="24675.35">22941 16659 63 0,'0'0'3'0,"0"0"3"0,0 0 0 16,0 0-3-16,0 0-1 15,0 0 2-15,0 0 9 0,0 0 6 16,0 0-8-16,0 0-1 16,-32 16-4-16,30-12-4 15,-2 2-2-15,0 2 1 16,0 1-1-16,-3 5 0 15,0 0 0-15,1 2 1 0,0-1-1 16,2-2 0-16,-1 0 0 16,5-2 1-16,0-3-1 15,0-1-1-15,5-2-1 16,2-3-4-16,2 0 4 0,1-2 1 16,-2 0 1-16,2 0 0 15,-3-2-1-15,0-4 1 16,0-1 2-16,-1 0 2 15,-4-2-1-15,0-1 1 16,-1-1-2-16,-1 2 0 16,0-1 1-16,0-1-2 15,0 1 0-15,-4 0-1 0,-1 3 1 16,-1 0-1-16,0 6 1 16,-2 1-1-16,1 0 3 15,0 0-3-15,0 4 0 16,1 6 0-16,2 0 0 0,1 1-2 15,-1 1 2-15,2 0 0 16,2-1-2-16,0-1 1 16,0-4 1-16,0 1 0 15,1-4-1-15,4 1 2 16,-3-4-2-16,1 1 2 0,0-1 0 16,-1 0 6-16,1 0 10 15,-1-5 0-15,2-2-6 16,-2-1-5-16,-1-1-1 15,0 1-1-15,-1 0-1 16,0 1 1-16,0 0-1 16,0 4 1-16,-2-1-1 0,-1 1 0 15,2 3-2-15,-1 0-3 16,0 0-5-16,2 3-20 16,0 1-7-16,0-1-22 15</inkml:trace>
  <inkml:trace contextRef="#ctx0" brushRef="#br0" timeOffset="24867.42">22920 16713 75 0,'0'0'53'0,"0"0"-47"0,0 0-2 0,0 0-4 16,0 0-2-16,0 0 1 0,0 0 0 15,0 0-3 1,0 0-7-16,0 0-20 0,0 0-38 16</inkml:trace>
  <inkml:trace contextRef="#ctx0" brushRef="#br0" timeOffset="25052.12">22916 16487 95 0,'0'0'1'0,"0"0"12"0,0 0-10 16,0 0-3-16,0 0-3 16,0 0-10-16,0 0-44 15</inkml:trace>
  <inkml:trace contextRef="#ctx0" brushRef="#br0" timeOffset="25473.06">22944 16813 134 0,'0'0'0'15,"0"0"2"-15,0 0 4 16,0 0 1-16,36 0-2 16,-21 0-4-16,-1 0 2 0,3 0-2 15,2 0-1-15,0 0 1 16,1 0-1-16,-1 4-6 16,0 1-15-16,1 3-12 15,-4-1 5-15,0 0-11 16,-2 0 6-16,1-3 33 0,0 0 8 15,1-1 25-15,1-1-8 16,-2-2-6-16,0 0 2 16,1 0-4-16,-2 0-2 15,2 0-5-15,-2 0-4 16,-4 0-1-16,1 0-3 16,-3 0 2-16,-1 0-4 0,-1 0 2 15,1 0-2-15,-4 0 1 16,-1 1-2-16,-2 1-13 15,0-1-26-15,0-1-47 16</inkml:trace>
  <inkml:trace contextRef="#ctx0" brushRef="#br0" timeOffset="25691.88">23197 17013 90 0,'0'0'5'0,"0"0"15"0,0 0-1 0,0 0-9 0,0 0-3 16,0 0-3-16,0 0-2 16,0 0-7-16,0 0-6 15,-27 28-10-15,35-28-99 16</inkml:trace>
  <inkml:trace contextRef="#ctx0" brushRef="#br0" timeOffset="26077.89">22993 17186 57 0,'0'0'13'16,"0"0"-1"-16,0 0 3 15,26-45 1-15,-21 32-1 0,3-3-1 16,1 2-2-16,3-3-1 16,1 1-9-16,5-2 2 15,-2 0-3-15,4-1-1 16,2 1 0-16,-2-1 0 16,2 4-2-16,0 0-5 0,0 1-12 15,1 2-3-15,-4 3-13 16,-2-1-49-16</inkml:trace>
  <inkml:trace contextRef="#ctx0" brushRef="#br0" timeOffset="26227.13">23312 16902 123 0,'0'0'-1'0,"0"0"28"16,0 0 4-16,0 0-10 15,0 0-9-15,0 0-10 16,0 0-4-16,0 0-5 0,-25 17-6 15,25-13-30-15,0-1-41 16</inkml:trace>
  <inkml:trace contextRef="#ctx0" brushRef="#br0" timeOffset="26502.5">22920 17354 8 0,'0'0'7'0,"0"0"4"16,0 0-10-16,0 0 0 16,0 0-2-16,0 0-11 15</inkml:trace>
  <inkml:trace contextRef="#ctx0" brushRef="#br0" timeOffset="26760.62">22920 17354 15 0,'-50'41'18'15,"39"-37"-2"-15,0 0-5 16,1 1-8-16,-4-1 16 15,2 0-9-15,0 0-3 16,3-1-2-16,2 2-2 0,-3-2-2 16,2-1 0-16,1 1 2 15,0-1-1-15,-2 0-2 16,-3 0 0-16,1 1 1 16,-3 0-1-16,-1-1 2 15,-2 3 4-15,2-2 1 0,-5-1 0 16,5 1-5-1,-1-1-1-15,4 0 1 0,0 1 0 16,4 0-1-16,2-2-4 16,2 0-6-16,-3-1-32 15,2 0-51-15</inkml:trace>
  <inkml:trace contextRef="#ctx0" brushRef="#br0" timeOffset="26942.2">22373 17347 110 0,'0'0'13'15,"0"0"-1"-15,0 0-7 16,0 0-5-16,0 0-5 16,0 0-10-16,-36-41-3 0,46 32-5 15,0-4-20-15</inkml:trace>
  <inkml:trace contextRef="#ctx0" brushRef="#br0" timeOffset="27101.81">22528 17017 76 0,'0'0'-10'0,"0"0"22"16,0 0-5-16,0 0-6 15,21-37-4-15,-16 30-14 0,1 1-37 16</inkml:trace>
  <inkml:trace contextRef="#ctx0" brushRef="#br0" timeOffset="28205.74">22507 17058 51 0,'0'0'13'0,"0"0"11"15,0 0-2-15,0 0-3 0,0 0 1 16,0 0-8-16,0 0-11 16,0 0-5-16,0 0-4 15,0 2 2-15,0-1-8 16,0-1-7-16,2 0-15 0</inkml:trace>
  <inkml:trace contextRef="#ctx0" brushRef="#br0" timeOffset="28441.72">22782 16781 99 0,'0'0'0'0,"0"0"11"15,0 0 16-15,0 0-22 16,0 0-10-16,0 0 1 16,0 0-5-16,0 0-11 15,8 16-2-15,-3-16-51 16</inkml:trace>
  <inkml:trace contextRef="#ctx0" brushRef="#br0" timeOffset="28737.84">23126 15942 165 0,'0'0'-56'0,"0"0"62"0,0 0 1 15,0 0-3-15,0 0-2 16,0 0-2-16,0 0 0 15,-33-40-1-15,33 33-6 16,3-4-19-16,3-1-61 16</inkml:trace>
  <inkml:trace contextRef="#ctx0" brushRef="#br0" timeOffset="29136.37">23209 12959 61 0,'2'-41'-35'0,"-1"-1"46"0,1-2 12 0,3 2-16 0,3-2-1 16,3 2-5-16,2 2 0 16,-3 2-9-16,3 2-10 15</inkml:trace>
  <inkml:trace contextRef="#ctx0" brushRef="#br0" timeOffset="29599.4">23082 11779 50 0,'0'0'13'16,"0"0"7"-16,0 0 1 15,0 0-9-15,0 0 0 16,0 0 1-16,0 0-3 16,0 0-3-16,0 0-4 15,4-28-1-15,5 25-3 0,4-1-4 16,5 1-12-16,1-3-12 15,4 3-12-15,2-1-22 16</inkml:trace>
  <inkml:trace contextRef="#ctx0" brushRef="#br0" timeOffset="29799.02">23361 11725 4 0,'0'0'17'0,"59"10"-5"0,-34-3-3 16,-6-1 0-16,-6-2-2 15,-4-1 4-15,-6 0 4 16,-3-2 8-16,0-1 11 15,-3 0-2-15,-3 0-26 16,-1 0 2-16,2 2-4 0,2-1-3 16,3 2-2-16,0 1-4 15,1 3-8-15,11 0-2 16,9 3-5-16,2 0-4 16,6 2-6-16,8 2-32 0</inkml:trace>
  <inkml:trace contextRef="#ctx0" brushRef="#br0" timeOffset="31918.71">24175 12323 35 0,'0'0'2'15,"0"0"1"-15,0 0 6 16,6 49-2-16,-6-38-4 16,1-1 0-16,2-2 1 15,0 1-4-15,0-4 1 16,1 1 2-16,0-2-2 0,-1-1-2 16,-1 1-6-16,1-2-6 15,-2-1-8-15,-1-1 13 16,1 0 20-16,-1 0 14 15,1 0-11-15,-1 0-7 16,1 0-2-16,0-2-4 0,1 1-1 16,-2-3 0-16,0 3-1 15,0-1 2-15,0-1 1 16,0 2 12-16,0-3 1 16,-2 3-7-16,-4 0-6 15,1 0-2-15,-4-2-1 0,-2 3-1 16,2-1 3-16,-2-1 1 15,0 2-2-15,0 0-1 16,0 0-1-16,-1 0 0 16,1 3-1-16,-2 1 5 15,0 2-2-15,4 1-1 0,1-1 0 16,1 1 0-16,2 0 1 16,1 5-1-16,1-1 1 15,0 0-1-15,0 0 1 16,0 2-1-16,-4 0 0 15,3 0 1-15,1-2-1 16,-2 5 0-16,2-3 1 0,0 4-1 16,1 0 1-16,-4 1-1 15,3 2 0-15,1 1 0 16,1-1 1-16,1 2-1 16,-2-1 0-16,2-1 1 15,0-1-1-15,0 0 1 0,3 0 1 16,8-4 2-16,-4 1 0 15,4-2 2-15,2-2-2 16,-1-1-1-16,0 0-2 16,2 0 2-16,-1-2-3 0,-2-2 1 15,1-2-1-15,1-1 1 16,1-3 2-16,-1-1 2 16,2 0 2-16,0 0-1 15,2-3 1-15,-2-4-3 16,0-1-2-16,1-2-1 15,-1-1 2-15,-2-1-3 16,-1-1 0-16,0-2 1 0,-3-1 0 16,1-1 0-16,-1 0 0 15,-1-2 0-15,-2 2 0 16,0 0-1-16,0 0 1 16,-3 3 1-16,-1-2-2 0,1 2 0 15,2 1 0-15,-3 1 0 16,-1-1 1-16,1 3-1 15,-2-1 0-15,0 1 2 16,0 1-1-16,0-1 0 16,0 2 1-16,-2-1 2 0,-4 2 1 15,1 0-4-15,0-2-1 16,-3 1 1-16,-2 1-1 16,1-2 0-16,-1-1 1 15,-2 0-1-15,2 0 0 16,0-1-1-16,-4 1 2 15,4 0-2-15,-2 4 1 16,3-2-1-16,1 4 1 0,0-2-1 16,1 3 1-16,1 0 0 15,0 1 0-15,0-1 0 16,0 1 0-16,-1 1 1 16,1-1-1-16,1 1-5 0,-3 1 3 15,3 0 1-15,-6 0-1 16,2 1 3-16,0 6-1 15,-2 0 0-15,1 4-1 16,-1 3 2-16,-2 0-1 0,2 2 1 16,-1 4-2-16,-1-1 1 15,0 1 0-15,0 0 0 16,2-1-1-16,3 0 2 16,1-2-1-16,5-1 0 15,0 1 1-15,2-1-1 16,0-1 1-16,0 1-1 0,0 1 0 15,0 1 0-15,0-2 1 16,0 2-2-16,0-2 2 16,0 0-1-16,0 0 0 15,3-2 0-15,2 0 0 16,3-3 1-16,-2 2-2 0,2-3 1 16,3 1 1-16,-4-1-1 15,3-3 0-15,1 0 0 16,3-2-1-16,-1 0 1 15,3-4 1-15,-3-1 0 16,2 0 0-16,2 0 2 16,0-5 0-16,1-3-2 0,-1-4 1 15,1 1-1-15,-1-4 0 16,-2-1 0-16,-1-3 0 16,-1-1 0-16,-1-1-1 15,-1-2 2-15,-1 2-2 16,-2 1 1-16,-1 3-1 0,-3 1 0 15,-1 1 0-15,-2 4 2 16,-1-1-1-16,0 2 1 16,0-3-1-16,0-1 0 15,-5 3 0-15,-1-3 0 0,-2 1 0 16,-1-1-1-16,0 1 2 16,-2 1-4-16,-3-2 2 15,1 3 0-15,-3 1-1 16,2 0-1-16,0 3 3 15,2-1-1-15,1 2 0 0,0 2 1 16,3 1-1-16,0 1 0 16,2-1-2-16,-2 2 0 15,2 1 2-15,-1 0 0 16,1 0-3-16,-4 0 3 16,3 0-2-16,-3 1 1 15,-2 5-2-15,1 1 2 0,0 1 0 16,1 1 2-16,-3 3-1 15,0 2 0-15,-1 1 0 16,-1 4 0-16,-1 2-1 16,1 3 1-16,1 0 0 15,2 3 0-15,2-1 0 0,2 0 0 16,3 0 0-16,4-1 1 16,1 0-1-16,0-2 1 15,0 1-1-15,0 0 0 16,6-2 0-16,2-1 0 15,1-3 0-15,2-1 0 0,2-1 0 16,1-3 0-16,6-2-1 16,-3-4 1-16,3-1 1 15,1-5 0-15,-1-1 1 16,0 0-4-16,-2-8 5 0,-1-6 0 16,-1-5 2-16,2-3 0 15,-3-6-1-15,-2-3-2 16,0 0-1-16,0-3-1 15,-5 1 0-15,-2 1 1 16,-3 2-1-16,-3 1 0 0,0 4 1 16,-1-1 0-16,-7 6-1 15,0 0-1-15,-6 3-1 16,-4 2-11-16,-6 3-28 16,-9-3-100-16</inkml:trace>
  <inkml:trace contextRef="#ctx0" brushRef="#br0" timeOffset="35693.71">22263 17693 8 0,'7'0'2'0,"3"0"2"0,-1 0 11 0,3 0 2 16,5-1-1-16,0-3 1 15,5 2-2-15,5-1-3 0,5-2 2 16,5-1 1-16,7-1-6 15,4-2-2-15,5 1 5 16,2-2-1-16,-1 1-3 16,2-1-5-16,0 2-2 15,-1-4-1-15,0 3 1 16,-2-1-1-16,0 0 0 0,-2 4 0 16,-9 2-2-16,-5 2-4 15,-11 2-31-15,-10 0-43 16</inkml:trace>
  <inkml:trace contextRef="#ctx0" brushRef="#br0" timeOffset="36057.29">22515 17808 231 0,'0'0'-33'0,"0"0"50"0,0 0 8 0,0 0-11 15,0 0-11-15,0 0-4 0,0 0 0 16,0 0 0-16,-11 54 2 16,19-28-1-16,2-2 0 15,-2 4 1-15,0 2-1 16,-1-2-1-16,0-3-10 16,-3-4-9-16,-3-7-49 15,-1-5-12-15</inkml:trace>
  <inkml:trace contextRef="#ctx0" brushRef="#br0" timeOffset="36311.91">22494 17763 106 0,'0'0'-6'0,"0"0"19"0,0 0 8 16,0 0-2-16,0 0 0 16,-41 6-8-16,31 8-5 15,-2 4-4-15,1 4-1 16,-2 3 0-16,-3 3-1 16,1-1 0-16,0 1-9 0,1-3-38 15,-2-5-7-15</inkml:trace>
  <inkml:trace contextRef="#ctx0" brushRef="#br0" timeOffset="36588.29">22424 17794 76 0,'0'0'9'16,"0"0"16"-16,0 0-10 15,0 0-2-15,0 0-5 16,47-20-4-16,-28 20-1 0,3 0-1 16,2 0-2-16,3 0 0 15,0 0 0-15,3-1-2 16,-1-2-7-16,-1 0-19 15,-4 0-18-15</inkml:trace>
  <inkml:trace contextRef="#ctx0" brushRef="#br0" timeOffset="37091.65">22991 17696 56 0,'0'0'11'0,"0"0"12"0,0 0 6 0,0 0-3 15,0 0 3-15,0 0-8 16,0 0-6-16,0 0-2 16,0 0-5-16,0 0-8 15,1-3 0-15,-1 16 0 0,0 4 1 16,1 6-1-16,3 1 2 16,-2 3-1-16,3-4-1 15,-1 2-1-15,4-4-7 16,-4-2-20-16,-1-5-25 15,-2 0 3-15</inkml:trace>
  <inkml:trace contextRef="#ctx0" brushRef="#br0" timeOffset="37372.92">23006 17645 95 0,'0'0'-4'16,"0"0"23"-16,0 0 1 16,0 0 0-16,0 0-10 15,0 0-7-15,-32 38-1 16,24-17-2-16,1 2 0 0,-2-1 0 15,1-1-4-15,0-1-7 16,0-4-6-16,-2-3-3 16,4-5-18-16</inkml:trace>
  <inkml:trace contextRef="#ctx0" brushRef="#br0" timeOffset="37600.32">22995 17673 99 0,'0'0'14'0,"0"0"9"15,0 0-10-15,0 0-13 16,0 0 1-16,0 0 0 16,0 0 1-16,37 3-1 0,-26 1-1 15,5 1 1-15,-2-2-1 16,1-1-1-16,-1 1-6 15,2-3-29-15,-3 0-44 16</inkml:trace>
  <inkml:trace contextRef="#ctx0" brushRef="#br0" timeOffset="37879.46">23323 17592 104 0,'0'0'10'16,"0"0"12"-16,0 0 4 15,0 0-8-15,0 0-13 16,0 0 0-16,0 0 0 16,0 0-1-16,15 46 0 0,-11-28-2 15,1 2-1-15,2-3-1 16,2 0 0-16,-1-1 2 15,1-2-4-15,2-3 1 16,-1-1-4-16,-2-1-21 16,1-5-26-16,-5-1-13 15</inkml:trace>
  <inkml:trace contextRef="#ctx0" brushRef="#br0" timeOffset="38168.82">23342 17580 94 0,'0'0'12'0,"0"0"14"15,0 0-11-15,0 0-8 16,0 0-3-16,0 0-3 16,-41 47-1-16,33-26 0 0,0 0 1 15,-1-2-2-15,1 2-4 16,-2-3-9-16,1-4-20 16,-1-2-26-16</inkml:trace>
  <inkml:trace contextRef="#ctx0" brushRef="#br0" timeOffset="38336.21">23283 17598 108 0,'0'0'-5'16,"0"0"10"-16,0 0-1 15,0 0 1-15,38 1-3 16,-22-1-4-16,1 0-28 15</inkml:trace>
  <inkml:trace contextRef="#ctx0" brushRef="#br0" timeOffset="39335.73">24396 12907 48 0,'0'0'25'0,"0"0"2"0,0 0-12 0,0 0-6 15,0 0-4-15,0 0-1 16,0 0-1-16,0 0 1 0,0 0 1 16,0 0-1-16,37 18-2 15,-25-9-2-15,0 1 1 16,4 1-1-16,1-1 1 15,1 3 0-15,6 0-1 16,-6-2 1-16,5-1-1 0,-2 1 0 16,0-1 2-16,1 0-2 15,-1-3 0-15,-2 2 1 16,2-2-1-16,-2 0 0 16,-1 0 0-16,-2 0 1 15,-1 0-2-15,-2-1-4 16,-5-2-20-16,-2 0-14 0,-3-2-41 15</inkml:trace>
  <inkml:trace contextRef="#ctx0" brushRef="#br0" timeOffset="39699.56">24788 12982 58 0,'0'0'16'0,"0"0"-12"16,0 0-3-16,0 0 1 15,0 0-2-15,0 0 1 16,0 0 1-16,1 41 0 16,3-26-1-16,1-1 1 15,2-1-1-15,0 1 0 0,1-3 0 16,-2 2 3-16,1-5 0 15,-3-1 4-15,0-2-2 16,-3-1 3-16,-1-2 1 16,0-1 10-16,-3-1 29 15,-8 4-41-15,-3 0-6 0,-4 4-2 16,-2 1 0-16,-3 6-2 16,-1 0-8-16,3 5-11 15,0 1-10-15,2 1-10 16,-1-1-38-16</inkml:trace>
  <inkml:trace contextRef="#ctx0" brushRef="#br0" timeOffset="40378.33">24369 13160 38 0,'0'0'7'0,"0"0"17"0,48 27-3 0,-29-13-9 0,-1 1-7 15,4 1-4-15,-4 0-1 16,2-2 1-16,0 1-1 16,-2-3 0-16,2-1 0 15,-2-2 1-15,1 1-1 16,2-2 1-16,0-1 0 0,-1 0 0 16,2-1 0-16,-1 1-1 15,-4-1 0-15,-1-2 0 16,-2 2 0-16,-4-3 1 15,0 1-1-15,-4-1-1 16,-2 0 1-16,-2-2-5 16,-2-1-20-16,0 0-56 0</inkml:trace>
  <inkml:trace contextRef="#ctx0" brushRef="#br0" timeOffset="40589.6">24771 13321 85 0,'0'0'6'0,"0"0"14"16,0 0-9-16,0 0-5 15,0 0-4-15,0 0 2 0,0 0 1 16,0 0 2-16,0 6-2 16,-6 4 1-16,-4 4-2 15,-4 4-3-15,-5 4-1 16,-7 5 1-16,-10 2-5 15,-10 1-39-15</inkml:trace>
  <inkml:trace contextRef="#ctx0" brushRef="#br0" timeOffset="42552.27">22513 17873 67 0,'-3'8'9'0,"2"1"6"0,-1 4 0 0,0-3-1 15,1 4 0-15,1 1-8 16,0-2 0-16,0 1-2 16,5-2-2-16,3 1-2 15,4 1 0-15,0-5-1 0,-1 2-8 16,1-2-17-16,-3-2-4 16,-2 0-8-16,-3 0-7 15</inkml:trace>
  <inkml:trace contextRef="#ctx0" brushRef="#br0" timeOffset="42866.5">22456 17859 162 0,'0'0'-21'16,"0"0"32"-16,0 0 2 16,-36 0-4-16,30 0-3 15,0 6-3-15,-2 5-1 16,1 3-2-16,-1 2 0 15,1 5-1-15,0 2-10 0,-4-1-36 16,0-3-20-16</inkml:trace>
  <inkml:trace contextRef="#ctx0" brushRef="#br0" timeOffset="43220.47">22503 17827 53 0,'0'0'5'0,"0"0"4"0,0 0 3 16,0 0-7-16,0 0-4 15,36 0-1-15,-25 0 1 16,5 0-3-16,-1 1-4 15,3 2-15-15,2-2-36 16</inkml:trace>
  <inkml:trace contextRef="#ctx0" brushRef="#br0" timeOffset="43662.23">22940 17748 7 0,'0'0'51'0,"0"0"-20"16,0 0-5-16,0 0-2 15,0 0-8-15,0 0-3 16,0 0-8-16,0 0-3 16,0 0-1-16,0-2-1 0,0 2 0 15,0 0 0-15,0 5 0 16,0 3 0-16,1 3 0 15,0 4 1-15,0 2 5 16,1 4-3-16,2 1-2 16,-2 0 0-16,4 1-1 15,1-1 0-15,3-1 0 0,-3-1-11 16,3-4-31-16,-2-6-8 16</inkml:trace>
  <inkml:trace contextRef="#ctx0" brushRef="#br0" timeOffset="44018.34">23003 17717 97 0,'0'0'4'0,"0"0"15"0,0 0 3 16,0 0 4-16,0 0-7 15,0 0-8-15,0 0-5 16,0 0-2-16,0 0-4 0,-40 16 0 15,29-1 0-15,1 4-2 16,0-1 0-16,-1 2-9 16,1-2-10-16,0-3-16 15,2 0-10-15,-1-7-41 16</inkml:trace>
  <inkml:trace contextRef="#ctx0" brushRef="#br0" timeOffset="44814.5">22659 17484 10 0,'0'0'1'0,"0"0"0"0,0 0 6 16,0 0 19-16,0 0-1 16,0 0 1-16,0 0-6 0,0 0-7 15,0 0-5-15,0 0 2 16,0 0-2-16,0 0-4 16,-10 13-5-16,10-17-9 15,0-2-24-15,0-4-28 16</inkml:trace>
  <inkml:trace contextRef="#ctx0" brushRef="#br0" timeOffset="45056.71">22718 17038 56 0,'0'0'3'0,"0"0"4"0,0 0 9 16,0 0 13-16,0 0 17 15,0 0-18-15,0 0-21 16,0 0-7-16,10-11-6 16,-8 8-15-16,1-1-28 15,-2 1-16-15</inkml:trace>
  <inkml:trace contextRef="#ctx0" brushRef="#br0" timeOffset="45300.92">22853 16705 103 0,'0'0'-8'0,"0"0"21"0,0 0 4 16,0 0-1-16,0 0-6 16,0 0 0-16,0 0 0 15,0 0-7-15,6-22-3 16,-5 21 0-16,0-1-3 16,3-2-29-16,-2 1-22 15</inkml:trace>
  <inkml:trace contextRef="#ctx0" brushRef="#br0" timeOffset="45505.24">22995 16469 103 0,'0'0'6'0,"0"0"7"16,0 0-3-16,0 0-7 0,0 0-1 15,0 0 0-15,0 0-2 16,0 0 0-16,8-26-7 16,-8 23-29-16,2-4-27 15</inkml:trace>
  <inkml:trace contextRef="#ctx0" brushRef="#br0" timeOffset="45726.18">23084 16206 117 0,'0'0'49'15,"0"0"-38"-15,0 0-2 16,0 0-5-16,0 0-3 16,0-34-1-16,0 27 0 15,0 1 1-15,0 1-2 16,0 0 0-16,0 0-12 0,0-5-26 15,0 1-5-15,2-5-22 16</inkml:trace>
  <inkml:trace contextRef="#ctx0" brushRef="#br0" timeOffset="45935.28">23175 15827 99 0,'0'0'-2'0,"0"0"19"16,0 0 5-16,0 0-17 0,0 0-1 15,-9-36-3-15,8 32 0 16,0 1-1-16,1-1-1 16,0 0-6-16,0-2-25 15,0-1-29-15</inkml:trace>
  <inkml:trace contextRef="#ctx0" brushRef="#br0" timeOffset="46145.73">23143 15524 17 0,'0'0'62'15,"0"0"-51"-15,-17-36 3 16,11 24-6-16,2 2-4 15,-2 0-3-15,0 0 1 16,2 0-2-16,3 1 1 0,-3 0 0 16,3-1-2-16,1-1-6 15,0-2-23-15,0 2-47 16</inkml:trace>
  <inkml:trace contextRef="#ctx0" brushRef="#br0" timeOffset="46408.49">23020 15031 41 0,'0'0'-8'0,"0"0"9"15,0 0 0-15,-11-45 2 0,10 35 4 16,-1 0 2-16,2 2 0 16,-1-2-3-16,1 3-2 15,0-6-2-15,0 0-1 16,5-4-5-16,4 0-40 16</inkml:trace>
  <inkml:trace contextRef="#ctx0" brushRef="#br0" timeOffset="47142.06">23118 13069 33 0,'0'0'2'0,"0"0"-1"0,0 0-1 0,0 0-32 0</inkml:trace>
  <inkml:trace contextRef="#ctx0" brushRef="#br0" timeOffset="49576.06">22747 17517 27 0,'0'0'32'0,"0"0"-9"0,-3 0-6 16,1 0 4-16,-5 0 1 15,5-1 2-15,-2-1-4 0,0 1-7 16,1-1-3-16,0 2-2 16,0 0-2-16,0-1-3 15,-2 1-2-15,1 0-1 16,1 0 1-16,-1 0-2 16,0 0 1-16,0 1-1 0,1 2 1 15,-2 0 0-15,1 0 0 16,2 3 0-16,1-2 0 15,1 0-1-15,0 0 1 16,0-1-1-16,0 3 0 16,0-2 0-16,0 1 0 15,5-3-2-15,2 1-3 0,0-3-3 16,2 0 1-16,2 0-1 16,-3-3 0-16,0-4 3 15,-2 0 0-15,1 0 7 16,-4-3-1-16,-1 3 1 15,-2-2 0-15,0-1 4 0,0 2 4 16,-1 2-1-16,-6 2 3 16,-1 0 0-16,-1 2-8 15,0 2-2-15,-2 0-1 16,2 0 1-16,2 6-2 0,1 1 1 16,3-1-1-16,3 2-4 15,0-3-19-15,0 0-24 16,3-3-29-16</inkml:trace>
  <inkml:trace contextRef="#ctx0" brushRef="#br0" timeOffset="50317.5">22667 17490 111 0,'0'0'9'0,"0"0"9"0,0 0-11 0,0 0-7 0,0 0 1 16,0 0-2-16,0 0 1 15,0 0-1-15,0 0 1 16,0 0-2-16,3 38 1 16,1-35-1-16,2-3-2 15,2 0-6-15,-3 0-4 16,3 0 3-16,-2-4 6 0,2-3 4 16,-5 3 1-16,-1-1 1 15,-2-2 3-15,0 3 24 16,0-3-3-16,-5 4 0 15,-4 0-6-15,2 0-6 0,-3 1-6 16,1 2-2-16,1 0-4 16,0 0-1-16,-1 2 0 15,3 5 0-15,-2 2 0 16,4 2-1-16,1-2 1 16,1 1 0-16,2 0-2 15,0-3-2-15,0 0-6 0,0-3-2 16,1 0 4-16,6-2-1 15,-1-2 0-15,4 0-3 16,-1 0 2-16,0-6 3 16,1-1 3-16,-3-3-1 15,1 0-5-15,-5-1-2 0,0 2 2 16,-2 2 1-16,-1 0 2 16,0 2 2-16,-1 3-1 15,-5 2-3-15,-2 0-15 16</inkml:trace>
  <inkml:trace contextRef="#ctx0" brushRef="#br0" timeOffset="50870.8">22716 17513 112 0,'0'0'2'0,"0"0"-2"0,0 0-14 0,0 0 6 15,0 0-1-15,0 0 1 16,0 0 4-16,0 0 2 0,0 0 2 15,0 0 0-15,0 0 0 16,0 0 0-16,0 0-40 16</inkml:trace>
  <inkml:trace contextRef="#ctx0" brushRef="#br0" timeOffset="51101.57">22716 17513 86 0,'5'11'3'15,"-6"-11"0"-15,1 0-3 0,0 0 2 16,0 0-2-16,0 0-2 15,2 0-12-15,0 0-35 16</inkml:trace>
  <inkml:trace contextRef="#ctx0" brushRef="#br0" timeOffset="51348.36">22715 17501 83 0,'0'0'11'0,"0"0"-9"0,0 0-2 15,0 0 0-15,0 0 0 16,0 0-8-16,0 0-7 15,0 0-8-15,7 9-12 16</inkml:trace>
  <inkml:trace contextRef="#ctx0" brushRef="#br0" timeOffset="52877.38">22791 17166 99 0,'0'0'22'0,"0"0"2"0,0 0-4 0,0 0-7 0,0 0-2 15,0 0-1-15,0 0 0 16,0 0-4-16,0 0-2 16,0 0-2-16,0 0-2 15,0 0-3-15,0 0 1 16,-3 0 0-16,3 0 1 0,0 0 0 15,0 0 1-15,0 0 0 16,0 0 1-16,0 0-1 16,0 1 0-16,0-1 0 15,0 1-1-15,0 1 0 16,0-2-10-16,0 2-6 0,0-2-3 16,0 0-3-16,1 1 8 15,-1-1-1-15,1 0 4 16,0 0 6-16,-1 0 3 15,0 1 3-15,0-1 0 16,0 0 3-16,1 0 1 16,-1 0-3-16,0 0-1 0,0 0 3 15,0 0-3-15,0 0 1 16,1 0 2-16,-1 0 4 16,0 0-4-16,0 0-2 15,2 0-1-15,-2 0-1 16,0 0 2-16,0 0-2 0,2 0 1 15,-2 0-1-15,0 0 2 16,0 0 0-16,0 0 2 16,0 0 5-16,0 0 0 15,0 0-1-15,0 0-2 16,0 0-3-16,0 0-2 0,0 0 0 16,0 0 1-16,0 0-1 15,0 0 0-15,0 0 1 16,0 0 1-16,0 0 12 15,0 0-1-15,0 0-1 16,0 0-2-16,0 0-8 0,0 0 1 16,0 0-3-16,0 0 1 15,0 0 1-15,0 1 0 16,0-1 0-16,0 0-1 16,0 1 1-16,-2-1 0 0,2 2-2 15,0-1 1-15,-2 0-1 16,0 0 0-16,2 1 0 15,-1-2 0-15,1 3 0 16,-1-3-1-16,1 0-4 16,-1 0-40-16,0 0-46 0</inkml:trace>
  <inkml:trace contextRef="#ctx0" brushRef="#br0" timeOffset="53454.53">22928 16652 52 0,'0'0'12'0,"0"0"-6"0,0 0-5 16,0 0-1-16,0 0 0 15,0 0 1-15,0 0-1 16,0 0 1-16,0 0 2 0,0 0 10 16,0 0 8-16,0 0 2 15,0 0-9-15,0 0-8 16,1 16-5-16,-1-15 2 15,0-1 0-15,0 0-1 16,0 3 1-16,0-3 4 0,0 0 0 16,0 0 0-16,0 0-5 15,0 0-1-15,0 0 0 16,0 0-1-16,0 0 0 16,0 0 0-16,0 0-1 15,0 0-1-15,0 0-8 0,0 0-17 16,0 0-20-16</inkml:trace>
  <inkml:trace contextRef="#ctx0" brushRef="#br0" timeOffset="53787.82">23086 16051 56 0,'0'0'4'0,"0"0"6"16,0 0 1-16,0 0-4 16,0 0 1-16,0 0-1 15,7-38 2-15,-6 34 4 0,-1 1 0 16,0 1 0-16,0 0 1 15,0 0-5-15,0 2-7 16,0 0-2-16,0 0 0 16,0 0-1-16,0 0 0 15,0 0-3-15,0 0-7 0,0 0-10 16,0 4-13-16,0-1-29 16</inkml:trace>
  <inkml:trace contextRef="#ctx0" brushRef="#br0" timeOffset="54080.61">23003 16541 106 0,'0'0'111'0,"0"0"-115"15,0 0-5-15,0 0 1 16,36 0-14-16,-24 0-1 16,3 0 18-16,5 0-4 15,-3 0-1-15,6 0 5 16,2-4-9-16,2-4-45 15</inkml:trace>
  <inkml:trace contextRef="#ctx0" brushRef="#br0" timeOffset="54279.5">23556 16445 117 0,'0'0'13'0,"0"0"11"16,0 0 14-16,0 0-15 15,0 0-10-15,0 0-5 16,0 0-6-16,0 0-2 16,10 7 0-16,-10-3-1 0,0-2-4 15,0-1-10-15,0-1-32 16,0 0-38-16</inkml:trace>
  <inkml:trace contextRef="#ctx0" brushRef="#br0" timeOffset="57691.14">2240 6865 17 0,'-4'3'3'0,"-1"1"2"0,0-1-1 0,1 0-2 16,1-2 2-16,1 3 10 0,0-2-1 16,-2-1-8-16,-2 2-1 15,3 0-2-15,-4 1-2 16,0 3 0-16,1 0 0 15,-1 1 0-15,1 3 0 16,-2 1 1-16,2 0-1 16,-1 2 0-16,3 2 0 0,-4 1 0 15,4 0 0-15,0 4 2 16,0 2 0-16,1 4 1 16,1 3-3-16,0 5 0 15,2 2 1-15,-2 6-1 16,0-1 0-16,2 4 0 0,0 1 0 15,0 3 0-15,0 2 0 16,0 2 0-16,6 1 1 16,-3 2-1-16,3 3 0 15,0-2 0-15,0 3 0 16,0 3 0-16,1 2 0 0,-1 0 0 16,-1 5 0-16,2 3 0 15,-1 3 0-15,1 1 0 16,-1 4 0-16,-1 6 0 15,4 2 0-15,-2 1 0 16,-1 1 0-16,1 3 0 0,2-1 1 16,-2 1 0-16,-1 3 2 15,3 1 3-15,-2 1-1 16,2-1-4-16,-2 4 0 16,1 0 0-16,2 6-1 15,-1 3 1-15,-3 5-1 16,-1 3 0-16,-1 0 0 0,-4 1 0 15,0 0 0-15,0-5 0 16,0-5 1-16,0 1 1 16,-2-3 1-16,-1 1 8 15,1-2-1-15,-2 5-2 0,0 1-1 16,-1 4-3-16,1 0-2 16,-4 2-1-16,4 0 0 15,-2 1-1-15,-1 2 0 16,3 1 0-16,-2 4 0 15,0 2 0-15,2 2 1 0,0 3-1 16,3 2 0-16,-1-4 0 16,0-1 0-16,2-3 0 15,-2-2 0-15,2-1 0 16,0-4 1-16,-2 2-2 16,0-3 2-16,2 1-1 15,0-3 3-15,0-1 0 16,0-3 2-16,0 0 0 0,0-4-3 15,2-2-1-15,2-1-1 16,1 0 1-16,-1-4-1 16,-2-2 0-16,0-4 0 15,-2-3 0-15,0-5 0 16,0-8 1-16,0-4 0 0,-2-5 6 16,0-4 2-16,-2 1-3 15,1-3-2-15,-1-2-3 16,2-1 1-16,0-5-2 15,-1 0 0-15,1-5 0 0,-1-5 0 16,3-3 2-16,-4-4-2 16,4-2 0-16,-4-1 0 15,3-2 0-15,-3 1 0 16,0-4 1-16,0 1-1 16,-1 0 0-16,0-2 0 0,-2-1 0 15,1-1 1-15,-1-1-1 16,1-3 0-16,-1 0 0 15,0-2 0-15,3 0 1 16,1 0-2-16,1 2 1 16,2 0 0-16,-2 1 0 0,2 1-8 15,0-2 8-15,0 0 0 16,0-3 0-16,0-3 0 16,0 2 0-16,4 0 0 15,-1-5-28-15,-3-2-70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2:53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3301 4955 84 0,'0'0'4'0,"-2"0"2"0,2 0-8 0,0 0 1 16,0 0 2-16,6 0-2 15,0 0 1-15,-2 0 1 16,0 0-1-16,3 0 2 0,-3 0-1 15,0 0 1-15,4 0 0 16,1 1-2-16,-3 2 0 16,6-2 1-16,-1 2-1 15,-1-2 0-15,3 1 0 16,0 0 0-16,3 0 1 16,-1-2-2-16,1 0 1 0,-1 1 0 15,1 0 0-15,-1 0 1 16,2 1-1-16,0 2 0 15,3-1 0-15,-3 0 1 16,4 1-1-16,0-1 0 16,2 0 1-16,2-1-1 0,0 0 0 15,-2-1 0-15,3-1 0 16,-4 0 0-16,0 0-1 16,1 0 1-16,2 0 1 15,-1 0-1-15,1 0 0 16,2 0 0-16,6 0 0 0,-2 0 1 15,2 0-1-15,3 0-1 16,-1 0 2-16,-2-1-1 16,-1-2 0-16,3 0-1 15,-4-1 1-15,3 1 1 0,-1 2 1 16,0-2 0-16,1 0-1 16,1 3-1-16,2 0 1 15,-1-2 0-15,-1 2 0 16,1 0 0-16,2 0-1 15,-2 0 0-15,4 0 1 0,2 0 0 16,1 2-1 0,2 1 0-16,1 0 1 0,-1-2-1 15,-1-1 1-15,2 2-1 16,-2-1 0-16,1-1 0 16,0 0 2-16,2 3-1 0,-3-2 0 15,2-1 1-15,0 2 1 16,-1-2-1-16,0 0 0 15,4 0 2-15,-3 0-2 16,4 0 1-16,44 0 5 16,-48-2-6-1,-1 1-1-15,-4-2 1 0,1-1-1 16,0-2 3-16,-3 0 0 16,2 1 3-16,-6-2 2 15,0 1 1-15,-3 0-4 16,-3 2 0-16,-2-2 0 15,-1 4-1-15,-4 0-4 0,-4 2 0 16,0 0 0-16,-2 0-1 16,-5 0 0-16,1 0 1 15,-4 0-1-15,-1 0 0 16,-3 3 0-16,1 2 0 16,2 4 0-16,-2-1-1 0,1 4 0 15,-2-5-16-15,-2-7-77 16</inkml:trace>
  <inkml:trace contextRef="#ctx0" brushRef="#br0" timeOffset="3803.46">6929 4868 36 0,'0'0'4'0,"0"0"-3"0,0 0-1 0,0 0 0 0,0 0 0 16,0 0 0-16,0 0 0 15,0 0 0-15,0 0 0 16,0 0-1-16,0 0-1 16,0 0-1-16,0 0 1 15,4 14 0-15,-4-14 4 0,0 0 11 16,0 0-7-16,2 0-6 15,0 0 1-15,-2 0-1 16,0 0-1-16,0 2-3 16,0-1-8-16,0 3 10 15,-6-1 2-15,0 0 0 0,1 0 2 16,-3-1 0-16,0 0 2 16,0 1 0-16,1-3-2 15,0 4-1-15,0-4 0 16,-2 2 0-16,1-1 2 0,1-1 5 15,-2 0 3-15,4 0 3 16,-3 0-2-16,5 0-4 16,-1 0-1-16,-1 0-2 15,2 0-2-15,2 0 0 16,1 0-1-16,0 0-1 0,0 0-1 16,0 0-1-16,0 0 2 15,0 0-2-15,0 0 1 16,0 2-1-16,0 0 1 15,0 0 0-15,4 0 1 16,1-1-1-16,0 1 1 0,1 0 1 16,0-1 1-16,1 2-2 15,2 0-1-15,2-1 1 16,-2-1-1-16,2 3 0 16,1-1-1-16,4-2 2 15,-1 2 0-15,3-1 0 0,1-1-1 16,4 2 1-16,0-3-1 15,-1 0 1-15,0 2-1 16,-1-1 1-16,1-1-1 16,-4 3 0-16,2-2 0 15,0 1 1-15,-3 0-1 16,4 1 0-16,1-1 0 0,2 1 0 16,3-1 0-16,5-2 0 15,1 0 0-15,0 0 1 16,3 0-1-16,-3 0 0 15,0-3 0-15,-7-1 2 16,1 2-2-16,-4 1 0 16,1 1 0-16,-1 0 0 0,-4 0 0 15,4 0 0-15,2 0 0 16,-2 0 0-16,2 0 0 16,0 0 0-16,4 0 0 15,-4 5 0-15,0-2 0 0,2 1 0 16,-4 0 0-16,2-1 0 15,0 0 0-15,0-2 0 16,-1 2 0-16,1-3 1 16,2 0-1-16,0 0 0 15,0 0 0-15,1 0 0 0,0 0 0 16,-1 0 0-16,1 0 0 16,-4 0 0-16,1 0 1 15,0 0-1-15,2 0 0 16,-2 0 0-16,3 0 0 15,4 0-1-15,-1 0 2 0,1 0 0 16,1 0 0-16,-2 0 0 16,2 0-1-16,-1 0 1 15,1 0-1-15,-2 0 0 16,1 0 0-16,1 0 1 16,1 0-1-16,-1 0 0 0,-1 0 0 15,3 0 0-15,-3 0 0 16,4 0 1-16,-5-3 0 15,1 2 1-15,-1-2 3 16,2 0-3-16,-1 3-1 16,1 0-1-16,1 0 2 0,3 0-2 15,-3-2 0-15,5 2 0 16,-2 0 0-16,1-1 0 16,-2 0 0-16,1 1 0 15,0 0 1-15,-4 0-1 16,3 0 0-16,-3 0 0 0,3 0 1 15,-2 4-1-15,3-3 0 16,-2 1 1-16,4 2-1 16,-1-2 0-16,0-1 2 15,3 2-1-15,-1-2 0 16,2-1 1-16,3 0 0 0,0 2-1 16,-1-1 0-16,1 0 0 15,-3-1 0-15,3 2 1 16,-2-2-2-16,4 1 1 15,1-1-1-15,-2 0 0 16,0 0 0-16,-1 0 1 16,-2 0-1-16,-1 0 1 0,0 0-1 15,0 0 0-15,4-3 1 16,0-2 0-16,1-1 0 16,0 2 0-16,1-1-1 15,0 1 1-15,-1-1-1 16,-2 1 0-16,0 1 1 0,-1 1-1 15,-3-3 0-15,-1 3 2 16,-3-4 1-16,0 2 1 16,3 1 1-16,-2-1 1 15,2 0-2-15,0-1-1 16,5 3-2-16,-1 0 1 0,-1 1-2 16,-1 1 0-16,-1-1 0 15,-1-1 1-15,-2 2-1 16,-4-2 0-16,3 0 0 15,-3 0 1-15,2 1 0 16,2-1-1-16,-2 2 2 16,2 0-2-16,0 0 0 0,2 0 1 15,-2 0-1-15,4 0 0 16,-1 0 0-16,1 0 0 16,0 0 0-16,2 0 0 15,-2 0 1-15,2 0-1 16,-4 0 0-16,1 0 1 15,1 0-1-15,-1 0 0 0,0 0 0 16,1 0 0-16,-1 0 0 16,0 0 2-16,-1 0-4 15,0 0 2-15,0 0 2 16,-2 0-2-16,3 0 0 0,-1 0 0 16,2 0 0-16,1 0 0 15,-1 0 1-15,1 0 1 16,-1 0-1-16,0 0 0 15,2 0-1-15,-4 0 0 0,3 0 1 16,0 0-1-16,0 2 0 16,0 1 1-16,-1-1-1 15,0 0 1-15,1 1-1 16,-1-1 1-16,0 0 0 16,1-2 1-16,1 0 0 0,2 0 1 15,-2 0-1-15,1 0 2 16,0-3 0-16,2-1 2 15,-2-2-3-15,4 1-1 16,-1 0-2-16,2 1 1 16,-3-1 0-16,0 0-1 15,-3 2 1-15,-1-1-1 0,-3 1 0 16,2 0 2-16,-1 0-2 16,-1 2 1-16,2-2 0 15,-1 3 0-15,1 0-1 16,0-1 0-16,2 1 0 15,0 0 0-15,1-3 0 0,1 3 1 16,-2-3-1-16,-2 2 0 16,0-1 0-16,1-1 1 15,-2 0-2-15,1 1 2 16,0-1 0-16,2-1-1 16,1 1 0-16,-2-1 1 0,2-1 0 15,-3 1-1-15,2-2 1 16,-1 1 0-16,-1-1-1 15,-2 0 2-15,-2-1 3 16,-1 2-1-16,-2 0 2 0,-2-1-2 16,-3 2 0-16,-2 0-1 15,-1 1 1-15,-4-1-1 16,-3 1 2-16,0 0 2 16,-4-1 0-16,-1 1-1 15,-2 2-1-15,-3-2-2 0,0 3-3 16,-2-2 0-16,3 2 0 15,-4 0-2-15,1 0 0 16,-6 6-2-16,-2 1-18 16,-8-4-81-16</inkml:trace>
  <inkml:trace contextRef="#ctx0" brushRef="#br0" timeOffset="10522.33">7273 12807 31 0,'0'-2'11'0,"0"0"-3"0,0 2-1 16,0-3-1-16,0 3 3 0,0 0 0 15,0 0-1-15,0-3 2 16,0 3 1-16,0-1 0 16,0-1 0-16,0 1-4 15,0 1-1-15,0 0-2 16,0 0-2-16,0 0-2 16,0 0 0-16,0 0-1 15,0 0 1-15,2 0 0 0,2 0 0 16,1 0 0-16,0 0 0 15,-1 0-1-15,1 0 2 16,1 3-1-16,-1-1 1 16,4 0-1-16,-2 3 0 15,-1-1 0-15,1 1 0 0,0 1 0 16,-3 1-1-16,0-1 1 16,1 1 0-16,-1 0 0 15,-1-1 1-15,3-2-1 16,-1 0 0-16,-1-1 0 15,3-1 1-15,-3-1 0 0,3-1-1 16,1 0 1-16,0 0 0 16,0-7 2-16,1-3-1 15,1-5 0-15,1-4 1 16,-2 0-1-16,2-6 2 16,2-1 3-16,1-5 2 0,-1-2 2 15,3-5 1-15,-1-3 0 16,6-3 1-16,-1-5 0 15,2-2-4-15,3-1-2 16,-2-1-3-16,2 2 0 16,0 3 0-16,-2 4-2 15,-1 4 0-15,-2 6-1 0,-2 4 0 16,-5 6-1-16,1 3 0 16,-3 5 0-16,3 6 0 15,-5 2-1-15,1 5-3 16,0 3-9-16,-5 0-36 15,-3 11-49-15</inkml:trace>
  <inkml:trace contextRef="#ctx0" brushRef="#br0" timeOffset="11421.08">7339 12805 78 0,'4'-2'4'0,"-4"1"-3"0,0-1 0 0,2 2-1 16,0 0 0-16,1 0-3 16,-1 0-4-16,2 3 5 15,0 1 1-15,-2 1 1 16,2 0 1-16,1 1-1 15,2 1 1-15,0 2 0 16,0-1-1-16,3-1 0 0,-2-1 0 16,1 0 0-16,-1-2 1 15,1-3-1-15,0-1 0 16,-2 0 0-16,-1 0 1 16,2-9 0-16,0-3 1 15,1-6 2-15,2-4-1 0,1-3-3 16,3-4 1-16,1-3-1 15,-1-4 0-15,4-2 0 16,3-3 0-16,-2-2 1 16,4-1 1-16,1-3 0 15,0 2 0-15,-3-2 1 0,4 0-1 16,-1 1 1-16,-2 2 3 16,-4 3 3-16,2 1 6 15,-3 5-1-15,-5 7-1 16,1 3-5-16,-5 8-7 15,0 6-2-15,-1 8-3 0,-2 3-7 16,-2 0-14-16,-4 11-14 16</inkml:trace>
  <inkml:trace contextRef="#ctx0" brushRef="#br0" timeOffset="11948.05">7435 12744 160 0,'0'0'-3'0,"0"0"21"0,19-59 7 16,-5 28-12-16,6-6-10 16,7-3-2-16,4-7-1 15,2-1-19-15,-2-2-85 16</inkml:trace>
  <inkml:trace contextRef="#ctx0" brushRef="#br0" timeOffset="14752.49">5849 13377 53 0,'0'0'19'0,"0"0"4"0,0 0-4 0,0 0-7 0,0 0-4 16,0 0-8-16,0 0-5 16,0 1 1-16,0 4 3 15,0-1 0-15,0-1-10 16,1-2-19-16</inkml:trace>
  <inkml:trace contextRef="#ctx0" brushRef="#br0" timeOffset="17376.73">3243 5095 89 0,'-7'3'-1'0,"3"-3"20"0,0 0-1 0,-1 0-8 16,1 0-5-16,0 0 0 15,-4-3-3-15,2-1-1 16,-1-2 0-16,-1-1 1 15,-2-4 2-15,-1 0 3 16,3-4-4-16,-2-3 2 0,1-3-4 16,3-2 0-16,-3-4-1 15,0 0-2-15,4-3 2 16,-1-1-2-16,-1 1 0 16,3-1 1-16,-2-2-2 0,4 1-4 15,-2 0 1 1,2-2 3-16,-3 0 1 0,3 2 2 15,-4 0 2-15,0-1-1 16,2 2 1-16,-2 1-2 16,-1 2 1-16,3-1-1 0,-1 1-1 15,3 3 1 1,-1-2-1-16,1 1-2 0,2 1-7 16,0-1 4-16,0 0 1 15,0 2 3-15,2 0-5 16,3 1 0-16,0 3 5 15,-1 2-1-15,-1 1 3 0,3 3 0 16,-4 0 0-16,2 1 0 16,2 0 1-16,0-1-2 15,-2 5 0-15,3 1 1 16,0-2 0-16,4 3 1 16,-4 0-1-16,2 1 0 0,2 0 0 15,0 2 0 1,-2 0 0-16,1 1-1 0,0 0 1 15,3-1 2-15,-1 3 0 16,1-1-4-16,3-1 5 16,1 2-2-16,2-3 0 15,3 2 1-15,-2-3-3 0,3 3 3 16,3-1-1-16,-3 0 0 16,-2 2 0-16,4-1 1 15,0 2-2-15,2 0 2 16,0 0-2-16,2 0 1 0,-1 0 0 15,1 0 0-15,3 0 0 16,1 0 0-16,-1 0 3 16,4 0 0-16,-2 0 0 15,5-2-1-15,-1-1 0 16,5-1 0-16,1-1-1 0,4-2-2 16,0 3 2-16,2-3-1 15,2 2 2-15,-4 0 1 16,2-1 0-16,-2 3 0 15,4-1-1-15,-2 1 0 16,-1 2-1-16,2-1-1 0,-2 2 0 16,0 0-1-16,1 0 0 15,-2 0 0-15,4-1 1 16,-2 1-1-16,1-3 0 16,2 1 0-16,-1 1 1 15,-1 0-1-15,-1 1 0 16,1 0 0-16,-2 0 0 0,-2 0 0 15,-3 0 0-15,-1 0 1 16,-1 0-1-16,-1 0 0 16,4-3 0-16,1 3 0 15,0-1 1-15,0-1-1 16,1 1 0-16,-3-1 0 16,-3 2 0-16,-1 0 0 0,-4 0 0 15,-3 0 0-15,-4 0 0 16,-1 0 0-16,-2 3 1 15,-2 0-2-15,-4 3 1 16,1 1 0-16,-4-2 0 0,-2 3 0 16,0 0-1-1,-1 2 1-15,-2 0 1 0,-3 0-2 16,3 1 3-16,-5-1 1 16,1 0-2-16,0 0-1 15,-2 0 1-15,-1 3-2 16,1-2 1-16,-2 3 0 0,1-1 2 15,2 1 7-15,-1 1-8 16,1 0 1-16,-1 1-2 16,1-2 0-16,0 0 0 15,0-1 0-15,-1 1 0 16,1-1 1-16,0 1-1 0,0-1 0 16,-1 3 1-1,1-1-1-15,1 1 0 0,0 1 0 16,0-1 0-16,1 0 0 15,1 0 0-15,-1 1 1 16,-1-2-1-16,1 1 0 0,1 0 0 16,0 1 0-16,-1 0 0 15,-1 3 0-15,0 0 0 16,1 1 0-16,-1-1 0 16,0 4 0-16,-1 0 0 15,3-1 0-15,0 0 0 0,-2-1-8 16,-1-1 11-16,0 0-4 15,0-1 1-15,-5-2 3 16,0 2-5-16,-2 0 4 16,0 0-2-16,0-2 0 15,-9 1 0-15,0 0-2 0,-8 0 1 16,-1 1-1-16,-5 1 5 16,-4 2-3-16,-6 1-1 15,-1 2-1-15,-6 2-20 16,-7-5-26-16</inkml:trace>
  <inkml:trace contextRef="#ctx0" brushRef="#br0" timeOffset="20812.2">3717 6220 103 0,'1'0'4'0,"0"0"-1"0,2 0-4 0,1 0 3 15,2 0-1-15,2 0-1 16,-2 0 0-16,1 0 1 15,1-2-2-15,4 0 1 16,-3-1 0-16,2 2 0 16,1-1 1-16,-1 2-2 15,2-1 1-15,5 1 0 0,0 0 0 16,-1 0 0-16,4 0 0 16,1 0 0-16,0 0 0 15,1 0 1-15,2 0-2 16,2 0 1-16,-1 0 0 0,0 0 0 15,1 0-1-15,2 0 2 16,-2 0-3-16,0 0 3 16,2 0-1-16,1 0 1 15,1 0-1-15,2 0 0 16,3 0 0-16,-1 0 0 0,4 0 1 16,-1 0-1-16,-2 0 0 15,3 0 0-15,-1 0 0 16,1 0-1-16,-1 0 1 15,2 0-1-15,3 0 1 16,-3 1 0-16,2 5 0 16,-1-2 1-16,1 1-1 0,-2 2 1 15,3-1-1-15,-1-1 0 16,3 2 0-16,0 0 0 16,4 2-1-16,-3-4 1 15,4 1 0-15,-1 0 0 16,2-1 1-16,3 0-1 0,1-1 1 15,-1-1-1-15,4 1-1 16,-1-1 1-16,0-2 0 16,4 1-1-16,-1-2 3 15,1 0-3-15,1 0 7 16,3 0-5-16,-3 0-1 16,3 0 2-16,2 0-2 0,0-2 1 15,1 2-3-15,1 0 5 16,-2 0-1-16,2 0-1 15,-4 0-1-15,2 0 1 16,2 0-1-16,-2 0 0 16,3-1 1-16,0-3-1 0,3-2 0 15,-2 3 0-15,3-3 0 16,-3 2-2-16,1-2 5 16,-3 1 0-16,3 2-1 15,1 0 1-15,-3 1 0 16,2 1-2-16,-1 1 2 0,0 0-3 15,-1 0 0-15,-1 0 1 16,0 3-1-16,-2-2 0 16,0 2 0-16,5-2 1 15,-1 0-1-15,3-1 0 0,2 0 0 16,0 0 0-16,3 0 1 16,3 0-1-16,-2 0 1 15,-1-5-1-15,-1 1 1 16,2-1 0-16,3-1 0 15,-3 3 1-15,1-1 1 0,2 1-1 16,1 1 0-16,2 1-1 16,-1 0-1-16,0-2 1 15,-1 3 1-15,3-1-2 16,-1 0 0-16,1 1 1 16,0 0-1-16,0 0 1 15,0 0 0-15,-2 0 1 0,0 0-1 16,0 0-1-16,1 0 1 15,2 0-1-15,-1-1 1 16,-1 0-1-16,3-2 0 16,-3 1 0-16,-3 0 1 15,3-1 0-15,1-1 1 0,0-1 3 16,0 1 1-16,2 0-1 16,1-1 0-16,-1 1-3 15,-1 1 0-15,-2 0 0 16,2-1-2-16,1 3 1 15,0-3 0-15,0-1 1 16,5 1-2-16,-2-2 1 0,-2-1 1 16,-1 1-1-16,-2 1 0 15,-1 1 0-15,-1 1 1 16,-1 0-1-16,-1 3 1 16,2 0 0-16,-5 0-2 0,0 0 1 15,-4 0-1-15,3 3 0 16,-5 1 0-16,6 0 0 15,-4-1 1-15,5 1 0 16,2 1 0-16,0 0 2 16,0 1 0-16,-3 0-3 0,1-1 1 15,0 1 1-15,2 0-1 16,-3-1 2-16,3 1-1 16,2 0 1-16,1-1-1 15,2 1 0-15,-3-2-2 16,1-1 1-16,0 0 0 0,2-2-2 15,-4-1 2-15,2 0-1 16,-1 0 0-16,2-1 0 16,-5-5 1-16,-3-1-1 15,-2 0 1-15,-2 0-1 16,-2-1 1-16,-8-1-1 0,0 1 1 16,-3-1-1-16,-4-1 1 15,-2 0 1-15,-8 0 1 16,-2 2 2-16,-3-1-3 15,-3 0 1-15,-6 4-1 16,1 2-2-16,-6 3 0 16,-6 0 0-16,-8 3-39 0,-11 1-86 15</inkml:trace>
  <inkml:trace contextRef="#ctx0" brushRef="#br0" timeOffset="22303.83">7339 12756 115 0,'0'0'7'0,"0"0"10"0,0 0-4 0,0 0-11 16,0 0-4-16,0 0 1 16,0 0 0-16,0 0-2 15,0 0 2-15,0 0 2 16,0 0-1-16,13 16 1 0,-7-6-1 16,-2 1 1-16,3 2-1 15,2 0 0-15,-2 1 0 16,0 0-1-16,3-4 1 15,-2-1 0-15,0-4 0 16,1-3 0-16,0-2-1 16,0 0-1-16,0-9 2 15,3-5 1-15,-1-9 1 0,2-2-1 16,5-8 0-16,-1-4-1 16,2-4 2-16,3-3 3 15,3-6-1-15,1-1 0 16,1-1 1-16,2-1 0 15,0 3-2-15,0 3 1 0,-2 3-3 16,-2 5-1-16,-2 7 0 16,-6 4 1-16,-1 5-1 15,-5 6 0-15,-3 5 0 16,-3 4 0-16,0 4 0 0,-5 3 0 16,2 1-1-16,-2 0 0 15,0 0-2-15,0 0 2 16,0 1 5-16,0 3-3 15,2 2-4-15,-2 1-2 16,0 3-10-16,0-1-6 0,0-2-8 16,0-2-48-16</inkml:trace>
  <inkml:trace contextRef="#ctx0" brushRef="#br0" timeOffset="26970.01">7435 12708 4 0,'1'0'15'0,"0"0"-3"0,1 0-2 0,-2 0-5 16,2 0-2-16,-2 0-2 16,2 0-1-16,-2 0 1 15,0 0 0-15,0 0 5 16,2 0 3-16,-1 4 2 0,1 1-4 16,0 0-5-1,2 1 0-15,0 0-2 0,1 2 1 16,2-2-2-16,-3 1 2 15,-1-3-1-15,1-1 0 16,0-3 0-16,-1 3 0 16,3-3 0-16,-1 0 1 0,0 0 3 15,3-9 1-15,1-3 1 16,-1-3-3-16,4-3-3 16,-1-6 3-16,3 1-1 15,1-5 0-15,1-1 2 16,-2-3 1-16,6-4 5 0,2-5-1 15,0-2 1-15,5-1-2 16,2-3 0-16,0 2-5 16,-2 2-2-16,-2 3-1 15,0 5 1-15,-6 4-1 16,0 4 0-16,-2 3 0 0,-3 4 1 16,-3 4-1-16,1 3 0 15,-2 3 0-15,-4 3 0 16,1 3 0-16,-3 1 0 15,2 3 0-15,-4 0-1 16,-2 0 0-16,0 0 4 16,0 6-2-16,0 2-1 0,0 1-1 15,0 2 1-15,0 2-6 16,0-3-24-16,0-3-19 16</inkml:trace>
  <inkml:trace contextRef="#ctx0" brushRef="#br0" timeOffset="30698.09">3867 6472 96 0,'0'0'3'0,"0"0"2"0,0 0 3 15,0 0-3-15,0 0-5 16,0 0 2-16,-45-22-1 0,36 18 3 16,1 1-2-16,-2-1-1 15,-1 1-1-15,1 2 0 16,-2-1-2-16,-1 2-1 15,-3 0 0-15,0 0-4 16,-4 0 6-16,0 2 2 0,-2 2 3 16,1 0-1-16,-1 1-1 15,0 3-1-15,-1-1 1 16,1 2-1-16,2 2 0 16,-2 0 0-16,-1 4-2 15,3-1 3-15,0 2-1 0,0 2 0 16,0 2 1-16,2 1-2 15,2 3 0-15,-2 3 0 16,2 3 0-16,1 0 0 16,-1 1 0-16,3 2-2 15,-1-2 2-15,3 3 0 0,0-4 0 16,2 1 0-16,2 0 0 16,1-1 0-16,4 0 0 15,-2 1 0-15,4 2 0 16,0-2 0-16,0-1 0 15,2 1 0-15,6-2 0 16,1-2-1-16,3 0 1 16,1-3 1-16,3 1-2 0,1-3 1 15,3-1-1-15,3-2 1 16,-1-1 0-16,3 2 0 16,1-3-1-16,4-1 2 15,1 0-2-15,2-3 1 0,1 1 0 16,3-2-2-16,5-1 4 15,-1-2-2-15,5-1 0 16,0 1 0-16,4-5 1 16,0 2-1-16,5-5 1 15,5 2-1-15,0-3 0 0,0 0 0 16,3 1 0-16,0 1 0 16,1 2 3-16,-3-1-3 15,1 1 0-15,1 1 1 16,0-1-1-16,1 0 0 15,4-3 0-15,-1-1 0 0,2 0 0 16,2 0-1-16,1-4 2 16,-1-1 0-16,-1 2 1 15,-1-2 0-15,0 5-1 16,1 0 1-16,-1 0-1 16,2 0 1-16,-1 0-1 0,3 0-1 15,2 3 1-15,0-1-1 16,-1 0 0-16,0-1 0 15,-1 1 1-15,-3 0 0 16,1-1-1-16,-2 2 0 16,-1-2 1-16,1 1-1 0,1-2 1 15,1 0-1-15,2 0 0 16,-1 0-1-16,-2 0 1 16,-1-2-1-16,5 1 2 15,-5-2 0-15,2 2-2 16,-2-1 2-16,5 0 0 0,-3-1-1 15,6 0 0-15,-3 0-1 16,4-3 3-16,0 2 0 16,2 0 1-16,1-2-1 15,0 2-2-15,2-2 1 16,-1 3 0-16,1-1 0 0,-1 0-1 16,-2-1 0-16,1 1 3 15,0-3-3-15,1 2 0 16,1-1 0-16,0 0 1 15,3-1-1-15,0 1 1 16,1-1-1-16,0 1 0 0,-2-1-1 16,0-1 2-16,4-1-2 15,-4-2 1-15,0 1 0 16,-2-1-1-16,4-2 12 16,-2 0-4-16,-2 1 1 15,1 1-1-15,3 0-4 16,-2 2-2-16,-1-2-1 0,1 3 0 15,1-1 1-15,-1-1-2 16,-2 2 2-16,2-1-1 16,-2 2 1-16,2 0-1 15,0 0 0-15,-3 1 0 0,3 1 0 16,-2-1-1-16,-3 3 1 16,-3 0 1-16,-2 0 0 15,1 0 0-15,-4 2 3 16,4 0-4-16,-3-1 2 15,1 2-2-15,-4-3 0 16,-1-1 1-16,-4 1-1 0,-3-5 0 16,-2-2 0-16,-4-2 1 15,-1-2 2-15,-4-3 2 16,-2 1-4-16,-3-5 1 16,-5 1-2-16,-1 1 1 15,-6-1 1-15,-4-3-1 0,0 0 1 16,-6-1-2-16,-1-2 0 15,-5 0 1-15,-4-3-1 16,-2 3 2-16,-5-3 0 16,-3 0-2-16,-4 2 2 15,0 1 0-15,-8 0 0 0,-3 0 3 16,-7 3-1-16,0-2 2 16,-2 2-2-16,-3-1 0 15,-3 0 0-15,-1 0 1 16,0 1-4-16,-4 0-1 15,-5 1 1-15,0 0 0 16,-2 2 0-16,-2 2 0 0,-5-1-1 16,1 2 1-16,-4 2 0 15,-1-1 0-15,-2 2 0 16,-3 1-2-16,-2 0 2 16,-1 3-1-16,-5 2 0 0,1-1-1 15,-5 1 1-15,1 1 0 16,-1-2 0-16,1 5 1 15,-2-2-1-15,0 2 0 16,0 1 0-16,-5 3-1 16,1 0 1-16,-4 0 0 0,4 0-2 15,-4 0 1-15,0 0-1 16,-2 0-1-16,0 0 1 16,0 0 1-16,0 0 0 15,0 0 0-15,-2 1 0 16,5 1 2-16,0 1-1 15,-1-2 0-15,3 2 0 0,-2 0 0 16,-1 0 0-16,0 0 0 16,0 2 0-16,-4-2-2 15,1 3-1-15,-1-2-5 16,1 2 3-16,0-1 2 16,-2 0-1-16,-1-1 2 0,0-1 2 15,2 3 0-15,-2-2 0 16,-4 0 1-16,3-3-1 15,-1 2 1-15,0-1-1 16,0-1 0-16,-2-1 0 16,0 2 0-16,0-2 0 0,-6 0 0 15,2 0 0-15,-3 0 1 16,-3 0-1-16,0-2 0 16,-2-2 2-16,1-2-2 15,-2-1 1-15,-4 3-1 16,-2-1 0-16,-2 1 1 0,-2 2-1 15,-6 2 0-15,-8 0-1 16,-3 2 0-16,-8 10-3 16,-10 6-15-16,-4 5-27 15,-9 4-4-15,-7 1-58 16</inkml:trace>
  <inkml:trace contextRef="#ctx0" brushRef="#br0" timeOffset="37346.62">9012 13321 14 0,'0'0'5'0,"2"0"-5"0,-2 0 0 0,0 0-6 16,0 1-4-16,1 0 7 15,-1-1 3-15,0 3 3 0,0-2 13 16,0-1 5-16,0 0 5 16,0 0-9-16,0 0-5 15,0 0-4-15,0 0-5 16,0 0-2-16,0 0-1 0,0 0 1 15,0 0-1-15,0 0 0 16,0 0 0-16,0 2 1 16,0-1-1-16,0 1 0 15,0 0 1-15,1 0-1 16,1-1-1-16,1 2 2 16,-1 0-2-16,0 0 2 0,0-2-1 15,1 3 0-15,1-2 0 16,-1 2 0-16,-1-1 0 15,1-1 0-15,-1 0 0 16,2-2 0-16,0 2 1 0,0-2 0 16,1 0 1-16,2 0-1 15,-2 0 0-15,1 0 0 16,0 0-1-16,1-2-1 16,1-3 1-16,2-3 3 15,-3 0 1-15,2-3-1 16,4-2 3-16,0-3 0 0,4 2 0 15,2-5-4-15,2-1 0 16,1-1-2-16,3-3 0 16,-3 1 1-16,3-2-1 15,-1-2 0-15,-1 1 0 16,-1 1 0-16,2-2 0 0,-1 2 2 16,-1 0 8-16,-2 2 0 15,0 3-2-15,-6 5-2 16,1-1-1-16,-4 6 3 15,-1 3-2-15,-4 4 1 16,-3 0-1-16,-1 2 5 0,-2 1 8 16,2 0 0-16,-2 0-5 15,0 0-9-15,0 0-1 16,0 7-9-16,0 3-24 16,-6-4-74-16</inkml:trace>
  <inkml:trace contextRef="#ctx0" brushRef="#br0" timeOffset="39470.78">3569 8601 39 0,'-4'-12'10'0,"-2"4"20"0,-4-2-1 0,4 1-13 0,-3 1-1 16,0 5-3-16,0-1-11 16,2 2-1-16,3 0 5 15,0 1-4-15,2 1-1 16,1 0 1-16,1 0-2 16,0 0-7-16,0 0-2 15,0 0 11-15,0 3-1 0,5 3 0 16,1 1 0-16,1 2 0 15,3 1-1-15,2 1 0 16,1 2-1-16,4-1 3 16,3 1-1-16,-1 1 0 0,4 2-1 15,4 0 1-15,2-1-1 16,0 1 0-16,5-2 2 16,3-1-2-16,5 0 0 15,4-5 0-15,5 2 0 16,4-3 1-16,6-1 0 0,-1 1 0 15,5 0 1-15,3 0-2 16,-4 0 2-16,3 1-1 16,-2-3 0-16,2 2-1 15,2-2-2-15,3 0 6 16,-1 1-1-16,3-5-2 16,-2-1-49-16</inkml:trace>
  <inkml:trace contextRef="#ctx0" brushRef="#br0" timeOffset="49723.14">20983 4860 29 0,'0'0'32'0,"0"0"-16"0,0 0 4 0,0 0-2 15,0 0-3-15,0 0-5 16,0 0-2-16,0 0-6 16,0 0 9-16,0 0-7 15,0 0 4-15,0 0 4 16,-13-23-5-16,12 22-1 15,-1-1-3-15,2 0 0 0,-2 1-1 16,2 1 3-16,0-1-1 16,0-1 0-16,-3 1 1 15,2 0-1-15,1-1 3 16,-2 1-1-16,1-2 3 16,0 0-1-16,-1 2-1 0,-2-1-2 15,1-1-1-15,1 2-4 16,-1-2 1-16,0 3-1 15,1-3 1-15,-2 2 1 16,0 0-2-16,2-1 1 16,-1 0 0-16,-2 1-1 0,2 0 1 15,0-2-1-15,0 3-1 16,-3 0 0-16,1 0 0 16,-2 0 2-16,0 0-1 15,-2 0-1-15,1 0 2 16,-1 0 0-16,0 0-1 15,2 0 1-15,-1 1 0 0,0 2-3 16,-2-2 3-16,2 1-1 16,0 1-1-16,-5 1 2 15,0 0-1-15,0 2 0 16,1 0-2-16,-3-2 3 16,2 1-1-16,0 0 0 0,-1 1 1 15,2-1-1-15,-1 0 1 16,1 0-1-16,3 1 0 15,-3-2 0-15,0 3 0 16,-2 0 0-16,3 0 0 0,0-1 0 16,-1 1 0-16,1 2 0 15,-2-2 1-15,1 0-2 16,0 3 1-16,1-3 0 16,-1 3 0-16,3-2 0 15,-3 2 0-15,2-1 0 16,2 0 0-16,-1-1 0 0,1-1 0 15,3-1 0-15,-2 1 0 16,1 0-1-16,-1-1 2 16,1 2-2-16,-1 1 1 15,0-1 1-15,-3 1-1 16,2-1 0-16,-1 2 0 0,-1 0 0 16,0-1 0-16,1-1 0 15,1 2 0-15,0 0 0 16,0-3 0-16,3 3-1 15,-3-1 2-15,3-1-1 16,-2 4-1-16,2-1 1 16,-1 0 0-16,0 1 0 0,-1 1 0 15,0-2 0-15,0 4 0 16,0-2 1-16,1 3-2 16,-3-1 2-16,4 1-1 15,-3 0 0-15,1-2 0 0,2 2 0 16,0-2-1-16,-1 0 1 15,1-1 0-15,3-2 0 16,-4 2 0-16,2-2 0 16,1 2 0-16,-2 0 0 15,1-1 0-15,1 3 0 0,1 0 0 16,0 0-1-16,-3 0 1 16,3-1 0-16,0-1 0 15,0 1 0-15,0-1 1 16,2-3-2-16,-2 3 1 15,-1-2 0-15,2-1 0 0,0 0 0 16,0 1 0-16,0 1 0 16,1-2 0-16,0 1-1 15,0 3 1-15,0-2-1 16,0 0-1-16,0 0 1 16,0 2 1-16,0-1 1 15,0 1-1-15,0-3 1 0,0 2-1 16,0-1-1-16,0-1 2 15,0 0-1-15,2 2-1 16,0-1-1-16,3 0 2 16,-4 1 1-16,2 0-5 15,0-2 3-15,1 0 1 0,0 0-1 16,-1 0 2-16,1 0-3 16,3-1 1-16,-4 0 2 15,1 3-1-15,2-1 1 16,-3 0 1-16,2-1-2 15,0 2 0-15,0-2 1 0,0-2-5 16,0 2 4-16,0 1 0 16,0-1 1-16,0-1-1 15,2 1-1-15,-1-1 2 16,0 0 1-16,1 0-5 16,-2-3 1-16,4 2 4 0,-3-2-1 15,1 1 0-15,-2 1 1 16,4 0 0-16,-3 0-2 15,2 1 0-15,-2 0 1 16,3 0 0-16,2 2-1 0,-2-4-4 16,4 2 3-16,-1-3 4 15,3 3-1-15,3-1 1 16,-1-2 1-16,2-1 1 16,3 0-5-16,-4-1 7 15,5-1 2-15,0 0-5 0,1 1-1 16,2-1-3-16,0 0 1 15,3 3 0 1,1-1 2-16,1 1-2 0,0-1-1 16,0 1 1-16,1-1 0 15,2-1-1-15,-6 1 0 16,2-5-2-16,0 2 3 16,-2 0-1-16,1-2-1 0,0 1 2 15,0-1-1-15,0 2 0 16,-2-3 1-16,0 3 0 15,2-3-1-15,-2 0 0 16,-1 0 0-16,1 0 0 0,2 0 0 16,-4-3-1-16,4-1 1 15,-5-2-1-15,1 3 3 16,-1-1-3-16,-1-3-14 16,-5-4-63-16</inkml:trace>
  <inkml:trace contextRef="#ctx0" brushRef="#br0" timeOffset="51578.12">20928 4753 71 0,'6'0'1'0,"1"-1"1"0,-1-2 2 0,4 1 4 0,-2-2-4 16,-1 3 2-16,1-2 2 16,0 0 0-16,1-1-1 15,1 1-3-15,0-1 0 0,0 1-1 16,2 1 2-16,2-4 0 15,-2 3 0-15,2 0-1 16,-1 0 0-16,1 0-2 16,2-1 3-16,-3-1 2 15,2 1 1-15,-1 0-1 16,2 1 0-16,-2 0 0 0,2-1-4 16,0 1-2-16,0 2 1 15,-1-2-1-15,-1 1-1 16,1 0 1-16,1 2-1 15,-1 0 0-15,0 0 0 16,-1 0 0-16,1 0 1 0,-1 0-1 16,3 0 1-16,-4 0 1 15,3 4-1-15,0 1 0 16,0 1-1-16,1-1 0 16,3 0 0-16,-4 2 1 15,4-1-1-15,-2 1 1 0,-1-2-1 16,0 2 0-16,-2 1 0 15,0-2 1-15,-3 2-1 16,3-1 1-16,-2 2 0 16,-1-1-1-16,2 0 0 15,1 1 0-15,0 1 1 16,3 2-1-16,-2-2 0 0,1 1 1 16,0 3-1-16,0-1 0 15,1 0 0-15,-1 1 1 16,1 3 0-16,1-3-1 15,-2 3 2-15,-1 0-2 0,1-1 0 16,0 1 0 0,0 0 0-16,-2 0 0 0,0-1 1 15,-2 1 0-15,-1-3 0 16,-1 4 0-16,-2-2-1 16,0 0 1-16,-1 2-1 15,0-1 2-15,-2 1-1 0,0 1 1 16,0 1-2-16,-2-1 0 15,-2 0 0-15,-1 1 0 16,-1 0 0-16,0 3 4 16,0-1-2-16,0 1 1 15,0 0-1-15,0 1 0 0,0-1-1 16,0-2-1-16,0 3 3 16,-1-1-4-16,-1 1 2 15,2-2 0-15,-3 2-1 16,2-2 0-16,-1 4 0 15,1-3 0-15,1 0 1 0,-2 2-1 16,2-1 0-16,-2 0 1 16,-1 0-1-16,-1-1 1 15,0 1-3-15,1-1 2 16,-3-2 1-16,0 0-1 16,2-2 1-16,-4 3 0 0,3-1 0 15,-3 0 1-15,2 0 1 16,-3 0 0-16,3-1-1 15,-2 2-2-15,-2-3 1 16,3 1-1-16,-1 0 0 16,-1-3 2-16,-1-1-1 15,0 2 0-15,-1-1 2 0,1 0-1 16,-3-1 0-16,1 0-1 16,0-1 0-16,1 1 0 15,-1-3-1-15,3-2 0 16,-1 2 1-16,-1-3 0 0,0-2-1 15,3 0 1-15,-4-1 0 16,2 0 0-16,1-2 0 16,0 1 0-16,0-2-1 15,0 2 0-15,1-2 2 0,-2-1-2 16,1 1 0-16,1-1 0 16,-2 0 1-16,3-1 0 15,-3 0 2-15,1 0 1 16,1 1 0-16,-4 1-3 15,2-1-1-15,-3-1 0 16,0 0 1-16,-1 1-1 16,-1-2 0-16,-2-1 1 0,2 3-1 15,-5-1 0-15,3-1 1 16,1 2 0-16,-1-2 1 16,2 1-1-16,-3-1-1 15,5-1 0-15,0 1 0 16,-1 1 1-16,3-2-1 0,-1 0 0 15,-1 0 0-15,3 0 1 16,0 0 1-16,1 0 2 16,1 0-3-16,-2 0 0 15,2 0-4-15,0 0-25 0,0 0-126 16</inkml:trace>
  <inkml:trace contextRef="#ctx0" brushRef="#br0" timeOffset="55973.31">18410 4926 81 0,'-2'0'2'0,"0"0"0"0,2 0-1 0,-4 0-2 15,2 0-2-15,1 2 2 16,-2-1-1-16,3 1 4 16,-2-2-2-16,2 0 1 15,0 0 1-15,0 0 5 16,0 0 11-16,0 0-1 0,0 0-1 16,0 0-3-16,0 0-2 15,0 0-2-15,0 0-6 16,0 0-3-16,0 0-1 15,0 1 0-15,0-1 3 16,6 3-1-16,0 0-1 16,-1 0 0-16,3-1 1 0,-1 2-1 15,4 1 0-15,0-3 0 16,-2 0 0-16,3 3 0 16,-1 0 0-16,3-1 0 15,0 1 0-15,3 0-3 16,-1 1 2-16,4 0 3 0,0-1-1 15,2 0 0 1,-1-1-2-16,-2 0 2 0,1 2-1 16,2-2 2-16,-6 3-2 15,4-2 1-15,0 3-1 16,2-1 1-16,1-1-1 0,2 1 0 16,1-1 0-16,-1-1 1 15,1 1-1-15,-3-2 0 16,2 2 0-16,-1 0 0 15,-6-1 0-15,5 1 0 16,-2 0 0-16,0 1 1 16,3 0-1-16,-3 0 0 0,5-1 0 15,0 2 0-15,-1-1 0 16,2 0 0-16,0-2 0 16,0 2 1-16,2 0-1 15,-4-1 0-15,2-1 0 0,0 2 0 16,-3 0 0-16,1 0 0 15,-1 0 0-15,1 1 1 16,-3-1-1-16,2-1 0 16,1-1 0-16,0 2 0 15,-3 2 0-15,1-2 0 16,3 0 0-16,-3-1 1 0,0 1-1 16,1-1-1-16,2 0 2 15,-4 0-1-15,2 0 0 16,0 1 0-16,-4-3 0 15,2 2 1-15,-1-2-1 0,0 1 1 16,-2 0 0-16,1-1 0 16,-3 1 1-1,0-1-1-15,-2 1 1 0,-1-1-2 16,-2-2 1-16,-1 1-1 16,1-1 1-16,-5-1 0 15,1 0 1-15,2 1 3 0,-5-2 4 16,0 0 1-16,0 0-1 15,-1 0-1-15,0 0 0 16,1 0-4-16,2 0-2 16,0 0-2-16,-2 0 1 15,3 0-1-15,-1 1 0 0,0 3 0 16,-5 2-4-16,-2-3-47 16,-2-2-113-16</inkml:trace>
  <inkml:trace contextRef="#ctx0" brushRef="#br0" timeOffset="56973.85">18630 6210 17 0,'0'0'19'0,"0"0"-13"0,0 0 10 15,0 0 3-15,0 0-7 0,3-1-2 16,1-5-2-16,1 3 4 15,0-1 3-15,0 0-13 16,1-2 1-16,1-1 3 16,2 0-3-16,3 0-2 15,0-3 0-15,4 1 4 16,1-1 0-16,2-1-4 0,3-2 3 16,0 1-2-16,3 0 3 15,0-5 1-15,2 2-1 16,2-1 1-16,2-1 0 15,-2 1-3-15,2 1-1 16,0-2-1-16,1 2 0 0,-3 0 0 16,3-2 1-16,-2 1-1 15,2 2-1-15,-1-2 5 16,-1 2-3-16,1 1 0 16,-3 0-3-16,0 1 6 15,-2-1-2-15,-1 0-1 0,-1 2 1 16,-3-1 1-16,-1 1-1 15,0-2 0-15,0 2-1 16,-2-3-1-16,2 4 1 16,-1 0-1-16,-2 0 0 15,1-3 2-15,1 3 0 0,0-3 1 16,3 2 0-16,-2-3 2 16,3 1-5-16,3 0 3 15,-5-2 1-15,0 0 2 16,-3 3-2-16,-1-1 1 15,0 1-1-15,-4 0 0 0,1 2-1 16,-3 1-2-16,-1 1-1 16,1 2 0-16,-5 0-2 15,1 5 1-15,-1 1-1 16,2 0-10-16,-5 0-24 16,-2 1-55-16</inkml:trace>
  <inkml:trace contextRef="#ctx0" brushRef="#br0" timeOffset="57880.9">18947 6936 58 0,'0'0'16'0,"0"0"7"0,0 0 4 0,0 0-6 16,0 0-3-16,0 0-7 16,0 0-5-16,0 0 2 15,0 0-6-15,0 0-4 16,0 0 3-16,0 0-2 16,0 0 0-16,29-37 3 0,-20 33-1 15,0-2 0-15,2 0-1 16,2-5-1-16,-1 0 2 15,4-1 7-15,3-2-4 16,1 0 7-16,3-3-7 16,-2 1-1-16,3-1-1 15,2-1 0-15,-1-4-1 0,-1 4 0 16,3-2-1-16,0-1 2 16,2 1 1-16,2-3-3 15,-2 3 8-15,0-4-6 0,-1 0 3 16,2-2-2-16,-2 0 1 15,2-2 0-15,-1 0 0 16,1 1-1-16,1-1-1 16,-3 2 1-16,1 1 2 15,0 1-2-15,-3-1-1 0,1 4 2 16,-1 0-2-16,-3-1 1 16,0 1-2-16,0 1 0 15,-2-1 0-15,1 1-1 16,-4 2 1-16,2-1 1 15,-5 2 1-15,2 1 2 16,-4 1 0-16,-1 1-1 0,0 2 0 16,-5 0-2-16,2 3 0 15,-5 0-1-15,0 4 1 16,1-1-2-16,-3 5 1 16,3-1-2-16,0 2 0 15,-1 0-4-15,-1 2-21 0,-2 5-31 16,-1 3-56-16</inkml:trace>
  <inkml:trace contextRef="#ctx0" brushRef="#br0" timeOffset="58828.56">19481 7536 88 0,'0'0'23'0,"0"0"-7"0,0 0-5 0,0 0-3 0,0 0-5 16,0 0-2-16,0 0 0 15,0 0-1-15,0 0 1 16,30-42 5-16,-23 34 6 15,1-1-7-15,2-1-3 16,-1-1-1-16,2-2 0 0,2-1-1 16,2-2 0-16,2-1 0 15,1-1-5-15,1-2 11 16,2-2 3-16,-1 1-3 16,4-3 4-16,0 0-1 15,-4-3 0-15,4 0-1 16,1 0-1-16,-3-3-1 0,2 2-1 15,2-3-1-15,1-2-1 16,1 3 0-16,0-3 0 16,0 2-1-16,1 0 0 15,0 1 0-15,-1 0 0 16,-3 2 3-16,1-2-1 0,-2 3-2 16,-1-3 0-16,-1 4-1 15,0-2 1-15,0 3-2 16,1-1 2-16,-4 3-2 15,2 2 1-15,-2 1-1 0,-1 0 1 16,1 1 0-16,-2-1 1 16,0 2 0-16,1 2 0 15,-3 0-2-15,-2 2 2 16,-1 2 1-16,0 1 0 16,-1 1 2-16,-1 0-2 15,-1 3 2-15,-1 1-3 0,0 1-1 16,-2 0 0-16,-1 1-1 15,0 1 0-15,-2 1 1 16,0 1-1-16,2 0 1 16,-1 1 0-16,-1 0-4 15,-1 0-16-15,-2 0-36 0,0 0-93 16</inkml:trace>
  <inkml:trace contextRef="#ctx0" brushRef="#br0" timeOffset="59894.6">19340 7626 14 0,'2'0'67'0,"-2"0"-126"0</inkml:trace>
  <inkml:trace contextRef="#ctx0" brushRef="#br0" timeOffset="60073.48">19340 7626 135 0,'45'2'3'0,"-43"-2"-3"15,1 0-21-15,-1-6-60 16</inkml:trace>
  <inkml:trace contextRef="#ctx0" brushRef="#br0" timeOffset="61675.72">19373 7582 13 0,'0'0'4'0,"0"0"7"16,0 0-2-16,0 0-4 15,0 0-3-15,0 0-2 16,0 0 1-16,-41 0 0 15,36 0 4-15,-2 0 2 16,2 0-1-16,-1 0 7 16,2 0-2-16,-1 0 0 0,-1 2-6 15,0-1-1-15,0 2-2 16,0-2-1-16,-2 1 0 16,2 3 0-16,-3-2 0 15,2 4-1-15,-1-4 1 0,1 2-1 16,-1 0 0-1,2-2 0-15,-2 3 0 0,0-2 0 16,-1 0-1-16,1 3 2 16,1-1-1-16,-4 1 1 15,2 0-2-15,0 2 1 16,0-2 0-16,-2 0 1 16,2 3-1-16,0-3-1 0,-4 3 2 15,2-2-1-15,-1 2 0 16,1-1 0-16,0 2 0 15,-1-1 1-15,1 0 1 0,-1 3-1 16,0 0-1-16,0 1 1 16,0 0-1-16,2 1 0 15,-1-1 0-15,0 0 0 16,4-3 1-16,-1 3 1 16,3-1 2-16,1-2 1 15,-1 2-1-15,3 0 0 0,2 1 1 16,0 3-3-16,0 2-1 15,0-2-1-15,0 1 1 16,2 1-1-16,1-2 0 16,1-2 0-16,0-2 0 15,0-2 2-15,1 1 1 0,1-1 2 16,1-1-2-16,0 0-1 16,0 0 1-16,0-1 2 15,1 1 0-15,1-2 2 16,0 1-3-16,-3-1 2 15,5 1-1-15,-1 2-2 0,-3 0-1 16,2 0-1-16,2 0-1 16,-1 3 2-16,0-4-2 15,2 3 1-15,1-2 0 16,0 0-8-16,0-2 7 16,1-3 3-16,-1 2 3 15,0-1-1-15,2-2 1 16,0 0-3-16,-1-1-1 0,0 1-1 15,1-3 4-15,-2 0-1 16,4-2-2-16,-2 0 1 16,2 0 1-16,0 0-3 15,2 0 1-15,1 0 0 0,-3 0 0 16,0-2 1-16,-3-3-1 16,1 0 3-16,-2 1-1 15,-1-3 2-15,1 1-2 16,-1-1 0-16,2 0-1 0,-3-1 0 15,3-2-2-15,1 1 0 16,-4-1 1-16,3 0-1 16,-1-1-1-16,-1-2 1 15,0 1-1-15,0-1 1 16,2-2-1-16,-2 3 2 16,-1-2-2-16,-1 1 1 0,-1 0 0 15,1 0 1-15,-3 2 0 16,0-2 0-16,2 2-1 15,-3-1 0-15,-2 1 0 16,0 0 0-16,0-1 0 16,-1 1 0-16,-1-1 0 0,0 0-1 15,0-1 1-15,0 0-1 16,-1-1 0-16,0 3 2 16,0-1-2-16,-1-1 1 15,0 2 0-15,0 1 0 0,0-1 0 16,0 0 0-16,0 0 0 15,-1 3-1-15,-1-5 0 16,0 3 0-16,-1 0 1 16,1 0-1-16,0 1 1 15,1 0-1-15,0-1 0 16,0 0 1-16,0 1 0 0,1 0-1 16,-2-1 0-16,2 1 1 15,-4-1-1-15,3 2 0 16,-1-2 0-16,-2 0 1 15,3 0-1-15,-1-1 0 16,-1 0 0-16,2 0 0 16,-1 1 0-16,-1 1 0 0,1-2 3 15,-4 0-2-15,2 0 0 16,-2-1 0-16,-2 2 0 16,1 0 0-16,-2 0 1 15,0 0 1-15,0 2 2 0,1 1-3 16,-4 1-1-16,3-1-2 15,0 4-1-15,-4-1-5 16,0 2-20-16,-4-3-20 16,-5-4-113-16</inkml:trace>
  <inkml:trace contextRef="#ctx0" brushRef="#br0" timeOffset="62977.63">14474 6821 49 0</inkml:trace>
  <inkml:trace contextRef="#ctx0" brushRef="#br0" timeOffset="63895.77">18110 5873 111 0,'-12'4'3'0,"0"0"6"0,5 0-5 0,-3 3-3 0,3-1-1 15,-2 1 1-15,0 3 0 16,2 0 1-16,-5 3-1 16,2 2-1-16,-2 2 2 15,1 2-1-15,-2 2 4 0,4 3 2 16,-3-1-3-16,6 4-1 15,-1 0 1-15,3 1-3 16,-3 1-1-16,5 2 1 16,0-1-1-16,2 0 0 15,0 0 0-15,0-1 0 16,2-2 0-16,7-4-1 0,-1 0 1 16,3-1 1-16,2-6-1 15,0 1 2-15,4 0 0 16,1-3-1-16,-2-1 1 15,2-3 2-15,4 0-4 16,-2-3-1-16,4-1 9 0,-1-3-2 16,3-2 2-16,2-1 1 15,1 0 2-15,-2 0-2 16,-1-4-3-16,-2-2 0 16,-1-1-2-16,-2-1 0 15,-1-4 2-15,-5 2 0 0,2-2-1 16,-1 0 1-16,1-5-2 15,-2 0-2-15,-1 1-1 16,-1-2 1-16,-4-2 0 16,1 2 0-16,-2 2 0 0,-3-1 1 15,-1 0 3-15,0 1-3 16,-2 0-2-16,0 1 1 16,-1 0 2-16,-1-1 1 15,0 0-3-15,0 2 0 16,0-2 1-16,-1-1 1 15,-7 2 1-15,3-1-1 16,-5 0 2-16,2 3-5 0,-1 2 4 16,1 0 1-16,1-1-3 15,-3 4-1-15,1 0-3 16,1 0 1-16,-4 3 1 16,0-1-2-16,0 0 0 0,-1 2 0 15,1 1-3-15,-1 2-11 16,0 1-13-16,2-3-35 15,-3-6-74-15</inkml:trace>
  <inkml:trace contextRef="#ctx0" brushRef="#br0" timeOffset="64690.85">18259 4756 172 0,'0'0'-17'0,"0"0"23"0,0 0 5 0,-40-27-6 15,29 21-3-15,1 3 1 16,-1-1 2-16,-1 1-1 0,-1 2 3 15,-1 1 1-15,2 0-3 16,-2 0-4-16,-1 6-2 16,1 2 1-16,-4 4 0 15,3 2 0-15,-1 1 0 16,2 3 1-16,0 1-1 0,2 3 0 16,2 2 0-16,-1 1 0 15,2 2 1-15,3 3-2 16,-1-1 1-16,5 3 0 15,2-2 0-15,0-3-1 0,0 1 0 16,11-4 0 0,0-4-2-16,6-1 1 0,0-5-2 15,5 2 3-15,3-5 0 16,1-1 1-16,5-3 1 16,-1-1 1-16,5-2-1 15,-1-4-2-15,0 0 1 0,-1 0 0 16,-2-4 1-16,1-4 8 15,-1-4 4-15,-2-1-5 16,0-4 1-16,-2 1-1 16,-3-2-4-16,-1-1-1 15,-1-4 0-15,-7-2 0 16,-1-2 0-16,-5 0 1 0,-3-3-1 16,-3-1 3-16,-3 1 1 15,0 2 5-15,-7 1-3 16,-5 0 0-16,-3 6-5 15,-5 2 1-15,-2 4-2 16,-4 3 0-16,0 5-3 0,-3 4 0 16,-6 3-14-16,1 2-22 15,-1 3-54-15</inkml:trace>
  <inkml:trace contextRef="#ctx0" brushRef="#br0" timeOffset="65810.84">19849 5354 108 0,'-1'0'15'0,"1"0"21"0,0 0-18 0,0 0-21 16,4 0 5-16,1 0-3 15,3 0 4-15,0 0 1 16,3 0-3-16,-1 0-1 16,1 6 1-16,3-1 0 15,1 1 1-15,2 2-2 0,1 1 0 16,1 1 1-16,0 0-1 16,2-1 0-16,-2-1 0 15,1-1-1-15,-1-1 2 16,-3-1-1-16,-2 0 0 15,-1-1 0-15,-2 2 1 16,-2-2-1-16,-1 0 0 0,-5 1-12 16,-2-3-46-16,-1 0-48 15</inkml:trace>
  <inkml:trace contextRef="#ctx0" brushRef="#br0" timeOffset="66074.31">19744 5574 69 0,'0'0'78'0,"0"0"-58"0,0 0-12 0,0 0-7 16,0 0 0-16,48-6-1 15,-25 2-14-15,2-6-76 16</inkml:trace>
  <inkml:trace contextRef="#ctx0" brushRef="#br0" timeOffset="68764.45">20732 4894 66 0,'0'0'12'0,"0"0"17"0,0 0-10 15,0 0 1-15,0 0-3 16,0 0-9-16,0 0-6 15,0 0-1-15,0 0 0 0,0 0 0 16,-38-19-1-16,34 18 0 16,-4 1 1-16,0 0-1 15,-1 0 0-15,0 0 1 16,0 0 0-16,-2 0-1 16,0 0 0-16,-2 1 0 0,4 3 0 15,0 1 0-15,-3-2 0 16,2 2 1-16,1 1-1 15,0 0 0-15,-3-1 2 16,-1 4-1-16,0-1-1 16,-1 3 0-16,-1 0 1 15,2 0-1-15,-1 1 0 0,0 2 1 16,1 0-1-16,0 0 0 16,0 0 0-16,-2 0 0 15,2-1 0-15,0 0 0 16,0 0 0-16,2-2 0 15,1 0 0-15,1 1 1 16,2-1-1-16,0 1 0 0,1 0-1 16,1 2 2-16,1 1-2 15,-1-1 1-15,0 3 0 16,0 1 0-16,-2 0 0 16,0 0 1-16,0 1-2 0,1-1 2 15,-4 0-1-15,4 0 0 16,-3 0 1-16,2-1-2 15,0 0 1-15,3 0 1 16,-2-1-2-16,2-1 1 16,3 1 0-16,-3 2 0 15,1-3 0-15,1 3 0 0,0-1 0 16,1 1 1-16,-3-2-1 16,2 1 0-16,-1 0 0 15,0 0 0-15,1-1 0 16,1 1 0-16,-1-1 0 0,2 0 0 15,0-1-2-15,0 3 2 16,0 1 1-16,0 1 0 16,0 0-1-16,2-1 0 15,-1 0 1-15,1 1 0 16,0-2-2-16,0-4 2 16,0-1-1-16,0-1 0 0,2 0 0 15,-1 1 1-15,1-2 0 16,1 2 0-16,-1 0 0 15,1 1-1-15,0 3 0 16,0-3 2-16,1 1-2 0,-3-1 0 16,1-1 0-16,-1-1 0 15,2-3 0-15,-2 1 1 16,2 0-2-16,1-2-2 16,-2 1 4-16,1-2 1 15,1-1-1-15,-1 1 1 0,2 0-4 16,-3 0 4-16,1 0-2 15,-1 0 0-15,0 0 0 16,0-1 1-16,1 1-1 16,-1 0 0-16,1 0 0 15,2-1 1-15,-2 4-1 16,3-3 0-16,-1 3 0 0,2 0 0 16,-3-1 0-16,2 2 0 15,1-1 0-15,-2 0 0 16,3-2 0-16,-3 2 0 15,3 0 0-15,0 1 0 16,1-2 0-16,1 1 0 0,-1-2 0 16,1 0-1-16,0 0 0 15,0-1 1-15,1 0 0 16,0 0 0-16,-1-2 0 16,1 3 0-16,-2-5 0 15,2 4 2-15,0-1-3 0,0-2 2 16,0 2-1-16,0-1 3 15,3 1-1-15,1-2 1 16,-1 3-1-16,0-2 0 16,0 2-1-16,1 0 0 15,-2 0-1-15,1 0 2 0,0 0-1 16,0 0-1-16,-1 0 0 16,2-1 0-16,0 0 0 15,3-1 1-15,-1-1 0 16,2-2-2-16,-3 2 1 15,0-1 6-15,2-1-6 16,0 1 1-16,0-2 0 0,0-1 0 16,3 0 0-16,-3 0 8 15,3 0-3-15,1 0-7 16,-1 0 9-16,0 0-6 16,2 0-2-16,-3-3 1 0,1 0 0 15,0 2 0-15,-1-2-1 16,0 2 0-16,-2-1 1 15,-1 1-1-15,-1 1 0 16,-3-1 1-16,1-1-1 16,-3 1 0-16,1 0 1 0,-3-2-1 15,1 1 1-15,0-1 1 16,-1-1 1-16,0 0 3 16,1-1 0-16,1-2-1 15,1 0 0-15,-1-3 2 16,1 2-3-16,-1-3 2 15,0 0-2-15,1-1 2 0,-1 0 0 16,1-1-2-16,0 1-1 16,0-1-2-16,-1 0 2 15,2 0-3-15,-4-1 0 16,-1 1 0-16,0 0 1 0,-2 2-1 16,1-2 2-16,-2 2-1 15,2 1-1-15,-1-3 0 16,2 3 1-16,2 0-1 15,-2 0-1-15,1 0 1 16,-2-1 1-16,1-2-1 0,2-1 0 16,0 0 1-16,1-3-2 15,1-2 1-15,1 1 1 16,-1-3-1-16,1 1 0 16,-4 0 0-16,3 1 1 15,-5 0 0-15,-2 0 0 16,2-1-1-16,-3 1 1 0,-1-2 0 15,1 0 2-15,-2 0-2 16,2-2-1-16,0-3 1 16,-1-1-1-16,3-1 0 15,-3-3 0-15,2-2 0 16,-4 3 0-16,-2-1 0 0,-1 1 0 16,0 2 1-16,0 1-1 15,-4 1 3-15,-4 2-2 16,2 3 2-16,-2-2-1 15,3 0-1-15,-3 1 1 16,3-1-1-16,2 0-1 0,-2-1 0 16,2 1-1-16,1-1 1 15,-1 0 1-15,-3 0-1 16,0 1 0-16,-2 0 0 16,1 2-3-16,-5 1 0 15,0 2 3-15,1 1 2 16,-1 2 1-16,1 0-3 0,2 1 0 15,-4-2 2-15,2 2-2 16,0 0-1-16,-3-1 0 16,2 1-2-16,-1 3 2 15,0 1 1-15,-1-3 0 16,-1 5 0-16,1-2-1 0,1 1 3 16,2 2-3-16,-3-3 2 15,-1 2 0-15,-1-1 1 16,2 2-2-16,-3 0 0 15,1-2 1-15,0 1-1 0,-3-2 0 16,0 3 0-16,1-2 0 16,-2 2 0-16,-2-3 0 15,-1 3-1-15,-2 0 1 16,-1 0 0-16,-4 1-4 16,0 1 5-16,-8 0-3 15,0 2-2-15,-3 2-2 16,-6 1-18-16,-4 0-8 0,-3-1-82 15</inkml:trace>
  <inkml:trace contextRef="#ctx0" brushRef="#br0" timeOffset="74785.08">22097 5442 19 0,'0'0'8'0,"0"0"-1"0,0 0 15 0,0 0-11 16,0 0 10-16,0 0-3 15,0 0-3-15,0 0 0 16,0-1-2-16,0-1-9 15,0 0-2-15,0 1 8 16,0 0-10-16,0-2 2 0,0 3 1 16,0 0-2-16,0 0 2 15,0 0-2-15,0 0-1 16,0 0 0-16,0 0 1 16,0 0 0-16,2 0 0 15,0-1 0-15,0 1-1 0,2-2 0 16,-2 2 0-16,1 0 0 15,1 0 0-15,2 0 0 16,0 0 0-16,2 0 0 16,-1 0 0-16,2 0 1 15,2 0 1-15,0 0 3 16,3 0-2-16,0 0 0 0,3 0-1 16,0 0 1-16,2 0-3 15,1 0 0-15,0-1 1 16,3-1 0-16,-1 1 5 15,-2-1 2-15,1 0 0 0,2 1 1 16,-1-2-3-16,-1 1-4 16,2-1 0-16,3 2-1 15,-2-1 0-15,0-2 0 16,1 3 2-16,0-1-2 16,0-1 0-16,-2 2 1 15,1-1 0-15,-1 1 0 0,1 1-1 16,-2-1-1-16,1-1 0 15,1 2 1-15,-2 0-1 16,1-1 0-16,1 1 0 16,-1-3 1-16,0 3-1 15,0-1 0-15,-2-1 0 0,1 2 1 16,-6 0-1-16,3-1 0 16,-1 1 2-16,-4-2-2 15,1 2 3-15,-1-1-3 16,-1-1 0-16,1 1 2 15,-5 0-1-15,2-1-1 0,-1 2 1 16,-4-1 0-16,0 1-1 16,-2-2 0-16,-2 2 0 15,0 0 0-15,1 0 0 16,-3 0 0-16,3 0 0 16,-3 0-1-16,1 0-1 15,-1 0-11-15,0 0-13 0,2 0-13 16,-2 0 0-16,0 0 7 15,0 0 17-15,0-1-2 16,0-2-62-16</inkml:trace>
  <inkml:trace contextRef="#ctx0" brushRef="#br0" timeOffset="75347.17">23156 5255 76 0,'0'0'3'0,"0"0"4"0,0 0-3 0,0 0 1 16,0 0 3-16,0 0 2 15,0 0 2-15,0 0-4 16,0 0 0-16,0 0 0 15,0 0-6-15,0 0-2 16,0 0 0-16,-14-12 0 16,14 12 0-16,0 4 1 0,0-1-1 15,1 3 0-15,1 0 0 16,2-1 0-16,0 2 2 16,1-1-1-16,0 0-1 15,0 0 3-15,1-1-3 16,0 1 1-16,-2-2-1 0,0 2 1 15,0-2 0-15,1 0-1 16,-4-1 1-16,1 2 0 16,2-2 1-16,-2 2-2 15,1-1 2-15,-3 0 2 16,2-1-3-16,-1-1 1 0,-1 3-1 16,0 1 0-16,0-2 1 15,0 2 3-15,0-2 2 16,-6 3 1-16,-2 2-2 15,-1-1 2-15,-2 2-4 16,-2-1 3-16,1 1-3 0,1 0 0 16,-3 0-1-16,4 1-2 15,0-3-1-15,5 2 0 16,1-1-1-16,-3 2-7 16,6-8-71-16</inkml:trace>
  <inkml:trace contextRef="#ctx0" brushRef="#br0" timeOffset="77660.53">21041 5020 9 0,'11'-3'26'0,"-3"-1"-27"0,0 0 1 16,0 0-7-16</inkml:trace>
  <inkml:trace contextRef="#ctx0" brushRef="#br0" timeOffset="79481.99">21090 4858 57 0,'0'0'6'0,"0"0"12"0,0 0-7 0,0 0-6 15,0 0-3-15,0 0 0 16,0 0 0-16,0 0 3 15,0 0-1-15,0 0 3 16,-8-27-1-16,5 26-1 0,0-2-1 16,-2 3-3-16,2-1-1 15,0-1 1-15,-1 2-1 16,1-1 0-16,0-1 0 16,0 2 1-16,1-1 0 15,-4-2 3-15,3 2 4 0,0-1 1 16,1 1-3-16,-4-1-5 15,2 1-1-15,1 1 0 16,-6 0 0-16,4 0-1 16,-4 0-1-16,1 0-1 15,-2 0 0-15,0 0 0 16,1 0 2-16,-1 0 1 0,-1 0 0 16,1 0 0-16,-2 1 0 15,1 1 0-15,0-2 1 16,-3 0-1-16,2 0 0 15,-2 0 0-15,2 0 0 0,1 1 1 16,0-1-1-16,0 0 0 16,2 0 0-16,-4 0-1 15,2 3 1-15,-1-3 1 16,1 1-2-16,0 2 1 16,-1-1 0-16,-1-1 0 15,0 2 0-15,-2 1 0 0,2-3 0 16,0 2 0-16,1-1 0 15,0-2 1-15,1 2-1 16,2 0 3-16,-3-2-3 16,2 3 1-16,-2 0-1 15,0 0 1-15,2 1-1 16,-1-1 0-16,-2 1 0 0,2-1 0 16,-1 1 1-16,3 2-1 15,-2-1 0-15,-2 1 0 16,0 0 0-16,1 1 1 15,-1 0-1-15,0 2 0 0,-1 1-1 16,1 1 2-16,-1 0-2 16,3-1 1-16,-1 2 1 15,1-1-1-15,1 2-1 16,2-2 2-16,-1 2-2 16,0 1 1-16,3-1 1 0,-3 0-1 15,0-1 0-15,2 2 0 16,-3-1-1-16,3 0 2 15,-2 0-1-15,1 1 0 16,1 0 0-16,0 1 0 16,-1 0 1-16,0 1-1 15,1 0 2-15,0 2-2 0,0 0 0 16,1 1 0-16,1-1 0 16,-1 1 2-16,2 2-2 15,1 0 1-15,-2-1 1 16,1-1-2-16,1-3 1 15,1 2-1-15,0-1 0 0,-2 0 1 16,1-1-1-16,0 0 0 16,1 0 0-16,1 1 0 15,-1 0 1-15,-1 2-1 16,3-2 1-16,-1 1-1 16,1 2 0-16,-1-1 1 0,1 0-1 15,0 1 1-15,0-1 0 16,0 1 1-16,1-2 1 15,6 2-1-15,-2 0 0 16,4-1 1-16,-2-1-1 16,2 2-1-16,2 0-1 0,-4-2 1 15,2 2-1-15,0-1 2 16,-2 0-2-16,1 1 0 16,0-3 0-16,-1 2 0 15,3-2 0-15,-3 0 1 16,4 0-1-16,0 0 2 0,-2-1-4 15,3 2 2-15,-1-1 2 16,1 1-2-16,2 1 0 16,-3-2 0-16,5 1 1 15,-3 2-1-15,2-4 0 16,1 2 0-16,2 0 1 16,0-1-1-16,1-1 0 0,1 0 0 15,-1-3 0-15,2 1 1 16,-1-2 2-16,-1-1-3 15,2-3 0-15,2 2 0 16,-2-2 2-16,4 0 1 16,-2-1-2-16,2 2-2 0,-2-1 3 15,2 0-2-15,0 1 0 16,-1 0 0-16,0-1 1 16,-1-1-1-16,0-1 0 15,-2 0-1-15,-2 1-1 16,1-2 3-16,0 0 0 0,2-1-1 15,3-3-2-15,0-1 7 16,3 0 2-16,2 0-5 16,2 0-1-16,1-1 0 15,3-5 0-15,1 2-1 16,-1 0 0-16,1 1-5 0,0-3-20 16,-1-4-5-16,-1-5-66 15</inkml:trace>
  <inkml:trace contextRef="#ctx0" brushRef="#br0" timeOffset="83457.24">20426 5003 8 0,'-2'0'4'0,"0"0"6"16,2-3 4-16,-2 2 2 0,1-2 1 16,1-1 1-16,0 0-6 15,0-2-1-15,0 3-2 16,0-1-4-16,0 1-1 0,0-1 2 16,0 0-2-16,0 1-2 15,0 0 2-15,0-1-1 16,0 2 4-16,0-3-2 15,0 0-3-15,3 1-1 16,3-2 0-16,0-1-1 0,2 3 0 16,-2-3 0-16,1 2 0 15,1 0 0-15,0-1 2 16,-2 2-2-16,1-2 3 16,0 3 3-16,0-2-1 15,0 0-4-15,-1 1 1 16,2 1-2-16,2-1 0 0,-5 1 0 15,3 2 0-15,-3-2 1 16,2 0-1-16,-3 1 0 16,1-2 0-16,1 0 0 15,-1 3 1-15,1-2-2 16,0 0 1-16,2 2 0 0,-3-3 0 16,3 3 0-16,-3-2 0 15,4 2 0-15,-4-2 0 16,1 2 1-16,0-2-1 15,1 0 0-15,1 0 0 16,-2 2 1-16,0-2-2 16,0 2 1-16,2-1 1 0,-3-1-1 15,1 2 0-15,-2-2 0 16,1 1 0-16,-1 1 1 16,1-2 0-16,-2 2-1 15,1-1 1-15,2 0-1 0,-3-1 0 16,3-1 1-16,-1 2-1 15,2-1 0-15,0 1 0 16,-1 0 0-16,1-1 0 16,-1 1 1-16,1 0-1 15,-2 0-1-15,3 1 2 0,-5-2-1 16,3 2 0-16,1-2 1 16,-2 2-1-16,3-2 0 15,-1 1 1-15,4-1-1 16,-1 1 1-16,2 0-1 0,-2-2 0 15,1 1 0 1,-2 3 0-16,2-4 0 0,-4 4 0 16,1 0 0-16,1-1 0 15,1 0 2-15,1 1-4 16,3 0 4-16,-1 0-4 16,3 0 4-16,-3 0-2 0,0 0 0 15,0 0 0-15,-1 0 0 16,2 0 0-16,-2 0 0 15,-2 0 0-15,3 0 0 16,-2 0 0-16,-1 0 0 16,2 0 0-16,-1 0 0 0,-4-1 0 15,4-1 1-15,-2 2-1 16,0-1 0 0,1 1 0-16,0 0 0 0,-1 0 0 15,3 0 0-15,1 0 0 16,1 0 0-16,1 0 0 0,-1 0 0 15,-1 0 2 1,-2 0-4-16,2 3 4 0,-1-2-4 16,1 0 2-16,0 0 0 15,0 2 2-15,1-2-2 16,1 2 0-16,0 1 0 16,-1-1 0-16,1 0 0 0,-2 0 0 15,0-2 0-15,0 2 0 16,-2 1 0-16,1-1 0 15,0 0 0-15,2 1 0 16,-1-1 0-16,0 1 0 0,3 1 0 16,-3 0 0-16,0 1 0 15,-1 1 0-15,1 0 0 16,-2 0 0-16,1 0 0 16,-2 2 0-16,0-2 0 15,1 3 0-15,2-2 0 16,0 1 0-16,3 2 0 0,-1-1 0 15,1 2 0-15,-2-2 0 16,0 0 0-16,-2-2 0 16,-1 3 0-16,0-1 0 15,-2-1 0-15,-2-1 0 16,4 2 0-16,-6-1 0 0,3 2 0 16,-2-1 0-16,2 0 0 15,-1 2 0-15,1-1 1 16,-2 0-2-16,3-2 2 15,1 1-1-15,-4 0 0 16,3-2 0-16,0 2 0 0,-1-1 1 16,2-1-1-1,-3 2-1-15,3 1 2 0,-3-1-1 16,0 0 0-16,-1-1 0 16,4 1 0-16,-3-2 0 15,-2 2 0-15,3 0 1 0,-1 0-2 16,2 1 2-16,-5-1-1 15,3 2-1-15,-1-1 2 16,0 0-1-16,0 0 0 16,-2 0 0-16,1 2-1 15,0 1 1-15,0-2 0 0,3 3 0 16,-5-2 2-16,2 2-2 16,0-2 0-16,-2 0 0 15,1-2 0-15,1 2 0 16,-3-2 1-16,1-1-1 15,-2 1 1-15,0 2 0 16,0-1-1-16,-1-1 1 0,1 3 1 16,-1 2-2-16,0-2 2 15,0 2-2-15,0-1 0 16,0 1 1-16,0-2-1 16,0 2 1-16,0-5-1 15,1 3 0-15,-1-2 0 0,0-1 0 16,0 0 0-16,0 2 0 15,0 0 1-15,0 1-1 16,0 0 0-16,-2 4 0 16,-1-1 0-16,0 1-2 15,-4 0 4-15,3 1-2 0,-1-2 2 16,-1-2-2-16,2 0 1 16,-2-2-1-16,0 1 0 15,1-1 1-15,-3 1 1 16,3 0 0-16,-6 3 1 15,2 1-2-15,0 2-1 0,-3 0 1 16,-1 3-1-16,1 0 2 16,-3 1-3-16,2-2 2 15,-1 1-1-15,1-2 1 16,0-1 1-16,0 0-2 16,2-1 0-16,-1-4 0 15,1 2 0-15,1-4 1 0,-1 1-1 16,1 0 0-16,-3-1 2 15,3 0-4-15,-3 1 2 16,1-1 2-16,-2 1-2 16,3-2 0-16,-2 2 0 0,2-3 0 15,-1 0 0 1,2-2 0-16,0 1 1 0,1-1-1 16,1-2 0-16,0 0 1 15,1-3-2-15,-2 2 3 16,4-2 0-16,-3 0 2 15,0 1 1-15,-1 0-1 16,-3 1-3-16,-1-2-1 0,-1 3 1 16,-1-2-1-16,-2 0 1 15,1-1 0-15,-1 1-1 16,0-1 0-16,0 2 1 16,-3 1-1-16,0-3-1 0,-2 2 2 15,1-1-1-15,2-3 0 16,-1-1 1-16,1 2-1 15,2-3 6-15,-1 0 1 16,2 0-1-16,-5 0-4 16,2 0 2-16,0 0-2 0,-2 0-1 15,0 0 1-15,2 0-1 16,0 0-1-16,1-1 0 16,0-1 1-16,0 0-1 15,1 0 1-15,-2-1-1 16,1 1 1-16,-3 1-1 0,0-2 0 15,-1 2 0-15,2 0 0 16,-5-1 0-16,2 2 0 16,2-3 0-16,-3 1 0 15,-1-3 0-15,2 1 1 16,2-1 0-16,-2-2-1 0,5-1 3 16,2 1 1-16,0-3 0 15,0 0-1-15,3 0 0 16,-3 0-3-16,1 0 1 15,1 0-1-15,-2-1 1 16,0-1-2-16,-1 1 1 0,0 0-1 16,-1-2 0-16,2 0 1 15,0 1 1 1,-1-3-1-16,1 2 0 0,1 1 0 16,-1-1 0-16,-2 0 0 15,2-1 0-15,-3 4 0 0,3-3 0 16,-1 2 0-16,3-2 0 15,0 2 1-15,2-2-2 16,2 2 0-16,0-3 0 16,2-1-1-16,-1 0 2 15,2-2 1-15,-4 1-1 16,3-3-1-16,0 1 2 0,-3 2 0 16,4-2 0-16,-1 0-1 15,0 0 0-15,1 1-3 16,3-1 3-16,-1-2 1 15,2 0 0-15,0-1-2 0,1-1 0 16,-4-1-7-16,0-2 6 16,0 0-2-16,0-1 3 15,0 1 1-15,0 0 1 16,1 1-1-16,0 0 1 16,2 1-2-16,1 1 1 15,1-2-1-15,1 1 2 16,0 0-1-16,0-1 0 0,-2 0 0 15,2 0 0-15,-2-2 1 16,2 2-1-16,-2-2 0 16,0 1 0-16,2-1 0 0,0 2 0 15,0 0 0-15,0 1 0 16,0-1-2-16,6 3 1 16,-1-1 0-16,3 3-6 15,0 0 5-15,1-1 2 16,1 3-1-16,0 0-1 15,1 2 0-15,-2-1 0 0,4 3-1 16,-5 0 3-16,3 1 0 16,3 0 0-16,0-1-2 15,2 1 3-15,3 0-1 16,-2-2-1-16,3 3-1 0,-1-2-1 16,0 0 1-16,0-1 1 15,0 1 1-15,1-1 0 16,0 1 1-16,4-1-1 15,-2 1-1-15,3 3 1 16,-1 0 0-16,1 1 1 16,-2 1-1-16,0 1 0 0,-2 1-1 15,0 2 1-15,-1 0 0 16,-1 0 1-16,0 0-2 16,-1 1 2-16,1 1-1 15,-1 1 0-15,-1-2 0 16,0 3 0-16,-2 0 0 0,-1 0 0 15,-3 0 0-15,-2 0 0 16,0 0-3-16,-2 0 1 16,-1 3-14-16,-2 0-14 15,-1 1-4-15,2 0-11 16,-5-2-16-16</inkml:trace>
  <inkml:trace contextRef="#ctx0" brushRef="#br0" timeOffset="84978.09">21478 6959 20 0,'0'-3'117'0,"0"0"-104"0,-2 0 15 15,0 2-8-15,2 1-13 16,0 0-6-16,0 0-1 0,0 0-2 16,0 3 2-16,2 4 0 15,3 2 0-15,2 4 1 16,-2 2-1-16,3 2 1 16,2 1-1-16,-1 2 2 15,3 0-1-15,0 1-1 16,-1 1 1-16,-1-1 0 0,3 0 0 15,-4-2 1-15,0-1 0 16,1 4 0-16,-1-3 1 16,-2 1-1-16,0 0 1 15,0-3-1-15,-1 3-1 0,-1-4 1 16,1-1-1-16,-3 1 1 16,1-2-1-16,3 0 0 15,-4-1 0-15,-1-3 0 16,1 1 0-16,-2-2-1 15,1-2 0-15,-2 2 0 0,1-3 0 16,0 1 1-16,1-2-1 16,-2-1 0-16,0 3 0 15,0-4-1-15,0 3 0 16,0 2-6-16,0 1-31 16,0-2-59-16,0-1 32 0</inkml:trace>
  <inkml:trace contextRef="#ctx0" brushRef="#br0" timeOffset="85362.67">21589 7548 45 0,'0'0'-1'0,"0"0"3"0,0 0 1 0,0 0 19 16,0 0 6-16,0 0 3 0,0 0-9 15,0 0 10-15,0 0-13 16,0 0-10-16,-5-10-4 16,13 8-3-16,3 1 0 15,1 0-1-15,1 0-1 16,1-2 0-16,0 0 0 0,2 0 0 16,-1-3-4-16,-1-1-16 15,-2 0-7-15,0-1-4 16,-5-2 14-16,-3 1 10 15,-2-1 7-15,-2 1 1 16,0 0 1-16,0 1 8 16,-2 3 8-16,-6 4 3 0,0 1-10 15,-1 1-7-15,-1 10 0 16,0 6-2-16,3 5-2 16,-1 5 0-16,2 3-11 15,3 5-40-15</inkml:trace>
  <inkml:trace contextRef="#ctx0" brushRef="#br0" timeOffset="86143.18">21839 8038 135 0,'0'0'7'0,"0"0"-3"0,0 0-2 0,0 0 1 0,0 0-1 0,0 0-1 16,0 0 0-1,0 0-1-15,-3 37 0 0,3-31 2 16,0-3-2-16,0-1 5 16,0 1 4-16,0-3 0 15,0 0 9-15,0 0 3 16,0 0-11-16,-2-8-7 16,-4-4 0-16,1-3-2 0,1 1 0 15,-3-6-1-15,3-3 0 16,1 0 1-16,-2 1-2 15,3 0 2-15,0 4-1 16,1 2-2-16,1 6-2 0,0 1 3 16,0 4-3-16,0 4 1 15,0 1-2-15,0 0-1 16,3 0 4-16,4 5 1 16,-1 2 2-16,4 2-1 15,1-3 1-15,-2-1-1 0,4 0 0 16,1-4 1-16,1-1 0 15,1 0-2-15,0-3 1 16,-1-5 1-16,2-4-3 16,-2-2 6-16,0-1-2 15,-2 0-2-15,-3-3 0 0,1 2 0 16,-6 3 1-16,-1 1-1 16,-2 3 0-16,-2 1 0 15,1 3 0-15,-1 1 2 16,0 4-2-16,0 0-2 15,0 0-1-15,0 4 3 0,0 5 0 16,3 4 2-16,-3 2 2 16,3 2-2-16,1 3-1 15,1-1 1-15,0 2-1 16,2 0-1-16,1-2 0 16,3-1 0-16,-4 0 0 0,3-5-1 15,1-1-7-15,1-5-23 16,-3-4-23-16,3-3-11 15</inkml:trace>
  <inkml:trace contextRef="#ctx0" brushRef="#br0" timeOffset="86323.7">22192 7811 124 0,'0'0'12'0,"0"0"9"0,0 0-15 0,0 0-9 0,0 0 4 15,0 0 3-15,0 0-3 16,-12 45 1-16,12-29 0 16,0-2-4-16,0 0-6 15,2-5-29-15,3-2-40 16</inkml:trace>
  <inkml:trace contextRef="#ctx0" brushRef="#br0" timeOffset="86465.8">22261 7686 92 0,'0'0'17'0,"0"0"-16"16,0 0-14-16,0 0-84 16</inkml:trace>
  <inkml:trace contextRef="#ctx0" brushRef="#br0" timeOffset="87141.24">22289 7790 31 0,'0'0'110'0,"0"0"-99"15,0 0 8-15,0 0-12 16,0 0-5-16,0 0 0 15,0 0-1-15,9-19 1 16,-6 19-2-16,-3 0 0 0,2 3-1 16,1 7 1-16,1 1 0 15,-1 2-1-15,-1 1 2 16,1-1-2-16,-1-3 1 16,0-1 0-16,1-2 1 15,0-3-1-15,-1-3 0 0,0-1 1 16,-1 0 2-16,2-1 1 15,-1-6 9-15,4-5-4 16,-4-2-7-16,2 1-1 16,1-2-1-16,-3 3 0 15,1-2 0-15,-1 4 1 0,0 2-1 16,0 1 0-16,0 1 0 16,1 4 0-16,-2 1 0 15,1 1-1-15,0 0-3 16,0 1 2-16,1 7 2 15,0 0 0-15,0 2-1 0,-1 0 2 16,2 1-1-16,0-2 0 16,-1-2 0-16,1 0 0 15,-2-3 0-15,0-2 1 16,1-1-1-16,-1-1 0 16,-2 0 3-16,1-7 0 0,1-4-2 15,2 0-2-15,0-4 1 16,-1 1 0-16,1 1 1 15,3-2-2-15,-4 6 1 16,1-1 1-16,-1 3-1 16,2 4 0-16,-3 2 0 15,1 1-1-15,1 0-2 0,1 3 1 16,-2 7 2-16,1 2-1 16,0 1 0-16,1 0 2 15,0 1-2-15,3-1-8 16,-2-2-4-16,1-3-31 15,-1-4-11-15</inkml:trace>
  <inkml:trace contextRef="#ctx0" brushRef="#br0" timeOffset="87363.26">22625 7639 139 0,'0'0'1'0,"0"0"1"0,0 0 0 0,0 0 1 16,0 39 2-16,0-25-2 15,0-2 1-15,2 1-4 16,3-1 0-16,0-1-4 16,3-4-12-16,-1-1-26 15,0-5-33-15</inkml:trace>
  <inkml:trace contextRef="#ctx0" brushRef="#br0" timeOffset="87482.57">22669 7545 89 0,'0'0'3'16,"0"0"-1"-16,0 0-13 15</inkml:trace>
  <inkml:trace contextRef="#ctx0" brushRef="#br0" timeOffset="87754.16">22789 7598 127 0,'0'0'7'0,"0"0"1"0,0 0 3 15,0 0-9-15,0 0-2 16,0 0 0-16,0 0-1 16,-17-20 1-16,2 33 9 15,1 3 1-15,2-1-3 0,5 2-2 16,5-3-3-16,2-1-1 16,7-2 1-16,11-3-7 15,5-1-22-15,4-4-22 16,3-3-32-16</inkml:trace>
  <inkml:trace contextRef="#ctx0" brushRef="#br0" timeOffset="88399.37">23066 7426 133 0,'0'0'-10'0,"-44"-33"19"16,18 18 1-16,-5-1 2 16,-3 0-1-16,-4 1 1 0,-1-1 2 15,-4 2 1-15,-5-1-4 16,0 3 0-16,-5 2-5 16,-2 2-2-16,-2 3-1 15,1 4-1-15,-5 1 0 16,-1 0 1-16,-5 9-4 15,-2 6 3-15,-3 5-1 16,-6 6 0-16,2 5 0 0,-2 6 0 16,4 5 0-16,5 8 2 15,3 4 2-15,4 3-3 16,10 4-1-16,6 1 0 16,7 4 0-16,7-1-1 0,11-1 1 15,8 1 1-15,11-1 0 16,2-3 0-16,12-1 0 15,12-2 0-15,9-1-2 16,5 0 1-16,8-5-2 0,7-2 0 16,11-2 1-16,5-5 0 15,8-6 1-15,12-6-1 16,9-8-1-16,7-9 2 16,4-8-2-16,3-6 4 15,7-9 1-15,-1-9 7 16,-2-9-3-16,1-6-6 0,-5-7-1 15,-8-5 0-15,-8-9-1 16,-8-6-1-16,-10-4 1 16,-15-4 0-16,-11-7 1 15,-11-3 7-15,-12-2 13 16,-13-2-4-16,-14-5 2 0,-2-4-5 16,-20 0-7-16,-20-1-3 15,-19 0-5-15,-22-1-6 16,-34 4-7-16,-39 5-11 15,-41 10-15-15,-48 5-49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4:36.6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19745 7909 14 0,'0'0'23'0,"0"0"0"0,0-1-7 0,0 0-5 16,0 0-7-16,0 1-3 15,-1 0 1-15,1-2-2 0,0 1 2 16,-2 1 6-16,2-1 4 16,0 1 4-16,0-2-6 15,0 1-1-15,0 1-2 16,0 0-4-16,0 0-2 15,0 0-1-15,-2 0 3 0,2 0 0 16,0-1 6-16,0 1 2 16,0 0 0-16,0-2-4 15,0 2-1-15,0 0-5 16,0 0-2-16,0 0 1 16,0 0 0-16,0 0 0 0,0 0-1 15,2 0 0-15,0 0 0 16,-2 0-2-16,1 0 1 15,0 0 0-15,0 0 0 16,1 0 1-16,0 3 0 16,3 0 1-16,-3-1 0 0,1 2 1 15,1 1-1-15,2-2 0 16,-1 1 1-16,1-2-1 16,-1 1 1-16,0-1-1 15,-1 0 0-15,-1 1 1 16,1-2-1-16,-2-1 0 15,2 3 0-15,-2-3 0 16,0 0 0-16,0 3 0 0,0-3 1 16,0 0-1-16,2 0 2 15,0 0 1-15,0 0-1 16,0 0 0-16,2-3 0 16,0-1 0-16,1-3-1 0,-1 1 3 15,1-4-2-15,1 0 0 16,1 0 0-16,1-4-2 15,1 0 2-15,1-2-2 16,1-2 2-16,3-1-2 16,1 1 0-16,1-4 3 0,3 1 1 15,-2 1 0-15,2 0 2 16,-1-1-2-16,-2 4 1 16,0 0 0-16,-3 1-3 15,-1 4-1-15,-6 2 0 0,-1 3 0 16,-2 4-2-16,-3 1 0 15,-2 2-10-15,0 4-14 16,-1 8-1-16,-7 2-15 16,-8 7-5-16,-5 1-16 15</inkml:trace>
  <inkml:trace contextRef="#ctx0" brushRef="#br0" timeOffset="903.26">19788 7911 42 0,'-1'0'3'0,"0"0"13"0,1 0 0 0,-1-2-4 16,1 2 0-16,0-1-1 15,0 0 0-15,0 0-2 16,0 1-4-16,0 0-2 16,0 0-2-16,0 0-3 15,0 0-3-15,0 0 1 0,0 0 3 16,0 5 2-16,0 0-2 16,0-1 2-16,0 3-2 15,0-1 1-15,0 0 0 16,0 0 0-16,1-1 1 0,2 1-2 15,0-3 2-15,1 1-1 16,0-1 0-16,0-2 0 16,3 1 2-16,-3-2-2 15,1 0 0-15,2 0-2 16,-4 0 1-16,2 0 0 16,0-5 0-16,1 0 2 0,0-1 1 15,-1 0 1-15,1-2-2 16,0-1 1-16,4-2 0 15,-3-2 1-15,2 0 1 16,1-2-1-16,2-1 0 16,0-1 0-16,3-3 2 0,2-1 2 15,-1-2 1-15,2-1-2 16,1 1 2-16,1 1 2 16,-1-1-3-16,1 3 2 15,-4 3-2-15,-1 0-4 0,-3 4-1 16,-1 3 0-16,-6 2-1 15,-1 3 1-15,-2 1 1 16,0 1-1-16,-2 3-3 16,0 0-5-16,0 0-6 15,0 7-25-15,-9 2 14 16,1 2-10-16,-5-1 1 0</inkml:trace>
  <inkml:trace contextRef="#ctx0" brushRef="#br0" timeOffset="3429.76">16545 6473 88 0,'0'0'12'0,"0"0"0"0,0 0 2 0,0 0-2 16,0 0-2-16,0 0-7 15,0 0 3-15,0 0 0 0,0 0-4 16,0 0 0-16,0 0-1 15,-5-5-3-15,5 5 1 16,0 0-1-16,1 0 2 16,4 0 2-16,3 2-2 0,0 1-2 15,-1 4-3-15,3 2-2 16,0 1 0-16,0 2 3 16,3 1 0-16,-1 2 3 15,3 0 0-15,4 2 0 16,-1 1 1-16,1 2-1 0,4 0-4 15,2 3-2-15,2-3-4 16,0 4 3-16,1 0 3 16,1 2 1-16,3 1 3 15,6 1 1-15,-3 2 0 16,4 1 0-16,2 2-1 16,1 0 0-16,-1 2 1 0,0 1 0 15,2 1 0-15,1 2 0 16,-1 1 0-16,3 1 0 15,6-1 0-15,-1 0 0 16,3-2 0-16,-2-1 0 16,2 0 0-16,-1 1-1 0,0 2-3 15,1 2 1 1,-2 3-6-16,-1-1-5 0,3-2 1 16,2 0-9-16,0-3-1 15,4 0 23-15</inkml:trace>
  <inkml:trace contextRef="#ctx0" brushRef="#br0" timeOffset="4378.03">19659 8400 22 0,'3'-4'11'0,"-1"1"-11"0,1-1-6 15</inkml:trace>
  <inkml:trace contextRef="#ctx0" brushRef="#br0" timeOffset="5908.24">19746 8287 86 0,'0'0'10'0,"0"0"5"15,0 0-7-15,0 0-4 16,0 0 0-16,0 0-1 0,0 0-1 16,0 0-1-16,-2-17-1 15,2 17-5-15,0-1 1 16,0 1 2-16,0 0 2 15,0 0 0-15,0 0-1 16,0 0 1-16,0 0 0 16,0 0-2-16,0 0-7 0,0 0 0 15,0 0 3-15,-2 0-13 16,0 0 12-16,-2 0 11 16,0-1 1-16,1 1 1 15,1 0-2-15,-5-1-2 16,4 1-1-16,-1-2-1 0,0 2 0 15,2-1-2-15,-2 1 0 16,3 0 2-16,-4 0 1 16,2 0 0-16,-2 0 1 15,-1 0 2-15,0 0 1 16,-1 0-2-16,-1 0-2 0,-2 0-2 16,2 4 1-16,-3 2 1 15,-1-3-2-15,2 1 1 16,3 0 1-16,-3-1-1 15,6 1 2-15,-4-1-2 16,3-1 1-16,0 0 1 16,-1 0 1-16,1 1-2 0,-1 0 0 15,3 1-1-15,-1 0 0 16,0 0 0-16,0-1 1 16,2 0-1-16,0 3-1 15,0-2 1-15,-2 3 0 16,2 0-1-16,-1 0 1 0,-1 2-1 15,0 0 0-15,-2-1 0 16,-1 2 0-16,0-2-1 16,-1 1 1-16,0 2-2 15,-2-1 2-15,2 0-4 16,1 0 0-16,1 0 0 0,-1 1-4 16,4-1 3-16,-3 1 4 15,1-2 2-15,1 4-1 16,-3-2 1-16,0 2-2 15,-1 0 4-15,1 0-1 16,-1-2 2-16,2 2 1 0,-3-2 0 16,2 2-3-16,1-3 0 15,0 5-1-15,-2-2 0 16,0 2 1-16,1 0-1 16,-1 2 0-16,0 0 0 15,0 0 2-15,1 3 0 0,-1-1 0 16,2-1 0-16,-2 2-2 15,3-1 2-15,-2 0-2 16,0 1 1-16,-2 2 0 16,2 0 2-16,0 1 0 15,-1 0 1-15,2 2-3 0,1-1 0 16,-2 4 0-16,3-1-1 16,0 1 1-16,-1 0-2 15,3-1 1-15,1 2 0 16,1-1 0-16,0 1 0 15,0-1 3-15,0-1-1 0,0 1 5 16,0-1 0-16,0 0-5 16,0 2 1-16,1-2-2 15,4 2 0-15,1-2-1 16,-2 0 1-16,1-4 1 16,1 1 0-16,-2 0 4 15,4 0-1-15,-3 2-1 0,3 2-1 16,-1 0 1-16,3 0-3 15,0-2 1-15,-3-1-1 16,3-1 0-16,0 1 3 16,-3-3 1-16,3-1-2 15,-2 1 1-15,1-1 1 0,1-2 0 16,4-1 0-16,-3-1-3 16,0-2 0-16,2 1 0 15,-1 0 2-15,2-2-2 16,-1 0 0-16,1-1 0 0,-1-2 0 15,2 1-1-15,3-2 0 16,0-2 0-16,-1 2 2 16,2-3-2-16,0 0 0 15,-1 0-1-15,3 0 1 16,-5 0 0-16,2 1-1 16,1-3 1-16,-3 0-1 0,0-1 1 15,2 0-1-15,-1 0 0 16,-1-1 0-16,2-2 0 15,-2 1 0-15,0 0 1 16,1-1-1-16,1-1 2 16,-3 0-2-16,4 0 0 0,3-3 0 15,2-8-3-15,1-6-8 16,6-7-27-16,1-6-50 16</inkml:trace>
  <inkml:trace contextRef="#ctx0" brushRef="#br0" timeOffset="7545.36">19821 8200 81 0,'0'0'7'0,"0"0"-1"0,0 0-5 0,2 0 1 15,2-3 0-15,1-1-2 16,3 1 1-16,-2-1 1 16,0 1 3-16,1-1 0 0,1 1-2 15,-1 1-1-15,3-2 0 16,0 4-1-16,-1 0 0 16,1 0-1-16,0 0 0 15,1 0 0-15,-2 0-1 16,-1 4 1-16,2 1 0 15,-1-1-1-15,1 3 1 0,2 0 1 16,0 0-1-16,3 2 0 16,0 0 0-16,-1 0 0 15,3 2 0-15,-2-2 0 16,1 1 0-16,-1 0 0 16,1 0 0-16,-3 1 0 0,-3-2 0 15,1 2 1-15,-1-1-1 16,-5 0 0-16,1-3 1 15,0 3 0-15,-2-1 0 16,0-1 0-16,-1 0-1 16,1 1 1-16,-1 1 0 0,2 0 0 15,-3 4-1-15,3-1 0 16,0 0 1-16,-3 3-1 16,0-1 0-16,0-1 0 15,-1-1 0-15,-1 1 0 16,2-1 0-16,0 1 1 0,2-2 2 15,-2 3-2-15,4-2 1 16,0 1-1-16,0 0 1 16,3-2-1-16,-4 3 0 15,4 0-1-15,-3-1 0 16,1-1 0-16,-2 1 0 0,4 0 0 16,-2 1 0-16,2 1 0 15,1-3 1-15,-2 0-1 16,0 0 2-16,0-1-1 15,0-1-1-15,-1 0 1 16,-1 0 0-16,-1-1 3 0,2 3-1 16,-1 2 0-16,2-3-2 15,0 3 0-15,0-2-1 16,2 2 1-16,-3 0-1 16,1 1 1-16,0 1 1 15,1 1 1-15,-1 1-1 16,-3 2 0-16,-1 3 0 0,2 0 1 15,2 1-2-15,-2 0 2 16,-1 2 1-16,3 1-2 16,-3-2 1-16,2 1-2 15,-2 3 0-15,0-2 0 16,0 2 0-16,-2-1-1 16,1-1 1-16,3 0-1 0,-4 2 2 15,1-3-2-15,2-1 1 16,-3-2-1-16,-1-3 2 15,-1 0-2-15,0-1 0 16,-1-1 2-16,0-1 7 16,0 1-2-16,0-1-1 0,-4 1-4 15,-1-2 1-15,-2 1-1 16,0 2 0-16,0 0-2 16,-2 3 0-16,-1-1 1 15,-2 1 1-15,0 0-2 0,-3-1 1 16,0 0 0-16,-2-4 0 15,0 2 3-15,1-2 3 16,-1-2-3-16,-1 0 0 16,1-1-2-16,-1 0 2 15,1-4-2-15,-4 3-1 0,2-4 2 16,-5 0 4-16,4-1 4 16,-3-4 5-16,1 1-2 15,2-3-6-15,-2 1-2 16,1-2-5-16,-3 0 1 15,2-2-2-15,-1 2 1 16,-2-1-1-16,1-1 1 0,2 2-1 16,0 0 0-16,3 0 1 15,-1 1-2-15,2 0-1 16,3-1-12-16,1 0-21 16,2-2-40-16,2-6-80 15</inkml:trace>
  <inkml:trace contextRef="#ctx0" brushRef="#br0" timeOffset="9354.14">20559 9250 67 0,'-3'-2'5'0,"-4"2"7"0,5 0-2 0,0-1-9 0,-1 1 0 16,1 0 0-16,2-1 1 16,-2 1 3-16,1-2 4 15,0 2 1-15,1 0-4 16,0 0-2-16,0 0-5 15,0-1 3-15,1 1-2 0,4 0 0 16,-3 0 0-16,2 0 0 16,2 0 0-16,-1 0 0 15,1 0 0-15,1 0 1 16,1 0-1-16,2 0 0 16,-1 0-1-16,1 0 2 15,2 0-1-15,-3 0 0 0,1 0 0 16,2 0 0-16,-4 0 0 15,4 0 0-15,0 0 0 16,1 0 1-16,3 0-1 16,-1 0 1-16,5 0-1 15,-2 0-1-15,4 0 2 0,1 1-1 16,2-1 0-16,-1 0 0 16,2 3 1-16,-1-2 1 15,2 1 4-15,0-1 0 16,2 2-1-16,0-2-3 0,5 2 0 15,1-1 0-15,3-1 0 16,-1 3-2-16,3-4 0 16,1 2 0-16,-1-1 1 15,2-1 0-15,0 0-1 16,3 2 0-16,-1-1 0 16,1 0 0-16,2-1 1 0,-1 0-1 15,0 0 2-15,-1 0 1 16,1 0-1-16,-2 0-1 15,-2 0 0-15,0 0-1 16,-2-1 1-16,0 1 0 16,-2 0 3-16,-3 0-3 0,1 0 0 15,-4 0 0-15,-1 0-1 16,2 0 0-16,-4 0 0 16,0 0 0-16,0 0 1 15,-1 1-1-15,-2 1 0 16,1-1 1-16,-2 2 0 0,-4 0 0 15,1 0-1-15,0 0 0 16,-2-1 0-16,2-2 0 16,1 0 0-16,1 0 1 15,2 0 0-15,-2 0 2 16,2 0 0-16,-1-1-1 0,0-2 2 16,-2 3 5-16,0-2-5 15,0 1 4-15,1 1-1 16,-2-1-2-16,0-1-2 15,1 1 0-15,-5 1-1 16,2 0 0-16,0 0-1 16,-5 0 0-16,0 0-1 0,-2 0 2 15,-1 0 0-15,0 0 0 16,-7 0 0-16,0 0-1 16,-1 0 0-16,-2 0 1 15,1 0-1-15,-2 0-1 16,0 0 2-16,1 0-2 0,0 0-7 15,2-3-11-15,-3 3-16 16,0-4-45-16</inkml:trace>
  <inkml:trace contextRef="#ctx0" brushRef="#br0" timeOffset="9858.78">22874 9079 56 0,'4'7'6'0,"1"-1"-1"0,0 1 4 0,3 2-2 0,-1 0-2 16,1 0-1-16,1 0 3 0,-1-2-3 15,0 0 1-15,-2 0 1 16,1-1 2-16,0 1-2 16,0 1 1-16,-4 2-3 15,1 0 1-15,-2 3-2 16,-2 2-1-16,0 0 0 16,-2 6 2-16,-7-1-2 0,-3 1 12 15,-1 2-10-15,-5-3 0 16,1 3 0-16,0-4-2 15,2 1-1-15,0-3-7 16,4-4-22-16,4-7-22 16</inkml:trace>
  <inkml:trace contextRef="#ctx0" brushRef="#br0" timeOffset="10528.9">23653 9174 70 0,'0'0'16'0,"0"0"-3"0,0 0 3 0,0 0-7 16,0 0-4-16,0 0-1 16,0 0-3-16,0 0-1 15,0 0-8-15,0 0-5 0,0 0-3 16,0 0-27-16</inkml:trace>
  <inkml:trace contextRef="#ctx0" brushRef="#br0" timeOffset="12151.12">23529 11075 77 0,'-3'-4'34'0,"0"1"2"0,0 0 22 0,1 0-24 0,2 2-9 16,-1 0-7-16,0-1-3 15,1 2-7-15,0 0-7 16,0 2-5-16,0 7-4 0,0 8 3 16,0 4 0-16,2 5 2 15,-2 5 1-15,0 2 2 16,0 0 0-16,0 2 0 15,0-4 1-15,0-1-1 16,-1-2 1-16,1-3 0 16,0-4 0-16,0-3-2 0,0-3-11 15,0-4-22-15,0-4-36 16,0-3-26-16</inkml:trace>
  <inkml:trace contextRef="#ctx0" brushRef="#br0" timeOffset="12528.02">23499 11119 82 0,'0'0'14'0,"0"0"13"16,0 0-2-16,6-43-3 15,-3 35-1-15,5 0-7 16,-2 1-3-16,4 0 0 15,2 0 0-15,0 0-7 0,0 3-2 16,2 1-2-16,-1 3-1 16,-2 0-1-16,0 3-2 15,-2 7-2-15,1 3 3 16,-3 1 1-16,-1 3 1 16,-3-2 1-16,0 2 0 15,-3-5 1-15,0 2-1 0,0-3 0 16,-4 0 5-16,-6 0-4 15,-4-1 6-15,0 0 1 16,-3 0-7-16,1-2 2 16,0 2-1-16,3-3 0 15,2-1-8-15,2-3-27 16,4-2-35-16,-1-1-16 0</inkml:trace>
  <inkml:trace contextRef="#ctx0" brushRef="#br0" timeOffset="12905.63">23714 11068 44 0,'0'0'38'0,"0"0"1"15,0 0-12-15,0 0-18 16,0 0-4-16,0 0-2 15,0 0-3-15,38 8-3 16,-33 2 0-16,-1 1 2 16,-2 0 0-16,1 2 3 15,-3-1-2-15,1-1 0 0,-1-1 3 16,0-2 0-16,0 0 2 16,0-3 0-16,0-1 3 15,0-2 0-15,0 0 2 16,0-2 4-16,0 0 12 0,0 0 3 15,0-2-5-15,0-5-17 16,1-3-5-16,5-4 1 16,-1-3-5-16,5 0-5 15,2-2-15-15,1 1-18 16,1-1-34-16,-1 2-25 16</inkml:trace>
  <inkml:trace contextRef="#ctx0" brushRef="#br0" timeOffset="13246.38">23913 11108 63 0,'0'0'0'0,"0"0"9"16,0 0 7-16,0 0-8 15,0 0-2-15,0 0 2 16,0 0 4-16,40 29 3 0,-33-30-3 15,0-6-1-15,1-3-4 16,-2 1-1-16,-2-3 4 16,-1 0 3-16,-2 2 1 15,-1 0 2-15,0 2-1 16,0 2-5-16,0 2-6 16,-4 4-3-16,-1 0-6 0,-4 1-2 15,4 8 1-15,-3 4 2 16,3 2 4-16,-1-1-2 15,3 3 2-15,3-2-3 16,0-1-8-16,5-4-21 16,4-2-21-16,3-4 3 0</inkml:trace>
  <inkml:trace contextRef="#ctx0" brushRef="#br0" timeOffset="13895.57">24094 11108 124 0,'0'0'24'0,"0"0"26"15,0 0-21-15,4-36-15 16,-4 30 0-16,0 4-5 16,-6 2-7-16,-1 0-3 15,-1 1 0-15,0 10-1 16,-1 5 4-16,2 0-7 0,3 2 7 16,0 2-4-16,4-2 1 15,0-3-1-15,0-3-1 16,4-2-3-16,4-4-6 15,2-2 8-15,0-4 0 0,4 0 2 16,0-4 3-16,-1-7-2 16,1-4-2-16,-3-2-5 15,0-3 2-15,1-1 0 16,-4-3 6-16,-2 0 2 16,-1-3-1-16,-1 0 2 15,-2-2 2-15,-2 2 0 0,0 3 2 16,0 3 2-16,0 4 4 15,0 5-6-15,0 1 1 16,-2 7-1-16,1 1-2 16,1 3-3-16,0 0-2 15,0 0-8-15,-3 10-3 0,3 6 5 16,0 6 4-16,-2 4 2 16,2 2 2-16,0-1-3 15,0 0 2-15,2-3-1 16,2-4 0-16,3-3-1 15,1-2 2-15,0-3-1 0,1-3 0 16,1-2 1-16,0-4-1 16,2-3 0-16,-1 0 2 15,0-2-1-15,3-9 0 16,-2-2 1-16,1 0-2 16,-2-1 1-16,-2 0-1 0,0 5 0 15,-5 3 2-15,0 3-1 16,-4 1 3-16,0 2-2 15,0 0-9-15,0 2 4 16,0 3 1-16,0 4 2 16,0 1 1-16,2-2-3 0,-1 1-19 15,1-5-46-15,1-3-49 16</inkml:trace>
  <inkml:trace contextRef="#ctx0" brushRef="#br0" timeOffset="14044.38">24369 10947 161 0,'0'0'41'0,"0"0"-30"0,0 0-1 0,0 0-7 16,0 0-11-16,0 0-45 16,0 0 5-16,0 0-8 0</inkml:trace>
  <inkml:trace contextRef="#ctx0" brushRef="#br0" timeOffset="14346.8">24483 11005 176 0,'0'0'8'0,"0"0"14"15,0 0-7-15,0 0-5 16,0 0 0-16,0 0-11 0,0 0 0 15,-9-9 2-15,1 21 1 16,2 3-5-16,0 1 5 16,5-2-3-16,1-2 0 15,0-1-1-15,7-1 0 16,4-4-16-16,1-2-4 0,2-4-15 16,1 0 7-16,3-3 12 15,-3-7 7-15,-1-6 11 16,-1-3 0-16,0-4 0 15,-1-4-2-15,-3-3-45 16</inkml:trace>
  <inkml:trace contextRef="#ctx0" brushRef="#br0" timeOffset="14492.85">24628 10819 85 0,'0'0'31'16,"0"0"10"-16,0 0-2 16,0 0-39-16,0 0-4 0,0 0 7 15,-18 38-5-15,14-12 2 16,1-1 0-16,0 3 0 15,2-3 0-15,-2 2 2 16,2-4-10-16,-1-2-26 16,-1-2-33-16</inkml:trace>
  <inkml:trace contextRef="#ctx0" brushRef="#br0" timeOffset="14698.96">24599 11008 161 0,'0'0'10'16,"0"0"7"-16,0 0-9 16,0 0-5-16,35-24-1 15,-28 24-4-15,-2 0-2 16,-1 7-5-16,-3 3-2 16,0 4 12-16,-1 0-2 15,0 3-7-15,0-3-11 0,0-1-25 16,-1-3-32-16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5:24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14776 7297 45 0,'0'-2'8'0,"0"-2"1"0,0 3-8 15,0-1 0-15,0 2-1 16,0 0 2-16,0 0-2 0,0-2 3 16,0 2 6-16,0 0 0 15,0 0 4-15,0 0 1 16,0 0-9-16,0 0-5 15,0 0 0-15,0 0 0 16,2 0 0-16,0 0 0 0,2 2 0 16,1 1 0-16,2 1 0 15,0 2 0-15,-2-3 0 16,3 4 0-16,-3-1 0 16,2-2 0-16,-3 0 1 15,1-1-1-15,-1 0 0 16,0-2 0-16,-1-1 0 0,1 0 2 15,5 0 4-15,-4-7 12 16,6-4 1-16,3-7-5 16,5-4-6-16,2-9-3 15,6-3-1-15,6-5-2 0,4-2-2 16,1-4 0-16,1-5-50 16</inkml:trace>
  <inkml:trace contextRef="#ctx0" brushRef="#br0" timeOffset="1338.67">14774 9270 16 0,'0'0'19'0,"0"0"-2"0,0 0 0 0,0 0-2 16,0 0 0-16,0 0-5 15,0 0-2-15,0 0-2 16,0 0-3-16,0 0 1 0,0 0-4 16,0 4 4-16,0 3-4 15,0 0-1-15,0 0 4 16,0 0-1-16,2-1 0 16,3 1-1-16,1-3 2 0,2-2-1 15,2-2 3-15,1 0 3 16,8-16 5-16,7-8 0 15,4-13 1-15,9-10-8 16,8-10-3-16,9-9-1 16,2-10-4-16,-2-5-98 0</inkml:trace>
  <inkml:trace contextRef="#ctx0" brushRef="#br0" timeOffset="2455.67">14765 12255 59 0,'0'4'4'0,"0"-2"9"0,0-1-6 0,0 2-3 0,1-3 0 16,3 1 4-16,0 2 1 16,1 0-5-16,-1 1-1 15,2 3-1-15,0 0 1 16,0-1 0-16,-1 1-2 0,1-3 0 16,0-2 0-16,0-2 2 15,2-2 6-15,1-13 0 16,3-10 6-16,7-12-2 15,1-15-6-15,7-16-5 16,9-14-1-16,2-18 0 16,4-10-12-16</inkml:trace>
  <inkml:trace contextRef="#ctx0" brushRef="#br0" timeOffset="12151.53">19798 8461 51 0,'0'0'-2'0,"0"0"-1"0,0 0-9 0,0 0-13 16</inkml:trace>
  <inkml:trace contextRef="#ctx0" brushRef="#br0" timeOffset="12216.31">19798 8461 17 0,'0'0'14'0,"0"0"-17"16,0 0-2-16,0 0-17 15</inkml:trace>
  <inkml:trace contextRef="#ctx0" brushRef="#br0" timeOffset="12765.44">19805 8464 33 0,'0'0'28'0,"0"0"-10"16,0 0-10-16,0 0-4 15,0 0 0-15,0 0-3 16,0 0 0-16,1 0-1 16,-1 0 0-16,0 0 0 15,0 0 2-15,3 0-1 0,-1 0 0 16,0 0 1-16,0 0-1 16,0 0-1-16,0 0 0 15,2 0 0-15,-2 0 0 0,0 0 0 16,-1 0 2-16,2 0-2 15,0 0 0-15,1 0 0 16,-2 2 0-16,-1 1 0 16,1-1 0-16,-1 1 0 15,1-1 0-15,-1-1 0 0,0 2 0 16,-1-2 0-16,2 2 0 16,0-2 0-16,0 1 1 15,-1-1-1-15,1 0 0 16,0 0 1-16,0 1-1 15,2-2 0-15,-2 1 0 16,-1-1 0-16,2 1 0 0,-1 0 0 16,2-1 0-16,-2 0 1 15,1 0 0-15,-1 0 0 16,1 0 1-16,0 0-1 16,-1 0 0-16,0 0 0 0,-1 0 2 15,1-3 0-15,0-2 5 16,1-1 3-16,3-3-5 15,-3 1 0-15,5-6-1 16,-1 1 2-16,3-4-4 16,5-5 0-16,0-4 2 15,7-4-2-15,-1-4 0 0,5-3-2 16,2 0-1-16,-2 2 0 16,1-1-12-16,-3 8-46 15</inkml:trace>
  <inkml:trace contextRef="#ctx0" brushRef="#br0" timeOffset="13672.51">19879 8399 42 0,'0'0'22'0,"0"0"-8"15,0 0-8-15,0 0-4 0,0 0-1 16,0 0-1-16,0 3 0 16,2-1 1-16,-1 2-1 15,1 0 0-15,0-3 0 0,0 2 0 16,0 0 1-16,0-2 0 15,0 1 1-15,-2-2 0 16,2 2 1-16,-1-1 0 16,1-1 4-16,1 0 0 15,3 0 6-15,-2-3 12 16,5-7 2-16,6-9-3 0,6-6-8 16,12-11-4-16,8-6-7 15,8-10-3-15,7-7-2 16,4-12-12-16,1-5-164 15</inkml:trace>
  <inkml:trace contextRef="#ctx0" brushRef="#br0" timeOffset="15139.45">14760 7261 2 0,'0'-4'17'0,"0"1"0"0,0 2-12 15,0-1-2-15,0 1-1 16,0-2 3-16,0 3 10 16,0-1 4-16,0-1-1 15,0 1-7-15,0 1 4 0,0-1-6 16,0-1-3-16,0 2-1 15,0 0-2-15,0 0 0 16,0 0 1-16,0 0-1 16,0 0-2-16,0 0-2 0,0 0-2 15,0 3 4-15,0 4-1 16,0 0 0-16,5 3 0 16,-3 0 1-16,2-1-1 15,1 0 0-15,0 0 0 16,1 0 0-16,-2-4-1 15,1 1 2-15,2-5-1 0,-1-1 1 16,3 0-1-16,3-4 3 16,3-10 0-16,4-8 1 15,5-6 3-15,2-5-3 16,6-9-2-16,7-5-1 0,3-4-1 16,0-5-8-16,0-4-117 15</inkml:trace>
  <inkml:trace contextRef="#ctx0" brushRef="#br0" timeOffset="16209.79">14828 9225 4 0,'0'-1'2'0,"0"-1"4"0,0 1 13 0,0 1-5 0,-5 0-2 15,4 0 0-15,0 0-2 16,-1 0-2-16,2 0-4 0,0 0-3 16,0 0-1-16,0 0-1 15,0 0 1-15,0 0 0 16,0 1-1-16,-1 4 3 15,1 1 0-15,-2-1-1 16,2 1 1-16,0 0-2 16,0-1 2-16,0 1-2 0,2 0 0 15,2-2 1-15,4 0-1 16,-4-1 0-16,3-3 1 16,0 0-1-16,4 0 1 15,2-10 0-15,3-7 2 16,0-7-1-16,8-10 1 0,6-10 0 15,5-10-2-15,7-4-1 16,3-10 0-16,1-4-6 16,0-3-93-16</inkml:trace>
  <inkml:trace contextRef="#ctx0" brushRef="#br0" timeOffset="17383.86">14709 12185 44 0,'0'0'34'0,"0"0"-15"0,0-1-3 0,0 1-6 0,0 0-7 16,0 0-1-16,0 0-2 0,0 0 0 16,0 0-1-16,0 0 1 15,0 0 0-15,0 0 0 16,1 0-2-16,1 0 1 15,0 3 2-15,4 4 0 16,-3 3-2-16,5 0 2 0,-3 1-1 16,1-1 1-1,1-1-1-15,-3-1 0 0,1-1 1 16,-1-1-1-16,1-2 0 16,-1-1 1-16,3 0 2 15,-2-2-2-15,3-1 2 0,-1 0 0 16,2 0-1-16,0-9 2 15,3-3-4-15,-3-4 5 16,2-2-2-16,4-6-1 16,-1-6 1-16,3-4 0 15,1-7 1-15,2-8-3 0,5-5-1 16,-2-3 0-16,1-2-3 16,-1 2-43-16</inkml:trace>
  <inkml:trace contextRef="#ctx0" brushRef="#br0" timeOffset="28116.79">14712 7274 58 0,'0'0'4'0,"0"0"-2"0,0 0 0 0,0 0 1 16,0 0-3-16,0 0 0 15,0 0 3-15,0 0 4 0,0 0 5 16,0 0-3-16,0 0-7 16,0 0 0-16,10-3-2 15,-7 2 0-15,3 1 0 16,-3 0 0-16,0 0-1 15,-1 0 1-15,1 0 0 16,2 0 0-16,-3 1 1 0,1 2-2 16,3 2 1-16,1-1 0 15,-2 1 1-15,3 0-1 16,1 0 0-16,-1-1 0 16,2-2 0-16,-1 2 0 15,0-4 0-15,1 0 2 0,2 0 0 16,0 0 1-16,3-5 2 15,1-7 2-15,-2-4 0 16,4-5 1-16,1-4-5 16,3-5 0-16,2-6-2 15,3 1 0-15,4-8-2 0,4-4-15 16,-2-5-101-16</inkml:trace>
  <inkml:trace contextRef="#ctx0" brushRef="#br0" timeOffset="29077.71">14729 7277 4 0,'2'1'17'0,"-2"-1"-2"0,0 2-9 0,3 1-3 16,-1-1-2-16,-1 1 2 15,1 0-1-15,-1 3-1 16,1-1 1-16,1-3 0 16,-1 2 0-16,2-1-1 15,0 0 2-15,3-3 2 0,-1 0 7 16,2 0-1-16,3-3 0 16,-1-7-2-16,4-5 0 15,5-4 1-15,3-5 0 16,5-9 0-16,6-2-1 15,4-8-2-15,7-4-5 16,3-3-1-16,4-5-3 0,-1-4-87 16</inkml:trace>
  <inkml:trace contextRef="#ctx0" brushRef="#br0" timeOffset="31511.06">17610 7426 13 0,'0'-2'12'0,"0"-2"3"0,0 4 3 16,0-2-14-16,0 2-2 15,0 0 0-15,0 0-1 0,-2 0 1 16,2 0-1-16,-3 0 0 16,2 0-1-16,1 0 0 15,0 0-1-15,0 0-2 16,0 0 0-16,0 0 2 16,0 0 1-16,0 2 0 0,0-2 0 15,0 0 0-15,0 0 1 16,0 0 1-16,-2 0-2 15,-1 0 0-15,0 0 0 16,-1 0 0-16,0 2 0 16,1-2 1-16,1 0-2 0,0 0 2 15,-2 2-1-15,1-2 0 16,0 2 0-16,0-1 0 16,-3 1-17-16,1 1-33 15</inkml:trace>
  <inkml:trace contextRef="#ctx0" brushRef="#br0" timeOffset="32386.99">18000 8124 0 0,'0'0'21'0,"0"0"-5"0,0 0-6 16,0 0-6-16,0 0-3 15,40-25-1-15,-30 18-1 16,0 1-3-16,-2 1-3 16,1-2 2-16,-4 1 6 15,-1-1 1-15,3 4 4 0,-6-1 0 16,1 1 0-16,1-1-6 15,2 1 0-15,-3-1 1 16,1 2-2-16,-1-1 1 16,1 1 0-16,2 0 1 0,-3-1 0 15,0 2-1-15,0 0 0 16,0 0 0-16,2 0-2 16,-2-2-18-16,1 3-16 15</inkml:trace>
  <inkml:trace contextRef="#ctx0" brushRef="#br0" timeOffset="41136.87">17623 7368 3 0,'0'0'25'0,"0"0"-9"0,0-3-3 0,0 3-8 0,0 0-1 16,0-1-1-16,0 0-2 16,0 0-1-16,0 1 1 15,0-1-1-15,0 1 1 16,0 0-1-16,0 0 0 0,0 0 0 15,0 0 3-15,0 0 1 16,0 0 0-16,0 0-2 16,0 0-2-16,0 0 1 15,0-2-1-15,0 2 0 16,0-1 0-16,0 1 1 0,0-1 0 16,0 0 8-16,0 1-2 15,0 0-1-15,-2 0-1 16,2 0-1-16,0 0-4 15,-2 0 0-15,1 0 0 16,0 0-2-16,1 0 2 16,-2 0-1-16,0 0 4 0,1 0-1 15,-1 0 3-15,0 0-2 16,-2 0 0-16,1 0-1 16,1 0-2-16,-3 0 1 15,2 0-1-15,0 0 0 0,1 0 1 16,-1 0-1-16,1 0 0 15,2 0 2-15,-4 0-1 16,3 0 0-16,0 0 0 16,0 0-2-16,0 0 0 15,0 0 1-15,0 0-1 0,0 0-1 16,-4 0 0-16,2 0 4 16,0 1 0-16,0 0-1 15,1 2-3-15,-4-1-2 16,2 0 8-16,-1 1-3 15,-1 1 0-15,2-1-1 16,0 1 1-16,-2-1-1 16,1-2 1-16,0 1-1 0,-1-1 0 15,3 2 1-15,-3-1 1 16,2-1-2-16,1 3 0 16,-3-1 0-16,1 4 0 0,0-4 0 15,-3 4 0-15,3 1-2 16,-3-3 2-16,3 1-1 15,-4-1 0-15,4 0 0 16,-2 0 2-16,3-1 1 16,0 0 1-16,-1 1-3 0,1-2 1 15,2 1-1-15,1 0 1 16,-1-1-1-16,-4 3 0 16,2 1 0-16,1 0 0 15,-3 3 0-15,0 0 0 16,2 0 0-16,-2-2 0 15,3 2 0-15,-1 1 0 0,-1-3 0 16,2 2 1-16,-1-2-1 16,2 1 0-16,-2 2 1 15,1-4-1-15,1 3 0 16,2-3 0-16,-2-1 0 16,2 1 1-16,0 0-1 0,0-1 1 15,0 0-1-15,0 1 1 16,0-2 0-16,0 2-1 15,2-1-1-15,1 1 1 16,-1 0 1-16,0-1 0 16,0-2-1-16,-2 2 0 0,2-2 1 15,-2 3-2-15,3-2 2 16,-3 2-1-16,0 0 0 16,0 1 0-16,0-1 0 15,0 2 0-15,0-2 2 16,1 0-2-16,2 2 0 15,0-1 0-15,1-2 1 0,-1 4 0 16,0-3-1-16,2 0 0 16,-1 3 0-16,-3-2 1 15,3 0-1-15,-2 0 0 16,0-1 0-16,1 1 0 16,-1 0 1-16,1-1-1 0,-1 0 0 15,4 0 0-15,-3 0 0 16,1 2 1-16,3 1-2 15,-3-2 1-15,1 2 1 16,1-3-4-16,-1 2 5 16,1-1-2-16,1-1-2 0,0-2 4 15,-3-1-1-15,1 3 0 16,1-3-1-16,0 2 0 16,-1-2 2-16,1 3-2 15,0 0 0-15,0-1-2 16,0 1 4-16,2 0-2 0,-4-1 0 15,3 0 0-15,-2-1 0 16,2 1 0-16,-1-2 0 16,-3 1 0-16,3-1 0 15,-2-3 0-15,0 2 0 16,1 0-2-16,3-1 4 0,0 0-2 16,-1 0 0-16,1-1 1 15,0-1 0-15,0 0 0 16,-2 1-1-16,1-1 2 15,-1 0-2-15,0 1 0 0,-1 1 1 16,3-2-1 0,-1 3 0-16,2 1 0 0,-2-1 0 15,2 2-1-15,0-1-1 16,-2 0 2-16,1-1 2 16,-2-2-2-16,1 1 1 15,1-1-1-15,-2 1 0 0,2-1 1 16,0 0-1-16,1 1 0 15,-1-1 0-15,3-1 0 16,-1 0 0-16,-1 2 0 16,0-1 1-16,2-1-2 15,-2 0 1-15,0 0 0 16,2 0 1-16,-2 0 0 0,0 0-2 16,1 0 2-16,2 0-1 15,-1 0 0-15,-3 0 1 16,2-1-1-16,-1-1 0 15,-2-1 0-15,2 1 1 16,-3-2-1-16,3 2 0 0,-3-2 0 16,4 1 0-16,-3-1 1 15,0 1 0-15,1-2-1 16,-1 3 0-16,-2-1 1 16,1-2-1-16,-1 1 3 0,1 1-2 15,-2-1 1 1,3-2-1-16,0 2 0 0,-1-2 0 15,1-2 0-15,-1 1-1 16,2 1 1-16,-3 0-1 16,3-2 0-16,-4-1 1 0,1 1 0 15,2-2 2-15,-2 0 0 16,2 1-2-16,-2 0 0 16,2 0-1-16,-2 0 0 15,-1 1 1-15,1 1-1 16,-3 0 1-16,-1-2-1 15,1-1 1-15,0 2 0 0,0-2 0 16,0 0 0-16,2 0 1 16,-3 0-1-16,0 2-1 15,2 0 0-15,-2-1 1 16,0 1-1-16,2 0 0 16,-3-1 0-16,2 1 0 0,0-2 0 15,-1 4 1-15,0-2-2 16,0-1 2-16,0 2-1 15,0-3 0-15,1 2 0 16,-1-1 1-16,2-2-1 16,-3 2 0-16,2-1 0 0,-2 0 0 15,0 0 0-15,0-1 0 16,0 4 0-16,0-2 0 16,0 1 1-16,-2-1-1 15,-3 1 0-15,2-4 0 16,0 3 0-16,1-3 1 15,-2 1-1-15,2-4 0 0,0 3 0 16,-1-1 0-16,0-1 1 16,1 1-1-16,-3 0 0 15,1 3 0-15,-4 0 1 16,-2-1-1-16,-1 2 0 16,-2-2 0-16,-3 1 1 0,-1 0-1 15,-1 0 1-15,-1 2 3 16,0-2-1-16,0 1 1 15,4 2 2-15,-1-3-1 16,1 3 0-16,1 3-3 16,3-2-1-16,-3 5-1 0,1 1-3 15,-1 0 1-15,-1 0-4 16,-5 8 3-16,0 5-21 16,-4 0-27-16,-2-1-11 15</inkml:trace>
  <inkml:trace contextRef="#ctx0" brushRef="#br0" timeOffset="42497.4">17639 8358 46 0,'-2'0'12'0,"-2"0"3"0,1 0-2 0,-1-2-4 15,1-1 0-15,-2-1 3 16,2 2 0-16,0 0-6 16,-1-1 0-16,0 0 0 0,1 0-4 15,-2 1 0-15,3 0-2 16,-4-1 1-16,2 2 0 16,1 0 1-16,-4 1-1 15,1 0 1-15,-6 0-1 16,2 0 0-16,-2 0 0 0,0 4 0 15,-1 0 3-15,0 3-1 16,0 2-1-16,1-1-1 16,-1 2 0-16,0 0 0 15,-3 3-1-15,3 1 1 16,-1 0-1-16,-3 2-1 0,3 1-2 16,3 1 5-1,-3 1-2-15,3-1 1 0,1 1-1 16,2 1 0-16,1 0 0 15,3-2 0-15,0 1 1 16,2-1-1-16,1 2 0 16,0-2 0-16,1-2 0 0,0 3 0 15,0 0 1-15,0-2-1 16,0 0 0-16,0 0 0 16,1-1 0-16,3-2 0 15,1 2 0-15,1 0 0 0,2 2 1 16,-1 0-1-16,1-2 1 15,3 5-1-15,-2-2 0 16,1-1 0-16,0 1 1 16,2-1-1-16,-1 0 0 15,-2-3 1-15,3-1-1 16,-2 0 0-16,4-2 0 0,-3-1 0 16,2-1 0-16,3 1 0 15,-1 2 0-15,1-3 1 16,0 1-1-16,2 1 0 15,0-2 0-15,-2-2 0 16,1-1 0-16,-1 0-4 0,2-4 4 16,-3 1-2-16,4-2 2 15,-2-1 2-15,5 1 0 16,1-2-1-16,2 0 0 16,2 0-1-16,0 0 2 15,5-4-2-15,-5-4 0 16,0-2 1-16,2-1-1 0,-6-3 0 15,1-2 0-15,0 2 1 16,-3-3 0-16,1 0-1 16,-1 1 1-16,-1-1 0 15,-2 0-1-15,-4 1 2 16,0-2 1-16,-3-2 4 0,0 2-1 16,-3-5 2-16,-1 2-4 15,-3-5 1-15,0-1-3 16,-2-1 2-16,-2-2 0 15,0 0-4-15,-8 0 2 16,1 2-1-16,-3 2 1 0,-1 4-1 16,1 2-1-16,2 3 0 15,-2 4-1-15,0 3-13 16,-3 7-49-16,-4 3-85 16</inkml:trace>
  <inkml:trace contextRef="#ctx0" brushRef="#br0" timeOffset="43983.89">17731 9748 34 0,'0'-6'37'0,"0"-1"-20"0,-3 0 2 16,1 0-2-16,1 0-4 16,-1 0-6-16,1 1-3 15,-4 1-1-15,3-1-2 0,-2 3 0 16,1 0 6-16,-3 1 0 16,0 1-1-16,1-1 1 15,-4 2 3-15,2 0-7 16,-1 0 0-16,-2 0-3 15,1 1 0-15,-2 5-1 0,-1 1-1 16,0 1-1-16,-2 2 2 16,-1 0 0-16,1 2 0 15,-4-1 0-15,2 3 2 16,-1-1-2-16,0 0 3 0,2 2-3 16,-1 0 2-1,3 2 0-15,0 1 0 0,1 0-1 16,1 1 0-16,-1 2 0 15,2 0 0-15,-1 1 0 16,0 1 0-16,3 2 0 16,2 1 0-16,-2 1 0 0,4 0 0 15,0 1 0-15,2-1 0 16,-2 0 0-16,4 0 0 16,-1-1 0-16,1 1 0 15,0 1 1-15,0 0-1 16,0-1 0-16,0-1 0 0,0-1 0 15,0-2 1-15,1 0 0 16,5-3-1-16,0 3 0 16,2-1 3-16,-1 1-1 15,4 1-4-15,1 2 4 16,1-2-2-16,3-1 0 16,-1 0 1-16,3-1 0 0,1-1-1 15,-1-2 1-15,0 1-1 16,0-4 1-16,-1 0-1 15,0-1 0-15,3-3 1 16,-2-1 0-16,-2 0 1 16,1-3 0-16,1-1-2 0,-1 2 0 15,-2-3 0-15,1-1 1 16,-1-1-2-16,0-1 2 16,0 0 0-16,2 0 0 15,-4-3 0-15,3 0 2 16,-1 0-2-16,2 0 1 0,4 0-1 15,-3-6 1-15,2 1 0 16,0-1-2-16,-1-1 1 16,-1 0-1-16,-1 0 0 15,-1 0 0-15,-3 0 0 0,3-1 1 16,-4 1-1-16,1-1 1 16,0-1-1-16,0 0 0 15,3-2 1-15,-3 0 0 16,2 0 0-16,-1-2-1 15,1 0 0-15,0-1 2 16,1-1-2-16,0 0 0 0,1 0 0 16,-2-1 0-16,-1 1 0 15,-1 1 0-15,0 0 0 16,-1 1 0-16,-2 1 0 16,1-1 1-16,-1 1-1 0,-3-2 0 15,2 1 0-15,0-3 0 16,-2 1 0-16,1-3 0 15,-1-1 0-15,2-1 2 16,-4 1-4-16,1 0 2 16,-3-1 2-16,1 3-2 15,-1 0 0-15,0 1 0 0,0-1 1 16,-2-1 0-16,-1 3 0 16,1-3 1-16,0-2 0 15,-1 2 1-15,0 1-2 16,1-6 1-16,0 3-1 0,-1-2-1 15,1 2 0-15,-1 0 1 16,0 0-1-16,0 3 1 16,0-2 0-16,-2 2 1 15,-2 2 0-15,-2-2-2 16,0 0 1-16,-1-1 0 16,-1 1 6-16,-3-1-3 15,0-1 5-15,-1 0-3 0,-3-1-1 16,0-1-1-16,-3-1-1 15,-3 2-1-15,-1 1-1 16,-3 1 0-16,-3 3-2 16,-2 2 0-16,-3 7-3 0,-5 6-17 15,-6 0-20-15,-9 9-63 16</inkml:trace>
  <inkml:trace contextRef="#ctx0" brushRef="#br0" timeOffset="48458">14729 7314 41 0,'0'0'28'0,"0"0"-20"0,0 0-2 16,0 0 0-16,0 0 4 16,0 0-7-16,0 0-2 0,0 0-1 15,0 0-1-15,0 0 1 16,0 0-1-16,0 0-1 15,7 21 2-15,-6-15 0 16,1 2 0-16,0-1 1 16,2-4 0-16,-2 0 0 0,2-2 0 15,-1-1 2-15,1 0 1 16,3-2 7-16,2-7 10 16,1-5-2-16,4-3-5 15,4-6-7-15,0-4-1 16,5-1 2-16,-1-2-4 0,1 3-2 15,-1 0-1-15,-3 6-1 16,-1 4 0-16,-4 2-10 16,-2 6-54-16</inkml:trace>
  <inkml:trace contextRef="#ctx0" brushRef="#br0" timeOffset="49212.32">14700 9433 8 0,'0'0'3'0,"0"0"-2"0,0 0 2 0,0 0 5 15,0 0 2-15,0 0-8 16,20-40-1-16,-18 37-1 16,-1 0 0-16,-1 2 1 0,0-2 20 15,0 2 2-15,0-1-3 16,0 0-4-16,-1 0-1 16,1-2 0-16,-2 4-8 15,2-2 0-15,0 1-5 16,0 1 0-16,0 0-4 15,0 0 1-15,0 0 1 0,3 0 0 16,2 0 0-16,3 0-1 16,-2 0 1-16,3 3 0 15,-3 0 0-15,3 1 0 16,1-3 0-16,1-1 1 16,-1 0-1-16,2-5 3 0,3-10-3 15,4-6 1-15,2-5 4 16,0-6-1-16,4-6 0 15,-2-4 1-15,2-2-2 16,-1-2-2-16,-2 3-2 16,0 6-13-16,-5 4-64 15</inkml:trace>
  <inkml:trace contextRef="#ctx0" brushRef="#br0" timeOffset="50004.72">14742 12114 81 0,'0'0'16'0,"0"0"0"0,0 0-3 0,0 0 3 16,0 0-5-16,0 0-7 16,0 0-3-16,0 0-1 15,0 0 1-15,0 0-1 0,0 0 1 16,0 0-1-16,0 0 0 16,34 22 0-16,-29-17 0 15,1 1 0-15,-1-2 0 16,2-1 0-16,-1-3 0 15,-1 0 1-15,3 0-1 0,2-10-1 16,-2-6 3-16,4-7-1 16,3-5 1-16,-1-5-2 15,3-2 0-15,1-5 0 16,-2 3-2-16,-3-1-38 16,3 4-72-16</inkml:trace>
  <inkml:trace contextRef="#ctx0" brushRef="#br0" timeOffset="51732.42">19776 8457 125 0,'10'-11'2'0,"0"-2"-4"0,-1 0-10 0,1-4-39 16</inkml:trace>
  <inkml:trace contextRef="#ctx0" brushRef="#br0" timeOffset="52664.27">19825 8429 51 0,'0'0'5'0,"0"0"-5"0,0 0 3 0,0 0-1 16,0 0-2-16,0 0 2 15,0 0 8-15,0 0 2 16,0 0-3-16,0 0-4 15,5 6-2-15,-4-4 1 16,1 0-3-16,0-1 0 0,1 1-1 16,-1-1 0-16,-1 3 0 15,4-1 1-15,-3-1-2 16,5 2 2-16,-2-1 0 16,2 2-1-16,-2 1 0 15,2-2 0-15,-3 3 0 16,1-1 0-16,-1-1 0 15,-2-1 0-15,1 0 0 0,-2-3 0 16,1 1 0-16,-1-2 0 16,0 0 23-16,2 0 9 15,0-5 1-15,2-3-16 16,3-5-9-16,-1 0 0 0,6-5-4 16,1-2-2-1,3-4-1-15,3-2 0 0,0-1 1 16,5-1-1-16,0-1-1 15,-1 1 1-15,3 3-1 16,-4-1 1-16,1 3 0 16,1-1 1-16,-3 3 0 15,0-2 0-15,-1 5-1 0,-4 3 3 16,-2 3 4-16,-3 4-4 16,-5 3-2-16,1 2-2 15,-4 3-1-15,-1 0-4 0,-3 0-43 16,0 0-79-16</inkml:trace>
  <inkml:trace contextRef="#ctx0" brushRef="#br0" timeOffset="59397.43">16479 13336 189 0,'0'-6'3'0,"-2"-1"6"0,0 2-1 0,0-1-4 15,1 2-1-15,0 2 2 16,0-1 8-16,1 3 4 16,0 0-3-16,0 0-8 0,0 0-5 15,0 4-3-15,0 10 1 16,2 2-1-16,3 9 2 15,1 4 0-15,-2 5 0 16,4 2 0-16,-4-1 0 16,1 2 1-16,1-1-1 15,-4-4 0-15,1-3 1 0,0-1-1 16,1-2 1-16,-2-2-1 16,0-3 0-16,0 2 0 15,0-5 0-15,-1-3-2 16,0-2 1-16,2-4 0 15,-3-2-1-15,0-3-5 0,2-3-2 16,-2-1-5-16,0 0 6 16,0 0 8-16,0-9 1 15,0-3-2-15,0-3 0 16,2-2 3-16,1-1 2 16,1 2 1-16,3 0-2 15,0 2-1-15,0 1 0 0,5 2 0 16,0 1-2-16,-1 2 0 15,5 1 2-15,-3 2-1 16,5 4-1-16,-5 1 0 16,3 0 0-16,-2 0-1 0,2 10 2 15,-2 1-1-15,-1 3 1 16,-2 4 0-16,-1-2 0 16,-3 2 0-16,0 0-1 15,-5-1 0-15,-2-3-1 16,0 3 3-16,-2-3-3 0,-10-1 8 15,-1 1 1-15,-3-2 2 16,-5-1-4-16,0-2-3 16,-6-2 4-16,2 1 1 15,-1-1 0-15,3-4-4 16,3-1-2-16,0-2-1 0,7 0-2 16,4 0-19-16,2-2-25 15,5-6-75-15</inkml:trace>
  <inkml:trace contextRef="#ctx0" brushRef="#br0" timeOffset="59900.04">17273 13689 94 0,'0'0'20'0,"0"0"29"0,0 0-14 0,0 0-18 16,0 0-4-16,0 0-5 15,0 0 1-15,0 0-3 0,0 0-5 16,43-36 0-16,-24 31 0 15,-2 2 0-15,4-1 1 16,-1 1-2-16,3 1 1 16,-4 0-1-16,2 2 0 15,-2-1 0-15,-2 1 1 0,-1 0-1 16,-1 0 0-16,-4 0-1 16,0 0-6-16,-4 0-33 15,-3-3-52-15</inkml:trace>
  <inkml:trace contextRef="#ctx0" brushRef="#br0" timeOffset="60194.67">17393 13526 144 0,'0'0'21'0,"0"0"13"15,0 0-20-15,0 0-9 16,0 0 1-16,0 0 7 16,0 0-7-16,14 56 0 15,-12-29-3-15,-2 2-1 16,0 5 0-16,1-1-1 0,0 2 0 15,-1 3-3-15,0-1-25 16,0-1-74-16</inkml:trace>
  <inkml:trace contextRef="#ctx0" brushRef="#br0" timeOffset="60963.48">17944 13414 238 0,'0'0'4'0,"0"0"8"15,0 0-1-15,0 0-8 16,0 0-2-16,0 0 0 0,0 0-2 16,0 0-2-16,0 0 1 15,-14 34 2-15,14-13 0 16,0 2 0-16,0 1 0 15,0 2 0-15,0 0-2 16,0-5-3-16,1-1-2 0,2-4 5 16,2-3 1-16,0-3-1 15,0-3-1-15,2-4-4 16,0-3 3-16,3 0 0 16,0 0-2-16,-3-5-4 15,3-5-2-15,-2-3 0 16,-1 1 10-16,-1-3 1 0,-1-1 5 15,1 3-1-15,-1 2 4 16,-2 1 3-16,1 3-2 16,-2 3 2-16,2 2-5 15,-1 2-5-15,0 0 0 0,5 3 3 16,-2 7-2-16,4 1 0 16,3 2 0-16,-2 0 0 15,2-1-1-15,3-3 0 16,-1 1-1-16,0-3-1 15,0-1-1-15,0-2 2 0,-1-4-21 16,0 0 19-16,-1 0 3 16,1-10 0-16,-3-2 0 15,-1-4 5-15,-4-2 3 16,-2-1 5-16,0-4 3 16,-4 2-2-16,0 0-2 0,0 1 0 15,-6 1 0-15,0 2-1 16,-2 4 0-16,3 2-1 15,-1 5-2-15,2 2-8 16,1 3-4-16,3 1-13 16,0 0-36-16,-3 1-79 0</inkml:trace>
  <inkml:trace contextRef="#ctx0" brushRef="#br0" timeOffset="61235.27">18498 13533 148 0,'0'0'32'16,"0"0"2"-16,0 0-9 0,0 0-5 0,0 0-17 15,0 0-1-15,8 54 0 16,-5-27 0-16,-1 4 0 0,2 3-2 16,-2 0-6-16,0-1-9 15,-1-3-33-15,2-4-47 16</inkml:trace>
  <inkml:trace contextRef="#ctx0" brushRef="#br0" timeOffset="61902.46">18677 13393 174 0,'0'0'17'0,"0"0"20"16,0 0-13-16,0 0-10 15,0 0-3-15,0 0-7 16,6-41 1-16,3 36-1 16,2-2-3-16,4 3 0 15,0 1-1-15,4 3 0 0,2 0 0 16,-2 2-2-16,2 10 0 15,-1 5-4-15,-3 3-8 16,-2 4-2-16,-5 0-5 16,-3 1-8-16,-5-3-20 15,-2-1 9-15,0-5 21 16,0-2 14-16,-5-4 6 0,1-5 1 16,-2-3 9-16,2-2 6 15,1 0 5-15,1-8-4 16,-2-3-11-16,3-2-4 15,0-4-2-15,1-2 4 0,0 1 5 16,0-2-4-16,0 0 0 16,6-1-5-16,-2 1 0 15,-1 4 0-15,0 2 2 16,0-2 6-16,-1 3-1 16,0 1-4-16,-2 3-2 0,0 1 2 15,0 2 1-15,0 3 0 16,0 2 10-16,0 1-2 15,0 0-6-15,0 3-7 16,0 9 1-16,0 5-1 16,0 2 0-16,0 4 1 15,0 1-1-15,6 0 1 0,5-1-1 16,1 0 1-16,2-2-1 16,3-3-4-16,2-2-25 15,-2-5-29-15,-1-5-44 16</inkml:trace>
  <inkml:trace contextRef="#ctx0" brushRef="#br0" timeOffset="62144.1">19226 13425 277 0,'0'0'12'0,"0"0"-4"0,0 0-8 0,0 0 0 15,0 0-3-15,0 0 0 16,0 0 1-16,0 49 2 16,0-23 1-16,0 3-1 0,0 2 1 15,0 3 0-15,2 2-1 16,-2 6 0-16,5-3-18 16,-3-2-63-16,-1-5 45 15,1-5-95-15</inkml:trace>
  <inkml:trace contextRef="#ctx0" brushRef="#br0" timeOffset="62599.12">19705 13448 123 0,'0'0'13'0,"0"0"35"0,53-13-13 0,-33 5-11 0,3 2-10 16,3-1-12-16,1 1 0 15,-2-1-1-15,1 4 1 16,-3 0-2-16,2 3 0 0,-3 0-5 16,-3 0-20-16,-2 0-42 15,-6 0-38-15</inkml:trace>
  <inkml:trace contextRef="#ctx0" brushRef="#br0" timeOffset="62898.91">19865 13289 127 0,'0'0'9'0,"0"0"27"15,0 0-10-15,0 0-20 16,0 0 6-16,0 0 3 16,-6 41-1-16,6-17-1 15,0 5-5-15,0 2-6 16,3 2-1-16,2 2 0 16,-2-2-2-16,1-2-17 0,3-4-29 15,-2-5-50-15</inkml:trace>
  <inkml:trace contextRef="#ctx0" brushRef="#br0" timeOffset="63609.55">20332 13195 114 0,'0'0'25'0,"0"0"24"15,0 0-15-15,0 0-18 16,0 0-14-16,0 0-1 15,0 0 0-15,-2 35 0 16,2-20-1-16,0 1 1 0,0 3-1 16,0 1 1-16,0 3-1 15,4 0 0-15,-2 1 0 16,2-3 2-16,2-1-4 16,-1-2-3-16,0-6-7 15,2-2-1-15,1-4 6 16,-1-5 2-16,-1-1 1 0,3 0 1 15,0-10 5-15,0-3 0 16,1-1 2-16,1-4 2 16,-1-1 0-16,-1 1-3 15,0-1 0-15,-1 5-2 16,-2 2 0-16,0 0 2 0,0 5 2 16,-2 1 0-16,1 3-3 15,1 0-1-15,0 3-1 16,1 0-2-16,4 3-1 15,-4 4-8-15,3 5-3 16,-3-2 6-16,2 1 5 0,0-1 3 16,-2-2 1-16,2-2-1 15,2-1 1-15,-3-3 0 16,2-2 0-16,3 0 1 16,-5 0 4-16,0-7 2 15,1-3 4-15,-5 0 8 0,0-4 3 16,-3-3 0-16,-1-3 0 15,0 0-9-15,0-3-7 16,-1 1-3-16,-1-1-4 16,0 4-3-16,2 4-12 15,0 2-20-15,0 5-39 0,0 2-105 16</inkml:trace>
  <inkml:trace contextRef="#ctx0" brushRef="#br0" timeOffset="64059.8">20836 13321 77 0,'0'0'8'0,"0"0"18"0,0 0 13 0,0 0 9 16,0 0-12-16,0 0-12 15,0 0-2-15,0 0-4 16,0 0-3-16,37-21-6 16,-30 19-6-16,0 1-2 0,1 0 0 15,0 1-1-15,0 0-1 16,-3 0-1-16,1 7-10 16,0 4-7-16,-4 4-4 15,-2 2-9-15,0 3 5 16,0 2-4-16,-3 1-22 0,-7 1 18 15,1-1 9-15,1-4 22 16,-1-1 6-16,2-4 8 16,1-3 11-16,2-2-6 15,2-3-10-15,2-4 42 16,0 0-11-16,0-2-11 16,6 0 7-16,4-6-15 0,3-2-7 15,2-2-7-15,3-3-2 16,3-3-2-16,0 2-20 15,1-6-45-15,1 2-66 16</inkml:trace>
  <inkml:trace contextRef="#ctx0" brushRef="#br0" timeOffset="64628.78">21175 13179 121 0,'0'0'-8'0,"0"0"1"0,0 0 2 16,0 0 4-16,0 0 8 0,-7-36 12 16,12 30 3-16,0-1 8 15,1 4-13-15,2-1-11 16,2 0-4-16,1 3-1 15,-3 1 0-15,3 0-1 16,-1 0 0-16,-5 10-2 0,1 3 0 16,-2 7-4-16,-1 4-13 15,-3 2 13-15,0-2-12 16,0 0 7-16,0-1 8 16,0-7 3-16,0-4 1 15,0-2-1-15,0-7 0 16,0-2 0-16,0-1 0 0,0-3 2 15,3-9 1-15,1-4-5 16,0-2 2-16,-1-4 0 16,0-2 2-16,0-3 0 15,1 3 9-15,-3-3 14 16,0 4-4-16,1-1-1 0,-2 7-4 16,1 0 2-16,0 6-6 15,0 2-3-15,-1 5-6 16,0 1-1-16,2 2 4 15,-2 1-1-15,0 3-6 0,0 9 1 16,0 3 1 0,3 6 2-16,-3 2 1 0,4 2-2 15,1 2-3-15,2-3-13 16,0-1-24-16,2-3-21 16,-1-2-11-16</inkml:trace>
  <inkml:trace contextRef="#ctx0" brushRef="#br0" timeOffset="64834.94">21443 13303 251 0,'0'0'13'0,"0"0"-10"0,0 0-2 0,0 0 0 15,41-30 0-15,-33 26-2 16,-1 1 1-16,0 3-1 0,0 0-3 15,-1 3-4-15,-3 5-8 16,-1 2-11-16,-2 3-15 16,0 2-32-16</inkml:trace>
  <inkml:trace contextRef="#ctx0" brushRef="#br0" timeOffset="64998.26">21453 13444 117 0,'0'0'27'0,"0"0"18"16,0 0-10-16,0 0-22 15,0 0-9-15,0 0-3 16,0 0 2-16,-5 27 7 16,18-27 1-16,6-9-5 0,1-1-3 15,6-1-3-15,1-3-5 16,0-1-44-16,1-2-76 16</inkml:trace>
  <inkml:trace contextRef="#ctx0" brushRef="#br0" timeOffset="65332.14">22087 13148 7 0,'0'0'104'15,"0"0"-79"-15,0 0 9 16,0 0-6-16,47-7-12 16,-30 6-3-16,2-3 1 15,3-2 2-15,-2 4-4 0,6-3-3 16,1-2-5-16,1 2-3 15,1-2 0-15,-2 0-5 16,0 3-20-16,-4-3-39 16,-3 1-45-16</inkml:trace>
  <inkml:trace contextRef="#ctx0" brushRef="#br0" timeOffset="65590.12">22255 13059 176 0,'0'0'24'0,"0"0"-7"15,0 0-13-15,0 0-3 0,-3 38-1 16,6-24 0-16,1 5 0 15,-2-2-1-15,0 4-4 16,1-2-3-16,-2-1-1 16,0-1-16-16,-1-4-36 15</inkml:trace>
  <inkml:trace contextRef="#ctx0" brushRef="#br0" timeOffset="66250.94">22496 13055 240 0,'0'0'16'0,"0"0"-13"0,0 0-5 0,38-8-60 0</inkml:trace>
  <inkml:trace contextRef="#ctx0" brushRef="#br0" timeOffset="66414.85">22746 13027 244 0,'0'0'8'15,"0"0"-7"-15,0 0 0 0,45-8-24 16,-32 1-119-16</inkml:trace>
  <inkml:trace contextRef="#ctx0" brushRef="#br0" timeOffset="66584.95">23021 12942 210 0,'0'0'32'0,"0"0"-25"16,0 0-6-16,0 0-1 0,0 0-15 16,36-17-100-16</inkml:trace>
  <inkml:trace contextRef="#ctx0" brushRef="#br0" timeOffset="67197.73">23139 12847 277 0,'0'0'8'0,"0"0"-2"15,0 0-7-15,0 0 1 16,0 0 1-16,0 0-6 15,7 43-7-15,-7-28 6 0,0 2 3 16,0 2 4-16,0-1-1 16,-2-1 4-16,0 0 1 15,2-2 0-15,0-2-3 16,0-2-1-16,1-3-1 16,4-2-4-16,2-2-7 0,-1-4-2 15,1 0 5-15,1 0 5 16,-1-7 8-16,1-3 2 15,0-1 2-15,2-2-2 16,-4 2-4-16,1 1-2 16,-2 1-1-16,-2 1 0 15,-1 4 1-15,2 2-1 0,-4 2-1 16,0 0-3-16,0 7-1 16,2 3 2-16,-2 3 3 15,2 0 2-15,1 0-1 16,3-1 0-16,2 0-1 0,3-4 0 15,1-3-1-15,1-3 0 16,1-2 1-16,0 0-1 16,2 0 0-16,-3-7 1 15,1-1 0-15,-2-4 2 16,-5-2 2-16,3 0 3 0,-5-3 1 16,0-2 1-1,-3-2-4-15,-1 5-2 0,0-2-2 16,-1 4-1-16,0 2-1 15,0 6-8-15,0 1-17 16,-2 2-33-16,0 3-74 16</inkml:trace>
  <inkml:trace contextRef="#ctx0" brushRef="#br0" timeOffset="67775.74">23506 13087 115 0,'0'0'8'0,"0"0"-2"0,0 0 12 0,0 0 12 16,0 0 1-16,0 0-16 0,0 0 15 15,0 0-3-15,0 0-8 16,1-37-6-16,-2 32-3 15,1-2-2-15,0 2-2 16,0 0-3-16,2 0-3 16,4 3 0-16,0 0 1 0,2 2-1 15,-3 0 0-15,2 0 0 16,-1 8-1-16,1 1-1 16,-3 5-1-16,1 0-7 15,-1 2-6-15,-1-2-6 0,1 0-3 16,-3-1 6-16,-1-4 12 15,0-1 3-15,0-2 2 16,0-3 2-16,-2-3 3 16,-1 0 1-16,2 0-6 15,1-9-4-15,0-1 7 16,0-4 1-16,0 0 1 0,0 0 6 16,1-1 12-16,4 3 1 15,3-1 5-15,-1 2-7 16,2 2-6-16,2-1-5 15,-2 5-2-15,2 2-4 16,1 0-2-16,-1 3 1 16,2 0-3-16,-2 4 1 0,-2 6 0 15,0 3 1-15,2 2 0 16,-5 0-1-16,-1 3-5 16,-2-1-22-16,-1 0-17 15,-2-2-19-15,0-4-35 16</inkml:trace>
  <inkml:trace contextRef="#ctx0" brushRef="#br0" timeOffset="68110.49">23793 12883 280 0,'0'0'3'0,"0"0"-1"0,0 0-1 0,31-40-1 0,-22 29-3 15,-1 2-9-15,-1 0 10 16,0 4 3-16,-2-1 5 16,0 3 4-16,0 0 3 15,0 2-7-15,1-1-4 0,0 2-1 16,-1 0-1-16,1 0-1 15,-1 6-1-15,-1 4 1 16,0 3-6-16,-2 4-12 16,-2 3-7-16,0 0-11 15,0 0-38-15,-2-3 16 0,-4 0-22 16</inkml:trace>
  <inkml:trace contextRef="#ctx0" brushRef="#br0" timeOffset="68151.99">23897 12958 17 0,'0'0'7'0,"0"0"-9"16</inkml:trace>
  <inkml:trace contextRef="#ctx0" brushRef="#br0" timeOffset="68409.3">23933 12854 11 0,'0'0'48'0,"12"-38"5"15,-8 20 1-15,1 2-8 16,-2 0-19-16,-1 5-7 16,0 0-4-16,-1 4-6 0,-1 2-5 15,1 2-2-15,-1 0-1 16,0 3 0-16,0 0-1 15,0 0 2-15,0 6-6 16,0 4 6-16,0 3 1 16,-2 4 1-16,1 3 2 0,1 0-3 15,0 0-1-15,0-1-1 16,2 1-2-16,6-4 1 16,3 1-2-16,-1-3-4 15,1 0-19-15,1-5-33 16,-3-2-69-16</inkml:trace>
  <inkml:trace contextRef="#ctx0" brushRef="#br0" timeOffset="69085.39">24079 13012 256 0,'0'0'27'16,"0"0"-20"-16,0 0-8 15,0 0 4-15,0 0-7 16,0 0-14-16,0 0 15 0,0 0 5 16,0 0 1-16,12-30 7 15,-11 26 6-15,1-2-3 16,3-1-1-16,1 3-3 16,-2-2-6-16,3 3-2 15,-3 2 0-15,1-2-1 16,2 3 1-16,-2 0-1 0,1 0 1 15,-1 0-1-15,1 4 0 16,0 3-1-16,-1 3 0 16,-1 1-3-16,1 2-12 15,-4 0-3-15,-1 0-2 0,0 0 0 16,0-3 5-16,0-2 10 16,0-1 0-16,0-2 0 15,0-2-3-15,0-2-6 16,0-1-10-16,0 0 1 15,0 0 10-15,-1-4 5 16,1-4 6-16,0 1 7 0,0 0 16 16,0 0 16-16,0 1 3 15,0-2-3-15,0 1-8 16,0 0-8-16,0 2-6 16,3-2-4-16,1-1-5 15,3 3-3-15,-1 0-1 0,2-1-1 16,-1 1 0-16,1 0 1 15,3 1-1-15,-3 0 0 16,2 1-1-16,0 3 1 16,2-1 0-16,-2 1 1 15,3 0-1-15,-2 0 1 0,3 0 1 16,-1 4 1-16,1 2-1 16,-3 2 1-16,1 3 2 15,-2 4-4-15,-3 3 4 16,-3 6 1-16,-4 7-1 15,-2 8 0-15,-16 6-2 16,-12 9-1-16,-12 9-2 0,-22 4-36 16,-16 2-104-16</inkml:trace>
  <inkml:trace contextRef="#ctx0" brushRef="#br0" timeOffset="70763.6">15726 13351 97 0,'-4'2'2'0,"2"-2"9"0,-1 1-2 0,2 2-8 0,1-1 0 0,0 0-1 16,0 1 2-16,-1 1 7 15,0 3 0-15,0 1 3 16,0 3 2-16,-1 5-3 16,0 3-4-16,-2 5-4 0,4 8-1 15,0 5 0-15,0 4 1 16,4 6-2-16,2 5 1 15,4 8-2-15,-4 8 1 16,3 6 1-16,-3 8 0 16,4 9 3-16,-6 6 3 0,3 5-3 15,-4 2-3-15,1 1-1 16,2-2-1-16,-3-9-10 16,-1-11-55-16,0-21-60 15</inkml:trace>
  <inkml:trace contextRef="#ctx0" brushRef="#br0" timeOffset="72212.12">15741 13101 48 0,'0'0'21'0,"0"0"11"0,0 0-7 0,0 0-5 16,48-39-9-16,-31 32-8 16,1 0-2-16,2 0-1 15,3 1 1-15,2 0-1 16,1 0 0-16,1 1 0 16,2-1 0-16,1 2 0 15,1-1 1-15,4 0 1 0,1 2 3 16,3-3 8-16,3-1-3 15,6 0-3-15,1-1 2 16,4 0-4-16,2 0-3 16,2-2-1-16,4 2-1 15,1-2 1-15,1 1 0 0,4-2-1 16,1-1 0-16,3-1 2 16,2 1-2-16,4-3 1 15,-3 1 0-15,4-1 0 16,2-2-1-16,-1 2 0 15,3 0 1-15,-1-1-1 0,1 1 0 16,1 1 1-16,-1 1 1 16,0 0 2-16,0-1 2 15,2 2-4-15,4-1-1 16,0 1 0-16,5-4 0 16,1 2-1-16,4-2 0 0,-2-1 1 15,1 0-1-15,2 0 0 16,0-3 0-16,2 3 0 15,2-2 1-15,2-2-1 16,0 3 3-16,3-3 6 16,4 2-2-16,1-1-3 15,4 1 2-15,3-3-1 0,3-1 1 16,2 0 1-16,2-1 0 16,3 0 0-16,4-1 0 15,1 2-1-15,3-1-2 16,-2 3-2-16,2-1-1 15,0 1-1-15,1 3 1 0,-1-1-1 16,-1 3 3-16,3-2-3 16,-2 0 0-16,-1 0 0 15,0 0 0-15,1 0 0 16,-3-1 0-16,-3 1 1 16,-4 0 0-16,-5 0-2 15,-9 3 2-15,-3 0-1 0,-5 0 0 16,-4 0 0-16,-4 1 0 15,-3 0 0-15,-3 0 1 16,3 1-1-16,-7-3 0 16,-3 1 0-16,-3-1 1 0,-1-1 1 15,-4 3 1-15,-2-2-2 16,-4 3 0-16,-4 1-1 16,-4 3 1-16,-7 2-2 15,-5 3 1-15,-13 1-2 16,-6 3 0-16,-6 0-1 0,-7 0-1 15,-6 0 4-15,-2 0-5 16,-3 4 1-16,-1 1-1 16,-1 0 2-16,1 0 2 15,-2 1 0-15,0 0 1 16,-1 3 0-16,0-1-1 16,-1 4 1-16,1 0 0 0,-2 3 0 15,0 0-1-15,1 4 3 16,3 1-1-16,-2 1 0 15,0 3-1-15,-1 4 0 16,2 5 2-16,-5 4-2 0,0 7 0 16,0 6 1-16,0 7 1 15,0 5-1-15,0 9-1 16,-4 6 0-16,0 1 0 16,0 4 0-16,0 0 0 15,1 3 0-15,2-2 1 16,1-2-1-16,0 0 1 0,0 3 0 15,4-2 0-15,0 1-1 16,-4-2-4-16,-1-3-76 16,-13-7-159-16</inkml:trace>
  <inkml:trace contextRef="#ctx0" brushRef="#br0" timeOffset="74477.57">15675 14679 96 0,'1'-3'6'0,"-1"3"18"0,0-1 8 0,0 1-19 0,0 0-10 16,0 0 2-16,0 0-5 15,0 0 3-15,0 0-2 16,0 0-1-16,0 0 3 0,0 0 3 15,0 0 2-15,0 0-5 16,0 0 0-16,2 0-1 16,3-4 2-16,0 1 1 15,4-4-1-15,4-2-1 16,3-2-1-16,1 0-2 0,8-3 1 16,2 2-1-16,2-1 1 15,3 3-2-15,3 1 1 16,3 1 0-16,-1 1 0 15,2 0 0-15,0 1 1 0,2 1-1 16,1-2 0 0,2-2 1-16,3 0 1 0,0-2 4 15,6-1 2-15,-1 0-2 16,-1 1-2-16,4-1-1 16,0 1-2-16,0 0-1 15,4 2 2-15,-4-1-2 16,1 3 0-16,2-3 0 0,-3 3 0 15,3-2 0-15,0 0 0 16,2 0 1-16,-2-1-1 16,2 3 2-16,0-3-4 15,-2 3 4-15,0 0-2 0,-1-2-2 16,1 2 4 0,0-3-2-16,-2 2 0 0,-1-1 0 15,3-1 0-15,0 2 0 16,1-1 0-16,3 1 0 15,-1-1 0-15,1 2 1 16,1 1 11-16,1-1-12 0,1 0 0 16,-4 3-1-16,2 0 1 15,-1-2-2-15,1 3-1 16,-2 0 3-16,0-2-1 16,0 3 1-16,-1-1 0 15,-1 2 0-15,0 0 0 0,0 1 0 16,-1 0 0-16,0 0 0 15,-1 0 0-15,0 0 0 16,1 0 0-16,2 1 0 16,-2-1 1-16,4 0-1 15,0 0 1-15,2-3 2 0,0-2 0 16,1-1 3-16,1 0 1 16,-3 2-6-16,0-2-1 15,1 3 1-15,-3-1-1 16,-1-1 0-16,2-1 0 15,-3-1 1-15,3-1 2 0,-2 0 3 16,3-2-1-16,2 0 0 16,0 0 1-16,1-1-4 15,2-2-1-15,0 3-1 16,2-3 1-16,-1-1 1 16,-1 1 7-16,0 0 1 0,3-1-5 15,0 2 0-15,-1-1-2 16,2 2 0-16,2 0 0 15,-2 0-3-15,6 0 0 16,-4 1 1-16,4-3-1 16,-6 0 1-16,2 2-1 15,-1-2 0-15,-2 3 0 0,-2 0 0 16,2 2 1-16,3-2 1 16,3-1-1-16,1 2 8 15,0-4-6-15,1 2 0 0,1-2-2 16,-4 1-1-1,1 1 1-15,-6 4-1 0,0 1 0 16,-3 1 0-16,-4 1 1 16,-4-1-1-16,1 3 0 15,-6-3 2-15,-1-1-1 16,-2-1 1-16,3 2-1 16,-3-1 0-16,0 0 1 15,1 2 0-15,-4-2-1 0,1 2-1 16,-3 0-1-16,-1 0 0 15,-6 1 1-15,1 0-4 16,-4 0 5-16,-1 1 1 16,-3-2-2-16,-1 2 0 0,-2-1 0 15,-1 1 0-15,-3 0 0 16,-1 1 0-16,-3 1 0 16,1 0 0-16,-3 0 0 15,-1 0 0-15,0 0 0 0,-1 0 1 16,1 0 1-16,1 0 3 15,1 0 0-15,-3 0-4 16,4 0 5-16,1-2-4 16,-2 2 0-16,1-2-2 15,2 2 1-15,1 0 1 16,-2-1 0-16,0 1-1 0,1 0 0 16,-1 0 1-16,-4 0-2 15,0 0 0-15,-3 0 0 16,0 1 0-16,-4 3 0 15,-4-2 0-15,-2-1 0 16,-1 1 0-16,-3-1 1 16,-1 0-1-16,0-1 1 0,-1 0-1 15,0 0 7-15,0 0-1 16,0 0 4-16,0 0-4 16,0 0-4-16,-4-6-1 15,0-2-1-15,1 0 0 0,-5-5 1 16,2-4 0-16,0-3-1 15,1-7 1-15,-1-4-1 16,1-9-1-16,1-10 0 16,3-12-11-16,1-19-33 0,0-20-27 15,0-25-192 1</inkml:trace>
  <inkml:trace contextRef="#ctx0" brushRef="#br0" timeOffset="82066.42">20080 14118 86 0,'0'0'99'16,"0"0"-74"-16,0 0-1 0,0 0-8 0,0 0-7 16,0 0-6-16,0 0-3 15,0 0-3-15,0 0 3 16,0 0-2-16,0 0 1 16,-6 22-1-16,6-4 4 0,0 10-1 15,0 2-4-15,0 6 7 16,2 5-3-16,4 0 1 15,0 3-4-15,-2 0 4 16,-2 0-2-16,0-3-2 0,-2-2 4 16,0-2-2-16,0-2 0 15,-4-2 1 1,-2-5-1-16,0-1 0 0,0-1 2 16,1-4 1-16,1-5 1 15,-1-1-4-15,2-2 1 16,1-1-2-16,0-3-9 0,0 0-30 15,-2-3-45-15,-3-1-32 16</inkml:trace>
  <inkml:trace contextRef="#ctx0" brushRef="#br0" timeOffset="82416.59">19855 14851 167 0,'0'0'42'16,"0"0"-20"-16,0 0-16 0,0 0-3 0,0 0 0 15,0 0 1-15,0 0-2 16,0 0-1-16,0 0-1 16,42 0 2-16,-29 4 0 15,-4 2 1-15,1 1 4 0,3 2-6 16,0 0 2-16,1-1-2 16,1-1 0-16,5-1-2 15,-4-2-4-15,4-1-14 16,-1-3-23-16,-2 0-37 15</inkml:trace>
  <inkml:trace contextRef="#ctx0" brushRef="#br0" timeOffset="82622.59">20196 14701 162 0,'0'0'8'16,"0"0"-2"-16,0 0 4 16,-40 56-5-16,26-27 2 15,1 6-1-15,-3 8-5 0,-2 4-3 16,0 5-28-16,0 1-44 16</inkml:trace>
  <inkml:trace contextRef="#ctx0" brushRef="#br0" timeOffset="83691.52">19583 15252 222 0,'0'0'2'0,"0"0"6"0,0 0-3 0,0 0 7 16,0 0-7-16,0 0-6 15,0 0 3-15,0 0-1 16,0 0 0-16,0 0-2 0,3 47 4 15,3-19 0-15,3 8-1 16,-1 6-2-16,2 5 2 16,-3 1-2-16,3 3 1 15,-2-4-1-15,-3-3-1 0,-1-2-1 16,0-3-4-16,-2-6 1 16,-2-5-1-16,0-5 2 15,0-5-4-15,0-5 1 16,0-4 5-16,-2-6 2 15,2-2 1-15,-3-1-1 0,3 0-10 16,0 0 2-16,0-4 12 16,0-2-4-16,0 2 2 15,0-2 0-15,0 5 0 16,0-3 2-16,3 1-1 0,2 0 0 16,1-2 0-16,3 1-3 15,3 0 0-15,2-1 2 16,0 0-2-16,3-1-5 15,0-1-9-15,1 0-46 16,-5-1-64-16</inkml:trace>
  <inkml:trace contextRef="#ctx0" brushRef="#br0" timeOffset="83911.08">19902 15632 321 0,'0'0'13'0,"0"0"-9"0,0 0-8 0,0 0-11 15,0 0 4-15,17 36 4 16,-8-21 0-16,3 3-4 0,-2 1-5 16,-3 1-3-16,-1 3 2 15,-2 0-2-15,-2-2-20 16,-2-1-117-16</inkml:trace>
  <inkml:trace contextRef="#ctx0" brushRef="#br0" timeOffset="84096.41">19901 15461 323 0,'0'0'-7'15,"0"0"12"-15,0 0-5 16,0 0-18-16,0 0-26 16,0 0 24-16,0 0-24 15,41 15-56-15</inkml:trace>
  <inkml:trace contextRef="#ctx0" brushRef="#br0" timeOffset="84525.02">20071 15728 162 0,'0'0'-3'16,"0"0"2"-16,0 0 0 16,-3-45-1-16,3 34 4 15,0 3-4-15,0-1 4 16,5 3-1-16,0 1 0 0,3 2-1 15,1 0-2-15,1 3 4 16,1 0-1-16,2 2-1 16,-2 7-10-16,-3 1-11 15,2 3-2-15,-3-1 3 0,-1 2 0 16,-4-4 16-16,-1-2-1 16,-1-1 14-16,0-4 17 15,0-3 4-15,0 0 14 16,0 0-8-16,0-6-9 15,0-5-27-15,0-3 9 16,0-2 3-16,0-1-3 0,6 2 3 16,1 0-7-16,2 3-3 15,-2 3-2-15,3 5 0 16,2 1-1-16,-1 3-2 16,1 0-6-16,1 0-15 0,-2 7-21 15,0 0-40-15</inkml:trace>
  <inkml:trace contextRef="#ctx0" brushRef="#br0" timeOffset="84887.75">20390 15629 305 0,'0'0'2'0,"0"0"-5"0,0 0-13 0,0 0-43 0,0 0 45 16,0 0-6-16,14-39 15 16,-10 24-25-16,-1 1 17 15,-3 0 8-15,0 3 13 16,0 2 9-16,-1 2 1 16,-5 3-3-16,-1 1 0 0,0 3 1 15,1 0-7-15,0 0-5 16,-1 6 1-16,1 4-2 15,2 2-1-15,0 3 1 16,4 1-3-16,0 0-1 16,0 1 0-16,6 0-2 0,6-2-6 15,-1 0-8-15,5-2-4 16,-1-3-10-16,2-3-2 16,0-3-4-16,1-4-9 15</inkml:trace>
  <inkml:trace contextRef="#ctx0" brushRef="#br0" timeOffset="85477.37">20585 15505 274 0,'0'0'3'15,"0"0"0"-15,-39 15-1 16,31-5-2-16,2-1-2 15,3 3-7-15,1 0 2 16,2 2 1-16,0 0-2 0,0-1 2 16,0-2 4-16,3-1 1 15,1-1-1-15,2-5 2 16,-2 2-1-16,1-5-3 16,3-1-2-16,-2 0-1 15,2-1 8-15,-1-9-2 0,1 1-1 16,0-4 1-16,-4 1 0 15,1-1 2-15,1 1-1 16,-3 3 1-16,2 0-1 16,1 4 2-16,-4 0-2 15,1 2 2-15,1 3-2 16,2 0 0-16,-2 0 0 0,2 2-1 16,1 6 0-16,1-1 4 15,-2 2 4-15,4 1-7 16,-3-3 1-16,2 0-1 15,-1-3-1-15,0-1-3 16,2 0-1-16,-4-3 4 0,1 0 1 16,0-3 3-16,0-7-2 15,-2 0 5-15,1-3 0 16,-4-1 2-16,1-3 4 16,-1 0 1-16,-2 4-1 15,0 3-1-15,1 2-1 0,0 3-7 16,2 4-1-16,1 1-3 15,-2 0-2-15,3 1-4 16,3 8-8-16,4 3-2 16,-1 2 0-16,4-2-13 15,-1 0-38-15,-1-1-10 16</inkml:trace>
  <inkml:trace contextRef="#ctx0" brushRef="#br0" timeOffset="85820.32">21051 15436 281 0,'0'0'22'0,"0"0"-19"0,0 0-7 0,0 0 4 0,0 0 1 0,46-10-1 15,-29 10 0-15,2 0-4 16,0 8 0-16,-4 3-1 15,1 3-5-15,-4 0 1 16,-1-1-1-16,-4-2 1 16,-2-2-4-16,-3-5 18 15,-2-1 4-15,1 0-1 0,-1-3-1 16,0 0-7-16,0-6 9 16,2-7-8-16,1-4-2 15,0-7 3-15,4-3-2 16,1-1 1-16,0-1-11 15,3 4-22-15,0 3-21 0,0 4-8 16,0 5-24-16</inkml:trace>
  <inkml:trace contextRef="#ctx0" brushRef="#br0" timeOffset="86154.11">21369 15355 152 0,'0'0'58'0,"0"0"-53"16,0 0 3-16,0 0-3 15,43 15 4-15,-29-15-1 16,1-5-5-16,1-5-3 0,-1-2-1 16,-2 0-15-16,-5-1-1 15,-2-1 13-15,-2 4 3 16,-2 2 3-16,-2-1 1 16,0 5 5-16,-6 1 6 15,0 3-2-15,-2 0-8 16,-1 3 0-16,3 8-3 0,0 2 3 15,3 3-4-15,3 1 0 16,0 0-2-16,0-2 0 16,5 0-2-16,8-4-1 15,0-4-1-15,4 0-1 16,4-7-1-16,1 0-3 0,2-3 9 16,2-9-14-16,-2-3-33 15,-2-3-10-15,-1-2-3 16</inkml:trace>
  <inkml:trace contextRef="#ctx0" brushRef="#br0" timeOffset="86465.13">21717 15211 86 0,'0'0'34'0,"0"0"12"15,0 0-6-15,0 0-17 16,-45-12-8-16,31 22-8 16,1 7-2-16,4 0 4 15,-1 5-4-15,5 0-3 0,3 3 1 16,2 0-2-16,0 0-1 15,9-3 0-15,3 5 0 16,1-5 1-16,3 1-2 16,-1 0 3-16,2-2 0 15,0-1-2-15,-2 0 1 16,-3-3-1-16,-2 0 1 0,-5-4-2 16,-2-2 2-1,-3-1 0-15,0 0-1 0,-4-1-1 16,-6-2-2-16,-1 1-2 15,-2-1-2-15,-1-5-13 0,1-2-28 16,0 0-17-16,3-9 10 16,2-5-16-16</inkml:trace>
  <inkml:trace contextRef="#ctx0" brushRef="#br0" timeOffset="86795.14">21734 15307 175 0,'0'0'10'0,"0"0"14"16,0 0 3-16,40-24-11 0,-25 18-9 15,1 2-2-15,1 1-3 16,0-1-1-16,1 4 0 16,-3 0-2-16,1 4 0 15,-6 7-1-15,-2-1-1 16,1 3 0-16,-7-1-7 15,-2-2 14-15,0-2 1 0,0-1-1 16,-4-1 1-16,-2-5 4 16,2-1 0-16,2 0 2 15,-1-7-9-15,3-7 3 16,0-5-8-16,0-3 3 16,0-4-4-16,3-1-1 0,6 2-11 15,1 3-4-15,2 1-12 16,3 5-29-16,-1 4-4 15</inkml:trace>
  <inkml:trace contextRef="#ctx0" brushRef="#br0" timeOffset="87094.3">22073 15215 211 0,'0'0'33'0,"0"0"-24"15,0 0 2-15,0 0-11 16,0 0-6-16,0 0 9 0,0 0 0 15,40-3-5-15,-37-8-1 16,-2-2 3-16,-1 1 3 16,0-2 1-16,0 2 2 15,-1 0 2-15,-3 5-4 16,1 0 0-16,-3 4-1 0,2 3-2 16,-1 0-4-16,0 4-2 15,1 9 6-15,2 6-1 16,2 2-1-16,0 1 0 15,0 1-1-15,2-1-5 16,9-1-6-16,-3-5-17 0,2-4-18 16,4-4-21-16,-1-6-26 15</inkml:trace>
  <inkml:trace contextRef="#ctx0" brushRef="#br0" timeOffset="87707.23">22291 15064 79 0,'0'0'55'0,"0"0"-2"16,0 0-4-16,0 0-32 15,0 0-9-15,0 0 3 16,0 0-5-16,-40-17-6 0,34 28-1 16,0 1 3-16,3 2-2 15,2 2 0-15,1-2 0 16,0 0 0-16,0-1-1 15,8 0 0-15,1-2 0 16,1 0 0-16,2-1 1 0,2-3 0 16,-1-1-1-16,3-1 3 15,-3-1 1-15,-1 0-1 16,-5-1-2-16,-1 0-2 16,-4-2 1-16,-2 3-2 0,0-2 0 15,-2 2 14 1,-8-1-10-16,-2 1-3 0,1-2 1 15,-1-1 2-15,3-1 2 16,1 0 2-16,4-3-4 16,3-10-4-16,1-1 0 15,0-4-2-15,8-1 3 0,4-1-1 16,4 2 0-16,2 0 3 16,-1 3 0-16,1 1 0 15,-1 4 0-15,2-1 2 16,-6 6-1-16,2 1-1 15,-2 4 0-15,1 0 0 0,0 0 0 16,-2 7-1-16,-2 5 1 16,1 3-2-16,0 1 1 15,-1 2-3-15,-7-1 3 16,-1 0-1-16,-2-1-4 16,0-3 1-16,0-5 3 0,-2 0 0 15,-1-4 8-15,1-3-2 16,0-1 1-16,2 0-5 15,0-7-15-15,0-7 4 16,4-6-23-16,-1-4-26 16,-1-5-32-16</inkml:trace>
  <inkml:trace contextRef="#ctx0" brushRef="#br0" timeOffset="87842.19">22539 14873 267 0,'0'0'16'0,"0"0"-14"0,0 0-2 0,0 0-17 16,0 0-53-16,0 0-122 15</inkml:trace>
  <inkml:trace contextRef="#ctx0" brushRef="#br0" timeOffset="88423.33">22693 15040 95 0,'0'0'4'15,"0"0"-8"-15,0 0 6 0,0 0 3 16,0 0 21-16,0 0 3 15,0 0 9-15,-36 21 1 16,29-12-15-16,2 2-11 16,0-1-8-16,2 0-5 15,2 1-1-15,1-2 1 0,0 1-5 16,0-3-1-16,0-3 0 16,0-1-1-16,0-1 0 15,2-2 2-15,1 0 5 16,1 0 8-16,1 0-2 15,0-6 5-15,2-4-7 16,-1-3 0-16,2 2-1 0,2-2-2 16,-3 3-1-16,1 3 1 15,-3 1-2-15,4 3 2 16,-4 1 0-16,3 2 2 16,-1 0-1-16,1 0 0 15,-1 0-1-15,0 2-2 0,-2 3-1 16,-2-1-1-16,0 0 0 15,-1-1-2-15,0-1 3 16,-1-1 4-16,0-1 4 16,-1 0-2-16,1 0-3 15,0 0-1-15,1 0 7 0,2 0 2 16,0-3 1-16,1 0-4 16,2 3-4-16,1 0-1 15,0 0-2-15,3 0 0 16,-2 0-16-16,-2 0-30 15,-4 0-105-15</inkml:trace>
  <inkml:trace contextRef="#ctx0" brushRef="#br0" timeOffset="88687.56">22873 14766 187 0,'0'0'116'0,"0"0"-110"0,0 0-9 0,0 0-2 15,-1 41 2-15,7-32-3 16,-2 1-9-16,2-3-17 0,-1-2-29 15,1-2-7-15,-2-3-21 16</inkml:trace>
  <inkml:trace contextRef="#ctx0" brushRef="#br0" timeOffset="90309.95">19590 14989 12 0,'0'0'134'0,"-42"-1"-132"0,21 1 16 0,2 0 3 0,1 0-8 16,0 1-11-16,3 3 0 15,-2 0 2-15,-1 3-1 16,1-1 7-16,1 0 1 16,-2 5 6-16,1-1-11 0,-3 4-3 15,4 1-2-15,0 5-1 16,-2 1-1-16,1 0-3 15,-1 3 2-15,2 3 2 16,0-1 0-16,3 2 1 16,-1 2 0-16,3 4 0 15,1 2 0-15,4 4-3 0,1 3 3 16,3 3-2-16,2 2 0 16,0-1-1-16,3 3 1 15,8-2-1-15,3 1-1 16,3-3 1-16,3 1 2 15,5 1 0-15,4 1-1 0,3 2 1 16,5 1-3-16,1 2 3 16,5 2-1-16,1-1-2 15,4-2-1-15,6-1 2 16,6-1 1-16,3-1-1 16,6-3-1-16,8-3-4 0,4-6-1 15,2-5 2-15,-1-8 8 16,4-8 21-16,2-8 1 15,2-6-11-15,-1-3-3 16,6 0-6-16,1-3 2 16,2-8 2-16,0-2 2 0,3-4 0 15,0-3 11-15,1-1-5 16,0-3-5-16,2-2 1 16,-1 0 3-16,2 1-2 15,-4 1-7-15,-1 1-4 16,-3 0-1-16,-6 1-3 0,-2 0-2 15,-6-1-3-15,-7-2 5 16,-5-5 1-16,-5 0 2 16,-6-2-2-16,-4-5-3 15,-3 2 1-15,-3-4 2 16,-2-2 1-16,-1-2 0 0,-5-4-6 16,-5-3-16-16,-4-1-9 15,-4-3 10-15,-5-4 2 16,-1 1 15-16,-2-5 4 15,-4 1 1-15,-1-3-2 16,-4 1 1-16,-1-3-2 16,-1 2 3-16,-5 0 0 15,0 1 0-15,-1-3 0 0,-2 3 0 16,1 3 2-16,-3 4-3 16,0 3-4-16,-11 10-16 15,-5 9-38-15,-5 6-15 16,-9 8 30-16,-3 7 28 0,-5 6 40 15,-2 2 16-15,-2 3 9 16,0-1-4-16,-3 1-25 16,3-2-11-16,-2 2-8 15,2-1-5-15,0-1-8 0,-5 1 6 16,3 1 3-16,-2 1-4 16,-2 1 17-16,-3 0-9 15,0 0 4-15,-2 3-1 16,-2 1-4-16,-1 3-3 15,0 0 0-15,-1 2 0 16,2-1 2-16,-3 1 0 16,1-1-3-16,-2-1 1 0,-4-1 3 15,-4 0 3-15,-7-2 1 16,-7 0 5-16,-8-1-7 16,-6 0 0-16,-11 3-1 15,-9-1-1-15,-9 3 2 0,-17 0-3 16,-9 3-3-16,-17 5-3 15,-20 4-30-15,-19 6-68 16</inkml:trace>
  <inkml:trace contextRef="#ctx0" brushRef="#br0" timeOffset="94295.84">3469 5391 26 0,'0'0'1'0,"0"0"0"0,0 0 4 0,0 0-1 0,0 0 1 16,42-9 2-16,-30 8-3 15,1-2 0-15,0 2-1 0,5-2-1 16,3 0 0-16,-2-1 0 16,4 0-2-16,-2 0 3 15,2 0-1-15,0 3 2 16,-2-1 0-16,3 0-1 16,-4 2-1-16,4-2 2 15,1-1 2-15,2-1-3 0,2 0-1 16,1 1-1-16,3 0 0 15,0 0-1-15,1 2 1 16,1 1-1-16,1 0 1 16,-1 0-1-16,2 0 0 15,1 0 0-15,4 0 1 16,3 0-1-16,2 2 2 0,6 0-1 16,-1-1-1-16,-1 1 1 15,-1-2 0-15,3 0-1 16,-4 2 0-16,1-1 0 15,0 2 0-15,2 0 0 0,0 2 0 16,2-1 0-16,-2 2 0 16,3 0 0-16,3-2 0 15,0 2 0-15,0-2 0 16,1 2-1-16,0-3 2 16,6 1-1-16,-2-3 0 0,2-1 0 15,-1 0 1-15,1 0-1 16,2 0 0-16,-2 0 0 15,0 0 0-15,1 0 0 16,0-1 0-16,-4-3 0 16,3 2 0-16,-2-1 1 0,0 0 0 15,5 1 0-15,-1 0 0 16,0-1 1-16,3 2 1 16,-3 0-3-16,2-1 1 15,-4 2 0-15,1 0-1 16,2 0 1-16,0 0 0 0,1-3 0 15,2 1 0-15,3-2-1 16,-1-1 1-16,4-1 0 16,-1 0-1-16,-1-1 0 15,0 0 0-15,0 0 1 16,2 2 0-16,-2-1 3 0,1 0 0 16,2 1 0-16,1 0 0 15,1 2-2-15,1-1-1 16,0 1 0-16,1 0 1 15,3 1-1-15,2 2 0 16,-2 0 0-16,2 0 0 16,2 0 1-16,0 0-2 0,-1 0 1 15,1-2-1-15,3 1 1 16,-1-2-1-16,-1 0 0 16,0 0 0-16,1 0 0 15,1 2 0-15,-5-2 1 0,-3 3-1 16,4 0 1-16,3 0 3 15,-1 0-3-15,1 0 3 16,4 0 0-16,3 0-1 16,-1 0-1-16,-1 0-1 15,1 0 2-15,0 0-2 0,1 0 0 16,0 0 0-16,2 0 1 16,0 0 1-16,-2 2 4 15,0-2-5-15,2 0 3 16,-1 0 4-16,-1 0 0 15,0 0-1-15,-2 0-2 0,0 0 2 16,-6 0-2-16,-1 0-2 16,-3 0-1-16,-2 0 0 15,-5 4 0-15,-1 3-2 16,-9 0 1-16,-2 4 0 16,-9 2 1-16,-4 3 0 15,-9 1-1-15,-5 6-9 16,-10-1-28-16,-9-2-39 0,-16-4-21 15</inkml:trace>
  <inkml:trace contextRef="#ctx0" brushRef="#br0" timeOffset="95698.81">3672 6503 8 0,'10'0'12'0,"3"0"-3"0,-3-3-1 0,5 0-5 16,-1-1-1-16,3 1 1 15,-2 2-1-15,5 0-1 16,1-2 0-16,0 1 0 16,4 0-1-16,0 1 0 15,2 0 1-15,4 1-1 16,-2-2 0-16,3 2 0 0,1 0 0 16,3 0 0-16,-1 0 1 15,1 0 0-15,5 3 2 16,1 2-2-16,5-1 0 15,4 0 0-15,1 0 0 0,2 1 2 16,0-3 0-16,0 1-3 16,3-1 3-16,-1-1-2 15,0-1 0-15,2 0-1 16,-3 0 2-16,4 0-1 16,-2 0 1-16,2 0-1 15,1 0 1-15,-4 4 0 16,3 2 0-16,-2 1-1 0,-1-1 1 15,0 1-2-15,0 0 1 16,-2 0-2-16,2-1 1 16,-1-1 0-16,-1-2 0 15,2-3 0-15,-2 0 0 0,-3 0-1 16,7 0 2-16,-5 0 0 16,2 0 0-16,-2 0-1 15,0-1 1-15,-1-3-1 16,0 1 0-16,-3 0 1 15,4 0-1-15,-1 2-1 0,-5 1 2 16,2 0-3 0,-3 0 4-16,-2 0 0 0,-2 0 1 15,-1 0-2-15,-2 0 2 16,-5 0-2-16,-3 1 1 16,-4 1 3-16,-6-1-2 0,-2 0 2 15,-4 1 1-15,-1-1-2 16,-5 3-1-16,2-1 2 15,0 6 1-15,-4-1 0 16,-5-2-31-16,-2-4-95 16</inkml:trace>
  <inkml:trace contextRef="#ctx0" brushRef="#br0" timeOffset="97518.44">7367 7663 15 0,'0'0'4'0,"0"0"10"0,-36 0 3 0,23 0-6 0,3 0 2 15,0 0 2-15,1 0-1 16,3 0 2-16,0 0 0 16,2-1-3-16,1-2-4 15,2 3-6-15,1 0-4 16,0 0-10-16,0 0 8 0,1 0 2 15,4 0-2-15,2 0-1 16,0 0-1-16,1 2-1 16,3 0 4-16,3 0 2 15,1-2 0-15,6 0 1 16,0 0-1-16,6 0 2 0,-1 0 0 16,3-2 1-16,0 0-1 15,2 0 0-15,-2 1-1 16,2-1-1-16,-2 2 1 15,5 0-1-15,-1 0 0 16,4 0 0-16,-1 0-1 0,3 0 0 16,1 0 0-16,3-4 1 15,-3-2-2-15,0 1 5 16,3 0-3-16,-3 2 3 16,0 2-2-16,-1 1 0 15,-2 0-1-15,1 0 0 0,-4 0 0 16,-1 4 1-16,-1-1 1 15,1 3-2-15,1-2 0 16,4-1 0-16,0-2 0 16,-2-1 0-16,2 0 0 15,2 0 0-15,-2 0 0 0,-3 0 0 16,-1 0 2-16,0 3-1 16,-1 0 1-16,-2 3-1 15,0-2 0-15,3-3-1 16,-3 3 0-16,2-4 0 15,2 0-1-15,-1 0 1 16,1 0-1-16,-1 0 1 0,3 0 1 16,-1 0 0-16,3 0-1 15,0-2 1-15,2 0 0 16,-1 2-1-16,3-3 0 16,-3 2 1-16,0 0-1 0,2-1 0 15,-2 2 0-15,1 0-1 16,2-1 1-16,-1 1 0 15,1 0 0-15,-3 0 1 16,0 0-1-16,1 0 0 16,-2 0 1-16,-1 1 1 0,2 5-1 15,1-1 0-15,1-2 0 16,2 0 0-16,2-1 0 16,0-2 0-16,1 0 1 15,-4 0 0-15,3 0-1 16,-1-2-1-16,0 1 0 0,-3 1 0 15,1 0 0-15,-3 0 0 16,-2 6 0-16,0 2 2 16,-2 1-2-16,2-1 1 15,0 1-1-15,-3-2 1 16,1-1 0-16,0-2 0 16,0 0-1-16,-5-2 1 0,1-2-1 15,-1 0-1-15,-2 0 1 16,-3 0 0-16,3 0 1 15,-1-2 0-15,-1-2 2 16,-1 1 2-16,1-1-2 0,-2-1 0 16,-5 1 0-16,2 1 0 15,-6 0-1-15,-1 1-1 16,-4 0 1-16,-1 2 1 16,-4 0-1-16,-6 0-16 15,0 0-46-15</inkml:trace>
  <inkml:trace contextRef="#ctx0" brushRef="#br0" timeOffset="98251.34">10194 7757 14 0,'38'0'12'0,"-1"0"-1"0,3 0-1 0,-1-6-1 0,1-2-4 16,-1 1-2-16,1 1-1 15,-5 0-1-15,1 2 4 16,3-1 1-16,-5 3 2 15,1-2-2-15,-2 4-1 0,-1-2 0 16,-1 2 0-16,-4 0 1 16,-3 0-2-16,-2 0-1 15,-3 0-1-15,-5 0 1 16,-2 0 1-16,-3-4-9 0,-7-3-18 16</inkml:trace>
  <inkml:trace contextRef="#ctx0" brushRef="#br0" timeOffset="99112.69">10786 6791 52 0,'0'0'4'0,"0"0"-2"0,0 0 2 0,0 0 0 16,0 0 1-16,0 0-1 15,0 0 2-15,0 0-2 16,0 0 1-16,0 0 0 0,0 0-8 16,-15-3 3-16,15 3 2 15,4 5-2-15,0-1 0 16,1 2 0-16,0-1 0 15,2 1 0-15,-3 0 0 0,-1 1 0 16,1-2 0-16,0 1-2 16,-2-2 2-16,3 1-1 15,2-1 1-15,-2-3 0 16,1 1 0-16,2-2 0 16,-1 0 0-16,1 0 1 15,0-2 1-15,0-5-4 0,3 0 1 16,1-4 4-16,1-2-5 15,1 0 4-15,2 0-1 16,4-5 0-16,1-1 2 16,5-3-1-16,0-1 1 0,3 0 2 15,0-4 0 1,3 2 1-16,1-2 1 0,0 0 0 16,2-3 1-16,-3 0 0 15,1 1-4-15,2 0 1 16,-4-1 1-16,1 3-1 15,-3 3-2-15,-4 3 1 16,-2 2-1-16,-2 5 0 0,-3 4-2 16,-5 0 0-16,1 6 0 15,-1 4-3-15,-4-3-45 16,-5-3-23-16</inkml:trace>
  <inkml:trace contextRef="#ctx0" brushRef="#br0" timeOffset="102165.79">11008 6783 44 0,'0'-6'8'0,"0"-3"-1"0,0 1-2 0,0-1-2 0,0 0 2 16,0 1-2-16,0 1 0 16,0 0 8-16,0 3 2 15,0 1 0-15,0 0-4 16,-3 0 1-16,-3 2-4 0,2-2-4 15,1 3 0-15,-3-1 2 16,1-2-2-16,-2 0-1 16,1 0 0-16,-1-2 0 15,0 2 0-15,-3 0-1 16,2-1 1-16,-3 2-2 16,-3 1-2-16,1 1 5 0,-3 0 0 15,-1 0-2-15,-3 0 0 16,2 8 0-16,-5-2 0 15,1 7-1-15,-1-2 2 16,2 2-1-16,0 3 0 16,-1 1 0-16,4 2 0 0,0 4 0 15,-1 3-1-15,0 1 0 16,3 2 0-16,1 1 0 16,-1 3 1-16,3 0-1 15,2 1 1-15,1 1-1 0,0 2 1 16,5 3-1-16,-2 0 1 15,3 2 0-15,1 1 0 16,3-2-1-16,-2 2 1 16,2-2 0-16,0-3 0 15,0-4 0-15,5 2 0 16,2-3-1-16,-1-4 1 0,1 1 0 16,0-1 0-16,4-2 0 15,-4 0 0-15,3-3 0 16,2 1 0-16,-1 0 0 15,2 0 0-15,1 1-1 16,3 1 1-16,1 1-1 0,3-2-1 16,-1 2 1-16,5-4 0 15,-1 0 0-15,1-4 1 16,-2-1-1-16,1-5 1 16,0-4 0-16,-2-5 1 15,1-2-2-15,-1-3 4 0,1 0 2 16,3 0-2-1,2-7 0-15,0-3-1 0,2 0 1 16,1 0-1-16,0-1-1 16,-2 0 0-16,-1-1 0 15,-2-3 0-15,0-1 1 16,-1 0-2-16,-2-2 0 0,1-3 1 16,-4-1 3-16,-4 1 3 15,-1-2 6-15,-3-2-1 16,-3-2 7-16,-3-2-9 15,-1-4-1-15,-2-3-2 0,0-1-1 16,-3-3-1-16,0 3 1 16,0-1-3-16,0 2 0 15,0 3-2-15,-2 4 0 16,-2 2 1-16,-1 0-1 16,-1 1 0-16,-1 2 0 0,-2-1-1 15,0 0 0-15,-2 0 2 16,-1-2-2-16,-3-2 0 15,1 1 0-15,1 1 0 16,-3 0 1-16,3 1 0 0,-2 2 2 16,1 2 2-16,-1 2-1 15,3 1 0-15,1 5-3 16,-1 3 2-16,4 1-3 16,3 3 1-16,1 2 0 15,2 5-9-15,-2 0-23 16,1 0-92-16,-4 0 4 0</inkml:trace>
  <inkml:trace contextRef="#ctx0" brushRef="#br0" timeOffset="112274.6">16200 7422 109 0,'-2'0'1'0,"1"0"8"0,0 0 12 0,1 0-10 16,0 0-3-16,0 0-2 15,0 0-3-15,0 0 0 0,0 0-3 16,0 0-1-16,0 0-1 15,0 0-1-15,0 0 1 16,0 0 1-16,0 0 0 16,0 0-1-16,0 2 3 15,0-2-1-15,0 0 2 0,0 0 9 16,0 0 4-16,0 0-7 16,0 0 0-16,0 0 3 15,0 0-3-15,0 0-6 16,0 0-1-16,0 0-2 15,0 0 0-15,0 0-1 0,3 0 6 16,2 0-3-16,-1-6-1 16,3 1 2-16,0-2-2 15,0-3 2-15,0 0-4 16,4 0-1-16,-2-1-7 16,3 0-6-16,3-4-4 15,2-4-26-15,2-10-50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37:35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7308 10157 61 0,'0'-8'5'0,"0"-1"8"0,0 1 4 15,0 2-3-15,0-1-8 16,-2 1 0-16,-2 1-1 15,-3 0-3-15,1 2-3 16,-4 2 0-16,0-2 1 0,1 3 5 16,-3-3-2-16,3 2 1 15,-2-2 4-15,0 3-3 16,0-3 2-16,0 3 1 16,-3-1-1-16,1 1 1 15,-3 0 1-15,1 0 0 16,1 0-5-16,-4 0 1 15,1 1-4-15,3 5-1 0,-6 1 1 16,1 0-1-16,0 2 0 16,-1-1 1-16,0 2-1 15,-3-1 0-15,3 2 0 0,-2-1 1 16,0 3 0-16,1-2-1 16,-1 2 1-16,0 0-1 15,-1 2 0-15,3-3 1 16,-1 0 0-16,2 1 0 15,-3 0-2-15,4-3 3 0,0 1 1 16,-2-2-3-16,2 5 1 16,0-3-1-16,-2 2 0 15,0-2 1-15,-2 4-1 16,2-4 0-16,-3 3 0 16,1 0 0-16,2-1 1 15,-3-1 1-15,3-1-1 0,1 3-1 16,0-1 1-16,-1-2 1 15,1 2-2-15,0 1 0 16,-2-1 0-16,2 3 0 16,-3-1 0-16,-1 2 0 0,1 2-4 15,-2-1 8-15,3 1-4 16,-2-1 1-16,0 1-1 16,2-1 2-16,-1 2-2 15,4-2 0-15,-2 2 1 16,-1-1 0-16,2 1-1 15,-2 2 1-15,1 0-1 0,-2-1 1 16,-1 2-1-16,1 2 0 16,-1 0 0-16,-1 2 0 15,4-2 1-15,0 1 0 16,2-2-1-16,2-1 1 16,3-1 0-16,-1-2-1 0,1 1 1 15,2 1 0-15,0 0-1 16,0 2 1-16,-3 1-1 15,3 0 2-15,2 2-2 16,-4 0 0-16,4 0 1 16,0 0-1-16,-3 2 0 0,2-2 0 15,-1 1 1-15,1-1-1 16,-1 3 0-16,-1 1 0 16,4-1 0-16,-3 2 1 15,3 0-1-15,0 1 1 16,1 1-1-16,1-2 0 0,1 2 1 15,1-4 0-15,-2 4 0 16,0-1 0-16,0 2 0 16,-1 2 1-16,-1 3-2 15,0 3 1-15,2-1 2 16,2-2-1-16,1 1-2 0,1-2 0 16,0 0 1-16,2-2-1 15,-2 2 0-15,2 0 1 16,0 1-2-16,0 2 2 15,0-3-1-15,0 0 0 16,2-3 0-16,2 0 1 0,0-2 0 16,1 0 0-16,0 0 0 15,4 3 0-15,-3 0-1 16,1 3 1-16,1 1-1 16,4-1 0-16,-3 2 0 15,2-2 2-15,-1 3-2 0,0-2 0 16,-1 0 0-16,1 2 0 15,0-3 0-15,-1 1 0 16,1-4 0-16,0-2 0 16,1-2 0-16,1-5-3 15,-1 0 4-15,0-3-1 16,3 0 0-16,-1 1 2 16,3-1-2-16,-1-1 0 0,1 2 1 15,-1 0-1-15,2 1 1 16,3 0-1-16,-5 1 1 15,4 1-1-15,0 0 0 16,-1 1 0-16,-1 0 0 0,2 1 1 16,1 3-1-16,-5 1 0 15,2 3 0-15,2-1 0 16,-3 2 0-16,1 0 0 16,2-1 1-16,1-1-2 15,0 1 1-15,2-1 1 0,3-1-1 16,0-1-1-16,-1 2 0 15,3-3-1-15,2 2 2 16,0-1 1-16,2-2-1 16,-2 1 0-16,2-3 1 0,-1 1-1 15,5 0 0-15,-2 1 0 16,6-2 0-16,-1 3 0 16,2 2 1-16,5-1-1 15,-2-1 1-15,3 0 0 16,-1 1-2-16,1-2 0 15,2 0 2-15,-1 3 0 16,4 0-1-16,-2-2 1 0,2 1-1 16,3-1 0-16,2 0-1 15,0-5-2-15,0-2 5 16,5-2-1-16,-1-4 2 16,-2-2 0-16,4-1 0 0,0 2-1 15,2-2 1-15,-2 1 0 16,3 0-1-16,0 0 0 15,0 0-1-15,2-1 1 16,0 0-1-16,1-2-1 16,0 0 1-16,1-2 0 0,0 0 1 15,0-2-1-15,-1-1 1 16,-1 3-1-16,0-1 2 16,0-2-4-16,-2 0 2 15,-1 0 0-15,1-4 0 16,-4-1-1-16,1-1 2 15,-2-2 1-15,1 0-2 0,-1 0-1 16,-1-1 1-16,3 0-1 16,-2 0 0-16,-2-1 0 15,-1 0 0-15,1 1-1 16,-6-2 1-16,1 0 0 16,0 0 0-16,-1-5 1 0,-5-3-2 15,4-1 1 1,-6-2 0-16,4-2 0 0,-4 1 1 15,1 0-2-15,-1-2 1 16,-2-2 0-16,-1 1 0 16,0-1 1-16,-1-2-2 15,1 0 1-15,0-3-1 0,1 1 3 16,-1-1 3-16,1 0-4 16,-2 0 1-16,-1 0-1 15,0 0 0-15,-6 1 0 16,-1 1-1-16,-1 0 1 15,1-1-1-15,0 2 0 0,-3-3 0 16,3-1 0-16,0-2 1 16,1 1-1-16,-3-4 0 15,1 3 2-15,3-3 3 16,-1 0 0-16,4 0-2 0,-2-1 0 16,2 2 2-16,-1-4-2 15,1 1 0-15,-2-1-2 16,0-2 0-16,0 0 0 15,-2-2-1-15,1 1 0 16,-2-1 0-16,-1 1 0 0,1-1 0 16,-1 0 0-16,-1 0 1 15,3-2 0-15,-6 0 3 16,3-1 1-16,-3 1-1 16,-1-1 1-16,1-2-2 15,-3 0 1-15,0 4-3 16,-5-4 0-16,4 1 0 0,-7-2-1 15,0-1 1-15,-2-2 0 16,-2-1 1-16,1-1 2 16,-3 1-1-16,0-2 1 15,1 0 1-15,-3-3 0 0,-1 2-1 16,2-2-1-16,-5-1 1 16,1-1 3-16,-1 1 0 15,-1 0 0-15,0-1 2 16,1-3 6-16,-3 0-12 15,1 0-1-15,1-2-1 0,-2 1 2 16,0-1-2 0,0 0 1-16,-2 2 0 0,0-1 6 15,0 1 0-15,0 0-5 16,0 0 0-16,0 0 0 16,-4 2-2-16,-4-1-1 15,0 0-1-15,-1-2 0 0,-3 1 6 16,0 0-4-16,3 2 2 15,-2-1-3-15,1-1 2 16,-1 1-2-16,1 0 3 16,-2 0-3-16,-1 0 2 15,-1 2-1-15,1-2 3 0,-5 1-3 16,1-3 2-16,0 2 1 16,0-1-4-16,-5 0 0 15,3 1 0-15,-4 1-2 16,0-2-3-16,-2 1-2 0,-2-3 2 15,2 6 4-15,1-1 1 16,-5 0 2-16,2 1-3 16,1 2 0-16,-1-2-1 15,-2 3 1-15,2 0 1 16,-1-1-2-16,-1 3 1 16,1 2-1-16,-3-1-2 15,-5 3 1-15,2 1-1 0,-4 1 3 16,0 0 0-16,-5 2 0 15,1 3 1-15,-2 1-6 16,-3 2 2-16,2 1 1 16,-2 2 6-16,0 1-4 0,0 0 1 15,-3-3 0-15,2 5 0 16,-2-4-2-16,-1 5 2 16,0 0 2-16,-3 1-4 15,0 3 4-15,3 0-2 16,-5 2 1-16,0 0-1 0,2 2 1 15,-3-1-1-15,1 2 1 16,0 1 0-16,0 0 1 16,-2 0-2-16,2 3 3 15,1-1-1-15,-2 2-2 16,-1 1 1-16,-2 1-1 16,0 1 0-16,1 3 0 0,-1 0 0 15,0 1 0-15,3 0 0 16,-3 0 0-16,5 0 0 15,-1 1 1-15,2-1-2 16,0 1 1-16,0-2 0 0,3 1 0 16,0 0 0-16,2 0 0 15,-2-1 0-15,3 1 0 16,0 2 0-16,0-2 1 16,-1 2-2-16,0-1 1 15,-1 2 0-15,1 0 0 0,2 0 0 16,1 0-1-16,-2 3-1 15,2 1 2-15,-1 3-1 16,2-2-1-16,-2 2 2 16,2 0-1-16,-2 1 1 15,3 1 0-15,-3 2-2 16,3-1 1-16,0 1 1 0,0 1-1 16,0-1 0-1,1 1 1-15,3 0 0 0,0 0 0 16,1 1 0-16,2 0 0 15,1 2 0-15,0-1 0 16,-1 0 0-16,5 1 0 0,-4 0 0 16,4-1 0-16,1 1 0 15,2 0 0-15,0-2 0 16,3 1 0-16,-1 2 0 16,0-3 0-16,0-1 0 15,2 1 0-15,-2 4 0 0,0-5 0 16,3 3 0-16,-1-2 0 15,1 0 0-15,3 0 0 16,0-1 0-16,-2 1 0 16,3-1 0-16,2 0 0 15,-2-2 0-15,1 2 0 16,2-1 0-16,-1 3 0 0,-3 3 0 16,-2 6-15-16,-8-2-54 15,-3-9-61-15</inkml:trace>
  <inkml:trace contextRef="#ctx0" brushRef="#br0" timeOffset="4716.89">17829 5171 102 0,'0'0'30'0,"0"0"-2"0,0 0-15 0,0 0 1 16,0 0 0-16,-13-37-3 16,11 31-5-16,-2 0 0 15,1 1 1-15,0-1-1 16,-1 3 0-16,-2-2 0 15,-1 0-3-15,-3 2-1 0,-1-1-3 16,-1 0 2-16,0 1-1 16,-1 0 0-16,1 0 0 15,1 1 0-15,-2 0 0 16,-1-1 0-16,-1 3-1 16,-4-1-1-16,0 1 1 15,1-2 1-15,-4 2-2 16,0 0 1-16,1 0 1 0,-2 0 1 15,1 0 0-15,-5 3-1 16,-2 3 0-16,1 1 0 16,-3 0 0-16,0 0 0 15,-2 0 0-15,1 2 1 16,2-1-1-16,2 1 0 0,1-2 1 16,1 3 1-16,1-3 1 15,1 4-2-15,0 1-1 16,0-1 0-16,-1 3 1 15,2 3-1-15,-2-2 1 0,2 3-1 16,-2 0 0-16,4 2 0 16,-3 2 0-16,4 0 2 15,-4 2-2-15,1 1 1 16,2 2-1-16,-2-2 0 16,0 2 0-16,0 2 0 15,0-1 2-15,1 2-2 0,1 1 0 16,2 3 0-16,1 0 0 15,0-1 1-15,3 5-1 16,-4-5 3-16,5 3-2 16,-2-2 0-16,3 1 0 15,-1-1-1-15,5 0 1 0,0 3-1 16,-2 2 0-16,6 0 0 16,-2 0 2-16,4-1-2 15,1-1 0-15,2 0 1 16,0-2 0-16,0 1 0 0,8-2 0 15,-1 1-1-15,6 1 1 16,-2-1-1-16,3 1 0 16,-1 0 1-16,2-1-2 15,3-2 1-15,0-1 0 16,2-1 1-16,3-2-1 16,0 1 0-16,1-2 1 0,2 1-1 15,1-2 1-15,0 0-2 16,2-1 2-16,1 0 0 15,0 0-1-15,2-1 1 16,0 0-2-16,1-2 1 16,2 0 0-16,4-1 0 0,-3-2 2 15,1-1 1-15,3 0-3 16,-4-3 0-16,3-1 0 16,-1-1 2-16,0-1-2 15,4-2 1-15,-1-1 1 16,1-1 3-16,1 1 1 15,0-3-2-15,0 0 0 0,2 0 1 16,-3 0-2-16,3-4 0 16,1 1 1-16,2-2 0 15,-1-1-1-15,0-1-1 16,-2 0 1-16,1 0-2 0,1-1 0 16,-2-6 0-16,0-2 1 15,4-1 1-15,0-1 7 16,2-4 2-16,1 1-2 15,1-1-4-15,-1-4 0 16,0 1-1-16,1-1-5 16,-4-2 1-16,-1 0-1 0,-4-1 1 15,1-2-1-15,-1-1 1 16,-2-2-1-16,1-3 1 16,-2-1 2-16,1-2 3 15,1-1 0-15,-5 1-2 16,-1-1 0-16,-3 0-2 0,-4 0-1 15,-3-2-1-15,-3 1 3 16,-2-2-3-16,-2-3 1 16,-3-1 2-16,-1 0 2 15,2 0 0-15,-5 1-1 0,3-1-2 16,-5 2 0-16,-1-2 0 16,-2 2-2-16,-3 0 1 15,-3-1 0-15,-2 1 0 16,0-1 3-16,0 3-4 15,-6 0 2-15,-2 3-2 16,-1 0 1-16,-2 0 0 0,1 0 0 16,-2 1-1-16,-1 0 0 15,1-2-1-15,-1 2-1 16,-3 2 2-16,0 1-4 16,-3 2-2-16,0 1 2 15,-2 1 4-15,0 2 0 0,-1 1 15 16,-5-1-14-16,1 3 1 15,0 1 0-15,-1-1-4 16,-1 1 5-16,-1 0 0 16,4 4 1-16,-3-1-4 15,2 3 4-15,-2 0-4 0,1 1-2 16,0 0 1-16,-1 2 1 16,-2 1-1-16,0 1-1 15,-3-2 1-15,-2 4 2 16,-1-3-2-16,0 3 2 15,-2 1-3-15,0 1 3 0,2 1 0 16,-2 0-1-16,1 2 0 16,-3 0-1-16,3 2 1 15,-1-1-1-15,1-1 1 16,3 0 0-16,0 0 0 16,3-1 0-16,0 0 1 0,2-1-1 15,1 1-1-15,4-1 2 16,-1 1-1-16,3 0 0 15,3 1 1-15,0 0-2 16,2 1 2-16,0-1-2 16,1 2 0-16,-1 0-4 0,2 3-37 15,-3 1-32-15,2-1-6 16,3-1-76-16</inkml:trace>
  <inkml:trace contextRef="#ctx0" brushRef="#br0" timeOffset="5514.45">17616 5057 196 0,'-3'0'5'0,"2"0"3"0,1 0-7 16,0 0-1-16,-2 0 0 0,2 0 0 15,0 0 2-15,0 3 2 16,-2 0 2-16,2 1-1 16,-3 3-1-16,2 0-3 15,-1 3-1-15,0 1 0 0,1 0 2 16,1 1-2-16,0 1 0 15,0 1 2-15,0 2-1 16,0 0 0-16,2 2 0 16,2 2-1-16,1 1 1 15,-1 3-1-15,1 1 1 0,1 3 0 16,-1 2-1-16,0 1 1 16,0 1 0-16,1 2-1 15,0 1 1-15,-3 3-1 16,4 2 3-16,-2 0-2 15,-1 4 1-15,2-2-1 16,-1 2 1-16,0 2 0 16,1-2 0-16,-1 1 2 0,3-1-1 15,-4 0 0-15,3 3-1 16,-1-1 0-16,2 0 2 16,-3 0-2-16,3 1-1 15,-2-2 1-15,0 2-1 0,0 1 0 16,-2 1 0-16,-1 0-1 15,1 1 0-15,-4-1 0 16,2-3 0-16,-2 0 0 16,0-2 0-16,2-2 0 15,-2-2 1-15,3 0-1 0,0-2 0 16,1 0 1 0,-2-5-1-16,0-1 0 0,-1-2 0 15,1-2 0-15,-1-3 0 16,0 2 2-16,-1-4 1 15,2-2-1-15,0 1 2 16,0-4 0-16,-2 0-2 0,2-5 1 16,-1 0-2-16,1-2 2 15,-1-4 0-15,1-1 2 16,2-1 0-16,-4-3-2 16,2 1 1-16,-2-3-3 15,0 3 0-15,0-3-1 0,0-1-2 16,-8-20-74-16</inkml:trace>
  <inkml:trace contextRef="#ctx0" brushRef="#br0" timeOffset="10009.75">17667 5091 94 0,'0'0'10'0,"0"0"11"0,0 0-8 0,0 0-1 16,0 0 1-16,0 0-9 15,0 0 1-15,0 0-2 16,0 0 0-16,0 0 3 16,0 0-1-16,0 0-2 15,0 0-3-15,-28-25-2 0,26 25 2 16,2 0 0-16,0 0 0 15,0 0 0-15,0 0 1 16,0 0-1-16,0 1 0 16,0 3 0-16,0 3 0 15,0 0 0-15,0 5 0 0,-2-1 1 16,-1 5-2-16,0 2 1 16,2 2 0-16,-1 3 0 15,1 3 0-15,-1 5 0 16,2 2 1-16,-2 3-1 15,0 3 0-15,2 2-1 16,0 0 2-16,0 2-1 0,4-1 0 16,2 2 1-16,2-1-1 15,-1 5 0-15,-1-2 0 16,-1-1 2-16,-1 3-2 16,-2-1 0-16,-2-1 0 0,0 1 1 15,1 0-1-15,-1-1 0 16,2 0 0-16,1-4 0 15,1-1 2-15,0-2-2 16,0-4 0-16,-1-2 0 16,-1 1 0-16,-1 0 2 0,-1 3-1 15,0-3 0-15,0 3 0 16,0-1 0-16,0 1-1 16,0-2 0-16,0-1 1 15,0-2-1-15,0-3 0 16,0 0 0-16,0-1 1 15,0-1-1-15,1 0 3 0,4-3 3 16,-3 3 2-16,1-1-4 16,-1-2 3-16,-1-4-4 15,1-2 0-15,1-1-1 16,-3-5 11-16,2-1-6 16,0-1 0-16,-1 1-4 0,0 1 0 15,0 1 0-15,1 2 0 16,-2 1 0-16,1-1 2 15,2 4-1-15,-1-5-3 16,-2 0 2-16,3 2 6 16,-1-3-6-16,-1 1-2 15,1-3 0-15,-1 0 0 0,2-5 2 16,-3 1-2-16,0-4-1 16,0-1 0-16,0-2-3 15,0 0-7-15,0-10-34 16,-7-13-173-16</inkml:trace>
  <inkml:trace contextRef="#ctx0" brushRef="#br0" timeOffset="13514.85">16937 5824 19 0,'0'0'23'0,"0"0"-5"0,0 0-5 0,0 0 0 0,0 0-2 15,0 0-4-15,0 0 0 16,0 0 3-16,0 0 2 0,0 0 3 15,0 0-9-15,0 0-3 16,0 0-3-16,-4-9 0 16,0 11 0-16,-1 2 0 15,-4-1 1-15,2 3 0 16,-4-1 0-16,-2 1 2 0,1 0 2 16,-1 1 4-16,-1 0-1 15,0 0-5-15,0 2-1 16,-1-1-1-16,1 1-1 15,-1-1 1-15,0-1-1 16,2 2 1-16,-1-2-1 0,1 0 0 16,1-1 2-16,0 1-2 15,1 0 1-15,2 0-1 16,-5 0 0-16,4 0 0 16,0 0 0-16,1-1 0 15,3-1 0-15,3-1 0 0,-1-2 0 16,4 1 0-16,-2 0 0 15,2-2 2-15,0 1-2 16,0-1 1-16,0-1 0 16,0 2-1-16,0-1 2 15,2-1 0-15,3 0 0 0,0 1 7 16,2-1 4-16,1 0-4 16,1 0-5-16,1 0 3 15,-1 0-5-15,4 0 0 16,0 0-2-16,4 0 2 15,-2 0-1-15,2 0-1 0,-2 0 1 16,2 0-1-16,-1 0 0 16,0 0 1-16,-3 0-1 15,1 0 0-15,-4 0 0 16,0 0 0-16,-1 0 0 16,-2 3 1-16,-1 0-1 15,-2 2-1-15,-2 0 0 0,2-1 1 16,0 1 0-16,-4 0 0 15,0 1 0-15,0 0 2 16,0 1-1-16,0-2 1 16,0 4-2-16,0 1 0 15,-7 0 0-15,2 0 1 0,-3 1-2 16,1 1 1-16,-2 0 1 16,2-1-1-16,-2 1 0 15,-1 1 0-15,0 0-1 16,1-2 1-16,-2 2 0 15,1-2-2-15,2 0 4 16,0-2-2-16,1-2 0 0,0 0 1 16,4 3-1-16,-5-4 0 15,4 1 0-15,1 1 0 16,-1-3 2-16,0-1-2 0,1 2 0 16,2-2 0-16,1-1 0 15,0-2 0-15,0 3 0 16,0-2 1-16,0 1-2 15,4-2 1-15,2 2 0 16,-2-2-2-16,3 1 1 16,0-2 1-16,4 0-2 0,-2 0 4 15,3 0-4-15,1 0 7 16,2 0-3-16,1 0 1 16,-1 0-1-16,3-2-1 15,0 0 1-15,4 0-1 16,-4-1-1-16,1 3 0 0,2 0 1 15,0-1-1-15,-2 1 1 16,2 0-2-16,0 0 1 16,0 0 1-16,1-2-1 15,1 2 1-15,-5-2-1 16,1 0 0-16,-2-1 1 0,-4 2-1 16,0-2 0-16,-5 2 1 15,2-2 1-15,-4 3 0 16,1-3 2-16,0 2-1 15,0-1 0-15,-4 1-2 16,0-1 1-16,-1 2-2 16,1-1 0-16,-3 0 1 0,0 1-1 15,0 0 3-15,0 0 0 16,0 0 2-16,0 0-1 16,0 0-1-16,0 0-4 15,0 0 3-15,0 0-28 16,0 0-15-16,-8 0-39 0</inkml:trace>
  <inkml:trace contextRef="#ctx0" brushRef="#br0" timeOffset="14938.1">17038 5770 46 0,'7'-4'50'0,"-4"-2"-47"0,-1-1 10 0,-1 3 2 15,0 0 5-15,-1-1 3 16,0 1-2-16,0 0-1 16,0 1-4-16,0 1-4 15,-1 1-1-15,-3 1-5 16,-4 0-5-16,0 1-1 0,-3 8 0 16,-2 4 1-16,-1 0 0 15,-2 2-1-15,-3-1 0 16,1 2 0-16,0 0 2 15,-4-1-2-15,1-1 0 16,-1 0 0-16,2-2 1 16,-3 2-1-16,1-4 0 0,2 0 2 15,0 0-4-15,0 0 4 16,2-1-2-16,-4 0 0 16,4 1 0-16,-3 0 0 15,1 0 0-15,2 0 0 16,0 0-2-16,2 0 2 0,1 0 0 15,2-2 0-15,-1 2 0 16,2-4 0-16,2 0 0 16,4 1 0-16,1-3 2 15,1 0-2-15,2-2 0 16,2-1 0-16,0 2 0 16,0-1 0-16,0 0 1 0,0 1-1 15,3 0-1-15,2-2 2 16,0 2-2-16,2 0 3 15,0-1-4-15,3-1 2 16,1 1 3-16,3 0 1 16,-1 1-1-16,3-1-2 0,0 1 0 15,1-1-1-15,2 0 0 16,0-2 1-16,0 0 0 16,0 0-1-16,1 0 2 15,3 0 0-15,-4 0 0 0,2 0-1 16,-2 0 0-16,-2 0-1 15,1 0 2-15,-3 1-2 16,-3 0 0-16,-1 1 0 16,-2-2 1-16,2 4-1 15,-4-4 0-15,-1 1 0 16,-1 1 0-16,-3 1 0 16,3-2 0-16,-5 2-3 0,2-1 2 15,-2 0-1-15,0 1 4 16,0 0-2-16,0 1-1 15,-2 1 0-15,-7 0 1 16,2 1 0-16,-2 4 0 0,-5-3 0 16,2 4 0-16,-2-2 1 15,1 1-1-15,0 1 0 16,-1-1-1-16,0 3 1 16,-1-2 0-16,2 2 1 15,-1 1-1-15,1 0 0 0,0-2 0 16,1 3 0-16,1-3 0 15,3-1 0-15,0-1 0 16,3-1 0-16,0-1 0 16,3-1 1-16,1 0-1 15,1-1 0-15,0-2 1 0,0-1 2 16,4 0-3-16,4 0-5 16,4-2 2-16,1-1 1 15,2 0 5-15,4 0-1 16,1 0 0-16,0-1 1 0,2-5-2 15,3 2-1-15,-2-2 0 16,1 1 1 0,3-1 0-16,1 0-1 0,2 0 1 15,1-1-1-15,1 0-1 16,1 2 3-16,-2-1-2 16,0 0 3-16,-2 1-2 0,-4 0 2 15,-2 2-1-15,-4-1-2 16,-2 1 1-16,-4 1-1 15,-2 0 0-15,-6 1-1 16,-1 1 0-16,-4-3-12 16,0-3-9-16,-6-2-112 0</inkml:trace>
  <inkml:trace contextRef="#ctx0" brushRef="#br0" timeOffset="16019.12">17077 5696 114 0,'-3'-1'2'0,"0"-1"-1"0,-1 2-1 0,2 0 0 16,0 0-1-16,1 0 1 15,-1 0 0-15,-2 0 5 16,0 2 1-16,0 2 1 16,-4 3-1-16,1 5 0 15,-5 2-4-15,-2 4 0 0,-2 2-2 16,-5 1 1-16,2-1-1 15,-7 0 0-15,-1 1 0 16,-2-2 1-16,-1 1 0 16,-3-2 0-16,0 1 10 15,1-1 3-15,-1-1-3 0,2 0-3 16,-1 0-5-16,2-1-1 16,2 0-2-16,3-1 0 15,2-3 1-15,4-3-1 16,5 0 0-16,5-2 1 15,2-4-1-15,3 1 1 16,2-4 1-16,2 2-1 0,0-1 1 16,0 0-3-16,5 1 0 15,3-1 1-15,1 1 12 16,2-1-10-16,3-1-1 16,0 0 2-16,5 1 1 15,-1 0-1-15,2-1-1 16,1 2 0-16,3-1-1 0,-2 0 0 15,1 2 0-15,-1-2-1 16,-1 1 0-16,-2-1 1 16,-1 3-1-16,-3-2 0 15,0 2 0-15,0-2 1 0,0 0-1 16,-1 1 0-16,0-2 0 16,-1 2 0-16,-2-2 1 15,0 1-1-15,-6-1 0 16,1 1 0-16,-4-1 1 0,-2 1 2 15,0-2 1-15,0 1 8 16,0 3-6-16,-6 0-5 16,-1 2 2-16,-5 3-3 15,0 1 0-15,1 0 0 16,-1 0 1-16,1 1-1 16,-1 1 0-16,1 0 0 0,0-1 0 15,0 1 0-15,4 0 0 16,-1 0 0-16,3-1 1 15,1 1-1-15,-2-1 0 16,3-1 0-16,2 1 0 16,1-1 0-16,0 0-1 0,0-1 2 15,0-2 0-15,0 0-1 16,4-1 1-16,6-2-2 16,-4 0-2-16,4-2 1 15,4 1 2-15,0-1 2 16,3-2-1-16,2 0-2 0,2 0 3 15,4 0-1-15,2 0-1 16,4-5 1-16,4-1-1 16,-1-1 1-16,4-3-1 15,-3 3-1-15,-3 0 3 16,-2 0-2-16,-4 2 1 16,-5 1-1-16,-5 1 1 0,0 3-1 15,-5 0 0-15,-4 0-2 16,-3 0-46-16,-4 0-158 15</inkml:trace>
  <inkml:trace contextRef="#ctx0" brushRef="#br0" timeOffset="21501.04">17480 5909 69 0,'0'0'5'0,"0"0"4"0,0 0 0 0,0 0-5 15,0 0-1-15,0 0 0 16,0 0 3-16,0 0 3 16,0 0 7-16,0 0 2 15,0 0 7-15,0 0-12 16,-24-7-6-16,22 5-1 0,0 1 3 15,0-3-4-15,2 1 0 16,-1 0-2-16,1-4 1 16,0 2-1-16,0-4-3 15,0 1 3-15,2-2-5 16,3 0 9-16,0-2-9 16,3 0 6-16,-2 0-4 0,0-1 1 15,1 2-2-15,-1-2 2 16,2 3 0-16,2 0 0 15,1-3 0-15,3 1-1 16,1 1 0-16,3-1 0 16,0 1 0-16,2-1 0 0,1 2 0 15,0 2 2-15,4-1-2 16,0 1 0-16,2-1 0 16,2 5 0-16,0-2 0 15,0 2 0-15,2 3 1 16,-3-1-1-16,-1 2 0 15,1 0 0-15,-2 0 0 0,-1 2 0 16,0 2 0-16,1 0 0 16,-2 3 0-16,1-1 0 15,0 1 0-15,-2 0 0 16,2 0 0-16,-2 2 0 0,0-1 0 16,-1 2 0-16,-2 1-1 15,-2-2 2-15,-3 1-1 16,-2-1 0-16,-1-2 0 15,-6 4-1-15,4-4 1 16,-7 0 0-16,1 0-2 0,0-1 2 16,-2 1 3-16,-2-3-1 15,0 3 0-15,1-4-2 16,-1 0 0-16,0 3 0 16,0-3-3-16,0 1-15 15,0-3-29-15,-1 1-54 16</inkml:trace>
  <inkml:trace contextRef="#ctx0" brushRef="#br0" timeOffset="22177.17">18165 5857 83 0,'0'0'16'0,"0"0"-7"0,0 0-5 16,0 0 0-16,0 0 0 15,0 0-1-15,0 0-2 0,0 0 0 16,0 0 0-16,0 0 2 16,0 0 0-16,0 0-3 15,37-14 1-15,-30 14-1 16,2 2 0-16,0 3 0 0,-1 2-1 16,2 1 2-16,-1-1 0 15,0-1-1-15,-1 4 1 16,0-6-1-16,-1 3 1 15,0-2-1-15,0 0 1 16,3-2 0-16,-5 0 0 16,3-2 0-16,-3 1 4 0,4-2 1 15,-5 0 4-15,0 0 4 16,0-2 9-16,1-3-2 16,-1-3-3-16,1-3-7 15,1 0-3-15,-2-4-3 16,2-2-1-16,-3-1 2 0,3-5-2 15,2-1-3-15,4-3-2 16,-1-5-10-16,-4-7-88 16</inkml:trace>
  <inkml:trace contextRef="#ctx0" brushRef="#br0" timeOffset="28177.28">18269 6088 10 0,'-4'3'1'0</inkml:trace>
  <inkml:trace contextRef="#ctx0" brushRef="#br0" timeOffset="28789.02">18269 6088 71 0,'27'26'11'0,"-22"-26"-6"16,4 0-2-16,-2 0-1 15,1 0 0-15,-3 0-2 16,2 1-2-16,-3 2 2 16,-3 0 0-16,-1-2 2 15,2 1 0-15,-2-2 1 16,2 0-1-16,0 0 4 0,2-6-3 16,-2-1-1-16,0 0-1 15,-1-2-1-15,-1-1 1 16,0 0 7-16,0 0 9 15,-3 2 10-15,-2 0-10 16,0 0-7-16,0 3 7 0,-2 0-2 16,3 2-6-16,1 2-6 15,-3 1-2-15,2 0-3 16,1 4-7-16,-3 6 9 16,-1 3 0-16,1 6-3 15,-1 1 3-15,1 1-2 0,1 0 5 16,1 3-2-16,2 0 0 15,2 3 0-15,0 2 0 16,0 2 1-16,0 2-2 16,6-1 0-16,2 4 0 0,-3-5 1 15,3 2-1-15,-4-2 2 16,0-4-2-16,2 0 0 16,-4-4 0-16,-2-1 0 15,0-2 0-15,0 1 0 16,0-5 0-16,0 0-9 15,-2-2-27-15,-7-4-33 0,0-6-51 16</inkml:trace>
  <inkml:trace contextRef="#ctx0" brushRef="#br0" timeOffset="29060.27">18064 6516 99 0,'0'0'8'0,"0"0"-7"0,0 0 1 0,0 0 4 15,0 0-1-15,40-12-1 16,-23 5-1-16,4 0 2 0,2 0-3 15,3-3-1-15,1 2-1 16,0-1 0-16,-1-2 0 16,-3-1-13-16</inkml:trace>
  <inkml:trace contextRef="#ctx0" brushRef="#br0" timeOffset="29499.9">18394 6349 127 0,'0'0'7'0,"0"0"4"16,0 0-11-16,0 0 1 15,0 0 1-15,-5 46 0 0,5-32 0 16,7 2 0-16,-1-2-1 15,3-1 1-15,1 0 0 16,-2-5-1-16,0-1 1 16,0-2 1-16,0-4-2 15,1-1 3-15,-2 0-1 16,1-5 7-16,1-6-4 0,0-2 0 16,0-4-5-16,-3-1-1 15,1 0-1-15,-5 2-2 16,-1 2 2-16,-1 4 1 15,0 2 2-15,0 4 4 0,0 2 12 16,0 2-4-16,0 2-16 16,-1 11 4-16,1-1-2 15,0 2 0-15,0 4 0 16,4-4 0-16,4 1 1 16,2-3-2-16,2-3-26 0,0-5-36 15,1-4-21-15</inkml:trace>
  <inkml:trace contextRef="#ctx0" brushRef="#br0" timeOffset="29928.07">18690 6304 87 0,'0'0'13'0,"0"0"-13"0,0 0 0 0,0 0 3 0,0 0 3 16,0 0-2-16,22 41-1 16,-18-29 1-16,1-1-3 15,0-1 0-15,0-3 0 16,-2 0-1-16,2-2 1 16,-4-3 0-16,-1 1 0 0,0-3 0 15,0 0 27-15,0 0 19 16,0-4-43-16,-3-5 0 15,-4-1-2-15,5-4-1 16,0 1 2-16,2-1-1 16,0 0-3-16,0 1 5 0,0 2-4 15,7 2 1-15,3 1 0 16,1 2-1-16,0 1 0 16,1 3 0-16,-1 2-1 15,2 0 0-15,-3 0-2 16,0 8 1-16,-4 3 0 0,2 0 1 15,-3 4-2-15,-3 0-9 16,0-2-28-16,0-2-11 16</inkml:trace>
  <inkml:trace contextRef="#ctx0" brushRef="#br0" timeOffset="30228.85">18938 6227 85 0,'0'0'29'0,"0"0"-7"0,0 0 4 0,0 0-2 16,0 0-10-16,0 0-9 16,0 0-8-16,0 0 10 15,0 0-6-15,-5 32 1 16,5-18-1-16,0 1 1 0,3-3-1 15,7-1 1-15,0-4 2 16,1 0-2-16,2-5-1 16,2-2 0-16,4 0-2 15,-4-2-1-15,2-6-9 16,-2-5-23-16,-3-2-31 0,-2-1-46 16</inkml:trace>
  <inkml:trace contextRef="#ctx0" brushRef="#br0" timeOffset="30469.89">19077 6003 101 0,'0'0'14'0,"0"0"13"16,0 0-15-16,0 0-25 16,0 0 7-16,0 0 7 15,-1 41 8-15,8-17-1 16,-2 3-3-16,3 2 0 15,-1-1 2-15,3-1-4 0,-2-3-1 16,-1-1-2-16,1-3 1 16,-2-2-1-16,-1-2 1 15,-2-2-2-15,-3 0-1 0,0-5-30 16,0-5-46-16</inkml:trace>
  <inkml:trace contextRef="#ctx0" brushRef="#br0" timeOffset="30747.77">19025 6227 127 0,'0'0'8'16,"0"0"-3"-16,0 0-1 16,0 0-4-16,29-37 1 0,-14 30 0 15,-1-1-1-15,3 1 1 16,0 2 1-16,0 4 0 15,1 1 1-15,-2 0 3 16,0 3-1-16,0 7-4 16,-3 1 3-16,0 2-3 0,-2 0 0 15,0-2-1-15,-5 0 0 16,3-3 0-16,-3-1-1 16,-2-3-17-16,-1-4-12 15,-1 0-22-15</inkml:trace>
  <inkml:trace contextRef="#ctx0" brushRef="#br0" timeOffset="30881.32">19248 6125 140 0,'0'0'13'15,"0"0"19"-15,-27-37 2 16,23 33-11-16,-1 1-14 16,4 3-10-16,1 0-6 0,0 5-54 15,0 4 15-15,3-2-29 16</inkml:trace>
  <inkml:trace contextRef="#ctx0" brushRef="#br0" timeOffset="31636.15">19422 6127 1 0,'0'0'128'16,"0"0"-127"-16,0 0 2 0,0 0-2 15,0 0 0-15,0 0 3 16,0 0 8-16,-11-35 3 16,5 35-5-16,1 0-7 15,-1 3 2-15,-1 7-5 16,-2 2-4-16,2 3 9 0,-1 0-4 16,4 3 0-16,1-4 0 15,1 2-1-15,2-5 1 16,0 1 1-16,2-3-1 15,4-3-1-15,3-3 0 16,-4-3 0-16,4 0-2 16,-4 0 0-16,0 0 9 15,0-7-3-15,-1-2 1 0,0-2-1 16,-1-2-4-16,1 2 1 16,-2-2 0-16,0 0-1 15,-2 2 0-15,2 1 0 16,-2 1 1-16,2 2-1 0,0 2 0 15,0-1 0-15,1 4 0 16,1 0 0-16,0-1-1 16,1 3 1-16,4 0 0 15,-2 0-1-15,3 0 0 16,0 4 1-16,-1 3-2 0,1 0 1 16,2 2 1-16,-3-1 0 15,0 2-1-15,-1-1 3 16,-2-1 0-16,0-2 0 15,-2 1-1-15,-1-3-1 16,-1-2 0-16,-2-1 1 16,0-1 0-16,0 0 3 0,0 0 22 15,0-3-17-15,0-5-5 16,0-1-3-16,0-4-1 16,0 2 1-16,0-3 0 15,0 1-2-15,8 0 1 0,0-1 1 16,3 3-1-16,3-1 0 15,2 3 0-15,3 0 0 16,-3 5 2-16,2 2-2 16,3 2 0-16,-4 0 0 15,3 9-2-15,-1 6 1 16,-3 1 0-16,0 1-1 0,-2 3-1 16,-2 0-9-16,-3-2-13 15,-1 2-5-15,-2-1-17 16,-3-5-27-16</inkml:trace>
  <inkml:trace contextRef="#ctx0" brushRef="#br0" timeOffset="32774.39">18698 6639 63 0,'-11'2'13'0,"3"2"6"0,0-1-7 0,0-2-3 0,3 2 3 16,1-2 0-16,1 0 6 15,1-1 7-15,1 0-4 16,1 0-13-16,0 0-7 16,0 0-6-16,6 0-5 0,4 0 10 15,9 0 0-15,1-4 4 16,9-4-3-16,8-2 2 16,7-4-1-16,8 0 2 15,3-5-2-15,10-1 0 0,4-4-1 16,3 0 3-16,6-3-1 15,-2 3 2-15,3-3 1 16,-2 1-4-16,0 2 0 16,-3 3-1-16,-4-2 0 15,-3 6-1-15,-5 0 1 0,-8 3-1 16,-6 3 0-16,-10 2 0 16,-3 3 0-16,-12 2 1 15,-3 3-3-15,-12 1-8 16,-7 0-19-16,-1 4-36 15,-19 3-11-15</inkml:trace>
  <inkml:trace contextRef="#ctx0" brushRef="#br0" timeOffset="33088.75">18768 6679 112 0,'0'0'12'0,"0"0"-17"0,0 0 7 0,40-7 4 16,-13-2-4-16,8-2 7 0,8-5-1 15,8-2 7-15,12-2-1 16,7-5-2-16,13-3-4 16,10-1-5-16,9-4-1 15,13-2-1-15,4-2-2 16,1-6-87-16</inkml:trace>
  <inkml:trace contextRef="#ctx0" brushRef="#br0" timeOffset="45971.04">8052 4202 3 0,'19'-7'17'0,"3"1"0"0,-6 2-7 0,2 1-6 16,-5 3 1-16,-3 0-3 16,-2 0-1-16,-4 0 1 15,-2 0-2-15,-2 3-2 16,0 1 21-16,-1-2-8 15,-4-1 0-15,-5 1-4 16,-1-2-1-16,1 0 0 0,-3 0 2 16,-1 0 0-16,-3 0-4 15,-1 0-2-15,-1 0-1 16,-2 0-1-16,-2 0 0 16,-2 1 2-16,0-1-1 15,-2 0 1-15,-1 1 2 16,-3 1 3-16,-6-2 2 0,0 0 0 15,-1 1-2-15,-4 2-2 16,-1-2-2-16,1 2-1 16,-1 2-2-16,1 0 2 15,-1-2-2-15,-2 3 0 16,-1-1 0-16,-2 0 0 0,0-1 0 16,0 2 1-16,-2-2-1 15,4 0 0-15,-5-1 0 16,4 1 2-16,-2-1-2 15,-1 1 0-15,3-2 0 16,3 2 0-16,-1-1 0 0,5-2 0 16,-5 2 0-16,2-1 0 15,1-2 0-15,-2 2 0 16,1-2 0-16,-4 0 0 16,5 0 0-16,-5 0 0 0,2 0 0 15,-5 0 0-15,2 0 0 16,-1 0 0-16,-1 0 1 15,4 3-1-15,3 2 0 16,2-1 0-16,2 2 1 16,3-1-1-16,0 1-1 15,-1-2 1-15,4-1 0 0,-2 0 0 16,1-2 1-16,1 1-2 16,0-1 2-16,1-1-1 15,-4 0 0-15,-1 1 0 16,-2 2 0-16,-1 0 0 15,0-1 0-15,1-1 0 0,-1 3 0 16,5-1 0-16,-1 1 0 16,3 0 0-16,0-2-1 15,1 1 1-15,1 0 0 16,0-2 0-16,1-1 1 16,1 2-2-16,4-2 2 0,1 1-1 15,3-1 0-15,4 0 0 16,-3 4 0-16,4-1 0 15,-2 0 0-15,3 2 0 16,1 1 0-16,1 0 0 0,-1-2 0 16,3 3 0-16,1 1 0 15,0-1 0-15,1 1-1 16,0-1 1-16,3 3 0 16,-4 0 0-16,4 1 0 15,-1 1 0-15,1-1 0 16,-2 5 0-16,2-1-1 15,0 2 1-15,3 2 0 0,-1 1 0 16,0-2 0-16,0 2 0 16,0-1 0-16,-2-1 0 15,1 0 1-15,1 1-2 16,-2-1 2-16,3 2-2 0,-2 0 2 16,0 1-1-16,3 2 0 15,0-1 0-15,0 0 0 16,0 0 0-16,2-1 0 15,-2 2 1-15,2-2-2 0,0 0 2 16,0 2-1-16,0-3-1 16,0 3 1-16,0-1 0 15,0-2 0-15,0-3-1 16,4 1 1-16,0 0 0 16,-2-4 0-16,3 3 0 15,-3-1 0-15,3-2 0 16,-3 0 0-16,3 2 0 0,-1-2 0 15,-2 2 1-15,1-2-1 16,1 1-1-16,-2-1 1 16,0 1 1-16,1-1-1 15,2 0 0-15,-1 0-1 16,1-1 1-16,3 0 0 0,-1-1 1 16,2 0-2-16,2-2 2 15,-2-2-2-15,3 1-1 16,1-2-3-16,3-1 6 15,1-1-1-15,1-1 0 0,0-2 1 16,4 0 1-16,1-1-5 16,1-1 9-16,0 0-6 15,3 0 0-15,2 0-6 16,0 0 9-16,1 0-2 16,1 0 1-16,-2 0-2 0,0 0 0 15,2 0 0-15,-1 1 0 16,5 1 0-16,-1-1 0 15,3-1 0-15,4 0 0 16,-1 0 0-16,0 0 1 16,-1 0-1-16,3 0 0 15,-2 0-1-15,1 0 1 0,1 0 0 16,0 0 0-16,3 0-2 16,-3-1 4-16,3-2-2 15,0 0 0-15,0-1-2 16,1 1 4-16,4-3-4 15,-2-1 4-15,4 0-2 0,0 1 3 16,-1-1-2-16,1 0 0 16,-1 0-1-16,0 2 0 15,-1-1 2-15,3-1-1 16,-4 4-1-16,-1-1 2 16,0 1-2-16,-1 0 0 0,0 0 0 15,0-2 0-15,3 0 0 16,0 1 1-16,2-1-1 15,2-3 0-15,-3 3 0 16,5-1 0-16,0-1 1 16,-2 0-1-16,1 1 0 0,-1 0 1 15,-4 2-2-15,0-2 1 16,0 3 0-16,-1-1 0 16,0 3 0-16,2-2 1 15,1 1-1-15,-3-2 0 16,3 1 0-16,-1-1 0 0,-2 0 0 15,0 1 0-15,0 0 0 16,-1-1 0-16,0 2 0 16,0-2 0-16,1 1 1 15,-4 1-2-15,4 0 2 16,-5 2-1-16,4-3 0 16,-2 2 0-16,-1 1 0 0,-2 0 0 15,1 0 0-15,1 0 1 16,-3 0-1-16,1 0 0 15,1 0 0-15,1 0 0 16,-3 0 1-16,3 0-1 16,-4 0 0-16,1 0 0 0,-6 4 1 15,1-3-1-15,2 2 0 16,-3 4 1-16,2-4-2 16,-1 3 2-16,2-1-1 15,-5 1 0-15,1 1 0 16,-2-2 0-16,-4 2 0 0,-1 0 0 15,-5 0 0-15,0 0 0 16,-5 0 0-16,-1 0 0 16,0 1 0-16,0-3 0 15,-3 4 0-15,1-4 0 0,-1-1 0 16,-1 1 1-16,1-1-2 16,-5-4 1-16,1 1 1 15,2-1-1-15,-1 0 0 16,0 0 1-16,1 0 0 15,2-4 2-15,1-2 0 16,0-2-1-16,-1 0 2 0,1-1-1 16,-1-1 1-16,1-1-1 15,-1-1 0-15,1 1 0 16,1-2-2-16,-2 2 0 16,5 0 0-16,1-1-1 0,-1-1 0 15,3 1 1-15,-2 0-1 16,2 1 0-16,-5-1 0 15,2 2 0-15,-3 1 1 16,-1 0-1-16,-3-1 0 16,-3 1 1-16,2 0-1 15,0 0 0-15,-2-2 0 0,0-1 0 16,-1 1 1-16,1-2-1 16,-2 1 0-16,-4-3 1 15,1 2-1-15,0 1 1 16,-2-3 0-16,0 0 0 15,-1-1-1-15,2 0 1 0,1-2-1 16,-2 1 0-16,-2-3 0 16,2 0 0-16,-2-1 0 15,0 0 2-15,0 0-1 16,0-1 1-16,0 2-2 16,0 0 4-16,0 2-4 0,0-2 3 15,0-1 0-15,0 2-3 16,-2-1 0-16,0 0 0 15,-1-1 0-15,1 1-4 16,-1-1 4-16,-1 4-1 16,-2 0-3-16,3 0 3 15,-3 1-1-15,-3 2 6 0,2 0-3 16,-2 1-2-16,-1 2 1 16,0-1 0-16,-1 2-1 15,0 0 1-15,-3 0-1 16,-1 2 1-16,-5-2-3 15,1 3 1-15,0 0 1 0,-4 0 1 16,-1 1-1-16,0 0 0 16,1 1 2-16,-4 0-2 15,0 1 1-15,0-2-1 16,0 1 2-16,0-1-2 16,-2 2 2-16,-2-2-1 0,0 0 1 15,1 1-2-15,-5 0 1 16,1 0 0-16,-2 2 0 15,-1 0 0-15,-1 0-1 16,-3 2 1-16,1 1 0 16,-4-2 0-16,-1 1-1 0,3 1 1 15,-6 0-1-15,4 0 2 16,-1 0-2-16,3 0 1 16,-5 0 1-16,4 0-1 15,-1 0 0-15,-3 0 0 16,2 0 1-16,-2 0-1 0,-3 0 0 15,4 0-1-15,-4 0 1 16,2 3 1-16,-2 1-1 16,-2-1 0-16,4 0 0 15,-2 1 0-15,2 0 0 16,0-1 0-16,2-1 0 0,-2 0 0 16,2-2 0-16,-1 0 0 15,1 0 0-15,0 0 0 16,2 0 0-16,-2 0 1 15,0 0-1-15,-1-2 0 0,1 0 0 16,-2-1 0-16,-2 1 0 16,2 1 0-16,1 1 0 15,0 0 0-15,-2 0 1 16,2 0-1-16,-5 0-1 16,1 5 2-16,0 0-2 15,-3 1 1-15,0 0 0 0,0 1 0 16,1 1 0-16,-3-2 0 15,2 0 0-15,1-1 0 16,4 1 1-16,-3 1-1 16,3 0 0-16,-3-1 0 15,3 1 0-15,-2 0 0 0,0-1 0 16,3 1 0-16,0-3 0 16,2 2 0-16,2-2 0 15,0 0 0-15,1 1 0 16,1 0 0-16,-1-3 0 15,5 1 0-15,0 2 1 0,5-1-2 16,-1 0 2-16,3-2-1 16,2 1 0-16,-3 0 0 15,3 1-1-15,1-1 1 16,0 0 1-16,0 1-1 16,1-1 0-16,2 1 0 15,3-1 0-15,-3 1 0 0,1-3 0 16,1 1 0-16,1-2 0 15,-3 0 0-15,3 0 0 16,-3 0 0-16,3 0 1 16,-3 0-1-16,3-2 0 0,-1 2 0 15,2 0 0-15,0 0 0 16,1 0 0-16,0 0 0 16,2 4 0-16,-3-3 0 15,4-1 0-15,-1 2 0 16,-1-1 0-16,2-1 0 15,-1 0 0-15,-2 1 0 0,2-1 0 16,1 2 0-16,-5-1 0 16,1 0 0-16,1 2 0 15,-2-1 0-15,1 1 0 16,0 1 0-16,0 0 0 0,3 2 0 16,-2 0 0-16,0-1 0 15,-2 1 0-15,2 0 0 16,-1-1-1-16,1-2 2 15,-1 2-1-15,4-3 0 16,0 2 0-16,3 1 0 16,1-1 0-16,1 2 0 0,1 1 0 15,3-1 0-15,0 2-1 16,4 0 1-16,-1 1 0 16,3 1-1-16,-2 0 0 15,2 0 2-15,0 0-1 16,-1 1-1-16,1-1 1 0,0-1 1 15,-1 5-2-15,-1-3 2 16,1 2-2-16,-1 1 1 16,0 0 0-16,-2 2 0 15,1-2 0-15,0 3 0 16,1-1 0-16,2 1 0 16,2 0 0-16,0 0-1 0,0-1 2 15,0-1-2-15,1 2 2 16,4 0-1-16,0-1 0 15,-1 1 1-15,1-1-2 16,-1-1 1-16,0 1 1 0,1-2-1 16,2 3 0-16,-4-3 0 15,1-1 0-15,0 0 0 16,-2-2 0-16,0 2 0 16,-1-2 0-16,3-2 0 15,-2 1 0-15,0 3 0 16,2-3 0-16,0 1 0 0,2-2 1 15,-1 2-2-15,1-3 2 16,1 2-1-16,2-1 0 16,-1-1-2-16,3 0 1 15,1 1-4-15,1-3 7 16,1 0-1-16,1 2-2 0,3-1 1 16,0-1-1-16,2 0 0 15,1 1 3-15,0-3-2 16,4 3 0-16,0-3-1 15,4 1 1-15,0 0 0 16,0-2 0-16,0 2 0 16,3-1 2-16,-3 0-2 0,2 2 1 15,0-2-1-15,1 0 0 16,1 2 0-16,1-3 1 16,4 1-1-16,-1-2 0 0,4-1 0 15,-1 3 0-15,0-4-2 16,0 0 3-16,1 0-1 15,1 0 1-15,-2 0-1 16,3 0 1-16,-1 0-1 16,1 0 0-16,-3 0 1 15,2 0-1-15,1 0-1 0,-1-4 1 16,2-1 1-16,2 0-2 16,3-1 1-16,-5 1 1 15,4-1-1-15,-4 0 0 16,0 2 0-16,1 0 1 15,0 0-1-15,-2-1 0 0,1 2 0 16,0-1 0-16,0 0 0 16,-2-1 0-16,3 1 0 15,-3-3 1-15,3 4-1 16,0-2 0-16,4 0 0 16,-2 0 0-16,2-1 0 15,-1 2 0-15,2 0 0 16,-3-1 0-16,0 2 0 0,0-1 0 15,2 0 0-15,-2 1 0 16,2-1 2-16,-2 1-2 16,2-2-2-16,-1 0 4 0,5 1-2 15,-4-2 0-15,1 2 0 16,1-1 0-16,-5 2 1 16,2-1-2-16,-4 2 1 15,-2 1 0-15,2 0 0 16,-1 1 0-16,1 0 0 15,0 0 1-15,1 0-1 16,-3 0 0-16,0 0 0 0,1-1-1 16,-1 1 2-16,0 0-2 15,4 0 2-15,-4 0-1 16,3 0 0-16,-3 0 0 16,0 0 0-16,0 1 0 0,0 1 0 15,-2 2 0-15,0-1 0 16,0-1 0-16,-4 1 0 15,0 0 0-15,0 3 2 16,-2-2-4-16,-1 2 4 16,1-2-4-16,1 1 4 0,1 0-2 15,2-2 0-15,4 1 0 16,-1-3-2-16,1 2 4 16,1-3-2-16,-2 1 0 15,1 0 0-15,-2 0 0 0,-1-1 0 16,-1 0 0-16,1 2 0 15,-3-1 0-15,1 0 0 16,-1 1 0-16,-3-1 1 16,-3 1-1-16,1 2 0 15,-2-1 0-15,0 0-1 16,-4 0 2-16,0-1-1 0,-2 1 0 16,0 0 0-16,0-1 0 15,-1-1 0-15,-3-1 0 16,2 0 0-16,-2 0 0 15,-3 0 0-15,-2 0 0 16,-2 0 0-16,0-3 1 0,-4-1 0 16,-2-3 6-1,-2-3 0-15,3 1 0 16,-4-4-4-16,3-1 1 0,-1-3-2 16,-1 1 0-16,3-2 0 15,-5-3-4-15,2-1 4 16,-1-3-2-16,-1-3 1 0,0-1-1 15,-2-5 1-15,2 1 0 16,1-2-2-16,-2 2 2 16,1 1-1-16,-1 0 0 15,-1 1 0-15,0 1-3 0,0 0 1 16,0-1 1-16,-4 0 2 16,-3 0-1-16,1-1 5 15,1 0-5-15,-1-2 0 16,1 2 1-16,0 2 0 15,-2 2-1-15,1 2 1 0,-1 1-7 16,-4 2 3-16,4 3 2 16,-4-1-1-16,-3 1 1 15,2 2 4-15,-2 2-3 16,0-1 0-16,-1 0 0 16,1 3-2-16,1 0 4 0,-3 1-4 15,3 0 2-15,-5 3-2 16,1 3 1-16,-2 0-1 15,-5 0 1-15,2 1-2 16,-5 5 3-16,-2-1 0 16,-4 2-1-16,-1 0 1 15,-3 0-1-15,-3 3 2 0,-1 3-2 16,-5 1 1-16,2 0 1 16,-6 0-2-16,1 0 1 15,-2 0 0-15,-5-1 0 16,2 1-1-16,-1-2 1 15,-1 0 1-15,-2-1-1 16,0 1 0-16,1-3 1 0,-1 0-1 16,0 1 0-16,-3-3 0 15,4 0 0-15,-3 0 0 16,-2 0 1-16,3 0-1 16,-4 0-1-16,3 0 2 0,-3-3-2 15,3 2 2-15,-4-2-1 16,1 0 0-16,-1 0 0 15,0 0 0-15,1 0 0 16,-2 0 0-16,3 1 0 16,0 0 0-16,1 0-1 0,0 0 1 15,3-1 0-15,0 0 0 16,-1 0 0-16,-1 2 0 16,1-2 0-16,-1 2 0 15,0-1 0-15,3 1 0 16,-3-1 0-16,2 1 0 0,-2 1 1 15,3-3-2-15,-1 2 1 16,3-1 0-16,-1-2 0 16,-2 3 1-16,2-1-1 15,0 1 0-15,0 1 0 16,2 0 0-16,1 0 0 0,-1 0 0 16,1 4 0-16,1 3 0 15,0 0 0-15,2 2 0 16,2 0 0-16,1 2 0 15,5-1 0-15,2-2 0 16,-1 2 0-16,5-3 0 16,1 1 0-16,1-1 0 0,3-2 0 15,4 2 0-15,0-3 0 16,2 1 0-16,4-1 2 16,-2-1-2-16,-2 4 0 15,0-3 0-15,0 2 0 0,-2-2 0 16,0 2 0-16,-3-3 0 15,3 1 0-15,3-3 1 16,-1 2-1-16,1-1 0 16,2-1 0-16,-1 3 0 15,0-4 0-15,2 2 0 16,-4-1 0-16,0-1 0 0,0 0 0 16,-2 1 0-16,0 0 0 15,0-1 0-15,0 2 0 16,0 0 0-16,2 2 0 15,0-1-1-15,1 1 2 16,-1-1-2-16,3 3 1 0,1-2 0 16,2 0 0-16,-1-1 0 15,6 1 0-15,0-1 0 16,1 3 0-16,2-1 0 16,2 3 0-16,0-1 0 15,-2 3-2-15,4 0 2 0,-2 1 2 16,1 0-4-16,0 2 2 15,2 0 0-15,-1 4 0 16,1 0 0-16,1 1 0 16,-2 1 0-16,5 2 0 15,-1-1 0-15,3 3 0 16,0-3 0-16,0 1 2 0,0-1-2 16,5 0 1-16,2-2-1 15,-2 2 0-15,1 0 1 16,3 0-1-16,-2 1 0 15,4-1 0-15,-2 0 0 0,1 1 0 16,2 0 0-16,-1-1 0 16,-1-1 1-16,1 2-1 15,-2-1 1-15,2 0-1 16,-2 0 0-16,0-2 0 16,1 4 0-16,-2-4-1 15,0 1 1-15,-1-2 1 0,0 0-1 16,0 1 0-16,-1-1 0 15,1-1-1-15,-3 2 1 16,3-1 0-16,-2 3 0 16,0-2 1-16,1 1-2 0,0 2 2 15,-1-1-1-15,2 0-1 16,-3-2 1-16,3 0 0 16,-3 0 1-16,3-4-1 15,-1 0 0-15,4 1 0 16,-3-4 0-16,3-1-3 15,2 0 2-15,1 1-3 0,1-2 2 16,1-1 1-16,3-3-1 16,0 0 0-16,2 0 1 15,5-2 3-15,2-2-2 16,1-1 1-16,6 0 0 16,2 0 0-16,4 0 0 15,0-1-2-15,7-5 2 0,-4 3-1 16,6-3 1-16,-3 1-1 15,2 0 0-15,2 0 0 16,0-1 0-16,2 0 0 16,-3 2 0-16,4-2 0 0,-1 2 0 15,0-3 0-15,0 2 1 16,5-3-1-16,1 1-1 16,0 0 2-16,1-2-1 15,1 2 0-15,0-1 0 16,-1 1 0-16,1 0 0 0,-3 0 0 15,1 1 0-15,-2 0 0 16,0 1 0-16,0 0 1 16,-2 1-2-16,1-2 1 15,2 3 1-15,-1 0-1 16,-1-1 0-16,-1 2 0 0,0-1 0 16,1 0 0-16,-1 0 0 15,-1 1 0-15,1 1 0 16,0-2 0-16,0 2 0 15,-1 1 0-15,3 0 0 16,-2 0 0-16,2 0 0 16,0 0 0-16,2 0 0 15,-3 0 0-15,3 0 0 0,-1 0 0 16,3 0 1-16,-2 0-1 16,0 0-1-16,1 0 1 15,1 0 0-15,0 0 1 16,3 0-1-16,-1 0-1 0,3 0 1 15,-4 0 0-15,3 0 0 16,1 0 0-16,-3 0 1 16,1 0-1-16,0 0 0 15,1 0-1-15,-1 0 2 0,-3 0-1 16,3 0 0-16,-3 0 0 16,-2 0 0-16,-2 0 0 15,-2 0 2-15,-3 0-4 16,-2 1 2-16,0-1 2 15,-4 2-2-15,-2-1 0 16,-4-1 0-16,-2 0 0 0,-5 0 0 16,-1 0 0-16,0 0 0 15,-4 0 1-15,-4 0-1 16,2 0 0-16,-2 0 0 16,-4-1 0-16,-2-2 1 15,-1-3-1-15,-5 3 0 0,-1-4 0 16,0 0 2-16,-3-3 0 15,1-1 1-15,1-2 3 16,-1-3-3-16,2-2-2 16,-1-2-1-16,0-1 1 15,0-3 0-15,-2-2 0 0,-1 0 2 16,-2-3 0-16,-3-1-2 16,1-3 1-16,-1-1-1 15,-1 0 1-15,0 0-1 16,1-2-1-16,2 1 0 15,-3-1-1-15,0-1 1 16,2 0-2-16,-2-1 1 0,0 0 0 16,0-2 0-16,-2 2-1 15,-3-1 0-15,-2 2 1 16,-1 3 2-16,1 4-2 16,-2 2 1-16,-2 1 0 0,2 3-1 15,0 1-2-15,-5 1-1 16,1 0 3-16,-1 1 0 15,-3 2-2-15,-3 0 2 16,1 3 0-16,-2 0 1 16,-2-1 0-16,0 5-3 0,-3 0 6 15,0 3-7-15,-2 1 4 16,-1 1-1-16,-2 3 1 16,-4 0 0-16,-2 1 0 15,-3 2 0-15,-4-1 1 16,-2 1-1-16,0 0 1 15,-3 1 2-15,2-2-5 0,-2 2 2 16,1-1 0-16,-3 1-1 16,-3 0 1-16,-1 0 0 15,1 0 0-15,2 0-1 16,-1 0 2-16,-1 0-2 16,1 0 1-16,-1 0 0 0,-2 0 0 15,-2 0 1-15,2 0-2 16,-2 3 1-16,3-1 1 15,-3 1-1-15,1 1-1 16,-3 0 1-16,-1-1 0 16,1 1 0-16,-4 2 0 0,1-1 0 15,-2 1-1-15,-2 0 2 16,-1 1-2-16,0-1 2 16,1 1-1-16,2-2 0 15,-2 1 0-15,0 1 0 16,-1-2 0-16,3 0 0 0,-2 1 1 15,0-2-2-15,1 3 2 16,-1-2-1-16,-3 0 0 16,3 0 0-16,-2-1 0 15,2 2 0-15,0-1 1 16,-1 1-1-16,-1 1-1 0,2 0 2 16,-1 0-1-16,2 0 0 15,1 2 0-15,0-2 0 16,3 0 0-16,-1-1 0 15,3-1 0-15,0 2 0 16,4-4 0-16,0 2 0 0,2-1 0 16,0-3 0-16,4 2 0 15,-2 1 0-15,2-4 0 16,4 3 0-16,1-3 0 16,3 0 0-16,2 0 2 15,3 0-4-15,0 0 4 0,3 0-2 16,2 0 0-16,2 0 0 15,4 0 0-15,3 0 0 16,0 0 0-16,3 0 0 16,0 0 0-16,0 0 0 15,0 0 0-15,2 0 0 16,-2 3 0-16,1 1 0 0,0 0 0 16,-4 1 0-16,5-1 0 15,0-1 0-15,2 1 0 16,2 2 0-16,0-2 0 15,5 0-2-15,0 2 2 16,0 0 0-16,2 1 0 0,1 1 0 16,1 0 0-16,1 0 0 15,-1 5 0-15,-2-2 0 16,-1 3 0-16,-1-1 0 16,0 3 0-16,-5 1 0 15,1-1 0-15,-1 2 0 0,-1 0 0 16,-1 2 0-16,1-3 0 15,1 3 0-15,3-3 0 16,0 0 0-16,1-2 0 16,2 0 0-16,3-1 0 15,-1 2 0-15,4-3 0 16,-3 1-1-16,4 3 2 0,1-2-1 16,0 1 0-16,0 1 2 15,0 0-2-15,0 3 0 16,0 0 0-16,1 0 0 15,4 1 1-15,1 2-2 0,1 0 1 16,-1-1 1 0,1 0-2-16,2-1 1 0,0 0 0 15,0-2 0-15,1-2 0 16,2-1 0-16,-3-1 0 16,-1-1-2-16,2-1 2 0,-1 1 0 15,3-1-2-15,-3-2 2 16,3 2-1-16,2-1-5 15,-1-3 2-15,3 1 4 16,-2-2 0-16,4 1-4 16,-1-3 4-16,1 0 0 0,-2 1 0 15,4-1 2-15,0-1-3 16,0 0 1-16,1 0 0 16,3 1 0-16,3-2 0 15,2-1 1-15,2-2-2 16,1 0 2-16,4-1-1 0,1 0 0 15,1 0 0-15,3 0 1 16,-3 0 0-16,2 0-2 16,2 0 2-16,1 0-1 15,1 0 0-15,3 0 0 16,0 0 0-16,0 0 0 16,-1 0 0-16,2 0 0 15,-4 2 0-15,1 0-1 0,-2 0 2 16,4 3-1-16,-1-2 0 15,4 2 0-15,-3 0 0 16,6 0 0-16,-1-2 0 0,-1 3 0 16,2-4 0-16,2 0 0 15,0-1 1-15,-1 1-1 16,1-2 0-16,0 0 0 16,1 0 0-16,1 0 0 15,2 0 0-15,1 0 0 16,-3 0 0-16,4 0 0 0,0-3 0 15,3 1 1-15,-3 0-1 16,4 0-1-16,-3-2 2 16,1 1-1-16,-2 2 0 15,1-2 0-15,-3 1 0 16,0 1 0-16,-1 0 0 0,2-1 0 16,-2 2 0-16,-2 0 0 15,3 0 0-15,-5 0 0 16,1 0 0-16,-3 0 0 15,-1 0 0-15,0 0 0 0,-3 0 0 16,1 2 0-16,-1 0 1 16,2 0-2-16,1 2 2 15,-1-2-2-15,3-1 2 16,-2 1-1-16,-1-1 0 16,1-1 0-16,0 0 0 15,-3 0 0-15,0 0 0 0,-1 0 0 16,1 0 0-16,-6-3 0 15,2 0 1-15,-1 2-1 16,-3 0 0-16,0-1 2 16,-3 0-1-16,-3 1-1 15,-3-3 0-15,-3 2 1 0,-4-2 0 16,-1 1 0-16,-2-1 0 16,-2 1 0-16,-3-1 0 15,-1 1-1-15,-1-1 0 16,-3-2 2-16,3 2-2 15,-3-2 0-15,-1 2 0 0,4-2 0 16,-1 1 0-16,4-1 0 16,2 2 0-16,1 1 0 15,3 1-3-15,-3 2-1 16,0-7-37-16,-6-7-136 16</inkml:trace>
  <inkml:trace contextRef="#ctx0" brushRef="#br0" timeOffset="49554.08">17385 5973 7 0,'0'0'39'0,"0"0"-13"0,0 0-9 0,0 0-5 16,0 0-6-16,-1 0-5 16,1 0 0-16,0 0-1 15,-1 0 0-15,1 0 0 16,0 0 1-16,0 0-1 16,0 0 0-16,0 0 0 0,0 0 0 15,0 3 0-15,0 0 1 16,0-2-1-16,0 2 0 15,0-2 0-15,0 0 0 16,0 0 0-16,0-1 0 16,0 0 1-16,0 0 6 0,0 0 16 15,0 0-14-15,0-3-6 16,0-1 0-16,0-3-1 16,2 1-1-16,0-1 2 15,2-3 2-15,-3 0-2 16,1 0-2-16,0-1-1 0,-1 1 3 15,0-2 1-15,-1 1 3 16,1 1-3-16,0 0-2 16,1-1 4-16,0 2-5 15,-1-2 4-15,4 0 2 16,1-1-4-16,0 1-3 16,1-1 1-16,0 1 0 0,2-2-1 15,-3 2 0-15,1 1 1 16,0-1-1-16,3-1 0 15,2 2 0-15,-1-1 0 16,3 1 0-16,-1-1 0 16,3 1 0-16,-1 1 0 0,2 0 0 15,-2 3 0-15,5-3 0 16,-3 5 0-16,0-2-1 16,3 2 1-16,-1 1 0 15,-2 2 0-15,2-1 0 16,2 1-1-16,1-2 1 0,-2 1 0 15,5 0 0-15,1-1 0 16,-1 1 1-16,-2-2-2 16,-1 4 1-16,2-3 0 15,-5 3 0-15,0 0 0 16,-1 0 1-16,1 0-2 0,-3 0 1 16,0 0 0-16,0 5 0 15,-2 0 0-15,1 1 0 16,1 3-1-16,-3-2 0 15,0 1 1-15,1 2 1 16,1-1-2-16,0-1 1 0,0 1 1 16,1-1-2-16,-1 1 1 15,3 1 0-15,-3-2 0 16,2 2 1-16,-3 0-2 16,-1 0 1-16,-1 1 0 15,0-1 0-15,-5 3-1 0,1-4 1 16,-1 0-1-16,0 0 1 15,-2-3 1-15,1 1-2 16,-1-1 2-16,1-1-1 16,1 1 0-16,-4-2 0 15,1 3 0-15,0-4 0 0,-2 1 0 16,0-1 0-16,-1-1 0 16,-1 0 1-16,1-1-1 15,0 0 0-15,-1-1 0 16,0 0 1-16,0 0-1 15,1 1 0-15,-1 1-1 0,0-1-24 16,0-1-35-16,0 0-61 16</inkml:trace>
  <inkml:trace contextRef="#ctx0" brushRef="#br0" timeOffset="50407.12">18218 5913 51 0,'2'0'5'0,"1"0"-4"0,1-2-1 0,-2 0 0 0,0 1 1 16,-1-2 7-16,0 3 7 15,0-2-8-15,0 1-3 16,0 1 3-16,-1-2-4 16,1 1 3-16,0 1 3 15,1 0 8-15,-2 0-11 16,0 0-4-16,0 0-2 0,0 0-2 16,0 0 1-16,2 0 2 15,1 5-1-15,-1 0 0 16,1 1 0-16,1-1 1 15,0 0-1-15,1-1 0 0,1 2 0 16,1-2 0-16,0 0 1 16,-2-1-1-16,-1 1 0 15,2-1 0-15,-3 0 0 16,-1 0 0-16,3-2 0 16,-3-1 0-16,0 0 2 15,0 0-1-15,-1 0 1 0,2 0 3 16,-1-3 2-16,1-2 0 15,-3-2 0-15,2-2-2 16,0-1-1-16,-1 0-1 16,0-3-1-16,2 1 1 15,4-4 0-15,-4 1 3 16,1 0-2-16,0-5 1 0,0 2-3 16,1-1 1-16,-1-2 1 15,1 4-3-15,-3-1 2 16,1 6-3-16,-1 1 0 15,-2 4-8-15,0-2-52 0</inkml:trace>
  <inkml:trace contextRef="#ctx0" brushRef="#br0" timeOffset="53081.9">19476 5882 89 0,'0'0'12'0,"0"0"15"0,0 0 4 0,0 0-11 15,0 0-4-15,0 0-12 16,0 0-3-16,0 0 0 16,0 0-1-16,0 0-1 15,-33-11-11-15,22 12-44 0</inkml:trace>
  <inkml:trace contextRef="#ctx0" brushRef="#br0" timeOffset="53741.32">19323 5900 48 0,'0'0'23'16,"0"0"-20"-16,0 0-4 16,0 0 1-16,0 0 1 15,0 0 0-15,0 0 1 0,0 0 8 16,2 0 6-16,-2 0 4 16,1 0-5-16,2 0-11 15,2 0-1-15,3 0-2 16,3 0-2-16,2 0 2 15,3-1 1-15,3-3-1 16,2 3 3-16,4-2 2 16,2 1-3-16,3 1 0 0,7-2-1 15,4 3 1-15,8 0-2 16,0 0-1-16,7 0 0 16,4 0 1-16,0 0-1 15,5 0 0-15,-2 0 1 0,3 0-1 16,1 0 0-16,1 0 1 15,0 0-1-15,1-1 2 16,2-1 0-16,1-2 0 16,-2 3 0-16,-2-2-1 0,1 0 0 15,-2 0-1-15,-4 0 1 16,-7-1-1-16,0 0 1 16,-1-1 0-16,-7 1 0 15,0-1 0-15,-1 0-1 16,0 2 1-16,-4-2 0 15,-3 2-1-15,-3 0 1 0,-4 0 0 16,-4 3-1-16,-5-1 0 16,-6 1 0-16,-4 0 0 15,-4 0 0-15,-5 0 0 16,-3 0-3-16,-1 0-7 16,-1 0-8-16,0 1-5 0,-1-1-17 15</inkml:trace>
  <inkml:trace contextRef="#ctx0" brushRef="#br0" timeOffset="54126.13">21358 5692 107 0,'0'0'5'0,"0"0"-1"0,0 0-1 0,0 0-3 15,0 0 1-15,47-4-1 16,-37 11 0-16,3 0 1 15,-2 4-1-15,3 1 1 16,-1 2-1-16,1 2 0 0,-3 2 1 16,1 0-1-16,-5 1 0 15,-4-1 0-15,-3-1 0 16,0 0 0-16,-8 3 1 16,-7-2 0-16,-5 2 0 0,1-4-16 15,2-3-62-15</inkml:trace>
  <inkml:trace contextRef="#ctx0" brushRef="#br0" timeOffset="55157.42">22117 5507 66 0,'0'0'3'0,"0"0"13"0,0 0-2 0,0 0-3 0,0 0-2 16,0 0 0-16,0 0 1 15,0 0 4-15,0 0-12 16,0 0-4-16,-5-17 2 15,5 24 0-15,0 3 0 0,0 3 0 16,0-2 0-16,2 2 0 16,1 3 1-16,2-2-1 15,-1 0 0-15,2-4 0 16,1 0 1-16,3-1-1 16,0-2 4-16,1-3 0 0,2 0 4 15,1-1-2-15,-1 0 2 16,2-3-4-16,-3 0-2 15,2 0 4-15,-3-6-2 16,1-1-1-16,2 0-1 16,-5-4 1-16,2 1-2 15,-1-2 1-15,-4-2-1 0,1 3 0 16,-4-2 0-16,0 0 1 16,0 2-1-16,-1 1 3 15,-2 0-2-15,0 3 1 16,0 1-2-16,0 2 0 15,0 0-1-15,0 4 1 0,0 0-1 16,0 0 2-16,0 0-2 16,0 0-3-16,0 0-3 15,0 3 6-15,0 5 1 16,-2 3-1-16,-1 2 0 16,2 4 0-16,0 2 0 0,1 2-1 15,0 3 1-15,0-1 1 16,0 4-1-16,0-1 0 15,5-1 0-15,-1 2 0 16,1-1 0-16,1-1 0 16,-1 1 0-16,-1-1 0 15,3 1 0-15,-5-2 0 0,-1 3 0 16,1 0 0-16,-2-3 0 16,0 0 1-16,0-4-1 15,-4 0 0-15,-6-4 0 16,-1-5-2-16,-5 0 1 0,-1-4-1 15,-3-2 4-15,2-5 3 16,-1 0-4-16,-1-3 0 16,5-7 2-16,1-4 5 15,5-3 1-15,1-2 5 16,5 0-6-16,1-3-2 0,2 2-3 16,0 0 1-16,0 3-3 15,5 2-1-15,5 0 0 16,0 4-3-16,3 2-3 15,-1-2-29-15,-1 1-66 16</inkml:trace>
  <inkml:trace contextRef="#ctx0" brushRef="#br0" timeOffset="56182.55">21962 5315 3 0,'0'2'58'0,"0"1"-57"0,0-2 3 0,0-1 0 0,2 2 0 15,1-1 3-15,3-1 1 16,-5 0 0-16,3 0-2 0,2 0 2 15,-3 0-4-15,1-4 1 16,2-2-1-16,0 1 0 16,0-1 2-16,-1 0-2 15,2-4-1-15,-1 3 1 16,2 0 5-16,-3-3-2 16,-1 0-5-16,-1 0 2 0,-1-1 1 15,2 2 0-15,-4-1-2 16,2 0 0-16,-1 0-3 15,2 1 1-15,-2-1-1 16,2 0 0-16,1 1 0 16,-1 2 0-16,0-3 1 0,0 4 0 15,3-1 3-15,-3 2 2 16,-1-1-1-16,0 2-3 16,0 1-2-16,1 0 2 15,-1 1-2-15,-2 0 0 16,1 2 0-16,1-2 0 0,0 2 0 15,-1-1 0-15,2-1 0 16,1 2-1-16,-2-1 0 16,1 0 2-16,1 1-1 15,0 0 0-15,1 0-1 16,-1 0 1-16,1 0 0 16,1 5-1-16,1 1 1 0,1 0 0 15,0 2 0-15,1 1 0 16,0-1-1-16,2 2 2 15,1 0-2-15,1 1 2 16,2 1-2-16,-1-2 1 16,2 1 0-16,0-1 1 0,0 1-2 15,3-2 2-15,-4 1-1 16,-1-2 0-16,-3 0 0 16,-2 0-1-16,1-1 2 15,-3-2 0-15,-1-1 0 16,-2 1-2-16,2 1 2 0,-6-2-2 15,0 2-1-15,0 0-10 16,0-1-17-16,-9 0-15 16,-1-3-31-16</inkml:trace>
  <inkml:trace contextRef="#ctx0" brushRef="#br0" timeOffset="56831.2">22046 5337 52 0,'0'0'14'0,"0"0"-14"0,0 0 0 0,0 0 0 15,0 0 1-15,0 0-1 0,0 0 7 16,0 0 9-16,0 0 4 16,0 0 6-16,0 0-7 15,0 0-9-15,-4-24-4 16,2 15-2-16,2 2 0 15,0-1-3-15,0-1 2 0,0-1-3 16,0 0 0-16,0-1 0 16,0-2 0-16,0 2 0 15,0-2 0-15,0 0-1 16,0 0-2-16,4 1 0 16,1-1-1-16,1 1-1 0,-1 0 4 15,2 0 1-15,-5 4 0 16,0-1 0-16,-1 3 0 15,1 1 1-15,-2-1 0 16,0 2 1-16,1 3-1 16,0 0-2-16,3 1-1 15,-4 0 1-15,2 0 1 16,2 0-2-16,0 2 2 0,2 4 0 16,-1 3 0-16,3 0 1 15,-1 1 0-15,3 3 2 16,0 0-2-16,5 1 3 15,2 3-2-15,5 1 3 0,2 2-3 16,11 3 0-16,4 5-1 16,8 4 2-16,9 3-3 15,11-2 2-15,11-5-54 16</inkml:trace>
  <inkml:trace contextRef="#ctx0" brushRef="#br0" timeOffset="147342.2">17452 5020 172 0,'0'0'-32'0,"0"0"54"0,0 0-1 0,0 0-5 16,0 0 0-16,0 0-10 0,0 0 0 16,0 0-4-16,0 0 0 15,0 0-2-15,4-7 0 16,-4 7 0-16,0 3-2 16,0 7 0-16,0 3 2 15,0 5 0-15,0 3-1 0,2 4 1 16,1 3-1-16,-3 2 0 15,1 4 0-15,-1 3 1 16,0 6-1-16,0 0 1 16,-1 4 0-16,1-1-1 15,-1 2 1-15,1 2 1 0,0 2-1 16,7 5 0-16,3 4 1 16,1 3-1-16,3 3-1 15,-2 1 2-15,-1 4-2 16,1 1 1-16,-3 2-1 15,-1 3-2-15,-4 0-4 16,0 2 0-16,2-6-49 0,-4-5 58 16,-2-5-2-16,0-3 1 15,1-7 1-15,-1-4-1 16,0-2 4-16,0-1-3 16,0-3 0-16,0-4-2 15,0-3 2-15,0-3-2 0,0-4 0 16,0 0 1-16,0-5 3 15,0-2 0-15,0-2-1 16,-1-4 4-16,-6-1 1 16,3-1 4-16,-1-2-3 0,-2 0-6 15,1 2-3-15,-5-5-3 16,0-8-59-16</inkml:trace>
  <inkml:trace contextRef="#ctx0" brushRef="#br0" timeOffset="155448.79">17914 5130 73 0,'-4'-9'5'0,"0"-1"6"0,1 3 2 0,0 1-2 16,-1-1-2-16,-3 2 3 15,1 0-2-15,-4 2-8 16,0-1-1-16,0 1 0 16,-1 3-2-16,0-1 1 15,-1 1 0-15,1 0-2 0,3 0 2 16,-1 3-1-16,-2 1 1 15,2 0 0-15,0 2-2 16,-1 0 2-16,-2-1 0 16,1 0-1-16,1 0 0 15,-1 1 2-15,0-2-2 0,0 2 1 16,4-2 0-16,-3 2 0 16,2-2 1-16,-1 3-1 15,1 0 0-15,3 3 0 16,-3 1 1-16,0 4-1 15,2 2 0-15,-1 6 0 16,-1 2 2-16,0 3-2 0,0 4 0 16,3-2 0-16,-3 1 1 15,0-1-1-15,4 2 0 16,1-2 1-16,1 3-1 16,0 0 1-16,2 5-1 15,0 2 1-15,0 2-1 16,0 1 0-16,0-2 0 0,0 2 0 15,3-2 1-15,0 0-1 16,0 0 0-16,4 2 0 16,-4-2 1-16,2 3-1 15,0-1 0-15,-3-1 0 16,0 1 0-16,-2-1 0 0,0 0 1 16,0 0-1-16,0 2 1 15,-2-1 0-15,-2 2 0 16,-2-1 0-16,2-4 1 15,1-1-1-15,-2-3-1 0,3-2 0 16,2-4 1 0,0 1-1-16,0 1 0 0,0-1 0 15,0 0 0-15,0-1 0 16,1-3 1-16,0-1-2 16,0-5 2-16,0 0-1 0,-1-1 0 15,0-4 0-15,0 0 0 16,0 0 0-16,0 1 0 15,0-1 0-15,3 1 0 16,1 0 1-16,1 0-1 16,1 0 0-16,1 3 0 15,3-1 0-15,0 1 0 0,1-1 0 16,1-3 0-16,1-3 0 16,5-3 0-16,-3-5 1 15,4-1 0-15,2-2 2 16,6-2 1-16,0 0-1 15,4 0 1-15,5 0 5 0,5 0 1 16,3-2-2-16,6-3-6 16,6 2 1-16,4-5-41 15,-3-4-32-15</inkml:trace>
  <inkml:trace contextRef="#ctx0" brushRef="#br0" timeOffset="157464.19">17727 5150 58 0,'0'0'12'0,"0"-5"1"0,0 2-6 0,4 2 0 15,-2-2 9-15,0 0-5 0,-1 2-3 16,1-1-4-16,0 1-1 15,0 0-1-15,2-1-2 16,4 2-1-16,1 0 0 16,5 0 2-16,1 0-1 0,3 0 0 15,5 0 0-15,0 0 0 16,0 0 1-16,-1 0-2 16,4 0 1-16,-5 0 0 15,2 0 0-15,0 0-1 16,1 6 0-16,1-1 0 15,1 1-2-15,1 1 2 0,0 2 1 16,2-2 0-16,0 0 0 16,1 0 0-16,1-1 1 15,-1-1-1-15,1 0 0 16,0-1 1-16,0-1-1 16,0 1 1-16,-1-1-1 15,-1 1 0-15,-2 0 0 16,1 1 1-16,-3-1-1 0,0 2 0 15,-5-1 1-15,3 2-2 16,-1-1 2-16,-1 0 0 16,0 1-1-16,0-2 0 0,1 1 0 15,-3-1 0-15,2 0 0 16,-2 1 0-16,-1-1 0 16,1 0 0-16,-3-1 0 15,2 3 0-15,2-1 0 16,-3-2 1-16,0 1-1 15,0 1 0-15,3 0 0 0,-7 1-1 16,1 0 1-16,-3 3 0 16,-1-1 0-16,3-1 1 15,-3 1 0-15,4 0 0 16,-5 2-1-16,1-2 0 0,1 0 2 16,-1 0-4-16,-2-1 2 15,0 1 2-15,3-1-2 16,-4 1 1-16,3-1-2 15,2 2 3-15,-3 0-2 16,0 3 0-16,2-2 0 16,-2 3 1-16,-1-2-2 0,0 2-1 15,-1 0 2-15,-1-1-2 16,-1 3 5-16,1-2-2 16,0 3 0-16,2-1 0 15,-1 1 0-15,3 1-1 16,-3 2 1-16,2 0-1 0,-2 0 0 15,0 1 0-15,-2 0 0 16,2-2-1-16,-2 1 1 16,0 0 2-16,0-2-1 15,-1 3 0-15,0 1 0 16,0-1-1-16,0 2 0 0,-2 0 1 16,-1 1-1-1,0 1 0-15,-1-2 2 0,0 4 0 16,0-2-1-16,-2 1 1 15,-2 1 1-15,0 3-2 0,-3-2 0 16,2 2 0 0,-1 1 1-16,1-1-2 15,2 0 1-15,-3-2-2 0,3-1 2 16,-1 2-1-16,1-4 1 16,-3 2-1-16,1-1 0 15,-4-1 1-15,2 1 1 0,-3-2 0 16,2-1 1-16,-3-2 0 15,1-1-1-15,-2 1-1 16,1-1 1-16,-1 0 0 16,-3-1 0-16,0 1 1 15,-2 1-2-15,0-3 1 0,-5 2-2 16,3-3 1-16,-2 0 0 16,0-3-1-16,-2 0 0 15,2-3 1-15,-2-2-1 16,0 3 0-16,-1-4 1 15,0 2-1-15,-1 2 0 16,-2-2 1-16,-2 2-1 0,0-1-1 16,2 1 2-16,-4-1-1 15,0 1 1-15,0-1 0 16,1-1-1-16,-4 0 1 16,2 1-1-16,0-3 2 0,-1 0-2 15,3-1 1-15,1 0-1 16,0 2 1-16,0-2-1 15,-2 0 0-15,2 0 0 16,0 0 0-16,-2 0 1 16,2 0-1-16,1-3 0 0,1 1 0 15,2-2 0 1,2-2 0-16,3-1 1 0,2 0 0 16,-2 0 1-16,4 0 7 15,0 0-2-15,2 0-3 16,1-1-2-16,1-2-1 15,0 3 1-15,3 0-2 0,1 0 1 16,0 0-1-16,3 0-1 16,1 0 0-16,-3-1-1 15,3-1-17-15,-4-2-13 16,2-5-37-16</inkml:trace>
  <inkml:trace contextRef="#ctx0" brushRef="#br0" timeOffset="158512.5">17602 5350 0 0,'0'22'14'0,"0"2"-8"0,0 4-4 16,0 0 0-16,-2 2 0 15,1 5-2-15,1 1 1 0,0-1 0 16,0 2 0-16,0 4 3 16,0-2 2-16,1 1 0 15,1-1-2-15,2 0-1 16,0 2 5-16,-1-1-1 15,-1 2-1-15,0 1-1 0,0 2 0 16,-2-1-2-16,0 2-1 16,0-2-1-16,0-2 1 15,0 1-2-15,0-2 1 16,-1 0-1-16,1-1 2 16,-1 3 0-16,1-4 1 15,0 0 0-15,0-2-1 0,4-2 2 16,1-4-2-16,1-2 1 15,-1-1-1-15,-1-5 4 16,0 1 1-16,1-1 1 16,-2-2-3-16,0 2 1 15,1-2-2-15,-2-1 3 0,0 1 0 16,-2-1-5-16,0 0 1 16,2 1-2-16,-2 4 0 15,0-2-1-15,-10-5-7 16</inkml:trace>
  <inkml:trace contextRef="#ctx0" brushRef="#br0" timeOffset="-128040.08">1587 9656 71 0,'0'0'13'0,"0"0"12"0,0 0-6 0,0 0-1 0,0 0-2 0,0 0-3 0,0 0-5 16,0 0-6-16,0 0-4 16,0 0 1-16,7 10-1 15,4-4-38-15,3 1-47 16</inkml:trace>
  <inkml:trace contextRef="#ctx0" brushRef="#br0" timeOffset="-43585.69">13292 11287 66 0,'0'0'8'0,"0"0"8"0,0 0-3 0,0 0-6 0,0 0-3 15,0 0-3-15,0 0 0 16,-27 39-1-16,27-32 0 0,0 3 0 15,0-3-1-15,0 2-1 16,5-2 2-16,3 0-1 16,-4 0 2-16,4 0-2 15,-3-1 0-15,1-2 0 16,-1 2 1-16,3-2-2 0,0-4 2 16,2 0 1-16,-1 0 1 15,5 0 1-15,-3-7 3 16,3-4-2-16,3-4 0 15,-1-2 2-15,1-3-4 16,0-2 1-16,-1-4 2 0,3-5 3 16,-3 1-1-16,4-5 0 15,2-1 0-15,3-4-1 16,1-2-1-16,3-4-2 16,1-2 1-16,6 0 0 15,-1-5 0-15,1 5-2 16,1 1-1-16,0 4 0 0,0 2-1 15,-7 3-40-15,-4 4-95 16</inkml:trace>
  <inkml:trace contextRef="#ctx0" brushRef="#br0" timeOffset="-41427.93">13140 11241 62 0,'0'0'9'0,"0"0"7"0,0 0-6 0,0 0-5 0,0 0-4 16,0 0 2-16,0 0-3 15,0 0 1-15,0 0 1 16,0 0-1-16,0 0-1 16,3-8-1-16,-1 8 1 0,0 4-1 15,2 3-3-15,-2 1 3 16,1 2 2-16,0 0-1 16,3 3 0-16,-1-2-1 15,3 2 1-15,-3 0-1 0,1 1 1 16,2-1 1-16,2 2-1 15,-3-3 0-15,3-2 1 16,0-3-1-16,1-4 3 16,0-3-3-16,1 0 1 15,1-9 0-15,3-5 0 16,1-6 2-16,4-4-1 0,3-7 0 16,3-5 1-16,0-4 2 15,4-6 3-15,5-5 0 16,2-8 4-16,4-3-4 15,7-2-6-15,3-3 2 16,4-1-1-16,1 1-1 0,6 2-3 16,-2-3-35-16,-1 0-99 15</inkml:trace>
  <inkml:trace contextRef="#ctx0" brushRef="#br0" timeOffset="-482.61">3011 7182 85 0,'0'0'-33'0,"17"-49"32"0,-9 23-21 0</inkml:trace>
  <inkml:trace contextRef="#ctx0" brushRef="#br0" timeOffset="-119.8">3028 7046 92 0,'0'0'11'0,"0"0"12"16,0 0-9-16,0 0-5 15,0 0-5-15,0 0-2 16,0 0-2-16,0 0-1 16,-6-1 1-16,12 6-2 15,4 2 3-15,-2 0 3 0,3-1-3 16,1-2-1-16,1-3 0 15,1-1-5-15,-3-5 7 16,2-13 17-16,1-7 2 16,1-12 0-16,3-10-10 0,5-7-4 15,-1-7-2-15,5 0-3 16,4 0-1-16,-2 4 0 16,0 10-2-16,2 13-10 15,-8 16-30-15,-3 18-43 0</inkml:trace>
  <inkml:trace contextRef="#ctx0" brushRef="#br0" timeOffset="208.26">3894 8224 129 0,'0'0'6'0,"0"0"-3"15,0 0 3-15,19 37 4 0,-14-34-1 0,2-3 0 16,0-6 4-16,6-12 6 15,3-13 1-15,6-15-6 16,9-18-8-16,12-18-3 16,11-18-2-16,11-18-2 15,13-12-21-15,9-11-77 0</inkml:trace>
  <inkml:trace contextRef="#ctx0" brushRef="#br0" timeOffset="30391.8">2357 6073 117 0,'0'0'-1'0,"0"0"10"0,0 0 0 0,0 0 1 16,0 0-5-16,0 0-1 0,0 0-2 16,0 0 0-16,0 0-1 15,-37-15 0-15,28 15-2 16,-2 0 1-16,-3 2-1 15,1 3-1-15,-3 3-3 16,-1 0-6-16,-4 2 0 16,-3 1-4-16,0-1-2 0,-3 3-2 15,0 0 8-15,-2-2 8 16,0 3 6-16,2 1 0 16,0 2 3-16,0 1 0 15,3 3-2-15,-3 2-2 0,0 4-1 16,2 4 0-16,-4 4 0 15,0 3 0-15,2 2 0 16,0 0 1-16,2 2-1 16,2-2 1-16,2 0 0 15,6 1 0-15,-1-1 0 0,5 2 1 16,-1 1-1-16,4-1 1 16,1 1-1-16,1 2-1 15,1-3 1-15,0 2-1 16,5-2 1-16,-2 2-2 15,2 0 2-15,0 0-1 16,0 1 0-16,7-2-1 0,0-3 2 16,2 1-3-16,1-2 2 15,5 0-1-15,-1 1 0 16,5 1 0-16,1-1 0 16,0-1 0-16,2-2 0 15,3-1 0-15,2-4 0 0,2-1 1 16,-3 0 0-16,3 0 0 15,0-1 0-15,-1 4 0 16,0 3 1-16,4 3-1 16,-3-2 0-16,2 1-1 0,3-1 1 15,1 2-1-15,2 1 1 16,-1-2-1-16,3 1 0 16,1 0 1-16,1 1-1 15,1 1 0-15,0 0 0 16,6-2 1-16,0 3-1 0,2-1 1 15,-1-2-1-15,2 1 0 16,1-2 0-16,0 0 1 16,0-2-2-16,3 0 1 15,3-1 1-15,-7-4 0 16,2 0 0-16,-3-3-1 16,1-2-2-16,-2-1 4 15,1 2-2-15,-1-1 2 0,-6 2-1 16,3 2-1-16,-3-1 1 15,-1 2-1-15,1 0 0 16,-1 0 1-16,2 0-1 16,2-1 1-16,-4-2-1 15,5 0 0-15,-3-2 0 0,2 0 0 16,-2 0-1-16,1 1 2 16,1 1-1-16,2 1-1 15,-2 0 2-15,2-2-1 16,0-4 0-16,0-3-1 0,0-6-6 15,4-6 16-15,0-3-10 16,-2-4 8-16,2-2 1 16,-2 0-5-16,-4-2-1 15,-1-5 3-15,0-1-4 16,0-2 0-16,1-3 1 16,-3 0-1-16,2-2 0 0,-3 0 2 15,1-2-2-15,-5-1 0 16,-1-4-1-16,-1-3 0 15,-4-2-2-15,1-3 2 16,-4-3-2-16,-4-1 6 0,-2-1 2 16,-1-1 3-16,-7-2 2 15,-1-2-4-15,-3-3-1 16,-5-2-2-16,1-3 0 16,-5-2-1-16,-2-3 1 15,0-5-2-15,0-1-1 0,0-3 0 16,-8 0 0-16,-1-3 0 15,0 3 0-15,-3 0 1 16,-1 0-1-16,-1-2 0 16,1 4 1-16,-3-1 0 15,1 0 2-15,-5 0 3 16,0-2-2-16,-4 1 1 0,-4 1-2 16,-1 1 0-16,-2 1-1 15,-2-1 2-15,-1 0-4 16,-4-1 0-16,4 3 0 15,-4-3-2-15,-2 1 0 16,0-1-2-16,0 4 0 0,2-1 1 16,0-1-1-16,-3 2 1 15,-1 0 0-15,0 3 0 16,-4 0 2-16,2 3-3 16,-5 1 2-16,2 0 1 15,0 2-1-15,-2 3 3 0,0 2-5 16,-3 0 3-16,3 1 2 15,-2-1 1-15,1-1-2 16,2 0 0-16,-2-1 0 16,2 2 0-16,0 3-2 15,-4 3 1-15,0 2 0 0,-2 4 2 16,2 4 2-16,1 1-1 16,-3 2 1-16,-2 1-3 15,2 3 1-15,-1 0-1 16,-1 1-1-16,-2 2 0 15,2 1 1-15,-2 0-1 16,-1 2 0-16,-1-3 2 0,-1 4-2 16,-1-1 0-16,-1 3 0 15,-5 3 0-15,1 0 0 16,-1 7 0-16,-3 1 0 16,-1 1-2-16,-6 15 2 0,0 8-3 15,-5 12-15-15,-9 9-25 16,-6 6-49-16</inkml:trace>
  <inkml:trace contextRef="#ctx0" brushRef="#br0" timeOffset="33375.48">8232 16355 26 0,'0'0'3'0,"0"0"1"0,0 0 0 0,0 0-1 16,0 0-3-16,0 0 1 16,0 0 9-16,0 0 2 15,0 0-5-15,0 0-5 16,0 0-1-16,0 0-1 15,0 0 0-15,11-12 0 16,-11 12-1-16,0 0 1 0,0 0 2 16,0 0 5-16,0 0 4 15,0 0 6-15,0 0-3 16,0 0-5-16,0 0-8 16,0 0-1-16,0 0 0 15,0 0 0-15,0 0-1 0,0 0 2 16,0-2 1-16,0 2 12 15,0-3-3-15,0-1-3 16,0 1 1-16,0-1 1 16,0-1-9-16,0-2 1 15,1-1-1-15,2 3 0 0,2 0-1 16,1 1 1-16,2 1-1 16,-1 0 0-16,1 3 0 15,1 0 0-15,1 0 0 16,-2 6 2-16,-1 2-4 15,1 5 2-15,-2 0 2 0,0 0-2 16,-2-1 3-16,1 1-3 16,-1-3 0-16,0 1 0 15,-1-4 0-15,2-1 0 16,-3-3 1-16,0 0-1 16,0-3-1-16,1 0 1 0,-1 0 0 15,4-3 2-15,-1-4-2 16,2-4 1-16,0 1 1 15,1-3-2-15,-1-1 1 16,4-2-1-16,-2 2 1 16,0-3-2-16,2 1 2 15,-2-1-1-15,-2 2 0 0,1 3 0 16,-5 2 0-16,1 3 0 16,-1 4 1-16,-1 2 1 15,-2 1 2-15,0 0-3 16,0 0-4-16,2 4 3 15,0 3 2-15,-1 3-2 0,2 2 0 16,2 0 0-16,0 1 0 16,4 1-1-16,-4 1 2 15,1 2-1-15,2 1 0 16,-3 1 0-16,2 0 0 16,-2 1 0-16,1 0-1 0,-2 3 2 15,-2-2-1-15,0 3 0 16,-1 0-1-16,-1-2 1 15,0 2 0-15,-7 0 0 16,-3 0 0-16,-5 0 0 0,0 2 1 16,-5-2-1-16,0-3 0 15,0 1 0-15,-3-2 0 16,-1-5 0-16,2 1 0 16,1-4 0-16,-1-3 0 15,1-2 1-15,4-3-1 0,1-4 0 16,1 0 3-16,-1-4 12 15,2-6 1-15,4-4-2 16,-2 0-1-16,3 0-7 16,0-2-3-16,2 2-2 15,1 1 1-15,2 4-2 16,1 0 0-16,3 4 2 0,0 2-5 16,0 2-14-16,4-2-29 15,5 0-28-15</inkml:trace>
  <inkml:trace contextRef="#ctx0" brushRef="#br0" timeOffset="33931.2">8791 16533 57 0,'4'0'3'0,"-1"0"13"0,3 0 3 0,-1 0-8 0,3 0-6 16,0 0-1-16,2 0 3 16,-1-2-1-16,5-2-1 15,-1 2-3-15,1-1-1 0,1 0-1 16,1 1 1-16,-3-1-1 15,3 2 0-15,-5 1-4 16,-2 0-22-16,-3-2-62 16</inkml:trace>
  <inkml:trace contextRef="#ctx0" brushRef="#br0" timeOffset="34144.03">8849 16698 81 0,'0'0'65'15,"0"0"-72"-15,0 0 12 16,0 0-5-16,0 0 0 16,51 4 1-16,-33-4-1 15,2 0 0-15,0-2 0 16,1-3-16-16,-2-4-46 0</inkml:trace>
  <inkml:trace contextRef="#ctx0" brushRef="#br0" timeOffset="35332.64">9345 16551 74 0,'0'0'13'0,"0"0"9"15,0 0-2-15,0 0-2 0,0 0 0 16,0 0-6-16,0 0-5 16,0 0-6-16,0 0 0 15,-11-37 0-15,17 32-1 16,0-2 1-16,0 2-1 0,1 1 0 15,3 1 0-15,0 0 1 16,-1 2-1-16,1 1 0 16,2 0 0-16,-1 0 0 15,-3 2 0-15,4 7 0 16,-3 1 0-16,0 1 0 16,0 2-1-16,0 3 1 0,-4 0-2 15,3 1 1-15,-4-2 1 16,0 1 0-16,-2-2 0 15,0-1 0-15,-2-2 0 16,0-2 0-16,0-1 1 16,0-2-2-16,0-2-4 15,0-1 0-15,0-3 2 0,-3 0 5 16,0 0-1-16,2-3 0 16,1-4 1-16,0-3 2 15,0-1-4-15,0-2 1 16,7 0-1-16,-3-2 1 0,3 0-1 15,1 4 0-15,2-2 0 16,-3 2 0-16,3 2 0 16,-1 2 0-16,-1 0 0 15,2 2-1-15,-1 0 1 16,1 1 0-16,0 3 0 16,-1 0 0-16,1 1 0 0,-2 0 0 15,-1 0 0-15,1 0-1 16,-2 5-1-16,0 2 1 15,-1 0-1-15,1 0 0 16,-1 3-1-16,1-1 1 16,-3 1 0-16,1 1 1 0,-2-1 1 15,-1 1 0-15,1-1 0 16,-2-1-1-16,0-1 0 16,0 0 1-16,0-2 0 15,0 0 0-15,0-3 0 16,-1-1 0-16,0-2-2 0,1 0 4 15,0 0-2-15,0 0-3 16,0-5 0-16,0-3 2 16,0 0 1-16,0-1 1 15,2-1 1-15,2-2 4 16,0-1 1-16,-2 2-4 0,5 0-1 16,0 0 1-16,-2 0-1 15,3 4-1-15,-1 0-1 16,1 0 2-16,0 3-2 15,-1 1 0-15,1 1 1 16,0 2-1-16,2 0 1 16,-3 0-1-16,1 0 0 0,2 2 1 15,-1 4-1-15,0-1 0 16,2 1 0-16,-2 0-1 16,-2-1 1-16,1 3 0 0,-2-1 0 15,0 2 0-15,-4-1 1 16,-2 3-1-16,0 2 3 15,0 1-1-15,0 0-2 16,-2 5 1-16,-5-2-1 16,0 1 0-16,0 5-1 15,1-2-12-15,-2-1-30 0</inkml:trace>
  <inkml:trace contextRef="#ctx0" brushRef="#br0" timeOffset="36278.81">10025 16547 52 0,'6'-10'29'0,"3"0"-13"0,-2 1-1 0,2-2-1 16,-2 1-4-16,1 3-2 0,-2 1 0 15,4 1 5-15,-3 2-7 16,1 0-3-16,1 3-2 16,3 0 0-16,-3 0 0 15,1 0-1-15,2 7 1 16,-3 3-1-16,-1-1-1 16,2 4 1-16,-5-1 0 0,1 2 1 15,-2 0-3-15,-4 2 2 16,0-3 0-16,0 4 0 15,0-2 3-15,-6 0-6 16,-3-1 3-16,-2-1 0 16,2 0 4-16,0-5-4 0,-1-1-2 15,4 0 1-15,-1-5-2 16,3-1 0-16,2-1 0 16,2 0-7-16,0-10-2 15,0 0 11-15,6-2 1 16,3-3 1-16,3-2-1 0,-3 3 4 15,1-3 1-15,2 2 2 16,-1 0 1-16,0 1-4 16,-1 0-1-16,0 1 0 15,-4 3 1-15,2-1 1 0,-3-1 4 16,1 2-6-16,-2 2 1 16,-1-1-1-16,1 1-1 15,-2-2 0-15,2 2-1 16,-4 0 0-16,1 0 1 15,2 2-1-15,-3-1-1 0,0 3 1 16,1 0-1-16,-1 2 0 16,0 1 0-16,0 1-1 15,0 0-1-15,0 0-7 16,0 0-5-16,0 8 14 16,0 2 0-16,0 1 0 15,0 2-2-15,0 3 3 16,-1 0 0-16,-2 1 0 15,2 0-1-15,-1-2 2 0,2-1-2 16,0-1 1-16,0 0 1 16,0-3-1-16,0 0 1 15,3 0 0-15,4-2-1 0,0 1 1 16,3-3 0-16,4-1 0 16,1-3-1-16,2-1 1 15,4-1 0-15,6 0-1 16,2 0-2-16,2-1-4 15,0-12-48-15</inkml:trace>
  <inkml:trace contextRef="#ctx0" brushRef="#br0" timeOffset="36991.21">11645 15499 83 0,'1'0'8'0,"-1"0"9"0,0 0-4 0,0 0-2 0,0 0-9 16,0 0 1-16,0 1-2 15,0 6 0-15,0-1 0 16,0 4 0-16,0 1-1 0,0 5 0 15,0 2 0-15,0 2 0 16,0 5 0-16,1 4 0 16,-1 6 1-16,0 4-1 15,0 4 0-15,0 5 2 16,-1 3 0-16,-1 6 1 16,1 1 0-16,0 8 2 0,-1 0-1 15,0 1 1-15,-3 1 1 16,1 3 4-16,-2 0-3 15,-4 3 0-15,0 1-1 16,-1 3 1-16,-1 1-5 0,-1-3 0 16,-1-2-2-16,3-4 1 15,2-5-1-15,2-5 0 16,1-6-1-16,5-10-3 16,1-14-34-16,2-15-74 15</inkml:trace>
  <inkml:trace contextRef="#ctx0" brushRef="#br0" timeOffset="37872.49">12365 16255 91 0,'0'0'32'0,"0"0"8"0,0 0-14 0,0 0-12 16,0 0 1-16,0 0-8 16,0 0-3-16,0 0-2 15,-27-43 2-15,29 31-2 0,3 2-1 16,3-2 1-16,1 2-1 16,2 1-2-16,0 2 1 15,3 4 1-15,0 3 0 16,2 0-1-16,-3 0 0 15,1 12 0-15,-2 3-2 0,-3 4 1 16,-2 1-1-16,2 1 1 16,-4-3 2-16,1-2-1 15,-1-2 0-15,4-4 0 16,-1-3-1-16,3-2 1 16,1-5-2-16,1 0 2 15,-2-2 1-15,3-8-1 0,-1-4 1 16,1-4-2-16,-5-1 1 15,1-2 1-15,-2-2-1 16,-2 0 1-16,-4 2-1 16,0 6 1-16,1 0-1 0,-3 5 3 15,0 3 4-15,0 4-3 16,0 3-2-16,2 0-3 16,2 0-3-16,-3 12 0 15,3 3 2-15,3 5 2 0,-2 4 1 16,1 2-1-16,-1 2 0 15,3 3 0-15,-1-1 1 16,0 1-2-16,-1-3 2 16,-1 0-2-16,-1-1 1 15,-2-3 0-15,-2-4-1 16,0 0 1-16,0-3-1 16,-9-4 3-16,-2 1-1 15,-6-3 1-15,-1-1-2 0,-7-1 0 16,-2-1-2-16,1-4 4 15,-2-2-2-15,2-2 1 16,6 0 1-16,-2 0 1 16,5 0 2-16,5-3 4 15,1-4-6-15,3 0-3 0,4-3-1 16,2 0-2-16,2 2-10 16,2-2-9-16,8 0-31 15,2-2-50-15</inkml:trace>
  <inkml:trace contextRef="#ctx0" brushRef="#br0" timeOffset="38199.19">12953 16320 176 0,'0'0'10'0,"0"0"-9"0,0 0-1 0,0 0 1 0,0 0 0 15,38-2 0-15,-24-1 0 16,3 1-1-16,3-4 0 16,-3 3-7-16,0-1-26 0,0-2-30 15</inkml:trace>
  <inkml:trace contextRef="#ctx0" brushRef="#br0" timeOffset="38371.18">13080 16424 222 0,'0'0'3'15,"0"0"-7"-15,0 0 0 16,0 0 3-16,0 0 0 16,48 12-3-16,-23-18-42 15,2-8-119-15</inkml:trace>
  <inkml:trace contextRef="#ctx0" brushRef="#br0" timeOffset="39352.87">13598 16334 142 0,'0'0'8'16,"0"0"30"-16,0 0-10 0,0 0-16 15,0 0 1-15,0 0 3 16,-38-24-3-16,38 18-4 16,0 0-7-16,0 1-3 15,5-1-2-15,2 2 5 0,2 1-2 16,4 0 0-16,-2 3 1 15,2 0-1-15,-2 2-1 16,1 6 0-16,0 5-3 16,0 2-5-16,-1 1-6 15,-1 3-4-15,-4 0 2 16,-1-2 4-16,-1-1 1 0,0-3 7 16,-2-3 4-16,-1-2 2 15,-1-3 0-15,0-2-2 16,0-2-8-16,0-1-14 15,1 0 20-15,1-8-18 16,4-3 10-16,-3-3 10 0,5-4-1 16,1-1 8-16,2-1 4 15,1 2 7-15,2 1 1 16,0 1-4-16,-1 2-5 16,2 4-7-16,-2 5-2 15,2 1 1-15,-2 3-1 16,1 1 2-16,-3 0 0 0,0 8 1 15,-2 3-3-15,-2 1 0 16,-2 3 1-16,-2 0-2 16,0 1 3-16,-3 0-3 15,0-1 0-15,0-2-7 16,0 1-3-16,-5-2 0 0,1-3-2 16,0-2 5-16,-4-3 7 15,4-2 2-15,-2-2-1 16,1 0 2-16,3-6 0 15,2-5 6-15,0-1-2 16,0-3-3-16,3-2 1 0,7-1 1 16,0 2 2-16,0 0 2 15,1 1 1-15,2 2 2 16,-1 3-2-16,2 0-6 16,-3 3-2-16,2 4-2 15,-1-1 0-15,1 4 0 0,-2 0 1 16,0 0 1-16,-4 6-1 15,-1 2-1-15,2 5 1 16,-6 1 0-16,0 2-1 16,0-2 1-16,-2 4-2 15,0-1-1-15,1-2-4 0,-1 0-11 16,2-2-17-16,0-6-19 16</inkml:trace>
  <inkml:trace contextRef="#ctx0" brushRef="#br0" timeOffset="39970.96">14195 16297 213 0,'0'0'-5'0,"0"0"3"0,0 0 4 0,0 0-2 0,33-38 1 15,-24 33-1-15,1 0 0 16,-1 2 0-16,1 2-1 16,-1 1 2-16,0 0 0 0,0 2 0 15,-2 7 0-15,2 2-1 16,-4 1-1-16,1 0 1 16,-2 1-1-16,-1 1 0 15,-2-1-2-15,-1 0 1 16,0-2 1-16,0 2-3 0,-4-6-3 15,-2 2 2-15,-1-3 1 16,3-4 3-16,-1-1 3 16,2-1-2-16,2 0-2 15,1-5-20-15,0-5 0 16,0-1 11-16,7-4 7 16,-1 0 2-16,3-4 5 0,-2 1 5 15,4-2 4-15,-2-3-3 16,1 3 0-16,0 1-3 15,-1 1 1-15,-4 4-2 16,1 4-2-16,-2 2-2 16,-2 5 0-16,0 0-1 0,0 3 1 15,-1 0-1-15,-1 3 1 16,1 7 1-16,-1 3 1 16,0 1 0-16,0 7-2 15,0-1 1-15,0 0-2 16,0 0 0-16,2-3 1 0,2 1-1 15,2-5 0-15,3 3 0 16,3-2 1-16,1-3-1 16,4-2-1-16,1 0 1 15,5-4-1-15,0-1-4 16,0-4-35-16,0 0-14 0</inkml:trace>
  <inkml:trace contextRef="#ctx0" brushRef="#br0" timeOffset="40284.93">14805 16300 90 0,'0'0'4'0,"0"0"17"0,0 0 4 0,0 0 0 16,0 0-12-16,0 0-2 15,0 0 1-15,0 0 0 16,0 0 1-16,38-6-7 16,-19 3 0-16,2-1-4 15,2 0 0-15,1-2-2 0,3 2 0 16,-2-1 0-16,-3 1 2 16,2-1-3-16,-1 2 1 15,-5 2 1-15,-1 1-1 16,0 0-1-16,-6 0-14 15,-2 0-29-15,-3 0-41 0</inkml:trace>
  <inkml:trace contextRef="#ctx0" brushRef="#br0" timeOffset="40619.83">15008 16145 128 0,'0'0'22'16,"0"0"12"-16,0 0-7 16,0 0-12-16,0 0-5 15,0 0-3-15,0 0-3 16,0 0-6-16,0 0 2 0,-8 0-1 15,8 17 2-15,0 2-2 16,0 2 2-16,0 3-1 16,2 0 2-16,2 3-4 15,1 2 2-15,-3-1 0 16,1 2-1-16,-1-1-1 16,2 0-19-16,-2-8-26 0,4-4-16 15</inkml:trace>
  <inkml:trace contextRef="#ctx0" brushRef="#br0" timeOffset="41081.41">15505 16179 108 0,'0'0'8'0,"0"0"25"15,0 0-7-15,0 0-6 16,-7-43-6-16,5 36-4 15,-1 0 0-15,1 0-2 0,-4 4-1 16,1 2-2-16,-2 1-4 16,0 0 0-16,-3 4-7 15,-2 8 2-15,1 5 4 16,-2 1 0-16,1 6 0 16,1 2 0-16,1-1 0 15,5 0 0-15,0-3 0 0,5-2 0 16,3-2-1-16,12-6 1 15,7-2-1-15,10-6 3 16,10-4-2-16,8 0 4 16,6-7-4-16,6-6 3 15,-2-8-17-15,-2-7-132 0</inkml:trace>
  <inkml:trace contextRef="#ctx0" brushRef="#br0" timeOffset="42122.92">9094 17209 40 0,'2'4'4'0,"0"3"-2"0,2 0 0 0,0 2 0 16,0-2-1-16,-1 1 0 0,3-1 4 15,-1-1 4-15,2-1 4 16,0-4-2-16,1-1 5 16,-1 0 5-16,6-3 13 15,3-13-4-15,9-5-11 16,8-9-12-16,5-5-3 16,9-6-2-16,0-9-11 15,6-7-129-15</inkml:trace>
  <inkml:trace contextRef="#ctx0" brushRef="#br0" timeOffset="43152.92">13497 16980 40 0,'0'0'21'0,"0"0"10"0,0 0-2 16,0 0 4-16,0 0 0 15,0 0-7-15,0-37-4 0,0 34-9 16,0 3-5-16,0-2-5 16,0 0 2-16,0 2-5 15,0 0 0-15,0 0-5 16,0 0 3-16,0 0 2 16,0 0 0-16,3 0 0 15,4 0-2-15,-1 4-2 0,1 1 1 16,0 2 2-16,2 3-1 15,-3-3 1-15,1-1 1 16,0 1 1-16,2-5-2 16,-3 0 1-16,4-2-4 0,3-3 2 15,0-10 4-15,3-3 6 16,6-5-4-16,2-6-2 16,4-2-3-16,1 0 4 15,2-2-3-15,1-1 1 16,-1 3-10-16,-4 2-31 15,-3 4-46-15</inkml:trace>
  <inkml:trace contextRef="#ctx0" brushRef="#br0" timeOffset="43621.55">13482 17008 87 0,'0'0'2'0,"0"0"-1"0,0 0-1 0,0 0 1 0,0 0-1 15,0 0 0-15,0 0 3 16,0 0 2-16,0 0-1 16,0 0 1-16,0 0 0 0,45 21-1 15,-27-37 1-15,6-3-3 16,5-8 2-16,7-4-2 16,4-9-2-16,3-4-4 15,1-6-122-15</inkml:trace>
  <inkml:trace contextRef="#ctx0" brushRef="#br0" timeOffset="45527.98">9892 17079 23 0,'0'0'31'0,"0"0"-23"0,0 0 4 15,0 0 6-15,0 0-6 16,0 0-4-16,0 0 0 15,0 0-2-15,0 0 1 0,0 0-2 16,-35 39-3-16,32-22-1 16,1 3-1-16,-2 7 0 15,2 4 1-15,-2 6-1 16,2 6 2-16,-1 4 0 16,0 4-1-16,-1 3 0 15,0 2 0-15,1 4-2 0,-1 1 2 16,-3 3 0-16,3 1 0 15,-5 3 3-15,2 5 2 16,0-1 0-16,-3 4-1 16,0-4-2-16,-1 1-2 0,1-4 0 15,2-8-2 1,-1-3 1-16,3-5 1 0,2-8-3 16,1-7 3-16,0-5-4 15,1-6 2-15,2-8-1 16,0-3-8-16,0-8-13 15,0-7-19-15</inkml:trace>
  <inkml:trace contextRef="#ctx0" brushRef="#br0" timeOffset="46487.33">8740 18115 36 0,'0'0'13'0,"0"0"-11"0,0 0 1 15,0 0 0-15,0 0-2 16,0 0 2-16,0 0 6 16,0 0 6-16,0 0-3 15,0 0-1-15,0 0-6 16,0 0-4-16,-23-3-8 0,23 3 6 16,2 0-1-16,4-3 1 15,2 2 0-15,-1-4 0 16,3-3-1-16,0 1 2 15,1 3-3-15,1-3 6 16,2-1-3-16,0 3 0 16,2 1 0-16,1-1 0 0,3 1 1 15,3 0-1-15,-2 1 4 16,5 2 1-16,5 1-1 16,2 0-2-16,6 0-1 15,5 0-1-15,6 0 0 16,7 2 0-16,1-2 1 0,5 0-1 15,-1 0-3-15,4-1 5 16,-1-3-4-16,-1-1 3 16,6-2 3-16,5-1-4 15,6 1 3-15,2-2 5 0,4 1 1 16,-3-1 1-16,1 3 2 16,-1 2-1-16,-4 4-4 15,1 0-3-15,1 0 0 16,1 0-1-16,2 0 0 15,-2 2 3-15,0-1 0 0,-3 0-2 16,-2 1-2-16,-5-1-1 16,-6-1 1-16,0 0-1 15,-1 0 0-15,-9 0 0 16,-1 0 0-16,-6 0-1 0,-8-3-22 16,-11-2-44-16</inkml:trace>
  <inkml:trace contextRef="#ctx0" brushRef="#br0" timeOffset="48138.97">9223 18567 151 0,'0'0'24'0,"0"0"-13"0,0 0-4 0,0 0-9 0,1-4 6 16,4-1-4-16,-1-1-8 15,3-2-17-15,-3-1-13 16,1-3-41-16</inkml:trace>
  <inkml:trace contextRef="#ctx0" brushRef="#br0" timeOffset="48281.28">9327 18467 227 0,'0'0'0'0,"0"0"5"0,0 0-10 16,0 0-9-16,0 0-23 15,0 0-35-15</inkml:trace>
  <inkml:trace contextRef="#ctx0" brushRef="#br0" timeOffset="48431.65">9473 18338 140 0,'0'0'0'0,"0"0"-8"0,0 0 10 16,0 0-17-16,0 0-45 16</inkml:trace>
  <inkml:trace contextRef="#ctx0" brushRef="#br0" timeOffset="48595.25">9581 18197 195 0,'0'0'5'0,"0"0"4"0,0 0-14 15,0 0 4-15,0 0-22 16,0 0-49-16</inkml:trace>
  <inkml:trace contextRef="#ctx0" brushRef="#br0" timeOffset="48746.07">9731 18020 103 0,'0'0'30'0,"0"0"-19"0,0 0-21 16,0 0 9-16,0 0-33 15</inkml:trace>
  <inkml:trace contextRef="#ctx0" brushRef="#br0" timeOffset="48900.92">9861 17873 206 0,'0'0'-1'0,"0"0"-14"16,0 0 13-16,0 0-24 0,0 0-54 15</inkml:trace>
  <inkml:trace contextRef="#ctx0" brushRef="#br0" timeOffset="49051.05">10069 17659 19 0,'0'0'0'0,"0"0"1"16,0 0-7-16</inkml:trace>
  <inkml:trace contextRef="#ctx0" brushRef="#br0" timeOffset="49235.89">10203 17484 63 0,'0'0'36'16,"0"0"-3"-16,0 0-2 16,0 0-8-16,0 0-22 15,0 0-2-15,0 0-6 0,18-22-20 16,-13 15-15-16,3 0 1 16,-2-1-28-16</inkml:trace>
  <inkml:trace contextRef="#ctx0" brushRef="#br0" timeOffset="49429.05">10409 17243 66 0,'0'0'17'16,"0"0"2"-16,0 0-13 16,0 0-5-16,40-34 0 15,-33 29-3-15,-4 1-5 0,3 0 1 16,-4 0 6-16,2-1 0 15,1 0 1-15,1-1-1 16,1-1-8-16,2-3-55 0</inkml:trace>
  <inkml:trace contextRef="#ctx0" brushRef="#br0" timeOffset="49576.75">10596 17081 92 0,'0'0'11'0,"0"0"30"16,0 0 7-16,0 0-9 0,0 0-16 15,0 0-20-15,0 0-3 16,23-23 0-16,-18 23-1 16,3-3-16-16,-2-1-38 15,0 1-37-15</inkml:trace>
  <inkml:trace contextRef="#ctx0" brushRef="#br0" timeOffset="49748.27">10802 16973 202 0,'0'0'16'15,"0"0"-16"-15,0 0-1 16,0 0-2-16,0 0 5 16,0 0-14-16,0 0-59 15,0 0-62-15</inkml:trace>
  <inkml:trace contextRef="#ctx0" brushRef="#br0" timeOffset="50445.48">9063 18267 237 0,'0'0'-9'0,"0"0"2"0,0 0 7 0,0 0 1 0,0 0-2 16,45 4-14-16,-30-4-18 16,4-5-1-16,3-7-17 15</inkml:trace>
  <inkml:trace contextRef="#ctx0" brushRef="#br0" timeOffset="50594.75">9452 18098 222 0,'0'0'-9'0,"0"0"0"15,0 0-4-15,0 0-18 16,40-17-38-16</inkml:trace>
  <inkml:trace contextRef="#ctx0" brushRef="#br0" timeOffset="50756.78">9781 17940 138 0,'0'0'-4'0,"0"0"6"0,0 0-3 15,46-7-10-15,-31-4-71 16</inkml:trace>
  <inkml:trace contextRef="#ctx0" brushRef="#br0" timeOffset="51105.5">10454 17629 127 0,'0'0'7'16,"0"0"-2"-16,0 0 2 15,0 0-2-15,0 0-4 16,44 2-4-16,-35-9-36 16,0-1-42-16</inkml:trace>
  <inkml:trace contextRef="#ctx0" brushRef="#br0" timeOffset="51269.23">10782 17470 100 0,'0'0'3'16,"0"0"3"-16,0 0 1 15,0 0 0-15,0 0-5 16,43-10-7-16,-36 0-36 15</inkml:trace>
  <inkml:trace contextRef="#ctx0" brushRef="#br0" timeOffset="51446.9">11026 17348 226 0,'0'0'14'16,"0"0"-12"-16,0 0-1 15,0 0 7-15,0 0-6 16,47-4 2-16,-40-2-14 16,1 3-28-16,-3-3-30 0,-1-1-22 15</inkml:trace>
  <inkml:trace contextRef="#ctx0" brushRef="#br0" timeOffset="52103.01">10194 17041 138 0,'0'0'7'0,"0"0"14"0,0 0 3 0,0 0-8 16,0 0-4-16,0 0-4 16,-38 22-6-16,32-4-2 15,-2 6-1-15,2 6-2 0,0 2-17 16,1 1-19-16,-2 0-20 16</inkml:trace>
  <inkml:trace contextRef="#ctx0" brushRef="#br0" timeOffset="52295.55">9965 17608 222 0,'0'0'3'16,"-34"40"3"-16,22-22-1 0,1 2-5 15,5 0-1-15,-1 0-6 16,4-2-21-16,1-1-7 15,2 0-2-15,0-4 0 16,0-2-7-16</inkml:trace>
  <inkml:trace contextRef="#ctx0" brushRef="#br0" timeOffset="52436.96">9799 18068 163 0,'0'0'2'0,"-28"55"-2"16,16-29 0-16,3 1-14 16,-3-4-38-16</inkml:trace>
  <inkml:trace contextRef="#ctx0" brushRef="#br0" timeOffset="52629.2">9448 18558 128 0,'0'0'0'0,"-27"54"1"15,16-33-1-15,2-5-29 0</inkml:trace>
  <inkml:trace contextRef="#ctx0" brushRef="#br0" timeOffset="54800.39">14195 17105 91 0,'-4'0'17'0,"2"0"19"0,1 0-9 16,1 0-12-16,-1 0-3 15,1 0-7-15,0 0-2 0,0 0 1 16,0 0-1-16,0 0 0 16,0 0-2-16,-1 0-1 15,1 0-1-15,-2 7-1 16,0 6 2-16,-3 4 4 15,2 6-1-15,1 4-3 16,0 6 0-16,0 8 2 0,-2 1-2 16,3 8 1-16,0 4-1 15,0 4 1-15,0 3-1 16,1 1 0-16,-1 3-1 16,1-1 2-16,-2 1 1 15,0 0 0-15,-2-1 1 16,2 1 2-16,-1-3-2 0,2 3-1 15,-3 0-2-15,2-2 1 16,-1-1-1-16,-1-4 0 16,2-1 0-16,-2-4 1 15,-3-6-1-15,2-6 1 16,-1-4-1-16,1-5 2 0,1-3-2 16,-2-5 0-16,4-5 0 15,1-4 0-15,-1-4 0 16,2-5-6-16,-3-3 6 15,3-3 0-15,-2-6 0 0,0-12-14 16,-2-9-20-16</inkml:trace>
  <inkml:trace contextRef="#ctx0" brushRef="#br0" timeOffset="55495.97">13364 18223 11 0,'0'0'100'0,"0"0"-87"0,0 0 9 0,-36-9-10 0,30 8-4 16,4-2 4-16,1 2-1 0,1 0-1 15,0-1-3-15,0 2-3 16,0-1-10-16,0 1 8 15,4-1-2-15,5 1 0 16,4-1 0-16,3 1 0 16,1-3-3-16,6 2 3 0,4-1-1 15,3 0 1-15,5 0-1 16,8-1 1-16,2 0-1 16,10-2-1-16,3-1 2 15,3-4 0-15,2 3 0 16,3-3-2-16,1-1 2 0,0 1 2 15,3-1-2-15,5 0-5 16,7 0 4-16,4 1 7 16,3-1 4-16,5-2 0 15,3 3-3-15,1-3-4 16,0 2 0-16,5-1-2 0,2 3 2 16,2 1-2-16,-3 1 0 15,-2 3-1-15,-5 0 0 16,-4 1 0-16,-5 0 1 15,-2 0-2-15,-1 2 2 16,-2-2-1-16,-6 3 0 16,-7-1 1-16,-5-2-1 0,-7 0 0 15,-9-1 1-15,-6 1 0 16,-11-3-2-16,-5 3-5 16,-6-2-15-16,-9 0-24 15,-10-1-26-15</inkml:trace>
  <inkml:trace contextRef="#ctx0" brushRef="#br0" timeOffset="56570.91">13722 17332 97 0,'0'0'18'0,"-2"0"11"0,1 0-12 0,1 0-13 0,-2 0 2 16,2 0-2-16,0 0-8 0,0 0 1 15,2 0 5-15,4 3-2 16,2 0-4-16,4-3-13 16,0 0-9-16,-1 0-15 15</inkml:trace>
  <inkml:trace contextRef="#ctx0" brushRef="#br0" timeOffset="56734.7">13858 17358 95 0,'0'0'4'0,"0"0"11"16,0 0-2-16,0 0-10 16,0 0 0-16,0 0-2 0,0 0-2 15,35 38 0-15,-28-32-10 16,2 0-10-16,-3-1-6 16,3 1-42-16</inkml:trace>
  <inkml:trace contextRef="#ctx0" brushRef="#br0" timeOffset="56890.14">14043 17474 89 0,'0'0'5'0,"0"0"4"16,0 0-4-16,0 0-3 0,39 29-1 15,-28-24-2-15,0 1-10 16,-1 0-19-16</inkml:trace>
  <inkml:trace contextRef="#ctx0" brushRef="#br0" timeOffset="57075.42">14291 17619 94 0,'0'0'0'0,"0"0"1"15,0 0 0-15,36 23-1 16,-24-14-7-16,-2-1-7 16,1-1-1-16,-2 0-3 15,1-1-20-15</inkml:trace>
  <inkml:trace contextRef="#ctx0" brushRef="#br0" timeOffset="57254.07">14629 17866 29 0,'0'0'2'0,"0"0"0"15,39 27-2-15,-25-19-17 16</inkml:trace>
  <inkml:trace contextRef="#ctx0" brushRef="#br0" timeOffset="57465.14">14975 18051 0 0,'0'0'100'0,"0"0"-96"16,0 0-1-16,45 41-4 0,-33-31-3 16,2-1 1-16,2 2-30 15,-2-2 2-15,1-2 12 16</inkml:trace>
  <inkml:trace contextRef="#ctx0" brushRef="#br0" timeOffset="57872.58">15576 18356 47 0,'0'0'23'16,"0"0"-22"-16,0 0 0 16,0 0 0-16,0 0-1 0,0 0 0 15,0 0 1-15,0 0-1 16,0 0 0-16,36 36 0 16,-32-34 0-16,-1-1-5 15,3 1-28-15</inkml:trace>
  <inkml:trace contextRef="#ctx0" brushRef="#br0" timeOffset="58053.05">15689 18409 167 0,'0'0'25'0,"0"0"-4"15,0 0-11-15,0 0-9 16,0 0-1-16,0 0 0 15,0 0 0-15,0 0-3 16,0 11-18-16,0-11-50 16</inkml:trace>
  <inkml:trace contextRef="#ctx0" brushRef="#br0" timeOffset="58869.32">14296 17646 176 0,'0'0'4'0,"0"0"3"16,0 0-8-16,0 0 6 0,0 0-3 16,0 0-2-16,0 0 0 15,45 20-3-15,-32-16-3 16,2 2-8-16,0-3-5 0,2 1-2 16,-2-2-3-16,-1-1-30 15</inkml:trace>
  <inkml:trace contextRef="#ctx0" brushRef="#br0" timeOffset="59025.9">14510 17751 125 0,'0'0'7'0,"0"0"9"16,0 0-4-16,0 0-7 16,0 0-2-16,0 0 1 15,47 30-4-15,-38-25-5 16,0 0-10-16,2-2-16 0,-2 0-16 15</inkml:trace>
  <inkml:trace contextRef="#ctx0" brushRef="#br0" timeOffset="59210.84">14705 17868 103 0,'0'0'18'15,"0"0"0"-15,0 0 3 16,0 0-9-16,24 38-7 15,-16-29-3-15,2-1-1 16,-1 0-1-16,3-1 0 0,0 2-5 16,0-2-21-16,1 2-11 15,-4-2 1-15,1 3-12 16</inkml:trace>
  <inkml:trace contextRef="#ctx0" brushRef="#br0" timeOffset="59393.17">15027 18108 71 0,'0'0'56'0,"0"0"-56"0,0 0 0 16,0 0 0-16,45 34-7 16,-36-28-4-16,1 1 6 15,-3-2 0-15,2 1-15 16,2 1-39-16</inkml:trace>
  <inkml:trace contextRef="#ctx0" brushRef="#br0" timeOffset="59576.85">15257 18237 120 0,'0'0'8'0,"0"0"19"0,0 0-11 16,0 0-11-16,18 37-3 15,-12-28-2-15,2-2-1 16,0 1-4-16,-1-2-12 16,1-1-11-16,0-1-12 15,1-3-47-15</inkml:trace>
  <inkml:trace contextRef="#ctx0" brushRef="#br0" timeOffset="59723.09">15457 18369 166 0,'0'0'1'0,"0"0"-1"16,0 0-2-16,0 0 4 15,40 19-1-15,-30-17-8 16,-3-2-18-16,-1 0-25 16</inkml:trace>
  <inkml:trace contextRef="#ctx0" brushRef="#br0" timeOffset="60528.98">13826 17354 69 0,'0'0'17'0,"0"0"-6"0,0 0 14 0,0 0-6 0,0 0-5 15,0 0-12-15,0 0-6 16,0 0 5-16,0 0 3 16,0 0 3-16,0 0-4 15,0 0-1-15,22 12-2 16,-9-6-2-16,4 1-14 15,0-1-22-15</inkml:trace>
  <inkml:trace contextRef="#ctx0" brushRef="#br0" timeOffset="60704.89">14149 17526 140 0,'0'0'4'16,"0"0"9"-16,0 0-5 15,0 0-7-15,38 42 1 16,-28-31-2-16,1-2-2 16,3 1-11-16,-3 0-13 0,2-3-4 15,-1-2-14-15</inkml:trace>
  <inkml:trace contextRef="#ctx0" brushRef="#br0" timeOffset="60882.79">14481 17801 150 0,'0'0'-6'16,"0"0"12"-16,37 22-1 16,-22-16-3-16,-1 1-2 0,2-1-11 15,-2 1-18-15,0-1-11 16</inkml:trace>
  <inkml:trace contextRef="#ctx0" brushRef="#br0" timeOffset="61053.77">14814 18024 85 0,'0'0'-3'15,"0"0"4"-15,43 31-1 16,-28-25 1-16,1 1-63 16</inkml:trace>
  <inkml:trace contextRef="#ctx0" brushRef="#br0" timeOffset="61281.93">15238 18248 153 0,'0'0'-1'0,"0"0"1"16,0 0-4-16,47 30 2 15,-33-25-18-15,-3-3-3 0,-1 1 12 16,-1 0 8-16,-1-1-5 15,-2-1-17-15</inkml:trace>
  <inkml:trace contextRef="#ctx0" brushRef="#br0" timeOffset="61451">15456 18359 114 0,'0'0'6'0,"0"0"22"15,0 0-15-15,0 0-9 0,0 0-3 16,0 0 0 0,0 0 2-16,0 0-12 0,37 24-28 15,-37-24-18-15</inkml:trace>
  <inkml:trace contextRef="#ctx0" brushRef="#br0" timeOffset="73221.45">9166 18521 71 0,'-6'1'8'0,"-2"-1"14"0,4 0 6 15,0 0 1-15,-2 0-1 0,3 0-8 16,1 0-3-16,0 0-4 15,2 0-8-15,0 0-5 16,0 0-5-16,2 0 1 16,5 0-4-16,3-5-8 15,4-2-13-15,2-3 3 16,4-3-11-16,-3-3-22 0</inkml:trace>
  <inkml:trace contextRef="#ctx0" brushRef="#br0" timeOffset="73392.78">9331 18403 132 0,'0'0'6'0,"0"0"6"15,0 0-2-15,0 0-4 16,0 0 1-16,0 0-6 16,0 0-7-16,0 0 3 0,7-4-10 15,5-4-20-15,0-3-7 16,2-1-33-16</inkml:trace>
  <inkml:trace contextRef="#ctx0" brushRef="#br0" timeOffset="73548.85">9463 18291 77 0,'0'0'37'16,"0"0"-12"-16,0 0-11 15,0 0-10-15,0 0-3 16,0 0-5-16,0 0 4 0,14-3-2 15,-7 0-12-15,3-1-13 16,0-4-17-16</inkml:trace>
  <inkml:trace contextRef="#ctx0" brushRef="#br0" timeOffset="73706.98">9627 18141 119 0,'0'0'14'16,"0"0"-1"-16,0 0-15 16,0 0-10-16,0 0-17 15,0 0-8-15,0 0-25 0</inkml:trace>
  <inkml:trace contextRef="#ctx0" brushRef="#br0" timeOffset="73896.8">9808 17969 171 0,'0'0'6'16,"0"0"9"-16,0 0-7 0,0 0-10 16,0 0-13-16,0 0-2 15,0 0-14-15,0 0 5 16,29-9 1-16,-20 3-23 15</inkml:trace>
  <inkml:trace contextRef="#ctx0" brushRef="#br0" timeOffset="74082.67">10004 17822 104 0,'0'0'58'0,"0"0"-17"16,0 0-22-16,0 0-13 15,0 0-3-15,0 0-9 16,0 0-17-16,0 0 8 16,13-7-15-16,-5 3 2 15,1-2 1-15,1-2-9 16</inkml:trace>
  <inkml:trace contextRef="#ctx0" brushRef="#br0" timeOffset="74240.5">10165 17666 153 0,'0'0'8'0,"0"0"13"0,0 0-16 15,0 0-5-15,0 0-8 16,0 0-18-16,0 0-26 16,6-4 45-16,2-2-31 15</inkml:trace>
  <inkml:trace contextRef="#ctx0" brushRef="#br0" timeOffset="74424.98">10402 17445 64 0,'0'0'0'16,"0"0"5"-16,40-36 0 16,-28 29-2-16,-5 1-1 15,-1 2 0-15,-1 2 0 16,0-2 3-16,3 1 1 15,1-2-4-15,0-1-1 0,4-4-2 16,-1-4-28-16</inkml:trace>
  <inkml:trace contextRef="#ctx0" brushRef="#br0" timeOffset="74604.29">10755 17193 138 0,'0'0'20'0,"0"0"2"16,0 0-9-16,0 0-10 16,0 0-3-16,0 0-4 15,0 0-8-15,0 0-3 0,23-14-18 16,-15 11-3-16,-2-1-16 16</inkml:trace>
  <inkml:trace contextRef="#ctx0" brushRef="#br0" timeOffset="74773.72">10867 17159 132 0,'0'0'6'0,"0"0"2"0,0 0-6 16,0 0 0-16,0 0-2 15,0 0-8-15,0 0-5 16,0 0-8-16,0 8-13 15</inkml:trace>
  <inkml:trace contextRef="#ctx0" brushRef="#br0" timeOffset="75861.21">9375 18451 94 0,'0'0'6'0,"-3"0"3"0,2 0-3 0,1 0-5 15,0 0 0-15,0 0-1 16,0 0-1-16,0 0-16 0,0-4-3 16,5-5-25-16</inkml:trace>
  <inkml:trace contextRef="#ctx0" brushRef="#br0" timeOffset="76053.96">9494 18280 3 0,'0'0'44'15,"0"0"-43"-15,0 0 0 0,0 0-8 16,0 0-14-16,0 0 15 15,0 0 6-15,0 0 2 16,17-13 0-16,-15 5-1 16</inkml:trace>
  <inkml:trace contextRef="#ctx0" brushRef="#br0" timeOffset="76239.38">9548 18195 154 0,'0'0'-20'15,"0"0"26"-15,0 0-8 16,0 0-6-16,0 0-6 16,0 0-10-16,0 0-10 15</inkml:trace>
  <inkml:trace contextRef="#ctx0" brushRef="#br0" timeOffset="76423.75">9756 18001 111 0,'0'0'9'0,"0"0"10"15,0 0 5-15,0 0-12 16,0 0-7-16,0 0-2 15,0 0-7-15,7 0-10 0,-3 0-11 16,0 0-24-16</inkml:trace>
  <inkml:trace contextRef="#ctx0" brushRef="#br0" timeOffset="76622.89">10067 17802 66 0,'0'0'5'0,"0"0"0"15,0 0 3-15,0 0-8 16,0 0-1-16,0 0 0 16,0 0-5-16,0 0-14 15,6 0-26-15</inkml:trace>
  <inkml:trace contextRef="#ctx0" brushRef="#br0" timeOffset="76857.77">10391 17535 38 0,'0'0'8'0,"0"0"-4"0,0 0-1 16,0 0-3-16,0 0-4 15,0 0-5-15,0 0 9 16,38-36 0-16,-29 28 1 16,0-6-23-16</inkml:trace>
  <inkml:trace contextRef="#ctx0" brushRef="#br0" timeOffset="77029.31">10746 17281 104 0,'0'0'-1'15,"0"0"5"-15,0 0-2 16,0 0-2-16,0 0-25 15,0 0-45-15</inkml:trace>
  <inkml:trace contextRef="#ctx0" brushRef="#br0" timeOffset="77222.32">10762 17385 61 0,'0'0'-14'0,"0"0"23"15,0 0-4-15,0 0-16 16,0 0-39-16</inkml:trace>
  <inkml:trace contextRef="#ctx0" brushRef="#br0" timeOffset="80829.93">9683 16699 25 0,'0'0'8'0,"0"0"-2"15,0 0-4-15,0 0-2 0,0 0 1 16,0 0 6-16,-3 0 22 15,3 0 4-15,0 0-18 16,0 0-7-16,0 0-5 0,0 0-7 16,0 0-19-16,0 0 10 15,5 0-24-15</inkml:trace>
  <inkml:trace contextRef="#ctx0" brushRef="#br0" timeOffset="81313.98">10223 16581 62 0,'0'0'35'0,"0"0"-33"0,0 0-2 0,0 0 0 16,0 0-2-16,0 0 2 15,0 0 2-15,0 0-1 0,0 0-1 16,0 0 0-16,21 0-1 16,-15-5-53-16</inkml:trace>
  <inkml:trace contextRef="#ctx0" brushRef="#br0" timeOffset="82395.12">9302 18579 126 0,'-4'5'10'0,"2"-4"-4"0,-2-1 3 0,2 2-2 0,2-2-3 0,0 0-3 16,0 0 1-16,0 0-2 16,0 0-3-16,0 0 1 15,8-5 1-15,1-5-16 16,4-4-10-16,-1-6-12 0</inkml:trace>
  <inkml:trace contextRef="#ctx0" brushRef="#br0" timeOffset="82566.15">9553 18221 113 0,'0'0'8'16,"0"0"-4"-16,0 0-1 15,0 0-3-15,0 0-1 16,0 0-4-16,0 0-11 0,0 0 1 16,20-22-23-16</inkml:trace>
  <inkml:trace contextRef="#ctx0" brushRef="#br0" timeOffset="82743.91">9754 18000 115 0,'0'0'19'15,"0"0"-6"-15,0 0-3 0,0 0-12 16,0 0-7-16,0 0-4 16,0 0-13-16,0 0-15 15</inkml:trace>
  <inkml:trace contextRef="#ctx0" brushRef="#br0" timeOffset="82885.28">10002 17781 130 0,'0'0'6'15,"0"0"-19"-15,0 0-9 0,29-44-64 16</inkml:trace>
  <inkml:trace contextRef="#ctx0" brushRef="#br0" timeOffset="83171.44">10352 17041 86 0,'0'0'2'15,"0"0"-2"-15,0 0-13 16,0 0-21-16</inkml:trace>
  <inkml:trace contextRef="#ctx0" brushRef="#br0" timeOffset="83924.4">9417 18617 14 0,'0'0'85'0,"0"0"-78"0,0 0 1 0,0 0-5 16,0 0-3-16,0 0 0 16,0 0 0-16,0 0 2 15,0 0-2-15,0 0 1 16,0 0-1-16,-7 12-1 15,7-12-4-15,0 4-8 0,0-2-15 16,0-1-17-16</inkml:trace>
  <inkml:trace contextRef="#ctx0" brushRef="#br0" timeOffset="84145.81">9408 18673 54 0,'0'0'6'15,"0"0"10"-15,0 0-1 16,0 0 1-16,0 0-2 16,0 0-1-16,0 0-6 0,0 0-1 15,-22 11 2-15,22-11-6 16,0 1-4-16,0 0 2 16,0 0 0-16,0-1-3 15,4 0-5-15,0 0-11 16,-2 0-14-16,0 0-32 15</inkml:trace>
  <inkml:trace contextRef="#ctx0" brushRef="#br0" timeOffset="84515.4">9439 18629 42 0,'0'0'-11'0,"0"0"-10"0</inkml:trace>
  <inkml:trace contextRef="#ctx0" brushRef="#br0" timeOffset="84701.13">9463 18577 94 0,'0'0'13'0,"0"0"0"16,0 0-8-16,0 0-5 16,0 0-14-16,0 0-5 15,0 0-37-15</inkml:trace>
  <inkml:trace contextRef="#ctx0" brushRef="#br0" timeOffset="85007.05">9562 18503 83 0,'0'0'2'0,"0"0"-12"16</inkml:trace>
  <inkml:trace contextRef="#ctx0" brushRef="#br0" timeOffset="86860.07">13907 17386 99 0,'-4'2'2'0,"0"0"16"0,2-2 5 0,2 0-2 15,0 0-5 1,-2 0-3-16,2 1-9 0,0 0-4 16,0 2 0-16,4 1 0 15,4 0-4-15,1 4-6 16,2-3-19-16,3-1-10 16,-2-1-16-16</inkml:trace>
  <inkml:trace contextRef="#ctx0" brushRef="#br0" timeOffset="87028.86">14130 17490 91 0,'0'0'3'0,"0"0"0"16,0 0 0-16,0 0-2 16,38 21 0-16,-29-18-1 15,5 0 0-15,-3 0 0 16,4 0-6-16,-1-2-24 0,2-1-36 15</inkml:trace>
  <inkml:trace contextRef="#ctx0" brushRef="#br0" timeOffset="87191.45">14504 17687 90 0,'0'0'1'15,"0"0"0"-15,37 37-1 16,-21-23 0-16,-3 2-1 16,1-3-20-16,-1 1-32 0</inkml:trace>
  <inkml:trace contextRef="#ctx0" brushRef="#br0" timeOffset="87334.18">14867 17960 116 0,'0'0'-16'0,"0"0"-22"16</inkml:trace>
  <inkml:trace contextRef="#ctx0" brushRef="#br0" timeOffset="89703.81">15572 15933 0 0,'0'0'42'0,"0"0"-10"0,0 0-6 0,0 0-5 0,0 0-6 16,0 0-7-16,0 0-5 15,-41-18-1-15,36 18-2 16,-1-1 0-16,-2 1 1 0,1 0 0 16,-4 0 3-16,2 0 2 15,0 0-4-15,-1 4 0 16,1 0-2-16,1 0 0 16,-4 2 0-16,3-2 0 15,1 2 0-15,-1-2 0 16,-2 2 0-16,4-2 1 0,-2 0-1 15,-1 1 0-15,2-1 0 16,0 2 1-16,1 0-1 16,-3 0 0-16,2 1 0 15,1-1 0-15,-2 3-1 16,4-1 2-16,-3 2 0 0,3 2-2 16,1 0 2-16,0 4-1 15,1-2-1-15,-2 4 2 16,0 1-1-16,2 0 0 15,1 1-1-15,1 1 1 0,-1-1 1 16,2-1-1-16,0-2 0 16,0 1 0-16,0-3 0 15,0 1 0-15,0-2 0 16,0-1 2-16,0 1-2 16,2-1 0-16,-1-1 0 15,2 1 1-15,2-3-1 0,-1 2 0 16,1-1 1-16,0 1-2 15,1 0 2-15,-1-1-1 16,1 2 0-16,-1-1 0 16,2 1 0-16,-2-1 1 15,0 1-1-15,2 1 1 16,-2-1-1-16,4 0 1 0,-3 0-1 16,3 0 0-16,1 0 0 15,-2-4 0-15,2 2 1 16,-2-1-1-16,2-3 0 15,-2-1 0-15,-1 1 1 0,0-4-1 16,2 1 1-16,1-1-2 16,0 0 2-16,3 0 0 15,0-1-1-15,2-1 1 16,-1 0-1-16,1 0 0 16,-1-1 0-16,0 0 0 0,-2 1 2 15,1-1-4 1,1 0 4-16,0 0-4 0,2 0 4 15,-3 0-1-15,1-3-2 16,-2-2 2-16,1 1 0 16,-2 0-1-16,0-2 1 0,-3 2-1 15,4-2-1-15,-3-1 1 16,-1 0 1-16,3 0-2 16,-1 0 0-16,1 0 3 15,-2 0-1-15,1-2-1 16,-2 2 1-16,1-1 0 0,0-1 1 15,-2-1 1-15,1 1 0 16,2-3-1-16,-3 0-2 16,1 0 0-16,-1-1 0 15,2-4 0-15,-3 3 1 16,1-2 2-16,-2-4 7 16,1 2-3-16,-1-1 0 15,-2 1-1-15,0 1-3 0,0 2-1 16,-1 1-1-16,-2 0 0 15,0 4 2-15,0 0 2 16,-2-2 3-16,-2 2 1 16,-1-1-2-16,-2 2 0 15,1-3-2-15,3 1-3 0,-1 0-1 16,-2-1-1-16,3 1 2 16,-4-2-2-16,3 2 0 15,-1-1 0-15,-1 0 0 16,2 3 0-16,1-1 1 0,-2 0 2 15,1 2 0-15,1 0-1 16,-1 0-2-16,0-2 0 16,1 4 0-16,1-1 0 15,-2-1 0-15,0 1 0 16,0-2 0-16,-2 2 0 0,1 0 0 16,0 0 1-16,0 0 0 15,0-1-1-15,1 3 0 16,-1-2 0-16,-1 2 0 15,1-2 0-15,1 3 2 16,-1-1-1-16,1 0 0 16,-2 1 0-16,2-2 0 0,0 3 0 15,-1-3-1-15,1 2 1 16,0 0-1-16,-2 1-1 16,0-1 0-16,2 3 0 15,-3-1 0-15,3 0 2 0,0 0-2 16,-1 2 2-16,1 0-1 15,1 0 0-15,-2-1 1 16,1-1-1-16,0 2 1 16,0 0 0-16,-1 0-1 15,0 0 0-15,0 0-1 16,0 0 1-16,0 0 0 16,-3 0 0-16,3 0 0 0,-6 0 0 15,2 0-1-15,2 0 3 16,-3 0-2-16,0 0 0 15,3 0-1-15,0 0 1 16,2 0 0-16,1 3-1 0,1 3-6 16,3-3-19-16,-1-3-24 15,1 0-49-15</inkml:trace>
  <inkml:trace contextRef="#ctx0" brushRef="#br0" timeOffset="96918.58">15828 16555 48 0,'-2'0'12'0,"0"0"7"0,0 0-3 16,0 0-16-16,-1 0 4 16,1 0-4-16,0 0 1 15,1 0 5-15,1 0 13 16,-2 0-3-16,1 0-6 0,1 1-8 16,0 2-3-16,0 2 2 15,0 1-1-15,0 2 1 16,3 1-2-16,1 2 2 15,4 0-1-15,-2 0 0 16,4 1 3-16,4 1 0 16,1 1-2-16,7 0 1 0,3 1 0 15,2 2-1-15,5-2 0 16,3 2 2-16,3 2-2 16,3-1 0-16,1 2 0 15,4-1-1-15,4-1 1 0,2-1 1 16,1-3-3-16,2-1 5 15,-1-3-1-15,0-4 0 16,-4-3-2-16,1-2 2 16,0-1 3-16,-6 0 0 15,-2 0 5-15,-8-5-2 0,-4 1-2 16,-4-1 1-16,-7 1-2 16,0 1 0-16,-5 1-3 15,-1-1-1-15,-3 2-2 16,-3 0 1-16,0 1-1 15,-5 0-4-15,-3 0-27 16,0 0-68-16</inkml:trace>
  <inkml:trace contextRef="#ctx0" brushRef="#br0" timeOffset="97201.45">16908 16805 96 0,'0'0'3'0,"0"0"-2"0,0 0 8 0,0 0-1 0,0 0-1 15,0 0-2-15,34 8 4 16,-25 1-2-16,-4 6-5 16,1 2-2-16,-4-1-5 15,-2 2-37-15</inkml:trace>
  <inkml:trace contextRef="#ctx0" brushRef="#br0" timeOffset="97671.29">17639 16615 117 0,'0'0'11'0,"0"0"-11"16,0 0 10-16,0 0 9 15,0 0 0-15,0 0-5 16,0 0-6-16,0 0-4 0,0 0-3 16,-16-34-1-16,14 37-3 15,0 7 2-15,-1 5 2 16,1 4-1-16,0 4 4 16,0 1-2-16,0 3 0 15,2-2-1-15,-2 2-1 0,-1-1 1 16,1 1-3-16,0-4-17 15,2-3-5-15,-3-6-24 16,3-6-41-16</inkml:trace>
  <inkml:trace contextRef="#ctx0" brushRef="#br0" timeOffset="98368.16">17601 16588 114 0,'0'0'5'16,"0"0"16"-16,0 0-2 15,0 0-13-15,0 0-5 0,0 0 4 16,0 0-1-16,32-37 0 15,-22 33 6-15,2 0-1 16,2 1-4-16,-1 3-2 16,1 0 0-16,0 0-2 0,1 0-1 15,-1 7-2-15,-1 2 0 16,-3 3 1-16,-4 0-1 16,-1 2 1-16,-3 1-2 15,-2 1 0-15,0 2 3 16,-9-2 0-16,-3 0-1 15,-2 1 2-15,0-1-6 16,-1-4 7-16,2 0-4 0,3-4 3 16,3-1 6-16,3-4-4 15,4-2 0-15,0 0-3 16,0-1-4-16,0 0 7 0,4 0-2 16,3 0 2-16,2 0-1 15,0 0 0-15,2-1-2 16,-2 1 1-16,1 0 0 15,2 0 0-15,0 0-1 16,-4 1 0-16,2 6-1 0,-1 1 1 16,-3 0 0-16,-1 3 0 15,-3 0-1-15,0-1 1 16,-2 1-1-16,0 1 1 16,-4-1 0-16,-3 0 1 15,-5-2 1-15,1-1 0 0,-2 0 3 16,-2-1-1-16,-2-3 1 15,2 1 1-15,0-3 0 16,1 1 0-16,2-3-3 16,0 0-1-16,3 0-1 15,3 0 1-15,3 0-1 16,-1-2-4-16,2-1-9 0,2 0-17 16,0-2-34-16,0-3-29 15</inkml:trace>
  <inkml:trace contextRef="#ctx0" brushRef="#br0" timeOffset="98802.38">17939 16730 96 0,'0'0'33'0,"0"0"11"0,0 0-13 0,0 0-21 0,0 0-7 16,0 0-4-16,0 0 0 0,0 0 5 16,0 44-2-16,0-34-1 15,0 0 0-15,0 1 0 16,0-2 1-16,0 0-2 16,0-1 1-16,0-1 1 15,0-1 0-15,3-2-1 0,1 0 1 16,2-2-1-16,1-2-1 15,4 0-4-15,0-6-4 16,2-5-43-16,-4-6-54 16</inkml:trace>
  <inkml:trace contextRef="#ctx0" brushRef="#br0" timeOffset="98974.16">17992 16583 217 0,'0'0'-13'0,"0"0"24"16,0 0-7-16,0 0-1 16,0 0-2-16,0 0-2 15,0 0-3-15,0 0-31 16,-19-22-33-16,20 22-27 16</inkml:trace>
  <inkml:trace contextRef="#ctx0" brushRef="#br0" timeOffset="99545.13">18163 16709 73 0,'0'0'27'16,"0"0"7"-16,0 0 3 16,0 0-10-16,0 0-14 15,0 0-3-15,0 0-3 16,0 0-1-16,-28-23-3 0,19 23 2 16,0 0 1-16,0 0-1 15,1 0-3-15,1 7-2 16,-2 2 0-16,4 4 0 15,-3 2 0-15,3 1 0 16,3 0 0-16,0-1-1 16,2-1 0-16,0-1-1 0,0-4 0 15,0-4-6-15,4 0-2 16,3-4-2-16,0-1 4 16,1 0 3-16,1 0 3 15,0-7 2-15,-4-3 0 0,3 1 5 16,-4-2-1-16,1-1 6 15,0 1-1-15,-3 1 1 16,-1 2-3-16,1-1-3 16,-1 5-1-16,0 1 3 15,-1 0-3-15,0 3-2 16,0 0-2-16,2 0-5 0,0 0-2 16,0 7 6-16,2 3 1 15,2 0 3-15,1-1-3 16,1 1-9-16,0-3-7 15,3-2-7-15,1-2-26 16,0-3-16-16</inkml:trace>
  <inkml:trace contextRef="#ctx0" brushRef="#br0" timeOffset="100012.66">18394 16663 166 0,'0'0'13'0,"0"0"10"0,0 0-12 0,0 0-8 16,0 0 3-16,6-39 6 16,-6 34-3-16,-1 0-4 15,-4 2-5-15,0-1 3 0,0 2-5 16,0 2 1-16,-1 0-6 16,1 0 3-16,-2 0 1 15,2 7 3-15,1 3 0 16,0-3-2-16,1 4 1 0,2-2 1 15,1 1-3-15,0-1 1 16,0-2 0-16,0 1 2 16,3-1-2-16,4-1 3 15,-2-2-1-15,4 2 0 16,-2-2 1-16,2-1-1 16,1 1 2-16,-2-1-2 0,1 2 1 15,1-1-1-15,-4 0 1 16,2 0-1-16,-3-1 0 15,-2 1 0-15,-1-1 0 16,1-1 0-16,-3 0-1 16,0-1 0-16,0 3 1 0,-3-1 1 15,-4 0 0-15,0 2 0 16,-1-2-2-16,-2 1 0 16,3 1-3-16,-1-1-10 15,2-2-17-15,0-2-10 16,4 0-26-16</inkml:trace>
  <inkml:trace contextRef="#ctx0" brushRef="#br0" timeOffset="100339.14">18431 16651 49 0,'0'0'13'0,"0"0"10"0,0 0-2 16,0 0-8-16,0 0 1 0,0 0 6 16,0 0-6-16,0 0-4 15,0 0-8-15,0 0-2 16,-21 3 0-16,17 6 0 16,-2 2 0-16,0 3-4 15,-2 0 6-15,1 3 4 0,-1-2-2 16,2 2-2-16,-2-1-1 15,3 0 1-15,-2-2-1 16,3-3-1-16,0 1 0 16,-2-4 2-16,3 2-2 15,2-4-4-15,-1-5-33 16,2-1-34-16</inkml:trace>
  <inkml:trace contextRef="#ctx0" brushRef="#br0" timeOffset="101585.5">18332 16369 12 0,'0'0'123'0,"0"0"-113"0,-36 0 10 0,26-1-9 15,1 0-8-15,1-1-2 0,-2 2-1 16,1 0 2-16,-1 0-1 16,-1 0 1-16,-2 0 0 15,-1 0 0-15,-1 2-1 16,-3 0 0-16,-2 1 0 16,0 0 0-16,-3 2-1 0,-3-1 2 15,0-2-2-15,1 2 0 16,-2-1 1-16,0-1 1 15,0 2 0-15,-1-2 1 16,-1 1-1-16,-1 0-1 16,0-1 2-16,-1 0 0 0,0-1 1 15,2-1 3-15,2 2 2 16,2-2-1-16,3 1-4 16,-2-1 0-16,3 0-3 15,-1 0 0-15,2 1-1 0,0-1 1 16,5 2-1-16,0-1 1 15,2 2-1-15,-1-2 0 16,4 2 1-16,-1 1-1 16,3-1-1-16,1 2 1 15,2 0 0-15,2 1 0 16,-2 1 0-16,4 4-1 0,-1 2-1 16,0 4 0-16,2 4 0 15,-1 1 1-15,1 3 0 16,-2 0 1-16,-1 3 0 15,3-2 0-15,-2 2 0 16,0 2 0-16,2 0 0 0,-1 1 0 16,0 0 0-16,1 0 0 15,0 1 0-15,0-3 1 16,0-3-1-16,0-2 0 16,1-2 0-16,2-3 0 15,4-1 0-15,-3-2 1 0,3-1-1 16,-2-3 2-16,1 1-2 15,2 0 0-15,-2 0 1 16,0 2-1-16,-1-2 0 16,1 2-1-16,-1 0 1 15,2-2 1-15,-2-2-4 16,1 0 2-16,0-1 1 0,1-2 1 16,0 1-1-16,-3-2 0 15,1-1 0-15,-3-1 0 16,1-1 0-16,-1 0 0 15,0-2 0-15,0 0 0 0,0 1-2 16,3 0-1-16,-2-2 2 16,3 1 0-16,1-1 0 15,3 2 2-15,4-2-1 16,-1 0 4-16,3-1-1 16,4 0-3-16,0 0-2 15,5-2 6-15,0-4-1 16,6-1-1-16,0-1-1 0,2-1 0 15,3-1 0-15,0 1 0 16,2-1-1-16,1-1 0 16,1 0 0-16,-1 1 1 15,2 2-1-15,1 0 0 0,-4 2 1 16,3 1-1-16,-3 1 1 16,-2 1 2-16,1 0-1 15,-3 3-2-15,-1 0 1 16,-1 0-1-16,-3 0 0 15,-3 0 1-15,-1 0-2 16,-6 0 1-16,-1 2 0 0,-1-1 0 16,-2-1 0-16,1 0-6 15,-7-3-30-15,-2-9-105 16</inkml:trace>
  <inkml:trace contextRef="#ctx0" brushRef="#br0" timeOffset="102505.58">18355 16368 31 0,'6'0'3'0,"4"0"-2"15,0 0 0-15,3 0 0 0,1 0 4 16,1 0 11-16,1 0 4 0,1 0 1 16,4 0-3-16,-2-3-5 15,2 1-5-15,0 0-6 16,1-2-1-16,-4 2 0 16,2-1-1-16,-4 3 2 15,-3-1-4-15,-3 1 4 16,-1 0-1-16,-3 0 2 0,-2 0 1 15,-1 0 2-15,-1 0-4 16,-1 3-1-16,0 0 0 16,0 3-1-16,-1 0 3 15,1 4 6-15,1 1-5 16,-2 1 2-16,2 5-4 0,0 2 0 16,-2 2-1-1,1 3-1-15,0 2 0 0,0-1 0 16,-1 2 1-16,0-1-1 15,0 1 0-15,0-1 1 16,0 3 0-16,0-1 0 16,0 2-1-16,0 0 0 0,0 1 0 15,0-2 2-15,0-1-1 16,3-3-1-16,1 1 2 16,0-3-1-16,-1 1 1 15,3-2-2-15,-2-1 1 0,-1-3 0 16,0-2-1-16,3-1 0 15,-4-2 1-15,1-3-1 16,-1 0 1-16,0-1-1 16,0 1 0-16,0-4 0 15,-2 2 0-15,0-1 0 0,0-3 1 16,0 2-1-16,0-2 2 16,0-1 0-16,-5 1 1 15,2-1 1-15,1 0 0 16,-1-2-3-16,-1 1 0 15,-1 0 0-15,2-1-1 0,-1 0 3 16,-3-1 1-16,1 2 2 16,-4-1 2-16,-2-1 1 15,-2 0-2-15,-4 1-4 16,-4 1-2-16,-4-1-1 16,-1 5 0-16,-6-2-1 0,-6-2-8 15,-1-2-83 1</inkml:trace>
  <inkml:trace contextRef="#ctx0" brushRef="#br0" timeOffset="107905.65">18823 16636 19 0,'0'0'19'0,"0"0"-3"0,0 0-8 0,0 0-6 16,0 0 0-16,0 0 2 0,0 0 4 15,0 0 6-15,0 0-4 16,0 0-3-16,0 0-4 15,0 0-1-15,0 0 3 16,0 0-5-16,0 0 0 16,0 0 0-16,0 0-2 0,0 0 2 15,0 0 0-15,1 1 2 16,-1 0-2-16,1 2 0 16,0-1 0-16,1 0 0 15,1 1 1-15,-1 0-1 16,0 0 0-16,-2-1-1 0,2 1 1 15,-1 1-3-15,1-1-2 16,-2 0 1-16,2 1 1 16,0-1 3-16,0 0 0 15,0 0 0-15,-2 0 2 16,2-2-4-16,0 1 4 16,0 0-2-16,0-2 0 15,2 0 1-15,-2 0-1 0,0 0 0 16,-1 0 1-16,0 0 1 15,0 0 2-15,1 0 2 16,1-5-5-16,2 0 1 0,-2-1-1 16,2 1 0-16,2-2-1 15,1-3 0-15,1 1 0 16,2 1 0-16,2-5 0 16,1 2 0-16,1-2 1 15,0-1-1-15,2-2 0 0,0 0 1 16,1-2-1-16,-1 2 2 15,-1-3-1-15,3 0-1 16,-4 1 0-16,1-1 0 16,-2 4 2-16,0-1-2 15,-2 2 3-15,-1 0 1 0,-3 5 4 16,-2-1 3-16,-1 5-4 16,-1 0-4-16,0 2-1 15,-2 1-2-15,-2 2-2 16,0 0-8-16,0 0-32 15,0 1-13-15</inkml:trace>
  <inkml:trace contextRef="#ctx0" brushRef="#br0" timeOffset="108988.88">18802 16625 23 0,'0'0'38'0,"0"-1"-12"0,0-1-4 16,0 2 1-16,0 0-2 0,0 0-9 15,0 0-6-15,0 0-5 16,0 0-1-16,0 0 0 16,0 0-4-16,0 0-2 15,0 0 4-15,0 0 2 16,0 0-1-16,0 3 0 16,0 1 1-16,0-1 1 0,4 1-1 15,-2 1 0-15,0 0 1 16,0 0-2-16,1-1-1 15,-1 0-4-15,0 2 3 16,0-2 1-16,-1 0 2 0,0 1 0 16,1-2 0-16,-1 1 1 15,4-3-1-15,-1 3 0 16,-2-3-1-16,1 1 1 16,3-2 0-16,-4 2-1 15,2-2 1-15,-1 0 0 16,2 0 0-16,-3 0 1 0,0 0 0 15,-1 0 0-15,1 0 1 16,1-2-2-16,0-1 0 16,1 1 1-16,-2 0-2 15,1-1 1-15,0 2 0 16,3-1 1-16,-4 0-2 0,1-1 2 16,3 0-1-16,-3 0 0 15,1-1 0-15,4 0 0 16,-1-1 0-16,0 0 0 15,-1-2 1-15,3 0-1 16,-1-1-1-16,-1 1 1 0,3-4 0 16,-3-2 0-16,5 2 3 15,-1-2-2-15,4-1 2 16,-2-3 1-16,1-1 8 16,2 0-10-16,-1-3 2 15,1 0 3-15,2-1-5 0,-5 4 0 16,0 1 2-16,-1 1 1 15,-3 3 6-15,-1 3-7 16,-3 2 0-16,0 1 1 16,-4 3-2-16,2 1-2 0,-1 3-1 15,-2 0-2-15,0 0-10 16,0 0-20-16,0 5 5 16,-4 4-13-16</inkml:trace>
  <inkml:trace contextRef="#ctx0" brushRef="#br0" timeOffset="109731.42">18843 16641 8 0,'0'-1'29'16,"0"1"-7"-16,1 0-6 0,1 0-12 0,-2 0-4 15,2 0 2-15,-2 0-2 16,2 0 0-16,-2 0 0 0,1 0 0 15,-1 0 0-15,0 0-2 16,0 0 2-16,0 0 3 16,1 0 2-16,-1 0 0 15,1 1 0-15,-1 1-3 16,0 0 0-16,1 1-1 0,-1 0 0 16,2 0 0-16,-1 1-1 15,2 0 2-15,-1 0-2 16,0 2 0-16,0-4-2 15,0 3 2-15,1-2-2 0,1 1 1 16,-2-2-1-16,0 0 0 16,1 0-1-16,0-1 0 15,3-1 0-15,-4 2-6 16,1-2-4-16,3 0-4 16,-1 0-11-16</inkml:trace>
  <inkml:trace contextRef="#ctx0" brushRef="#br0" timeOffset="110067.02">19034 16555 38 0,'0'0'16'0,"0"0"13"0,33-56-18 15,-19 37-8-15,-5 2-3 0,4 1 2 16,-1 1-2-16,-1 1 0 16,2 1 0-16,-4 1 5 15,0 1 4-15,0 1-1 16,2 2-6-16,-5-1 0 16,1 4 0-16,-3 2-2 15,-2 0 0-15,1 0-3 0,-2 3-5 16,-1 0 5-16,0 0 3 15,0 0 0-15,0 0-2 16,0 0-8-16,0 3-2 16,-5 1-11-16,2-1-43 0</inkml:trace>
  <inkml:trace contextRef="#ctx0" brushRef="#br0" timeOffset="111155.82">18843 16645 0 0,'0'0'4'0,"0"0"4"16,0 0-1-16,0 0-5 0,0 0-2 16,0 0-1-16,0 0 0 15,0 0-1-15,0 0 2 0,0 0 2 16,0 0-2-16,21 38 1 15,-20-36 0-15,3-2 3 16,-3 0 6-16,4 0 2 16,-3 0-2-16,1 0-4 15,2-2-3-15,2-2 1 0,1-1-3 16,-1 0 0-16,3-2-1 16,2-3 1-16,-1 0-1 15,0-1 1-15,2-1 1 16,-1-2-2-16,2 0 2 15,-1 0 7-15,1-2 3 16,-1-1-10-16,2 0-2 0,-1-1 1 16,1-1 0-16,1 1-1 15,-2 2 4-15,-1 3-1 16,-4 2-1-16,-1 4-1 16,-2 1 0-16,-2 5 0 0,-2-1-1 15,0 2-1 1,0 0-1-16,-2 0-2 0,0 2-14 15,-4 2-30-15</inkml:trace>
  <inkml:trace contextRef="#ctx0" brushRef="#br0" timeOffset="111903.63">18822 16695 39 0,'0'0'1'0,"0"0"-1"0,0 0 0 0,0 0 1 15,0 0-1-15,0 0-1 16,0 0 1-16,0 0 1 15,0 0 0-15,0 0 5 16,0 0 4-16,0 0-2 0,24 27-3 16,-20-27-4-16,0-2-1 15,4-1 0-15,-3-2-5 16,-1-1-2-16,2 0-2 16,1 1 8-16,1-4 1 15,0 2 1-15,1-3 1 0,1 0 3 16,4-1-1-16,-1-1 0 15,1-2 1-15,0 0 0 16,3 0 6-16,-2 0-9 16,2-1-2-16,-2 1 1 15,-3 1-1-15,-1 1 1 16,-1 0-1-16,0 3 1 0,-4 0 1 16,-2 3-1-16,1 0-1 15,-2 2 0-15,-1 4 0 16,-2-1-1-16,0 1-9 15,0 0-35-15</inkml:trace>
  <inkml:trace contextRef="#ctx0" brushRef="#br0" timeOffset="115272.45">15523 15909 26 0,'0'0'38'0,"0"0"-18"0,0 0-14 0,0 0-5 0,0 0 0 15,0 0-1-15,45-18 2 16,-34 15-2-16,0 1 0 15,2 0 0-15,-2-2 1 16,0 2 0-16,1 1 2 16,-3-1-3-16,1 2 2 0,-2 0-1 15,0 0 0-15,-4 0 2 16,1 0-1-16,0 2-1 16,1 2 1-16,1 1-1 15,2-1-1-15,-3 1-1 0,4 1 1 16,-3 0 1-16,1 2-1 15,0-1 1-15,2 2-1 16,-1-1 0-16,2 1 0 16,-1-1 1-16,0 1-1 15,1-1 1-15,-3 2-1 16,0 1 0-16,-3 1-1 0,1 1 0 16,-4 2 1-16,-1 1 1 15,-1 1-1-15,1 0 2 16,0 0-1-16,2 0-1 15,-2-1 0-15,2-1 0 16,-1 1 2-16,-2 0-2 0,0-4 0 16,0 3 1-16,0-1-2 15,0-3 3-15,0 2 1 16,0-2-2-16,0 0 0 16,0 0 0-16,0 0-1 15,0-1 1-15,-2-1 1 0,-2 2 1 16,-1 0-1-16,0 2 0 15,-3-2 2-15,3 3 0 16,-3-1-2-16,0 0 0 16,2-1-1-16,1 0 0 15,-2 0 1-15,0 0-2 0,0 1 1 16,1 1-1-16,-3-1 0 16,-1-1 0-16,2 2 1 15,0-4-1-15,1 1 0 16,-3-3 0-16,4 1 0 15,-3-2 2-15,1-2-2 0,-2 1 0 16,1-3 0-16,-4 1 1 16,0 1-1-16,-2-2 1 15,-2 1 6-15,2-4 3 16,-1 3-3-16,1-2-1 16,-3-1-2-16,3 0 3 0,0 0 2 15,2 0 0-15,-3 0 1 16,5-5-2-16,-3-1-4 15,2 1-4-15,-2 0 0 16,3-3-1-16,-2 0-3 16,0 0 0-16,3-1 0 0,-3-1 4 15,1 0-1-15,2 0 0 16,0-1 2-16,1-2-2 16,-1 2 0-16,2-2-1 15,-1 0-4-15,1-2 0 16,1-1-6-16,1-2 13 0,3-1-7 15,-4-1 0-15,3 2 1 16,1-1-2-16,1-2 4 16,2-2 3-16,0-1 1 15,0-1-1-15,0-2 0 16,6-2 0-16,5 1-2 0,-1 1-1 16,1 3 1-16,-1 2-4 15,1 2-3-15,0 3 0 16,0 0-16-16,0 5-14 15</inkml:trace>
  <inkml:trace contextRef="#ctx0" brushRef="#br0" timeOffset="116971.07">15445 16023 87 0,'-5'-3'12'0,"2"2"2"0,-1-1-3 0,-1-1-2 0,2 1-4 16,2 0-2-16,-1-1 0 15,2 2-2-15,-2-1 1 16,2-2 1-16,0 1-2 16,0 0-1-16,2-1-1 15,5 0 1-15,2-1 0 16,7-3 0-16,-1 3 0 0,5-1 0 16,-1-1 0-16,2 2 1 15,-1 0-1-15,-3 3 1 16,-1 2 0-16,1 0-1 15,-2 0 0-15,1 0 1 16,-3 7-1-16,3 2 0 0,-3 1 1 16,1 4-1-16,0-1 0 15,0 2 0-15,0 1 0 16,-1 1 2-16,2 2-2 16,-3 1 0-16,-1-1 0 15,-2 3 0-15,1-2 0 0,-4 2 1 16,-2 0-1-16,0 0 0 15,-4 1 1-15,0-1 2 16,0 0 0-16,-4 2 0 16,-6 0 2-16,-3 0-2 15,-3-1 0-15,0 3 1 0,-4-2-3 16,0 0 0-16,-2-1-1 16,-1-2 2-16,0 0-2 15,-1-6 0-15,2-1 1 16,-1-3 0-16,1-5-2 15,2 1 1-15,0-3 0 0,2-2-1 16,2-2-2 0,0 0 1-16,-1 0 0 0,-1-5 1 15,1-4-3-15,0-3-5 16,-2 1-4-16,3-5 9 16,0-4 4-16,3-1-1 15,6-3-2-15,-2-3-4 0,6 0-4 16,-1-2 8-16,3 1 3 15,1 2 2-15,0-2 6 16,0 2 2-16,0-2-2 16,0 1 1-16,3 0-5 15,2-3 2-15,6 0-5 0,0 2-1 16,3 2-1-16,3 2 1 16,2 0-1-16,2 4-1 15,2 3 0-15,2 3 2 16,2 2 0-16,2 2 0 15,4 2-1-15,-1 3 2 0,0 2-1 16,2 3 0-16,-1 0-1 16,1 0 1-16,-5 5-5 15,-2 1-9-15,-6 3-19 16,-4-3-80-16</inkml:trace>
  <inkml:trace contextRef="#ctx0" brushRef="#br0" timeOffset="120045.87">2919 5879 74 0,'0'0'9'0,"-38"-12"4"0,22 6-5 0,1 2-5 15,-3 1-3-15,1-1 0 16,-2 3-4-16,-1 0 2 0,-2 0 1 16,-5 1 2-16,0 0 1 15,0 0 4-15,-4 0-1 16,-2 5-3-16,-1 1-1 15,-1 2-1-15,-4 1 0 16,1 4-1-16,-2-3-1 0,1 1 2 16,2 0 0-16,-1 1 0 15,0-2 3-15,1 0 8 16,0 1 6-16,1-1-7 16,-2 6-3-16,1 1-4 15,1 4-2-15,-3 2-1 0,2 4 1 16,1 0-1-16,-2 4-1 15,3 0 2-15,-2 2-2 16,2 2 1-16,3 1 0 16,1 1-1-16,4 3 1 15,5 1-2-15,2 0 1 16,2 3 0-16,3 0-1 0,6 0-2 16,-1 1 2-16,4 1 1 15,3-2 0-15,3 3-1 16,0-2 0-16,3-1 0 15,5 0-1-15,4 0 2 16,3-1 0-16,1-2 1 0,2 5-1 16,2-1 0-16,1 2 1 15,-2 1 0-15,4 0 0 16,-1-2 0-16,-4 1-1 16,2-3 0-16,-1 1 0 15,0 1 1-15,-1 1-1 0,0-3 1 16,4 0 0-16,1-2 0 15,2-2 1-15,2 1-1 16,4-4 0-16,0 3 1 16,2-2-1-16,1 2 1 0,-1 1 0 15,3 2 0-15,-3-3-1 16,1 2 1-16,1-2-1 16,-1 1 2-16,2-2 0 15,0 3-1-15,2-1 0 16,2 3-1-16,3-4 2 15,-3 3-1-15,2-1 0 0,1 0-1 16,-3-1 0-16,-4 1 1 16,4-2-1-16,-2-2 0 15,0-2 0-15,2-3 0 16,-2-1-1-16,0-3 1 16,0-2 0-16,0 0 0 0,-2 0 0 15,4 0 0-15,-2 2 1 16,2 1-1-16,1 2 1 15,-1 3-1-15,2 2 1 16,-1 0 1-16,-1 0 0 16,-3 1-1-16,1-1 0 15,1 0-1-15,-1-4 1 0,0 2-1 16,1-4 0-16,0-1 0 16,1-1 0-16,-4-5 0 15,-1 0-1-15,-1-4 0 16,-1-2 1-16,1-1 0 0,2-4-1 15,-2-1-1 1,2-2 1-16,1-3 1 0,1-2 1 16,-4-2-1-16,4-1 4 15,-5-2-1-15,1 0 0 16,0 0-2-16,3-5 3 0,-1-2-2 16,-1-4 0-16,2-1 2 15,1-3 1-15,-5-2-3 16,-1-3 1-16,-3 0-1 15,-3-1 0-15,-1-1-1 16,-5 1 2-16,-2-3-1 0,-1-2 0 16,0-1 0-16,1-3 1 15,-3-1 0-15,-2-1-1 16,1-2 1-16,-5-1 2 16,2-3 1-16,-4 1 1 15,-1 0-3-15,-1-1-2 16,-1 0-1-16,-2 1 0 0,0-3-1 15,0-1 1-15,-2 0 1 16,0-2 4-16,0-2 2 16,-4-1 3-16,-2-1-2 15,1 2-3-15,-4-2-3 16,2 0 0-16,-3 0-3 0,3 0 1 16,-4-1-1-16,-3 0 1 15,-1 1-1-15,-3 0 0 16,-3 1 0-16,2-2 0 15,-2 0 0-15,-1-2 1 16,2-2-1-16,-4-2 0 0,3 1 1 16,-6 3-1-16,0 1 0 15,1-1-1-15,-5 2 0 16,-2 1 0-16,-2 0 1 16,1 0 0-16,1 3 1 15,-3 0-2-15,1 0 1 0,1-1 0 16,-3-1 0-16,-2 1 0 15,-1-1 0-15,0-1 0 16,-1 2 3-16,3 1 0 16,0 1 0-16,3-1 0 15,-1 0-1-15,0-1 0 0,-2 1 0 16,0 1-1-16,-2 2-1 16,-3 4 1-16,1 6-3 15,-3 1 0-15,3 5 3 16,-2 0 1-16,-1 3-2 15,2 0 2-15,0 1-3 0,-1-1 2 16,0 1-1-16,0 0 1 16,1 0-3-16,-1 1 3 15,2-1-1-15,-5-2 0 16,0 0 0-16,-2 0 0 16,0-1 0-16,-3 0 1 15,-1 0 1-15,-4 1-2 0,-2 6 0 16,-7 4-1-16,-5 12 1 15,-12 1-6-15,-19 17-33 16,-21 2-103-16</inkml:trace>
  <inkml:trace contextRef="#ctx0" brushRef="#br0" timeOffset="130596.38">1802 9116 95 0,'0'0'4'0,"0"0"5"0,0 0-2 15,0 0-2-15,0 0-4 0,0 0 0 16,0 0-1-16,0 0-1 16,-39 3 1-16,31 0-1 15,-1 4 1-15,-3-3 1 16,-1 5-1-16,-2-1 1 0,-3 5-2 15,-2 3 1-15,0 1 1 16,-3 5-3-16,1 0 3 16,-1 6-2-16,1-4 2 15,0 2-2-15,3-2 2 16,2-3 0-16,-1 1 0 0,3 0 0 16,-1 2-1-16,3 2 2 15,-4 2 0-15,3 2 0 16,-1 3 1-16,2 1-2 15,-1 3 0-15,1 6 0 16,3 2 0-16,-2 6 1 16,1 3-1-16,0 7 0 0,0 2 0 15,2 5-1-15,-2 3 0 16,1 1 2-16,-1 2-4 16,-3 2 4-16,4 1-2 15,-5 0-2-15,3 0 2 0,-1-2 2 16,-1 2-2-1,3 1 0-15,-2 0 1 16,1 0-1-16,1 5 2 0,-3 5-2 16,1 5 0-16,0 5 0 15,-3 6 1-15,3 7-1 16,-5 0-1-16,3-1 0 0,-1 1 1 16,1-1 1-16,-1-2-2 15,-1 0 1-15,4 4 1 16,0-2-1-16,2 1 0 15,2 1 1-15,3 2-2 16,3 1 1-16,-1 6 0 16,4 1 1-16,0 3-1 0,0 5 0 15,0 0 1-15,0 2-2 16,0-2 1-16,2-6 0 16,2-5 0-16,1-4 0 15,3-7 0-15,4-4 0 16,-1-3 0-16,2 3 0 0,3-4 0 15,-3 1 0-15,3 0 0 16,-3 0 0-16,1-3 1 16,1 0 1-16,-1 1 1 15,1-1 5-15,2 0-3 0,0 0-2 16,1-3-1-16,2-4-1 16,-2-8-1-16,0-8 1 15,-1-5 0-15,2-8 0 16,0-5 2-16,2 0 1 15,1-2 1-15,3-4 2 16,1 2-2-16,3-1-1 0,0 1-2 16,8 3-2-16,-3-3 2 15,5 6-2-15,-1 0 0 16,5-1 1-16,-1-1-2 16,1 1 1-16,4-1-2 15,-3-1 2-15,1-2-1 0,-2-3 2 16,-1-3-2-16,-2-5 2 15,-2-5-1-15,0-7-1 16,0-5 2-16,2-5 1 16,3-4-1-16,2-5-4 0,3-3 3 15,4-4 2-15,2-1-2 16,5-1 3-16,5 1-2 16,3-1 0-16,2 0 0 15,2-2-1-15,1-1 1 16,2 0-2-16,-3 0-3 15,-1-11-8-15,-5-1-6 0,-3-5 8 16,-4-4 6-16,-4 0 3 16,-1-2-1-16,-3-2 2 15,-4 0 7-15,-1 0 0 16,0-1-1-16,-2 2-1 16,-3-3-3-16,2 4 0 0,1-4 2 15,-1 2-4-15,0-2 2 16,1-3-2-16,-1 0 0 15,3-3 1-15,-3-2-1 16,3-1-1-16,-2-2 1 16,1 1-2-16,-1 2 2 0,-3-2 0 15,0 1 0-15,1-1 2 16,-3 0-4-16,-1-1 4 16,3-1-2-16,4-2 0 15,0-4 0-15,3 1-8 16,-2-1-17-16,4-1 19 15,-7 3 4-15,0-2 0 0,-3 4 2 16,-4 0 4-16,-1 1 8 16,-1 0 4-16,-1 2 0 15,-1 0-3-15,0-1 0 16,-2 1-4-16,0 0-3 16,3-1-2-16,-1-1 0 0,0-1-2 15,-1-1 1-15,3-2-2 16,1 0 0-16,1-2-1 15,0 1 0-15,2-2 2 16,-4 0-2-16,1 4 0 0,-1-1-2 16,-1-1 1-16,-1 0 0 15,-2 0 1-15,2-2 0 16,-4-2 1-16,0 1-1 16,-1-2 0-16,-3-2 0 15,-3 1 0-15,-5-3 0 16,-1-3 0-16,-3-2 1 0,-4-4 1 15,0-6 2-15,-5-2 3 16,0-5 0-16,-2-1-3 16,0-3-2-16,0 0 2 15,0 1-3-15,0-1-3 0,-2 2-31 16,-18 0-125-16</inkml:trace>
  <inkml:trace contextRef="#ctx0" brushRef="#br0" timeOffset="131892.28">13887 16002 102 0,'0'0'8'0,"0"0"11"0,0 0-10 16,0 0-7-16,0 0-2 15,0 0 1-15,0 0-1 16,0 0 1-16,0 0-1 0,0 0 2 16,37 25-1-16,-30-19-1 15,1-2 0-15,0 0 1 16,-2 1-1-16,1-1 0 15,1-3 1-15,0 2-2 16,-1-3 2-16,4 0 5 0,2-6 6 16,3-8 0-16,6-7-3 15,1-5 3-15,4-6-6 16,4-4-2-16,-2-3-1 16,0-1-1-16,0 0 0 0,0-1-1 15,1 2 0-15,-4 5-14 16,-2 5-64-16</inkml:trace>
  <inkml:trace contextRef="#ctx0" brushRef="#br0" timeOffset="134055.49">2911 6178 137 0,'0'0'-37'0,"0"0"38"15,-37-24-2-15,28 17-15 0,-1-1-16 0,1 0 31 16,-5-2 2-16,1 0 9 16,-1 1 7-16,-1 1-6 15,-5 0-2-15,1 3-8 16,-2-2 0-16,0 1-1 15,-2 2 1-15,0-3 3 0,-2 0 3 16,-2 2-1-16,-2-2 0 16,-5 2-4-16,1-2 0 15,-3 1 1-15,-2 0-2 16,2 5 2-16,0-1-1 16,3 2-2-16,-3 0 0 0,3 2 1 15,-3 5 1-15,2 0 2 16,0 4-4-16,3 4 1 15,2 3-2-15,0 4-3 16,5 3-3-16,0 3-6 16,3 2-4-16,2 1 10 0,2 2 5 15,2 3 2-15,1 3 2 16,1 0-2-16,2 6 0 16,4-1 2-16,0 3-1 15,5 1 0-15,2-2 1 16,0 2-1-16,0 1 2 0,5 4-1 15,3 4 0-15,2 4-1 16,-3 3-1-16,5 4 1 16,0-1-1-16,-1-3 0 15,4-2 0-15,3-5 0 16,3-3 0-16,0-4 0 16,4 0 0-16,4-3 0 0,-1 4 0 15,3 1 0-15,0 1 0 16,0 5 0-16,1 0 0 15,-1 5 0-15,-2-1 0 16,0 4-1-16,0-4 1 16,2 2 0-16,-1-6 0 0,3-4 0 15,0-4 0-15,1 0 0 16,-3-1 0-16,2 1 1 16,-1 1-1-16,-1 0 0 15,0 1 1-15,3 1-1 0,-1-3 0 16,4 1 0-16,-2-1 1 15,5-1-2-15,-2-3 2 16,1-2-1-16,-3 0 0 16,1-1 0-16,-1-1 0 15,-1-2 0-15,1-1-1 0,3-4 1 16,-1-2 0-16,1-3 0 16,3-4 0-16,-1-3-1 15,0 0 1-15,2-6 0 16,-1 4 0-16,2 1 0 15,1 0 1-15,1 2 0 16,2 2-2-16,1-1 2 16,-2 0-2-16,0 0 2 0,-2-5-1 15,2 0 0-15,-3-3-1 16,0-3 0-16,1-2 2 16,0-2-1-16,-2-2 0 0,-1-2 1 15,-2-2-1-15,-1 0 1 16,1 1-1-16,-2-2-1 15,1-1 1-15,0-2 1 16,-1 0 0-16,-2 0-2 16,-1 0 0-16,-3-10 3 0,1 0 0 15,-4-4 2-15,-2-2-3 16,-4-2-1-16,1 1 4 16,-4-3 7-16,0 0-5 15,-3-4 6-15,2 0-3 16,-1-2-2-16,-1-2-2 15,-2-3-1-15,0-2-2 0,0 0-1 16,-3-2 0-16,-1-2 0 16,-6-1-1-16,1-2 2 15,-2-3 5-15,-3 1 2 16,3-2-3-16,-4-2-3 16,2 1-1-16,-2-1-1 15,0 1-1-15,0 1 0 0,0-2 1 16,-7 1 0-16,-3 0 2 15,0 0 0-15,-3 0 7 16,-5-2-1-16,1 2 0 16,-2-3-1-16,-3-2-4 0,2 0 1 15,-5-3-3-15,0-1 0 16,-2-1-1-16,-2-3 0 16,-4-2 0-16,-3 0-1 15,-6 2 2-15,-9 1-1 16,-4 1 0-16,-5 6-1 0,-6 0-1 15,-1 6 0 1,-3 3-9-16,-6-6-46 0,-4 1-144 16</inkml:trace>
  <inkml:trace contextRef="#ctx0" brushRef="#br0" timeOffset="134653.69">5047 7086 203 0,'4'6'-53'0,"-3"6"43"0,3 5 11 0,3 4 0 0,-2 7 1 16,3 3-2-16,-2 2 1 16,3 0-1-16,-1-2 0 15,0 3 0-15,-1-3 0 16,-3-2-15-16,-2-3-21 15</inkml:trace>
  <inkml:trace contextRef="#ctx0" brushRef="#br0" timeOffset="135203.05">5022 7298 126 0,'0'0'-6'0,"-19"-51"18"16,11 28 5-16,6-2-1 15,2 2-6-15,0-1-7 16,4 0-1-16,6 2 0 16,3 2-1-16,3 5 0 0,-1 2 0 15,1 6-1-15,0 3 0 16,2 3 1-16,-1 1 0 16,1 0-1-16,-2 8 0 15,0 5 1-15,-7 5-1 16,0 5 0-16,-7 3-5 15,-2 3 2-15,0 0 3 0,-10 1-1 16,0-1 1-16,-1-6 0 16,-1-1 0-16,2-5 1 15,5-6-1-15,3-3 0 16,2-5 2-16,0-3-9 0,0 0 4 16,9 0 2-16,4-3 2 15,2-4-1-15,1 0 1 16,4-3 0-16,-2 5-1 15,0 0 1-15,-2 2 0 16,-1 3-1-16,-1 0 1 0,-3 0 0 16,-2 3-1-16,-3 3 1 15,-1 5 0-15,-5-1 1 16,0 3 5-16,-7 5-4 16,-4-2 0-16,-4 4 0 15,-3 0-3-15,1-3-2 16,-2 0 4-16,3-3 0 0,-2-3-2 15,2-3 1-15,4-4 0 16,2-1 5-16,1-3-5 16,5 0-1-16,2 0-9 15,2-7-55-15</inkml:trace>
  <inkml:trace contextRef="#ctx0" brushRef="#br0" timeOffset="135467">5335 7193 144 0,'0'0'6'0,"0"0"6"0,0 0-9 0,0 0-3 0,0 0 1 16,0 0 1-16,0 0 0 15,0 0 0-15,43 31 0 16,-37-15 0-16,3 0-2 16,-3-1 1-16,4-2-1 15,1-2 0-15,-4-5-4 16,2-5-45-16</inkml:trace>
  <inkml:trace contextRef="#ctx0" brushRef="#br0" timeOffset="135620.45">5395 7006 238 0,'0'0'-40'15,"0"0"59"-15,-51-43 6 16,40 36-17-16,4 1-6 16,3 3-3-16,2 3-22 0,-2 0-72 15</inkml:trace>
  <inkml:trace contextRef="#ctx0" brushRef="#br0" timeOffset="136128.38">5581 7122 91 0,'0'0'3'0,"0"0"2"16,0 0 12-16,-7-38-1 15,1 32-3-15,-3 3-5 16,-2 3-6-16,0 0 1 16,2 10-6-16,-3 6-2 0,3 1 4 15,3 4 1-15,-3 2 0 16,8 0 0-16,1-2 0 15,0-2 0-15,0-4-2 16,8-4 1-16,1-6 0 0,1-4-2 16,2-1 3-16,-1 0 0 15,0-4 2-15,1-9 2 16,-2 0 2-16,-3-4 3 16,0 0-2-16,-4 1 1 15,-1-2 0-15,0 5-3 16,-2 3 2-16,0 2 0 15,0 2 6-15,0 2 0 0,0 4-8 16,0 0-7-16,4 0-3 16,0 4 2-16,3 3 0 15,3 3-1-15,1 0-10 16,1 0-9-16,0-4-7 0,3-3 4 16,1-3 1-16,-1 0 5 15,6-12-11 1</inkml:trace>
  <inkml:trace contextRef="#ctx0" brushRef="#br0" timeOffset="136483.08">5800 7052 9 0,'0'0'31'0,"20"-56"-15"16,-13 25-2-16,-3 2 2 0,1 1-3 15,-5 3 0-15,0 1 8 16,0 6 3-16,-2 2-5 16,-5 5-8-16,0 1 1 15,1 4-3-15,-1 5-4 16,-3 1-2-16,2 3-7 0,-1 8-4 15,1 5 6-15,0 2 1 16,4 2 2-16,1 0 0 16,3-3 0-16,0-3-1 15,3-3 0-15,5-2-2 16,2-2 1-16,3-1 1 0,3-3-1 16,1-2 1-16,2 3 1 15,0-2 0-15,-1 2 0 16,1 0 0-16,-6 1-1 15,1 2 1-15,-7 0-1 16,-1 1 1-16,-4 1-2 0,-2-1 1 16,0 1-1-16,-5-1 3 15,-3-1-2-15,-2-1-1 16,2 0-6-16,-3-2-39 16,1-4-18-16</inkml:trace>
  <inkml:trace contextRef="#ctx0" brushRef="#br0" timeOffset="136703.78">5860 6906 78 0,'0'0'14'0,"0"0"1"0,0 0-8 0,0 0-1 0,0 0-4 16,0 0 0-16,-40 14-1 15,30 5-2-15,0 2 1 16,-1 5 2-16,2-1-1 15,-3 2 0-15,4 0 4 16,-1-1-4-16,0 1 0 0,2 1-1 16,-2 1-1-16,1-4-5 15,-4 2-88-15</inkml:trace>
  <inkml:trace contextRef="#ctx0" brushRef="#br0" timeOffset="137022.57">5431 7589 1 0,'0'0'32'16,"39"-14"-18"-16,-12 1 3 15,4-4-2-15,5-4 1 0,3-3 2 16,1-2-4-16,3-2-2 16,-2-1 0-16,0 3 0 15,0 3-7-15,-3 1-2 16,-6 7-2-16,-3 2 1 16,-7 6-2-16,-7 4-1 15,-8 3-11-15,-7 3-26 0,-2 11 9 16,-13 2 1-16</inkml:trace>
  <inkml:trace contextRef="#ctx0" brushRef="#br0" timeOffset="137181.44">5695 7604 117 0,'0'0'6'16,"0"0"9"-16,0 0-16 15,0 0 1-15,0 0 8 16,67-19 2-16,-22-8 0 0,6-6-4 15,9-6-3-15,10-1 0 16,2-7-3-16,1-3-98 16</inkml:trace>
  <inkml:trace contextRef="#ctx0" brushRef="#br0" timeOffset="-172464.17">15319 4992 56 0,'0'0'15'0,"0"0"22"0,0 0-18 0,0 0 16 16,0 0-8-16,0 0-3 16,0 0-8-16,0 0-1 15,0 0-3-15,0 0-3 16,0 0-7-16,-7-22-5 0,16 28 3 15,7 7 0-15,2 1 0 16,7 3 2-16,1 3-2 16,5-1 1-16,5-1-1 0,0-2 0 15,4-1 1-15,0 1-1 16,2-2 0-16,-1 2 0 16,0 1 0-16,3-1 1 15,-1 2-1-15,1 2 0 16,1 0 0-16,-1 2 0 15,-1 1 0-15,-3 2 0 16,-2 1 0-16,-6 0-1 0,-1-2 2 16,0 0-1-16,-7-3 0 15,0-3 1-15,0-2-1 16,-6-4 0-16,0-2 1 16,0-3-1-16,-3 1 0 15,-2-2 0-15,1 1-1 0,-6 0-16 16,-1 0-23-16,-3-2 7 15,-4-1-39-15</inkml:trace>
  <inkml:trace contextRef="#ctx0" brushRef="#br0" timeOffset="-171863.95">15266 6176 92 0,'0'0'7'0,"0"0"18"15,0 0-21-15,0 0 3 0,0 0 6 16,0 0-2-16,39-43-2 16,-22 35 0-16,2-2-4 15,4-1-1-15,6 0-1 16,2-1-1-16,7-2 2 0,5-3-1 16,4 1 0-16,2-2-2 15,4-1 2-15,-1-3 2 16,2 0-3-16,1-2 7 15,-1 0-1-15,2 1-1 16,0 2-2-16,-2 1-3 0,-3 0 0 16,-2 3 0-16,-7 3-1 15,-1 1-1-15,-5 2 0 16,-3 2 0-16,-1 2 0 16,-4 0 0-16,-3 3-5 15,-6 1-22-15,-6 1-57 16</inkml:trace>
  <inkml:trace contextRef="#ctx0" brushRef="#br0" timeOffset="-171383.28">15245 6784 136 0,'0'0'5'0,"0"0"27"0,0 0-30 0,0 0 0 0,0 0 9 16,0 0-7-16,54-27 0 0,-27 12 0 15,5-5 0 1,8-2-2-16,5-3 0 0,5-4 0 16,6-2 0-16,0 0-2 15,3-3 1-15,1 1-1 16,0 0 0-16,0 1-2 15,1 0 3-15,-2 1-1 16,2 2 4-16,-3 0-1 0,-2 2 0 16,-4 4-3-16,-3 1 1 15,-5 4-1-15,-5 6 1 16,-6 3-1-16,-10 6-5 0,-8 3-29 16,-10 3-39-1</inkml:trace>
  <inkml:trace contextRef="#ctx0" brushRef="#br0" timeOffset="-171034.4">15497 7221 158 0,'0'0'20'0,"0"0"-23"0,0 0 7 0,43-14 4 15,-11-3 3-15,3-5 2 16,7-7-2-16,8-4-2 15,4-5 1-15,2 1-1 16,4-4-2-16,6 3-2 16,2 1-3-16,0 1-2 0,1 4 0 15,-8 0-29-15,-7 5-91 16</inkml:trace>
  <inkml:trace contextRef="#ctx0" brushRef="#br0" timeOffset="-169980.09">14743 5185 123 0,'0'0'3'0,"0"0"11"0,0 0 7 16,0 0-5-16,-36 0 5 16,28 0-9-16,4 0-6 15,-4 0 0-15,4 0-3 0,1 0-1 16,-1 0-2-16,0 0 1 16,4 0 2-16,0 0 3 15,0-4 0-15,0-4-4 16,6-2-4-16,1-1 4 15,4 1-2-15,0 0 3 0,0 3 2 16,-3 6-5-16,2 1 0 16,-4 1-3-16,1 11 0 15,-4 6 6-15,1 5-3 16,-4 2-1-16,0 1 1 16,0 0 0-16,0-4-1 15,0-5 2-15,0-5-1 16,0-4 0-16,0-5 1 0,0-2-1 15,0-1 2-15,0 0 0 16,0-4 3-16,0-8 7 16,2-4-14-16,0-3-1 15,0-1 6-15,1-1-6 0,-3 0-5 16,0 2 2-16,0 4 3 16,0-1 2-16,0 6 1 15,0 3 0-15,0 1 0 16,0 2 0-16,-3 1 0 15,3 3 0-15,0 0-3 0,0 0-8 16,0 0 8-16,3 6 1 16,2 0 1-16,3 2 1 15,-2 2 1-15,2-1 1 16,3 2-2-16,-3-2 0 16,2-1 0-16,2 2 0 0,0-4 0 15,4-1-6-15,-2-2-29 16,1-3-31-16</inkml:trace>
  <inkml:trace contextRef="#ctx0" brushRef="#br0" timeOffset="-169688.75">14971 5149 221 0,'0'0'-5'0,"0"0"4"0,0 0 0 0,0 0 0 15,-3 44 0-15,3-31 1 16,2 2 0-16,2-4 0 16,4-1 0-16,-4-3 0 15,1-3 0-15,1-4-1 16,-2 0 1-16,1-3 4 16,0-7 20-16,-3-3-5 15,0-3-5-15,-2-2-6 0,0 0-3 16,0 2-1-16,-2 2-1 15,-3 3-2-15,-3 5-2 16,1 6-16-16,-2 2-8 0,-5 13-92 16</inkml:trace>
  <inkml:trace contextRef="#ctx0" brushRef="#br0" timeOffset="-169154.94">14647 6133 239 0,'0'0'3'0,"0"0"4"15,0 0 2-15,0 0-9 16,0 0 6-16,2-49-8 0,7 36 4 16,1 2-2-16,2 1 0 15,-1 6 1-15,-1 2-1 16,3 2-1-16,-1 0 1 16,1 9-14-16,-3 3 0 0,-4 4-16 15,-1-2 24-15,0 0 5 16,-5-1 1-16,0-2-1 15,0-2 4-15,-3-4 2 16,-3-2 1-16,2-1 0 16,3-2 4-16,-1 0 3 15,2-10-11-15,0-4-3 16,0-9-12-16,5-1 7 0,1-3-11 16,1 7 4-16,-2 0-1 15,-1 9 14-15,-1 4 5 16,-3 4 6-16,2 3-7 15,1 0-4-15,2 0 2 0,1 10 2 16,2 1-3-16,3 3 3 16,-1 1-4-16,3-1-7 15,2-3-14-15,1-4-24 16,-1-5-23-16</inkml:trace>
  <inkml:trace contextRef="#ctx0" brushRef="#br0" timeOffset="-169012.08">15026 5963 190 0,'0'0'14'0,"0"37"-13"0,1-10 0 0,4 3 1 16,0 3-4-16,1 1-43 16,0-3-54-16</inkml:trace>
  <inkml:trace contextRef="#ctx0" brushRef="#br0" timeOffset="-168459.31">14818 6622 192 0,'0'0'6'15,"0"0"18"-15,0 0-9 0,8-38-15 16,3 32 0-16,2 1 1 15,3 3-1-15,1 2-1 16,-1 0 0-16,-3 10-1 16,1 6 2-16,-4 2-3 15,-2 3-4-15,-2 2-8 16,-3-4 16-16,-1-1 0 0,-2-4-2 16,0-4 1-16,0-4 1 15,0-3 0-15,0-3 0 16,0 0 8-16,0-13 5 15,0-6-15-15,0-5 1 0,0 0-1 16,0-3-2-16,0 7-2 16,0 3 6-16,0 6 1 15,0 5 8-15,0 5 8 16,0 1-11-16,0 0-9 16,0 6-20-16,0 6 14 15,6 2 10-15,3 2-4 0,3 0-18 16,-1-1-18-16,0-3-22 15,1-4-54-15</inkml:trace>
  <inkml:trace contextRef="#ctx0" brushRef="#br0" timeOffset="-168212.03">15080 6672 198 0,'0'0'12'16,"0"0"9"-16,0 0-14 15,0 0-8-15,33-39 4 0,-23 35-2 16,1 4-2-16,-2 3-3 16,-3 7 6-16,-1 4-4 15,-1 0 3-15,-4 1 2 16,0 0-3-16,0-3 2 16,0-4 1-16,0-2 1 0,0-5-3 15,2-1 1-15,10-4-11 16,5-12 0-16,2-3 4 15,3-4-89-15</inkml:trace>
  <inkml:trace contextRef="#ctx0" brushRef="#br0" timeOffset="-167654.99">15011 7358 128 0,'0'0'10'0,"0"0"42"16,0 0-14-16,0 0-30 15,0 0 1-15,-22-44 1 16,22 34-7-16,6 3-2 16,0-2-1-16,5 4 0 15,1 1 0-15,1 3 0 0,1 1 0 16,1 1-3-16,-1 10-5 16,-3 5-4-16,-4 3 8 15,0 1 1-15,-3 2 0 16,-4-3-2-16,0 1 6 0,0-2 1 15,-6-6-1-15,0-2 1 16,2-4-2-16,0-5 1 16,0-1 2-16,4-7-2 15,0-11-5-15,0-4 1 16,0-5 0-16,0 4 3 0,1 1 0 16,2 5 0-16,-1 4 3 15,0 9 6-15,-1 1 2 16,1 3-7-16,0 0-3 15,5 1 2-15,-2 9 3 16,5 3-4-16,-3 1-2 0,3 3 0 16,0-1 0-16,-3-1-10 15,2 1-22-15,0 0-22 16,-4-4-24-16</inkml:trace>
  <inkml:trace contextRef="#ctx0" brushRef="#br0" timeOffset="-167367.96">15218 7436 99 0,'0'0'18'0,"0"0"4"0,0 0 0 0,30-47-5 0,-15 32-9 0,-1 2 1 15,2 3-6-15,-3 3-3 0,-4 7 0 16,0 0 0-16,-7 12-2 16,-2 7 4-16,0 5 17 15,-10 4-13-15,0 1 0 16,1-4 1-16,-3-3 1 15,4-7 3-15,4-5-2 0,3-4-6 16,1-2-2-16,0-2 2 16,3-1-2-16,7 3 3 15,0 2 1-15,0 1 0 16,0 5-2-16,-1 6-3 16,-4 9-3-16,-5 10-8 0,-1 4-37 15,-17 9-75-15</inkml:trace>
  <inkml:trace contextRef="#ctx0" brushRef="#br0" timeOffset="-163859.1">15753 4962 27 0,'2'-3'19'0,"-2"0"5"0,0 2 0 15,0-2-12-15,0 0 1 16,0 2-2-16,-2-1 1 15,0-1-5-15,-1 2 2 0,1 0-1 16,2 1-6-16,0 0-2 16,0 0-3-16,0 0-2 15,0 8 4-15,0 2 1 16,0 1-1-16,0 1 1 16,0 3 0-16,0-3 1 0,0-1-1 15,0 3 1-15,0-5 0 16,0 2 0-16,0-2-1 15,5-2 1-15,-1 0-1 16,-2-3 2-16,1-1-2 16,3-2 0-16,-4 0 0 15,1-1 1-15,1 0 0 0,3-5 3 16,-2-6-1-16,3-5-2 16,-1 2 0-16,0-3-1 15,0 3 1-15,-1 2-1 16,-4 3 0-16,-1 3 1 15,1 4 0-15,0 2-2 0,0 0-1 16,2 2-1-16,1 5 1 16,4 4 1-16,-1-1 1 15,2 3 0-15,2 0 0 16,0-3 0-16,-1-2 0 0,-1-2 0 16,-1-2 0-16,1-2 0 15,-2-2 1-15,0 0 0 16,-1 0-1-16,0-6 6 15,0-4 9-15,-1-4 0 16,-3-5 0-16,-1 1-7 16,-1-4-2-16,-1 0 0 0,0 2-1 15,0 1-4-15,-5 2 0 16,0 5-1-16,-2 2 1 16,2 4-3-16,0 3 1 15,1 3-8-15,2 0-39 16,0 9-37-16</inkml:trace>
  <inkml:trace contextRef="#ctx0" brushRef="#br0" timeOffset="-163571.29">16056 4980 100 0,'0'0'25'0,"0"0"-28"0,0 0 3 0,0 40 0 15,0-28 1-15,0 3-1 16,3-5 1-16,0 0-1 16,3-3 0-16,-2-4-1 0,3-3 3 15,1 0 3-15,2 0 10 16,1-11 6-16,-2-2 2 16,1-4-6-16,-2-2-2 15,-4 1-5-15,-3-1 0 16,-1 5-4-16,0 3-5 0,-5 9-2 15,-10 2-14-15,-6 10-72 16,-7 9-57-16</inkml:trace>
  <inkml:trace contextRef="#ctx0" brushRef="#br0" timeOffset="-162985">15518 5857 69 0,'0'0'10'16,"0"0"21"-16,0 0-2 15,-6-37-3-15,4 28 9 16,1 4-16-16,0-1-7 16,1 3-6-16,0 3-3 0,0 0-2 15,0 0-2-15,0 0-4 16,0 7 2-16,0 6 2 16,4 0 1-16,2 2 3 15,-3 1-2-15,1-2 0 16,2-1-1-16,1-4 1 0,0-3-1 15,-1-2 0-15,1-3 0 16,0-1-1-16,2 0 0 16,-4-4 3-16,3-3 0 15,-2 1-2-15,4-1 1 16,-5 1 0-16,3 3-2 16,4 3 1-16,-3 0 0 0,2 0-1 15,2 0 1-15,-2 0-1 16,0 0 2-16,-2 0-2 15,-2 0 2-15,-2 0-1 16,-1 0 1-16,-2-7 2 16,-2-2 5-16,0-3 0 0,0-5 3 15,0-2-2-15,0 1-6 16,0-5-2-16,0 3 0 16,0 2-2-16,0 3-10 15,0 3-13-15,-2 4-46 16,0 3-108-16</inkml:trace>
  <inkml:trace contextRef="#ctx0" brushRef="#br0" timeOffset="-162849.37">15747 5791 203 0,'0'0'-3'0,"0"0"3"0,0 0 0 0,36 56 1 16,-24-33-2-16,-7 2-73 15</inkml:trace>
  <inkml:trace contextRef="#ctx0" brushRef="#br0" timeOffset="-162280.62">15576 6277 178 0,'0'0'7'16,"0"0"17"-16,0 0 9 15,0 0-10-15,0 0-9 16,0 0-15-16,0 0-6 0,0 0 7 16,-21 29 0-16,26-8-1 15,2 0 1-15,2 2 0 16,-3-5 0-16,2-4-1 16,1-1 0-16,-2-7 0 0,1-2-1 15,-3-4-1-15,1 0-2 16,0-1 4-16,1-8 1 15,0-4 2-15,-2 1-2 16,4 2 3-16,-4 0 0 16,1 4-3-16,-3 2 0 0,1 3-2 15,2 0-1-15,1 1 2 16,0 0-1-16,2-2 2 16,-2-1 0-16,4-3-1 15,-6-1 0-15,0-3 1 16,0-3 4-16,-3-2 2 15,-1-2 0-15,-1-1 3 0,0 0 1 16,0 1-6-16,0 0-3 16,-1 0-1-16,-1 7-6 15,0 4-16-15,-1 2-29 16,1 4-62-16</inkml:trace>
  <inkml:trace contextRef="#ctx0" brushRef="#br0" timeOffset="-162041.79">15791 6272 160 0,'0'0'22'0,"0"0"-8"0,0 0-1 0,38-25-6 0,-25 19-6 16,-1 4-1-16,-1 2-1 16,-2 0-3-16,-4 0-3 15,-1 1 7-15,0 2 0 16,-4 1 1-16,2-2 3 0,0-2-1 15,5 0-2-15,6-2-1 16,7-9 1-16,9-3-1 16,1-5 3-16,1-5-31 15</inkml:trace>
  <inkml:trace contextRef="#ctx0" brushRef="#br0" timeOffset="-161275.6">15755 7392 137 0,'0'0'3'0,"0"0"17"0,0 0 6 15,0 0-14-15,0 0-6 16,0 0 0-16,0 0-3 16,0 0-3-16,0 0-1 0,0 0 2 15,1-13-1-15,2 23 1 16,2 0 0-16,0 0-1 16,-1-3 0-16,2-1 0 15,-1-3 0-15,0-1 0 16,1-2 0-16,-1 0-2 15,3 0 1-15,-2 0 1 16,2-2-1-16,-1 1 3 0,2 1-2 16,4 0 0-16,1 0 1 15,3 0-1-15,1 0 0 16,2 0 0-16,-1 0 1 16,0-8-1-16,-3 0 0 15,-5-4 4-15,-3-2 6 0,0 0 6 16,-6-3 4-16,-2-1-1 15,0-1-6-15,-2-2-6 16,-7 2-3-16,0-4-3 16,1 6-2-16,1 1-1 0,-1 5-10 15,4 5-14-15,-2 4-26 16,4 2-74-16</inkml:trace>
  <inkml:trace contextRef="#ctx0" brushRef="#br0" timeOffset="-160977.89">16028 7257 108 0,'0'0'15'0,"0"0"-6"0,0 0 1 0,40-36-1 16,-25 24-6-16,1-1-2 16,-3 5-1-16,1 3 0 0,-3 5 0 15,0 0-1-15,-3 3-2 16,-3 8 4-16,0 4 1 15,-4 2-1-15,-1 1 3 16,0 2-1-16,0-2 5 16,0 0 9-16,-1-1-1 0,1-2-6 15,0-2-1-15,0 0-5 16,1-2-1-16,9 0-1 16,-2 2 1-16,0 3-3 15,-1 1 0-15,-3 11-2 16,-4 4-18-16,-7 6-71 15</inkml:trace>
  <inkml:trace contextRef="#ctx0" brushRef="#br0" timeOffset="-159666.76">17521 5044 39 0,'0'0'3'0,"0"0"2"0,0 0-2 16,0 0-2-16,0 0-2 15,0 0 1-15,0 0 1 16,0 0-1-16,0 0 0 0,0 0 2 16,0 0 3-16,0 0-1 15,0 0 0-15,31-27-3 16,-31 27 1-16,0 0-2 15,2 0 2-15,-2 0-1 0,0 0 1 16,0 0 0 0,0 0 0-16,0 0 2 0,0 6-2 15,0 1-1-15,0 4-1 16,0 1 0-16,0 2 1 16,0 6-1-16,0 4 0 15,0 4 0-15,0 7 1 0,0 4 2 16,0 7-1-16,0 1 1 15,0 1-1-15,0 3 0 16,0-3-2-16,2-1 1 16,3 0 0-16,4-3-1 15,-4 3 1-15,1 0 0 0,-1-3 0 16,-1 3 2-16,0-3-1 16,1 0 1-16,-2-3 0 15,3 6-1-15,-2 0 1 16,-1 1-2-16,3 0 0 15,-2 1 0-15,2-4-1 0,2-1 1 16,-3-6-1-16,3-2 0 16,-1-3 0-16,0-2 0 15,-3-3 1-15,-1 1-1 16,-1-1 1-16,0 0 2 0,-2-1 0 16,0 2 1-16,0-1-2 15,0 1-1-15,0-2 0 16,0-2 0-16,0-2-1 15,0 0 1-15,0-2 1 16,0-1-2-16,0 0 0 16,0-3-2-16,2-2 2 0,-2-6-14 15,0-5-23-15</inkml:trace>
  <inkml:trace contextRef="#ctx0" brushRef="#br0" timeOffset="-156225.27">16973 5247 79 0,'0'-4'17'0,"0"-1"-11"0,0-1 4 0,0 1-3 15,0 1-5-15,0-2-1 16,0 1 1-16,0-1 1 0,0 2 0 15,0-2 4-15,0 1-2 16,0-4 2-16,0 2-5 16,0-5-2-16,0 1 1 15,0-6-1-15,0 2 1 16,4-3-1-16,1-3 0 16,0-1 0-16,1-1 0 0,-1-3 0 15,1 1 0-15,3-5 1 16,2 0-1-16,2-3 1 15,4-1-1-15,3 0 0 16,0 0 0-16,3 0 0 16,-2 1 0-16,0-1 2 15,1 4-2-15,-3-1 0 0,0 1 0 16,1 1 2-16,-2 0-1 16,2 3 1-16,1 1-1 15,0 2 1-15,-2 2-1 16,-1 1 0-16,1 4 0 0,-3 2 1 15,-3 1-2-15,1 2 1 16,-3 3 1-16,-1-1 0 16,1 1 0-16,-1 3 0 15,-3 0-1-15,1 0-1 16,-4 4 2-16,-1-2-2 0,0 3-2 16,-3 0 0-16,0 0-6 15,0 0-13-15,0 0-12 16,0 0 3-16,-6 3-56 15</inkml:trace>
  <inkml:trace contextRef="#ctx0" brushRef="#br0" timeOffset="-155919.55">17439 4209 104 0,'0'0'9'0,"0"0"0"0,0 0-10 0,0 0 2 16,0 0 1-16,0 0-1 15,0 0 1-15,37 16 3 16,-24-9 0-16,0 4 0 15,1 2 3-15,-3 5-5 0,1 4-3 16,-7 3 1-16,-3 6 0 16,-2 5-1-16,-2 5 2 15,-10-2-24-15</inkml:trace>
  <inkml:trace contextRef="#ctx0" brushRef="#br0" timeOffset="-154452.73">18507 3613 67 0,'0'0'17'0,"0"0"8"0,0 0-4 16,0 0-1-16,0 0-9 16,0 0 2-16,-36 0 0 15,30 0 1-15,3 0-4 0,-3 0-3 16,3-2 1-16,2 2-3 15,0-4-5-15,1 3 1 16,0-2-1-16,0-4-1 16,9 2-1-16,0-2 1 15,3 0-8-15,2 3 13 0,0-2-2 16,0 2-1-16,-2 4-1 16,-1 0 0-16,1 0-2 15,-5 7-1-15,3 4-3 16,0 2 6-16,-4 3 1 15,3-3-1-15,-1 1 0 0,3-3 1 16,-1-4-1-16,-2 0 1 16,3-3-1-16,-1-3 1 15,-1-1 1-15,0 0-1 16,0 0-2-16,0-6 4 16,-1-4-2-16,2 0 0 0,-5-1 1 15,1-2-2-15,-2 0 1 16,-2 0-1-16,-1 0 2 15,-1 2-2-15,0 4 0 16,0 0-3-16,0 3 6 0,0 1-2 16,0 2-1-16,0 1 0 15,0 0-8-15,0 5 6 16,0 5 2-16,1 4-1 16,5 2 1-16,1 1 0 15,1 4 1-15,3-1-1 0,-1 0 0 16,1 0 0-16,-1-1 0 15,-1 0 0-15,-2 1 0 16,-4-3 0-16,-2 2 0 16,-1-1 0-16,0-1 0 15,-10 0-1-15,-2-1 2 16,-3-2 3-16,-3-1-1 0,1-2-1 16,-2-3 4-16,2-1-4 15,-3-2 1-15,1-1-2 16,1-2 0-16,0 2-1 15,3-2-1-15,1-2-18 16,5-2-77-16</inkml:trace>
  <inkml:trace contextRef="#ctx0" brushRef="#br0" timeOffset="-154161.6">19126 3519 213 0,'0'0'5'15,"0"0"-2"-15,0 0 0 0,0 0 2 0,0 0 0 16,45-10-2-16,-28 9-2 0,3-1-1 16,2 2 0-16,1 0-6 15,-1 0-46-15,-5 0-74 16</inkml:trace>
  <inkml:trace contextRef="#ctx0" brushRef="#br0" timeOffset="-154011.44">19187 3725 224 0,'0'0'7'0,"0"0"-10"15,0 0-4-15,0 0 2 16,52-13 11-16,-23 0-10 16,1-4-68-16</inkml:trace>
  <inkml:trace contextRef="#ctx0" brushRef="#br0" timeOffset="-153392.19">19707 3374 49 0,'0'0'10'0,"0"0"6"0,0 0-5 16,-4 39-2-16,3-25-2 16,1 0 2-16,0 1-3 15,0 0-1-15,0-2-2 16,1-2-1-16,4 0 1 0,0-4 2 15,2-1 0-15,4-2 3 16,-2-4 2-16,2 0 2 16,1 0-2-16,1 0-2 15,0-7-1-15,-2-3-2 16,0-3-2-16,-4 2 2 16,0 2-2-16,-4 2 0 0,-1 2 2 15,0 1 4-15,-2 3-3 16,2 1-6-16,0 0-3 15,2 0-2-15,0 5 1 16,4 2 5-16,0 0 0 16,1 3 0-16,3-3-1 0,-1 0 0 15,0-3 1-15,1-1-1 16,1-3 1-16,1 0 3 16,-1-3-1-16,1-5 2 15,-2-5 4-15,-1 0 1 16,-1-2 0-16,-3-4 0 15,-1 1 1-15,-2-1-6 0,-4 1-2 16,0 4-2-16,0 1-1 16,0 6 4-16,-8 5-3 15,-1 2-7-15,-3 2-19 0,0 11-21 16,0 2-17 0,2-1-16-16</inkml:trace>
  <inkml:trace contextRef="#ctx0" brushRef="#br0" timeOffset="-153035.24">20159 3480 95 0,'0'0'1'0,"0"0"0"0,0 0 1 0,0 0 1 0,0 0 5 16,0 0 1-16,2 45-3 15,-2-33-4-15,0 1-1 16,8-2 1-16,1-3 1 16,3-1-1-16,0-3 1 15,0-4 4-15,2 0 1 0,-1 0 11 16,-1-4 1-16,0-6 1 16,-3-3 2-16,0-1-6 15,-4-2-2-15,-3 1 1 16,-2-1-3-16,0 0-7 15,-7 3-3-15,-5 1 0 16,-2 5-5-16,-3 4-1 0,0 3-2 16,-1 0-9-16,1 5-21 15,1 4-25-15,5-3-48 16</inkml:trace>
  <inkml:trace contextRef="#ctx0" brushRef="#br0" timeOffset="-152452.67">20422 3290 198 0,'0'0'5'0,"0"0"9"16,22-35 0-16,-13 23-10 15,2 4-2-15,-1 1-1 0,2 1 1 16,0 3 0-16,-1 1-1 16,0 2 0-16,2 0-1 15,-2 0-1-15,1 8 0 16,-1 3 0-16,-4 4-2 16,1 0 2-16,-2 3 0 0,-3-2 2 15,0 3-1-15,-3-4 0 16,0-1-1-16,-2-1 0 15,-3-3 2-15,0-3 0 16,0-1-1-16,2-5 2 16,2 1 0-16,1-2 0 15,0 0 3-15,0-6 3 0,2-5-8 16,3-4 2-16,3-3-1 16,0-2 1-16,-1-1-1 15,1 2-1-15,2 0 0 16,-5 4 0-16,1 0 0 15,-2 6 0-15,-2 2 0 0,-1 4 2 16,-1 2-2-16,1 1 0 16,-1 0-6-16,1 3 4 15,0 7 1-15,0 1 1 16,3 3 0-16,1 3 0 16,0-2 1-16,1 0-1 0,3-1 1 15,4 0-1-15,1-1 1 16,6-1-3-16,-2-1-10 15,4-2-27-15,-1-4-38 16,3-3-47-16</inkml:trace>
  <inkml:trace contextRef="#ctx0" brushRef="#br0" timeOffset="-152154.45">20902 3357 103 0,'0'0'43'0,"0"0"-2"0,0 0-25 0,0 0-6 0,0 0-8 16,0 0-2-16,0 0 0 15,0 0 1-15,0 0 0 16,0 0 0-16,-23 23-2 16,23-15 2-16,0 0-1 15,7-3 0-15,5 1 0 16,-2-5 1-16,2-1 6 0,1 0-2 16,-1-1 2-16,0-8 2 15,-2 1 1-15,-5-2 5 16,-1-3 4-16,-4 0-6 15,0 0-2-15,0 0-7 0,-9 2-2 16,-5 3-3-16,-3 4-3 16,-3 2-6-16,0 2-6 15,0 4-13-15,2 5-19 16,5-5-63-16</inkml:trace>
  <inkml:trace contextRef="#ctx0" brushRef="#br0" timeOffset="-151841.56">21299 3201 224 0,'0'0'-3'0,"0"0"4"0,0 0-1 0,0 0 3 0,42-5 3 0,-28 0 0 16,3-1-2-16,5-1-1 0,2-1 0 16,1 0-2-16,6-1-1 15,-2 1 0-15,0 0-1 16,-2-2-11-16,-6 1-57 15,-5 1-97-15</inkml:trace>
  <inkml:trace contextRef="#ctx0" brushRef="#br0" timeOffset="-151591.57">21490 3049 231 0,'0'0'9'15,"0"0"-1"-15,0 0-8 16,0 0-5-16,0 0 3 16,0 0 2-16,0 0 1 15,-14 47-1-15,14-29 0 16,0 5-1-16,0-5 1 0,2 2 0 16,4-3 0-16,1-3 0 15,1 1-2-15,5-4-2 16,1-1-22-16,4-4-39 15,2-5-76-15</inkml:trace>
  <inkml:trace contextRef="#ctx0" brushRef="#br0" timeOffset="-151043.03">21861 2971 192 0,'0'0'4'16,"0"0"18"-16,0 0 1 15,0 0-14-15,0 0-3 16,0 0-5-16,0 0-3 0,0 0-3 16,-4-10 6-16,0 20-1 15,0 4 0-15,3 0 0 16,-2-1 0-16,3 0 1 15,0-2-1-15,0-1 0 16,3-3 0-16,2 0 0 0,5-3 0 16,-2-1-1-16,4-3 2 15,0 0 2-15,-1 0 0 16,3-1 0-16,-3-5 0 16,0 1-3-16,-3 0 1 15,-1 1-1-15,-4 1 1 0,1 2-1 16,-1-1 0-16,3 2 0 15,-2 0-1-15,3 0 1 16,0 0 0-16,4 3 0 16,0-1 0-16,0-1 0 15,2-1 0-15,0 0 0 0,2 0 1 16,0-2 0-16,-1-6 4 16,-1-2 6-16,-3-3 1 15,1-1 0-15,-3-3-1 16,-3 1 1-16,-3-2-8 15,-2 3-1-15,0 1-4 0,-4 3 0 16,-7 4-2-16,-4 6-11 16,-1 1-30-16,1 0-13 15,2 0-35-15</inkml:trace>
  <inkml:trace contextRef="#ctx0" brushRef="#br0" timeOffset="-150872.59">22250 2971 101 0,'0'0'141'0,"0"0"-140"0,0 0 1 0,41 28 2 0,-29-14-3 16,3 3-1-16,0 2 1 16,0 2-2-16,0 0-18 15,1-8-64-15</inkml:trace>
  <inkml:trace contextRef="#ctx0" brushRef="#br0" timeOffset="-150317.76">22619 2894 215 0,'0'0'-4'16,"0"0"16"-16,0 0 5 0,-7-41-7 15,7 32-9-15,8 0 2 16,2 1-1-16,0 1-1 16,5 0 0-16,-1 4 0 15,3 2-1-15,-1 1 2 16,1 0-2-16,-3 3 0 0,0 5-2 15,-4 2 0-15,-3 3-1 16,-3-3-1-16,-2 1 3 16,-2-1 0-16,0-1 0 15,0-3 1-15,-2-1 1 0,-4-1-2 16,3-4 2-16,1 0 0 16,2 0 2-16,0 0 2 15,0-4-1-15,0-5-4 16,1-2-3-16,5-3 4 15,2-2 1-15,-2-2-1 16,0 1 1-16,-1 1-2 16,-2 3 0-16,0 2 0 0,-3 4 4 15,0 1 5-15,0 5-1 16,0 1-5-16,0 0-6 16,0 4-2-16,2 7 5 15,0 4 0-15,5 2-1 16,1 1 1-16,3 2 0 0,4-1-1 15,-2-1-10-15,1-4-20 16,-1-4-47-16,0-1-45 16</inkml:trace>
  <inkml:trace contextRef="#ctx0" brushRef="#br0" timeOffset="-150141.29">23020 2887 148 0,'0'0'10'0,"0"0"28"0,0 0-33 0,0 0-5 0,0 0 0 16,0 0-1-16,0 0 4 16,0 0 0-16,34 51-3 15,-27-30 2-15,2 1-2 16,-2-2-16-16,3-3-36 0,2-7-47 16</inkml:trace>
  <inkml:trace contextRef="#ctx0" brushRef="#br0" timeOffset="-149818.95">23222 2749 103 0,'0'0'153'16,"0"0"-151"-16,45-14-1 0,-25 4 4 16,3 4-5-16,2-3 1 15,1 0 0-15,1 3 0 16,-1-1 0-16,0 1-1 15,1 2-1-15,-3 1-5 16,-2 1-51-16,-9-3-44 16</inkml:trace>
  <inkml:trace contextRef="#ctx0" brushRef="#br0" timeOffset="-149643">23430 2651 198 0,'0'0'7'0,"0"0"-1"16,0 0-5-16,0 0-1 16,0 0 1-16,-27 41-2 15,27-25 1-15,0 1 0 0,0 1-3 16,0-3-31-16,4-7-40 16</inkml:trace>
  <inkml:trace contextRef="#ctx0" brushRef="#br0" timeOffset="-149486.04">23713 2641 281 0,'0'0'1'16,"0"0"-1"-16,0 0 0 15,46-20-3-15,-31 13-52 0,2-1-95 16</inkml:trace>
  <inkml:trace contextRef="#ctx0" brushRef="#br0" timeOffset="-149342.55">24022 2563 282 0,'0'0'8'15,"0"0"-5"-15,0 0-4 16,0 0-29-16,0 0-70 15,0 0-10-15</inkml:trace>
  <inkml:trace contextRef="#ctx0" brushRef="#br0" timeOffset="-148773.56">24083 2401 157 0,'0'0'-5'16,"0"0"2"-16,0 0 3 15,0 0 0-15,-5 44 1 16,5-27 0-16,0-2-1 15,0 0 1-15,3-1-2 0,7-1 2 16,-1-2 0-16,1-2 1 16,2-3 0-16,2-2-1 15,1-1 3-15,2-3 1 16,3 0-4-16,-3-2 2 16,0-5-2-16,-4-4 1 0,-2 1-1 15,-1 0 0-15,-6 0-1 16,-2 1 0-16,-2 1 0 15,0 5 1-15,0 2 1 16,0 1-2-16,0 0-8 0,0 0-1 16,0 4 9-16,3 5-1 15,3-1 0-15,5-1 2 16,-2 2-1-16,2-4 0 16,3-1 4-16,-3-1 3 15,0-3 1-15,0 0 3 16,-4 0 10-16,1-2 7 0,-4-4 0 15,-1-4-12-15,1-1-3 16,-1-4-6-16,-1 1-3 16,-2 0-4-16,0 1 1 15,0 2-5-15,-6 4-15 16,-2 0-36-16,2 1-113 0</inkml:trace>
  <inkml:trace contextRef="#ctx0" brushRef="#br0" timeOffset="-148281.85">24380 2560 170 0,'0'0'1'0,"0"0"-2"0,0 0 6 0,36-21-4 0,-27 13 2 16,2 0 8-16,0 1-1 15,0 0-5-15,3 3-2 16,-1 1-2-16,2 0-1 16,-3 3 0-16,-1 0-1 15,0 4 1-15,-2 5-2 0,-4 2-1 16,0 3-1-16,1 1 3 16,-5-1 3-16,0-3-1 15,-1 2-1-15,0-2 0 16,0-2-1-16,0-5 1 15,0 2 0-15,0-3 1 0,-1-2-1 16,1-1 1-16,0 0 7 16,0-4-3-16,0-6-3 15,2-1 2-15,8-2 0 16,-4 0-3-16,5 0 4 16,-1 2-5-16,-3 1 1 15,1 4 2-15,-2 3-1 0,2 1 0 16,-3 2 0-16,3 0-2 15,-1 0 0-15,1 4 0 16,0 3 0-16,1 3 0 16,0 0-1-16,-4 1-2 15,-1-1-17-15,-2-1-34 16,0-2-14-16</inkml:trace>
  <inkml:trace contextRef="#ctx0" brushRef="#br0" timeOffset="-147785.36">24703 2282 162 0,'0'0'-4'0,"0"0"18"0,0 0 2 0,0 0-6 0,0 0-8 15,40-30-2-15,-32 30 0 16,-2 7-2-16,1 7 0 16,-2 0-3-16,-3 4 4 0,1 3 1 15,-1-1 0-15,0-2 1 16,-2-1-1-16,0-3 1 16,1-2-1-16,0-5 0 15,-1-3 0-15,1-1 1 16,-1-3-1-16,0 0 5 15,0 0 31-15,0-7-11 0,2-6-22 16,-1-2-3-16,2-4-4 16,1 0 0-16,-2-2-2 15,0 0-3-15,0 4 1 16,0 1 6-16,-1 5 2 0,4 2 2 16,-5 5-1-1,2 1 1-15,-2 3-1 0,0 0-5 16,0 2-4-16,0 5 6 15,0 3 0-15,0 5 2 16,2 0 2-16,2 2-4 16,3 1 2-16,0 2 2 0,3-3-9 15,3-1-52-15,0-4-30 16</inkml:trace>
  <inkml:trace contextRef="#ctx0" brushRef="#br0" timeOffset="-147221.16">24935 2430 125 0,'0'0'8'0,"0"0"9"0,0 0-9 0,0 0-5 0,0 0 1 16,0 0-3-16,37-27 0 15,-30 27-1-15,0 0-1 16,0 0 0-16,-3 4 1 15,-1 1-2-15,-1 1 0 16,-2 1-1-16,0 0 3 0,0-1 1 16,0 1-1-16,0-3 1 15,0-1-1-15,-1 0 1 16,0-1-1-16,1-2 0 16,0 0 4-16,0 0-1 15,5 0 3-15,4-2-6 0,4-4-1 16,0 2-7-16,3-3 1 15,-2 2 6-15,1 0 1 16,-2 2 1-16,2-1 0 16,-3 3 3-16,1 1 0 15,0 0-1-15,-2 0-2 0,-3 1-1 16,1 6-1-16,-3 3-1 16,0 0-1-16,-5 0 3 15,-1 1 0-15,0-2 0 16,0 1 0-16,0-3 1 15,-1 0 0-15,-2-3 0 0,2-1 2 16,0 0-2-16,0-3 2 16,1 0 20-16,0 0 23 15,0-3-10-15,0-4-30 16,0-3-2-16,6-1-3 16,2-1 0-16,2 0-1 15,-1 3-1-15,0 2 0 0,1 4-10 16,0 2-37-16,-6 1-57 15</inkml:trace>
  <inkml:trace contextRef="#ctx0" brushRef="#br0" timeOffset="-145496">19494 4307 102 0,'-2'0'2'0,"1"0"0"0,1 0-1 0,0 0-2 16,0 0-1-16,0 0 2 16,0 0 0-16,0 0 0 15,0 0 2-15,0 0-1 16,0 0 2-16,6 0 4 15,5 0 2-15,2 0-1 0,0-3-1 16,3-2 0-16,0-1-2 16,3-1 7-16,2 0 1 15,-6 1-7-15,2-1-4 16,-1 4-1-16,0 0-1 0,-3 2 0 16,0 1-3-16,-3 0-32 15,-3 0-18-15</inkml:trace>
  <inkml:trace contextRef="#ctx0" brushRef="#br0" timeOffset="-145239.64">19548 4486 103 0,'0'0'26'0,"0"0"-11"16,0 0-15-16,0 0 5 16,0 0 6-16,0 0 1 15,39-15-8-15,-22 8-2 16,-2 4-1-16,0-2-1 0,0 4 0 16,2 1-4-16,-2 0-24 15,2 0-16-15,-2 0-33 16</inkml:trace>
  <inkml:trace contextRef="#ctx0" brushRef="#br0" timeOffset="-141946.73">20159 4155 79 0,'0'-3'27'0,"0"0"-7"0,0 0-7 0,0 2 1 0,0-1 4 16,0 0-3-16,0 2-3 15,0-1 1-15,0-1-6 16,0 2 0-16,0 0-4 0,0 0-3 15,0 0-2-15,0 4 2 16,0 6-1-16,0-1 2 16,0 4-2-16,0-2 2 15,2 3-1-15,0 0-1 16,2 1 2-16,-4-1-1 0,2-1 1 16,0 0-2-16,0-1 2 15,0-1-1 1,1-2 0-16,1 2 0 0,-1-3 0 15,0 0 0-15,1-4 0 16,0 1 0-16,-1 0 0 16,-1-3 0-16,0 0 0 15,0-1 0-15,0 1 0 0,0-2 0 16,-2 0 0-16,2 0 1 16,-1 0 2-16,1-4 0 15,1-3-2-15,-1 1 0 16,2-4 0-16,-2 2-1 0,-2-5 1 15,2 3-1-15,0 0 0 16,0-1 0-16,1 1 0 16,1 0 1-16,-1 3-1 15,2-3 0-15,-1 4-1 0,1-1 1 16,-1 2 2-16,2 2-1 16,-3-1-1-16,0 3 1 15,0 1-2-15,4 0 0 16,-4 0 0-16,1 0-1 15,0 6-3-15,1 3 2 16,1 2 2-16,2 0 1 0,0 2 0 16,1 0 0-1,3-2 0-15,0 0 0 0,0-2 0 16,1-3-1-16,-4-1 0 16,0-3 1-16,0-1 0 15,-2-1 0-15,-1 0 0 0,-2-1 2 16,0-9 6-16,2 0 0 15,-5-1 3-15,2-5-4 16,-1-1-1-16,-1 0-2 16,-1-2 0-16,0 1 2 15,0 0 0-15,-1-1-1 0,-4 3-1 16,1 2-2-16,-3 0 2 16,3 4-3-16,-1 2-1 15,1 3-1-15,1 1 1 16,0 1-2-16,3 3-2 15,-4 0-4-15,2 0-31 16,1 7-13-16,-1 0-18 0</inkml:trace>
  <inkml:trace contextRef="#ctx0" brushRef="#br0" timeOffset="-141221.12">20561 4232 66 0,'0'0'31'0,"0"0"-7"0,0 0-13 16,0 0 1-16,0 0 3 16,0 0-1-16,0 0-7 0,0 0-4 15,0 0-6-15,-2 0-3 16,1 7 5-16,0 0 0 16,-2 3 1-16,-2 2 0 15,2 0-1-15,0-2 2 16,0 0 0-16,0 1 0 0,2-3-1 15,0 0 1-15,1-1-1 16,0 0 0-16,0 0 1 16,1-1-1-16,5 0 1 15,-1-2-1-15,4 0 0 16,-2-1 0-16,2 0 1 16,2-3 0-16,2 0 0 15,-2 0-1-15,1 0 3 0,-2 0-1 16,0-3 4-16,-1-4 5 15,-2 1 11-15,-3-4 2 16,0 1-7-16,-1-3-5 16,-3-2-4-16,0-3-2 0,0 3-2 15,-1-1-2-15,-7 1 0 16,-1 0-2-16,-1 6-1 16,-1 2-2-16,-2 3 0 15,0 3-4-15,-1 0-7 16,-1 10-9-16,0 1-24 0,1-1-33 15</inkml:trace>
  <inkml:trace contextRef="#ctx0" brushRef="#br0" timeOffset="-140466.46">20794 4046 104 0,'0'0'45'0,"0"0"-33"0,0 0 7 15,0 0-9-15,0 0-2 0,0 0-6 16,0 0-2-16,0 0 1 15,26-37-1-15,-15 34 1 16,0 0 0-16,0 3 1 16,0 0-2-16,-1 0 0 15,0 3 0-15,-1 4-1 0,-1 4 0 16,-2 2 0-16,0 0 1 16,-3 1-1-16,0 0 1 15,-1 1-1-15,-2-1 0 16,0 0 0-16,0-1-2 15,0-2 1-15,-1-2 1 0,-2-2 1 16,1-4 0-16,1 1 1 16,0-4 1-16,1 0 1 15,-2 0 2-15,2 0 3 16,0-6-3-16,0-1-3 16,0-4 1-16,0-2-2 15,0 0 0-15,0-2 0 16,0-2-1-16,3-2 0 0,1 2 0 15,-1 1 0-15,3-2-1 16,-3 4 1-16,0 1 0 16,0 3 1-16,1-1-1 15,-3 2 0-15,2 5 0 0,-1-2 0 16,-1 2 0-16,-1 1 0 16,1 3 0-16,-1 0 1 15,0 0-2-15,0 0-1 16,0 0-5-16,0 6 5 15,0 3 2-15,1 2 0 0,1 3 0 16,0-3 1-16,2 2-1 16,0 0 0-16,0 2 0 15,0-6 2-15,2 4-2 16,1-2 0-16,0-1 1 0,1 2-1 16,2-1 1-16,0 1 0 15,0 0-1-15,3 1 0 16,0-5-20-16,0 0-46 15,1-4-67-15</inkml:trace>
  <inkml:trace contextRef="#ctx0" brushRef="#br0" timeOffset="-140096.88">21180 4131 107 0,'0'0'1'0,"0"0"2"0,0 0-4 15,0 0 2-15,0 0-3 16,0 0 5-16,0 0 1 16,-36 33-1-16,31-16-2 15,2-3 1-15,3 3-1 16,0 0 0-16,0-4-1 16,6-2 2-16,1-1-1 0,3-4 5 15,1-2-1-15,1-4 2 16,2 0 19-16,3 0-8 15,-4-7-1-15,-1-3-2 16,-1-1-1-16,-3-2 2 16,-2 0 1-16,-4-1 1 0,-2-2-3 15,0 2-6-15,0-2 0 16,-6 2-6-16,-5 3-2 16,-3 1-3-16,-2 4 1 15,-3 5-1-15,-1 1-5 16,0 1-5-16,5 8-34 0,-2-5-45 15</inkml:trace>
  <inkml:trace contextRef="#ctx0" brushRef="#br0" timeOffset="-139554.81">21595 3945 92 0,'0'0'4'0,"0"0"9"0,0 0 7 16,0 0-3-16,0 0-9 0,0 0 1 15,0 0 12 1,0 0 0-16,0 0-9 0,0 0-4 16,0 0-4-16,41-16 2 15,-29 11-3-15,4-1 1 16,0 0 1-16,3-1-1 16,4 1-1-16,-2 0-1 15,3 1-2-15,-1-2 0 0,-1 3 1 16,0-2-1-16,-4 4 0 15,-2 0-1-15,-2-1-1 16,-2 0-11-16,-2 3-10 16,-4-4-38-16,-4 0-27 0</inkml:trace>
  <inkml:trace contextRef="#ctx0" brushRef="#br0" timeOffset="-139241.87">21725 3789 114 0,'0'0'21'0,"0"0"-6"15,0 0-15-15,0 0 4 16,0 0 2-16,0 0-1 16,0 0-3-16,18 47 3 15,-16-30-1-15,2 3-1 0,-2 1 0 16,2-1-1-16,1 1 0 16,2-4 0-16,2-1-2 15,-1-5-17-15,4-6-95 16</inkml:trace>
  <inkml:trace contextRef="#ctx0" brushRef="#br0" timeOffset="-138059.5">22525 3546 83 0,'0'0'13'0,"0"0"-6"0,0 0 3 16,0 0-6-16,0 0-2 0,0 0 0 16,0 0 4-16,0 0-3 15,0 0 4-15,11 6 6 16,-19-1-3-16,0 1-7 15,-3 1 0-15,-2 1-1 16,-1 1 2-16,-4-2-1 0,0 3-3 16,-2-1 8-16,0-1-7 15,-2 2 1-15,-1 0 0 16,2 0-1-16,-1 1 0 16,2-2 0-16,4 1 0 15,2-2-1-15,5 1 1 0,0-2-1 16,4 0 2-16,1-3-2 15,3 3 0-15,1-4-3 16,0 2 2-16,2-1-1 16,8-3 3-16,1 2-1 15,3-3 1-15,2 0 1 16,2 0 4-16,1 0-4 0,-2 0 1 16,0 0 1-16,-1 0-1 15,1 0-1-15,0-2-2 16,-3 2 1-16,1 0 0 15,-2 0-2-15,1 0 2 0,-1 0-1 16,-2 0 0-16,-2 2 0 16,0 0 0-16,-1 2 0 15,-2-3 0-15,-2 3 0 16,0-1 0-16,-2 2-1 16,-2-1 0-16,0 0 1 15,0 2 0-15,0 1 1 0,-2 1 0 16,-5 0 1-16,0 0-2 15,-3 3 2-15,0 1-2 16,-1-1 2-16,2 1-1 16,-2 0-1-16,0 1 0 0,4-2 1 15,-3 2-1-15,0 0 0 16,5-3 0-16,-3 3 1 16,3-2-1-16,0 0 0 15,1-1 0-15,-1 3 1 16,3-4-2-16,-3 1 2 0,3-2-1 15,1 0 1-15,1-2-1 16,0 1-1-16,0-2 0 16,0-1 1-16,2-3 0 15,6 2 1-15,-2-3 0 16,3 0 4-16,3 0 1 16,2 0-3-16,0 0 1 0,4-1-1 15,1-3-1-15,1-1-2 16,3 2 1-16,-3-2 0 15,4-1 0-15,-3 3 0 16,2-1 1-16,-4 0 2 16,2-1 1-16,-2 3-2 0,-1 0 2 15,-2-1 0-15,-3 2-2 16,-2-2-1-16,-1 3 1 16,-2-1 2-16,-2 0-2 15,-1 0 1-15,0 1 1 0,-1 0-3 16,-1 0-2-16,1 0 0 15,-1 0 0-15,-1 3-5 16,-1 4-1-16,-1-4-28 16,0-3-74-16</inkml:trace>
  <inkml:trace contextRef="#ctx0" brushRef="#br0" timeOffset="-137044.81">23003 3654 119 0,'0'-3'4'0,"0"2"22"0,1-1-7 16,-1 0 2-16,0 2-6 15,0-1-4-15,0 1-5 16,0 0-6-16,0 0-3 16,0 1 2-16,2 6 1 15,0 1 0-15,-1 1 0 0,2 2 0 16,-1 0 0-16,3 2 0 15,-2-2 0-15,1 2 0 16,2 0 0-16,-2 1 0 16,3-1 0-16,0 0 0 15,2-2 0-15,-2 2 0 0,4-3 0 16,-1-2 0-16,-2-1 0 16,1 0 1-16,0-2-1 15,-5-3-1-15,0 1 3 16,1-3-2-16,-2 0 5 15,1 0 14-15,0-4 0 0,2-3-13 16,-1-6-4-16,2 2-1 16,-2-2 0-16,1 0 1 15,0-1-2-15,0 3 0 16,-1 0 0-16,-2 2 0 16,1-1 0-16,-1 3 0 15,-1 3 2-15,0 1-2 0,-1 1 0 16,0-2 1-16,0 4-2 15,0 0 1-15,2 0-2 16,-1 0-3-16,1 2 0 16,0 5 3-16,1 1 1 0,2 2 1 15,1 1-2-15,2 1 2 16,1-1-1-16,0 0 0 16,3 0 1-16,-2-3 0 15,2 0 0-15,0-2 0 16,0-2 0-16,3-1 0 15,-4 0 1-15,2-3 0 16,-1 0 2-16,-6 0 0 0,2 0 2 16,-4-6 8-16,1-2 9 15,-3-2-6-15,-2-3-2 16,-1-4-1-16,0 2-2 16,0-4-5-16,0 1-2 0,-2-1-3 15,-2 1 1-15,-1 0 0 16,0 2-4-16,-1 0 1 15,0 3-2-15,1 5-5 16,-3 0-8-16,1 3-11 16,-2 5-20-16,1-4-23 15,1 2-103-15</inkml:trace>
  <inkml:trace contextRef="#ctx0" brushRef="#br0" timeOffset="-136614">23436 3330 95 0,'0'0'0'0,"0"0"2"0,0 0 1 16,0 0 0-16,0 0 3 16,0 0-1-16,0 0-4 15,37-13 1-15,-32 21 2 0,1 3-1 16,-1 3 0-16,-1 3-2 15,2 1-1-15,-3 2 1 16,1 0-1-16,-1-3 1 16,2-1 1-16,-1-5-1 15,-2 0 0-15,0-3-1 16,2-1 1-16,-3-3 0 0,1 0 0 16,-2-2-1-16,0-1 0 15,0-1-13-15,0 0-2 16</inkml:trace>
  <inkml:trace contextRef="#ctx0" brushRef="#br0" timeOffset="-136322.29">23278 3338 104 0,'0'0'6'16,"0"0"10"-16,0 0-3 15,0 0 5-15,0 0 12 0,49-38 1 16,-29 28-10-16,-1 0 2 16,5 0-4-16,-2-2-3 15,1 0-4-15,-1 4-5 16,1 0-5-16,-3 3-1 15,0 2-2-15,-4 3-2 0,-3 0-24 16,-2 0-53-16</inkml:trace>
  <inkml:trace contextRef="#ctx0" brushRef="#br0" timeOffset="-135546.94">23729 3519 73 0,'0'0'9'0,"0"0"-1"0,0 0-1 16,0 0-2-16,0 0-4 0,0 0 0 16,0 0 1-16,0 0-1 15,0 0 2-15,0 0 1 16,0 0 5-16,34 15 3 15,-27-12-6-15,1 3 1 16,2 0-2-16,1-1 0 0,2 2-2 16,3-2 2-16,-1-1 7 15,3 3 5-15,1 0-11 16,-1-2-4-16,0 2 0 16,-1-2 1-16,-1 1-1 15,-2-2-1-15,0 1 2 0,-3-3 0 16,-1 1 2-16,1 0-4 15,-4 1 0-15,-1-1 0 16,-1 0-1-16,-3 0-8 16,-1 0-32-16,-1-2-13 15,0-1 1-15</inkml:trace>
  <inkml:trace contextRef="#ctx0" brushRef="#br0" timeOffset="-135033.81">23944 3403 3 0,'0'0'97'0,"0"0"-88"0,0 0-7 15,0 0 0-15,0 0 1 16,0 0 2-16,0 0-5 0,0 0 1 15,0 0 10-15,0 0 1 16,-15 14-7-16,10-6 0 16,-3 4-2-16,0 0-1 15,0 5 0-15,1-1-2 16,-2 3 1-16,-1 1 1 16,0 1-2-16,1 0 1 0,-1-3 1 15,0 1 0-15,3-2 0 16,-2-3 0-16,2 0 0 15,2-1-1-15,0-3 1 16,1 1-1-16,0-2 2 16,1 1-2-16,0-1 0 0,-1 0-1 15,2-1 0-15,0-3-40 16</inkml:trace>
  <inkml:trace contextRef="#ctx0" brushRef="#br0" timeOffset="-134393.23">23721 3519 29 0,'0'0'70'0,"0"0"-52"0,0 0-1 16,0 0-1-16,0 0-3 15,0 0-6-15,0 0-5 16,0 0-2-16,0 0 0 0,0 0 0 16,0 0-1-16,13 0 1 15,-8 4 0-15,5 3 1 16,3 0-2-16,0 2 2 16,3-1-1-16,1 1 0 15,1-1 1-15,0-1 0 0,0-1-1 16,-2-1 1-16,0-1 1 15,1-1 0-15,-4 1-1 16,-2-1 1-16,0-2-1 16,-3 2-1-16,0 0 0 15,-4-2 0-15,-2 1-5 0,-2-1-24 16,0-1-17-16,0 0-48 16</inkml:trace>
  <inkml:trace contextRef="#ctx0" brushRef="#br0" timeOffset="-133973.66">23884 3395 20 0,'0'0'2'0,"0"0"1"0,0 0 0 16,0 0 4-16,-10 43 2 0,6-27-1 15,-4-1 2-15,3 1 1 16,-4-1-1-16,2 1-1 16,0 0 0-16,1-2-2 15,-2 1-1-15,2-2 2 16,-1 0-2-16,2-1 0 16,1 0-2-16,1 0-1 0,3-1 0 15,0 3 0-15,0-1-2 16,0-2 1-16,0-2-6 15</inkml:trace>
  <inkml:trace contextRef="#ctx0" brushRef="#br0" timeOffset="-132659.1">23101 4152 53 0,'1'0'9'0,"3"0"1"0,3 0-5 15,-3-4 0-15,3 2 1 16,0-1 0-16,4 1-1 16,0-2 2-16,1-2-1 0,5 2 1 15,-2-2 0-15,4-1-1 16,1 1-2-16,2 1-2 15,2-3 0-15,4 0 0 16,5 1 2-16,3-3 1 16,6 1-1-16,1 0 1 0,6-1 0 15,-2 0 1-15,2-3-1 16,-2 3 3-16,2 0 6 16,-5-3-6-16,-3 2-3 15,-1-2-3-15,-7 0 1 16,-3 2 2-16,-2-2 0 15,-5 2 0-15,-5 2-4 0,-2 2 1 16,-5 2-2-16,-2 2-2 16,-2 1-7-16,-3 2-27 15,-4 0-27-15,0 0-14 16</inkml:trace>
  <inkml:trace contextRef="#ctx0" brushRef="#br0" timeOffset="-132176.74">23182 4243 36 0,'0'0'12'0,"0"0"14"0,36-17-6 0,-18 10-6 16,-1 2-5-16,4-1-1 15,2 0-6-15,1-1-1 16,3 1 0-16,2-1 0 15,5 0 2-15,0-2-1 16,3 1 3-16,1-1 6 0,0 1 3 16,2 1-3-16,0-2 0 15,0 1 4-15,0 2-6 16,-4-2-4-16,1 1 0 16,-3 1-2-16,-1 0 4 15,-3-1-3-15,-1 0 0 0,-2 3-2 16,-2-1-2-16,-1 1 1 15,-5 0-2-15,-5 3-5 16,-3-1-18-16,-9 2-22 16,-2 0-9-16,-3 0-41 15</inkml:trace>
  <inkml:trace contextRef="#ctx0" brushRef="#br0" timeOffset="-131715.92">23122 4206 38 0,'0'0'12'0,"0"0"7"0,48-4-9 0,-25 0 2 0,2-2-3 16,4 0 1-16,4 1 0 15,0-2-1-15,6-1 0 16,4 1 1-16,2 0 3 15,2 0 1-15,1-1-3 0,2 2 1 16,-4-1-1-16,1 0-1 16,-6 1-1-16,1-1-1 15,-8 3-1-15,-7-2 1 16,-3 1-1-16,-6 0-1 16,-5 2-3-16,-5 0-1 15,-3 2-1-15,-2 0-1 0,-2 1 0 16,-1 0-8-16,0 0-36 15,-7-2-46-15</inkml:trace>
  <inkml:trace contextRef="#ctx0" brushRef="#br0" timeOffset="-130513.21">22311 4425 39 0,'0'0'17'0,"0"0"3"0,0 0-4 0,0 0-2 0,0 0-1 15,0 0-3-15,0 0 1 16,0 0-2-16,0 0 1 15,0 0 5-15,13 13-3 16,-11-13-3-16,0 0-3 16,0 0-2-16,-1 0 0 0,1 0 2 15,1 0 2-15,3-3-2 16,-3-3-3-16,1-2-1 16,-1-2 0-16,0 1-1 15,0-2-1-15,-1-1 1 16,-2 1-1-16,1 1-1 15,-1 0 1-15,0 2-2 0,0 2-2 16,0-1-2-16,0 4 0 16,0-1 4-16,0 3-2 15,0 1 3-15,0 0-1 16,0 0-3-16,0 1-2 0,-2 6 5 16,0 3 2-16,2 1 2 15,0 2-2-15,0 0 0 16,0-2 0-16,1 2 1 15,4-3-1-15,3-2 1 16,-1-1-1-16,0-1 2 16,0-3-1-16,3 0 1 0,-1 0-2 15,-2-3 1-15,2 0 1 16,2 0-5-16,-5-6-26 16,1-2-48-16</inkml:trace>
  <inkml:trace contextRef="#ctx0" brushRef="#br0" timeOffset="-130250.28">22308 4223 184 0,'0'0'7'0,"0"0"13"0,0 0-13 0,0 0-8 0,0 0 0 15,0 0 2-15,0 0-3 16,43-5-15-16,-32 5-16 16,2 0-2-16,-3 0-4 0,2 0-52 15</inkml:trace>
  <inkml:trace contextRef="#ctx0" brushRef="#br0" timeOffset="-130086.03">22422 4223 138 0,'0'0'1'0,"0"0"-2"15,0 0-1-15,0 0-35 0</inkml:trace>
  <inkml:trace contextRef="#ctx0" brushRef="#br0" timeOffset="-129871.51">22522 4367 179 0,'0'0'7'0,"0"0"-7"0,0 0-9 16,0 0 10-16,0 0 0 16,0 0-1-16,0 0-14 15,0 0-42-15</inkml:trace>
  <inkml:trace contextRef="#ctx0" brushRef="#br0" timeOffset="-129744.19">22694 4331 122 0,'0'0'-34'0</inkml:trace>
  <inkml:trace contextRef="#ctx0" brushRef="#br0" timeOffset="-125889.04">21105 3820 22 0,'1'0'60'0,"4"0"-59"0,-3-3 1 0,2-1 0 16,-2 2 2-16,-2-2 7 15,0 1 2-15,0 2-2 0,1-2-4 16,-1 3-5-16,0 0-1 16,0-1-1-16,0 1 1 15,0 0 0-15,0-3 0 16,0 3 7-16,0 0 6 16,0 0 1-16,0-3-4 0,0 3-3 15,0-3-5-15,0 0-1 16,0 0-1-16,0-1-1 15,0 0 0-15,0-2 1 16,-1 2-1-16,1-2 0 16,-2 2 2-16,-2-1 3 15,1 0 0-15,-2 2-3 0,-2 1-2 16,1 0-2-16,-6 0 0 16,-2 1-1-16,1 1 3 15,-4 0 1-15,2 0-3 16,-3 0 4-16,3 0-1 15,-1 0-1-15,1 0 2 0,0 0 0 16,2-1 1-16,-2 1-2 16,1-1 1-16,-2 1-2 15,-4 0 0-15,0 0-2 16,-4 0 4-16,1 0-1 16,1 0-1-16,0 0 0 0,3 0 1 15,-2 0 0-15,0-2-1 16,2 2 0-16,1 0 1 15,-1 0-2-15,1-1 2 16,-1 1-1-16,2 0 2 16,-2 0-1-16,-1 0 2 15,2 0-3-15,0 0 1 0,-2 0 1 16,-1 1-2-16,-1 6 0 16,-3 0 0-16,0 2 0 15,-2-1 0-15,0 2 0 16,1 1 0-16,0 1 0 15,1-1 0-15,1 1 0 0,3 0 0 16,1 0 1 0,2 1-2-16,-2-1 1 0,2 4 1 15,-4-5-1-15,2 2 0 16,-1 1 0-16,1 2 0 0,-1-1 0 16,0 1-1-16,1 4 1 15,3 0 0-15,0 0 0 16,4 0 1-16,1 0-1 15,2-2-1-15,5 2 2 16,3 0-1-16,0-2 0 16,-1 1 1-16,2 3-1 0,1 0 0 15,0 0 1-15,0 1 0 16,0-1-2-16,0-1 1 16,0 0 0-16,6-1-1 15,-1 0 1-15,3 1 1 0,0-1-1 16,1 0 0-16,1-1 0 15,-1 0 0-15,-1-2-1 16,2-1 0-16,-3-2 0 16,2 0 1-16,-2-2 0 15,1-1-2-15,0 2 2 16,2-2 0-16,0 2 2 0,2 1-2 16,0 0-2-16,1-2 1 15,-1 1 2-15,3-2-2 16,-1 0 1-16,1-4 0 15,-1-2 0-15,-1 2 1 16,0-3 1-16,3 0-1 16,-3 1 0-16,1-1 0 0,-1 0-1 15,3-1-2-15,-3 0 2 16,3-2 2-16,1 2 0 16,2 0-1-16,0 0-1 0,2 0 1 15,2 2-1-15,-1-1 0 16,0-1 0-16,3-1 0 15,1 0 1-15,0 0-1 16,2-1 0-16,0 0 0 16,-2 0 0-16,1-1 0 15,1 0 0-15,-3 0 0 0,0 0 0 16,0 0 0-16,-1 0 1 16,1 0-1-16,2 0 0 15,1 0 0-15,-1 0 0 16,0-2 1-16,0-2-1 15,2 0 0-15,-5-2 0 16,1 2 0-16,-1-2 1 0,-1 2-2 16,-5-3 1-16,0 0 1 15,-4 0-1-15,1-1 0 16,-3-1 3-16,2-1 1 16,2-3 3-16,0 0 0 15,2-1-5-15,0 0-2 16,2-2 1-16,-3-1-1 0,-1 3 0 15,-4-3 0-15,-2 3 1 16,-1-1-1-16,-3 1 1 16,-2 0-1-16,2 1 1 0,-4-1-1 15,0-1 2-15,0 1-2 16,1 0 0-16,2 0 0 16,-2 0 1-16,-1 0 0 15,2-1 0-15,0 0 0 16,-2-1 2-16,0 1 0 0,-1-2-2 15,-1 1 2-15,0-1-2 16,0 0-1-16,0 1 1 16,0-1-1-16,0 0 0 15,0 0-1-15,0 2 2 16,-2-1-1-16,1-1 0 16,-1 4 0-16,-2-2 3 0,1 3 1 15,0 2-2-15,2-1 1 16,-1 1-2-16,-3 2-1 15,4 0 1-15,0 0-1 16,0-2 1-16,0 1 0 16,1 1 1-16,0-1-1 0,0 1 0 15,0 1 0-15,0-2 0 16,0 2 0-16,0 0-1 16,0 0 2-16,0 1-2 15,0 1 1-15,2 0-1 16,-2 0 0-16,0 0 0 0,0 1 0 15,0 0 0-15,0 2 0 16,0-1 1-16,0 1 0 16,0 0-1-16,0-2 0 15,0 2 0-15,0-1 1 16,0 1-1-16,0-1 0 16,0 0 0-16,0 2 1 0,0-2-1 15,0 0 1-15,0 0-1 16,0-1 0-16,-2 1 0 15,1 0 0-15,0-1 1 16,0 1-1-16,1-1 0 0,-2 0 1 16,-2 0-2-16,2-1 2 15,-1 2-2-15,1-1 0 16,-2 1 1-16,0 0 0 16,1 2 2-16,1 0-1 15,1-1-2-15,-3 2 0 16,0 0-3-16,0 0 1 0,-1 0 0 15,-3 0-1-15,-1 0 1 16,1 0 0-16,-3 4-1 16,1-1 3-16,2-3-3 15,1 3 5-15,3-3-1 0,2 0 1 16,-1 0 1-16,3 0 0 16,0 0 1-16,0 0-2 15,0 0 1-15,-2 0-1 16,1-3 1-16,-1 0 0 15,1-1 0-15,-1 1 1 16,1-1 0-16,-1 1-3 0,0 2 0 16,0-1 0-16,0 2-3 15,-2 0-7-15,1 0-9 16,-7 3-12-16,0 0-12 16,1 0-58-16</inkml:trace>
  <inkml:trace contextRef="#ctx0" brushRef="#br0" timeOffset="-124106.69">20955 3885 38 0,'-6'0'9'0,"2"-4"6"0,0 0-2 0,1 1-6 16,-1-1 3-16,1 1 2 16,1 0 1-16,0 0 2 15,0-1-3-15,-2 3-2 0,3-1-3 16,-1 2-3-16,1-1-4 16,0 1 0-16,0 0 0 15,0 0-2-15,-2 0 2 16,-2 1-1-16,-1 5-1 15,-3 0 1-15,0 1 1 16,-1 1 0-16,-3 2 0 0,1-3 0 16,1 2 0-16,0 0 0 15,3 2 0-15,-1 0 0 16,3-1 0-16,-1 0 0 16,3 0 0-16,1 1 0 15,-1-1 1-15,1 3-1 0,1-2 0 16,-1 3 0-16,2-1 0 15,-1 0 0-15,-3 1 0 16,3 1 1-16,0-1-1 16,1 0 0-16,0 0 0 15,1 0 0-15,0 0 0 0,0 0 0 16,0 1 1-16,0-1-2 16,3-2 1-16,-1 2 0 15,2-1 0-15,0-1 0 16,-2-1 0-16,1 1-1 15,1 1 2-15,0-2-3 0,0 0 2 16,1 1 1-16,2-1-1 16,-2-1 0-16,1-1 0 15,-1 2 1-15,3-1-2 16,0-2 0-16,0 2 1 16,0-3 0-16,2 3 1 0,0-2 0 15,0 0-1-15,-2-1 1 16,2 2 0-16,-1-1-1 15,0-1-1-15,3 0 1 16,-2 0 3-16,3-2-3 16,3 0 5-16,-2 1-3 0,2-3 0 15,-1 0 0 1,2 0 0-16,2-2 0 0,-1-1 0 16,4 0 0-16,-1 0-1 15,1 0 0-15,1 0-1 0,-1 0 1 16,-1-1 0-1,-3-2 3-15,-1-2 3 0,-2 1 0 16,-1-3-1-16,-1 2 0 16,0-1 0-16,1-3-2 15,-3-1-1-15,2 2 1 16,-4-5-1-16,-1 2-1 16,-1-4 2-16,-1 0 4 0,-2-2-2 15,0-3 0-15,-2-3-5 16,-1-1 1-16,0-3-2 15,-1-3 0-15,0 2 1 16,0-2-1-16,-6 0-1 0,-4 0 1 16,-2 3 0-16,-1 2 0 15,-2 2 0-15,0 3 0 16,-5 3-1-16,0 4 0 16,-1 6-6-16,-1 3-3 15,-5 4-22-15,0 0-50 16</inkml:trace>
  <inkml:trace contextRef="#ctx0" brushRef="#br0" timeOffset="-122671.89">21018 5054 17 0,'-6'6'28'0,"1"-5"-7"0,1 1 3 16,-1-2-8-16,1 0 1 0,-1 0 0 15,2 0-6-15,-1 0-1 16,0-3 6-16,2-3 0 15,2 2-3-15,0-3-4 16,0-2-5-16,1 2-2 0,7-3-1 16,1 3-1-16,0-1-1 15,2 2-3-15,2 0 5 16,0 2-1-16,0 3-3 16,-1 1 4-16,-1 0-1 15,0 0-1-15,-2 3-1 16,0 6-7-16,-3-1-4 15,0 3 2-15,-3 0 5 16,-1 2 4-16,0-3 2 0,-2 1 0 16,0 2 0-16,0-3 0 15,0-1 0-15,-1 0 1 16,-2-2 0-16,0 1-1 0,0-1 1 16,2-3-1-16,0 0 0 15,1-2 0-15,0-2 0 16,0 0 1-16,0 0 3 15,0-3 2-15,5-4-5 16,-2-3 0-16,3 0 2 16,0-1 4-16,-2-1-1 0,1-3-1 15,0-1 0-15,0 2-1 16,-1-2-1-16,0 1-2 16,-1 2-1-16,-2 0 0 15,1 4 1-15,-2 0-1 16,0 3 0-16,0 3 0 0,0 0 0 15,0 2-2-15,0 1 2 16,0 0 0-16,0 0-3 16,0 4 0-16,0 3 3 15,0 2 1-15,0 3-1 16,0 1 0-16,1 0 0 0,1 1 0 16,3 0 0-16,-1-4 0 15,1 0 0-15,1 0 1 16,0-3-1-16,3 0 0 15,1-1 1-15,-1-3-1 16,3 1 0-16,-1-2 0 0,1 0-1 16,-3-2 1-16,1 0-3 15,-1 0-3-15,2-2 3 16,-4-4 3-16,-1-1 0 16,-3 0 0-16,0-2 0 0,-2 2 0 15,-1 2 0-15,0 0 3 16,0 1 4-16,0 0 2 15,0 2-2-15,-3 1-1 16,1 1-4-16,-3 0-2 16,1 3-1-16,0 5 1 15,-4 2 0-15,4 0 0 0,2 4 1 16,0 0-1-16,2-1-1 16,0 1 1-16,2-1 0 15,5-1-1-15,3-4 1 16,0-1 0-16,-1-1 0 15,1-4 1-15,0-2-1 0,-4 0 0 16,1 0 6-16,-1-4 6 16,0-3 0-16,-3 0-2 15,-1-3-3-15,0 0-1 16,-2-1-3-16,0-2-2 16,0 3 1-16,0-3-2 15,-2 2 1-15,-1 1 2 0,-3 2-3 16,2 1 3-16,0 2-3 15,-3 4-1-15,2 1-3 16,-2 0-9-16,0 4-12 16,-2 3-5-16,3 2-17 0,0-2-30 15</inkml:trace>
  <inkml:trace contextRef="#ctx0" brushRef="#br0" timeOffset="-122367.71">21497 4925 99 0,'0'1'85'0,"0"-1"-64"0,2 0-21 0,4 0 6 15,-2 0 0-15,4 0-4 16,-1 0-2-16,3-1 2 16,2 1-2-16,1 0-9 15,1-2-45-15,-1 0-13 0</inkml:trace>
  <inkml:trace contextRef="#ctx0" brushRef="#br0" timeOffset="-122224.91">21553 5003 174 0,'0'0'36'15,"0"0"-35"-15,0 0-23 16,0 0-10-16,0 0-83 15</inkml:trace>
  <inkml:trace contextRef="#ctx0" brushRef="#br0" timeOffset="-121819.41">21663 4923 127 0,'0'0'19'16,"0"0"5"-16,0 0-17 15,0 0-5-15,0 0 1 0,0 0 0 16,0 0-1-16,7-36 0 16,-4 27 5-16,0-1 6 15,1 0-4-15,-2 2 1 16,0-1 0-16,-1 2-7 15,-1 3 0-15,0-2-2 0,0 5 1 16,0-1-1-16,0 2-2 16,0 0-3-16,0 0-8 15,0 6 5-15,0 2 7 16,0 4 0-16,0 1 0 16,0 1 0-16,0 0 0 0,0 2 0 15,0-2-2-15,0 3-8 16,0-4-11-16,0 0-3 15,0-1-4-15,0 0 4 16,0-4-5-16,0-1-35 16</inkml:trace>
  <inkml:trace contextRef="#ctx0" brushRef="#br0" timeOffset="-121654.77">21682 5013 24 0,'0'0'16'0,"0"0"-6"15,0 0 6-15,0 0 8 16,0 0 10-16,0 0 1 0,0 0-8 15,0 0-11-15,-8-11-9 16,16 8 2-16,2-3-4 16,3 2-4-16,0 1-1 15,1-1-1-15,-3 1-34 16,1-4-47-16</inkml:trace>
  <inkml:trace contextRef="#ctx0" brushRef="#br0" timeOffset="-120651.91">21741 4747 100 0,'0'0'3'0,"0"0"7"15,0 0 6-15,0 0-5 16,-43-42-2-16,30 33 3 16,3-1-6-16,-1 3 0 15,0 1-5-15,0 1 0 16,-3 1 2-16,1 0-2 16,-3 1 0-16,0 1-1 0,-1 1 0 15,-2-1 4-15,-1 2-3 16,0 0 0-16,1 0 0 15,-4 0 0-15,-1 0 0 16,2 0-1-16,-3 0 2 16,-2 3-1-16,1 3-1 0,-1 1 1 15,-2 0-1-15,1 2 2 16,-1 2-2-16,-4-1 1 16,2 1-1-16,-1 2 2 15,-1 1-5-15,2 0 7 16,0 2-2-16,1 1-1 0,3 2 0 15,0-1-1-15,2 3 2 16,2-1-2-16,2 0 1 16,2 1 1-16,1-1-1 15,5 0 0-15,1-1 0 0,5-1 2 16,-1 1-3-16,5 0 1 16,-3-1-1-16,3-1 1 15,3 1 0-15,0-2-1 16,0-2 0-16,0 0 1 15,9 0 2-15,-2-1-2 16,4-2 0-16,2 2 0 0,2 0 1 16,2-2-1-16,2 2-1 15,0-1 1-15,3-1 2 16,-1 0-3-16,3-1 1 16,2-1-2-16,0-1 2 15,3 1 2-15,0-2-1 0,3 0 0 16,2 0-1-16,-2-3 0 15,3 3 0-15,-1-2 0 16,-1-1-1-16,0 0 0 16,0-1 1-16,0-2-1 15,1-1 0-15,2 0 0 0,1 0 1 16,-3 0-1-16,1-5 2 16,-2-1-1-16,-4-2-1 15,-1-1 0-15,-3 2 1 16,-1-2-1-16,-6-1 0 15,1-1 1-15,-1-2 1 0,0 2 0 16,-1-3 0-16,-2 0-1 16,-2-1-1-16,0 0 1 15,-3-3-1-15,-2 0 0 16,0-2 1-16,0-2 1 16,-3-2-1-16,1-2 1 0,0-2 3 15,-4-1-2-15,-1-1 1 16,-1-1 0-16,0 1 2 15,-7-1 5-15,-4 1-4 16,-7 0-1-16,-3 0-1 16,-5 2-4-16,-5 2-2 0,-8 5-2 15,-17 4-2-15,-14 6-24 16,-23 2-54-16</inkml:trace>
  <inkml:trace contextRef="#ctx0" brushRef="#br0" timeOffset="-118622.71">19496 7567 21 0,'0'0'67'0,"0"0"-63"0,0 0-1 0,0 0 1 0,0 0-1 15,0 0 3-15,0 0 1 16,0 0 8-16,0 0 3 16,0 0 8-16,0 0-2 15,0 0-21-15,0 0 1 16,-7 2 4-16,6-3-2 0,1-5-1 15,0 1-2-15,0-5-1 16,0-1-2-16,3 0-1 16,2-1 2-16,2 0-1 15,1 1-1-15,0 2 1 16,1 2-1-16,1 0 1 16,2 4-1-16,15 2 0 15,-16 1 0-15,3 1 1 16,-2 9-1-16,-1 4 0 15,2 2 0-15,-3 1 1 16,1 0 0-16,3 1 0 0,-4-5 0 16,7-4 0-16,-4-3 0 15,3-5 0-15,-1-1 0 16,2 0 1-16,-1-6 0 16,0-4 1-16,0-5 0 15,-2-3-1-15,-3 0 2 16,-1-3-2-16,1 1 1 0,-5-1-2 15,0-2 0-15,-3 3-2 16,-3 0 1-16,0 3 1 16,0 4-2-16,-2 2 2 15,-4 4 2-15,-1 3-2 0,-2 4 0 16,1 0-3-16,1 0-1 16,1 11-1-16,-2 1-2 15,2 3-3-15,0 4 4 16,2 1 3-16,1 2 2 15,1 2 1-15,-1 1 0 0,3 0 0 16,0 2 1-16,0 1 1 16,0-2-1-16,3 0 1 15,0-1-2-15,1 1 1 16,-2-2-1-16,2-3 0 16,-4 0 1-16,0-1-1 0,0-1 0 15,-6-3 2-15,-1-1 6 16,-7-1 1-16,-2-1-3 15,-3 1-3-15,-3-2 0 16,-6-1 0-16,-2-1-2 16,-3 0-1-16,-1-3 1 15,-1-3 2-15,4-1 0 0,0-2-2 16,7-1 0-16,3 0-2 16,5-1-10-16,6-9-47 15,3-4-105-15</inkml:trace>
  <inkml:trace contextRef="#ctx0" brushRef="#br0" timeOffset="-117190.23">19434 13675 37 0,'0'0'34'0,"0"0"-16"0,0 0-4 15,0 0-9-15,0 0-4 0,0 0-1 16,0 0 1-16,0 0 0 16,0 0 0-16,0 0 0 15,4 39 0-15,-4-31 0 16,2 2 3-16,-1-3 1 16,1 0-1-16,2-5-2 0,1 2 5 15,-2-3 0-15,2-1 2 16,2 0 3-1,-1 0 7-15,4-5-3 0,3-8 0 16,1-4-3-16,4-5-1 16,6-9-5-16,1-4-2 15,5-4-2-15,1-2-1 0,4-4 1 16,-2 2 0-16,1 1-3 16,0 2 1-16,1 3 0 15,-4 3 0-15,-1 5-1 16,-1 4 1-16,-2 5-1 0,-2 6-1 15,-3 5-2-15,-5 8-18 16,-3 1-45-16,-9 4-51 16</inkml:trace>
  <inkml:trace contextRef="#ctx0" brushRef="#br0" timeOffset="-116756.71">20402 13579 48 0,'0'0'10'15,"0"0"8"-15,0 0-6 0,0 0 2 0,0 0 1 16,0 0 5-16,0 0 13 16,36-27-3-16,-26 11-4 0,4-2-10 15,3-5-9-15,7-7-6 16,9-7 0-16,6-11-2 16,9-9-12-16,1-12-112 15</inkml:trace>
  <inkml:trace contextRef="#ctx0" brushRef="#br0" timeOffset="-115622.45">20193 7443 147 0,'0'0'16'0,"0"0"31"0,0 0-18 0,0 0-14 16,0 0-5-16,0 0-8 0,37-41 0 15,-21 31-1-15,3 1 0 16,0 2-1-16,5 2 1 16,0 2-2-16,-4 0-7 15,-1 3-82-15</inkml:trace>
  <inkml:trace contextRef="#ctx0" brushRef="#br0" timeOffset="-115473.87">20314 7611 223 0,'0'0'67'0,"0"0"-59"16,0 0-14-16,0 0 2 15,0 0 5-15,42-10 0 16,-18-9-46-16,1-5-142 15</inkml:trace>
  <inkml:trace contextRef="#ctx0" brushRef="#br0" timeOffset="-114063.75">21073 7179 104 0,'0'0'4'0,"0"0"2"0,0 0 0 15,0 0-4-15,0 0 0 16,0 0-1-16,0 0-2 0,0 0 1 16,0 0 1-16,0 0 1 15,0 0 3-15,-10 54 0 16,7-36 2-16,1 1-1 16,1 1-4-16,1-2-1 15,0 2 0-15,0-3 2 16,0-3-2-16,2-1 0 0,4-3 0 15,0-3 0-15,3-3 3 16,1-1 3-16,3-3 5 16,1 0 0-16,1 0-5 15,1-7-1-15,-1-3-4 16,1-1-1-16,-2-1 0 0,-1-2 0 16,-3 3 0-16,-2-2 0 15,-2 1 0-15,-1 2 3 16,-3 2 6-16,0 3 3 15,-1 1-5-15,1 2-6 16,-2 2-3-16,0 0-15 16,0 1-6-16,0 6 16 15,2 3 5-15,-2-1 1 0,3 5 1 16,2-4-1-16,3 3 1 16,3-2 0-16,0-1-1 15,5-1 1-15,-2-2 0 16,3-3 1-16,0-3 0 0,4 1 0 15,-4-2 5-15,0 0 3 16,0-4-1-16,-1-5 2 16,-5 1 2-16,-1-4 0 15,-1-1 2-15,-4-1-2 16,-2-4-1-16,-1-3-4 0,-2-1 0 16,0-2 0-16,-4 1-4 15,-3 2-3-15,-1 1 1 16,1 5-3-16,-2 3 1 15,2 6-3-15,0 6-8 16,-1 0-22-16,0 6-38 0,0 4-26 16</inkml:trace>
  <inkml:trace contextRef="#ctx0" brushRef="#br0" timeOffset="-113623.17">21613 7365 75 0,'0'0'29'0,"0"0"-26"0,0 0-1 0,0 0 0 0,-10 51-2 16,2-31 2-16,2 0-1 15,1-2 0-15,3-2-1 0,2-2 2 16,0-4 2-16,0-3 8 16,5-1 2-16,3-5 7 15,3-1 7-15,0 0-8 16,1 0-5-16,2-3-4 16,-1-5-2-16,0-3-1 15,-4-2 2-15,0-1 2 0,0-1 4 16,-5 0-3-16,-1-1-2 15,-3-1-1-15,0 1-3 16,-1 1-1-16,-9-2-3 16,0 5-1-16,-5 1-3 15,1 4 0-15,-3 2-2 0,-1 5-4 16,4 0-5-16,-1 7-14 16,4 5-22-16,4-2-28 15,0-4-36-15</inkml:trace>
  <inkml:trace contextRef="#ctx0" brushRef="#br0" timeOffset="-113275.46">21953 7162 216 0,'0'0'8'0,"0"0"7"0,0 0-3 0,0 0-10 0,0 0 0 16,40-23-1-16,-25 19 1 15,3-2 4-15,3-1-2 0,3 0 3 16,2 1-3-16,3-1-1 15,2 0-2-15,-1 1-1 16,0 2 0-16,-2 0 1 16,-4 1-1-16,-2 3-1 15,-3 0-6-15,-7 0-28 16,-4 0-57-16</inkml:trace>
  <inkml:trace contextRef="#ctx0" brushRef="#br0" timeOffset="-113025.61">22134 6946 227 0,'0'0'8'0,"0"0"7"15,0 0-11-15,0 0-5 0,0 0 2 16,-6 38-1-16,6-16 1 15,0 5 0-15,0 4-1 16,0 0 1-16,2 3-1 16,0-1 0-16,2-2 1 15,1 0-3-15,-1-8-23 0,5-6-45 16,3-10-77-16</inkml:trace>
  <inkml:trace contextRef="#ctx0" brushRef="#br0" timeOffset="-112177.99">23094 6631 239 0,'0'0'3'0,"0"0"6"0,0 0-4 16,0 0-4-16,0 0-2 16,0 0-2-16,0 0 0 15,-45 7 2-15,31 4-1 16,-1 0-2-16,-4 1 5 15,-1 1-2-15,0-1-4 0,-2 3 10 16,1-2-1-16,0 2-4 16,-1 1-2-16,2-1 4 15,3 2-1-15,-1-2-1 16,3 0 1-16,3-1-1 16,4-1 1-16,5-1-1 0,3-4 1 15,0-1-2-15,0 0-1 16,5-3 2-16,5-1 0 15,4-1 1-15,-1-1 2 16,4-1-1-16,0 0 0 16,5 0 1-16,-1 0 0 15,1 0-1-15,2 0-1 16,-1 0-1-16,-1 0 1 0,-3 0-1 16,0 0 0-16,-6 2 0 15,-4 3 0-15,-2-2 0 16,-3 4-1-16,-1-2 1 15,-3 2-1-15,0 0 1 0,0 3 0 16,0 1 0-16,-4 2 0 16,-5 2 0-16,-5 4 1 15,0 1-1-15,-3 1 1 16,0 1-1-16,-3 3 1 16,3-2-1-16,0 1 0 0,1-3 1 15,3 4-1-15,2-6 0 16,2 3 0-16,3-3 1 15,4 0-1-15,2-4 1 16,0 0-1-16,0-4 0 0,6-1-1 16,6-3 0-16,2-3 1 15,6-1 2-15,0-1 5 16,5-2-1-16,4 0 3 16,2 0-2-16,2-6-1 15,-2-1 4-15,1 1-6 16,-1-1-3-16,-2 1-1 15,-4 1 0-15,-1 0 0 0,-4 1 0 16,-1 1-7-16,-3-1-20 16,-2-4-28-16,-2-1-72 15</inkml:trace>
  <inkml:trace contextRef="#ctx0" brushRef="#br0" timeOffset="-111393.69">23626 6818 190 0,'0'0'3'0,"0"0"2"0,0 0 1 16,0 0-5-16,0 0-2 16,0 0-2-16,0 0 2 15,0 0 0-15,0 0 1 16,0 47 1-16,0-26-1 0,0-1 0 16,0 3 0-16,3-1 1 15,0-1-1-15,4-1 0 16,-1-2 1-16,1-2-1 15,0-4 1-15,4-2-1 16,-2-1 1-16,3-2 0 0,2-3 3 16,-1 0 3-16,1-2 3 15,-1-2 0-15,1 0-5 16,-3 0-1-16,-2-7 1 16,1-2 3-16,-5-2 1 15,0 0 1-15,-1 1-4 0,-1-2-3 16,-1 1 1-16,-1 1-3 15,1 1 0-15,1 1-1 16,-1 2 0-16,-2 0 1 16,1 2-1-16,2 4-1 15,-3-1 1-15,2 1-7 16,-1 0-6-16,1 1 9 0,3 7 2 16,-1 3 2-16,3 0 0 15,0 2 1-15,3-2-1 16,-1 3 0-16,2-2 1 15,1-2-1-15,0-2 0 0,2-1 0 16,0-1 1 0,1-3 0-16,-2-2 1 0,-2-1 2 15,1 0 0-15,-5 0 5 16,0-7 6-16,-2-2 2 16,-1-3-2-16,-1-4-6 0,-1-1-3 15,-2-1 2-15,0-4 0 16,0-2-4-16,-7 0-1 15,0-1-3-15,-1-2 0 16,-1 2-2-16,0 3 1 16,0 2 0-16,2 4-3 15,-3 3-5-15,1 5-8 0,1 4-14 16,-3 2-24-16,0-2-57 16</inkml:trace>
  <inkml:trace contextRef="#ctx0" brushRef="#br0" timeOffset="-111008.92">24043 6509 189 0,'0'0'28'0,"0"0"-26"0,0 0-3 0,0 0 1 16,0 0-1-16,0 0-2 16,0 0 2-16,17 41 0 15,-15-24 3-15,-2 0-2 16,1 1 1-16,3-2-1 0,-1 1 1 15,0-3 0-15,1-3 0 16,-2 0-1-16,1-3 1 16,-1 1 1-16,-1-2-2 15,3-2 0-15,-4-2-2 0,0 0-24 16,0-3-18-16,0 0 14 16,-6-6-47-16</inkml:trace>
  <inkml:trace contextRef="#ctx0" brushRef="#br0" timeOffset="-110731.01">23835 6527 17 0,'0'0'149'16,"0"0"-138"-16,0 0 11 15,38-34-4-15,-20 21-1 16,5 0-3-16,2-2 0 16,-2-1-2-16,3 2-2 15,0 1-4-15,-1 0-2 0,-4 2-1 16,0 4-3-16,1 0 0 16,-4 4 0-16,1 1-3 15,0 2-19-15,-1 0-35 16,-2 0-61-16</inkml:trace>
  <inkml:trace contextRef="#ctx0" brushRef="#br0" timeOffset="-110312.45">24275 6774 124 0,'0'0'4'0,"0"0"0"0,0 0 17 16,37 17 2-16,-23-11-6 16,2 1 0-16,0 0-2 15,4 2-1-15,-2-1-4 16,2 2-3-16,3-1-1 0,0 1-3 16,-2 0-2-16,1-2 0 15,-3 3-1-15,0-2 0 16,-6-2 0-16,-1 0 1 15,-2 0-2-15,-3-1-9 16,-1 0-21-16,-4-2-30 16,-2-4-21-16</inkml:trace>
  <inkml:trace contextRef="#ctx0" brushRef="#br0" timeOffset="-110062.93">24524 6714 163 0,'0'0'17'0,"0"0"20"16,0 0-29-16,0 0-9 15,0 0 1-15,-34 50 1 16,23-18 0-16,-2 7 0 15,-3 5 0-15,2 5 0 16,-4 4-2-16,-1 0-45 0,2-5-50 16</inkml:trace>
  <inkml:trace contextRef="#ctx0" brushRef="#br0" timeOffset="-109558.1">23870 7382 126 0,'0'0'2'0,"0"0"11"0,0 0 13 0,56-8-3 16,-34-1-14-16,5 0 0 16,5-2 7-16,0 1 4 0,5-1-2 15,5-2-8-15,0 2-2 16,2-1-4-16,-2 2-3 16,1 3-1-16,-5 0 1 15,-3 2-1-15,-4 0-1 16,-4 4 1-16,-3 1-1 15,-2 0-1-15,-5 0-8 16,0 0-7-16,-5 1-21 0,-5 4-30 16,-5 0-14-16</inkml:trace>
  <inkml:trace contextRef="#ctx0" brushRef="#br0" timeOffset="-108071.57">24674 6696 90 0,'0'0'2'0,"0"0"18"16,11-37 7-16,-11 27-1 15,0 0-7-15,0 0-10 16,0-1-4-16,-2 0-4 16,-5-1 2-16,2-2 0 15,-1 1 4-15,0-2 4 0,-1 0 0 16,0-3-2-16,1 0 1 15,-2-1 1-15,1-1-6 16,-3 0 2-16,0 3-2 16,-3 0 2-16,-2-1-2 0,0 2-3 15,-1 1 0-15,-2 0-1 16,-1 1-1-16,0 1 1 16,2 1 2-16,-1 0-3 15,1 1-1-15,-3-1 3 16,2-2-2-16,1 3 0 0,1-1 1 15,-4-2-1-15,1 3 1 16,-1-2-1-16,1 2 1 16,-1 1 0-16,-4 0-1 15,3 1-1-15,-1 5-1 16,-4-2 0-16,1 4 1 0,-2 0 1 16,3 1-2-16,-3 1 2 15,4 0 2-15,-2 0-1 16,1 0-2-16,5 0-1 15,-3 1 4-15,3 6 0 0,0-1-2 16,-2 2 0-16,1 1 0 16,-2 2 0-16,-1-1-1 15,-2 2 0-15,-1 1 1 16,3 1 0-16,0 0 0 16,1 0 1-16,3 3-1 15,1 1 0-15,1 2 0 0,1 0 0 16,-1 4-4-16,4-1 0 15,-3 1-4-15,4 1 1 16,0 0 4-16,2-1 1 16,3 2 2-16,1-2 0 15,2 0 0-15,0 2-2 0,1 0 2 16,1-1 0-16,1 3 0 16,1-2 2-16,0 2-4 15,0 2 2-15,0-2 0 16,0 2 2-16,0 0-4 15,0 1 4-15,0 0-2 16,1 2 0-16,2 0 0 16,-1-2 0-16,2 3 0 0,0-4 0 15,0 1-3-15,1-1 2 16,2-2 1-16,1 1 0 16,1-2 0-16,0-1 0 0,1-1 0 15,0-1 0-15,2-2 0 16,2-1 0-16,1 0 1 15,5-3-1-15,-4 1 0 16,2-1 0-16,1 0 1 16,0-2-1-16,0-2 0 15,2 1 0-15,-2-4-1 0,4 1 2 16,-2-1 1-16,2 0-1 16,1 1 1-16,2-1-2 15,-1-2 0-15,2 1 1 16,-1-1-1-16,6-3 0 0,-4 0 0 15,2-3 0-15,-1-1 0 16,4-2-1-16,2 0 1 16,-3 0 1-16,2 0 0 15,-2-4 0-15,-1 0-1 16,-1-1 0-16,0-3 1 16,-6 1 0-16,3-1 1 0,-2-1-1 15,-1-1-1-15,-2 0 1 16,-1-3 1-16,-3 1-2 15,2-3 0-15,-6-3 0 16,-1 0 1-16,1-4-1 16,-2-2 1-16,-1 0-1 0,-1-3 0 15,0-2 1-15,-1-2-1 16,-1 0 0-16,0 1 1 16,-3 2 0-16,-1-2 0 15,2 3 0-15,-2-1-1 16,0 1 0-16,0 1 0 0,-1-1 0 15,1 3 2-15,-2-2-2 16,2 0 0-16,-2-2 0 16,-2 1 0-16,2-3 0 15,-1 1 1-15,0-1-1 16,-1 0 0-16,0 3 0 0,0 2 0 16,0 5-1-16,0 1 2 15,-4 5-1-15,-2 1 0 16,-3 3-1-16,-1 4-3 15,-4 1-4-15,-1 1-7 16,-2 1-24-16,-7-3-67 0</inkml:trace>
  <inkml:trace contextRef="#ctx0" brushRef="#br0" timeOffset="-106990.12">23894 5929 56 0,'4'2'2'0,"1"-1"0"0,-1 3-2 0,2-1 1 16,-3 1 0-16,1 2-1 16,-2-2 0-16,0 0 1 15,0 0-1-15,-2 0 3 16,0-2-2-16,1 1 3 16,-1-3 1-16,2 2-2 0,0-1 3 15,1-1-1-15,2 0 1 16,3 0-1-16,-1 0-2 15,2-3-1-15,2-5-1 16,1-1 0-16,1-1 3 0,1-2 11 16,1-3 8-16,2 1-1 15,1-3 4-15,3-3-10 16,1 0-4-16,4-2-1 16,-4-1-4-16,3-3 1 15,-2 2 4-15,0-1-8 0,-2 2 0 16,-1 0 0-16,-2 3-2 15,-4 3 0-15,0 3-1 16,-2 1 0-16,-4 2 1 16,0 2 0-16,0 2 1 15,-1 3-3-15,-1 0 1 16,-1 2-2-16,0 2 0 0,2 0-3 16,-4 0-6-16,-1 0-16 15,-2 7-16-15,0-2-37 16</inkml:trace>
  <inkml:trace contextRef="#ctx0" brushRef="#br0" timeOffset="-104530.78">4336 10480 49 0,'0'0'21'0,"0"0"0"0,0 0-1 0,0 0-2 0,0 0-5 15,0 0-4-15,0 0-2 16,0 0-3-16,0 0-1 16,0 0-3-16,0 0 0 15,0 0-4-15,0 0-16 16,2-13-20-16</inkml:trace>
  <inkml:trace contextRef="#ctx0" brushRef="#br0" timeOffset="-102479.54">4493 10504 33 0,'0'0'19'0,"0"0"-11"0,0 0 8 0,0 0 0 15,0 0 6-15,0 0-9 16,-4-37 2-16,1 35 3 16,1 2-2-16,2 0-8 15,-2 0-6-15,2 0-1 0,0 0-8 16,0 0 2-16,2 0-2 16,2 0-3-16,1 0-3 15,-1 0-7-15,-4 0-13 16,0 3-51-16</inkml:trace>
  <inkml:trace contextRef="#ctx0" brushRef="#br0" timeOffset="-101633.81">4314 12033 74 0,'0'0'3'0,"0"0"7"0,0 0 3 16,0 0-5-16,0 0-6 15,0 0-1-15,0 0-1 0,0 0 1 16,0 0-2-16,0 0-13 16,0 0-82-16</inkml:trace>
  <inkml:trace contextRef="#ctx0" brushRef="#br0" timeOffset="-99517.77">19001 7464 163 0,'0'0'15'0,"0"0"-11"0,0 0-3 0,16 40-1 0,-8-16 2 16,1 6-1-16,3 7 5 16,1 7-3-16,1 3-2 15,3 10 1-15,3 1-1 0,-2 0 4 16,4 2 3-16,-1-3-2 15,0-2-1-15,0-5-2 16,1-5-1-16,-2-2-1 16,0-5 1-16,-5-1-2 15,-1-4 1-15,-3-3-1 0,-6-2-6 16,-2-11-30-16,-3-7-39 16</inkml:trace>
  <inkml:trace contextRef="#ctx0" brushRef="#br0" timeOffset="-98778.6">19033 7321 63 0,'0'0'3'0,"50"-4"-2"0,-21-2 6 0,2-1-4 16,5-1-1-16,2 0-2 16,2-2 3-16,3-2-1 15,-1-3 3-15,3 0 6 16,-2-3 5-16,6-1 5 0,-2-1 1 16,7-3 6-16,4 0-14 15,4-3-2-15,3 0-4 16,5-2-5-16,5 1 0 15,-3-2-2-15,3 2-1 16,-2 0 0-16,0-3 0 16,1 2 0-16,0-1 0 0,1-4 0 15,5 3 0-15,2-3 0 16,2 3 0-16,-1 2 1 16,2 1-1-16,0 1 0 15,0-1 0-15,0 4 0 16,-2-2 0-16,2-1 0 0,0 1-1 15,1-2 2-15,-1 1-1 16,-2-1 0-16,0 0 0 16,2 2 0-16,-1 1 0 15,-1 0 0-15,2 1 0 16,2-1 0-16,-1 0 0 0,-1-1 0 16,-2 1 2-16,3 0-2 15,-1 0 0-15,0-2 0 16,-3 2 0-16,1-3 0 15,0 0 0-15,-1-1 0 16,-4-1-3-16,1 1-6 0,1-1 0 16,0 3-6-16,1 0-4 15,-2 0-10-15,-2 2-1 16,0 0-20-16</inkml:trace>
  <inkml:trace contextRef="#ctx0" brushRef="#br0" timeOffset="-98051.71">23843 5729 34 0,'56'-23'32'0,"-1"3"-16"0,-5 4-7 0,-5 4-1 15,-3 3-5-15,-8 5-2 16,-3 1 0-16,-4 3-1 16,-4 0 2-16,-5 0 1 15,-4 4 3-15,-1 4-2 16,-4 0-2-16,-1 4-2 0,-4 3 3 16,1 2 0-16,3 4-1 15,-2 4 1-15,4 2 0 16,-1 4-1-16,3 1-1 15,-2 4-1-15,0 2 1 16,-1 3 1-16,-4 5 4 0,0 1 7 16,1 3-3-16,1 2 2 15,3 2-2-15,2 3-1 16,6 1-2-16,4 2 2 16,-1-2-3-16,5 2 0 0,2-2 1 15,0-1-2-15,0-1 1 16,-1 1-1-16,-4 0-1 15,-1 1-3-15,-5 3 1 16,-3 1 0-16,-1 1-1 16,-1 0 1-16,-5-1-2 15,3-3 0-15,-2-1 1 0,-1-7-1 16,3-4 1-16,-2-3 0 16,0-6-1-16,-3 0 2 15,-3-2-1-15,-2 0-1 16,-2-5 0-16,-13 0-1 0,-6-4 1 15,-8-2 0-15,-8-4-1 16,-7-3 2-16,-8-2 0 16,-9-1-2-16,-8-2 0 15,-8 0 3-15,-8-3-2 16,-8-2-1-16,-8-2-1 16,-6-1 2-16,-5 0 0 0,-9 2-1 15,-4 2-1-15,-10 2 2 16,-3 4 1-16,-8 3 1 15,-7 4-2-15,-4 1-1 16,-7 4 0-16,-2 4 0 16,0-1 2-16,-6 3-1 15,7-1 0-15,0 4 1 16,5-2 0-16,0 0-1 0,8 0 3 16,11-1 5-16,4-1 4 15,10 0 1-15,9-1-1 16,10 0-9-16,8-2-2 15,6 0 0-15,9-3-2 0,5-2 1 16,12-4-7-16,8-6-19 16,7-4-8-16,10-7-42 15</inkml:trace>
  <inkml:trace contextRef="#ctx0" brushRef="#br0" timeOffset="-96331.14">17058 5865 139 0,'2'0'2'16,"-2"0"-4"-16,0 0 2 0,0 1-3 0,0 1-8 15,0-2 10-15,-2 2 4 16,-3-1 0-16,0-1 3 0,2 0 4 16,-5 0 3-16,2 0-1 15,0 0-6-15,1 0 0 16,-4 0-4-16,2 0-4 15,-3 0-1-15,-1 4-5 16,-2 3-9-16,1 0 2 16,-3 0 7-16,2 2 5 0,-2-2 3 15,1 1 0 1,-1 0 0-16,2 0 0 0,0 2 3 16,0-3-2-16,3 3 0 15,-2-1-1-15,1 2 0 16,-2-4 0-16,1 2 0 0,1-3 0 15,1 2 0-15,-2-1 0 16,-1 0-1-16,1 0 1 16,0 0-1-16,0-1-3 15,-1 1 6-15,2 0 2 16,2-1-2-16,-3-2 3 0,2 3-1 16,3-4-1-16,-3 1-1 15,3-1-2-15,1 0 1 16,2-2 2-16,-2 0 6 15,3 0 6-15,1-1-1 16,1 1-3-16,1-1-9 16,0 0-8-16,0 2 11 0,7 0-5 15,2 2 0-15,4-2 2 16,1 1 0-16,1-1-1 16,4-1-1-16,3 0 1 15,-2-1 0-15,3 0-1 0,1 0 1 16,-4 0 0-16,3 2-1 15,-3-1 0-15,-3 2 0 16,-1 0 1-16,-3 1-2 16,1-1 2-16,-6 3-1 15,1-1-1-15,-1 1 1 0,-3-2 0 16,-2 2-1-16,-2 1-1 16,-1-1-3-16,0 4 4 15,-4-2 0-15,-6 1 2 16,1 1-1-16,-2 1 0 15,-3 0 1-15,2 0-2 0,-2 0 2 16,1 1 0-16,0 3 1 16,-2-1-5-16,0 0 1 15,1 3 4-15,2-4-1 16,0 0-1-16,5-3 0 0,0-2 2 16,5-2-2-16,0-2-2 15,2 2 1-15,0-3-2 16,0 1 2-16,3-3 3 15,3 2-1-15,1-1-2 16,4-2 4-16,2 0-1 16,1 0 0-16,3-6 0 15,0-1 3-15,4-2 0 0,1-1-2 16,2 0-1-16,0 1-1 16,-2 1-1-16,-1 4 1 15,-1 0-1-15,-6 2-1 16,0 2 0-16,-4 0-2 15,-4 0-7-15,-2 0-30 0,-4 0-38 16</inkml:trace>
  <inkml:trace contextRef="#ctx0" brushRef="#br0" timeOffset="-92008.46">17062 5723 119 0,'0'0'2'0,"0"0"-2"0,0 0 0 0,0 0 1 16,0 0 0-16,38-13 0 15,-38 13 1-15,0 0 5 16,0 0 19-16,0 0 2 15,0 0-13-15,0 0-12 16,0 0-4-16,0 0-1 0,-2 2-4 16,-5 6 11-16,-2 2-8 15,-2 3 3-15,-6 1 1 16,-1-1-5-16,0 1 11 16,-6-1-9-16,-1-2 2 15,-1 2 3-15,-1-3-1 0,0 4-1 16,-2-2-1-16,-2 1 2 15,-1 2-2-15,-4-1 0 16,4 2-2-16,-5-3 2 16,5 2 0-16,0 1 2 0,3-3-2 15,3 3 0 1,1-2 0-16,3 0 0 0,4-2 0 16,3-2 0-16,3-2 0 15,4-1 1-15,5-4-1 16,1-2 0-16,2 0 2 15,0 1-2-15,0-2 1 0,0 1 0 16,0-1 1-16,3 4-1 16,5-1 0-16,0 0 0 15,3 1-1-15,2-1 1 16,2 1-2-16,-1 0 2 16,4 0 1-16,1-3-2 0,0 2 0 15,3-2 0-15,-4-1 2 16,2 2-1-16,0-2 0 15,-5 1 0-15,2 1-1 16,-2 1 0-16,-1 1 1 16,-1-2-1-16,-2 3 0 15,1-2 0-15,0 2 0 0,-5-2 0 16,4 3 0-16,0-2 0 16,-5 2 0-16,3-1 0 15,-1 1 0-15,-2 1-1 16,-1 2-1-16,-1-1 2 0,-2 1-1 15,-2-1 0-15,0 2 1 16,0 0-3-16,-2 3 5 16,-6 0-2-16,1 0 1 15,-5 2-1-15,1 2 2 16,-2 2-1-16,0-1-1 16,1 3 1-16,-1 1-1 0,0-1 0 15,0 0 1-15,1-1-1 16,1-1 1-16,-1-1-2 15,2-1 1-15,2-1 1 16,2-2-1-16,2-1 0 0,-2-2 1 16,4-2 1-16,1 0-2 15,0-1 1-15,1-3-1 16,0 1 2-16,0-3-2 16,1 0 1-16,5-2 0 15,2-1-1-15,0 0 0 0,3 0 3 16,3 0-2-16,3 0 0 15,-1 0 2-15,2-4-2 16,2 1 2-16,1-1-3 16,3 0 1-16,-2 1-1 15,1 0 1-15,2 0-1 0,-1 3 0 16,-6-1 0-16,2 1 0 16,-3 0 0-16,-5 0 0 15,-3 0 1-15,0 0-1 16,0 0 0-16,-5 0 1 15,1 0 0-15,-1 0-1 16,0 0 0-16,-3 0 0 16,1 0 0-16,-2 0-1 0,1 0 0 15,-1 0 0-15,0 0-2 16,0 0-3-16,0 0-12 16,0-1-28-16,-3-4-64 0</inkml:trace>
  <inkml:trace contextRef="#ctx0" brushRef="#br0" timeOffset="-91403.42">16942 6391 56 0,'0'0'29'0,"0"0"-6"0,0 0-5 0,0 0-14 0,0 0-6 15,2 0-9-15,0 0-16 16,0 0-27-16</inkml:trace>
  <inkml:trace contextRef="#ctx0" brushRef="#br0" timeOffset="-89701.77">17333 5911 51 0,'0'0'16'0,"0"0"-16"0,0 0 2 16,0 0-2-16,0 0 0 16,0 0-2-16,0 0 2 15,0 0 0-15,-11 38 3 16,11-35-1-16,0-2 0 0,0 2 2 16,0 0 0-16,0 0-2 15,0-2 2-15,0 2 0 16,0 1-1-16,0-2-2 15,0 1 0-15,1 1-1 16,1-1 2-16,0-1-2 0,0 0 0 16,2 1 2-16,-4-1-1 15,2 0-1-15,0-2 0 16,-2 3 1-16,1-3 0 16,-1 0 5-16,0 0 3 15,0 0 1-15,0 0-1 0,0 0-2 16,0 0 5-16,0 0 15 15,0 0 2-15,0 0-11 16,0 0-13-16,0 0-3 16,0 0 0-16,-1 0 0 15,-1 0-1-15,0 0 3 16,-2 0-1-16,2 0-1 0,1-1-1 16,0 1 0-16,1-2 0 15,0 2 1-15,0 0 0 16,0 0-2-16,0-2 2 15,-2 0-1-15,2-1-1 0,-1 0 2 16,-2 0-2-16,3 0 0 16,0-1 1-16,-2 1 0 15,2-1 0-15,0 1-2 16,0-1 2-16,0-2-1 16,0 2 0-16,0 0 0 15,0-2 2-15,0-1-2 0,2 1 1 16,1 0 0-16,-2 1-1 15,3-2 1-15,-1-1-2 16,4 2 1-16,-3 0-1 16,3-4-1-16,1 0 3 15,0 2-1-15,1-2-1 16,0 1 1-16,1-4-4 0,2 3 6 16,2-4-1-16,-1 3 0 15,3-3-1-15,-2-1 1 16,2 1-2-16,1-1 1 15,1 0 0-15,-3 3 1 0,3-3-1 16,0 1 0-16,3 1 0 16,0-1 0-16,0 1 0 15,5 1 0-15,1 0 0 16,0 2-1-16,0 2 1 16,2-1 0-16,1 3 0 0,-1 2-1 15,2 1 1-15,-4 2 1 16,0 1-1-16,-3 0 0 15,0 0-1-15,-3 6 2 16,2 2-2-16,-2 1 1 0,2 1 0 16,-1 3 0-1,0 1-1-15,0 1-1 0,-1 2 2 16,-2 3 0-16,0 0 0 16,-1 2-2-16,-3 0 1 15,1-1 1-15,-3 1 0 16,-2-2-2-16,0-2 5 15,-1 1-3-15,0-2 0 0,-2 0 2 16,0-2-2-16,-1-2 0 16,0 0 0-16,0-2 0 15,-1-1 0-15,-2-3 0 16,1-1 0-16,-3-2 0 16,-2-1 0-16,2-2 0 0,-2-1 1 15,0 0 0-15,0 0 0 16,0 0 1-16,0 0-1 15,0 0-2-15,0-1-55 16,-4-6-100-16</inkml:trace>
  <inkml:trace contextRef="#ctx0" brushRef="#br0" timeOffset="-88392.25">18146 5892 66 0,'2'0'4'0,"-1"-1"-1"0,3-1-3 0,1 1-3 16,-3-2-6-16,1 2 0 0,0-1 5 15,-1 1 5-15,-1-1 0 16,0 1 8-16,-1 1 5 16,0 0 2-16,0 0 2 15,0 0-2-15,0 0-9 16,0 0-2-16,0 0-3 15,0 0-2-15,0 0 0 0,3 0-1 16,-1 0 0-16,-2 0 1 16,4 0 1-16,1 0-2 15,0 0 1-15,-1 3 1 16,1-2-1-16,0 2 0 0,0 0 0 16,3-2 1-16,-3 2-1 15,1-1 1-15,1-1-1 16,1 2 1-16,0 1 0 15,1-2 0-15,1 2-1 16,-2 0 0-16,3 0 1 16,-1 1 1-16,2 0-2 15,-2 1 1-15,2-2-1 0,-1 1 0 16,0-1 1-16,-3 0-1 16,1 0 0-16,-1-1 0 15,-3 1 0-15,-1-1 0 0,0 0 0 16,0-1 0-16,-1 0 0 15,0 0 0-15,1-1 1 16,-2-1-1-16,0 2 0 16,0-1 1-16,-1-1-1 15,1 0 1-15,-1 0 0 16,-1 0 16-16,0 0 30 0,0 0-36 16,0-6-10-16,0 1 1 15,0-3 2-15,0 0-1 16,0 1 0-16,0-3-1 15,0 0 1-15,0 0-2 16,0-3 2-16,0 2-3 0,0-5 1 16,3 2-1-16,-3-2 1 15,2-2-1-15,-2 1 5 16,2-2-1-16,-2-2-1 16,0 3 0-16,1-2-3 15,0 4 2-15,0 2-1 0,0 1 0 16,1 2-1-16,-1 4 1 15,0-2-1-15,-1 4 0 16,0 0 0-16,0 2 0 16,0 2 0-16,0 0 0 15,0 1-4-15,0 0-30 0,0 5-49 16,-4 4 42-16,-2-1-66 16</inkml:trace>
  <inkml:trace contextRef="#ctx0" brushRef="#br0" timeOffset="-87368.89">18185 5872 7 0,'0'0'7'0,"0"0"-1"0,0 1-1 15,0 0-1-15,0 0 2 16,0-1-1-16,0 0-1 0,0 0 2 16,0 0 3-16,0 0 3 15,2 0 1-15,-2 2 0 16,2-2 3-16,-2 0-3 15,1 0 0-15,-1 0 2 16,2 0-1-16,0 0-6 16,2 0-5-16,0 0 0 0,1 0-2 15,4 0-1-15,-4 0 0 16,1 0 0-16,0 1 0 16,1 0-1-16,-2 2-1 15,0 3 1-15,1-3 1 16,-1 1 0-16,0 0 0 0,1 1 0 15,1 0 0-15,-1-2 0 16,-1 1 0-16,1 0 0 16,-2-2-1-16,0-2 2 15,0 3 0-15,0-2-1 16,-2 1 0-16,0-1 0 0,1 2 0 16,1-3 0-16,-2 3 0 15,0-2-1-15,-1 2 1 16,1-1-2-16,0-1 2 15,3 0 0-15,-5-1 0 16,0 2 0-16,2-2 0 0,-2 0 0 16,0 0 0-16,0 0 1 15,0 0-1-15,0 0 1 16,0 0-1-16,2 0 0 16,-1 0 0-16,1-2 1 15,0-2-1-15,-1 1 0 0,0-2 0 16,1-1 2-16,0-1-4 15,0 0 4-15,-1-2-4 16,3-1 4-16,-1 0-2 16,3-1 0-16,-3-2 1 15,1 2 1-15,0-1 3 0,-1-2 4 16,-1 1 4-16,1 2-3 16,-1-4-4-1,1 3 4-15,-1-1-4 0,-2 1 3 16,2-1 0-16,0 3-3 15,-1 0-5-15,0 1 0 16,1 1 0-16,0-1-1 0,0 5 0 16,-2 0 1-16,0 1-2 15,0 1 1-15,0 2-2 16,0 0-3-16,0 0-6 16,0 0-25-16,0 6 4 15,0 3-4-15,-4 0-26 0</inkml:trace>
  <inkml:trace contextRef="#ctx0" brushRef="#br0" timeOffset="-86279.86">18300 5899 34 0,'-1'0'2'0,"1"0"-1"0,-1 0 10 0,1 0 0 0,0 0 8 15,0 0 2-15,0 0 2 16,-2 0-4-16,2-1 5 15,0 0-6-15,0 0-9 16,-2 0-5-16,2 1-2 0,0 0-2 16,-1 0 0-16,1 0 0 15,0 0 1-15,0-3 1 16,0 3 0-16,0-3 0 16,0 2-1-16,0-5 2 0,1 2-2 15,3-2 1-15,-1 0 1 16,2 0-1-16,1-1 0 15,-2-1 1-15,1 1-2 16,-1 0-1-16,0 1 1 16,0 1 0-16,0 0 0 15,0 0-1-15,-2 1 0 0,1-2 0 16,3 3 0-16,-3-1 1 16,1-1-2-16,2 1 1 15,-2 1 0-15,0-1 0 0,-2 4 0 16,0-3 0-1,0 2 0-15,-2 1 1 0,0 0-2 16,0 0 0-16,0 0-3 16,0 0-19-16,0 0 0 15,0 6-5-15,0-1-15 16,0 0-45-16</inkml:trace>
  <inkml:trace contextRef="#ctx0" brushRef="#br0" timeOffset="-79953.57">19332 5945 128 0,'0'0'2'0,"0"0"6"0,0 0-6 0,0 0 0 16,0 0 0-16,0 0-2 15,-1 0 0-15,1 0 0 0,0 0 2 16,0 0 0-16,-2-2 5 16,2 2 4-16,0 0-3 15,0 0-7-15,0 0-4 16,2 0 1-16,4 0 2 15,3 0 0-15,3 0-3 16,-1 0-7-16,2 0-2 0,-1-1-1 16,1-2 8-16,1 2 5 15,0-1 0-15,0-2 0 16,2 4 0-16,-2 0 1 16,3 0-1-16,-1 0-1 0,1 0 1 15,2 0 0-15,-2 0 1 16,0 0-1-16,1 0 0 15,1 0 1-15,-1 0 3 16,2 0 0-16,2 0-1 16,1-1-1-16,0-1 0 15,-1 2-2-15,2 0 0 0,-4 0 0 16,0 0 0-16,-2 0 0 16,1 0 1-16,0 0-1 15,0 0 0-15,0-1 0 16,2-1 1-16,3 0-1 0,-2 0 0 15,2 0 0-15,2 0 1 16,1 0-1-16,0 2 1 16,-1 0-1-16,1 0 0 15,0 0 0-15,-1 0 0 16,1 0 0-16,0 0 1 16,4 0 0-16,1 0-2 0,3 0 2 15,2 0 0-15,1 0 1 16,1-1-1-16,0 1 2 15,3-2-2-15,-2 1 0 16,1 1 0-16,4-1-1 0,-2-1 0 16,3 2 1-16,-2 0-1 15,-1-2 0-15,-2 0 0 16,-2 0 0-16,-2 1 1 16,1-2-1-16,-1-1 0 15,-1 1 0-15,1-1 0 0,0-2 0 16,0 2 0-16,-2 1 0 15,0-1 0-15,-4 1 0 16,-2 0 0-16,-2 2 0 16,-6-1 0-16,-1 1 0 15,-2 1 0-15,-4 0 0 16,-2 0 0-16,-1 0 0 0,0 0-1 16,-6 1 0-16,4 2 2 15,-6-3-2-15,-1 1 1 16,0-1 0-16,-1 1 1 15,-1-1-4-15,0 0-4 16,0 0-19-16</inkml:trace>
  <inkml:trace contextRef="#ctx0" brushRef="#br0" timeOffset="-79233.66">21222 5591 6 0,'0'1'6'0,"0"2"9"0,0 0-1 16,0-1-3-16,2 1 1 0,2-2-3 15,0 2 0-15,-2 0 0 16,2-2 2-16,0 2-1 16,-1-2-1-16,1 1-4 15,2-1 2-15,-1 2 1 16,4-3 0-16,-2 3-3 15,2 0 0-15,4-1-2 16,-4 1 0-16,-1 0-2 0,2 1 0 16,-3 2-1-16,1-2 1 15,-2-1-1-15,1 0 0 16,0 1 0-16,0-1 2 0,0 1-2 16,0 0 0-16,2-1 1 15,-2-1-1-15,1 2 0 16,-3-1 0-16,2 0 1 15,0-2-1-15,-2 5 0 16,0-3 1-16,0 0 0 16,-1 2-1-16,1 0 1 0,-3 2-1 15,-2 3 0-15,0 4 1 16,-10 4 10-16,-7 9-3 16,-16 9-5-16,-19 15-3 15,-23 14 1-15,-24 15-2 16,-29 11-113-16</inkml:trace>
  <inkml:trace contextRef="#ctx0" brushRef="#br0" timeOffset="-77086.74">17304 13814 114 0,'0'0'5'0,"0"0"0"0,0 0-5 0,0 0-5 15,0 0-4-15,0 0-4 16,0 0 10-16,0 0 3 16,10-36 5-16,-10 34 10 15,0-1 1-15,0 3 5 0,0-3-7 16,0 1-8-16,0-1-4 15,0-3-2-15,0 0-1 16,-1-1 0-16,-1 0 1 16,-1 0 0-16,-1-1 1 15,0 0-1-15,-1 3 2 16,-4-2 0-16,4 3 1 0,-3-1 1 16,1 0 3-16,-2 2-1 15,2 1-1-15,-1 1 2 16,3 1 4-16,-4 0 2 15,1 0-5-15,2 0-5 16,-1 5-1-16,1 3 0 0,2 0-1 16,-4 1 0-16,4 2 0 15,0-1 0-15,1 3-1 16,2 2 1-16,-1 1-1 16,2 2 0-16,0 3 0 15,0 2 1-15,0 4-1 16,-1 0 0-16,0 3 1 0,0 1-2 15,-1 2 2-15,0-2-1 16,-2 1 1-16,1-1 0 16,0 0 0-16,1 0 0 15,-2 1 0-15,1-3-1 0,0 4 3 16,0 0-3-16,-2 0 2 16,1-1-2-16,0 2 0 15,1-3 0-15,-1-1 0 16,-1-3 0-16,1-3 1 15,-3 2-1-15,0-4 2 0,0-1-2 16,1-3 1-16,-1-1 0 16,1-3-1-16,-5-4 0 15,2-1 1-15,0-2-1 16,-3-2 1-16,-1-4 0 0,0-1 1 16,-1 0-5-1,0-5-4-15,1-5-10 0,1-1-6 16,1-3-19-16,3 0-13 15,-2-1-46-15</inkml:trace>
  <inkml:trace contextRef="#ctx0" brushRef="#br0" timeOffset="-76621.08">16931 14044 47 0,'0'0'4'0,"0"0"11"0,0 0 8 0,0 0-9 0,0 0-5 16,0 0-6-16,0 0-1 15,0 0 1-15,0 0 1 16,0 0 4-16,40-25 1 0,-28 25 1 16,-1 0-3-16,1 1 0 15,2 2 1-15,0 3-1 16,2-2 3-16,1 0-2 16,3-1-5-16,1 1 2 15,-2-1 2-15,0-2-1 16,0 1 1-16,1-2-2 15,-3 0-1-15,-2 0 0 0,5 0 0 16,-5 0-3-16,1-4 2 16,-1 0-2-16,-1-1-1 15,-3 1 1-15,0 0-3 16,-3-2 4-16,0 2-7 0,-3 1 0 16,-1-1-3-16,-2 0-25 15,-2-1-37-15</inkml:trace>
  <inkml:trace contextRef="#ctx0" brushRef="#br0" timeOffset="-75965.47">17300 13758 84 0,'0'0'3'0,"0"0"7"0,0 0 0 0,0 0-7 15,0 0-1-15,0 0 2 0,0 0 3 16,0 0 7-16,0 0 14 16,0 0-6-16,11-39-9 15,-13 33-7-15,-1 0 0 16,-4-1-1-16,1-2-4 15,-3 2-1-15,0 0 1 16,0 2-1-16,-3 1 0 0,1 1 3 16,0 3-2-16,-2 0 3 15,2 0-2-15,2 3-5 16,-3 6 6-16,2 3-4 16,3 3 4-16,-4 3-5 0,6 5 4 15,-2 4-2 1,3 4 0-16,0 6 1 0,2 1 1 15,-1 3-4-15,3 1 4 16,-1-3-4-16,0-2 4 16,-1-1-2-16,1-1 1 15,-1 0 0-15,2 0 0 0,-2 0-1 16,1-2 1-16,1 1-1 16,0 0 0-16,0-1 1 15,-1 1 0-15,1-3-1 16,-1-2 0-16,0-2 1 15,-1-3-1-15,0-6 1 16,1-2 1-16,-3-5-2 0,-3-1 1 16,0 0 1-16,-1-3-2 15,-3 1 1-15,-1-3 0 16,-3 1 1-16,0-2 1 16,0 2 0-16,-1-1-1 0,-1-2-3 15,-1 3 0-15,3-3-7 16,-1 0-18-16,0-2-42 15,-2-1-20-15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51:09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6497 5806 57 0,'0'0'9'0,"0"0"7"0,0 0-6 0,0 0-1 16,0 0 1-16,0 0 0 15,0 0-3-15,0 0 1 16,0 0-4-16,0 0 1 0,0 0 4 15,-28-15-4-15,27 15-2 16,1 0-8-16,-2 3 10 16,2 6-2-16,0-1-7 15,0 4 5-15,0 0-1 16,5 0-3-16,1-1 1 0,1-2 2 16,-2-2-3-16,-1-3 1 15,2-1 0-15,1-3 10 16,3 0 4-16,3-13 2 15,7-8 7-15,7-15-4 16,7-9-8-16,12-16-3 16,8-12-3-16,13-9 0 0,12-13-1 15,14-7 1-15,14-8 1 16,14-9-9-16,8-8-60 16</inkml:trace>
  <inkml:trace contextRef="#ctx0" brushRef="#br0" timeOffset="1147.11">18376 5712 20 0,'0'0'9'0,"0"0"9"0,48 0 11 0,-24-10-5 0,1-6-7 16,8-2 2-16,5-9 0 16,7-6-2-16,4-7-4 0,13-8 0 15,13-12-7 1,12-9 1-16,14-9-3 0,19-9-2 16,14-11-1-16,9-7-5 15,5-9-99-15</inkml:trace>
  <inkml:trace contextRef="#ctx0" brushRef="#br0" timeOffset="2833.39">11073 6940 9 0,'0'0'2'0,"0"0"13"0,0 0 1 0,0 0-2 0,0 0-4 16,0 0-2-16,0 0-1 16,0 0-4-16,38-14 0 15,-30 13-2-15,1-2 1 16,5-1 0-16,-3-1 3 0,5-2 0 16,3-8 3-16,8-8 3 15,9-10 5-15,16-11 2 16,17-13 0-16,22-16-4 15,28-17-8-15,26-11-1 16,30-15-1-16,19-13 2 16,12-14-91-16</inkml:trace>
  <inkml:trace contextRef="#ctx0" brushRef="#br0" timeOffset="3894.69">22470 6790 46 0,'0'0'0'0,"0"0"-2"0,0 0 3 16,0 0 4-16,0 0 6 15,0 0 1-15,0 0-6 0,0 0 0 16,0 0 4-16,0 0 2 16,8 31-4-16,-6-25-2 15,0-2-1-15,1 3-2 16,-1-6 1-16,5 1-1 15,1-2 8-15,7 0 17 0,9-14 5 16,13-6-16-16,8-9-7 16,15-6-2-16,12-8 1 15,13-8-3-15,5-4 0 16,10-5-3-16,5-1-2 16,6-1-15-16,-6-4-48 15,-5 2-59-15</inkml:trace>
  <inkml:trace contextRef="#ctx0" brushRef="#br0" timeOffset="5405.19">9519 8446 41 0,'0'0'1'0,"0"0"8"0,0 0 11 0,0 0-6 15,0 0-11-15,0 0-4 16,0 0-1-16,0 0 0 0,0 0-2 16,0 0 0-16,0 0 7 15,0 0 0-15,14 18-2 16,-6-8 0-16,2 1-1 15,4-1 1-15,2-1 0 16,5-5 1-16,6-4 0 16,2-1 0-16,9-17 4 15,11-14 4-15,16-15-1 0,15-14 0 16,21-17-5-16,19-16 0 16,21-14-1-16,15-10-1 15,15-11-12-15,7-10-118 16</inkml:trace>
  <inkml:trace contextRef="#ctx0" brushRef="#br0" timeOffset="6484.65">20020 8267 89 0,'0'0'2'0,"0"0"-1"0,0 0 1 0,0 0 0 16,0 0-2-16,40 20 3 0,-24-20 2 16,4-6 5-16,4-8 8 15,5-6 1-15,12-7 2 16,12-7-5-16,15-7-3 15,17-12 0-15,22-11 1 16,16-7-3-16,21-4-3 0,17-4-5 16,17 0 1-16,9 1-1 15,5 4-6-15,-4 3-72 16</inkml:trace>
  <inkml:trace contextRef="#ctx0" brushRef="#br0" timeOffset="9279.7">10449 9400 3 0,'-5'0'12'0,"-1"0"-3"0,-1 0-7 0,1 0 5 16,-2 3-5-16,2-2 13 15,-1 3-2-15,3-2-10 16,-2 1-2-16,4-1-1 0,1 0 0 16,1-2-1-16,0 2 2 15,0-2-6-15,0 1 1 16,0 0 6-16,0 0-1 15,0 1-1-15,3 0 1 16,1 0-1-16,2-1-1 16,-1 1 2-16,1-1 0 0,1 0-1 15,0 0 0-15,-2 2 3 16,1-1-3-16,-1-1 0 16,1 2 1-16,1-2 1 15,-2-1 0-15,3 1 1 0,-3-1 1 16,4 0 1-16,0 0-1 15,-2 0 0-15,3 0 1 16,0-5-2-16,-2 2 1 16,4-5 0-16,2-4 0 15,8-3 4-15,6-8 0 0,15-11-3 16,15-7-4-16,20-13 1 16,23-14-2-16,17-11-2 15,25-9-17-15,10-8-17 16</inkml:trace>
  <inkml:trace contextRef="#ctx0" brushRef="#br0" timeOffset="11027.62">20026 9484 96 0,'0'0'5'16,"0"0"5"-16,0 0-5 0,0 0-4 0,0 0-1 16,0 0 0-16,0 0-1 15,37-3 1-15,-27 3 0 16,-3 0 1-16,1 3-1 0,0 3 0 16,-1 2 0-16,3 1 0 15,-4-1 2-15,4 1-2 16,-3-2 0-16,2-3 1 15,2-2-1-15,2-2 0 0,3 0 3 16,8-12 15-16,7-9 12 16,15-12-11-16,14-8-8 15,15-10-4-15,19-9-2 16,17-6-3-16,16-5 0 16,20-5 0-16,10 2 1 15,12-2-6-15,4-5-59 0</inkml:trace>
  <inkml:trace contextRef="#ctx0" brushRef="#br0" timeOffset="15995.45">7979 10988 31 0,'2'-3'5'0,"0"1"4"0,-1 0-4 0,0 1-2 0,0 1 0 16,2 0-3-16,-3 0-2 15,4 0 4-15,-2 0-1 16,2 0 0-16,3 4 0 16,2 0 0-16,-2 0 1 0,2 1 0 15,0 2 0-15,2-3 2 16,-2 3 0-16,0 0 0 16,1-1 1-16,2-3 0 15,-1 1-1-15,3-4 4 16,3 0 1-16,4-4 4 0,3-12 4 15,8-8 2 1,10-13-1-16,14-13-7 0,15-11-6 16,18-17 1-16,26-17-1 15,19-17-2-15,20-13-18 16,14-14-87-16</inkml:trace>
  <inkml:trace contextRef="#ctx0" brushRef="#br0" timeOffset="17527.82">22992 10710 112 0,'0'0'3'0,"0"0"2"0,0 0-3 0,0 0-1 16,0 0-1-16,0 0-1 16,0 0-2-16,0 0 0 15,38 0 4-15,-36 5 1 0,0 2-2 16,1 1 0-16,1-1 1 16,0 0-1-16,2-1 1 15,0-1-1-15,-2 1 1 16,2-2 0-16,1 0-1 15,1-1 0-15,1-3 2 0,1 0 1 16,5-4 10-16,5-12 8 16,8-5-1-16,9-9-4 15,13-10-4-15,10-11-1 16,14-6-6-16,13-9-2 16,13-5-1-16,6-7-2 15,0-3-17-15,4-3-89 16</inkml:trace>
  <inkml:trace contextRef="#ctx0" brushRef="#br0" timeOffset="19079.95">10571 12178 16 0,'8'-8'7'0,"-3"-2"3"0,1 1-1 0,-2 2 0 0,0 0 2 16,1 0 0-16,-3 4 2 15,1-1 0-15,-3 2-1 16,2 2-8-16,-1 0-3 0,1 0-4 16,2 0 0-16,0 2 0 15,1 5 0-15,3 2 1 16,0 0 1-16,3 3 1 15,1-1 0-15,3 1 0 16,0-1 1-16,3-3-1 16,-3 0 0-16,1-3 0 0,2-2 4 15,-2-3 0-15,4 0 7 16,2-10 1-16,7-8 4 16,9-11 0-16,9-9-5 15,14-12-3-15,13-11-5 16,14-10 0-16,20-15-2 15,15-10 0-15,20-9 0 0,16-8-2 16,16-10-21-16,15-8-46 16</inkml:trace>
  <inkml:trace contextRef="#ctx0" brushRef="#br0" timeOffset="20242.7">22710 12026 62 0,'0'0'5'0,"0"0"-2"0,0 0 1 16,0 0 3-16,9 40-1 15,-2-27 1-15,2-2-2 16,3 1-1-16,1-4 2 0,-1-1-2 16,1-2-1-16,-1-4 5 15,-1-1 2-15,2-4 17 16,6-9 2-16,1-10-6 15,11-7-10-15,12-8-5 16,8-10-5-16,16-9-1 16,12-12-1-16,19-10-1 0,20-5 0 15,10-8 0-15,11-5-4 16,6-5-78-16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52:26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17362 14757 106 0,'-4'0'17'0,"1"0"-10"0,2 0 9 0,-1 0-12 16,1 0-3-16,1 3-3 16,-3 1 3-16,3 1-1 15,0 2 0-15,0 1 1 0,0 1 0 16,6 0-1-16,2 2-1 15,5-1 3-15,3 0-1 16,2 1 2-16,6-1-2 16,3-1 1-16,3-4 1 0,1 1 4 15,4-5 8-15,1 1 0 16,3-2-3-16,4 0 1 16,0 0-1-16,4-2-4 15,-2-3-4-15,2 0-3 16,-5 1 0-16,-1-2-1 15,-6 1-3-15,-1-1-21 16,-5-1-40-16,-4-3-25 0</inkml:trace>
  <inkml:trace contextRef="#ctx0" brushRef="#br0" timeOffset="296.54">18050 14730 174 0,'0'0'0'0,"0"0"3"0,41 4 2 0,-28 5-4 0,0 3-2 16,-3 5-4-16,-2 4 6 16,-4 4-2-16,-3 4 0 15,-1 1-1-15,-5 1-23 16,-8-5-48-16</inkml:trace>
  <inkml:trace contextRef="#ctx0" brushRef="#br0" timeOffset="1324.69">18785 14705 74 0,'0'0'15'0,"0"0"17"0,0 0-6 0,0 0-16 16,0 0 9-16,0 0 3 15,-8-37-6-15,3 31-7 16,1 2-5-16,-1 1-2 16,-1 3-2-16,-1 0-1 15,-1 0 0-15,-3 0 1 16,1 3-1-16,-1 4 1 0,-3 2 1 16,1 1-1-16,-1 1 0 15,1 2-1-15,2-2 2 16,0 2-1-16,4-2 0 15,-1-2 1-15,5-1-1 16,1-2 0-16,2 1 3 0,0-1-3 16,0-2 0-16,2 0 0 15,7 2 0-15,2-4 0 16,3 0 0-16,3-2-2 16,4 0-8-16,3 0-43 0,-4 0-27 15</inkml:trace>
  <inkml:trace contextRef="#ctx0" brushRef="#br0" timeOffset="2521.32">19003 14734 96 0,'-5'-1'8'0,"-3"-3"17"0,3 1-8 0,-3 2-11 15,2 1-3-15,0 0 1 16,-1 0-2-16,-2 0-1 16,0 1 0-16,0 6-1 15,-5 2 0-15,2-1 0 16,1 1 0-16,-1-2-1 16,5 3 0-16,0-2 0 0,4 0 1 15,2-3-1-15,1 2-1 16,0-2 0-16,8-1 0 15,4-3-5-15,3-1 5 16,4 0-1-16,2 0 0 0,1 0-2 16,-3-7 1-16,1 1 5 15,-1-2 2-15,-4-2 0 16,0 0 9-16,-3 1-1 16,-1-1-4-16,-2-1 4 15,-4 1 1-15,-5 0-1 0,0 2 0 16,0 1-1-16,-12 1-9 15,-3 5-7 1,-2 1-12-16,-4 0-1 0,0 8 5 16,-1 2-11-16,5-1-16 15</inkml:trace>
  <inkml:trace contextRef="#ctx0" brushRef="#br0" timeOffset="2962.71">19250 14650 87 0,'0'0'3'0,"0"0"4"0,0 0 0 16,0 0-4-16,0 0 0 15,0 0 3-15,0 0 7 0,0 0-7 16,36 51-5-16,-34-37 1 15,0 1-1-15,0-2 0 16,0 0 0-16,0-3-2 16,2-1 2-16,-4-2-1 15,0-2 0-15,0 1-3 0,0-4 1 16,0-1 1-16,0-1 2 16,0 0 4-16,0-1 7 15,0-7 9-15,0-2-11 16,8-3-2-16,3-1 4 15,4-2-3-15,1 1-4 0,3 1 0 16,-1 2-3-16,-3 1 0 16,2 5-1-16,-2 2-1 15,0 4 1-15,-2 0-1 16,-1 0-1-16,0 10 0 16,-1-1-3-16,2 2-17 15,-4-2-16-15,0-1-12 16,-1-5-20-16</inkml:trace>
  <inkml:trace contextRef="#ctx0" brushRef="#br0" timeOffset="3502.72">19666 14559 1 0,'0'0'53'0,"0"0"-41"0,0 0 0 0,-40 46-5 0,34-28-4 15,0 0 0-15,4 0 0 16,2-1 0-16,0-2 4 15,5-4 11-15,4 0-12 16,6-3 0-16,3-3 1 16,1-2 4-16,5-3-4 0,-1 0-3 15,0 0-2-15,3-4 9 16,-1-5-10-16,1-1-1 16,-2-3-1-16,-1-1-2 15,0-1-12-15,-5-1-2 0,-1-1-2 16,-4 1 8-16,-4 1 9 15,-3-1 3-15,-1 5 0 16,-5 2 0-16,0 1 0 16,0 2 8-16,0 3-5 15,-7 3-3-15,1 0-1 16,-2 1 0-16,0 8 0 16,0 3 1-16,3 0-1 0,1 3 1 15,2 0-1-15,2-1 0 16,0 0 1-16,4-1 1 15,5-1-1-15,6-4-1 16,0-3-11-16,4-3-20 0</inkml:trace>
  <inkml:trace contextRef="#ctx0" brushRef="#br0" timeOffset="4000.85">20159 14536 130 0,'0'0'5'0,"0"0"-5"0,0 0 0 0,0 0 1 16,-2 44-1-16,1-27 1 16,1 2 0-16,0 2 0 15,0 0 0-15,0-1-1 16,0 0 1-16,0-3-1 15,0-3 0-15,1-1 0 0,2-5-1 16,0-3-9-16,1-3-9 16,-2-2-1-16,0 0 5 15,0-3 8-15,0-8-20 16,-1-3 0-16,-1-3 26 16,0-4 1-16,1-1 8 15,0 0 9-15,1-4 3 0,0 5 4 16,2 0-3-16,-2 3 2 15,3 3 9-15,0 2-6 16,0 3-3-16,3 2-7 16,2 2-5-16,1 0-7 15,3 3-1-15,-1 1-2 0,0 2-1 16,2 0-1-16,-4 10-1 16,-1 2-11-16,-5 2 7 15,-3 3 8-15,0 1-4 16,-2-1-2-16,0 1-1 15,-4-6-8-15,-1-1-8 16,-5-4-11-16,4-4-12 0</inkml:trace>
  <inkml:trace contextRef="#ctx0" brushRef="#br0" timeOffset="4235.95">20410 14408 152 0,'0'0'-1'0,"0"0"1"0,0 0 1 0,0 0-1 16,1 40 1-16,-1-22 0 16,0 4 2-16,0 0-2 15,4 1-1-15,-2 0 0 16,1-3 0-16,-1-3 0 0,0-5-25 15,-2-4-34-15</inkml:trace>
  <inkml:trace contextRef="#ctx0" brushRef="#br0" timeOffset="4435.51">20363 14566 240 0,'0'0'-5'15,"0"0"7"-15,0 0-2 16,0 0-21-16,0 0-24 16,44-37 3-16,-28 31 20 0,3 5 15 15,-2-1 6-15,2 2 1 16,1 0 0-16,-5 0-16 16,2 0-41-16</inkml:trace>
  <inkml:trace contextRef="#ctx0" brushRef="#br0" timeOffset="4536.79">20603 14601 24 0,'0'0'9'0,"0"0"-5"15,0 0-2-15,0 0-6 16</inkml:trace>
  <inkml:trace contextRef="#ctx0" brushRef="#br0" timeOffset="5595.25">21405 14556 24 0,'0'0'9'0,"0"0"4"0,0 0 5 0,0 0-4 16,0 0-4-16,0 0-2 16,0 0 5-16,0 0-3 15,0 0 1-15,0 0 3 16,-13-3 2-16,9 0-3 16,3-1-7-16,0 1-2 15,1-1-2-15,0-2-2 0,0 2-8 16,0-4-17-16,0 1 6 15,6-2-1-15,-1-3 6 16,3-1 4-16,-1 1 2 16,5-4-4-16,0 1 9 15,2-1-1-15,-1-1 3 0,2 0 3 16,1 1 4-16,3 1 8 16,0-1 4-16,2 2 5 15,2-2-15-15,0 2-4 16,0 0-1-16,4 1 0 15,-1 0 5-15,0 2 3 0,3 2-4 16,1-1-1-16,2 3-6 16,1 0 1-16,0 0-1 15,2 0 0-15,2 3 0 16,-4-2 0-16,3 0 0 0,0 1 1 16,0-2 0-16,0 1 2 15,0 0 4-15,2 0 1 16,2-1-4-16,-2 2-1 15,-2-1-3-15,0-1 1 16,-3 1-1-16,0 0 0 0,-4 0 1 16,-2 0-1-16,-4 1 1 15,2 1-1-15,-4 0 0 16,-2 0 0-16,-1 1 1 16,1-1-4-16,-4 2 3 15,0-1-7-15,-1 1-22 0,-3-1-9 16,-3-2-17-16</inkml:trace>
  <inkml:trace contextRef="#ctx0" brushRef="#br0" timeOffset="5985.83">22605 14002 70 0,'0'0'24'0,"0"0"-18"0,0 0-2 0,0 0 4 15,0 0-1-15,0 0-2 16,0 0 1-16,44 11-1 16,-34-8 0-16,-1 3-3 15,0 1 0-15,2 0-1 0,0-3-1 16,-4 4 0-16,2 1-1 16,-5 2-2-16,-3-2 3 15,-1 3-1-15,-2 2 1 16,-12 1 0-16,-8 5-1 0,-9 0-5 15,-10 2-31-15</inkml:trace>
  <inkml:trace contextRef="#ctx0" brushRef="#br0" timeOffset="7323.98">17682 15496 53 0,'-9'-3'54'0,"0"-1"-44"0,-2 1 13 0,4 0-8 0,0 3-8 16,3 0-1-16,-2 0-2 15,0 0-1-15,2 1-3 16,0 5 0-16,3 3-1 16,0-1 0-16,1 1-4 15,0 1-5-15,4 0 0 16,5-3 6-16,5 1 0 16,2-2 3-16,5 1 1 0,2-1 1 15,3-1-2-15,4 0 3 16,3-4-2-16,2 2 1 15,1-3-1-15,0 0 0 16,1 0 0-16,3 0 3 16,-1 0-1-16,2-4 0 0,3-3-1 15,-1 0 0-15,1-2 0 16,-4-1-1-16,-3 2 0 16,-5-1-8-16,-6-1-16 15,-4 2-14-15</inkml:trace>
  <inkml:trace contextRef="#ctx0" brushRef="#br0" timeOffset="7516.85">18301 15408 184 0,'0'0'4'0,"0"0"-20"16,0 0 15-16,0 0 2 15,43 28-2-15,-28-10 0 16,1 3-12-16,-4 4-3 0,-3 2-10 16,-2 0-33-16</inkml:trace>
  <inkml:trace contextRef="#ctx0" brushRef="#br0" timeOffset="8549.21">18922 15450 69 0,'0'0'14'0,"0"0"15"0,0 0 6 0,0 0-5 0,0 0-20 16,0 0-7-16,0 0-5 16,0 0-3-16,0 0 2 15,0 0 1-15,0 0 0 16,0 0 0-16,-15 37 1 0,15-31 1 16,0 1-1-16,0 2 1 15,4-5-2-15,2 3-3 16,2 0 0-16,0-2-2 15,-1 0 3-15,0-2 0 16,4 0 1-16,-1-2 2 16,-2-1 0-16,4 0-1 0,-2 0 3 15,-2 0 0-15,3 0-1 16,-1-7 5-16,-2 1 1 16,3-2 1-16,-1-2 1 15,1 1-3-15,1-6-2 16,0 1 1-16,5-3-3 15,-2-3 0-15,4-2-2 0,2-3 1 16,0-1 1-16,4-1-2 16,1 0 0-16,2 0 0 15,-1 1-2-15,1 4-11 16,-1-1-18-16,-3 6-54 0</inkml:trace>
  <inkml:trace contextRef="#ctx0" brushRef="#br0" timeOffset="9232.73">19457 15446 69 0,'0'0'4'0,"0"0"-3"0,0 0 0 0,0 0-1 16,0 0-1-16,13 40 1 15,-6-36 0-15,-1 2 0 16,-1-2 1-16,1 0 2 15,0-2 11-15,2-1 0 0,1-1-8 16,0 0-3-16,3 0-4 16,2 0 2-16,-1-3-1 15,5-6-1-15,3 0 1 16,-1-2 1-16,5-5 0 16,2 0 10-16,5-3 1 0,2-4-5 15,6-1-3-15,1-2-3 16,4-1-3-16,0 0-14 15,-2 2-47-15</inkml:trace>
  <inkml:trace contextRef="#ctx0" brushRef="#br0" timeOffset="9626.2">20228 15399 60 0,'0'0'17'0,"0"0"-11"0,0 0-2 16,0 0-3-16,0 0 0 0,0 0-1 15,0 0 1-15,0 0 0 16,-3 42-1-16,5-34 1 16,3-1 1-16,2-1-2 15,4-2 1-15,-2-2 0 0,5-2-2 16,3 0-2-16,2-2 2 15,1-5-11 1,4-6-10-16,3 0-11 0</inkml:trace>
  <inkml:trace contextRef="#ctx0" brushRef="#br0" timeOffset="9688.5">20482 15370 7 0,'39'-29'33'0,"7"2"-7"0,-2-3-15 16,4 0-6-16,3-1-6 16,0 1-26-16</inkml:trace>
  <inkml:trace contextRef="#ctx0" brushRef="#br0" timeOffset="10606.97">18016 16268 87 0,'0'0'3'0,"72"-14"14"0,-29 4 0 0,2-1-9 0,3 1-7 16,-1-3-1-16,-2 4-5 15,-3 0-7-15,-4 1-3 16,-4 0 5-16,-7 4-9 15,-2-3-53-15</inkml:trace>
  <inkml:trace contextRef="#ctx0" brushRef="#br0" timeOffset="10841.91">18426 16107 160 0,'0'0'33'0,"0"0"-20"16,0 0 19-16,0 0-27 15,0 0-4-15,0 0-1 0,0 0 4 16,38-5-3-16,-25 21 0 16,-2 6 0-16,-1 4 0 15,-4 10-3-15,-6 5-10 16,-2 0-52-16</inkml:trace>
  <inkml:trace contextRef="#ctx0" brushRef="#br0" timeOffset="11510.4">19304 16011 16 0,'0'0'32'0,"0"0"-27"0,-10 43-4 0,8-23-1 16,0-1 0-16,2-1 0 16,0 1-12-16</inkml:trace>
  <inkml:trace contextRef="#ctx0" brushRef="#br0" timeOffset="16514.75">19022 16122 54 0,'-1'0'19'0,"-1"0"7"0,-1 0 1 0,1 0-5 0,-1 0-7 16,3 0 2-16,-3-3-1 15,2-1-3-15,-1 2 1 16,0 0-6-16,2-1-4 15,-1 2-3-15,0 1-1 16,1 0 0-16,0 0-2 16,-1 0-5-16,-4 6 5 0,2 6 2 15,-2 7 0-15,-1 3 0 16,0 5-2-16,4 0 4 16,0 2-2-16,-2-4 0 15,4-2 1-15,0-5-1 16,0-3 0-16,6-4 1 0,0-2-1 15,7-4 0-15,0-3-5 16,4-2-17-16,-1 0-24 16,2-6-35-16</inkml:trace>
  <inkml:trace contextRef="#ctx0" brushRef="#br0" timeOffset="16843.81">19152 16229 199 0,'0'0'5'0,"0"0"2"16,0 0-5-16,0 0-2 16,0 0 1-16,-40 44 0 0,33-27-1 15,5-3 1-15,2 0-2 16,0-1 1-16,0-3-2 16,9-3-3-16,0-4-5 15,-1-2 3-15,3-1 3 16,-1-1 3-16,-1-7 2 0,2-2 2 15,-2-1-3-15,-2-4 1 16,-1 2 0-16,-4-1 5 16,-2-2 10-16,0 2-2 15,0 0 2-15,-2 1-2 0,-6 2-7 16,3 4-4-16,-5 4-2 16,0 3-4-16,1 4-12 15,0 10-19-15,-2 2-33 16,2 0-47-16</inkml:trace>
  <inkml:trace contextRef="#ctx0" brushRef="#br0" timeOffset="17203.74">19403 16172 170 0,'0'0'17'0,"0"0"11"0,0 0-22 0,-43-4-5 16,31 5-2-16,1 9 1 16,1 1 0-16,0 1 0 15,1 6-2-15,3-1 2 16,2 0-1-16,2 1 0 0,2-4 0 15,0-2-2-15,1-3-2 16,6-1-1-16,0-5-5 16,2-1-6-16,2-2 13 15,2-2 2-15,1-12 2 16,-1 0-3-16,1-6 0 16,-1-4-1-16,0-3-16 15,-3-2-16-15,-2-2-19 0</inkml:trace>
  <inkml:trace contextRef="#ctx0" brushRef="#br0" timeOffset="17408.61">19434 15979 75 0,'0'0'24'0,"0"0"12"0,0 0 2 15,-19-37-20-15,15 37-11 16,0 0-9-16,0 8 4 16,1 7-2-16,-1 6-3 15,0 3 3-15,2 5 1 16,1 0 1-16,1 2-2 0,0 1 2 15,0-4-1-15,7 1-1 16,0-4 0-16,1-1-8 16,2-6-26-16,-2-4-15 15,3-6-32-15</inkml:trace>
  <inkml:trace contextRef="#ctx0" brushRef="#br0" timeOffset="17773.58">19538 16236 158 0,'0'0'9'0,"0"0"-3"15,0 0-3-15,0 0-3 16,0 0-2-16,0 0 0 16,0 0-2-16,0 0 4 15,8-13 0-15,-2 5 0 0,-1-2-1 16,3-2 2-16,-2 1-1 15,0-2 0-15,-3 1 0 16,-1 0 2-16,-2 4-1 16,0 0 0-16,0 3 4 15,-2 0 4-15,-5 5 6 16,-1 0-2-16,-3 0-3 0,1 9-6 16,2 4-3-16,0 2 1 15,1 5-2-15,3-1 0 16,3-1 0-16,1 2 1 15,0-3-1-15,5-3 2 16,4-2-4-16,9-4-8 0,-1-5-25 16,4-3-26-16,4 0-65 15</inkml:trace>
  <inkml:trace contextRef="#ctx0" brushRef="#br0" timeOffset="18300.53">19872 16208 91 0,'0'0'8'0,"0"0"-3"0,0 0-5 0,0 0-3 0,0 0-1 16,0 0 1-16,0 0 0 15,0 0 4-15,0 0 2 16,0 0 1-16,33 5-3 16,-21-5 3-16,-1-1 1 0,5-3 0 15,1-2 2-15,0 3 2 16,1-4 6-16,5-1 0 16,0 0 5-16,2 1-9 15,0-3 2-15,-1 3-3 16,2 0-7-16,-1 0-2 0,-3 1 2 15,1 2-3-15,1-2 1 16,-3 3-1-16,3-1 0 16,-5 2 0-16,2 1-1 15,-5 0-3-15,0 0-27 16,-4-2-15-16,-2 0-23 16</inkml:trace>
  <inkml:trace contextRef="#ctx0" brushRef="#br0" timeOffset="18826.89">20270 15986 46 0,'0'0'-1'0,"0"0"2"0,0 0 0 15,0 0 0-15,0 0 3 16,0 0 4-16,0 0-2 0,0 0-3 16,0 0 2-16,0 0 0 15,14 4-1-15,-12-2-1 16,2 0-1-16,1 1 0 16,1 2 3-16,2-2 1 15,2 2 2-15,0 1 0 16,2-2-2-16,0 3-2 0,1-1-3 15,0 0 1-15,-2 1 0 16,-1-1-1-16,-3 3-1 16,1-2 0-16,-6 3 0 15,-2 1 0-15,0 2-1 16,-9 3 8-16,-8 4 0 0,-7 1-4 16,-7 6-3-16,-6-1-15 15,-5 2-44-15</inkml:trace>
  <inkml:trace contextRef="#ctx0" brushRef="#br0" timeOffset="20456.93">19431 15872 31 0,'0'0'2'0,"0"0"0"0,0 0 1 16,0 0 5-16,0 0 6 15,0 0-4-15,0 0-5 16,0 0 1-16,0 0-5 0,0 0-1 16,0 0 0-16,0 0-3 15,-39-11 2-15,32 8 1 16,-4 3 0-16,0-1 0 15,-2 0 1-15,0 0-1 16,0 0 0-16,-1-2 2 16,1 3 0-16,-2 0 1 15,2-1 5-15,-2 0-3 0,2 1-1 16,-1 0 0-16,0 0-3 16,1 0 0-16,-1 0 0 15,0 0-1-15,0 0 0 16,0 0 1-16,0 0-1 0,-1 0 0 15,-1 2-1-15,0 1 2 16,0 1-2-16,-2 2 1 16,1 0 0-16,-1 1 0 15,-2 0 0-15,1 0 0 16,2 1 0-16,-5 0 0 0,1 1 0 16,2 1 0-16,0 2-1 15,2 0 2-15,-3 0 0 16,1 2 0-16,0 3 1 15,1 1-1-15,2 1 1 16,-2-1-2-16,0 2 2 0,5 3-1 16,-3-2 0-16,5 1 0 15,0 2 0-15,-3 0-1 16,3-4 2-16,-2 4-1 16,4-6 1-16,0 0 4 15,2 0-3-15,0-2 0 0,2 1 1 16,2 0-3-16,2 1 0 15,1-1 1-15,0 0-1 16,0 0 1-16,3 0-1 16,8 0 0-16,0-1 0 15,0-2 3-15,3 3 1 16,1-3-2-16,3 3 2 0,-1-3-3 16,2-1-1-16,1 1 2 15,0-1-2-15,1-1-1 16,-1-2 1-16,0 1-2 15,2-4 0-15,-2 1 0 16,0-2 2-16,1-3 0 0,-1-1 0 16,1-1 3-16,-1-1-2 15,1 0 1-15,-1 0-2 16,2 0 1-16,-1 0-2 16,0 0 1-16,4-1-1 15,0-1 0-15,-2-2 0 16,3 0 0-16,0-1-1 15,-1 1 0-15,0 1 1 0,-2-1 0 16,-2 1 0-16,0-1 0 16,-1 1 0-16,-2-1 0 15,2 0 1-15,-4-2-1 0,-1 4-1 16,1-3 2-16,-3-1-1 16,0-1 0-16,0-1 0 15,1-2 1-15,-2-1 2 16,1-1 1-16,-2-4-1 15,2 2 1-15,-1-2-1 0,0-2-2 16,-2-1 0-16,1 1-1 16,0-3 0-16,-1 2 1 15,1-4-1-15,0 2 0 16,0-1 0-16,-3-1 0 16,2-1 0-16,-1-1 1 0,-4 0-1 15,-1 0 0-15,0-3 0 16,-4 1 1-16,0-2-1 15,0-1 0-15,-8 1 1 16,-3-1-1-16,-5 1 0 16,-2 2 2-16,-7 1 0 0,-1 3 1 15,-3 4-4-15,-4 1 1 16,0 6-10-16,-3 4-14 16,1 4-3-16,-2 4 6 15,4 0-16-15,0 2-65 16</inkml:trace>
  <inkml:trace contextRef="#ctx0" brushRef="#br0" timeOffset="23006.51">20725 15962 58 0,'0'-3'23'0,"0"0"8"0,0 2-2 16,0-2 0-16,0 1-7 0,0 1-4 15,0 0-6-15,0-1 1 16,0 2-7-16,0 0-3 15,0 3-6-15,0 6 3 16,0 5-1-16,0 3 0 16,-1 3 2-16,-1 1-5 15,1-1 5-15,1-2 0 0,0-2-1 16,0-2 1-16,0-5-1 16,1-1 0-16,5-4 0 15,3-1-1-15,2-3 0 16,0 0 0-16,3-3 0 15,1-6-2-15,1-2 2 16,-3-4 1-16,3 3 0 0,-2-3 0 16,-2 2-2-16,0 0 2 15,-5 2 0-15,-1 5-1 16,-3 2 0-16,-1 1 1 16,-2 3-2-16,0 0-5 0,0 4 1 15,0 5 6-15,0 1 1 16,0-1 0-16,2 0-1 15,3-3 1-15,0-1 0 16,0-3 0-16,3-2 0 16,0 0-1-16,2 0-1 15,-1-7 2-15,1-3 4 0,0 0-3 16,-1-1 5-16,-3-2-1 16,0 0 0-16,-3-1 4 15,-1 0-5-15,-1 1 0 16,-1 1-4-16,0 1-1 0,0 1-1 15,0 3-15-15,0 3-9 16,0 1-10-16,0 2-32 16</inkml:trace>
  <inkml:trace contextRef="#ctx0" brushRef="#br0" timeOffset="23382.72">21042 15987 85 0,'0'0'3'0,"0"0"5"0,0 0 2 16,42 0-5-16,-31-3-3 0,3-1-2 15,-1-3 1-15,-2 1-2 16,0-3 2-16,-5 0 0 16,0-1 23-16,-1 0 2 15,-5 0-7-15,0 0-1 16,0 0-3-16,0 3 3 0,-4 2-8 15,-4 2-7-15,-1 3-3 16,-3 0-3-16,-1 2 3 16,-1 9-1-16,1 4 1 15,1 6 0-15,2 1 0 16,3 2 0-16,5-3 0 0,2 1 3 16,0-3-3-16,6-4 1 15,3-3 0-15,4-3 0 16,1-5 1-16,6-4-4 15,3 0 1-15,1-4-20 16,3-12-35-16,0-5-53 16</inkml:trace>
  <inkml:trace contextRef="#ctx0" brushRef="#br0" timeOffset="23918.44">21271 15733 152 0,'0'0'7'0,"0"0"14"16,0 0-3-16,0 0-8 16,0 0-3-16,0 0-5 15,0 0-3-15,0 0 0 16,0 0 1-16,-24 33 0 16,24-5 0-16,0 0 0 0,0 1 0 15,1 0 0-15,2-2 1 16,1-1-1-16,-1-4 0 15,0-5-1-15,-1-2-5 16,0-5-2-16,-2-3 0 0,0-4 2 16,1-3 1-16,2 0-1 15,-1 0 7-15,1-5 6 16,1-5 1-16,3-2 4 16,4 0-1-16,-5 0-4 0,3 5-5 15,-2-1 0-15,2 3-1 16,-3 2 1-16,2 1 0 15,0 2-1-15,2 0-1 16,-1 0 0-16,-1 5 0 16,0 2 0-16,0 2 0 15,-6 1 4-15,0 1-5 0,-2-1 0 16,0 0 1-16,0-1-2 16,-7-1 2-16,-1-1 0 15,-4-1 2-15,2 1-2 16,-3-3 2-16,1-1-1 15,-2 1 0-15,3 1-1 0,-2-1 0 16,-1-2-1 0,3 2-4-16,0-3-3 0,6-1-5 15,1 0-8-15,4 0-22 16,1-10-80-16</inkml:trace>
  <inkml:trace contextRef="#ctx0" brushRef="#br0" timeOffset="24147.05">21510 15887 104 0,'0'0'15'0,"0"0"13"0,0 0-23 0,0 0-3 15,0 0 9-15,0 0 3 16,0 0-6-16,-11 46-6 15,10-34 0-15,1-1-1 0,0-1 3 16,0-3-4-16,2 0-6 16,4-6-37-16,1-1-44 15</inkml:trace>
  <inkml:trace contextRef="#ctx0" brushRef="#br0" timeOffset="24295.93">21492 15786 203 0,'0'0'-2'16,"0"0"7"-16,0 0-7 15,0 0-36-15,0 0-17 16,0 0-18-16</inkml:trace>
  <inkml:trace contextRef="#ctx0" brushRef="#br0" timeOffset="24879.31">21602 15895 119 0,'0'0'4'16,"0"0"19"-16,0 0-3 15,0 0 0-15,0 0-6 16,0 0-8-16,0 0-2 15,0 0-1-15,2-5-2 16,1 3 0-16,-1 0 0 0,2-2 1 16,-2 2 1-16,1 0 1 15,0 1-2-15,2-1 0 16,-1 1 1-16,6 1-1 16,-5 0-2-16,3 0 0 0,-1 0 0 15,2 4 0-15,-2 4 0 16,1-2 0-16,-4 4 0 15,0 0 0-15,0 0-2 16,-4-1-4-16,0-1-4 16,0-1-2-16,0-2-3 15,0-1 9-15,-5-3 3 0,1-1 2 16,-1 0 1-16,0 0 0 16,1 0 1-16,0 0 1 15,2-6 1-15,2 0 0 16,0-2-1-16,0-1 0 15,0 0-2-15,4-2 7 0,5 2 0 16,1-2 2 0,3 1-7-16,2 3-3 0,1 0 3 15,-1 1-2-15,-2 3 1 16,-1 1 1-16,0 2-2 16,-4 0 0-16,0 4-3 15,-1 7 9-15,-2 1-6 0,2 1-1 16,-5 1 0-16,2 2-8 15,1-2-24-15,-3-4-1 16,2-2-1-16,3-4-47 16</inkml:trace>
  <inkml:trace contextRef="#ctx0" brushRef="#br0" timeOffset="25328.01">22022 15843 235 0,'0'0'-9'16,"0"0"23"-16,0 0-4 0,0 0-5 0,0 0-1 15,0 0-4-15,0 0 0 16,-36-36-1-16,23 36 2 16,-1 4-1-16,-1 4 0 0,1 3 0 15,2 2-1-15,3-1 2 16,3 0-2-16,4-2 0 15,2 0-3-15,0-3-5 16,2-2 0-16,7-2-4 16,0 0 1-16,1-3 1 0,3 0-1 15,0 0 5-15,1-3 3 16,-1-4 4-16,-2-2 0 16,0-2 6-16,-2 1-3 15,-1 1-1-15,-2 0 1 16,-1 1 3-16,-2 0 0 15,0 4 2-15,-3 0 5 0,0 3 2 16,0-1-4-16,0 2-6 16,0 0-3-16,0 0-3 15,0 6 1-15,2 2-2 16,1 2 0-16,1 0-11 0,3 1-11 16,0-3-13-16,1-2-16 15,1-1-12-15</inkml:trace>
  <inkml:trace contextRef="#ctx0" brushRef="#br0" timeOffset="25732.97">22128 15813 172 0,'0'0'12'0,"0"0"21"0,0 0-22 0,0 0-2 16,0 0-6-16,23-40-1 0,-16 37-1 15,0-1 3-15,0 4-4 16,1 0 1-16,4 0-2 16,-3 4-1-16,0 5-1 15,2 1-7-15,-2 1 5 16,-2 0 0-16,1 1 1 0,-4-4 0 16,-1 2 2-16,-2-2-1 15,0-2-1-15,-1-3 3 16,0 1 1-16,0-3 0 15,0-1 0-15,-3 0 2 16,0 0 0-16,-3-1 1 0,3-5 1 16,-1-3 8-16,3-2-1 15,1-1 0-15,0-3-4 16,0-1-1-16,0-1-1 16,1 2-2-16,5 0-3 15,3 0 0-15,0 4-4 0,2 3-14 16,1 1-13-16,-2 2-36 15,1 0-35-15</inkml:trace>
  <inkml:trace contextRef="#ctx0" brushRef="#br0" timeOffset="26175.02">22480 15705 113 0,'0'0'3'0,"0"0"1"0,0 0-2 0,0 0-1 0,5-37 4 16,-5 30 15-16,-1 1 5 15,-3 0-12-15,-1 1 6 16,2 1-6-16,-1 0-3 16,1 2-4-16,-1 2-4 0,1 0-3 15,-1 0-2-15,-1 0 0 16,0 4 0-16,1 6-1 15,-5-3 4-15,5 4 0 16,1-2-1-16,1 0 2 16,1 0-2-16,1 0 1 15,0-2-3-15,0 0 1 0,5-1 2 16,-1-2 0-16,4 2 1 16,-3-1 0-16,0 1 0 15,1 0 1-15,-1-1-2 16,3 0 0-16,-5-1 0 15,-1 2 0-15,0-1 1 0,-2 1-2 16,0 0-1-16,-3 1 1 16,-8-3 1-16,0 3 0 15,-4-2-2-15,-1 1-1 16,-2-3-36-16,-2-1-45 0</inkml:trace>
  <inkml:trace contextRef="#ctx0" brushRef="#br0" timeOffset="27557.65">20693 16291 114 0,'0'0'3'0,"0"0"14"0,0 0 3 0,0 0-16 15,0 0-3-15,0 0-1 0,0 0 1 16,0 0-1-16,0 0-1 16,0 0 2-16,0 0-2 15,0 0 1-15,-19 16-1 16,31-13 0-16,5 0 2 15,1-2 0-15,3 0 0 0,2 1-2 16,5-1 2 0,1 1 0-16,1 1 0 15,4 0-1-15,-1-1 0 0,5 0 1 16,4-2-1-16,3 0 0 16,6 0-1-16,5 0 1 0,2-2 0 15,2-1 0-15,1-2-1 16,1-1 0-16,-3-1 1 15,1 1-1-15,-3-1 4 16,-2 0 9-16,-1 0-8 16,-2 0-2-16,-1-2 4 15,-1 2-1-15,0-3 2 0,1 3-3 16,-1-4 0-16,-2-1 0 16,-1 0 0-16,-1-2-1 15,-2 2 1-15,-3-3-3 16,2 0 0-16,-3 0-1 15,0-1 0-15,1-1 0 16,-5 0 1-16,0-3-1 0,-1 0 2 16,0-2 3-16,1 0-1 15,-2-3-2-15,2 0-1 16,-2-3 0-16,-4-2-1 16,-2 0 1-16,-4-1-1 15,-2 1 0-15,-7-1 1 0,-3 0 0 16,-5 3 0-16,-3 0-1 15,-4 2 0-15,0 1 0 16,-6 0 0-16,-9 2-2 16,-6 3 2-16,-6 0-2 0,-6 3-2 15,-3 2 3-15,-5 0-1 16,-3 4 2-16,-2 3-1 16,0 2 1-16,-3 0 0 15,0 5-2-15,-3 1-2 16,-4 0-4-16,-3 0-4 15,-4 1-1-15,-5 5 8 0,-3 2 0 16,-7 1-3-16,-1 2-4 16,-5 2 2-16,-2-2 4 15,2 1 4-15,-5-1 3 16,1 3-1-16,-3 0 0 16,-1 2 0-16,1 4 0 0,1 0 1 15,1 1-1-15,1 3 3 16,6 0 7-16,4 1 10 15,6 2-6-15,3-2-3 16,7 4-4-16,7-1-4 16,6 2-2-16,3 0 1 0,7 1-1 15,8 0-1-15,5 3 1 16,8 0 1-16,4 1-2 16,7 0 1-16,1 0-1 15,5-2 1-15,1-2-2 16,9-2 1-16,8-5 2 0,10-3-3 15,8-4 1-15,9-1 0 16,7-3 1-16,10-6 1 16,6-2-5-16,5-5 5 15,8 0 4-15,3-3-1 16,5-10-5-16,6-3-15 16,-3-5-53-16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53:19.8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13640 4387 13 0,'-4'4'9'0,"0"-3"9"0,-1 0 2 0,1 0 4 15,3 0-8-15,-3-1-9 16,2 0-4-16,-3 1 1 15,3 1-1-15,-2-2 1 16,2 0-2-16,2 1 2 0,-2-1 6 16,1 0 8-16,1 0 2 15,0 0-6-15,0 0-5 16,0-1-3-16,1-5 0 16,5 1-3-16,1-1-1 15,2-1-1-15,2-3 0 0,0 3 0 16,-2 0 0-16,3-2-1 15,-1 2 2-15,2 0-1 16,-2 0 0-16,-2 3-1 16,1 1 0-16,0 3 0 15,-3 0-2-15,4 0 2 16,-2 1 0-16,2 9 0 0,-4 0 0 16,4 1-2-16,-4 2-1 15,-1 0 0-15,-1 1 3 16,-1-1 2-16,-1 1-3 15,-3-1-2-15,0 1 0 0,0-1 3 16,-8-2 3-16,2-1-4 16,-3-1-1-16,3-2 2 15,-2-3-3-15,-1-1 3 16,3-2 1-16,-2-1-2 16,0 0 1-16,2 0 0 0,1-5-1 15,3-1 0 1,2-3 0-16,0 0-3 0,0-3 2 15,2-2-3-15,3 1 4 16,6-2 1-16,0 0-3 16,2 0 3-16,-1-1-3 15,-1 3 4-15,-1-2-1 0,1-1-2 16,-1 3 4-16,-5-2-1 16,4 1 0-16,-2-1-1 15,-1 1 1-15,-2 4-1 16,-1 1 1-16,1 1-2 15,-4 4 2-15,0 1-1 0,0 2-1 16,0-1 0-16,0 2 1 16,0 0 2-16,0 0-1 15,0 0 1-15,-2 3-2 16,0 4 0-16,2 2 0 0,0-1 0 16,0 2 0-16,0 3 0 15,0-3 3-15,0 0-3 16,2 0 1-16,0-2 1 15,2 2 0-15,0-1 0 16,2-1 1-16,-2-2 0 16,1 3-2-16,1 0-1 0,-1 0 1 15,4-2-1 1,-4 2 1-16,3-2-1 0,1 1-1 16,0-1-1-16,2 0-18 15,-4-5-39-15</inkml:trace>
  <inkml:trace contextRef="#ctx0" brushRef="#br0" timeOffset="175.77">14095 4307 173 0,'0'0'9'0,"0"0"25"0,0 0-7 0,0 0-17 0,0 0-10 16,0 0-1-16,0 0 0 15,21 39 1-15,-15-4 2 16,-5 6-10-16,-1 1-115 16</inkml:trace>
  <inkml:trace contextRef="#ctx0" brushRef="#br0" timeOffset="1694.22">13898 6206 54 0,'0'0'23'0,"0"0"-3"0,0 0-2 0,0 0-6 16,0 0 1-16,0 0 0 16,0 0-4-16,0 0-6 0,0 0-3 15,0 0 1-15,0 0-1 16,-30 0 1-16,26 0 0 16,1 0 1-16,2 0 3 15,1 0 2-15,0-3-5 16,0-4 1-16,0 0-1 0,4 0 5 15,0-3 1-15,2 1 4 16,2 0-9-16,-2 1 1 16,1 3-3-16,1-1 0 15,0 4-1-15,-2 2 0 16,2 0-1-16,3 0 0 16,-4 5 0-16,3 4-2 0,-1 3 3 15,-1 5 2-15,-2-1-4 16,-2 1 2-16,-4-1-2 15,0 0 1-15,0-1-2 16,-2-3 4-16,-6 0-3 16,3-4 3-16,0-1-1 15,-1-2 1-15,5-5-1 0,-1 0 1 16,0 0 3-16,2 0 0 16,0-6-4-16,0-4 1 15,2-3-1-15,3-4 0 16,1 1 1-16,-1-2 0 0,-1-2-1 15,-1 3 0-15,-1-3 0 16,0 2 0-16,-2 0 1 16,2 0-1-16,-2 4 0 15,0 0 2-15,0 3 0 0,0 2 2 16,0 2-1-16,1 3-2 16,-1 4 0-16,0 0 1 15,0 0-4-15,2 0-1 16,0 10 4-16,2 3 0 15,1 2-1-15,-2 1 0 16,1 2 1-16,0-2-1 16,1 0 1-16,3 0-1 0,-1-1 0 15,2-2 0-15,0-1 0 16,0-2-2-16,2-1-10 16,0-4-20-16,-3-1-17 15,1-3 11-15,-1-1 11 0,-3 0 7 16,-1 0 16-16,-2-5 6 15,0-2 11-15,0-2 9 16,-2 0-4-16,0-1 7 16,0 0 4-16,2 0-10 15,0-1-1-15,1 1 2 16,2 0-12-16,-1 0 3 0,2 3-1 16,1-1-3-16,1 3 0 15,1 2-6-15,-1 3-1 16,-1 0-3-16,2 1 1 15,-4 8-3-15,1 5 4 16,-4 2-2-16,0 4-1 0,-2 1 3 16,0 1 0-16,0 0-2 15,-7-2 3-15,1-2 0 16,-3-2 0-16,4-3 1 16,-3-2 1-16,5-4-1 0,2-1 0 15,1-3 1-15,0-3 1 16,4 0 1-16,9 0-4 15,9-9 3-15,5-5-5 16,11-6 8-16,9-3-6 16,2-4-41-16,1-1-141 15</inkml:trace>
  <inkml:trace contextRef="#ctx0" brushRef="#br0" timeOffset="2767.87">13920 7922 33 0,'-6'5'12'0,"1"-2"1"0,-2-1 11 0,2-1-4 16,-1-1-3-16,0 0-8 16,3 0 3-16,-3 0-3 15,2 0 3-15,0 0 1 0,0 0-1 16,2 0-2-16,0 0-6 15,1-1 1-15,0-2-4 16,1 1 1-16,0-1-1 16,0-2 1-16,0-1 0 15,0-1 6-15,4 0-1 0,5-3-3 16,2-1 3-16,0 1-5 16,3-1-1-16,1 1 1 15,1 2-2-15,-1 4 0 16,-3 1 0-16,-1 3 0 15,-2 0-3-15,-3 13-2 0,-2 1 7 16,-2 4-3-16,-2 3 0 16,0 0 1-16,-6 0 1 15,-4-2-2-15,1-1 2 16,-1-1-1-16,2-4 1 16,3-2-1-16,0-4 0 15,2-1 0-15,2-5 0 0,0 0-1 16,1-1-2-1,0 0 0-15,0-9 3 0,3-5-4 16,2-2 2-16,1-4 4 16,1 0-3-16,-2-1 1 15,0 1-3-15,1-1 2 0,-4 1 0 16,0 0-1-16,-2 3 4 16,0 1-2-16,0 0 1 15,0 1-1-15,0 2 0 16,-2 2 1-16,0 3 1 15,0-1 7-15,0 5-1 0,0 1-3 16,2 3 0-16,0 0-3 16,0 0-4-16,0 9-1 15,0 3 1-15,0 5 3 16,2 3 0-16,2 1 0 16,1 0-1-16,1 0 0 0,2-1-9 15,0-2-28-15,-1-2-14 16,3-5-12-16</inkml:trace>
  <inkml:trace contextRef="#ctx0" brushRef="#br0" timeOffset="3165.09">14070 7849 198 0,'0'0'14'0,"0"0"8"0,0 0-7 0,0 0-12 0,0-41-1 15,4 35 1-15,3 1-1 16,2 2-2-16,0 1 0 16,0 2-2-16,1 0-8 15,0 3-19-15,-5 6 12 16,1 6 14-16,-6 2-5 16,0 3 2-16,-4 0 4 15,-5 0-1-15,-3-1 3 0,1-2-1 16,-2-6 2-16,4-1 0 15,4-6 2-15,1-1-1 16,4-3 6-16,0 0 0 16,0 0-1-16,5-4 7 0,6-1 1 15,0 0-9-15,2 1-2 16,3 2-4-16,-3 2 0 16,1 0 1-16,-1 2-2 15,-7 6-1-15,-1 1 5 0,-5 6-7 16,-2 5 4-16,-11 6 0 15,-8 5-4-15,-6-1-48 16</inkml:trace>
  <inkml:trace contextRef="#ctx0" brushRef="#br0" timeOffset="4147.01">13813 9590 113 0,'0'0'7'0,"0"0"14"0,0 0-1 0,0 0-10 16,0 0-4-16,0 0 3 16,0 0 1-16,0 0-13 15,0 0 8-15,2-39 1 16,5 28-2-16,1 3-1 0,2 0-1 15,3-1-2-15,0 4 1 16,1 0-1-16,-1 5 1 16,3 0-1-16,-3 0 1 15,3 3-1-15,-5 7-1 16,2 3 7-16,-5-2-9 0,0 3 0 16,-5-2-6-16,-1 1 6 15,-2-1 1-15,0 1 1 16,0-3 1-16,-3-1-10 15,-5-2 11-15,3 0 0 16,-2-4-1-16,1 0 0 16,1-3 1-16,3 0 2 0,-1 0 4 15,3-8 1-15,0-3-2 16,0-3-6-16,5-3 0 16,3-2 0-16,2-2 1 15,-1 0-2-15,-2 2 2 16,-1 1-2-16,0 2 2 0,-2 5-2 15,-3 2 2-15,2 4 0 16,-3 2 3-16,0 3 7 16,0 0 4-16,0 1-16 15,0 9-8-15,0 4 2 16,2 2 10-16,0 5-3 16,1 1 0-16,5-1 0 0,-3 0 0 15,6 1-8-15,-2-1-29 16,-2-3-51-16,2-2 72 15</inkml:trace>
  <inkml:trace contextRef="#ctx0" brushRef="#br0" timeOffset="4452.47">14120 9610 109 0,'0'0'26'0,"0"0"18"0,0 0-5 0,0 0-17 15,0 0-4-15,0 0-12 16,0 0-2-16,0 0-3 15,0 0-3-15,0 0 2 16,-25 39-1-16,21-22 1 16,1 0 0-16,3 0 1 15,0-4-1-15,0-1-1 16,0-2 2-16,4-1-2 0,5-2-1 16,-1-3 2-16,3-2-6 15,2-2 7-15,0 0-2 16,2-2 2-16,0-6 1 15,4-3 1-15,-3-1-2 0,-3 1 1 16,2-2-3-16,-1 0-1 16,-5 4-23-16,-1 0-16 15,-3 0-43-15</inkml:trace>
  <inkml:trace contextRef="#ctx0" brushRef="#br0" timeOffset="4603.06">14211 9594 174 0,'0'0'9'0,"0"0"43"16,0 0-22-16,0 0-13 16,0 0-11-16,0 0-10 15,-29 45 4-15,29-5-3 0,0 14-9 16,4 8-31-16,-1 5-56 16</inkml:trace>
  <inkml:trace contextRef="#ctx0" brushRef="#br0" timeOffset="5588.16">14008 11384 126 0,'0'0'6'0,"0"0"3"0,0 0 10 16,0 0-12-16,-3-37-6 0,6 25 2 15,5-1-3-15,-1 0 1 16,2 2-1-16,-1 2 0 16,1 5 1-16,-1 1-1 15,-1 3 1-15,3 0-2 16,-3 10-1-16,2 4 5 15,-3 6-3-15,1 1-4 0,-5 2 2 16,-1 1-9-16,-1-1 2 16,0-3 7-16,-3 0-3 15,-5-5 6-15,3-3 1 16,-2-4-2-16,3-3 0 16,2-4 1-16,1-1 0 0,1-4-3 15,0-9-3-15,0-1 4 16,0-5 1-16,1-3-2 15,4-1 1-15,3-4 0 16,-4 1 1-16,3 2-1 16,-4-3 0-16,3 6 1 15,-2 1 0-15,0 4 2 0,-2 2 4 16,0 6 2-16,-2-1 1 16,1 6-3-16,0 2-3 15,1 1-2-15,-2 1 0 16,2 12 7-16,0 4-5 0,1 3 3 15,1 7 0-15,0 0 3 16,0 1-3-16,2-1-22 16,2 0 31-16,-2-1-30 15,1-5-36-15,-2-3-19 16</inkml:trace>
  <inkml:trace contextRef="#ctx0" brushRef="#br0" timeOffset="6083.97">14251 11394 78 0,'0'0'4'0,"0"0"-4"0,0 0 1 15,0 0 0-15,0 0 17 16,0 0-3-16,0 0-5 0,0 0 1 15,0 0 2-15,0 0-5 16,-9 27-2-16,6-18-5 16,1 2 1-16,-1 1 0 15,2 0-1-15,1 1-1 16,0 1 0-16,0-1 0 16,0 0 0-16,0-2 0 0,0-1 1 15,0-1-2-15,0-2 0 16,0-3 1-16,0-2-5 15,4-1 5-15,-2-1 1 16,1 0 3-16,0 0 2 0,0 0 2 16,2 0-1-16,-3 0 2 15,3 0-6-15,-1 0-1 16,0 0-1-16,0 2 1 16,0 1-1-16,-2 3 0 15,0 4-1-15,-2 0 5 16,0 6-3-16,0 1-2 0,0 1 0 15,-4 2 1-15,-4 0-1 16,0-3-1-16,1 0-1 16,0-3-4-16,0-4-13 15,0-6-32-15,1-4-24 16</inkml:trace>
  <inkml:trace contextRef="#ctx0" brushRef="#br0" timeOffset="6226.47">14211 11421 200 0,'0'0'2'0,"17"-42"-1"0,-3 16 1 0,0-1-1 16,3 0-20-16,-3 4-116 16</inkml:trace>
  <inkml:trace contextRef="#ctx0" brushRef="#br0" timeOffset="7186.56">13922 13062 142 0,'0'0'4'0,"0"0"0"0,0 0 1 0,-2-44 1 0,7 31-4 15,4 0 0-15,-1 0 0 16,1 2 3-16,2 1-1 16,0 3-1-16,0 1 0 15,2 5-2-15,-2 1 0 0,1 0-2 16,0 10 2-16,-5 7-2 16,-1 4-5-16,-4 3-1 15,0 5-3-15,-2-2-2 16,0 2 0-16,-4-2 1 15,-2-4 7-15,1-3 2 16,-2-4 0-16,1-7 4 0,3-3-2 16,1-6 1-16,-1 0 0 15,2-11-3-15,1-6 2 16,0-6 0-16,0-4 0 16,0-3-2-16,4-2 4 15,-2 3-4-15,2 1 4 16,2 5 2-16,-2 3 2 0,1 5 4 15,-1 3 1-15,0 4 1 16,-2 2-2-16,0 1-5 16,-1 3-2-16,1 0 0 0,-1 2-1 15,0 0 0-15,2 4-1 16,-3 8-2-16,0 5 2 16,0 3-1-16,0 4-3 15,0 2 5-15,0 0-2 16,0-2 0-16,0-2 1 0,4-5-1 15,1-5-1-15,5-4-6 16,-1-5-24-16,0-3-5 16,2-4-52-16</inkml:trace>
  <inkml:trace contextRef="#ctx0" brushRef="#br0" timeOffset="7467.05">14182 12987 127 0,'0'0'22'0,"0"0"0"0,0 0-21 0,0 0 2 0,0 0-2 15,0 0 1-15,0 0 0 16,0 0 5-16,0 0 6 16,0 0-1-16,34 19-7 15,-26-14 0-15,-1 0-3 0,1 1-2 16,0-1 1-16,0 1-1 15,-3 1 1-15,1-1-2 16,-4 1 2-16,-2 2-2 16,0 5-3-16,0-1-13 15,0 2-11-15,-9-1-13 16,1 1-9-16</inkml:trace>
  <inkml:trace contextRef="#ctx0" brushRef="#br0" timeOffset="7601.36">14186 13035 87 0,'0'0'20'0,"0"-44"12"16,1 18 1-16,9-5-13 15,1-6-9-15,7-6-6 16,2-4-7-16,3-4-34 16</inkml:trace>
  <inkml:trace contextRef="#ctx0" brushRef="#br0" timeOffset="14670.69">23524 7300 45 0,'0'0'2'0,"0"0"1"0,0 0 1 0,0 0 1 15,0 0-1-15,0 0-1 16,0 0-2-16,0 0 2 15,-38-23-1-15,34 20 3 16,0 0 4-16,1 2 1 16,0-2-2-16,-1 0 0 15,1 3-3-15,0-3-2 0,0 3-2 16,-1 0 1-16,1 0 1 16,-2 0-2-16,1 0 0 15,-2 0-1-15,2 5 0 16,-3 0-1-16,0 3 1 15,-3-1-1-15,2 2 1 0,-2 0-1 16,0 0 1-16,3-1-1 16,-3-1 1-16,5 1 0 15,-2 1 0-15,2 2 0 16,1-2 0-16,1 4 0 16,0 0 0-16,0 4 0 0,1-1 0 15,-3 0 1-15,0 4-1 16,1 0 0-16,-1 1 0 15,0 2 0-15,0 3 1 16,-1-1-1-16,0-1 1 0,0 1-1 16,1 0 1-16,-1-4-1 15,2 2 1-15,2-1-1 16,0-1 1-16,1 4 1 16,1 2-2-16,0 0 1 15,-4 3 0-15,3 0-1 16,-1 2 0-16,1 1 0 15,-1 1 0-15,0-1 0 0,0 2 0 16,-2 1 0-16,1 1 1 16,-2 2-1-16,0 1 0 15,-2 2 0-15,2-3-1 16,-1 0 2-16,2-2-1 0,1-1 0 16,-1-1 0-16,-1 0 0 15,2 3 0-15,1 2 0 16,-3 0 0-16,1 4 1 15,0-3-1-15,-2 3 0 16,2-1 0-16,-2 0 0 16,1-1 1-16,1 2-1 0,0 0 1 15,1 0 0-15,1 0-1 16,1 2 1-16,0-2-1 16,0 0 0-16,1-3 0 15,-1 2 1-15,0-1 0 16,1 0 1-16,-1 0-1 0,1-1 2 15,0 0-1-15,0-3 2 16,0 1 1-16,0-3-3 16,0 0-1-16,0 3 2 15,0-1-3-15,0 3 1 0,0 1 0 16,0-3 0 0,0 2 1-16,0-4-2 15,0-5 2-15,0-3 0 0,0 0 0 16,0-1 4-16,3-1-2 15,1 2-1-15,0-1 0 16,1 2 0-16,-1-3-2 0,2 0 1 16,0 0 0-16,-1-6 0 15,1 3-1-15,0-2 0 16,0-1-1-16,1-1 1 16,0 0 0-16,-1 2 1 15,1-2-2-15,3 0 1 0,-1-1 1 16,2-1-2-16,2 1 1 15,0-4 0-15,0 1 1 16,1 1-1-16,-1-3-1 16,2 1 1-16,-2 0-1 15,3-1 0-15,-3-1 1 0,3-2-1 16,-2-2 0-16,3-2 0 16,-2-3 3-16,1 0-1 15,1-4 2-15,-3 0 0 16,1 0 0-16,-2 0-3 15,-1 0 1-15,-1 0 0 0,1-1 0 16,1-3-1-16,1-2-1 16,1 2-1-16,0-3 6 15,1-2-3-15,0-1 0 16,-3 0-1-16,3-1 1 16,-2-1-1-16,1 0 1 15,-2-1 2-15,1 0-1 0,0-4-2 16,-1 3-1-16,-1 1 3 15,0-4 0-15,-3 0 1 16,3 0-2-16,-1-3 1 16,3 0-1-16,-1-4-1 15,0 1-1-15,2-4 0 0,-2 3 0 16,0-4 0-16,0 1 0 16,0-2 1-16,0 2-2 15,0-1 2-15,-1 1-2 16,0 0 2-16,0-1-1 15,-1 2 0-15,-1-2 0 0,3-1 0 16,-2-2 0 0,0 0 0-16,1-2 0 0,1 3 0 15,0-4 0-15,-1 4 0 16,-1 0 0-16,0-1 0 16,-2 4 0-16,0-1-1 0,-2 2 2 15,1-2-1-15,1-2 0 16,-3-2 0-16,3-4 0 15,-2-2 0-15,2-4-1 16,0 1 1-16,-3 2 0 16,-2 0 0-16,0 4 0 0,-2 2 0 15,-1-1 0-15,-1 1 0 16,2-1 0-16,-1-2 1 16,0 0-2-16,1-3 2 15,2 0-2-15,-1-3 2 16,2-2-2-16,0-1 1 15,1-5 0-15,0-1 1 16,-1-2-2-16,1 2 0 0,-2 2 1 16,-1 3 0-16,-2 5 1 15,2 1-2-15,-2 5 1 16,-1-1 1-16,0 2-1 16,0-1 0-16,0 2 0 0,0-2 0 15,0 0 0-15,0 0 1 16,-1 4-1-16,-3-2 0 15,-3-1 0-15,2 4 0 16,-3-3 0-16,1 2 0 0,-2 3 1 16,0-2 2-1,1 2-2-15,-2 0 1 0,3 0-1 16,-3 1 0-16,1 0-1 16,-1 3 0-16,0 1 0 15,0 2-1-15,-3 1 2 16,4 3 1-16,-2 3 1 15,-1-2 1-15,1 5-1 0,1-3-2 16,2 1 1-16,-2 0-1 16,1 0 0-16,2 1-1 15,-2-1 1-15,2 2-1 16,-3 2 0-16,0-2-1 0,-1 1 0 16,2-2 2-16,-3 1 0 15,1 2-1-15,0-2 1 16,-1-2 0-16,2 2-1 15,0 0 3-15,-1-1-1 0,3 0 1 16,-2 0 0-16,0 2-2 16,-1-1 0-16,0-2-1 15,-3 3 1-15,0 0-1 16,0 0 0-16,0 3 3 16,-2-3-3-16,0 3 0 15,-2 0 0-15,-1 1-4 0,-2 5 4 16,-3 1-4-16,-7 1-1 15,-6 12-15-15,-12 3-43 16,-13-3-155-16</inkml:trace>
  <inkml:trace contextRef="#ctx0" brushRef="#br0" timeOffset="17771.14">16844 13043 3 0,'2'-3'18'0,"-2"2"0"0,0-2 2 0,0 3-2 16,0 0-7-16,0 0-2 15,0-1-3-15,0 1 1 0,0 0-2 16,0-2 6-16,0 2 2 15,-1-1 1-15,0 1 0 16,1-2-4-16,0 2-4 16,0 0-3-16,0 0-3 15,0 0-1-15,0 0 0 0,0 0 0 16,0 0 2-16,0 0-1 16,0 0 0-16,0 0 1 15,0 0-1-15,0 0-1 16,0 0 1-16,0 0 0 15,4-1 0-15,2 1 0 0,0-2 0 16,2 2 1-16,-2-2-2 16,3 0 2-16,1 1-1 15,-1-2 0-15,3 0-1 16,3-1 3-16,0 1 0 16,5-3 1-16,-1-1-1 15,2 0 1-15,-1 0-1 0,3-1-2 16,-5 1 0-16,2 2 1 15,-3 1-1-15,-1 0 0 16,-3 1 0-16,0 0 0 16,-3 0 1-16,-1-1-1 15,0 0 0-15,0 1 0 0,-4-3 1 16,3 3-1-16,-3 2 0 16,-2-1-1-16,-2 2 0 15,-1 0-10-15,0 0-22 16,0 2-7-16,-2 2-9 15</inkml:trace>
  <inkml:trace contextRef="#ctx0" brushRef="#br0" timeOffset="17995.62">16930 13080 31 0,'0'0'2'0,"0"0"-7"0</inkml:trace>
  <inkml:trace contextRef="#ctx0" brushRef="#br0" timeOffset="18343.15">16930 13080 33 0,'0'0'41'16,"0"0"-13"-16,0 0-7 16,-1-3-9-16,1 3-10 15,0 0-2-15,2 0-2 16,0 0 3-16,2-1-1 0,-1-2 0 16,1 2 1-16,3-1-1 15,0 0 2-15,1 0 1 16,3-2 1-16,1 1 1 15,1-1 1-15,3-1-1 16,1 1-2-16,2-2 2 16,4 1-3-16,-2-1 0 0,0 0 0 15,1 2-2-15,-4-3 0 16,0 4 1-16,-1-1-1 16,-1-1 1-16,-1 1-1 15,1 0 0-15,-3 1 1 0,-1 2-1 16,-3-2 0-16,-1 3-1 15,2 0 1-15,-6 0 0 16,-1 0-1-16,1 0-1 16,-2 0-11-16,0 0-16 15,-2 0-12-15,0 0-14 16</inkml:trace>
  <inkml:trace contextRef="#ctx0" brushRef="#br0" timeOffset="23457.91">9984 15945 52 0,'0'0'5'0,"-2"-2"2"0,-1 0 2 15,-1 0-4-15,0 2-2 16,-2 0-1-16,-2 0 0 0,2 0 5 15,-1 0 5-15,0 0 0 16,1 0-4-16,0 0-5 16,2 0-1-16,0 0-1 15,2 0-1-15,-2 0 0 16,1 2 0-16,1 1 0 16,-2-1 0-16,1 1 0 15,-2-1 0-15,3 1 0 0,-2-1 0 16,-1 0 3-16,3 2-2 15,-2-1 0-15,-2 1-1 16,3 0 0-16,-2 0 1 16,-1 1-1-16,2 0 0 15,-1 1 0-15,0-2-1 0,1 3 1 16,-3 0 0-16,0 1-1 16,1 0 3-16,-3 1 3 15,0-1-1-15,2 0-1 16,-2 1 3-16,-3 3-2 15,4-1-3-15,-1 0 0 0,-1 1 0 16,0 0-1-16,1 0 0 16,0-1 0-16,0 1 1 15,2 0-1-15,1-2 0 16,-1 2 1-16,3-1-1 16,-1 0 0-16,-1 1 0 0,1-1 2 15,-2 0-2-15,1 0 0 16,-2 1 0-16,2-2 0 15,-3 3 0-15,3-2 0 16,-2 2 0-16,-1 0 1 0,3-2-1 16,-2 3 0-16,0 2 1 15,2-2-1-15,1 1 1 16,3 0 1-16,0 1-2 16,0-1 0-16,-1 1 1 15,3 0-1-15,-1-1 1 16,1 2 0-16,0-1 0 0,0-1 0 15,0 1-1-15,0-2 1 16,0 1-1-16,0-1 0 16,0 1 1-16,0-2-1 15,0 2 1-15,0 0 0 16,4-2-1-16,-2 2 1 0,2-1 1 16,-1-1-2-16,3 0 1 15,-4 1 0-15,4 0-1 16,-3-2 1-16,2-1-1 15,-1 1 1-15,-1-1-1 16,3-1 0-16,-2 0 0 0,0-2 0 16,0 2 1-16,2 0-1 15,-3-1 0-15,3 1 0 16,0-2 0-16,2 2 1 16,-1 0-1-16,1-1 1 15,-2-1 0-15,2 2-1 0,-1 1 1 16,1-1-1-16,-1 0 0 15,2 0 1-15,-2 0-2 16,0-1 1-16,1-1-1 16,0 1 1-16,0-1 1 15,1 1-1-15,-1-2 1 0,2 0-1 16,-2 1 0-16,1-2-2 16,1-1 3-16,1 0-1 15,-4-1 1-15,4 2 0 16,-2-2 1-16,1 1-2 15,2 2 1-15,-1-3-1 16,0 3 0-16,1-2 0 0,-3 0 2 16,2 1-2-16,2-2 0 15,-4 0 0-15,2 0 0 16,1 0 0-16,1 0 0 16,1-3 0-16,-1 3 0 15,3-2 1-15,-1 0 0 0,1 0 0 16,-1 0 0-16,-1 1 0 15,1-2 0-15,1 0 0 16,0 2-1-16,2-2 0 16,-1 1 1-16,1-1-2 0,-3-1 2 15,4 0-2-15,-2 0 2 16,1 0 1-16,-1 0 0 16,4-3 0-16,-3-2 0 15,2-1 0-15,-2-1-1 16,1-1 1-16,0 0 0 0,-3 1-1 15,1 0-1-15,-3-3 1 16,-1 3 0-16,2-2 0 16,-3 0 1-16,-1 0-1 15,1-2 2-15,-3 1-3 16,2-3 0-16,0-1 1 16,-2 0-1-16,3-5 0 0,-1 2 2 15,1-1-2-15,0-2 0 16,-3 1 1-16,0 1-1 15,0-1 1-15,-3 2-1 16,1 2 1-16,-2 0-1 16,1-1 1-16,-2 0 0 15,2 2-1-15,-2-1 1 0,0 1-2 16,-1 0 2-16,-1 1-1 16,-1-1 0-16,0 1 1 15,-1 0-1-15,0-1 1 16,0 1 9-16,0-4 0 0,0 2-8 15,-1-1-2-15,-1-2 0 16,1-1 0-16,-1 1 0 16,1-2 0-16,1-1 0 15,-2-1 0-15,0 0 0 0,0 0 0 16,-1 0 0-16,1 0 1 16,-1 2-1-16,1 0 1 15,-2 1 0-15,-2 0 1 16,3-1-1-16,-1 3 0 15,-2-4 2-15,0 1-2 16,1-1 0-16,1-1 0 0,-2 2 0 16,0-1-1-16,-1 1 1 15,-1 3-1-15,-2 0 0 16,1 2 0-16,-1 0 1 16,-1 3 1-16,3 0-1 15,-4 1 0-15,3 1-2 0,0 1 3 16,0 1-2-16,1 1 4 15,1 1-3-15,-2-1 0 16,-1 0 0-16,2 0-1 16,-3 2 0-16,-1-3-2 15,0 4 2-15,0-2 0 0,-2 1 1 16,1 0-1-16,-1 2 1 16,1-1 0-16,2 1-1 15,-2 0 1-15,2 2-1 16,0-1 0-16,2 1-1 15,2 1 1-15,-2-3 0 0,2 3 0 16,1 0 1-16,1 0 0 16,-2-1-1-16,3-1 2 15,-3 2-2-15,0 0 0 16,1-1 0-16,0 1 0 16,1 0-4-16,-2 0 2 15,2 0 1-15,1 0 1 0,-2 0 0 16,1 1 0-16,1 1 2 15,-4-2-2-15,4 0 1 16,-4 0 0-16,3 0 0 16,-2 0 1-16,0 0-1 15,-2 0 0-15,1 0 1 0,-2 0-2 16,-1 0 0-16,1 0-2 16,0 0 1-16,-1 4 0 15,0-1-1-15,0 0 2 16,4 0 2-16,-2 0-2 15,3-1 0-15,0 0 0 0,4-1 1 16,0-1-1-16,0 0 0 16,0 0 1-16,-1 0 1 15,0 0-1-15,2 0 0 16,-3 0 1-16,-2 0 1 16,0 0-2-16,2 2 0 0,-2 0-2 15,-1 1 0-15,0 3-1 16,0 0 2-16,0 1-1 15,-4-2 0-15,5 4 1 16,-3-1-1-16,2 2-4 16,-1 0-7-16,3 2-10 15,-3-4-27-15,4-5-49 0</inkml:trace>
  <inkml:trace contextRef="#ctx0" brushRef="#br0" timeOffset="24805.74">16925 5274 54 0,'0'0'4'0,"0"0"-3"0,0 0 0 0,0 0 0 16,0 0-1-16,0 0 2 16,0 0 1-16,0 0 0 15,0 0 0-15,0 0 1 16,0 0 7-16,3 1 3 0,-2-1-7 15,-1-2-2-15,0-1 2 16,0 3-4-16,1-3 0 16,0 2 1-16,1-2 2 15,-2 2 0-15,0-1-2 16,0 2 0-16,2 0-1 16,-2 0-1-16,0 0 1 0,0 0-3 15,0-1 0-15,0 1 0 16,0 0 1-16,0 0 1 15,2 0-1-15,-1 0 0 16,1 0 1-16,0 0-2 16,0 0 0-16,2 0 0 0,0 0 0 15,-2 0 0-15,0 0 0 16,1 0 3-16,2-4 19 16,0-4 10-16,3-3-16 15,4-4-3-15,1-4 0 16,5-5-8-16,2-5-2 0,11-3-1 15,1-5-1-15,8-6-1 16,2-6-1-16,-1-7-64 16</inkml:trace>
  <inkml:trace contextRef="#ctx0" brushRef="#br0" timeOffset="26117.95">8221 15990 73 0,'0'0'3'0,"0"0"-2"0,2-47 1 0,-2 37 0 0,0 0 0 15,0 5 14-15,0-1 12 16,0 5-1-16,0-1 7 15,0 1-11-15,0 1-18 16,4 0-7-16,8 0 2 16,5 1 0-16,6 5 0 0,4 2 0 15,9 3 0-15,7 1 0 16,9 1-1-16,2 4 2 16,9 0 1-16,1 1-1 15,4 2 0-15,2 0 2 16,3 3-2-16,-4-3 1 0,-2 1-1 15,-2 2 0-15,-5-2-1 16,-4 3 1-16,-7-1-1 16,-6 1 1-16,-6-2-1 0,-9 3 1 15,-6-2-1-15,-11 3 2 16,-7 0-2 0,-4 4-21-16,-15-1-50 0,-12-4-49 15</inkml:trace>
  <inkml:trace contextRef="#ctx0" brushRef="#br0" timeOffset="26523.2">8098 16659 155 0,'56'-23'-3'0,"4"-5"5"0,9-2 4 0,8 0 1 0,1 2 0 15,5 0-5-15,4 3 2 16,-1-2 1-16,1 5 1 16,-1-1 2-16,-1 3 1 15,-3 0-5-15,-3 3-1 16,-6 4-2-16,-5 1-1 0,-6 1 1 16,-7 6 0-16,-9 2-1 15,-8 3 0-15,-7 0-3 16,-9 7-39-16,-13 5-15 15</inkml:trace>
  <inkml:trace contextRef="#ctx0" brushRef="#br0" timeOffset="26929.94">8266 17170 134 0,'0'0'-5'0,"37"-24"6"16,-7 9 2-16,7-5-1 15,8-3 0-15,5-3 1 0,6-5 5 16,6-4 2-16,2-5 3 16,8-4 0-16,0-3-2 15,2-1-1-15,6-1 0 16,-2 0-4-16,3 2-2 16,-5 0-1-16,0 3 0 15,-3 3 0-15,-4 6-1 0,-6 5-2 16,-9 4 1-16,-4 11-1 15,-9 6-2-15,-7 6-25 16,-13 3-40-16,-9 7-3 16</inkml:trace>
  <inkml:trace contextRef="#ctx0" brushRef="#br0" timeOffset="27263.94">8748 17598 115 0,'38'-40'4'0,"5"-2"12"0,5-5 11 16,6-6-12-16,2-2-5 15,5-2 1-15,1 0 4 0,1 0-5 16,4 3-4-16,-1 2-3 16,3 4-1-16,-2 2-4 15,-7 5-20-15,-8 0-102 16</inkml:trace>
  <inkml:trace contextRef="#ctx0" brushRef="#br0" timeOffset="28337.79">10661 16433 47 0,'0'0'7'0,"0"0"22"0,0 0-3 0,0 0-8 15,0 0-7-15,0 0-1 16,0 0-6-16,0 0-1 16,0 0 0-16,0 0 0 15,0 0-2-15,0 0 0 16,-11-11-3-16,11 11 0 16,0 0 0-16,0 0-2 0,0 0 4 15,0 0-1-15,0 0 2 16,0 0-1-16,3 0 0 15,3 0 0-15,0 0 1 16,4 0-2-16,-2-3 1 16,4 0 0-16,4-1 1 15,1 1-1-15,1 0 0 0,2-1 0 16,0 1 0-16,5-3 0 16,-2 1 0-16,4-1 0 15,0-1 3-15,2 1-2 16,2 0 2-16,2 0-1 15,-1 1 0-15,3 1-1 0,-1 0 1 16,1 1 2-16,1 0-2 16,-1-1 1-16,2 1-1 15,-1 0 2-15,1 0 0 16,1-2-1-16,0 2-2 16,3-1 0-16,-4-2-1 0,1 3 3 15,-6-1-2-15,-1-2 2 16,-2 3 2-16,-7-1-1 15,-1 1-1-15,-6 3-1 16,-4 0-2-16,-3 0 1 16,-4 0-2-16,-4 0-6 0,0 3 4 15,-4 3-14-15,-8-5-67 16</inkml:trace>
  <inkml:trace contextRef="#ctx0" brushRef="#br0" timeOffset="29667.98">11842 16134 66 0,'0'0'5'0,"0"0"1"0,0 0 0 0,0 0 0 16,0 0 6-16,0 0 3 15,0 0 4-15,0 0 3 16,0 0 4-16,0 0-7 0,0 0-7 16,0 0-8-16,0 0-3 15,2-12-3-15,-2 12 0 16,0 0 0-16,2 3 4 16,0 3-2-16,0 1 1 0,1 0-1 15,1-1 1-15,0 2-1 16,1-1 0-16,0 0 0 15,0-1 0-15,0 1 1 16,2-2-1-16,-4-1 0 16,3 0 1-16,1-1 1 15,0-3-2-15,-1 0 0 16,1 0 2-16,0 0-1 0,0 0 1 16,-1-2 0-16,-1-3 1 15,3 0-2-15,-2 1-1 16,2-3 2-16,-3 1-2 15,3-1 1-15,-1 0 0 0,0 0-1 16,-2 0 1-16,-1 2-1 16,0-3 1-16,-2 1 0 15,1 0 1-15,-1-3 0 16,3 3-1-16,-3-3-1 0,0 0 0 16,-1 3 0-16,1-2-1 15,-1 4 1-15,-1 1 0 16,0 2 0-16,0-1 1 15,0 3-1-15,0 0 0 16,0-1-1-16,0 1 1 0,0 0 2 16,0 0-4-1,0 0-7-15,0 0 0 0,3 0 7 16,-3 0 3-16,2 1-1 16,0 2 0-16,-2 0-1 15,2 3 1-15,0-2 0 16,0 2 0-16,0-1 0 0,1 4 0 15,-1-2 0-15,1 3 0 16,0-1 0-16,-1 3 1 16,2 3-1-16,1 0 1 15,-1 3 0-15,2-1-1 16,-2 2 1-16,0-1-1 16,0-2 0-16,-2 0 1 0,0-2 0 15,0 0 1-15,-2-1-2 16,0 0 0-16,0 0 3 15,0-1-3-15,0-1 0 16,0-2 1-16,-2 1 0 0,-2-3 0 16,0 4 0-1,1-2 0-15,0 0 0 0,-1 1-3 16,-2-1 4-16,3-2-2 16,-1-1 0-16,-3 1 0 15,2-3 0-15,0 1 0 0,0-1 1 16,2-1 1-16,-3-2 2 15,2 1-2-15,-1-2 0 16,2 0 2-16,-3 0 3 16,3 0 3-16,1 0-1 15,0-6-4-15,-1-3-2 0,2 2-2 16,1-4 3 0,0 0-4-16,0 0 3 0,0-1-3 15,6 1-2-15,-1 2 1 16,6 1-1-16,-2-1-11 15,0 2-21-15,2 0-27 16,-5-3-50-16</inkml:trace>
  <inkml:trace contextRef="#ctx0" brushRef="#br0" timeOffset="30593.96">11730 15891 1 0,'2'1'0'0,"0"2"-1"0</inkml:trace>
  <inkml:trace contextRef="#ctx0" brushRef="#br0" timeOffset="32009.77">12225 16415 104 0,'0'0'17'16,"0"-1"-12"-16,0-1-4 0,0 2 0 0,0 0 0 16,0 0-1-16,-1 0 0 15,0 0 1-15,0 0 2 16,-1 0 10-16,1 0 8 15,1 0 8-15,0 0-8 0,-2 0-11 16,2 0-6-16,0 0-3 16,0 0-1-16,0 0 0 15,0 0 0-15,0 2 0 16,0 3 0-16,0 5 0 16,0 1-1-16,0 1-6 0,0 6-6 15,0 2-25-15,0-1-19 16</inkml:trace>
  <inkml:trace contextRef="#ctx0" brushRef="#br0" timeOffset="32822.08">11780 15931 31 0,'0'0'6'0,"0"0"13"0,0 0-4 0,0 0-3 15,0 0-1-15,0 0-8 16,0 0-1-16,0 0-1 16,0 0 0-16,0 0 1 15,0 0 1-15,0 0 1 0,13 8 2 16,-13-8 4-16,1 0 12 15,-1 0 17-15,0 0-5 16,0-3-24-16,0-2-4 16,0-3-1-16,0 0 1 15,0-1-3-15,0 2-1 0,0-2 1 16,0 0-2-16,0 2 0 16,0 1 0-16,3 0-1 15,3 2 0-15,1 3-1 16,4 1 0-16,0 0-2 15,5 7-6-15,0 6-4 16,4 5 7-16,3 3-5 16,1 5-6-16,0-1-28 0,-3 1-24 15</inkml:trace>
  <inkml:trace contextRef="#ctx0" brushRef="#br0" timeOffset="34131.36">12076 16641 70 0,'0'0'5'0,"0"0"17"0,0 0-2 0,0 0-4 16,43-5-5-16,-32 1-1 16,-2 0 4-16,3-2-2 15,0 2 3-15,-1-3 3 16,3-2-5-16,1-1-5 0,-1-1-6 16,1 0 0-16,2-4-2 15,-2-2 0-15,1-1 1 16,-1-5-1-16,-3 2 0 15,0-3 1-15,-3 0 0 16,1-2 0-16,-5-1 5 0,-1-1 0 16,0-1-1-16,-4-2-2 15,0-2-1-15,0-2 5 16,-9-3-6-16,-1-1 1 16,-4-2-1-16,0 1-1 15,-2-1 0-15,1 4 0 0,-3-1-1 16,-2 0 1-16,2 3 0 15,-4 0 0-15,1 2 0 16,0-1-2-16,-2 7 2 16,0 0 0-16,-1 5 0 15,4 3-1-15,-2 5 2 16,6 4-2-16,-2 1 1 0,5 5 1 16,1 2-2-16,1 2 1 15,0 0-1-15,2 2-1 16,-2 5 1-16,-1 3-2 15,-1 1 5-15,0 2-1 16,-5 3-1-16,-1 1-1 0,0 0 1 16,-2 1-1-16,1 1 1 15,-3-1 0-15,2 2 1 16,0-1-1-16,4-1 1 16,1 2-2-16,1-1 2 0,3 2-1 15,1 0 0-15,3 1 0 16,3 1-1-16,-2 0 1 15,4 0 1-15,2 1-1 16,1 2 0-16,0-1 0 16,0 1 0-16,2 2 1 15,7 2-1-15,-2-2 0 0,1 2 0 16,3-1 0-16,-1 2 1 16,0-1-1-16,0-1 0 15,3 2 0-15,-2-2 1 16,3 2-1-16,-1-4 1 15,3-4-1-15,-1 0 1 0,4-5 1 16,0-1-1-16,-2 0 0 16,3-2 0-16,-1-4-1 15,0 3 2-15,0-2-4 16,-1-4 2-16,-2-1 1 16,2-1-1-16,0-3-1 0,-1-3-1 15,-2 0 1-15,0-1 2 16,1-8 4-16,1 0-3 15,-1-4-1-15,-3 2 0 16,1 0-1-16,-5 2 1 16,0 1-1-16,-1 3 0 15,-3 1 1-15,-2 2-1 0,-2 0 0 16,-1 2 2-16,1 0-2 16,-1 0-3-16,0 0-6 15,0 0-66-15,0 0-23 16</inkml:trace>
  <inkml:trace contextRef="#ctx0" brushRef="#br0" timeOffset="37162.04">16897 5238 22 0,'0'0'19'0,"0"-2"-6"0,0 1 8 0,0 0-15 16,0 1-5-16,1 0-1 0,2 0 0 16,2 0 0-16,-3 0 0 15,0 0-1 1,-1 2-3-16,0 4 1 0,-1-1 3 16,0-2 1-16,1 4-1 15,-1-1 1-15,0 1 0 16,0-3 1-16,0 1 0 0,1-2-1 15,0-1 1-15,0 0-1 16,3-1 2-16,-4-1 8 16,4 0 32-16,-1-5 6 15,5-4-40-15,-1-5-6 16,6-5 0-16,1-1 5 0,3-4 1 16,1-1 0-16,3-2-2 15,1 0-1-15,2 1-3 16,-1-1-2-16,2 4-1 15,-3 2-5-15,-4-2-72 16</inkml:trace>
  <inkml:trace contextRef="#ctx0" brushRef="#br0" timeOffset="38387.44">16980 7007 45 0,'0'0'12'0,"0"0"0"0,0 0-7 0,0 0-3 0,0 0-2 0,0 0 0 16,0 0 0-16,0 0-1 15,0 0 0-15,0 0 3 16,0 3-3-16,3 0 1 15,-2-2 0-15,1 2 2 16,1-2-1-16,1-1 2 0,1 0 7 16,3 0 9-16,2-4 6 15,-2-6 1-15,5-4-7 16,4-2-1-16,3-5-7 16,2-2-5-16,3-3-5 15,0-4-1-15,-1-5-20 0,-4-2-137 16</inkml:trace>
  <inkml:trace contextRef="#ctx0" brushRef="#br0" timeOffset="39147.83">17040 8914 106 0,'0'0'7'0,"0"0"24"0,0 0 4 0,0 0-6 16,0 0-8-16,0 0-8 15,7-42-1-15,4 24-4 16,7-1-2-16,2-4 0 0,3-1-3 16,5-1-2-16,1-1 0 15,1 0-1-15,3 2-2 16,-6-1-33-16,-6 1-93 15</inkml:trace>
  <inkml:trace contextRef="#ctx0" brushRef="#br0" timeOffset="39724.01">16987 10633 136 0,'0'0'6'0,"0"0"1"0,0 0-4 0,34-43 2 0,-20 25 1 16,5-5-2-16,5-1 4 16,0-3-1-16,3 0-5 15,2-4-1-15,-1 4-1 16,-2 0-2-16,-4 1-44 0</inkml:trace>
  <inkml:trace contextRef="#ctx0" brushRef="#br0" timeOffset="40199.04">16933 12293 33 0,'0'0'54'0,"0"0"-52"0,0 0-4 0,0 0 1 15,0 0 2-15,0 0-3 16,0 0 4-16,0 0 11 0,0 0 3 15,44-15 17-15,-21-9-11 16,8-8-15-16,12-12-3 16,2-12-6-16,11-11-27 15,6-13-85-15</inkml:trace>
  <inkml:trace contextRef="#ctx0" brushRef="#br0" timeOffset="41230.56">19467 6132 152 0,'-6'4'-2'0,"0"-2"12"0,3-1-5 0,-1 1-4 15,2-2 1-15,0 0 0 16,2 0-1-16,0 0-7 0,0-8 7 16,3-4-8-16,5-6-2 15,6-4 1-15,1-6 1 16,2-2-24-16,3 0-32 16</inkml:trace>
  <inkml:trace contextRef="#ctx0" brushRef="#br0" timeOffset="41688.8">19385 7899 126 0,'0'0'14'0,"0"0"-5"0,0 0 10 0,0 0 12 15,0 0-13-15,0 0-12 16,0 0-3-16,0 0-2 15,-3-47 1-15,21 26 0 0,1-2-4 16,4 1-2-16,0 2-33 16,-5 1-32-16</inkml:trace>
  <inkml:trace contextRef="#ctx0" brushRef="#br0" timeOffset="42264.25">19365 9747 236 0,'0'0'-10'0,"0"0"12"0,0 0-1 0,0 0-2 0,0 0 1 16,0 0-1-16,23-40-2 15,-10 34-8-15,-1 2-30 16,-2 3-37-16</inkml:trace>
  <inkml:trace contextRef="#ctx0" brushRef="#br0" timeOffset="42565.26">19377 11371 228 0,'0'0'6'0,"0"0"-6"16,0 0-22-16,0 0-15 16,0 0-10-16</inkml:trace>
  <inkml:trace contextRef="#ctx0" brushRef="#br0" timeOffset="43030.53">21736 6872 91 0,'0'0'4'0,"0"0"18"0,0 0 2 0,0 0-13 16,0 0-8-16,0 0 1 16,0 0 3-16,0 0-6 15,0 0-1-15,-9 9-2 16,14-1-27-16,-1-1-59 0</inkml:trace>
  <inkml:trace contextRef="#ctx0" brushRef="#br0" timeOffset="43312.07">21739 8472 171 0,'0'0'9'0,"0"0"3"15,0 0-6-15,0 0-2 16,0 0-17-16,0 0-39 16,0 0-16-16</inkml:trace>
  <inkml:trace contextRef="#ctx0" brushRef="#br0" timeOffset="46648.24">11959 15608 61 0,'0'0'11'0,"0"0"8"0,0 0-6 0,0 0-2 0,0 0-4 15,0 0-5 1,0 0 0-16,-35-8-1 0,30 7-1 16,1 0 0-16,2 1 2 15,-3 0-2-15,2 0 0 16,0 0 0-16,-2 3-1 16,-2 6-1-16,1 1 0 0,-2 4-1 15,1 1 1-15,-3 2-1 16,0 1 2-16,3 4 0 15,-3 4 0-15,1 4 1 16,1 5 0-16,-1 5 0 16,1 4 0-16,2 8 0 0,-2 3 0 15,3 5 0-15,3 0 0 16,-3 0 0-16,5-2 0 16,0-3 0-16,0 1-1 15,5-2 1-15,2-2-1 16,4 2 0-16,0 0 1 0,5-1 0 15,-1-8 0 1,3-4 1-16,0-5-2 0,0-8 2 16,4-5 0-16,-4-6-1 15,2-5-1-15,0-7 0 16,3-3 2-16,-4-2 0 16,4-6 0-16,0-7 7 0,-2-8-2 15,2-2-4-15,-2-4 5 16,-2-5-4-16,1-1-1 15,-3-5 1-15,-2-4-1 16,-1-2 1-16,-3-4 3 16,-3-2 4-16,-4-2 4 0,-3-1-6 15,-1-1 1-15,-3 3-2 16,-12 0 2-16,-5 3 1 16,-1 2-4-16,-3 6 0 15,-1 5-6-15,3 5 0 16,-3 3-25-16,1 1-78 0</inkml:trace>
  <inkml:trace contextRef="#ctx0" brushRef="#br0" timeOffset="49933.1">23865 13959 24 0,'6'3'3'0,"-3"-3"8"0,0 0 12 0,0 0-2 0,-3 0 1 16,1-6 3-16,-1 1 0 0,0-2 4 16,0-1-8-16,0 1-7 15,0 1-6-15,0 1-3 16,-6 1-5-16,1 0 0 15,-4 1 4-15,-1-1-3 16,-2 2 1-16,1 1-1 16,-3-1 1-16,-1 1 0 0,-1-1-1 15,1 1 2-15,-4-2-3 16,-2 3 0-16,-2 0 0 16,-3 0 0-16,-2 0-2 15,-1 0 0-15,-4 3 3 16,-1 4-3-16,-5 0 2 0,-4 4 0 15,2 2-1-15,-1 0 0 16,1 1 4-16,2-1 1 16,4 3 0-16,3-2 0 15,1 0-1-15,3 3-2 16,-1 0-1-16,0 1 2 0,-4 1-1 16,1 1-1-16,-1 1 0 15,-2 2 0-15,0 1 0 16,-1-1 0-16,1 2 0 15,2-2 2-15,-1 2-2 16,1-1 0-16,1 1 2 0,-2-2 0 16,2 0 0-16,2-1-1 15,1 0 2-15,0-1-2 16,4-1 2-16,2 0 0 16,6 1 0-16,-3 1-1 15,5 1 1-15,1 3-3 0,1 1 1 16,1 3-1-16,3 4 1 15,-3 1-1-15,2 5 0 16,1 0 0-16,1 1 0 16,-1 3-1-16,1 0 2 15,-1 3-1-15,3 1 0 0,-1 2 0 16,0-2 0-16,1-1 0 16,1 1 0-16,-1-1 0 15,2 3 0-15,1-2 1 16,-1 0 0-16,1-1-1 15,3-1 0-15,0-5 1 16,0 0 0-16,8-7-1 0,0 1 0 16,1-3 0-16,2 1 0 15,0-2 2-15,2 0-2 16,-1 2 0-16,0-1 2 16,3 2-2-16,0-2 0 0,1 2 0 15,0-1 2-15,2-1-2 16,1 1-2-1,2 0 2-15,4 1 0 0,1-2 0 16,1 1 2-16,0 1-1 16,3-4-2-16,-1 1 2 15,1-3 0-15,1-2 1 0,-2 0-2 16,0-2 1-16,0-1 1 16,-1-2-1-16,-1 0 1 15,1 0 2-15,-1-2-3 16,1 1 0-16,1-1 1 15,0-1 0-15,2 0 1 0,0-2-1 16,0 1-2-16,1-2 4 16,3-3-3-16,-2 5-1 15,5-5 2-15,-2 0 0 16,5 0-2-16,-2-3 1 0,2-1 0 16,-1-3-1-16,3-3 1 15,-3-2 1-15,5 0 0 16,1 0 1-16,-1-7-1 15,1-2-1-15,1 0 0 16,-4-3 0-16,0 0 0 16,-3-2-1-16,-1 0 1 0,-2-2 0 15,1-2 0-15,1-5 1 16,1 1 5-16,0-4 0 16,3-4-1-16,-1 0-2 15,1-1-3-15,-1 1 0 16,-4 2 0-16,-1-2 0 0,-4 2 0 15,-3-1-1-15,-3-2 1 16,0-2 0-16,0-2 1 16,-2-4-1-16,-1-1 0 15,2-2-1-15,-1 2 0 16,-2-4 0-16,-4 3 1 16,0-2-1-16,-1 3 0 0,-5-3 0 15,-2 0 1-15,1 0 0 16,0 1 1-16,-2 2-2 15,0-7 0-15,1 2 0 16,2-4 0-16,-1-2 0 16,-3 1 0-16,3-1 0 0,-3 0 0 15,-1 3 0-15,0-2 0 16,-4 2 0-16,-2 0 0 16,0 1 0-16,-2 1 1 15,0 4-1-15,-11 1-1 16,0 5-1-16,-3-2 4 0,-2 4-2 15,-1-1 0-15,-3 1 0 16,1 0 0-16,-2 0 0 16,0 3 1-16,-3-2 0 15,0 4-2-15,-1 2 1 0,-4 0 0 16,-3 2 3-16,1 0 4 16,-5 3-2-16,0 0 3 15,2 0 1-15,-1 1-6 16,2-1-1-16,-1 1 0 15,0-3 0-15,1 3-1 16,-3-1 1-16,2 1-1 0,-3 0-1 16,0 3 1-16,0 1 0 15,-1 0 0-15,1 1 0 16,2 2 0-16,0 1 1 16,4 1 0-16,-2 3-2 15,1 2 0-15,0 1-1 0,-2 5 0 16,0 1-1-16,-4 0-1 15,1 8-12-15,1 7-36 16,-6 1-12-16,-3-1-64 16</inkml:trace>
  <inkml:trace contextRef="#ctx0" brushRef="#br0" timeOffset="50490.64">23587 13796 59 0,'-3'1'10'0,"1"-1"-3"0,-3 0 9 16,4 0 0-16,1 0-9 16,0 0-5-16,0 0-3 0,0 1 2 15,0 1 4-15,4-2-2 16,1 2-1-16,0-1-1 15,2-1-4-15,1 0 5 16,3-1 8-16,4-11 7 16,10-8 16-16,11-11-10 0,15-13-6 15,22-21-3-15,24-13-7 16,26-19-6-16,22-17 0 16,11-12-16-16,10-9-86 15</inkml:trace>
  <inkml:trace contextRef="#ctx0" brushRef="#br0" timeOffset="69032.09">13802 4019 13 0,'0'0'12'0,"0"0"11"0,0 0-4 0,0 0-1 16,0 0-6-16,0 0-6 15,0 0-3-15,0 0-5 16,0 0-2-16,0 0 1 16,0 0 8-16,0 0-1 15,-28-32-4-15,22 31-4 16,0 1 1-16,-1 0 1 0,-2 0-3 15,0 0 5-15,0 0-4 16,-2 0 4-16,-3 1-2 16,1 4 3-16,-1-1 3 15,1 3-1-15,-1-1-3 16,1 1 0-16,0 3 0 0,2 0 1 16,-2 0-2-16,-1 3 1 15,2 1 0-15,-1 0 0 16,2 2 0-16,-2-1-2 15,1 2 1-15,2 0 1 16,3 0 1-16,-3 1-1 0,2 1 2 16,3 3-2-16,1-1 0 15,-3 0 0-15,2 2 0 16,1-2 0-16,0-1-2 16,2-1 2-16,1-1 0 15,1 2 2-15,0 0-1 0,0 0-1 16,0 1 1-16,2 0-1 15,3 3 1-15,2 1 1 16,-2 0-2-16,3-1 0 16,-2 2 0-16,2-5 0 15,5 2-3-15,0-3 1 0,3-2 7 16,0 2-5-16,8-3 4 16,1-1 0-16,4 2-1 15,2-2 0-15,5-2-1 16,-1-2 0-16,3-4 2 15,1-2-1-15,-3-5-1 16,0-1-1-16,1 0 0 0,-3-7 1 16,1-3 0-16,0-3-1 15,-2-1 1-15,-2-2-1 16,-1-1 1-16,-4-3-1 16,-2-1 1-16,-2-1 1 0,-3-3-1 15,-6-3 0-15,-2 1-1 16,-1 0-2-16,-4-3-8 15,-6 3-24-15</inkml:trace>
  <inkml:trace contextRef="#ctx0" brushRef="#br0" timeOffset="69566.66">14047 5979 64 0,'-22'-20'6'0,"0"2"-3"0,0 3-1 0,-3 5-6 0</inkml:trace>
  <inkml:trace contextRef="#ctx0" brushRef="#br0" timeOffset="73314.88">16841 4307 50 0,'0'0'8'0,"0"0"0"0,0 0 1 0,0 0-5 0,1 0-2 15,-1-1-1-15,1 1-1 16,0-2 1-16,0 1-1 15,0 1 2-15,1-1-1 16,0-1 0-16,0 2-1 16,-2 0 0-16,2 0 0 15,-1 0 1-15,1 0-1 0,1 0 1 16,-1 0-2-16,0 0 1 16,0 3 1-16,0 0-2 15,0-2 1-15,0 3 0 16,1-2 1-16,3 1-1 0,-3-2 0 15,2 3 0-15,3-1 0 16,-3 1 0-16,1-1 0 16,-1 2 0-16,2-4 0 15,-2 3 0-15,-1-1 0 16,2-2 0-16,-3 0 0 16,-1 1 1-16,0-2-1 0,0 0 0 15,-1 2 1-15,0-2 0 16,-1 0-1-16,2 0 0 15,-2 0 2-15,0 0 0 16,3 0 8-16,-2 0 17 0,2-4-20 16,1-1-6-16,2-2 0 15,0-3 1-15,2 2-1 16,0-5 0-16,0 2-1 16,1-1 0-16,0-2 1 15,0-3 0-15,2 2 0 16,1-1 0-16,-3-3 1 0,4 2 0 15,0-3 2-15,-1 3-2 16,2-1 0-16,-1 1 1 16,-2 0-2-16,2 1 0 15,-2 2 0-15,-2 1 1 0,0 2-2 16,-2 2 1-16,-1-1-1 16,-2 4 0-16,1 2 1 15,-2 3-2-15,-1-2 0 16,-1 3-2-16,-1 0-1 15,1 0-4-15,-1 0-6 16,0 1-3-16,0 6 1 0,-2 2-6 16,-5 2-13-16</inkml:trace>
  <inkml:trace contextRef="#ctx0" brushRef="#br0" timeOffset="74511.2">16897 4235 6 0,'0'0'8'0,"0"0"-6"0,0 0-2 0,0 0 1 16,0 0 1-16,0 0-1 15,0 0 0-15,0 0-1 0,0 0 0 16,0 1 3-1,0-1 0-15,0 0-1 0,0 2 2 16,0-1-1-16,0-1-1 16,1 3 0-16,1-2 0 15,-1 2 0-15,0-1-1 0,1 0-1 16,0 1 0-16,0 0 0 16,-2 0 1-16,2 1-2 15,-1-3 2-15,1 1 0 16,0 0 2-16,-1 0 0 15,3 1 1-15,-2 0-1 16,1 0-1-16,0 0-1 0,0-1-1 16,1 0 0-16,-1 1 1 15,1-2 1-15,0-1 1 16,1 0-1-16,0 0 3 16,-1 0 1-16,0 0 0 15,0 0 0-15,1 0-1 0,1-4-4 16,-1 2 1-16,2-5-1 15,-2 0 3-15,3 0-2 16,-2-3-1-16,4 0 0 16,-3-1 0-16,2-2 0 15,2-1 0-15,0-2 0 16,-1-1 3-16,3-2 0 0,1-2-1 16,3 0 0-16,-2-3-2 15,1 1 1-15,0 0-1 16,0-1 0-16,-1 3-1 15,0 1 0-15,-2 2 1 0,2 2 1 16,-4 2 0 0,0 2-1-16,0 4 0 0,-4 1-1 15,-1 4 0-15,-1 3-2 16,-3 0-4-16,-2 0-10 16,0 7 1-16,0 4 2 0,-7 4-3 15,-4-1-1-15,-3 3-38 16</inkml:trace>
  <inkml:trace contextRef="#ctx0" brushRef="#br0" timeOffset="75877.91">16875 4231 57 0,'0'0'3'0,"0"0"-2"0,0-1 0 0,0 0 3 15,0 1 6-15,0 0-5 16,0 0-11-16,0 0 1 16,0 5 2-16,0 0 5 15,0 4-2-15,0-1 2 16,1 0-1-16,4 0-1 0,-1-3 1 15,1 2-1-15,2-5 0 16,-2-2 1-16,3 0 1 16,-1 0 0-16,3-10 6 15,3-5 5-15,3-3-2 16,3-2-1-16,2-5-1 16,4-1-5-16,4-2-3 0,0-2-6 15,-5 0-62-15</inkml:trace>
  <inkml:trace contextRef="#ctx0" brushRef="#br0" timeOffset="76753.77">16929 5425 28 0,'0'0'19'0,"0"0"0"0,0 0-10 0,0 0 2 0,0 0 2 16,0 0-10-16,0 0-2 15,0 0 0-15,0 0-1 16,0 0 2-16,0 0-1 15,0 0-1-15,0 0 1 0,2-9 1 16,-2 9 1-16,0 0-2 16,0 0 0-16,0 0 0 15,0 0 0-15,0 0-3 16,0 0 0-16,0 0-4 16,0 0 3-16,2 0 3 15,-2 1-12-15,2 2-24 0</inkml:trace>
  <inkml:trace contextRef="#ctx0" brushRef="#br0" timeOffset="77577.95">16957 5525 35 0,'0'0'11'0,"0"0"0"0,0 0-1 16,0 0-2-16,0 0-10 15,0 0 6-15,0 0-3 16,0 0-1-16,0 0 3 16,0 0-2-16,0 0 0 0,0 0-1 15,-15 0 0-15,13 0-1 16,1 0-3-16,-1 0-3 15,0 0-2-15,-3 0 7 16,1 0 3-16,2 0 0 16,-5 0-1-16,2-2 0 15,1-1-1-15,-2-4 1 0,2 1-7 16,1-2-3-16,-2-2 1 16,1 0-2-16,1-2 7 15,1 0 5-15,-3-1 1 16,2-1 3-16,-1 2 1 15,1-2 0-15,-2 1-1 16,1 1-3-16,1 0-1 0,1-3-1 16,2 0-2-16,-2 0-7 15,2-3-24-15</inkml:trace>
  <inkml:trace contextRef="#ctx0" brushRef="#br0" timeOffset="77742.21">16850 5100 8 0,'0'0'3'16,"0"0"-2"-16,5-53-3 16,-3 36 0-16,1 3 1 0,-2 1 0 15,0 3 1-15,0 2 1 16,2 0 0-16,-1 1 0 16,0 0-3-16,3-1-5 15</inkml:trace>
  <inkml:trace contextRef="#ctx0" brushRef="#br0" timeOffset="79080.09">16915 4895 0 0,'0'0'16'16,"0"0"-4"-16,0 0-3 16,36-41-1-16,-27 32-4 15,0 1-1-15,1 1-1 16,2 0 0-16,-5 1 0 0,3-1 3 16,2 3 4-16,-1-2-5 15,3 2-3-15,-3-1 0 16,2 3 0-16,0-2-1 15,-1 3 0-15,2-1 0 16,-3 2 0-16,-1 0-1 0,2 0 1 16,-3 2-1-16,0 4 1 15,0 1-1-15,-2-1 3 16,-1 1-2-16,0 3 0 16,1-2 1-16,-2 1 1 15,0 2-2-15,1 1 2 16,-3-1-4-16,0 3 2 0,-1 0-3 15,0 1 3-15,1 3 1 16,-3 2-1-16,0 0 2 16,2 1 0-16,-2 3-1 15,0-1-1-15,0 0 1 16,1-1 0-16,-1 0-1 0,0-2 0 16,0-2-1-16,0 0 1 15,2 1 1-15,-2-2-1 16,0 0 0-16,0-1 0 15,0 2 1-15,0 2-1 16,0-3-2-16,-3 0 2 0,1 3-1 16,-4-3 4-16,2-3-3 15,-1 2-1-15,-1-2 2 16,1-3 0-16,-3 2 0 16,2-2 0-16,-4-2 0 15,-2 1 0-15,0-1-2 16,-3-1 4-16,2-1-5 0,0 0 4 15,-1-4-1-15,1 1 0 16,-1-2 0-16,0-2 1 16,0 3-2-16,2-3 1 15,-1 0-1-15,1 0 1 0,1 0 2 16,2-3 4-16,-2-3-2 16,4-1-1-16,-1 0-1 15,0-3-2-15,0 0-1 16,1-1 2-16,-2-1 4 15,0-2-4-15,2 3-2 16,-1-5 1-16,1 2 0 0,-2 0-2 16,4-4 1-16,-3 0 1 15,3-1 1-15,-4 0-2 16,2-1 1-16,-1-1-1 16,0 2 1-16,-1 1-1 0,1-2 0 15,3 3 0-15,-2-2 1 16,4 1-1-16,3 1 0 15,0 0 3-15,0-3-3 16,0 1 2-16,8 0-2 16,0-1 1-16,2-3-2 0,1 3 1 15,0 0-6-15,1-1 1 16,-1 1 3-16,0 0 1 16,2 2 1-16,0-1 0 15,-1 2 0-15,-4 3 1 16,2 3-1-16,2 1 1 0,-2 1-1 15,-1 2 0-15,3 2 0 16,0 0 0-16,-1 2 0 16,3 0 0-16,-1 2 0 15,1-2 0-15,-1 3-1 16,1 0 1-16,1 0 0 16,-1 0 1-16,0 0-1 0,-1 6-1 15,0-2 1-15,-2 3-3 16,-3 3 2-16,2 0-1 15,-3 0 2-15,0 4 1 16,4-1 0-16,-2 5-1 16,2-2 0-16,0 3 0 0,0-1-1 15,-2 2 1-15,-1 1-1 16,0 1 0-16,-3-1 0 16,0 0 1-16,-2-1 1 15,1 0-1-15,-4-3 1 16,1 3 0-16,0-3-1 0,0 0 1 15,-1 1-1-15,0 2 0 16,0 0 1-16,0 0-1 16,-3 4 2-16,-5-4-2 15,3 4 0-15,-6-1 0 16,2 0 0-16,-2-2 2 0,-1-1-1 16,-1 1 0-16,0-4-1 15,0 2 2-15,1-5-2 16,-1 0 0-16,3-4 0 15,0 0 1-15,-1-3-1 16,1 0 1-16,4-3 0 0,-2-2 2 16,2 1-3-16,-2-3-12 15,1 0-25-15</inkml:trace>
  <inkml:trace contextRef="#ctx0" brushRef="#br0" timeOffset="81549.53">16970 5128 33 0,'0'0'6'0,"0"0"2"0,0 0-7 0,0 0-1 15,0 0 0-15,-1 0 1 16,-1 0-3-16,0 0 2 16,-1 0 1-16,1 0-2 15,0 0-1-15,1 0 7 0,1 0-5 16,0 0-9-16,0 0 10 16,0-1-1-16,0-1 3 15,0 1-2-15,0 1 2 16,-2 0-2-16,-2 0 1 15,-1 0-3-15,1 0-3 0,0 0 6 16,3 0-28-16</inkml:trace>
  <inkml:trace contextRef="#ctx0" brushRef="#br0" timeOffset="83660.5">17007 6588 6 0,'0'0'19'0,"0"0"9"0,0 0-6 0,0 0-9 16,0 0-2-16,0 0-3 15,0 0-2-15,0 0-4 16,0 0-1-16,0 0 0 16,0 0 1-16,0 0-2 15,0 0 1-15,0 0-1 0,0 0 2 16,0 0 4-16,0 0 10 15,0 0-10-15,0 0-3 16,0 0-1-16,0 0 1 16,-1 0-2-16,-1 0 0 15,2 0 0-15,-4 0-1 0,2-3 0 16,-2 2 0-16,1-1 1 16,-1 1 2-16,-1-2 3 15,0 2-1-15,0-1 2 16,1 0 0-16,1 0-5 15,0 2-1-15,-2-1-1 0,1-1 0 16,-1 2-2-16,-1 0-1 16,2 0 2-16,-1 0-1 15,-1 3 2-15,3 1-2 16,-6 2 2-16,4 1-1 16,-2 0 1-16,1 2 0 15,-5 1 0-15,4 1 0 0,-3 2 0 16,-2-2 1-16,2 3-2 15,0-2 1-15,1 1 1 16,-3-1-1-16,4 0 0 16,1-2 0-16,-2-1 0 0,4 0 0 15,3 2 0-15,-3 1-1 16,2-2 1-16,-1 5 0 16,3-3 0-16,-1 2 1 15,0 0-1-15,0 0-1 16,-1 2 1-16,1-2 0 15,0 2 0-15,1-1 0 0,-1 0 0 16,2 0 0-16,-2 1-2 16,-2 0 4-16,2 2-4 15,1-4 4-15,-1 3-4 16,0-1 4-16,0 0-2 0,-1-1-2 16,2 2 4-16,0-4-2 15,1 2 0-15,0-3-2 16,0 3 2-16,0-2 0 15,0 0 0-15,0 2 0 16,1-1 2-16,1 1-2 16,0-1 0-16,2 2 0 0,-3-2 0 15,1-1 0-15,0 1 0 16,2-2 0-16,-2 0 0 16,1 1 0-16,1-2-2 15,1 0 2-15,-1 0 0 16,-2-1 0-16,1 0 0 0,1-2 0 15,0-1 0-15,-1 2-1 16,1-5 1-16,1 3 0 16,-1-2 0-16,1 0 0 15,1 1 0-15,-2-1-2 16,3 1 2-16,-1 0 1 0,2-2 0 16,-3 2-4-16,3-2 5 15,-1 0-1-15,2-1-3 16,-2 0 4-16,1-2-1 15,0 1 1-15,1-2-2 16,-1 1 0-16,0-1 1 0,2 0-1 16,-3 2 0-16,1-2 0 15,1 0 1-15,-1 0 0 16,0 0-1-16,-1 0 1 16,2 1-1-16,0 0 0 15,-1 1 0-15,1-1 0 16,1 2-1-16,-3 1 1 0,3-4 0 15,-3 2 0-15,2-2 1 16,2 0-1-16,-3 0-1 16,3 0 2-16,0 0 0 15,-1 0-1-15,2-2 0 16,-3 0 0-16,0 0 0 0,2-2 0 16,-4 0 0-16,1-1 0 15,-3-2 1-15,4 0-2 16,-4 0 2-16,3 0-1 15,-2 2 1-15,2-3-1 0,-2 1 1 16,1 0-1-16,-3 1 0 16,0-1 1-16,1 0-1 15,1-1 0-15,0-1 0 16,0 0 0-16,-1-1 1 16,3 0-1-16,-2 2 0 0,2-2 0 15,-4-1 1-15,3 1-1 16,-3-2 0-16,1 1 2 15,0-4-1-15,0 2 2 16,-1-2 4-16,2 1 0 16,-3-3-3-16,1 1 2 15,0 0-4-15,0-1 0 0,-1-1-2 16,-1 0 1-16,0 1-1 16,1 0 0-16,-1-3 1 15,-2 5-1-15,2-1 0 16,-2-1 0-16,0 1 0 15,0-1 2-15,0 0-1 16,-2 0 3-16,0-3-2 0,-4 0 1 16,1-1-1-16,-2-3 2 15,0-2 0-15,-2-1 1 16,1 0 1-16,-4 2 0 16,-1-1 0-16,-1 5-4 15,3 1-1-15,-4 6-1 0,2 3-2 16,-1 3-5-16,-4 6-33 15,-5 1-74-15</inkml:trace>
  <inkml:trace contextRef="#ctx0" brushRef="#br0" timeOffset="84895.46">17041 8443 23 0,'4'-1'10'0,"-4"-1"-5"0,2 2-4 0,0-1-1 16,0 1 1-16,-1 0-1 16,0-2 0-16,0 2 2 15,0 0 15-15,0 0-3 16,1 0-11-16,0-2-3 15,-2 0 1-15,2 2-1 16,-2-1 1-16,0-1 0 0,0 2 8 16,0-1-2-16,0-2-3 15,0 2 5-15,-2-2-5 16,-3 1 0-16,1 1-3 16,0-3 1-16,-3 2-1 15,2-2-1-15,-1 1 0 0,-1 0-1 16,-1 2 1-16,-2 1 2 15,0 0 6-15,-1 0 0 16,-2 0 1-16,1 5-4 16,2 3-3-16,-1-1-1 15,-1 4 0-15,2-1 1 0,1 3-2 16,0-2 0-16,-3 2 0 16,2-1-3-16,3 2 3 15,-6 1-1-15,4 1 0 16,0 1 1-16,-3 3 0 15,4-1 0-15,1 3 0 0,-1-1 0 16,3 0 0-16,-1 1 0 16,3 0 0-16,0 1 0 15,1 1 1-15,-2-1-2 16,3 1 1-16,0-1 0 16,1-2 1-16,0 1-1 15,0 0 0-15,0-2-1 0,0-1 2 16,2 3-1-16,2-2 1 15,-2 4-1-15,0-1 0 16,1 0 0-16,-1-2 0 16,3 2 0-16,-1-2 0 0,1-2 0 15,3 2 0-15,-2 0 0 16,3-2 1-16,1-1-1 16,1-1 2-16,-1-2-5 15,1-4 3-15,-1-1 0 16,2-3 3-16,-2 0-2 0,1-3 0 15,1-1-1-15,0 0 1 16,2-3 0-16,1 0 3 16,2 0-3-16,1 0 3 15,0-2-2-15,0-3-1 16,2-4 0-16,-1 2-1 0,-1-1 1 16,3-2 0-16,-4-2-1 15,4-2 1-15,-2 0 0 16,-2-3 0-16,3-3 0 15,-4-3 1-15,2 0-1 16,-1-3 1-16,-3-1 0 16,-2-2-1-16,-1 1 0 0,-1-1 2 15,-5-2 1-15,-2 1 0 16,-2-2 1-16,-1-1 0 16,0 0-3-16,-2-1 0 15,-4 3-3-15,-2 2-1 16,0 6-25-16,-6 7-33 15</inkml:trace>
  <inkml:trace contextRef="#ctx0" brushRef="#br0" timeOffset="85904.47">16983 10226 79 0,'0'0'24'0,"0"0"-4"0,0 0 1 15,0 0-13-15,0 0-3 16,-3-2-4-16,2-4 0 16,-1 1-1-16,-3 0 0 0,2 0 1 15,-1-2-1-15,1 1 1 16,-3-1-1-16,2 2 1 15,-2 1 0-15,1 3-1 16,1 1 2-16,-3 0-2 16,2 1 0-16,0 8-2 0,-4 5 1 15,2 3 1 1,0 4-2-16,-4 2 1 0,2 4 0 16,0 0 1-16,0 0-3 15,2 2 3-15,-2 0 3 16,3 4-2-16,1-2 0 15,2 4 0-15,-1-3 0 0,2 1 0 16,2-1-1-16,0 1 2 16,0-2-2-16,0-1 0 15,0 1 1-15,5-2 0 16,-1-1 2-16,3-1-2 16,1-3 0-16,1 0-1 0,3-5 1 15,-3-1 0-15,3-1-1 16,2-3 1-16,-1 1 0 15,4-1 0-15,-4-1 0 16,5-2 0-16,-3 2-1 16,2-3 0-16,1 0 0 0,-1-3 0 15,2-1 0-15,0-2 0 16,2-3-2-16,1-1 2 16,-4-1 0-16,6-12 1 15,-5 1 0-15,0-8 0 16,-1-1-1-16,-2-1 0 0,0-4 2 15,-3-2-4-15,1-1 2 16,-4-3 5-16,-1-1-2 16,-1-2 1-16,-3-2 2 15,-2-2-2-15,-1-1-2 16,-2 2-1-16,0-3 0 0,-6 0 2 16,-1 1-2-16,-3 0-1 15,0 5 0-15,1 5-6 16,-1 4-11-16,-3 9-25 15,-3 10-20-15</inkml:trace>
  <inkml:trace contextRef="#ctx0" brushRef="#br0" timeOffset="87257.39">16962 12002 28 0,'0'0'127'0,"0"0"-106"0,0 0 4 0,0 0-16 15,0 0-8-15,0 0 1 16,0 0 0-16,0 0 0 16,0 0 5-16,0 0 1 15,0 0-2-15,0 0 0 16,-34-37-3-16,31 36-2 15,0-1 0-15,1 1-1 0,-3 0 0 16,1 0 0-16,1 1-1 16,1 0 1-16,-3 0 0 15,1 0-1-15,2 5-3 16,-4 3 2-16,3 4 2 16,-2 1-2-16,1 1 2 0,-1 3 0 15,1-1 0-15,-1 2 0 16,-1 2 0-16,3 1 1 15,-1 0-1-15,0 2 0 16,1 1 1-16,1-1-1 16,0 2 0-16,0 0 0 0,-2 0 1 15,1 2-1-15,1 2 0 16,-3-1 0-16,3 1 2 16,0-1-1-16,2-1 3 15,0-2-1-15,0-2-2 16,1 0 0-16,7-5 0 0,-3 0-1 15,3 0 1-15,-1-1-1 16,1-2 0-16,2 2 0 16,-1-2 0-16,0-3 0 15,4 3 1-15,-2-3-1 0,1 0 0 16,1-1 0-16,-2-1 0 16,3-1 0-16,-1-1 0 15,2-1 0-15,-2 0 0 16,1-1 0-16,0 3 0 15,-2-1 0-15,1-1 0 16,1 0 0-16,-1-1 1 0,-2-1-1 16,1-3 0-16,0-2-1 15,-2 0 0-15,0 0 1 16,2-3-2-16,-4-6 1 16,-1 0 1-16,0-1 1 15,-2 0 1-15,-1 0-1 0,0 0-1 16,-2 0-2-16,1 0 4 15,-1-3 2-15,2 2-1 16,1-2-3-16,-3-1 0 16,2-1 1-16,0 0-1 15,1 2 0-15,-1-2 1 0,0 1-1 16,2 1 0-16,0-1 0 16,-1 1 0-16,0 1 0 15,0-1 0-15,0-3 1 16,-1 1-1-16,0-2-1 15,2-1 2-15,-4-1-1 16,1 1 0-16,-1 1 0 0,0 1 0 16,0 3 0-16,0 2 0 15,-2-2 0-15,0 3 0 16,0-1 1-16,0 0-2 16,0-1 2-16,0-2-1 15,-2 0 0-15,-2-3 0 0,0 1 0 16,-1 1 0-16,-3-1 1 15,2 2 1-15,-3 0 8 16,-2-1 3-16,-2 1-5 16,2-1 1-16,-3 0 6 15,-2-1-11-15,-2 1-4 0,-4-3 0 16,-2-1 0-16,-3 1 0 16,-3-5-6-16,-2 0-12 15,-2-4-24-15,-7 4-78 16</inkml:trace>
  <inkml:trace contextRef="#ctx0" brushRef="#br0" timeOffset="89992.19">17268 5292 46 0,'0'0'25'0,"1"0"-15"0,0 0-5 0,2 0-4 0,1 0-1 16,2 0 0-16,2 0-2 16,-1 0-21-16,1 2-29 15</inkml:trace>
  <inkml:trace contextRef="#ctx0" brushRef="#br0" timeOffset="90692.75">17291 5350 36 0,'0'0'13'0,"0"0"4"0,0 0-5 0,0 0-5 0,0 0 3 15,0 0-1-15,0 0 3 16,0 0-3-16,0 0-6 16,0 0-3-16,-5-21 1 15,12 20 0-15,0 1-1 16,1 0 0-16,-1 0 0 0,1 0 0 15,0 0 0-15,0 0 0 16,1 1 0-16,-1 1 0 16,0 1 0-16,1-1 0 15,0 2-1-15,0 1 1 16,0 0 0-16,-1 0 0 0,4 1 0 16,-3 1 0-16,1 0 0 15,1-3 0-15,-1 1 0 16,1-2 0-16,-4 1 0 15,2-3 0-15,-5-1-4 16,-1 2-6-16,-1-2-13 16,-2 0-5-16,0-3-27 0</inkml:trace>
  <inkml:trace contextRef="#ctx0" brushRef="#br0" timeOffset="90912.02">17335 5287 107 0,'0'0'2'0,"0"0"-1"0,0 0-9 15,0 0-35-15,0 0 8 16</inkml:trace>
  <inkml:trace contextRef="#ctx0" brushRef="#br0" timeOffset="91503.24">17312 5122 28 0,'0'0'13'16,"0"0"-8"-16,0 0-3 0,0 0 0 15,0 0-1-15,0 0-1 16,0 0 1-16,0 0 0 15,0 0-1-15,10 33 1 16,-9-29 2-16,2-2 3 16,0-1 1-16,1-1-3 15,0 0 8-15,1 0 5 0,4 0 4 16,0-5-11-16,1-2-4 16,0-2-1-16,2 0 2 15,1-2 6-15,0-3-1 16,0 0 0-16,3-1-5 15,-1-3-3-15,1 0 0 0,0 0-2 16,2 0 0-16,-5 4-1 16,-1 1-1-16,-3 4 1 15,-1 1-1-15,-3 4 0 16,-1 1-1-16,3 3-3 16,-6 0-6-16,-1 6-20 0,0 3-24 15,0 0-15-15</inkml:trace>
  <inkml:trace contextRef="#ctx0" brushRef="#br0" timeOffset="94115.69">19297 5793 34 0,'0'0'7'0,"0"-2"0"0,0 1-2 0,0-1-2 16,0-2-3-16,0 2 1 15,0 1-1-15,0-1 1 16,0-1-1-16,0 0 0 0,0 2 0 15,0-1 0-15,0 2 1 16,-3-3 0-16,-3 3-1 16,0 0-1-16,1 0 1 15,-1 0 0-15,0 0 0 16,0 0 1-16,0 0-1 0,2 0 0 16,-1 0 0-16,1 3 0 15,-1-2 0-15,-2 1 2 16,3-1 3-16,1 2 3 15,-1 0-2-15,-1 1-5 16,1 1 0-16,0 1-1 0,-1 2 1 16,-2 0-2-16,0 1 1 15,1 1 0-15,-2 0 0 16,2-1 0-16,-2 2 0 16,3-1 0-16,0 1 0 15,2 0 0-15,2 2 0 0,0 0 0 16,1 1 1-1,0 3-1-15,0 0 0 0,0 0 0 16,0-1 0-16,0-1 0 16,0 2 0-16,1-4 0 15,0 1 1-15,2 1 0 16,0 0-1-16,0-1 1 0,1-1 0 16,-2 3-1-16,4-2 1 15,-3 0-1-15,0 2 0 16,-1-2 0-16,0 0 0 15,2 0 0-15,-4-2 0 16,1 0 0-16,1 0 1 0,0-1-1 16,-1 1 0-16,0 0 0 15,1-3 0-15,0 2 0 16,0-1 1-16,1-1 0 16,1-2-1-16,1 1 4 15,0-2-1-15,0 3-1 0,0-1-1 16,0-1 0-16,2 0 0 15,-2-1-1-15,0-2 2 16,0 2-2-16,0-2 1 16,-1-1-2-16,4-1 2 0,-2 3 0 15,1-2-1-15,0 1 0 16,2 1 1-16,-1 0-1 16,0 0 0-16,2 0 1 15,1-1-1-15,-1-1 0 16,1 0 0-16,0 0 0 15,1-3 1-15,-3 1 7 0,-2-1 1 16,2 0-1-16,-4 0-2 16,3 0 0-16,-3 0-5 15,1 0 0-15,0 0-1 16,1 0 1-16,-1 0-1 16,1 0 0-16,0 0 0 0,-2 0 0 15,0 0 1-15,-1 0-1 16,0-1 1-16,2-3 6 15,-2-1 5-15,1 1-2 16,3-3-4-16,-4 0-3 16,4 0-1-16,-3-2 0 0,0 2-1 15,0-3 1-15,-2 4 1 16,0-2 7-16,0 1 2 16,-1 1-1-16,2 0-3 15,-2-2-5-15,2 1-1 16,0 0-2-16,0-2 0 0,-1-1 0 15,0 1 0-15,2-1 0 16,-3 0 0-16,0-2 0 16,1 2 1-16,-2-2-1 15,1 0 0-15,-1 1 0 16,0-2 0-16,1-1 0 0,-2 0 1 16,2-1-1-16,-2 0 0 15,0-2 0-15,0-2 1 16,0-1-1-16,-5-1 1 15,-2 0 0-15,1-3 3 16,-3 1 2-16,-2-1-3 0,-1 1 0 16,0 3-1-16,-3 0-2 15,2 3 0-15,0 4-1 16,0 2 1-16,2 4-16 16,-1 0-27-16,-1-2-77 15</inkml:trace>
  <inkml:trace contextRef="#ctx0" brushRef="#br0" timeOffset="96172.04">19454 7496 36 0,'-2'0'24'0,"-1"0"-8"0,1 0 0 15,-1 0-6-15,2 0 3 16,0 0 0-16,0 0-4 16,1-2-6-16,0 1-1 15,0-1-2-15,-1 1 0 0,-1 1 2 16,2-1-2-16,-4-2 0 15,2 3 0-15,-2-2 0 16,3 1 1-16,-4 0-1 16,2-1 1-16,-1-1-1 15,-2 0 0-15,0 3 0 16,1-4 0-16,-3 1 0 0,0 2 0 16,-1-1 0-16,-1 1 1 15,1-2 0-15,-1 3-2 16,0 0 1-16,1 0 0 0,1 0 0 15,1 0 0-15,1 0 0 16,0 0 0-16,1 0 0 16,0 2 0-16,-3 1-1 15,3 2 1-15,-4-1-1 16,0 3 1-16,1-2 0 0,0 3 1 16,2-1-2-16,-3 0 2 15,4 2 0-15,-3 1-1 16,3 1 1-16,-2 3-2 15,0 3 2-15,0-1-1 16,0 1 0-16,1 2 0 16,0-4-1-16,1 2 2 0,-2 0-1 15,3-2 0-15,-2 1 0 16,2 0 0-16,1 0 0 16,0 0 0-16,1-1 0 15,1 2 0-15,0-1 0 16,1 1 0-16,0-2 1 0,0 3-2 15,0-2 2-15,0 0-1 16,0 1 0-16,0-1 0 16,4-1 0-16,-1 0 0 15,-2 0 1-15,1 0-2 16,1 1 2-16,0 0-1 0,1 1 0 16,-1 0 0-16,2 2 0 15,0-1 0-15,1-1 0 16,0-1 1-16,0 1-1 15,1-6 0-15,-3 1 0 16,2-4 0-16,2-1 0 16,-3 0 1-16,1-3 0 0,1 1-1 15,2-1 1-15,2-1 0 16,-3 1-1-16,4 2 2 16,-2-2-2-16,2-1 0 15,-3 0 0-15,0 0 1 16,0-1-1-16,-1 1 0 0,0-1 0 15,0-1 1-15,2 2-1 16,2-2 1-16,-2 2-1 16,1-3-1-16,1 2 2 15,-3-1-1-15,1-1 0 16,-2 0 0-16,0 0-1 0,1 0 4 16,-3-3 6-16,4-4 0 15,-4 0 0-15,3 0-5 16,1 0 1-16,-1-3-4 15,0 3-1-15,2-2 1 16,0-2 0-16,-1 0-1 0,1-1 0 16,-1 1 1-16,-1-1-1 15,-1 0 0-15,2 0 1 16,-3-2 1-16,1 0 1 16,1 1-2-16,-3 1 0 15,0 0-1-15,0 2 0 0,-3 0 1 16,-1 4-1-16,-1 2-1 15,0 2-1-15,-1 0-45 16,0 0-104-16</inkml:trace>
  <inkml:trace contextRef="#ctx0" brushRef="#br0" timeOffset="97267.96">19401 9321 42 0,'-3'0'15'0,"0"0"1"0,1 0 3 16,1 0-4-16,0-2-3 15,-2 1 2-15,2-2 2 16,-1 2 3-16,2-2-4 16,-3 0-3-16,0 0-6 0,2-2-4 15,-1 0-2-15,2 0 1 16,-3 2 0-16,1-2 0 15,-2 1-1-15,-1 1 0 16,1 0-1-16,-5 2 2 16,2-2 2-16,-1 3-2 0,1 0-2 15,-2 0 1-15,1 0 0 16,2 0-4-16,-2 0 3 16,0 3-2-16,0 1 0 15,1 0 0-15,-3 2 0 16,-1-1 4-16,1 3 1 0,1 0-2 15,-3 4 1-15,1-1 1 16,-2 5-2-16,2 2 0 16,-1 2 0-16,1 4 0 15,1 0 0-15,2 1 0 0,3-1 1 16,-2 0 0-16,4-3 0 16,1 3 0-16,2-2 0 15,-2 0-1-15,2 1 2 16,0-2-1-16,0 2-1 15,0-1 2-15,4 0 0 16,2-2-1-16,-2 4 0 0,2-1-1 16,0 1 1-16,-1 0 0 15,1 2 0-15,0-2 0 16,0-1 0-16,1-5 0 16,1 0 0-16,1-3 1 15,1-2 0-15,2-1 0 0,2 2-1 16,0 1 0-16,4-2-1 15,-2 2 1-15,3 0-1 16,-1 0 0-16,0-4 0 16,0-1 0-16,-1-1-2 15,-3-5 3-15,-1-1 0 16,0-3 0-16,-1 0-1 0,1-3 2 16,1-7-2-16,1-3 0 15,1-2 0-15,0-4 0 16,2-2-2-16,-1-3 5 15,-1-2 1-15,-3-1-2 0,1-1 2 16,-4-2 3-16,1 0 0 16,0-1 2-16,-1 1-3 15,-3-2 0-15,1-1-2 16,-1 0-2-16,-2 3-1 16,-1 1 0-16,-2 2-1 15,-1 1-1-15,-1 5-8 0,0 2-34 16,-9 9-65-16</inkml:trace>
  <inkml:trace contextRef="#ctx0" brushRef="#br0" timeOffset="100425.38">14342 16213 4 0</inkml:trace>
  <inkml:trace contextRef="#ctx0" brushRef="#br0" timeOffset="101684.53">14020 16452 54 0,'0'0'16'0,"0"0"13"0,0 0-12 15,-29 36-9-15,27-29-6 16,2 0 0-16,0 2 0 16,2-1 2-16,6 0 1 15,6 3 2-15,5 2-2 16,1 0-1-16,5 1-4 0,5-1 2 16,2 1-2-16,-1 0 0 15,1-4 0-15,3-3-2 16,2 0 1-16,1-1-2 15,4 0 6-15,5-2 0 16,-1 0-1-16,0 2-1 0,2-3 0 16,0-2-1-16,0-1 1 15,0 0 2-15,3-1 8 16,2-8 0-16,-1-3 0 16,0-5-5-16,1-2-1 15,0-1-3-15,1-3-1 0,0-5 0 16,-1 1 0-16,-2-4 0 15,0-3-1-15,-1 4 1 16,-5-8 0-16,0 3 6 16,0-3 4-16,-5-3-3 15,-2-3-1-15,0-3-2 16,-2-2-1-16,-5-3 1 0,-7 1-2 16,-3-1 0-16,-3-1-1 15,-7 0 2-15,-1 2 0 16,-3-2 0-16,-2 0 2 15,-3 0 1-15,-2 1-3 0,0-1 1 16,0-4-2-16,-2 1 1 16,-7-1 2-16,0 1-2 15,-4 0-1-15,-5 0 3 16,1-1 0-16,-2 2-3 16,-5-2 1-16,1 2-3 15,-1 1 0-15,-1 2 0 0,-2 2-1 16,-2 0 1-16,-4 3-2 15,1 1 1-15,-4-2-1 16,-1-1 2-16,-2 0-1 16,-1 2 1-16,0-1 0 0,-3 0-1 15,1 2-1-15,-2 2 1 16,0 1-2-16,-1 2 1 16,-1 6-1-16,-4 1 2 15,-3 3-2-15,-2 4 2 16,-3 4 0-16,1 3-2 15,-3 3 3-15,0 4 0 0,1 2 1 16,2 5-5-16,-5 2 2 16,3 4-3-16,1 0 9 15,0 7-4-15,0 7-2 16,4 3 2-16,1 5-5 16,-1 6-2-16,2 7 8 15,-1 8-2-15,6 5-1 0,-3 6 2 16,4 6-3-16,-1 6 3 15,5 3-1-15,4 3-1 16,4 2 2-16,3 1-2 16,6 1 1-16,1 5 0 0,5 1 0 15,4-1 0-15,1 7 0 16,5 2-2-16,3 0 3 16,3-1-1-16,3-1 0 15,0-2 0-15,5 1 1 16,4-5-1-16,5-1 0 0,1 0 0 15,5-1 0-15,1-4-1 16,3-5 2-16,3-1-1 16,6-9-1-16,0-4 2 15,6-4-1-15,1-6 0 16,0-4 0-16,3-3-1 16,1-4 1-16,-2-7 0 0,1-2 1 15,0-4-1-15,4-2 0 16,-3-5 1-16,4 2 0 15,2-4-1-15,2-2 0 16,2-3 0-16,-3-9-36 16,1-6-86-16</inkml:trace>
  <inkml:trace contextRef="#ctx0" brushRef="#br0" timeOffset="103477.39">16662 13415 48 0,'0'-4'13'0,"-4"-2"12"0,4 4-3 16,-4 0 2-16,3-1-6 15,0 2 6-15,0 1-2 16,1 0-6-16,0 0-10 0,0 0-3 16,0 0-5-16,0 6 1 15,3 9 1-15,1 6 0 16,0 5-1-16,0 5 1 15,1 2 1-15,1 2-3 16,-1-3 5-16,2-3-1 0,-2-3-2 16,3-5 0-1,0-4 1-15,0-4-5 0,-3-3-13 16,1-6-34-16,0-4-11 16</inkml:trace>
  <inkml:trace contextRef="#ctx0" brushRef="#br0" timeOffset="103900.49">16818 13314 38 0,'0'0'10'0,"0"0"0"0,0 0 1 0,0 0 7 15,0 0 4-15,0 0-10 16,1 43-4-16,-1-23-3 15,0-2-1-15,0 5-2 16,0 1 0-16,0 2 0 16,0-1 0-16,0 1-1 15,4 1 1-15,1-2-2 16,-3-3 1-16,1-2 0 0,1-3 0 16,-4-2 0-16,0-2-1 15,0-3 0-15,0-1-7 16,-6-2-24-16,-5-6-39 15</inkml:trace>
  <inkml:trace contextRef="#ctx0" brushRef="#br0" timeOffset="104302.12">16650 13628 185 0,'0'0'5'16,"0"0"-7"-16,0 0 0 15,0 0 2-15,39-10 1 16,-20 3 0-16,2 0 0 16,4 0-1-16,-2-3-1 15,4-1 2-15,2-1 0 16,0-2-1-16,2-1 1 0,-2 2-1 16,0-1 1-16,-5 2-1 15,-4 5 0-15,-4 0 0 16,-4 4 0-16,-4 1 0 15,-3 2-1-15,-3 0 0 0,-2 0-2 16,0 5 4-16,0 4-2 16,-2 3 3-16,-1 1-1 15,-1 4 1-15,2-3 1 16,2 2-2-16,0-2 1 16,0-1 0-16,4-2-1 0,3-1-1 15,3-3 0-15,2-1 1 16,2-3 0-16,1-3 0 15,-1 0 1-15,2 0-3 16,-3-6-25-16,-1-6-67 16</inkml:trace>
  <inkml:trace contextRef="#ctx0" brushRef="#br0" timeOffset="104445.11">17083 13369 218 0,'0'0'25'0,"0"0"-23"16,0 0 1-16,0 0-10 16,0 0-59-16,0 0 1 15</inkml:trace>
  <inkml:trace contextRef="#ctx0" brushRef="#br0" timeOffset="104940.24">17335 13475 130 0,'0'0'3'15,"0"0"9"-15,0 0 9 16,0 0-2-16,0 0 1 16,0 0-14-16,0 0-4 15,0 0-1-15,-25-28 0 16,14 40-2-16,0 4 1 0,2 4 1 15,2 1-4-15,3 0 4 16,2-1 0-16,2-1 0 16,0-5-1-16,0-3 0 15,6-4 1-15,3-2-1 16,-2-4 0-16,4-1 2 0,-1 0 1 16,3-12-1-16,-2-3 0 15,0-4-2-15,-1-6 6 16,-2-2-5-16,-3-1 2 15,-3-2-2-15,-2 0 0 16,0 0-1-16,0 2 0 0,-5-2 0 16,-4 5-6-16,0 0 2 15,1 1 3-15,3 6-1 16,-1 3 2-16,4 6-1 16,0 6-1-16,1 3-4 0,-2 7-24 15,3 10 20-15,-2 4 7 16,2 6 3-16,0 3 1 15,0 3 0-15,7-1-2 16,4 1-25-16,0-6-12 16,5-1-27-16</inkml:trace>
  <inkml:trace contextRef="#ctx0" brushRef="#br0" timeOffset="105413.17">17592 13421 167 0,'0'0'13'0,"0"0"8"0,0 0-11 0,0 0-8 16,0 0-5-16,0 0-2 15,-40-10-2-15,27 24 1 16,1 2 2-16,-1 4 5 0,4-1 0 16,4 1 0-16,3-2-1 15,2-3 1-15,0-2-1 16,4-4-1-16,6-2 1 15,0-5 1-15,2-2 0 16,3 0 1-16,-1-11-4 16,2-2 7-16,-3-7-2 15,-1-2 1-15,-3-4 3 0,-1-2 0 16,-4-2-1-16,0-4-2 16,-4 1-2-16,0-2-2 15,0-2 0-15,-4 1-2 16,-3 2 0-16,-1 7-1 0,0 3 4 15,0 8-2-15,1 7 2 16,3 8-2-16,-2 1-1 16,2 9 3-16,1 9-1 15,1 6-1-15,2 2 1 16,0 4 0-16,0-3 0 16,3 1 0-16,7-2 0 0,0-5 0 15,4 1-3-15,0-3-4 16,2 0-6-16,-1-2-15 15,1-4-11-15,-3-2-9 16</inkml:trace>
  <inkml:trace contextRef="#ctx0" brushRef="#br0" timeOffset="105725.68">17767 13435 123 0,'0'0'13'0,"0"0"8"0,0 0-15 0,0 0 4 15,0 0 2-15,0 0-2 16,0 0-6-16,31-38-1 16,-27 29 4-16,-2 1-3 15,-2-1 0-15,0 0 2 16,0 1 2-16,-2 4-5 16,-6 0-2-16,1 2 1 0,-2 2-1 15,0 0-2-15,2 8 3 16,0 4-3-16,1 2 0 15,3 3 2-15,3 2-1 16,0-4 1-16,2 1-2 0,8-2-6 16,1-2-3-16,2-3-1 15,1-3-8-15,1-1-14 16,3-5-3-16,-5 0-14 16</inkml:trace>
  <inkml:trace contextRef="#ctx0" brushRef="#br0" timeOffset="106075.37">17904 13373 83 0,'0'0'4'0,"0"0"26"16,0 0-2-16,11-40-12 15,-7 36-12-15,2 4-4 16,-1 0 0-16,2 0-4 0,-1 4 6 16,1 6 0-16,0 1 0 15,1 3 1-15,-2 1-2 16,0-1-1-16,0 0 1 15,-3-3-1-15,-1-1 1 0,0-3 0 16,0-2-2-16,-2-3 1 16,0-2 2-16,0 0 6 15,0 0 31-15,2-7-29 16,0-5-2-16,0-1-4 16,2-4 0-16,4 0-2 15,-1 5-1-15,3-2-1 0,3 6 0 16,0 2 0-16,1 6-1 15,-1 0-1-15,-2 13-10 16,-7 9-11-16,-4 8-3 16,-1 7-17-16,-16 4 3 15,-8 4-64-15</inkml:trace>
  <inkml:trace contextRef="#ctx0" brushRef="#br0" timeOffset="106510.37">17127 13851 157 0,'0'0'1'0,"0"0"3"0,0 0 0 0,0 0-5 0,0 0-1 16,0 0 0-16,0 0 2 15,7 50 1-15,-4-24-1 16,1 2 1-16,-1 0 2 15,1-3-1-15,2-3 0 0,-2-5 0 16,3-3 1-16,2-3 0 16,0-3 1-16,5-4 0 15,1-4 1-15,4 0 3 16,4 0 1-16,5-4-4 0,2-5-4 16,4 1 0-16,-2-3-5 15,1 1-52-15,-2-2-12 16</inkml:trace>
  <inkml:trace contextRef="#ctx0" brushRef="#br0" timeOffset="106893.42">17561 13900 117 0,'0'0'20'16,"0"0"27"-16,0 0-19 16,-40-29-14-16,27 29-6 0,0 0-5 15,-1 4-4-15,2 8 2 16,1 2 0-16,1 3-1 15,4 2 1-15,1-1-1 16,4-1 0-16,1-1 0 16,0-3-1-16,9-2 0 15,2-3 2-15,-2-2-1 16,4-5-1-16,-1-1 0 0,0 0-1 16,0-4 0-16,-1-7 5 15,-3-5-2-15,2-1 1 16,-5-1 0-16,1-1-1 15,-3 4 1-15,-3 2-1 16,2 4 3-16,-2 4 2 0,0 3-1 16,0 2-2-16,0 0-6 15,2 5-1-15,-1 6 2 16,2 2 2-16,3 1 0 16,-1 0-4-16,2 0-4 15,1 0-10-15,2-2-15 0,-1-6-25 16,0-2-20-16</inkml:trace>
  <inkml:trace contextRef="#ctx0" brushRef="#br0" timeOffset="107862.74">17664 13861 89 0,'0'0'13'16,"0"0"25"-16,0 0-19 0,0 0-13 0,0 0-8 15,0 0 2-15,0 0-1 0,0 0 2 16,-11 54 1-16,18-39-2 16,2 0 2-16,3-5-1 15,0 0 1-15,1-6-1 16,3-1 2-16,-2-3-3 16,0 0 3-16,1-4-3 15,-3-6 7-15,0-3-5 0,-1-3 1 16,-5-2 3-16,2 0-3 15,-4-1-3-15,-1 1 1 16,-1 1-1-16,-2 1 1 16,0 4-1-16,0 4 1 0,0 2 3 15,0 2 3-15,0 3-3 16,0 1-2-16,0 0-6 16,0 8-2-16,0 6 3 15,2 2 3-15,2 5 1 16,1 3-1-16,1 2 2 0,2 2-2 15,0 2 0-15,-2 0 1 16,1-3-1-16,-1 4 0 16,-2-4 1-16,-3-1-1 15,-1-2 0-15,0-3-2 16,0-4 4-16,-5-4-1 16,-1-4 0-16,-1-4 0 0,1-3 0 15,-4-2 0-15,2-2 3 16,1-8-1-16,-3-4-2 15,3-3-1-15,-1-3 0 16,4 1 0-16,0 0 0 16,2-1-1-16,2 2 1 15,0 2 1-15,2-1-2 0,5 3 0 16,4 1-1-16,0 0-2 16,0 2 1-16,1 1-3 15,-1 3 4-15,1-2 2 16,-2 3 0-16,-1-1 0 0,0 0 1 15,2 0 0-15,-6 0 1 16,1 0-1-16,-1-1-2 16,-3-1 2-16,0 0-1 15,-2 0 1-15,0 1 1 16,0 0 2-16,0 1 5 16,0 1-2-16,-2 1-5 15,1 2-4-15,-1 1 1 0,2 2-11 16,0 0-23-16,-2 9 5 15,2 2 23-15,0 2 6 16,0 2 1-16,0 1 0 0,0 1 0 16,3-2 1-16,3-1-1 15,2-3 2-15,2-4-1 16,-3-1 3-16,4-5 0 16,0-1 5-16,-4 0 11 15,3-7-1-15,-2-3-6 0,-2-3-1 16,-1-4 0-16,1 3-4 15,-4-3-5-15,-1 1 0 16,0 1-1-16,-1 5 0 16,0 0-2-16,0 4 1 15,0 5-2-15,3 1-5 0,2 1-44 16,-1 9 18-16,0 3-9 16,3-2-16-16</inkml:trace>
  <inkml:trace contextRef="#ctx0" brushRef="#br0" timeOffset="108310.39">18298 13832 88 0,'1'-8'12'0,"-1"2"-1"0,0-1 0 0,0-1 11 15,0 3-1-15,0 0 3 16,0-1 1-16,0-1-8 16,0 0 2-16,-1 0-5 15,-1 0-13-15,0-2 1 16,0 0-3-16,1 0-1 0,0-1-1 16,1 3 0-16,0 0 2 15,-1 1-1-15,1 4 1 16,-1-1 1-16,1 2 0 0,0 1-1 15,0 0-1-15,0 0-4 16,3 2 1-16,2 5 2 16,-1 4 0-16,0 2 1 15,4 3 2-15,-4-2 2 16,1 5-5-16,1 0 3 16,-1 0 1-16,2 2 1 0,-2 0-2 15,1-1 1-15,-1 0-1 16,1 0 1-16,1-1-1 15,-3-2-7-15,0-2-20 16,-1-1-13-16,-1-1-5 16,-2-4 9-16</inkml:trace>
  <inkml:trace contextRef="#ctx0" brushRef="#br0" timeOffset="108458.95">18303 14040 79 0,'0'0'36'0,"0"0"11"15,0 0-1-15,0 0-27 16,0 0-14-16,0 0-2 16,0 0-2-16,41-19 0 15,-14 5-1-15,4-5-49 16</inkml:trace>
  <inkml:trace contextRef="#ctx0" brushRef="#br0" timeOffset="109027.35">19281 12600 97 0,'0'0'16'0,"0"0"28"0,0 0-5 0,0 0-7 15,0 0-12-15,0 0-4 16,0 0-9-16,0 0-7 16,0 0-3-16,0 0 3 0,-14 3-1 15,14 17 1-15,4 5 1 16,2 4-1-16,3 2 0 16,1 0 0-16,1-1-1 15,0-2-4-15,2-3-15 16,-2-4-12-16,0-7-31 15,-2-7-18-15</inkml:trace>
  <inkml:trace contextRef="#ctx0" brushRef="#br0" timeOffset="109306.15">19452 12539 53 0,'0'0'99'0,"0"0"-101"15,0 0 2-15,-3 48 1 16,3-26-1-16,0 2 0 16,3 2 1-16,3 0-1 15,1 1 1-15,0-4 0 16,4 1 0-16,-6-1-1 0,3-2 2 15,-3-5-2-15,-4-2-2 16,-1-4-24-16,0-6-64 16</inkml:trace>
  <inkml:trace contextRef="#ctx0" brushRef="#br0" timeOffset="109656.66">19302 12800 14 0,'0'0'179'15,"0"0"-168"-15,0 0 10 16,0 0-18-16,0 0-2 16,0 0 1-16,51-38-2 0,-27 30 0 15,3-2 0-15,1-2 0 16,-1 1 0-16,0-2 0 16,0-1 0-16,-1 2 0 15,-4 1 1-15,-2 1-1 16,-5 3 0-16,-2 3 0 0,-5 1 2 15,-6 2-4-15,-2 1 1 16,0 0-2-16,0 5 7 16,-2 6-4-16,-4 4 2 15,2 2-1-15,1 1 0 16,0-2-1-16,3 0 1 0,0-2-1 16,1-3 1-16,6-1-2 15,3-4 0-15,4-1-4 16,-1-5-9-16,3 0-49 15,-2-7-91-15</inkml:trace>
  <inkml:trace contextRef="#ctx0" brushRef="#br0" timeOffset="109813.58">19688 12528 206 0,'0'0'-1'16,"0"0"6"-16,0 0-4 15,0 0-2-15,0 0-11 16,0 0-33-16,0 0-9 16</inkml:trace>
  <inkml:trace contextRef="#ctx0" brushRef="#br0" timeOffset="110256.52">19832 12628 155 0,'0'0'2'0,"0"0"2"16,0 0 2-16,0 0-5 15,-39-9-4-15,22 13-1 16,2 6 3-16,-1 1 1 16,4 2-1-16,4 0 3 0,3 1-1 15,5 0-1-15,0-1 3 16,3-2-3-16,6-1 1 15,1-3-2-15,4-2 2 16,-1-5-1-16,0 0 0 16,-1-2 2-16,0-10-2 0,1-3 5 15,-2-2 4-15,-1-3-2 16,-2-3 2-16,-1 0-7 16,-4-2-1-16,-2 1 0 15,-1-2-2-15,0-1-1 0,-4 3-4 16,-4 2 3-16,-1 3 2 15,1 4 2-15,1 6 4 16,-3 6 5-16,2 3-5 16,2 6-5-16,1 11-1 15,1 4 2-15,2 5-1 16,2 1 0-16,0 0 0 16,2 3-12-16,8-5-23 0,3 1 6 15,3-4-14-15</inkml:trace>
  <inkml:trace contextRef="#ctx0" brushRef="#br0" timeOffset="110754.1">20046 12622 87 0,'0'0'17'0,"0"0"7"0,0 0-11 0,0 0-7 0,0 0-7 16,-42-29 3-16,31 33-2 15,0 6-1-15,4 0 2 16,1 1-1-16,2 1 0 16,3-2 0-16,1-2 2 15,0-1 1-15,5-1-1 0,3-5 3 16,3-1 0-16,-2 0-3 16,3 0 3-16,-1-6-1 15,2-6 2-15,-5-1 5 16,0-2-4-16,-3-4-1 15,0-2 3-15,-4-3-6 16,-1-2-2-16,0-1 1 0,0-3-2 16,-3 1 0-16,-4 1-2 15,1 4 0-15,-2 5 2 16,3 6-1-16,-4 4 0 16,4 9 3-16,-2 0-2 15,3 7 0-15,0 7-1 0,-1 4 1 16,3 3-1-16,2 3 2 15,0-1-1-15,2-2 0 16,8 0 1-16,0-2 1 16,1-4-3-16,3 1 2 15,1-3 1-15,1-2-2 0,0-2 1 16,1-1-1-16,1 0-5 16,-2-4-20-16,0-2-25 15,-5-2-11-15</inkml:trace>
  <inkml:trace contextRef="#ctx0" brushRef="#br0" timeOffset="111391.59">20200 12573 100 0,'0'0'15'0,"0"0"27"0,0 0-6 0,0 0-13 16,0 0-15-16,0 0-5 16,0 0-3-16,0 0-2 15,0 0 1-15,0 0 0 16,-10-18 1-16,10 20 0 0,6 0 0 15,-1-2 0-15,3 0 2 16,-3 0 0-16,4-4 0 16,-4-5 1-16,-1 2 0 15,0 0-1-15,-2-2-1 0,-2 2 0 16,0 2 2-16,0 3-3 16,0 2 0-16,-6 0-3 15,0 0 0-15,3 10 3 16,-3 1-4-16,2 2 3 15,2 3-1-15,2-3-3 0,0-2-5 16,3 2-3-16,6-3-3 16,0-4-4-16,2-1 3 15,1-1 2-15,0-4 4 16,2 0 8-16,-7 0 3 16,2-7 0-16,-1-2 1 0,-2-2 2 15,-2-3 10-15,2 2 0 16,-4-3-5-16,1 2-7 15,-1 1 1-15,2 1 0 16,-4 3 23-16,2 3 0 16,-2 2-8-16,1 2-5 0,-1 1-10 15,2 1-4-15,1 8-1 16,-1 3 3-16,2 1 0 16,-4 3 1-16,4-1-1 15,-4-2 0-15,1-3 0 16,1-2 0-16,-2-2 1 0,2-2 0 15,-2-4 0-15,2 0-1 16,2 0 5-16,-1-6 0 16,3-2-3-16,1-2 0 15,-1 0-2-15,3 3 0 16,3 3 0-16,-5 2 0 16,1 2-2-16,-3 6-9 0,-1 13-17 15,-4 7-26-15,-4 4 14 16,-11 7-52-16</inkml:trace>
  <inkml:trace contextRef="#ctx0" brushRef="#br0" timeOffset="111811.01">19420 13166 71 0,'0'0'17'0,"0"0"-11"0,0 0-4 16,0 0 11-16,0 0 10 0,7 39-13 16,-6-20-1-16,3 2-1 15,-1 0-2-15,2 0-3 16,-2-1 0-16,4-1-2 16,0-5 0-16,3-2 2 15,2-3 8-15,1-2 2 0,6-6-1 16,6-1-2-16,0 0-5 15,4 0-3-15,3-5 0 16,-1-6-14-16,-3-2-63 16,-1 0-38-16</inkml:trace>
  <inkml:trace contextRef="#ctx0" brushRef="#br0" timeOffset="112205.53">19801 13191 124 0,'0'0'11'0,"0"0"42"15,0 0-36-15,-43-13-14 16,29 13-2-16,1 5-1 0,-2 7 0 16,1 4 0-16,1-1 0 15,2 2 0-15,3-1 1 16,3 0 0-16,3-2-1 16,2-3 7-16,0-1-4 0,4-1-2 15,5-4 0-15,3-2 2 16,2-3-1-16,-1 0 1 15,1-1-2-15,-3-9 4 16,0-3-2-16,-1 1 1 16,0-3 1-16,-5-2-3 15,1 3 0-15,-3 1-1 0,-2 2 0 16,-1 2 1-16,0 5 3 16,0 4-2-16,0 0-2 15,0 1 0-15,0 11-2 16,0-1 0-16,0 3 2 15,0-1-1-15,1 3 0 16,6-5 0-16,0 0-5 0,3-2-9 16,2-3-11-16,-2-2-38 15,0-2-1-15</inkml:trace>
  <inkml:trace contextRef="#ctx0" brushRef="#br0" timeOffset="112693.22">19872 13208 88 0,'0'0'12'15,"0"0"20"-15,0 0-15 16,0 0-12-16,0 0-2 16,0 0-1-16,0 0-6 0,0 0 3 15,0 0 2-15,-13-7 2 16,13 18 2-16,4-1 6 16,2 0-3-16,4-3-4 15,-3-3-1-15,2-2-1 16,1-2 2-16,0 0 0 0,0-4 3 15,-1-5 2-15,1-1 2 16,-3-3-1-16,-1 1-6 16,0-1-2-16,-2 0-1 15,1 0-1-15,-2 3 1 16,-1 2-2-16,-1 2 1 0,0 2 0 16,-1 3 0-16,0 1 0 15,0 0-5-15,0 8 2 16,0 5 0-16,0 3 5 15,0 5 0-15,1 0-2 16,3 3 0-16,4-1 1 0,0 0 0 16,0-1-1-16,1-1 1 15,-5-2-1-15,1-2 0 16,0-1 0-16,-5-2 1 16,0-4-1-16,-3-2-1 15,-5-2-1-15,-2-2 7 16,-2-1 0-16,2-3-3 0,-1 0 1 15,-1-4-1-15,5-7 0 16,3-2-16-16,4-3-1 16,0-4-32-16,0 0-41 0</inkml:trace>
  <inkml:trace contextRef="#ctx0" brushRef="#br0" timeOffset="113198.97">20138 13190 102 0,'0'0'2'0,"0"0"3"0,0 0 3 0,0 0-6 15,9-45 0-15,-9 34 3 16,0 1 6-16,0 0 2 16,-3 3 11-16,-1 3 0 0,-2 1-10 15,1 0-9-15,-1 3-1 16,1 3-7-1,0 4 4-15,0 7-7 0,0 2-1 16,2 0 6-16,3 2 1 16,0-2-1-16,0-1 2 15,0-2-1-15,2 1 0 16,6-4 0-16,0-1 1 0,1-2-1 16,-1-3 2-16,0-1-4 15,3-3 4-15,-5 0-2 16,3 0 0-16,-2-4 1 15,2-8 0-15,-4-2 0 16,3-3 2-16,-3-2 1 0,-2 1 1 16,0 0-4-16,-3 3 0 15,0 3 2-15,0 2 6 16,0 5-2-16,0 1-1 16,0 4-4-16,0 0-2 0,0 4 0 15,0 6-1-15,0 2 1 16,0 2 1-16,2 0-1 15,4 2 0-15,2-2 0 16,3 0 0-16,-1-1-3 16,1-4-20-16,-1-4-45 15,-3-3-65-15</inkml:trace>
  <inkml:trace contextRef="#ctx0" brushRef="#br0" timeOffset="113447.53">20308 13082 108 0,'0'0'19'0,"11"-36"32"0,-5 23-23 0,4 8-17 16,1 3-10-16,-4 2-1 15,1 4-2-15,-2 12-9 16,-4 6 6-16,-2 3 3 0,0 2 0 16,-5 1 2-16,-2-3 0 15,0-3 3-15,1-8 6 16,2-1 1-16,1-7 1 15,3-5-2-15,11-1-5 16,14-7 2-16,11-11-1 0,14-8-1 16,9-11-8-16,13-10-125 15</inkml:trace>
  <inkml:trace contextRef="#ctx0" brushRef="#br0" timeOffset="114060.05">21388 11814 172 0,'0'0'-2'0,"0"0"7"0,0 0-6 0,0 0 0 16,0 0 2-16,7 41 1 16,-2-20 0-16,3 4 0 0,1-1 0 15,2 2-1-15,1-3 1 16,1 0-2-16,0-3 1 15,-1-1-1-15,-2-6-2 16,-1-2-19-16,-1-6-28 16,-2-5-52-16</inkml:trace>
  <inkml:trace contextRef="#ctx0" brushRef="#br0" timeOffset="114301.27">21553 11732 129 0,'0'0'103'16,"0"0"-96"-16,0 0-5 15,0 0-3-15,0 0 1 16,0 0-1-16,13 58 1 0,-4-34 1 16,0 1-1-16,1 0 0 15,1 0 1-15,-1 0-1 16,-4-2 0-16,1-1 0 15,-6-1-5-15,-1-3-20 16,-1-4-35-16,-10-4-14 16</inkml:trace>
  <inkml:trace contextRef="#ctx0" brushRef="#br0" timeOffset="114587.59">21421 11975 210 0,'0'0'2'0,"0"0"21"0,0 0-13 15,0 0-10-15,32-43 0 16,-5 32 4-16,2 0-5 16,2-2 3-16,2 3-2 15,-7 1 0-15,1 2 1 16,-6 2-1-16,-1 1 0 0,-8 4 0 16,0 0 0-16,-1 0-1 15,-2 7-1-15,-4 3-1 16,1 4 3-16,0 0 2 15,-2 0 0-15,0 1-2 16,1-3 0-16,0-1 1 0,2-5 0 16,3 0-1-16,-1-5-2 15,2-1-25-15,0-1-86 16</inkml:trace>
  <inkml:trace contextRef="#ctx0" brushRef="#br0" timeOffset="114729.63">21736 11728 195 0,'0'0'-3'0,"0"0"9"0,0 0-28 16,0 0-29-16,0 0-14 16</inkml:trace>
  <inkml:trace contextRef="#ctx0" brushRef="#br0" timeOffset="116169.05">21971 11823 200 0,'0'0'-1'16,"0"0"7"-16,0 0 4 16,0 0-8-16,0 0-1 0,0 0-5 15,-51-31 0-15,35 31 2 16,2 4 0-16,0 5 5 15,6 2-1-15,3 2-1 16,5 1-1-16,0 0 2 16,0 0-1-16,5-2-1 0,3-1 0 15,4-4 0 1,-5-4 1-16,1 0-1 0,0-3 0 16,-1 0 1-16,0-6 1 15,-2-8 4-15,0-1-3 16,-3-4-2-16,2-5 1 15,-4-2-2-15,0-2 0 0,0-5 0 16,0 0 0-16,-1-1 0 16,-4 3 0-16,1 6 0 15,1 6 0-15,-3 6 0 16,2 9 1-16,1 4 1 16,-1 3-4-16,2 16 2 0,-1 5 0 15,3 7 0-15,0 3 2 16,4 0-2-16,6 0-2 15,3-4-2-15,3-4-6 16,1-4-4-16,4-5-14 0,-1-3-1 16,0-5 2-16,2-5 1 15,1-4-5-15,-1 0-3 16,-5-8 5-16,0-6 29 16,-2-2 0-16,-4-4 14 15,-2-1 10-15,-6-2-6 16,-3 0-12-16,0 5-5 0,0 1 0 15,-9 5 6-15,-4 7 7 16,-1 5 2-16,-2 0-3 16,2 10-1-16,-1 5-3 15,2 1 0-15,2 2-5 16,5 1-1-16,1-1-2 0,5-3 1 16,0-1 1-16,3-3-2 15,4-1 0-15,5-6 0 16,0-2-1-16,2-2 2 15,0 0 1-15,1-9 5 16,0-2 3-16,0-5-3 0,-3-4-2 16,-2-4-6-16,-1-2 0 15,-5-5 0-15,-3-3-11 16,-1 0-4-16,0-1 2 16,-1-1 2-16,-8 6 7 15,2 2 4-15,-3 5 1 16,2 6 2-16,1 5 4 0,-3 7 3 15,2 5-9-15,0 0-1 16,-1 11 0-16,0 8 0 16,3 5 0-16,1 3 0 15,-1 3 2-15,6 1 2 16,0-4 3-16,4 0 0 0,3-6-3 16,4-1-2-16,3-5 4 15,3-3-4-15,0-3-1 16,1-6 1-16,3-3 1 15,1 0-1-15,-3-2 3 16,2-8-1-16,-2-5 1 0,-1-1-2 16,-1-3-1-16,-4 1-1 15,-4-3 0-15,-2 2-1 16,-6 5 2-16,-1 2-4 16,-1 3 2-16,-10 3-1 15,-2 6 0-15,-1 0 1 0,1 0-1 16,2 10 3-16,3 2-3 15,1 2 1-15,5 0 0 16,2 2 0-16,0-1-1 16,7-3 0-16,4 2 1 15,1-3 0-15,4-4-1 0,-2-3 0 16,3-1 1-16,-2-3 1 16,-4 0-1-16,1-6 0 15,-1-5 0-15,0-3 1 16,-4-2-1-16,-2-2 1 15,0-2 0-15,0 2-1 0,-3-1 0 16,1 5 0-16,-1 1 4 16,1 5 1-16,1 3 2 15,-1 3-3-15,1 2-6 16,2 0 1-16,-3 8 1 16,3 3-2-16,1 5 2 0,-2 1 0 15,0 0 0-15,1-1 1 16,-1 1-1-16,1-3 0 15,-3-5 0-15,-1 0 1 16,0-3-1-16,0-3 0 16,2-3 1-16,-2 0 2 15,3-6 0-15,3-6-1 0,4 0 0 16,0-3-1-16,5 0-1 16,-1 3 0-16,0 6 0 15,-1 6 0-15,-1 0-1 16,-5 14-3-16,-5 14-7 15,-4 6-8-15,-7 6-24 16,-15 2-31-16</inkml:trace>
  <inkml:trace contextRef="#ctx0" brushRef="#br0" timeOffset="116587.41">21599 12288 123 0,'-6'3'-4'0,"-1"6"10"0,-3 3 11 0,0 5 0 15,3 4-5-15,-3 2-4 16,2 1-1-16,4 0-3 0,2-1 4 16,2-2-2-16,0-2-1 15,9-5 0-15,4-1-2 16,1-5 2-16,3-2-1 15,3-4 1-15,5-2 2 16,1 0-4-16,4-1 3 0,3-8-4 16,1 0-1-16,2-6-3 15,-2 0-62-15,-4-2-51 16</inkml:trace>
  <inkml:trace contextRef="#ctx0" brushRef="#br0" timeOffset="116964.65">21965 12350 69 0,'0'0'105'0,"0"0"-75"16,0 0 5-16,-37-28-21 16,26 25-8-16,-2 0-3 15,2 3-3-15,-1 0-1 16,-1 10-3-16,2 1 8 0,2 5-3 16,0 2-1-16,5-2 0 15,3 1 2-15,1-3-2 16,0 0 0-16,4-5 0 15,6-2-2-15,3-3 2 16,0-4 0-16,1 0-1 0,1-1 1 16,2-9 1-16,-3-3 1 15,1-1-1-15,-2-3 0 16,0 3-1-16,-4 1 1 16,-4 3-1-16,-1 3 1 15,-2 4-1-15,0 0 1 0,-2 2-1 16,0 1 1-16,0 0-3 15,0 1 0-15,2 6 1 16,1 3 0-16,1 3-1 16,3-3-16-16,0 3-5 15,1-2-27-15,1-5-15 0,0-3-40 16</inkml:trace>
  <inkml:trace contextRef="#ctx0" brushRef="#br0" timeOffset="117405.75">22097 12298 142 0,'0'0'12'0,"0"0"36"16,0 0-22-16,0 0-13 15,0 0-10-15,0 0-8 16,0 0 0-16,0 0 3 16,0 0 2-16,0 20 0 0,4-9 2 15,2-1-2-15,1-3 0 16,1-3 0-16,0 0 1 15,0-4-2-15,3 0 2 16,-3 0 3-16,0-4 0 16,0-6 0-16,-1 0-1 0,1-1 0 15,-3 1-1-15,0-1 0 16,-1 2-1-16,0 2 0 16,0 2-1-16,0 3 0 15,1 2-1-15,-2 0-1 16,2 10-1-16,0 3 2 0,-3 5 0 15,-1 3 2 1,0 2-1-16,0-1 1 0,-1-3-1 16,0 1 1-16,0-2-1 15,-5-2-2-15,-2-2 2 16,-5-3 2-16,1-2-1 0,-1-1 0 16,-4-3 2-16,2-4-1 15,0-1-4-15,4 0-14 16,0-11-24-16,3-6-29 15,6-3-43-15</inkml:trace>
  <inkml:trace contextRef="#ctx0" brushRef="#br0" timeOffset="117974.51">22291 12300 136 0,'0'0'1'0,"0"0"6"0,0 0-4 0,0 0 0 16,43-39-2-16,-35 25 0 16,-3 2 0-16,-3-2 0 15,-1 2 7-15,-1 1 14 0,0 1-3 16,0 4-5-16,0-1-8 16,-3 3-3-16,0 4-1 15,1 0-3-15,-5 0-3 16,3 2-1-16,-1 7 1 15,-1 2 4-15,3 1 0 16,-3 4 0-16,3-2 0 0,3 0 1 16,0 1 0-16,0-3-1 15,7 0 0-15,-1-2 0 16,3-3 0-16,3-2 0 16,-5-3 1-16,2-2-1 15,1 0 1-15,-2 0 4 0,0-7 3 16,-3-5 1-16,1 1-1 15,-1-3-3-15,0-1-3 16,1 1-1-16,-4 3 0 16,1 1-1-16,0 4 0 15,-1 3 0-15,1 1 0 0,0 2-2 16,0 0-1-16,3 2 0 16,-1 6 2-16,1 0 2 15,0-1-1-15,1 0 0 16,1-4 1-16,-2 1-1 15,3-4 2-15,-1 0 1 0,0 0 3 16,2-8 0-16,-2-2 1 16,1-3-4-16,1 0-2 15,-3 1-1-15,-1 0-7 16,-4 2-43-16,-2 3-123 16</inkml:trace>
  <inkml:trace contextRef="#ctx0" brushRef="#br0" timeOffset="118329.45">22318 12600 51 0,'0'0'49'0,"0"0"-12"0,0 0-19 0,0 0-11 0,0 0-3 0,0 0 4 15,10-40 11-15,0 26 3 16,2 3-1-16,0 1-5 16,2 0-4-16,-1 4-9 15,2 3-1-15,-2 3-2 16,-2 0 0-16,-1 0-1 0,-4 10-3 16,-4 3-4-16,-2 1 1 15,-1 2 5-15,-8-2 3 16,-3 2 1-16,-4 0 0 15,-3-1 3-15,1-1 0 16,0 0-3-16,0-1-2 0,5-3 0 16,-1-1-11-16,4-4-36 15,1-5-40-15</inkml:trace>
  <inkml:trace contextRef="#ctx0" brushRef="#br0" timeOffset="121680.74">17168 5374 73 0,'-3'0'26'0,"2"0"-14"0,1 0-3 0,0 0-7 16,0 0-1-16,-1 0-1 15,1 0 5-15,0 0 5 0,0 0-4 16,0 0-3-16,0 0-4 15,0 0-7-15,0 4-6 16,0-3-23-16,0 1-50 16</inkml:trace>
  <inkml:trace contextRef="#ctx0" brushRef="#br0" timeOffset="121957.33">17210 5345 81 0,'0'0'13'0,"0"0"4"15,0 0-2-15,0 0-6 16,0 0-7-16,0 0-4 16,0 0-1-16,0 0 1 0,0 0-15 15,11 3-23-15</inkml:trace>
  <inkml:trace contextRef="#ctx0" brushRef="#br0" timeOffset="122541.24">17340 5335 9 0,'0'0'13'0,"0"0"3"0,0 0 4 0,0 0-8 16,0 0-13-16,0 0-1 15,0 0-3-15,0 0-18 16</inkml:trace>
  <inkml:trace contextRef="#ctx0" brushRef="#br0" timeOffset="125330.59">17512 5077 16 0,'0'-1'18'0,"0"-1"-4"0,0 2-1 0,0 0 3 15,0-3-8-15,0 3 2 0,0-1 2 16,0 1-4-16,0-2-1 16,0 2-2-16,0-1-5 15,0 1-2-15,0 0 3 16,0 0 0-16,0 0-2 15,0 0 1-15,0 0-3 0,0 0-1 16,0 4 2-16,-4 1 0 16,2 0 2-16,1 0 0 15,-1 0 0-15,2 1 1 16,0-3-1-16,0 0 0 16,0-1 0-16,0 0 1 0,2-1-1 15,1 0 0-15,1-1-2 16,0 0 3-16,-1 0 2 15,3-2 0-15,-1-5-1 16,4 0-1-16,-2-2 0 16,1-1-1-16,1-1 1 15,3-3-1-15,1-1 0 16,3-3 0-16,3-2 1 0,1-3-1 16,5-1 0-16,2-4 0 15,3 1 0-15,1-3 2 16,0 5 1-16,-2 0-1 15,-6 5-1-15,-1 5-1 0,-6 3 0 16,-3 5 0-16,-3 6 0 16,-4 1-2-16,0 0-21 15,-6 4-27-15</inkml:trace>
  <inkml:trace contextRef="#ctx0" brushRef="#br0" timeOffset="128175.33">19454 5713 56 0,'-6'0'4'0,"1"-3"10"0,2-1 3 0,1 1 1 16,-2 0-1-16,1 1-8 16,0 0 2-16,2-1-4 0,1 3-1 15,-2-1-6-15,2 1 0 16,-3 0-1-16,2 0 1 16,-1 0 0-16,0 0 1 15,0-3 0-15,-2 3-1 16,-1-1 1-16,0-1-1 0,2 1 1 15,-4-2 0-15,3 3 1 16,-1-1-2-16,1-1 0 16,0 2 0-16,-1-1 0 15,1 1 0-15,-2 0 0 0,0 0-3 16,0 0 2 0,-2 0 0-16,1 0 0 0,0 0 1 15,-1 4 0-15,0 0-1 16,-1 5 0-16,-1-2 1 15,-2 1 1-15,1 0-1 16,-1 1 0-16,1 0 0 0,2 0 0 16,-4-1 0-16,3 2 0 15,2-1 0-15,-1 1 0 16,1 1-1-16,3-1 1 16,0 0 0-16,-1 1 0 15,0 0 0-15,2 1 1 0,-1-2-2 16,2 0 2-16,0-2-2 15,-1 2 1-15,2 0-2 16,0-3 2-16,0 2 0 16,1 1 0-16,-2 1 0 15,3 0 0-15,-4 1 2 0,2 1-4 16,0 2 2-16,0-2 2 16,1 1-2-16,-1 0 0 15,0 1 0-15,2 0 0 16,-2-1 0-16,1 3 0 15,0-3 0-15,0 1 0 16,-1-2 1-16,1-1-1 0,0-2 0 16,-1 0 0-16,2-1 1 15,0-2-1-15,0 0 0 16,0 0 1-16,0 0 0 16,2 2 0-16,1-1 0 15,1 2 1-15,0 0-2 0,-1-1 0 16,1-1 1-16,-2-1-1 15,2 2 0-15,-1-2 0 16,0-1 0-16,0 1 0 16,0 0 0-16,1 0 0 15,-2 1 0-15,1 2 0 0,0-1 0 16,0-1 1-16,-1 2-1 16,1-3 0-16,-1 2 0 15,0-2 1-15,1-1-1 16,1 1-1-16,-1-3 1 15,1 2 0-15,0 0 1 0,0-1-3 16,2-1 3-16,0 1-3 16,-1 0 2-16,3-3-2 15,-1 2 6-15,2 0-4 16,-1-1-1-16,2-1 6 16,0 0 1-16,0 0-3 15,-3-1-1-15,1-1 0 0,0 3-1 16,0-3-1-16,-1 1 1 15,2 1-1-15,3-1 1 16,0 2-1-16,2-1 1 16,-1 0 0-16,1 1 0 0,-1 0-1 15,0 1 1-15,-1-1-1 16,0-3-1-16,-1 3 2 16,0-3-2-16,-1 1 1 15,2-1 2-15,-2 0 1 16,0 0 0-16,2 0-3 0,0-2 1 15,-1-3 0-15,-1 1 1 16,0-2-1-16,-1 2-1 16,-2-1 2-16,0 0-2 15,-3 2 1-15,1-1-1 16,1-2 2-16,0 1 0 0,2-1-1 16,-2-3 0-16,1 1-1 15,-1-2 1-15,2 0 0 16,-5 2 0-16,2-2-1 15,0 0 1-15,0 1-1 16,-1-2 0-16,0 1 1 0,2 0 0 16,-2 0-1-16,2 1 1 15,-2-2-2-15,3 1 2 16,-1-3-1-16,-2 2 0 16,2-2 2-16,-3 0-2 15,1-1 0-15,0 3 0 0,-1-2 1 16,-1 2 2-16,-2 2 3 15,2-1 2-15,-2 2 0 16,1-2-7-16,1 0 1 16,2-2-1-16,-2 1 0 15,1-2-1-15,1-1 0 16,0 1 1-16,0 0-1 0,-1 1 0 16,-1-4 0-16,-1 3 0 15,-1 0 0-15,1 1 0 16,-1-1 1-16,0 0-1 15,0 5 0-15,0-1 0 16,0 1 1-16,0 2-1 0,0 0 0 16,0 2 1-16,0 0-1 15,-2-1 0-15,1 1 0 16,-2-3 0-16,2 3 1 16,-1-6 0-16,-2 3 0 0,1-3-1 15,1 1 0-15,0-2 2 16,0 2-2-16,-2 1 0 15,-1 0 0-15,1 0 0 16,1 0-3-16,-4 2 2 16,1 0-1-16,-4-3 0 15,0 2 1-15,1 1 2 16,0-3-2-16,-4 2 1 0,3 3 1 16,-2-3 3-16,2 0-3 15,0 2 0-15,-2 0 1 16,2-1-1-16,2 2-1 15,-3-2 2-15,3 3-2 0,2-1 0 16,-4 0 0 0,2 1 0-16,0-3 0 0,1 5-2 15,-2-2 2-15,0 0-1 16,4 2 1-16,-4-2-2 16,3 3 2-16,-3-2 0 15,4 0 2-15,-3 2-1 0,3-3 1 16,-2 1-2-16,1 2 0 15,0-1 2-15,2-2-1 16,0 3-1-16,-2 0-2 16,0 0 1-16,-1 0 1 15,0 0 0-15,0 0 0 0,0 1 0 16,-2 4 0-16,2 0 0 16,-3 1 0-16,2 3-3 15,-1 2-3-15,-1 0-4 16,0 1-3-16,1 2-4 0,-2 3-7 15,2-3-12-15,0 1-2 16,-1 0-8-16</inkml:trace>
  <inkml:trace contextRef="#ctx0" brushRef="#br0" timeOffset="129105.36">19523 7646 25 0,'-7'-10'4'0,"1"3"15"16,-1-3-1-16,1 3-5 0,1 1-3 16,0-2-4-16,2 1-5 15,0 1 0-15,3 0-1 16,-2 2-2-16,2 0-11 0,0 0-35 16</inkml:trace>
  <inkml:trace contextRef="#ctx0" brushRef="#br0" timeOffset="130613.12">17469 5109 4 0,'-2'-4'23'0,"-1"1"-4"0,2-1-3 0,1 3-4 0,0-2-2 15,0 2-3-15,0-1 3 16,0 1-2-16,0-1-4 16,0 2-3-16,0 0-1 15,0 0 0-15,0 0-5 0,0 0-2 16,0 0 9-16,0 0 1 15,0 0-3-15,0 0 1 16,0 0 0-16,0-1 1 16,6-2 9-16,1-7 11 15,2-3-8-15,4-5-6 16,3-8-1-16,0-2 3 0,3-7 0 16,3-1 2-16,-3-1 5 15,1 4-3-15,-4 2-3 16,-1 4-4-16,-3 7-6 15,-1 3-1-15,-5 7 1 16,1 2-1-16,-3 3 0 16,-1 2 0-16,4 2-6 0,-3 1-4 15,0 0 1-15,1 0-11 16,-1 5-17-16,-3 3 0 16,-1 3 10-16,-1 2-56 15</inkml:trace>
  <inkml:trace contextRef="#ctx0" brushRef="#br0" timeOffset="130878.87">17521 5076 83 0,'0'0'6'0,"0"0"8"0,0 0 9 0,0 0-11 0,0 0-2 0,0 0 0 16,0 0 10-16,0 0-20 15,0 0-1-15,39-47 4 16,-18 27 0-16,1-1-3 16,1-1 0-16,4 2-1 0,-3-1-35 15,-5 1-44-15</inkml:trace>
  <inkml:trace contextRef="#ctx0" brushRef="#br0" timeOffset="131084.56">17505 5071 160 0,'0'0'3'0,"0"0"18"15,0 0-15-15,0 0-7 0,0 0 13 16,29-35-9-16,-6 13-2 16,3-2 2-16,1 0-3 15,0-1-8-15,-3 1-69 16</inkml:trace>
  <inkml:trace contextRef="#ctx0" brushRef="#br0" timeOffset="131284.1">17570 5034 122 0,'0'0'10'0,"0"0"8"15,0 0-6-15,0 0-26 16,0 0 2-16,0 0 2 0,0 0-20 15,0 0-24-15</inkml:trace>
  <inkml:trace contextRef="#ctx0" brushRef="#br0" timeOffset="132494.67">19262 5932 34 0,'0'-3'8'0,"0"0"11"0,0 2-3 0,0-2-1 16,0 2 6-16,0 0 0 15,-3 1-5-15,0-2-6 16,2 2 0-16,1 0-7 15,0 0-4-15,0 0-1 0,0 0 4 16,0 0-2-16,0 0 0 16,0 0 0-16,0 0 0 15,2 0 0-15,0 0 0 16,1 0 0-16,0 0 0 0,-1 4-1 16,-2-1-20-16,0-3-55 15</inkml:trace>
  <inkml:trace contextRef="#ctx0" brushRef="#br0" timeOffset="133362.57">19413 7854 33 0,'0'0'43'0,"0"0"-41"0,0 0 1 15,0 0-5-15,0 0 2 16,0 0 2-16,0 0-2 0,0 0 0 15,0 0 2-15,0 0 3 16,0 0 3-16,0 0 0 16,0 0-2-16,15 0-4 15,-12 0-2-15,0 0 0 16,1 0 0-16,-2 2-2 0,-2 0-16 16,0-2-71-16</inkml:trace>
  <inkml:trace contextRef="#ctx0" brushRef="#br0" timeOffset="134117.51">19441 9666 46 0,'0'0'7'0,"0"0"15"0,0 0 0 0,0 0-3 0,0 0-5 15,0 0-2-15,0 0-3 16,0 0-3-16,0 0-2 15,0 0 1-15,0 0-1 16,0 0-1-16,-12 21-2 16,12-19 0-16,3-1 0 15,3 2-1-15,-3-2 0 0,3-1 0 16,1 3 0-16,-2-1-4 16,-1 2-28-16,-2 0-44 15</inkml:trace>
  <inkml:trace contextRef="#ctx0" brushRef="#br0" timeOffset="134962.98">19465 11484 10 0,'0'0'19'0,"0"0"-15"0,0 0 1 16,0 0 6-16,0 0 16 15,0 0-7-15,0 0-6 16,0 0-4-16,0 0-5 15,0 0-2-15,0 0-1 16,0 0 1-16,4 7-2 0,-3-6 0 16,1-1 0-16,0 2-1 15,-2-2 0-15,2 0 0 16,-2 0 1-16,0 0 1 16,0 0 8-16,0 0 1 0,0 0-4 15,0 3 2-15,0-2-2 16,0-1 0-16,0 4 1 15,0-2-8-15,0 1 3 16,0-1-1-16,0 1-1 16,0 0-1-16,0 0-1 0,0-3-4 15,0 0-46-15,0-6-80 16</inkml:trace>
  <inkml:trace contextRef="#ctx0" brushRef="#br0" timeOffset="135781.46">21790 6964 97 0,'0'0'10'0,"0"0"25"0,0 0 3 0,0 0-9 15,0 0-17-15,0 0-2 16,0 0 0-16,0 0-4 16,0 0-3-16,0 0-3 15,0 0-2-15,0 0-1 16,0 0-5-16,-12-2-18 0,17 5-30 15,-1 2-35-15</inkml:trace>
  <inkml:trace contextRef="#ctx0" brushRef="#br0" timeOffset="136144.65">21615 8794 81 0,'0'0'3'0,"0"0"10"16,0 0 2-16,0 0-10 16,0 0-3-16,0 0-2 15,0 0 0-15,0 0-3 16,0 0-13-16,34 10-42 0</inkml:trace>
  <inkml:trace contextRef="#ctx0" brushRef="#br0" timeOffset="139761.13">19348 3763 115 0,'-6'0'-1'0,"1"0"8"0,2 0 7 16,1 0-7-16,1 0 5 15,1 0-7-15,0 0-6 0,0 0-3 16,0 0 0-16,0 0 2 16,0 0 0-16,0 0 3 15,0 3-1-15,3 0-1 16,0 8 2-16,2 0-2 15,-3 2 0-15,2 3 1 0,-1 4 0 16,2-3-3-16,-3 4 2 16,-2-1 0-16,1 0 0 15,-1 1 1-15,0-1 1 16,0 3 0-16,0-2-1 16,-3 3 3-16,-3-2-3 0,0-2-3 15,-1-3-24-15,2-7-61 16</inkml:trace>
  <inkml:trace contextRef="#ctx0" brushRef="#br0" timeOffset="140302.1">19351 3749 38 0,'0'0'11'0,"0"0"9"0,0 0-22 16,0 0-2-16,0 0 15 16,0 0-9-16,0 0 10 15,0 0 6-15,0 0 2 16,0 0-5-16,-2-4-9 0,2 4-5 15,0 0-2-15,0 0-1 16,0 0-5-16,0 0 7 16,4 0-4-16,5 0 0 15,2-3 19-15,3-2 12 16,3-3-16-16,4-2 1 0,4 0-3 16,-3-1-3-16,3-2-3 15,1 3-1-15,-3 3-1 16,0 3 1-16,-5 2-1 15,1 2-1-15,-6 0-13 16,-6 0-35-16,-2 9-11 0</inkml:trace>
  <inkml:trace contextRef="#ctx0" brushRef="#br0" timeOffset="140621.44">19403 3925 160 0,'0'0'10'0,"0"0"-2"0,0 0-13 15,0 0 8-15,0 0-9 16,0 0 7-16,0 0-1 0,0 0 0 16,0 0 0-16,32 21 1 15,-19-19-1-15,0-2 2 16,7 0 1-16,0 0 0 16,3-7-12-16,1-2-51 15,-1-2-51-15</inkml:trace>
  <inkml:trace contextRef="#ctx0" brushRef="#br0" timeOffset="141525.04">19734 3846 74 0,'0'0'21'0,"0"0"3"16,0 0-2-16,0 0-3 0,0 0-8 15,0 0-3-15,0 0-1 16,0 0-5-16,0 0-4 15,0-15-8-15,0 23 1 16,1 3 0-16,-1 3 11 16,0 3-3-16,0 0 1 0,0-3 2 15,0 2 0-15,0-3 0 16,1-2-2-16,3-4-2 16,0-2 2-16,-1 0-1 15,1-3 0-15,3-1 5 16,-2-1 2-16,3 0-2 15,-1 0 1-15,2 0-1 0,0-4-1 16,-2-2 0-16,1 0-1 16,0-1 2-16,0 0-2 15,-2 0-1-15,2 1 0 16,0-2 0-16,0 1 0 16,0 0 0-16,-4-1 0 0,0 1 1 15,0 2-2-15,-2-3 2 16,-2 2 0-16,0 0-1 15,0 0 1-15,0-1 0 16,0 1-1-16,0-1 0 0,0 0 0 16,-2 3-1-1,-1-2 1-15,3 2-1 0,0 1 2 16,0 2-2-16,0-2 0 16,0 3 0-16,0-2 0 15,0 2-2-15,0-1 1 16,0 1 0-16,1 0 0 0,3 0 0 15,-2 0-2-15,-2 0-3 16,1 0 3-16,0 0 1 16,0 0 1-16,0 0-1 15,-1 1-4-15,1 1 1 16,-1 1 0-16,0 1 5 0,0 3 0 16,0 0 0-16,0 2 1 15,0 1-2-15,0 1 1 16,0-1 0-16,0 1 0 15,0-1 0-15,0-1-3 16,0-1 1-16,0-2 0 16,2 0-1-16,2-1 1 0,1-2 7 15,0 0 3-15,3-3 7 16,1 0 2-16,-1 0 2 16,3 0-10-16,1 0-3 15,1-6-1-15,1-1-1 16,-3-1-8-16,-1-5-41 0,-1 0-69 15</inkml:trace>
  <inkml:trace contextRef="#ctx0" brushRef="#br0" timeOffset="142201.76">20077 3431 66 0,'0'0'10'0,"0"0"-10"0,0 0-2 0,0 0-9 16,0 0-6-16,0 0 23 15,0 0-5-15,0 0 2 16,0 0 3-16,0 0 4 15,0 0-4-15,0 0 0 0,-27 41-1 16,25-35 0-16,2 2-2 16,0 2 0-16,0 0-2 15,0 3-1-15,0 0 0 16,1 0 1-16,0 3-1 0,0-1 1 16,0 0-1-1,-1 4 4-15,0-2-1 0,0 2 0 16,0 2-3-16,1-3 1 15,-1 5 0-15,4-2-1 16,-2 1 0-16,-1-1 1 16,2-1 0-16,-2-2 1 0,0-4-1 15,0 1 4-15,0-4-1 16,-1-3 4-16,0 1-1 16,0-3-3-16,1-1 0 15,0 2 1-15,1-1-3 16,0-1 0-16,-2 0-1 0,1 3 2 15,1-3-2-15,0 3 3 16,0 1-1-16,2-3-1 16,0-1-1-16,0-3-14 15,2-2-42-15</inkml:trace>
  <inkml:trace contextRef="#ctx0" brushRef="#br0" timeOffset="142739.5">20268 3374 125 0,'0'0'7'0,"0"0"8"0,0 0-11 15,0 0-13-15,0 0 4 16,0 0 3-16,0 0 0 15,0 0-1-15,0 0 2 16,0 42-1-16,0-26 0 0,-1 3 6 16,-1 4 3-16,0-1 1 15,2 5-3-15,0-1-2 16,0-1 2-16,0 2-3 16,0 0-1-16,0 2-1 15,0-2 1-15,0 1-1 0,2-1-1 16,-2 0 3-16,2-3 1 15,-2-2-3-15,1-3 2 16,-1-2-1-16,2-4 2 16,-1-3-2-16,1 3 2 15,2-6 1-15,0-2 3 0,-1-2-4 16,-1-3-47-16,0-3-92 16</inkml:trace>
  <inkml:trace contextRef="#ctx0" brushRef="#br0" timeOffset="143328.57">20390 3718 191 0,'0'0'8'16,"0"0"1"-16,0 0-11 16,0 0-4-16,0 0-7 0,0 0 1 15,0 0 7 1,0 0 8-16,25 44-2 0,-20-33-2 15,1 0 0-15,2-2 0 16,2-2-2-16,-1-4 6 16,3-3 1-16,1 0 5 15,0 0 3-15,3-8-2 0,-3-3 1 16,3-4 0-16,-5-1 1 16,0-1-1-16,-2 2-5 15,-4-1-1-15,-2 3-3 16,-1 2 1-16,-2 4-2 15,0 1 0-15,0 4-1 0,0 0-2 16,0 2 3-16,-1 0-1 16,-1 8 0-16,-1 5-3 15,1 3 4-15,-2 2-2 16,2 2 0-16,1 3 1 16,1 2-5-16,0 0 2 15,0 0-1-15,2 2-1 0,3 1 0 16,0 0 2-16,1 1 2 15,-3 1 0-15,0 0 1 16,-3 2-1-16,0 0 2 16,0-2 0-16,-4-2-2 15,-4-4 2-15,-1-4 1 0,0-4-1 16,-3-5 2-16,0-2 2 16,-2-4-1-16,1-5 1 15,-2 0 1-15,1-7-2 16,0-7-1-16,1-6 2 15,6-3-2-15,0-5 2 0,6-3 4 16,1-5-5-16,14 2 0 16,9-3-8-16,2 0-19 15,6 0-62-15</inkml:trace>
  <inkml:trace contextRef="#ctx0" brushRef="#br0" timeOffset="143739.29">21245 3428 112 0,'0'0'18'0,"0"0"11"0,0 0-5 0,0 0-3 16,0 0-7-16,0 0-5 16,0 0-1-16,0 0-8 0,0 0 3 15,0 0-2-15,0 0-6 16,-46 43 3-16,33-18 1 15,3 2-2-15,1 2 2 16,5-4-3-16,3 2-2 16,1-4 2-16,0-2 2 0,8-1 1 15,2-3 2-15,3-3 1 16,3-2-2-16,1-5-13 16,1-7-29-16,1 0-37 15</inkml:trace>
  <inkml:trace contextRef="#ctx0" brushRef="#br0" timeOffset="144079.21">21360 3577 122 0,'0'0'-1'0,"0"0"35"0,0 0-9 16,0 0-20-16,-38-2-3 16,28 17-4-16,1 2-1 15,2 3-2-15,0 1 1 16,5-3-3-16,2-5 0 15,0 0 0-15,9-4-1 16,-2-3-1-16,4-4 10 0,2-2 11 16,0 0-3-16,2-7 0 15,0-6 0-15,3-2 0 16,-1-2 0-16,-4-3 1 16,-2-1-3-16,-3-1 2 15,-4 1 1-15,-4 1 2 16,0 4-3-16,0 2-4 0,-5 4-2 15,-5 7 3-15,-2 3-5 16,-1 3-4-16,0 9-14 16,-3 3-19-16,5 2-24 15,-1-4-33-15</inkml:trace>
  <inkml:trace contextRef="#ctx0" brushRef="#br0" timeOffset="144523.47">21541 3509 123 0,'0'0'1'0,"0"0"-10"16,0 0 5-16,0 0 3 15,0 0-2-15,32 37-2 16,-29-22 2-16,-1-1 7 15,0 1-1-15,0-1-1 16,-2-1 0-16,1-3-1 0,0-2 0 16,1-1-1-16,-2-1 1 15,0-4-1-15,1-1 1 16,-1-1 2-16,0 0 16 16,0-1 7-16,0-8-21 15,1-1 0-15,2-3-3 16,2-1 1-16,2-3 0 0,3 1 0 15,-3-1-1-15,2 0 2 16,2 3 5-16,-4 4 1 16,1 2 1-16,-3 1 1 15,4 4-8-15,-2 3-5 16,1 0-2-16,-1 0 0 0,1 3 0 16,0 7 0-16,-3 1-1 15,0 2 4-15,-3 1-2 16,-2 2-1-16,0-5-60 15</inkml:trace>
  <inkml:trace contextRef="#ctx0" brushRef="#br0" timeOffset="144979.03">21760 3452 182 0,'0'0'5'0,"0"0"-2"0,0 0-4 0,0 0-5 16,0 0-3-16,0 0 0 15,0 0 5-15,35 37 6 0,-32-21 0 16,-2-2-1-16,1-1 1 16,-1-2-2-16,0-1 2 15,-1-1-2-15,0-4 1 16,0-3 1-16,0 0 0 15,0 0 1-15,0-2 2 16,0 0 5-16,0 0-7 0,0-4-8 16,0-4-3-16,0-3 5 15,0-3 8-15,5-3-4 16,1 1 0-16,4-1 2 16,0 0 2-16,-1 3 2 15,3 0 2-15,0 1 2 0,2 6-5 16,1 0-2-16,1 4 0 15,0 0-2-15,0 3-3 16,-3 0-1-16,-3 5-1 16,0 6-1-16,-5 3 2 15,-3 5 1-15,-2 0 7 16,0 1-14-16,-10 0-49 0,0-8-103 16</inkml:trace>
  <inkml:trace contextRef="#ctx0" brushRef="#br0" timeOffset="145405.87">22022 3416 149 0,'0'0'0'0,"0"0"1"0,0 0 4 0,0 0 1 16,0 0-1-16,41-8-1 16,-34 3 2-16,-1 0 2 0,1-3-1 15,-1-1 3 1,2-1 0-16,-2-1-3 0,1-3-2 16,-3 2-2-16,0 2-1 15,-2-1 1-15,-2 3-3 16,0 2 0-16,0 3-6 0,-4 3 16 15,-3 0-9-15,-3 4-2 16,-2 8 0-16,-1 3 1 16,2 2-2-16,-1 3 2 15,4-3-1-15,1 0-2 16,5-1 1-16,2-2-2 0,0-4-2 16,2 0 0-16,8-2-1 15,4-2 14-15,6-1 0 16,2-4-9-16,4-1-54 15,2-2-61-15</inkml:trace>
  <inkml:trace contextRef="#ctx0" brushRef="#br0" timeOffset="145715.28">22387 3313 99 0,'0'0'1'0,"0"0"-5"16,0 0-8-16,0 0 5 0,0 0 5 15,-43-17 1-15,29 17 10 16,-1 4 11-16,-2 3-2 16,3 2-5-16,2 0-9 15,1 3-1-15,-1 2 3 16,2 2 1-16,3 1-3 0,3-5-1 16,4 4-1-16,0-4-2 15,4-2-2-15,6-3 2 16,7-3 11-16,1-1 13 15,6-3-12-15,3 0-3 16,0-3 1-16,-2-7-8 0,3 0-5 16,-2-2-19-16,-4-3-35 15,-1-2 11-15,-1-1 3 16</inkml:trace>
  <inkml:trace contextRef="#ctx0" brushRef="#br0" timeOffset="146017.72">22541 3019 122 0,'0'0'8'0,"0"0"19"16,0 0-1-16,0 0-11 15,0 0-15-15,0 0-8 16,0 0 2-16,0 0-6 15,0 0 3-15,4 48 6 16,1-21 2-16,-1 2 1 0,1-1 1 16,-1 3-1-16,1-4 2 15,-3-1-1-15,0-5 1 16,-2 0-1-16,0-2 3 16,0-2-1-16,-1-2 0 0,-5 1 3 15,-5-5-11 1,2-2-58-16</inkml:trace>
  <inkml:trace contextRef="#ctx0" brushRef="#br0" timeOffset="146473.01">22438 3294 198 0,'0'0'3'15,"0"0"-1"-15,0 0-3 0,34-10 2 16,-17 10 0-16,3-2 0 16,-1 0 2-16,3 0-1 15,4-1 0-15,-2-2 0 16,2-2 2-16,1 0 1 16,-3 0-2-16,0 1-1 15,-3-2 1-15,-1 1-2 0,-4 1 1 16,-2-3 0-16,-2 2 0 15,-3 1-1-15,-3 1-1 16,0-1 1-16,-4 2 0 16,-2 3 5-16,0-2 4 15,0 3-3-15,-7 0-3 0,-2 0-2 16,-3 0-3-16,-3 4 1 16,1 6 0-16,-2 1 0 15,0 2-2-15,2 0 1 16,3 1-1-16,4-1 2 0,1 1-5 15,5-3 1-15,1-1-4 16,2-1 4-16,10 1 4 16,3-3 1-16,6-1 2 15,7-2-10-15,1-4-35 16,3 0-30-16,3 0 7 0</inkml:trace>
  <inkml:trace contextRef="#ctx0" brushRef="#br0" timeOffset="147006.94">23022 3277 33 0,'0'0'25'0,"38"-26"3"15,-28 14 3-15,-5 1 3 16,-4 4-2-16,-1-2-12 0,-3 5-15 16,-9 1-2-16,-3 0-3 15,-1 3-6-15,-2 0-6 16,1 0 18-16,0 7-3 16,3 3-3-16,0 2-1 15,3 0-1-15,4 3-1 0,1 0-1 16,1-1-1-16,5-2 2 15,0-1-1-15,0-4-1 16,5 0 0-16,5-4 2 16,3-3 8-16,2 0 6 15,2 0-4-15,5-3-2 16,-1-4-2-16,-2-4 1 0,0-1-2 16,-5-2 3-16,-1 0 1 15,-5-3 10-15,-3 0 0 16,-1-3-11-16,-2-1-1 15,0-6-2-15,-2 1 2 0,0-1-4 16,0-1-4 0,-8 0-7-16,-1-1-7 0,-3 2 6 15,-3 2 6-15,0 2 4 16,0 2-1-16,1 1 1 16,2 8 4-16,3 1 1 15,1 4-3-15,5 1-3 0,-2 6 1 16,3 0 3-16,2 0-15 15,0 13 7-15,0 1 2 16,0 6-2-16,0 7 3 16,1 3 6-16,6 1 0 15,-2 6 1-15,3-3-2 0,0-1 1 16,3-2-1-16,0-4 2 16,4 0 3-16,-1-6 1 15,3-5-2-15,-2-5-52 16</inkml:trace>
  <inkml:trace contextRef="#ctx0" brushRef="#br0" timeOffset="147269.76">23354 2662 216 0,'0'0'3'0,"0"0"-17"0,0 0 10 15,18 46 3-15,-14-26 2 16,-4 1-42-16,0-4-116 0</inkml:trace>
  <inkml:trace contextRef="#ctx0" brushRef="#br0" timeOffset="147903.22">19156 3394 229 0,'0'0'-20'0,"0"0"19"0,0 0-37 0,0 0-20 0,-8 38-47 15</inkml:trace>
  <inkml:trace contextRef="#ctx0" brushRef="#br0" timeOffset="148614.46">20547 4542 31 0,'0'0'36'0,"0"0"-13"0,0 0-9 0,0 0 11 15,0 0 11-15,0 0-6 16,0 0-9-16,0 0-5 0,0 0 0 16,0 0-11-16,2-7-7 15,-2 11-11-15,2 9 0 16,3 4 4-16,1 5 9 15,1 5 5-15,0 3-4 16,3 0-1-16,0 1 0 0,1-4 1 16,-4 1 0-16,4 0 2 15,-6-4-2-15,1-3 2 16,-4 2 1-16,-2-4-5 16,0-4-31-16,-2-5-58 15</inkml:trace>
  <inkml:trace contextRef="#ctx0" brushRef="#br0" timeOffset="148985.04">20511 4602 165 0,'0'0'-21'16,"35"-38"21"-16,-11 23 2 0,2 0-2 15,3 4 0-15,-2 2 1 16,-2 4 0-16,-3 1 0 16,1 2 0-16,-2 2 1 15,0 0 1-15,1 0 1 16,1 7-2-16,-1 3-1 16,-3 4-1-16,-2 4 1 0,-4 3-3 15,-5 3 0-15,-5-1 4 16,-3 1 8-16,0 0-6 15,-9-3 5-15,-7 2-2 16,-3-3 0-16,-4 1-4 16,1-4 2-16,-4 2 0 0,3-6-2 15,4-1-1-15,4-3-1 16,5-5-1-16,4-3-15 16,2-1-57-16</inkml:trace>
  <inkml:trace contextRef="#ctx0" brushRef="#br0" timeOffset="149369.12">21024 4649 88 0,'0'0'4'15,"0"0"4"-15,0 0 18 16,0 0 2-16,41-12-2 15,-37 6-8-15,3-2-14 16,-3-1-1-16,-1 0 1 0,0-3-2 16,-2 0 0-16,-1 1 0 15,0 1-2-15,0 0 2 16,-4 1-2-16,-3 4 2 16,-1 3 11-16,-1 2 2 15,0 0-14-15,-5 9 0 16,1 8-3-16,-1 3 2 0,2 2 0 15,2 0-2-15,3-1-1 16,3-2-1-16,4-4-2 16,0-2-2-16,4-2-3 15,8-1 8-15,1-2 8 16,5-3-1-16,0-2-2 0,6-2-14 16,-4-1-23-16,0 0-19 15</inkml:trace>
  <inkml:trace contextRef="#ctx0" brushRef="#br0" timeOffset="149803.03">21213 4563 54 0,'0'0'17'0,"0"0"20"16,0 0-4-16,8-39-9 16,-5 38-13-16,1 1-11 15,-3 0-6-15,3 4 1 0,0 5 8 16,3 5 0-16,-2 3 1 15,3 0 1-15,-1 1-5 16,1-2 3-16,-1 0-1 16,-1-5-1-16,-1-1-1 15,1-3 1-15,-4-3 1 16,-1-2 0-16,-1-1 0 0,0-1 6 16,0 0 19-16,0 0-3 15,0-5-20-15,0-4-5 16,0-4 2-16,0-2 5 15,0-4-6-15,6-3-3 16,3 0 5-16,2 0-1 16,0 2-1-16,0 1 0 0,3 2 0 15,-3 6 2-15,3 2-2 16,-3 4 0-16,2 2 0 16,0 3-5-16,0 0 2 15,-1 1 0-15,-1 8 0 0,0 3-2 16,0 1 5-16,-1 4 2 15,-2 0-7-15,0-1-20 16,2-2-2-16,-3-2-49 16</inkml:trace>
  <inkml:trace contextRef="#ctx0" brushRef="#br0" timeOffset="150190.29">21672 4404 78 0,'0'0'19'0,"0"0"21"0,1-46-3 0,-1 36-13 16,-2 6-13-16,-4 1-6 15,-2 3-6-15,0 0 5 16,-1 3-3-16,-3 8 2 0,-1 2-3 16,2 1 0-16,0 2-2 15,4 0 0-15,1-1-2 16,6 0 0-16,0-3-2 15,1-2-4-15,8-3 1 16,4-3 16-16,-1 0-2 16,1-3 0-16,1 2-1 0,-3-2-3 15,-1 1 1-15,-2-1-2 16,-3 3 0-16,-3 0-5 16,-2 1 0-16,0 2 2 15,-3-2 18-15,-9 4 2 16,-4 2-10-16,-3-2-3 15,-3 4-1-15,0-3-2 0,1 0-8 16,4-2-18-16,1-5-18 16,8-3-60-16</inkml:trace>
  <inkml:trace contextRef="#ctx0" brushRef="#br0" timeOffset="150586.5">21727 4456 84 0,'0'0'8'16,"0"0"-1"-16,0 0 8 15,42-14-4-15,-31 10-2 16,1-2-1-16,-2-1 9 16,0 0 1-16,3-2 0 15,-2-2 0-15,1 0-7 0,-2 1-6 16,-1-3 1-16,-2 4-1 15,-3-1-3-15,-2 2 3 16,-2 2-3-16,0 2 0 16,-6 3-8-16,-4 1-12 0,-3 0 29 15,-1 4-12 1,-1 6 1-16,0 2 0 0,2 3-2 16,0-1 2-16,3 3-1 15,4-1-2-15,0 1 0 16,4-3 1-16,2-1-2 15,0-2-2-15,0-1 2 16,6-3 3-16,5 0 11 0,7-1-5 16,4-2 3-16,9-4 0 15,3 0-10-15,4-4-68 16</inkml:trace>
  <inkml:trace contextRef="#ctx0" brushRef="#br0" timeOffset="151176.29">22330 4114 85 0,'0'0'12'0,"0"0"-8"0,0 0-1 0,0 0 1 16,0 0 5-16,0 0 15 15,0 0 5-15,0 0-19 16,0 0-8-16,0 0-2 0,0 0 0 15,7 43 0-15,-2-19-2 16,-3 1 2-16,3 1 3 16,3-1 0-16,-1-2 1 15,2-4-2-15,0-2 2 16,0-3 1-16,3-4-1 0,-2-2 1 16,1-1-1-16,5-1 0 15,-1-3 2-15,4-3 2 16,6 0 0-16,-1 0-3 15,4-3-7-15,2-8-19 16,0-3-40-16,-2-5-22 16</inkml:trace>
  <inkml:trace contextRef="#ctx0" brushRef="#br0" timeOffset="151605.41">22831 4137 136 0,'0'0'11'15,"0"0"31"-15,0 0-25 16,0 0-10-16,0 0-5 16,-44-13-5-16,27 24 0 15,-2 2 4-15,1 3-5 0,1 4 4 16,2-2 0-16,3 3 0 16,5-4-1-16,1-1 1 15,4-2-1-15,2-2-3 16,0-4 2-16,3-2 2 15,4-6 5-15,3 0 2 0,2 0 2 16,2-2-1-16,1-7-3 16,0-6 0-16,-1 0-3 15,-1-4 0-15,-3 2 0 16,0 0-1-16,-5 3 2 16,-2 1-1-16,-1 4 0 15,-1 4-1-15,-1 1 11 0,0 4-6 16,0 0-7-16,0 0-12 15,0 5 7-15,0 7 4 16,0-1 2-16,3 0-1 16,1 2-5-16,5-3 5 15,-2 1 1-15,3-2-6 16,2-3-17-16,2-2-39 16,-1-4-5-16</inkml:trace>
  <inkml:trace contextRef="#ctx0" brushRef="#br0" timeOffset="152166.21">22966 4074 102 0,'0'0'31'0,"0"0"21"0,0 0-25 16,0 0-22-16,0 0-11 0,0 0-1 15,0 0 4-15,0 0 0 16,0 0 0-16,0 39 0 15,8-29 1-15,-1-3 7 16,5-2-1-16,0-2 1 16,3-3 2-16,0 0-2 0,2 0 1 15,-1-7-1-15,0-3-1 16,-4 0 0-16,-2-1 0 16,-1 0-1-16,-5 2 2 15,-1-1-2-15,-1 3 0 16,-2 1-2-16,0 2 0 15,0 1 0-15,0 3-2 0,0 0-4 16,0 0-19-16,0 11 12 16,0 2 4-16,-2 4 11 15,-2 6-6-15,1 1-2 16,1 2 2-16,-3-1 6 16,3 2-2-16,2-1-1 15,0-2 0-15,-1-4 0 0,1 0 0 16,-2-2 0-16,-1-3 0 15,-1-2 0-15,-2-2 3 16,-1-3 4-16,-1-1 3 0,-1-3-1 16,2-1 1-16,-3-3-2 15,1 0 0-15,1 0 2 16,1-4-2-16,1-6-2 16,-1 0-3-16,2-5-3 15,2 0 1-15,3-2 7 16,0-4-13-16,6 0-11 0,8-2-19 15,5 3-25-15,1-1-18 16</inkml:trace>
  <inkml:trace contextRef="#ctx0" brushRef="#br0" timeOffset="152835.82">23265 4084 148 0,'0'0'29'0,"0"0"-18"0,0 0 1 0,0 0-11 0,0 0-1 16,0 0 1-16,0 0 0 15,0 0 0-15,33-41 1 16,-26 35 1-16,-2-1 0 16,3-1-1-16,-6-1 1 15,1 2 1-15,1 0-2 16,-4 1 2-16,0 2 1 0,0 1 4 15,-3 1-6-15,-1 0 10 16,-2 2-14-16,1 0 2 16,-1 0-3-16,-1 4-4 15,-1 5 1-15,1-1 3 0,0 5-1 16,-1 1 1-16,1-1 0 16,2 3-1-16,2-1 0 15,0 0 0-15,3-1-2 16,0-3 1-16,0 3 0 15,3-5-1-15,1-1 8 0,6-1-1 16,-3-4 0-16,2-1 1 16,1-2 1-16,-2 0-3 15,1 0 2-15,-2-8 2 16,1 0 1-16,1-3 0 16,-1-2 2-16,0 1-3 15,-1 1-3-15,1 1 1 0,-3 3-2 16,1-1 1-16,-3 6-2 15,-1 1 1-15,3 1-2 16,-1 0-7-16,1 0-1 16,1 4-1-16,1 3 4 15,1 0 2-15,1 0 1 16,2 0 3-16,-1-3 1 0,3-3 0 16,-2 0 2-16,1-1 7 15,1 0 3-15,-2-8 2 16,1-1 3-16,-2-4 5 15,-4 0-7-15,1-2-1 16,-3 1-6-16,-2 1-5 0,-2 0-2 16,0 3-5-16,0 3-28 15,0 3-22-15,-6 0-62 16</inkml:trace>
  <inkml:trace contextRef="#ctx0" brushRef="#br0" timeOffset="153099.82">23609 3787 217 0,'0'0'0'0,"0"0"-19"0,0 0 19 0,0 0 2 16,0 0-11-16,0 0-70 16</inkml:trace>
  <inkml:trace contextRef="#ctx0" brushRef="#br0" timeOffset="153207.13">23676 3813 179 0,'0'0'6'0,"0"0"5"0,0 0-35 15,0 0-40-15</inkml:trace>
  <inkml:trace contextRef="#ctx0" brushRef="#br0" timeOffset="154138.69">20866 5135 67 0,'0'0'21'0,"0"0"-10"0,0 0 4 0,-42-4 5 16,36 1 1-16,3 3-2 15,-2-3-7-15,3 3 0 0,1 0-6 16,1 0-4-16,0 0-8 16,0 0-7-16,8 0 8 15,3 0 0-15,7 0 0 16,1 0 5-16,4 0-4 15,5-4 1-15,5-3-4 16,6-3 9-16,4-3 0 16,10-1 2-16,4-4-4 0,6-2 7 15,4-2-2-15,6-3 2 16,8-4-4-16,1 1-1 16,4-3 0-16,8-1-2 0,4 3 1 15,3 0 1-15,2 5 1 16,4 1 0-16,-5 3 1 15,-2 3-1-15,-1 0-2 16,0 2-1-16,-5-1 0 16,-5 2 0-16,0 1 0 0,-4-1-1 15,-4 1-1 1,-9 2 2-16,-9 0 0 0,-4 3 0 16,-10 3 2-16,-8 3 0 15,-6 2 0-15,-8 0-32 16,-8 0-51-16</inkml:trace>
  <inkml:trace contextRef="#ctx0" brushRef="#br0" timeOffset="159751.09">23569 2981 0 0,'0'0'39'0,"0"0"-37"0,0 0-1 0,0 0 2 16,0 0-3-16,0 0 0 16,0 0 1-16,14 38-1 15,-12-34 1-15,-1-1 0 0,0-2 1 16,-1-1 7-16,2 0 10 15,-1 0 23-15,4-5 8 16,4-8-38-16,5-3-12 16,6-8 4-16,4-4-1 15,10-5-3-15,4-7 3 16,3-3-2-16,0-4 2 0,5 0 1 16,-4-3-5-16,0 0-38 15,-8 2-44-15</inkml:trace>
  <inkml:trace contextRef="#ctx0" brushRef="#br0" timeOffset="160527.46">23774 3979 9 0,'0'0'3'0,"0"0"-3"0,0 0 1 0,0 0-1 15,0 0 0-15,0 0 2 16,0 0 2-16,0 0 8 16,0 0-1-16,0 0 5 0,14-37-2 15,-14 34-3-15,-3-1-2 16,-1 1 2-16,2-1-2 16,0 0 7-16,2 0 0 15,0 1-11-15,0 0-1 16,0 1-3-16,0 1-1 15,0 1-1-15,0-2 1 0,0 2-1 16,0 0 1-16,0 0 0 16,0 0 0-16,0 0 1 15,0 0-2-15,0 0 0 16,0 3-1-16,2 3 3 16,2 1-1-16,2 0-1 0,-2 0 1 15,0-1-1-15,1-2 2 16,-2 2-2-16,1-4-1 15,-1 0 1-15,1-2 1 16,2 0 3-16,2 0 1 16,3-7 9-16,3-3 2 0,1-7-4 15,2-3-4-15,3-7-3 16,4-1 0-16,3-6 0 16,6-2-3-16,4-3 1 15,7-3 0-15,3-3-1 0,2-2-2 16,3-1-27-16,-4-2-53 15</inkml:trace>
  <inkml:trace contextRef="#ctx0" brushRef="#br0" timeOffset="-179975.62">14490 17102 8 0,'0'-1'18'0,"1"-2"-2"0,-1 2-7 0,2-2-2 0,0 1-1 16,0-2-3-16,2 3 0 15,-2-1-2-15,-1 0-1 16,1 0 0-16,0 2 1 15,2 0-3-15,-2 0 3 0,2 0 0 16,0 4 1-16,2 2 1 16,-2-2 1-16,3 1-2 15,0 0-1-15,2-1 0 16,-2 2 0-16,3-2 0 16,0 1 0-16,-3-2 0 15,3-1 1-15,-1-2 1 16,-2 0 3-16,2 0 3 0,-2 0 3 15,4-5 1-15,0-7-5 16,0 1 0-16,3-7 1 16,3-4-3-16,0-6 1 15,7-8-1-15,0-5 0 16,7-9 1-16,6-6 2 0,2-6 0 16,4-3-5-16,2-3-2 15,1 0-2-15,2 1-1 16,-4 3-29-16,-3 5-78 15</inkml:trace>
  <inkml:trace contextRef="#ctx0" brushRef="#br0" timeOffset="-178978.28">23568 17249 57 0,'4'2'3'0,"0"-1"-1"0,2-1-1 0,-1 0 2 15,4 0 0-15,4 0 4 0,-3-1 7 16,7-9 5-16,1-1-1 16,6-6-4-16,4-4-7 15,4-5-4-15,8-4-2 16,3-9-1-16,7-7 1 16,5-6-1-16,3-6 0 0,5-5 0 15,4-2-3-15,0-1-7 16,-2 2-30-16</inkml:trace>
  <inkml:trace contextRef="#ctx0" brushRef="#br0" timeOffset="-175093.48">18140 14309 23 0,'0'-2'10'0,"0"1"7"0,0-2-1 0,0 2 4 16,0-1-2-16,0-1-1 0,0 2-4 16,0 0-3-16,0 0-3 15,0 0-4-15,0 1-2 16,0 0-1-16,0 0-3 16,0 0-2-16,0 4-1 0,0 5 3 15,0 1 1-15,0-2 2 16,0 2 2-16,2 0 2 15,2-3-1-15,-1 0-3 16,2-1 1-16,1-4-1 16,1-2-1-16,2 0 2 0,4-2 4 15,2-12 6-15,6-9 9 16,8-4-3-16,2-7-5 16,5-6-4-16,8-4-2 15,4 0-4-15,6-4-1 16,2-2-1-16,-1-4-2 0,-2-2-41 15</inkml:trace>
  <inkml:trace contextRef="#ctx0" brushRef="#br0" timeOffset="-174332.59">20076 13776 67 0,'0'0'10'0,"0"0"0"0,0 0-10 16,0 0 0-16,0 0 0 15,0 0 0-15,0 0 0 0,0 0 0 16,0 0 0-16,0 0 0 16,0 0 1-16,20 37 0 15,-14-35-2-15,0-1 1 16,2-1 3-16,0 0 10 16,2-6 10-16,2-6 7 15,6-6-5-15,4-6-17 0,6-5 0 16,8-6-7-16,9-7-1 15,8-8-1-15,3-10-58 16</inkml:trace>
  <inkml:trace contextRef="#ctx0" brushRef="#br0" timeOffset="-173649.71">22190 13073 23 0,'0'0'8'0,"0"0"-5"0,0 0 2 0,0 0 6 16,0 0-1-16,0 0 2 15,0 0-5-15,0 0-2 16,0 0-3-16,0 0 0 16,0 0-2-16,-25 36 1 15,25-31-1-15,0 0 2 16,0-1-2-16,0-3-1 0,5-1-1 15,6-5 16-15,7-10 14 16,9-9-4-16,9-9-3 16,8-8-4-16,10-7-10 15,6-5-6-15,7-5-3 0,3-4-24 16,-2 2-47-16</inkml:trace>
  <inkml:trace contextRef="#ctx0" brushRef="#br0" timeOffset="-153081.42">16486 16640 21 0,'0'0'14'0,"0"0"0"0,0-2 10 0,0 2-5 0,0 0-10 16,0 0-8-16,0 0 1 15,0 0 1-15,0 3 2 16,0 5 3-16,3 2-1 16,1 3-1-16,-2 3-3 0,1 6 0 15,1 4-1-15,2 2-1 16,-4 5 1-16,1 0-2 16,-1-1 0-16,0 0 1 15,-2-2-1-15,0-2 0 16,0-1 0-16,0-5 0 15,0-3-3-15,0-5-13 0,0-8-41 16</inkml:trace>
  <inkml:trace contextRef="#ctx0" brushRef="#br0" timeOffset="-152679.21">16513 16632 78 0,'0'0'7'0,"0"0"11"0,0 0-8 0,0 0 0 16,0 0-10-16,0 0-1 0,0 0 2 15,0 0 0-15,0 0-1 16,9 3 0-16,-4-3 1 16,5 0 8-16,1 0-1 15,5-6 1-15,-1-3 2 16,3-2-6-16,5 0-2 15,2 0-2-15,-2 2-1 16,2 1 1-16,0 5-2 0,-6-1-12 16,-6 2-48-16</inkml:trace>
  <inkml:trace contextRef="#ctx0" brushRef="#br0" timeOffset="-152401.52">16506 16841 113 0,'0'0'7'16,"0"0"27"-16,0 0-22 15,0 0-10-15,0 0 0 0,0 0 0 16,0 0-1-16,34-6-1 15,-16 5 2-15,-1-2-2 16,2 3 1-16,1-1-1 16,2-1 1-16,2 1-1 15,-3-1-1-15,0-3-15 0,0-1-59 16</inkml:trace>
  <inkml:trace contextRef="#ctx0" brushRef="#br0" timeOffset="-152115.77">16866 16779 134 0,'0'0'10'0,"0"0"14"15,0 0-12-15,0 0-9 16,0 0-2-16,0 0 0 16,-10 43 0-16,10-28 0 15,0 2 1-15,0 1-1 0,1 0-1 16,4-2 0-16,1 0 0 16,-1-2-2-16,1-3-8 15,-2-6-24-15,-2-5-54 16</inkml:trace>
  <inkml:trace contextRef="#ctx0" brushRef="#br0" timeOffset="-151922.52">16876 16648 182 0,'0'0'-2'0,"0"0"10"15,0 0-3-15,0 0-2 16,-8-43-3-16,8 39-7 16,5 0-14-16,3 1-25 0,-2 0-67 15</inkml:trace>
  <inkml:trace contextRef="#ctx0" brushRef="#br0" timeOffset="-151524.03">17116 16769 76 0,'0'0'104'0,"0"0"-99"16,0 0 6-16,-7-39-3 0,4 32-4 16,-1 3-1-16,2 2 4 15,-2 2 6-15,0 0-4 16,-1 6-6-16,1 7 1 16,0 5-4-16,1 2 1 15,1 4-1-15,2-4 0 16,0 2-1-16,0-4-2 0,3-2 2 15,5-2 1-15,-1-4-1 16,3-3-1-16,2-3 1 16,-1-1 0-16,3-3 0 15,1-3-1-15,1-7-12 16,-1-7-39-16,0-3-61 0</inkml:trace>
  <inkml:trace contextRef="#ctx0" brushRef="#br0" timeOffset="-151217.29">17311 16463 125 0,'0'0'1'15,"0"0"8"-15,0 0 13 0,0 0-3 16,0 0-9-16,0 0-9 15,0 0-3-15,0 0 2 16,0 0 0-16,-18 41 1 16,18-18 0-16,0 5 1 15,2 0-2-15,1 2 1 0,1 0-1 16,0 0 0 0,-1-1 0-16,1-2 0 0,-2-2 0 15,-1-2-2-15,0 1-8 16,-1-3-18-16,0-2-7 15,0-6-35-15</inkml:trace>
  <inkml:trace contextRef="#ctx0" brushRef="#br0" timeOffset="-150840.31">17244 16751 101 0,'0'0'2'0,"0"0"-2"15,0 0 4-15,0 0-3 16,0 0 1-16,0 0 3 16,42-9 7-16,-28 3-1 15,-1-1 1-15,3 1 0 16,1 0-6-16,-1 1-3 15,-1 1-2-15,-1 2 1 0,0 1-2 16,-1 1 0-16,-5 0 1 16,0 5-1-16,0 5 1 15,-2 2 2-15,-2 3 1 16,0-1-2-16,-2 2 3 0,0 0-3 16,-1-1 1-16,1-1-3 15,1-1 1-15,2-3-1 16,-1 0-1-16,0-6-16 15,0-4-53-15</inkml:trace>
  <inkml:trace contextRef="#ctx0" brushRef="#br0" timeOffset="-150676.08">17500 16563 226 0,'0'0'6'0,"0"0"1"16,0 0-6-16,0 0-9 16,0 0-49-16,0 0-36 15</inkml:trace>
  <inkml:trace contextRef="#ctx0" brushRef="#br0" timeOffset="-150241.55">17608 16773 66 0,'0'0'44'0,"0"0"-41"15,0 0 1-15,-14 42 2 16,12-27-3-16,2-1-2 16,0-1 0-16,0-1-1 15,0-2 1-15,0-1-1 0,7-5 0 16,-3-2 0-16,3-2 5 16,0 0-1-16,4-2-2 15,0-9-1-15,0-2 3 16,0-4 1-16,-1-3 2 15,-2 0-1-15,-4 0 3 16,-2 2 5-16,-2-1 0 0,0 2-1 16,-1 5 0-16,-4 2-2 15,-3 4-5-15,1 3-2 16,-4 3-6-16,1 3-5 16,2 7-22-16,-2 1-4 0,2 3-18 15,3-6-59-15</inkml:trace>
  <inkml:trace contextRef="#ctx0" brushRef="#br0" timeOffset="-149765.83">17800 16706 140 0,'0'0'17'0,"0"0"2"0,0 0-13 0,0 0-6 16,0 0 0-16,0 0-3 0,0 0-5 16,19 44-8-16,-17-30 7 15,1-1 5-15,-1 1 3 16,-1-3 1-16,1-2 0 15,-2 0 0-15,0-2-2 16,0-3-7-16,0 0-5 0,0-1 4 16,0-3 5-16,0 0 6 15,0-3 4-15,0-7 1 16,3-2 4-16,1-3 0 16,2-3-4-16,2 0 1 15,2-1-1-15,-1-1 3 0,3 2 0 16,-1 3 3-16,0 0-1 15,1 3 2-15,1 3-2 16,0 1-6-16,2 5-3 16,-1 3-1-16,0 0 0 15,3 8-2-15,-3 7-5 16,-3 9-17-16,-4 5-35 16,-7 6-9-16</inkml:trace>
  <inkml:trace contextRef="#ctx0" brushRef="#br0" timeOffset="-149168.75">16801 17364 179 0,'0'0'-9'0,"0"0"30"0,0 0 6 0,0 0-28 15,0 0 2-15,-8 39-1 16,14-16 0-16,-2 6 0 0,3 3 1 15,-3 1-1-15,-1 5 0 16,1-4-1-16,0 0-5 16,-4-2-19-16,0-4-21 15,0-5-6-15</inkml:trace>
  <inkml:trace contextRef="#ctx0" brushRef="#br0" timeOffset="-148620.95">16797 17351 3 0,'0'0'21'0,"0"0"1"15,22-47 2-15,-11 33 0 0,0 0-4 16,0 1-1-16,-1 2-8 16,2 2-2-16,0 6 0 15,1 0-5-15,-2 3-2 16,1 0 0-16,-1 6 0 0,-3 7 1 16,2 1-1-16,-3 4 0 15,-1 2-2-15,-1 1 1 16,-4 1-2-16,0 2 2 15,-1-1-2-15,0 1 2 0,-7-3 1 16,-2 2-2 0,-2-3 1-16,0-2 0 0,0-2 0 15,-1-1-1-15,0-3 1 16,3-4-2-16,3-2 1 16,0-4 1-16,3 0-1 15,1-2 2-15,1 0-1 0,1 0 0 16,0 0-2-16,0 0 3 15,0 0-1-15,3 0 2 16,4 0 0-16,-2 0-1 16,4 5-1-16,0 6 2 15,1 3-2-15,2 2-1 16,0-1 0-16,2 0-1 0,1 0-2 16,2-2-13-16,-3-4-21 15,-1-4-21-15</inkml:trace>
  <inkml:trace contextRef="#ctx0" brushRef="#br0" timeOffset="-148278.68">17108 17653 170 0,'0'0'0'0,"0"0"-4"0,0 0 1 0,0 0-7 15,14-38-7-15,-7 24 2 16,-3 0 14-16,1 0 2 16,-2 2 0-16,-1-1 2 15,-2 3 2-15,0 2 5 0,0 2 8 16,0 1-2-16,-2 2-2 16,-6 3-1-16,2 0-9 15,0 0-4-15,1 8 3 16,-3 3-3-16,3 2 2 15,2 3 0-15,3 0-2 0,0 2 1 16,2 1-1-16,6 0-1 16,3-2-2-16,2 0-14 15,3-1-16-15,-1-5-11 16,1-5-64-16</inkml:trace>
  <inkml:trace contextRef="#ctx0" brushRef="#br0" timeOffset="-147873.53">17405 17514 231 0,'0'0'4'15,"0"0"11"-15,0 0-3 16,0 0-8-16,0 0-3 16,-40-17-1-16,29 19 0 15,-1 7-3-15,3 3 5 0,1 1-1 16,2 2-1-1,0 2 0-15,4-1-1 16,2-2-1-16,0-1-4 0,0-3-2 16,6-2-5-16,2-5-6 15,2-3-3-15,-2 0-8 16,3 0 8-16,0-10 6 0,1-1 10 16,-2-7 5-16,-1 1 1 15,0-1 2-15,-1 3 7 16,-3 2 6-16,-1 2 10 15,-1 4 1-15,1 4-5 16,-4 3-8-16,4 0-13 16,-1 2 3-16,1 7 0 0,3 4-2 15,-1 2-1-15,2 4 0 16,0-2 0-16,2 0-2 16,-1-3-19-16,-2 2-18 15,1-6-30-15</inkml:trace>
  <inkml:trace contextRef="#ctx0" brushRef="#br0" timeOffset="-147447.16">17708 17456 133 0,'0'0'30'0,"0"0"9"0,0 0-24 0,0 0-9 0,0 0-3 15,0 0-1-15,-40 4-1 16,32 10 1-16,1 4-4 16,2 1 4-16,1 0-4 15,4-1 2-15,0-1-2 16,0-2-3-16,0-3-12 15,6-2-8-15,1-4-11 16,2-6-4-16,0 0-28 0</inkml:trace>
  <inkml:trace contextRef="#ctx0" brushRef="#br0" timeOffset="-147185.31">17736 17232 115 0,'0'0'7'0,"0"0"22"16,-14-42 15-16,9 37-23 0,2 1-6 15,2 4-4-15,0 0-1 16,1 5-9-16,0 8-1 16,0 8 0-16,0 4 1 15,5 4 0-15,0 5-1 16,1 0 0-16,1 1 1 15,1 0-2-15,1-2-1 0,1-1-13 16,-5 1-25-16,1-3-25 16</inkml:trace>
  <inkml:trace contextRef="#ctx0" brushRef="#br0" timeOffset="-146628.4">17858 17591 127 0,'0'0'48'16,"0"0"-49"-16,0 0 1 16,0 0-1-16,0 0-2 0,0 0-4 15,0 0 6-15,25-44 2 16,-25 34 1-16,0 0 7 16,0-1 1-16,0-1-3 15,0-1-3-15,0 2-1 0,0 1-3 16,0 2 0-16,0 2 0 15,-2 0 0-15,-1 5 1 16,0 1 1-16,1 0 2 16,-2 0-1-16,4 1-3 15,-4 9 0-15,3 3-2 16,0 1 1-16,-1 3-3 0,2-1 1 16,-1 4 0-16,1-2 1 15,0-1 2-15,0 0 0 16,0-1 0-16,1-2 0 15,3-5 0-15,4 0-1 16,-1-5-4-16,1-2 2 0,2-2 2 16,0 0 0-16,-1-4-1 15,1-6 2-15,-1-3 2 16,-1-1 2-16,0 0 2 16,-3 0 4-16,1 1 1 15,-1 3-1-15,-1 4 6 16,-1 3-2-16,3 3-11 0,-1 0-2 15,3 9 0-15,2 1 2 16,0 1-2-16,2 2 1 16,1 2-2-16,-2-6 0 15,1-2 0-15,-3-4 0 0,2-3-2 16,0 0 1-16,0-10-5 16,-1-11-21-16,2-5-65 15</inkml:trace>
  <inkml:trace contextRef="#ctx0" brushRef="#br0" timeOffset="-145717.83">18622 17119 46 0,'20'0'2'0,"0"0"2"0,3 0 3 0,-2-1 3 16,0-2 5-16,2 0-2 15,4 0 0-15,-2-1 3 0,1 0 2 16,6-2-2-16,-4 1-1 15,2-1-10-15,0-1-2 16,-1 0-2-16,-2 2 0 16,-1 0-1-16,-2-1 1 15,-4 1-1-15,0 2 0 16,-4-2 0-16,-3 2 0 0,-2 1 1 16,-1 1-2-16,-2-1 1 15,-3 2 0-15,1 0-3 16,-6 0-20-16,0 0-20 15,0 0-20-15</inkml:trace>
  <inkml:trace contextRef="#ctx0" brushRef="#br0" timeOffset="-145341.86">19114 16896 73 0,'0'0'5'0,"0"0"8"16,0 0-8-16,0 0-2 15,0 0 1-15,0 0 0 16,0 0 1-16,0 0 4 0,0 0 3 15,27 19-1-15,-16-15-2 16,-2 2 1-16,1 0-1 16,2 1-1-16,-1-2-2 15,1 4-2-15,-5-1-2 16,1 2 1-16,-3 3 0 16,-3 1 0-16,-2 5 8 0,0 3-5 15,-11 7-3-15,-9 9-3 16,-5 11-3-16,-7 7-38 15,-9 4-37-15</inkml:trace>
  <inkml:trace contextRef="#ctx0" brushRef="#br0" timeOffset="-144671.45">18640 17144 59 0,'0'0'11'0,"0"0"-8"0,0 0 3 0,0 0-2 16,0 0-2-16,0 0 2 0,41-8 4 16,-31 5 3-16,2-1 1 15,3 0 6-15,1 3-10 16,4-3-3-16,1 3 2 16,3-2-4-16,2 2 2 0,4-2-3 15,3 2 0-15,-1-2-2 16,4-1 0-16,-3 0 0 15,0-1-2-15,-1 1-1 16,-5 0-5-16,0 0 1 16,-3 0 5-16,-3 0-10 15,-1-3-32-15</inkml:trace>
  <inkml:trace contextRef="#ctx0" brushRef="#br0" timeOffset="-144217.43">19126 16890 57 0,'0'0'4'0,"0"0"-2"0,0 0 7 0,0 0 0 0,0 0-2 16,0 0 2-16,0 0 2 15,0 0 3-15,39 16 0 16,-33-9-4-16,2 2 3 16,-1 1-5-16,-1 1-1 15,-1 5-5-15,0 2-1 16,-3 2 0-16,-2 1 0 0,0 2 0 16,-4 3-1-16,-8 0 2 15,-5 3-4 1,-4 5 1-16,-6 3-3 0,-6 0-31 15,-3 2-35-15</inkml:trace>
  <inkml:trace contextRef="#ctx0" brushRef="#br0" timeOffset="-142458.8">19627 16855 159 0,'0'-1'9'0,"0"-1"7"0,0 2-8 0,0 3-10 0,4 11 0 16,-2 5 0-16,1 6 1 0,0 4 2 16,2-1-1-16,-3 3 0 15,0-2 0-15,-2-4 1 16,0-2-1-16,0-6-15 15,0-1-27-15,0-8-32 16</inkml:trace>
  <inkml:trace contextRef="#ctx0" brushRef="#br0" timeOffset="-142081.66">19644 16879 142 0,'0'0'-9'16,"0"0"15"-16,0 0 2 16,0 0-7-16,36-22 0 15,-22 22 1-15,-2 4-2 16,1 7 1-16,2 7-1 0,0 0 2 16,0 5-1-16,-1 1-1 15,0 0 2-15,-2-4-2 16,-1-2 1-16,-1-5-1 15,-3-3 1-15,-1-6 0 16,-2 0 2-16,0-4 2 0,-1 0 11 16,0 0 17-16,-1-7 1 15,0-4-16-15,0-5-7 16,-1-4-2-16,0-2-3 16,0-2-2-16,1 0-2 15,0 2-2-15,0 4 0 16,2 2-4-16,4 3-13 0,-1 6-27 15,2 3-43-15,1 1-16 16</inkml:trace>
  <inkml:trace contextRef="#ctx0" brushRef="#br0" timeOffset="-141747.45">19995 16894 199 0,'0'0'16'0,"0"0"3"0,0 0-18 15,0 0-4 1,-3 39 2-16,1-22-1 0,0 3 0 16,0 2 2-16,2-5 0 15,0-2 1-15,2-4-1 16,5-3 1-16,4-3 1 16,0-2-2-16,3-3-6 0,-3 0-7 15,0-1 3-15,-1-8 7 16,0-5 2-16,-5 0 4 15,1-4 9-15,-2-2 6 16,-4 1-8-16,0-1-2 16,0 2-5-16,0 4-2 0,-2 3-1 15,-5 4-2-15,1 6 0 16,-3 1 1-16,2 3-15 16,-3 8-6-16,3 2-16 15,0 0-23-15</inkml:trace>
  <inkml:trace contextRef="#ctx0" brushRef="#br0" timeOffset="-141419.39">20143 16891 196 0,'0'0'4'15,"0"0"-1"-15,0 0-1 16,0 0-2-16,0 0-1 15,0 0-3-15,0 0 5 16,0 0-2-16,39 26 1 0,-33-8 1 16,2-1-1-16,-2 0 1 15,1-2-1-15,-2-2 0 16,0-2-1-16,-1-2-2 16,-2-6 3-16,-2 0 0 15,0-3 0-15,1-3 8 16,0-8 18-16,2-5-14 15,0-7-12-15,3-2 1 0,3-4-6 16,1 0-9-16,2 3-9 16,3 2-12-16,-1 4-22 15,1 3-53-15</inkml:trace>
  <inkml:trace contextRef="#ctx0" brushRef="#br0" timeOffset="-141085.99">20424 16909 133 0,'0'0'2'16,"0"0"-1"-16,0 0 1 16,0 0 0-16,0 0-1 15,0 0 3-15,0 0 2 16,0 0 11-16,0 0-5 16,22-10 0-16,-22-1-1 15,0-3-2-15,0 2-3 0,0 1 1 16,0 2 0-16,-2 4 2 15,0 2-3-15,-4 3-3 16,2 0-4-16,-2 10-3 16,1 3 2-16,1 5 2 15,0 3-1-15,2 0 2 0,2-2-1 16,0-3 0-16,0-1 0 16,4-2 0-16,3-3-2 15,2-3-3-15,0-3-7 16,1-4-19-16,3 0-22 15,0-6 20-15,0-9-17 16</inkml:trace>
  <inkml:trace contextRef="#ctx0" brushRef="#br0" timeOffset="-140809.75">20536 16567 109 0,'0'0'-1'16,"0"0"19"-16,0 0-3 16,0 0-7-16,0 0 13 15,0 0 1-15,0 0-5 0,0 0-12 16,0 0-7-16,-9-8 0 16,9 25 2-16,0 8 1 15,0 5-1-15,0 8 1 16,0 5 1-16,2 4-1 0,-1 0 0 15,1 4-1-15,-1 0 0 16,0-3-6-16,1-4-51 16,-1-7-23-16</inkml:trace>
  <inkml:trace contextRef="#ctx0" brushRef="#br0" timeOffset="-137537.3">20872 16943 74 0,'-3'0'25'0,"-1"0"-3"0,2 0-16 16,-1 0-5-16,2 0-1 0,0 0 2 15,1 0 3-15,-1 0 1 16,1 0 3-16,0 0 7 16,0 0-3-16,-2 0-6 15,2 0-2-15,0 0 0 16,0 0-3-16,0 0-2 0,0 0 0 16,0 0 0-16,0 0-2 15,0 0 2-15,0-1 2 16,5-1-2-16,4 2 0 15,-2-4 1-15,3 4 0 16,-2-3 0-16,1 3 0 0,2-1-1 16,2 0 0-16,-2 0 1 15,2 0-1-15,3 1 0 16,0-3 0-16,2 2 0 16,0 1 1-16,1-1-2 15,2 0 2-15,1 1-1 16,2-1 0-16,1 1 1 0,0-2-1 15,1 1 0-15,0 0 0 16,1 0 1-16,-4-1-1 16,0 0 2-16,0 1 1 15,-1-2 2-15,-3 2 0 16,2-2-3-16,0 0 1 0,0 0 0 16,-2 2-1-16,-2-2 1 15,3 1-1-15,-3 0-1 16,-2 1 1-16,-1-1-1 15,-2 0-1-15,0 1 0 16,1-2 0-16,-5 2 0 16,2-1-1-16,-1 0-10 15,-2 0-15-15,-1-3-27 0,-3 0-18 16</inkml:trace>
  <inkml:trace contextRef="#ctx0" brushRef="#br0" timeOffset="-136974.08">21513 16702 74 0,'0'0'7'0,"0"0"-3"0,0 0 10 0,0 0-10 0,0 0 2 16,0 0-4-16,0 0-1 15,0 0 1-15,0 0-1 16,0 0 0-16,39 34 0 0,-31-26 1 15,0 0-2-15,2 1 0 16,-2 0 1-16,0 1 0 16,1-2 1-16,-2 1 1 15,-1-2 1-15,-1 2 1 16,0-2-1-16,-3 3-1 0,-2 2-1 16,0 4-1-1,-6 5 0-15,-7 5-1 0,-9 5 1 16,-11 6-11-16,-10 4-81 15</inkml:trace>
  <inkml:trace contextRef="#ctx0" brushRef="#br0" timeOffset="-131643.49">15837 18258 133 0,'0'0'0'0,"0"0"11"0,0 0 12 15,0 0-7-15,0 0-1 16,0 0-5-16,0 0-6 0,0 2-3 16,0 5 1-1,0 2-1-15,0 3 2 0,0 5 0 16,2 5-2-16,2 2-2 15,0 1 3-15,-2 0-2 16,0 1 3-16,-2-3-2 16,1 0 0-16,-1-2 1 0,0-2-2 15,2-5 0-15,-2-3-4 16,0-5-34-16,0-6-52 16</inkml:trace>
  <inkml:trace contextRef="#ctx0" brushRef="#br0" timeOffset="-131245.25">15804 18305 167 0,'0'0'-33'0,"0"0"33"0,0 0 1 16,23-38 0-16,-15 34 0 15,0 4 1-15,2 0 0 16,1 3 4-16,4 8 0 15,-1 3 1-15,3 3-2 16,0 4-3-16,1-1 1 16,-1 2-3-16,0-5 1 0,-2 0-1 15,-1-3 1-15,-2-6 0 16,-1-1 0-16,-1-4-1 16,-5-3 1-16,1 0 1 15,-2 0 0-15,0-3 6 0,0-5 5 16,0-5 1-16,-1-1-2 15,-1-2-4-15,0-2-1 16,-1-2 0-16,0 1-1 16,-1-1-2-16,0 2 0 15,0 3-2-15,0 1-1 16,0 3-1-16,0 3 0 0,6 1-3 16,-3 3-27-16,6 1-41 15,-4-1-19-15</inkml:trace>
  <inkml:trace contextRef="#ctx0" brushRef="#br0" timeOffset="-131096.65">16208 18298 210 0,'0'0'-42'0,"0"0"29"0,0 0-14 0,0 0-39 0,-12 40 4 15</inkml:trace>
  <inkml:trace contextRef="#ctx0" brushRef="#br0" timeOffset="-130869.24">16184 18386 45 0,'0'0'22'16,"0"0"-14"-16,-2 47-6 0,2-36-1 15,0-1-2-15,5-4-6 16,1-4 0-16,1-2 8 16,1 0 2-16,2-11 5 15,-2-2 5-15,1-3 2 16,1-4 2-16,-6-1 3 15,0 1 3-15,-2-3-3 0,-1 6 1 16,-1-2-3-16,0 4-9 16,-1 2-1-16,-3 6 1 15,0 1-3-15,-4 5-2 16,4 1-5-16,0 3-6 0,-1 8-8 16,3 3-11-16,0 0-32 15,2-1-9-15</inkml:trace>
  <inkml:trace contextRef="#ctx0" brushRef="#br0" timeOffset="-130455.61">16323 18322 163 0,'0'0'2'0,"0"0"3"0,0 0-3 16,0 0-2-16,0 0 1 16,0 0-2-16,0 0 1 15,37 16 2-15,-31-1-1 16,0-2 1-16,-1 1-1 16,1-3-1-16,-2 0 1 0,-4-4 0 15,1-3-1-15,0 0-1 16,-1-3 2-16,0-1-1 15,0 0 2-15,0-5 0 16,0-5 2-16,0-3 6 0,0-4 5 16,0-1 3-16,1 1-8 15,6 0-3-15,1 1-3 16,2 4-2-16,0 4-2 16,0 6 0-16,1 2-1 15,-1 1-1-15,2 12 0 16,-1 4-2-16,-4 3-4 0,2 1-26 15,-4 3-28-15,-3-2-32 16</inkml:trace>
  <inkml:trace contextRef="#ctx0" brushRef="#br0" timeOffset="-130150.06">16714 18234 155 0,'0'0'27'0,"0"0"-31"0,0 0 0 0,0 0-18 15,0 0 18-15,0 0 1 16,29 47-1-16,-26-23 9 16,1 3-4-16,0 3-1 15,-2-1 0-15,-2 0-1 0,0-2-17 16,0-7-57-16</inkml:trace>
  <inkml:trace contextRef="#ctx0" brushRef="#br0" timeOffset="-129871.89">16689 18251 137 0,'0'0'0'16,"0"0"11"-16,0 0 1 15,0 0 4-15,38-34-2 16,-26 26-16-16,0 0 26 16,3 0 3-16,-2 1-11 15,1 1-17-15,1 3 0 0,-4 2-2 16,1 1-15-16,-2 0-3 16,-1 3-16-16,-4 5-4 15,-1 2-5-15</inkml:trace>
  <inkml:trace contextRef="#ctx0" brushRef="#br0" timeOffset="-129653.56">16807 18415 196 0,'0'0'2'15,"0"0"-5"-15,0 0 3 16,0 0 1-16,0 0-1 15,0 0 2-15,39-24-2 16,-28 17 0-16,1-1 0 16,2 1 0-16,0-1 0 0,0-1-33 15,0-1-12-15,-2 0-18 16</inkml:trace>
  <inkml:trace contextRef="#ctx0" brushRef="#br0" timeOffset="-129502.14">17006 18295 153 0,'0'0'47'0,"0"0"-25"16,0 0-16-16,0 0-3 16,0 0 0-16,0 37-2 15,0-25 0-15,0-1-1 16,0-1 0-16,0-2 1 16,0-2-3-16,1-5-23 0,1-1-63 15</inkml:trace>
  <inkml:trace contextRef="#ctx0" brushRef="#br0" timeOffset="-129329.98">17006 18217 144 0,'0'0'110'16,"0"0"-102"-16,0 0 5 15,0 0-9-15,0 0-5 16,0 0-2-16,0 0-18 0,-2-38-24 15,7 38-27-15,4 0-25 16</inkml:trace>
  <inkml:trace contextRef="#ctx0" brushRef="#br0" timeOffset="-129019.4">17190 18270 136 0,'0'0'0'16,"0"0"1"-16,0 0 2 15,1-37 2-15,-2 31 13 16,-3 3 15-16,1 2-6 16,-2 1-8-16,2 0-10 0,0 7-10 15,1 6 2-15,0 2-1 16,-1 4-1-16,2-1 0 15,1 2-1-15,0-4 0 16,0-3 2-16,6-3-1 16,2-3-1-16,1-4-3 15,3-3-3-15,2 0-12 16,1-5-40-16,0-9 10 0</inkml:trace>
  <inkml:trace contextRef="#ctx0" brushRef="#br0" timeOffset="-128811.6">17327 18079 24 0,'0'0'152'15,"0"0"-148"-15,0 0 9 16,0 0-8-16,0 0-3 16,0 0-11-16,0 0 2 0,0 0 0 15,-17 47 20-15,18-20-7 16,5 0-4-16,0 1-1 15,0-5 0-15,0 0-2 16,-3-1-2-16,-1-4-34 16,-2-4-32-16</inkml:trace>
  <inkml:trace contextRef="#ctx0" brushRef="#br0" timeOffset="-128543.39">17252 18258 205 0,'0'0'11'0,"0"0"-1"16,0 0-2-16,0 0-7 15,4-39 0-15,8 29 0 16,1 1-1-16,2 2 1 16,0 2-1-16,1 5 0 0,0 0 0 15,1 2-1-15,-4 8 1 16,-1 2-1-16,-2 3-1 15,-1-1-7-15,-6-1-7 16,1 0 0-16,-2-3 6 0,1-2 2 16,-3-2-22-1,0-6-36-15</inkml:trace>
  <inkml:trace contextRef="#ctx0" brushRef="#br0" timeOffset="-128348.83">17514 18165 266 0,'0'0'-24'0,"0"0"26"16,0 0-1-16,0 0-25 16,0 0-35-16,0 0 6 15,0 0 26-15,0 0 11 16,-25 1 11-16,23 6-43 15</inkml:trace>
  <inkml:trace contextRef="#ctx0" brushRef="#br0" timeOffset="-127679.53">17574 18208 125 0,'0'0'2'16,"0"0"11"-16,0 0 19 15,0 0-11-15,0 0-8 16,0 0-3-16,0 0-8 16,0 0 1-16,-31-8-2 0,24 18-2 15,0 4 2-15,3-1-1 16,-2 1-5-16,3 0 1 15,1-3 1-15,2-2-1 16,0-3-2-16,0 0-4 0,0-3-4 16,6-3-2-16,3 0 3 15,-2 0 6-15,2-7 0 16,0-2 1-16,0-2 3 16,1-2 3-16,-2 1 2 15,-3 0 7-15,0 0 7 0,0 1 7 16,-2 2-8-16,-2 2-1 15,2 2-6-15,-1 0-7 16,1 1 0-16,1 1-1 16,0 2 0-16,3-1-1 15,-4 2-3-15,4 0 0 0,-1 3 3 16,-1 5 1-16,1 1 1 16,-2 4 0-16,1 1-1 15,0-1-2-15,-3 1-23 16,-2 0-4-16,0-1 18 15,0-3 3-15,0 0-15 0,0-3 15 16,0-2 8-16,0-4 0 16,0-1 0-16,0 0 0 15,0-6 0-15,2-4 0 16,1-4 3-16,1 0 1 0,2-3 4 16,0 1 10-16,2 2-1 15,-1 0 6-15,2 1-4 16,2 6-5-16,-2 1-6 15,1 2-6-15,2 4-1 16,0 0-1-16,0 3-4 16,0 6-31-16,1 2-34 0</inkml:trace>
  <inkml:trace contextRef="#ctx0" brushRef="#br0" timeOffset="-126911.45">18382 18355 107 0,'0'0'2'0,"0"0"-7"0,0 0 7 16,0 0-2-16,0 0 2 0,0 0 1 16,0 0 7-16,0 0 2 15,41-13-6-15,-25 9-4 16,3-4-1-16,4-1 1 16,5-4-2-16,1-2 0 15,4 0 0-15,-1-3 1 0,5 0 5 16,0-1 27-16,2-3-4 15,4 0-5-15,4-2-5 16,2-2-7-16,2 0-6 16,3-3-4-16,2 0-1 15,-3 1-1-15,-1 1 0 0,-2-1 1 16,-2 4-1-16,-2 2 0 16,-5 4 1-16,-3 2-1 15,-6 3 0-15,-3 5 0 16,-3 0 1-16,-5 3-1 15,-4 2 0-15,-2-1 0 16,-3 4 0-16,-4 0-2 0,-1 0-7 16,-3 0-19-16,-4 0-20 15,0 1-21-15,-4 2-27 16</inkml:trace>
  <inkml:trace contextRef="#ctx0" brushRef="#br0" timeOffset="-126550.65">19385 17781 46 0,'0'0'3'0,"0"0"11"0,0 0 8 0,0 0-8 16,0 0-2-16,36-8-1 15,-27 5 0-15,2 3 1 16,2-3 3-16,0 2 1 16,-1 0-7-16,-1 0-5 15,0 1-2-15,0 0 0 0,-4 0-2 16,-2 3 3-16,-5 10 0 15,0 2 1-15,0 5 2 16,-11 10-4-16,-6 6-2 16,-12 9-26-16,-13 10-81 15</inkml:trace>
  <inkml:trace contextRef="#ctx0" brushRef="#br0" timeOffset="-104046.8">3728 17058 15 0,'0'0'22'0,"0"0"-7"0,0 0-1 16,0 0 1-16,0 0 0 16,0 0 1-16,0 0 5 0,0 0-9 15,0 0-7-15,0 0-4 16,0 0-2-16,0 0 0 16,-24 40 3-16,33-16 1 15,0 6-3-15,1 1 1 0,4-1 1 16,-1 3 0-16,1-3-2 15,-1-1 0-15,-4-2 1 16,1-1-1-16,-6-3 1 16,0-5-4-16,-4-2-19 15,0-9-48-15</inkml:trace>
  <inkml:trace contextRef="#ctx0" brushRef="#br0" timeOffset="-101220.28">3704 17116 23 0,'0'0'17'0,"0"0"-6"0,-1 0 0 0,1 0-1 0,0 0 0 15,0 0-1-15,0-4-1 16,0 0-5-16,0-3 3 15,0-1-3-15,1 0-1 0,6-2 1 16,-3 0 1-16,3 0-2 16,1-1 0-16,2 0 0 15,1-2-1-15,2 2 0 16,1-1 0-16,-1 5-1 16,3-1 1-16,1 3-2 0,-3 5 1 15,1 0 1-15,-1 6-2 16,-3 8 1-16,-2 5 0 15,-2 3 1-15,-4 5 1 16,-3 1-1-16,0 3 2 0,0 1-3 16,-8 2 0-16,-3-1 0 15,-2 0-7-15,-1-2 6 16,1-3 0-16,1-6 1 16,1-7 1-16,5-5-1 15,2-4 1-15,0-6 0 16,4 0 1-16,0-13-5 15,4-1 2-15,4-5 0 0,3-2 1 16,1 1-1-16,-1 2 1 16,5 2 1-16,-5 5-1 15,2 1 0-15,1 4 0 16,-2 3 0-16,2 3 0 16,-1 0 0-16,-1 6 0 0,1 7 0 15,-2 1 0-15,-1 3 0 16,-2 6 0-16,-3 0 0 15,-1 1 1-15,-2 1-1 16,-2 1 1-16,0-1-1 0,-6-2 0 16,-3-3 1-16,-3-2 2 15,-1-5 5-15,-3-3 2 16,1-4 4-16,-1-5 1 16,1-1-7-16,-1 0-3 15,3-3-5-15,2-8 0 16,1-6-7-16,2-6-28 0,3-4-25 15</inkml:trace>
  <inkml:trace contextRef="#ctx0" brushRef="#br0" timeOffset="-100700.83">4207 16956 19 0,'0'0'27'0,"0"0"-12"16,15 52-3-16,-9-33-2 0,4 1-3 0,-3 0 2 15,-1 1-4-15,3-1-1 16,-2 1-3-16,0-1 1 16,-1 3-1-16,-2-3-1 15,-1 0 1-15,-1 0 0 0,-2-1 0 16,0-1-1-16,0-2 0 15,0-4-1-15,0-5-12 16,-4-6-40-16</inkml:trace>
  <inkml:trace contextRef="#ctx0" brushRef="#br0" timeOffset="-100216.59">4055 16984 26 0,'0'0'9'0,"0"0"12"0,0 0-1 16,0 0-4-16,46-39 0 15,-32 24-7-15,-1 0-1 0,4-1 2 16,0-1-4-16,1 2-2 16,3-1-3-16,0 3 0 15,2-1 0-15,1 3-1 16,-2 2-2-16,-1 2-28 15,-1-2-61-15</inkml:trace>
  <inkml:trace contextRef="#ctx0" brushRef="#br0" timeOffset="-99228.49">4573 16775 49 0,'0'0'3'0,"0"0"-1"0,0 0 0 15,0 0-1-15,0 0-1 16,0-35 1-16,-2 28-1 16,-1 1 5-16,-3 1 8 0,2 0 2 15,-1 1-3-15,1 1 0 16,-1 1-3-16,1 2-3 16,-1 0-1-16,0 0-4 15,1 2-3-15,0 7-3 16,-2 2-1-16,1 2 0 15,0 1 2-15,0-1 3 0,1 2-1 16,0 1 3-16,0-2-2 16,3 1 2-16,-1-1-1 15,2-1 1-15,0-2-1 16,0-1 0-16,0-1 0 16,3-2-1-16,3-2 2 0,0-2 0 15,2 1 0-15,-2-2 0 16,1-1 0-16,1-1 0 15,2 2 1-15,-1-1-2 16,-1-1 1-16,-1 0-2 16,3 1 2-16,-2-1-1 0,1 2 0 15,-1 0 0-15,2 0 0 16,-1 3 0-16,-1 2 0 16,0 2 0-16,-2-2 0 15,-1 4 0-15,-1 0 0 16,0 0 1-16,-2 1-1 0,1 0 0 15,-1 0 0-15,-2-1 1 16,0 2-1-16,0-2 0 16,0 1-2-16,0 2 3 15,-4-1-1-15,1 1 0 16,-1-2 0-16,0 1 1 0,0-4-1 16,1-1 0-16,-1 0 0 15,-1-3 0-15,2 1 1 16,-1-3-2-16,0 1 2 15,-1-3-1-15,1-1 0 16,0 0 1-16,-2 0 1 0,4 0 4 16,-4 0 2-16,2-1 2 15,1-4-2-15,-1 0-1 16,0 1 1-16,0-2-4 16,0 2-2-16,2 0-1 15,2 1-1-15,-2-2-1 0,2 2-13 16,0-1-36-16</inkml:trace>
  <inkml:trace contextRef="#ctx0" brushRef="#br0" timeOffset="-98242.83">4253 17668 15 0,'0'-3'4'0,"0"1"3"0,0 1 3 15,0-2-4-15,0 2-1 16,0-1-2-16,4-1 3 0,4-1 0 16,-1-1 5-16,3-3 0 15,4-1-3-15,0-3 2 16,6-1-2-16,1-4-2 16,4-1-3-16,4-1-1 0,0-1-1 15,5 0-1-15,-1-2 1 16,3 1-1-16,-2-1 1 15,0 1-1-15,1-2 0 16,-1 3 0-16,-3 2 0 16,-2-1 0-16,-2 4 0 15,-2 1 0-15,-5 2 1 0,0 2-1 16,-5 6-1-16,-1 1 2 16,-5 3-3-16,-3 0-19 15,-4 0-18-15</inkml:trace>
  <inkml:trace contextRef="#ctx0" brushRef="#br0" timeOffset="-97705.86">4436 17744 17 0,'0'0'7'0,"0"0"10"0,44-28 1 0,-27 15-6 0,6-4-5 16,4-3 3-16,2 0-3 15,2 0-3-15,2-4-2 16,1 1 1-16,1 0 1 0,-1 1-2 16,-1 1 0-16,-3 2-1 15,-3 2 0-15,-3 3 1 16,-3 1-2-16,-6 3 1 16,-5 3-1-16,0 0 2 15,-3 4-2-15,-3 2 0 0,-2 1 1 16,0 0-2-16,-2 0-1 15,0 1-3-15,0 1-40 16</inkml:trace>
  <inkml:trace contextRef="#ctx0" brushRef="#br0" timeOffset="-95891.49">4998 17031 24 0,'0'2'7'0,"-3"-2"7"0,-1 0-7 16,-2 0-2-16,3 0-1 15,-1 0 5-15,0 0-2 16,1 0 3-16,-2-2-1 15,1-3-3-15,0-1 1 16,1-1-3-16,1-2-2 0,-2 1-1 16,2-1-2-16,2-3 1 15,-4 0 0-15,3 1 0 16,-1-1-1-16,2 0 1 16,-3 0 1-16,1 0-1 0,2-1 10 15,-2-3 6-15,2 2-16 16,0-5 22-16,0 0-25 15,2 0 4-15,5-2-1 16,0 2 0-16,-1 2 0 16,3 0 0-16,-1 3 1 0,2-2-1 15,-1 4 0-15,3 0-1 16,-3 2 0-16,3 2 1 16,2-1-1-16,0 1 0 15,2 2 0-15,1-2-2 16,3 1 2-16,3 0-2 15,-2 1 1-15,2 0 1 0,2-1 0 16,0 0 1-16,-1 1 0 16,2-1 0-16,1 5 0 15,-2-2 0-15,2 3 0 16,2-1 0-16,-2 2 0 16,0 0 0-16,1 0 0 15,-1 0 0-15,0 0 0 0,-2 0 0 16,-3 5 0-16,0 2-1 15,-3 0 2-15,-1 3-2 16,1-2 1-16,-3 2 0 16,0 0 0-16,2-3 1 0,-1 4-1 15,1-2 0-15,-3 0 0 16,1 1 1-16,1-2-1 16,-4 2 0-16,0 1 0 15,-2-2 0-15,0 2-1 16,-4-3 2-16,2 1-1 0,-2 0 1 15,0-2-1-15,-1 0 1 16,1-1-1-16,-2-1 1 16,1 0-1-16,-2-1 0 15,1 2 1-15,-1-1-1 16,-4-2-11-16,0 0-44 16</inkml:trace>
  <inkml:trace contextRef="#ctx0" brushRef="#br0" timeOffset="-94896.95">5791 16818 0 0,'4'0'14'0,"1"0"-2"0,-2 0-2 16,1 0-1-16,-2 0 0 0,0 0-1 16,1 2-3-16,1 2 0 15,-2 0-3-15,2 1 0 16,1 0 0-16,0 2-1 15,0 2 1-15,3-1-2 16,-2-1 0-16,1 1 0 16,-1 0 1-16,0-2-1 0,0-2 0 15,-3 0 0-15,3-1 1 16,-4 1-1-16,0-1 1 16,-1-1-1-16,4 0 0 15,-3 0 1-15,-2-1-1 0,2-1 1 16,2 0-1-16,-3 0 1 15,3-5 1-15,0-4-2 16,0-1 1-16,-1-3 0 16,2-1-1-16,-1-3 3 15,-1 0 0-15,0-1-1 16,2-4-1-16,-3 0 2 0,2-1 1 16,-1-3-1-16,1-1 1 15,-1 2-1-15,-1-2 2 16,0 4 5-16,-1-1 3 15,1 3-6-15,0 2-2 16,0-1-3-16,2 6-1 0,-2-2-1 16,0 2 0-16,1 4-1 15,-1 5-5-15,0 2-20 16,-2 3-12-16</inkml:trace>
  <inkml:trace contextRef="#ctx0" brushRef="#br0" timeOffset="-90698.41">5039 17408 40 0,'0'0'12'0,"-1"0"-2"0,1 0-6 16,0 0-4-16,0 0 1 15,-2 0 2-15,2 0 3 16,0 0 0-16,0 0-1 0,0 1-1 15,0 1-4-15,0 0 0 16,0 0 0-16,0-1 0 16,0 1 0-16,0-1 0 15,0 2 0-15,0-2 1 16,0 2-1-16,2 1-1 0,-1 2 2 16,1-2-1-16,0 2 0 15,0 1 2-15,0-1-4 16,0 1 4-16,0 1-2 15,-1 0 0-15,3 0 0 16,0-1 0-16,1 4 0 0,2-2 0 16,-1 1 0-16,3 1 1 15,-1 2-1-15,4-2 0 16,-1 1 0-16,1 0 0 16,1 1 0-16,3-3 0 15,-1 0 1-15,2 0-1 16,2-3 1-16,2-1 1 0,3 1-2 15,1-1 0-15,1-3 0 16,1-2 0-16,4 1 0 16,1-2 0-16,3 0 1 15,2 0-1-15,0-3 1 0,1-2-1 16,0-2 0 0,-1-1 0-16,0 1 0 0,-4-2 0 15,1 2 0-15,0-3 1 16,1-1 0-16,1-1 0 15,-3 0 3-15,4-4-2 16,-4 0 0-16,-1-2-1 0,-1 2 0 16,-2 2 0-16,-2-3-1 15,-3 2 1-15,0-3 0 16,-3 4-1-16,-2 1 0 16,-2-2 2-16,-3 3-1 15,-1 0-1-15,-3 2 1 16,-3 0 0-16,0 1-1 0,-4 4 1 15,-1 0-2-15,-2 2-6 16,0 0-50-16</inkml:trace>
  <inkml:trace contextRef="#ctx0" brushRef="#br0" timeOffset="-89718.3">6043 17206 15 0,'6'0'1'0,"-2"2"2"0,1-1-2 0,1-1-1 15,0 1 0-15,1 1 1 16,0-1 2-16,0 2 6 16,0 0 3-16,3-2-3 15,0 2-1-15,-2-2-3 16,3 2 1-16,3 0-3 0,-3 0-1 16,1-2-2-16,-2 2 0 15,0 0 1-15,3-1 1 16,-6-1-1-16,2 3-1 15,-1-2 1-15,-2 0 0 16,2-1 1-16,-4 1-1 16,1-2-1-16,1 0 1 0,0 2 0 15,-2-2-1-15,-2 0 0 16,2 0 1-16,-3 0 0 16,0 0-1-16,-1 0 0 15,1 0 1-15,-1 0 1 0,0 0 0 16,0 0 9-16,0 0 2 15,0 0 3-15,0 0-4 16,0 0 0-16,0 2-6 16,-1 1-5-16,-1 3-1 15,-2 0 1-15,0 5-1 0,-2 4 0 16,0 6-3-16,-1 4 6 16,1 9-3-16,-3 10 2 15,2 10-4-15,-2 13 2 16,-2 13-7-16,-1 9-38 15,-2 9-34-15</inkml:trace>
  <inkml:trace contextRef="#ctx0" brushRef="#br0" timeOffset="-86201.77">20457 13654 34 0,'0'0'26'0,"0"0"-11"0,0 0-5 0,0 0-7 16,0 0-1-16,0 0 4 15,0 0 6-15,0 0 3 16,0 0-2-16,0 0-8 0,0 0-4 16,0 0-1-16,0 0-10 15,0 0-3-15,0 4 9 16,0 2 2-16,0-2-4 15,0 1-7-15,0-1-7 16,0-3-30-16</inkml:trace>
  <inkml:trace contextRef="#ctx0" brushRef="#br0" timeOffset="-84978.37">17054 4706 94 0,'0'0'3'16,"0"0"8"-16,0 0-3 0,0 0-4 0,0 0-2 15,0 0-2-15,0 0 1 16,0 0 0-16,0 0 1 16,0 0 2-16,0 0-2 0,-20-17-5 15,20 21-6-15,0 2 5 16,0 1-25-16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5:59:50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2892 5963 14 0,'-2'-4'17'0,"2"0"0"0,-2 1 1 15,2 0-2-15,0 0-1 16,0 0-3-16,0 1-9 0,0-3-2 15,5 1 5-15,3 0-6 16,0 1 2-16,2-1-2 16,1 1 1-16,1 1-2 15,-1-1 2-15,2 1-1 16,-1 0 0-16,1-2 0 16,0 1-2-16,1 0 1 0,1-1-2 15,1 1 2-15,2-1-2 16,-1-2 3-16,4 1 1 15,-1 0-1-15,0 1-1 16,0 2 4-16,3 1-1 16,-2-2-2-16,2 2 2 0,2-2-4 15,0 2 2-15,-1-2-2 16,2-1 4-16,-1 2 0 16,2-1 2-16,-2-1-2 15,0 1 0-15,-1 3-1 16,2-4 0-16,-1 1 0 0,2 3 1 15,-2-1-1-15,2-1-1 16,-1 1 0-16,3-1 0 16,0 1 1-16,2-2-1 15,-2 2 0-15,-1-2 0 16,3 1 0-16,-2-2 0 0,-2 3 0 16,2-1 1-16,-2 2-1 15,2 0 0-15,0 0 1 16,-2 0 0-16,2 0-1 15,-1 3 1-15,-1 1-1 0,0-1 0 16,2 0 1-16,-2 0-1 16,2 1 1-16,0 2-1 15,-1-2 0-15,2 1 0 16,2 0 1-16,-1 1-1 16,0-1 0-16,1 1 0 15,-1-1 1-15,0 0-1 0,-2 1 0 16,1-2 0-16,1 2 2 15,0-2-2-15,2 0 0 16,1 0 1-16,-1 2-2 16,5 1 2-16,-1-1 0 15,-2 1 0-15,1 0-1 0,-2-1 1 16,3-2-1-16,-1 0 0 16,3-1 0-16,1-3 1 15,2 0-1-15,5 0 1 16,-1 0 0-16,2 0 0 15,-2 0 1-15,0 0-1 0,2 0 1 16,0-1-2-16,3-2 1 16,-2 2 0-16,2-1-1 15,0-2 1-15,-1 1 0 16,1-1-1-16,-2 0 1 16,-2 1 0-16,2-1-1 15,-1 2 2-15,1 2-2 0,-3 0 0 16,-1 0 0-16,2 0 0 15,-1 0 0-15,4 0 0 16,0 0 0-16,2 0 0 16,0 0 0-16,-2 0 0 15,-2 0 1-15,0 0-2 16,-2 0 1-16,-2 0 1 0,2 0-1 16,-1 0 0-16,-1 0 0 15,-1 0 0-15,-3 0 0 16,-2 0 0-16,2 0 0 15,-2 0 0-15,1 0 0 0,0 0 0 16,0 0 1-16,-1 0-2 16,-1 0 2-16,1 0-1 15,0 0 0-15,1 0 0 16,-1 0 0-16,1 0 0 0,0 0 0 16,3 0 0-1,-2 0 0-15,-2 0 0 0,-1 2 0 16,-1-1 1-16,1 0-2 15,-3-1 2-15,3 2-2 16,4-2 1-16,-1 0 1 16,2 0-1-16,-1 1 0 15,1-1 0-15,0 3 2 0,-1-3-2 16,-1 3 0-16,0-2 0 16,3 1 0-16,0-1 1 15,1-1-1-15,1 0 1 16,-3 0 1-16,3 0 2 15,-3 0 0-15,0 0-1 0,1 0 0 16,-1 0-1-16,4 0-1 16,-4 0-1-16,3 0 1 15,-1 0 0-15,0 0 1 16,0 0-2-16,0 0 0 0,3 3 1 16,-2 0-1-16,4-2 0 15,-4 2 2-15,4 0-2 16,-1-3 0-16,2 1 0 15,2-1 0-15,-4 0 1 16,4 0-1-16,0 0 1 0,-2 0 1 16,2-1-1-16,-2 1 2 15,-3-2-1-15,4 2 0 16,-2 0-1-16,2 0-1 16,-1 0 1-16,-1 0-1 15,2 0 0-15,-1 0 1 16,-1 0-1-16,4 0 0 0,1 0 0 15,-1 0 1-15,1 0-1 16,0 0 0-16,-3 0 0 16,2 0 0-16,-1 0 0 15,0 0 0-15,-5-1 1 0,4-2-1 16,-6 2 0-16,2-2 0 16,-1 0 1-16,-3 0-1 15,2 3 1-15,0 0-1 16,-1 0 1-16,0 0 0 15,2 0-1-15,-2-1 2 16,3 1-2-16,-4-3 1 0,1 3-1 16,1-1 0-16,0-1 0 15,-3 1 1-15,0-2 0 16,1 2 2-16,-2-1 1 16,1 2 0-16,1 0-1 0,-1 0-2 15,1 0 1-15,-2 0-2 16,-2 3 0-16,2 1 1 15,-4-1-2-15,1 1 1 16,-2-1 0-16,1 1 0 16,2-2 0-16,-2-1 1 15,3 2 0-15,-1-3 0 0,2 0 0 16,-1 0 1-16,0 0-1 16,2 0-1-16,-2 0 0 15,0 0 1-15,1 0-1 16,1 0 0-16,-2 0 1 15,1-3 0-15,-1 0 1 0,-3 2 0 16,2-3 1-16,2 1 0 16,-1-3 0-16,2 3-3 15,-1-1 0-15,1-2 1 16,-2 2 0-16,1 1-2 16,-2-1 2-16,-1 1-1 0,-2-1 0 15,2 1 0-15,2 0 0 16,-2 0 0-16,2 2 1 15,1-3-1-15,-1 2 0 16,0-2 0-16,1 3 0 0,-2-1 0 16,0 0 0-16,0 1 0 15,4 0 0-15,-5 1 0 16,2 0 0-16,1 0 1 16,-5 0 0-16,1 0-2 15,-1 0 1-15,1 0 0 16,1 0 0-16,3 0 0 0,-1 1 0 15,3 2 0-15,-2 0 0 16,2 3 0-16,0-1 0 16,0 0 0-16,2 0 0 15,-1 0 1-15,1 0-2 16,4-1 2-16,-1 1-1 0,4-1 0 16,0 0 0-16,2-1 0 15,0 0 0-15,3 1 1 16,1-2-1-16,1 1-1 15,3-1 1-15,-1 1 0 16,1 0 0-16,-1 1 0 0,1-2 0 16,-2 0 1-16,-1 1-1 15,3 0-1-15,-3-1 2 16,3-1-1-16,0-1 1 16,3 0-1-16,-3 0 1 15,3 0 1-15,0 0-1 16,0 0-1-16,-3 0 1 0,2 0-2 15,-3 2 3-15,3 0-2 16,-4 1-1-16,5-1 2 16,-2 2-1-16,6-3 0 15,-1 1 0-15,3-1 0 0,2-1 0 16,-2 0 1-16,1 0-2 16,0 1 1-16,1 0 0 15,2 0 1-15,-2-1-2 16,4 0 2-16,2 0-1 15,2 0 0-15,1 0 0 0,-1 0 0 16,0 0 0-16,0 0 0 16,1-1 0-16,-1-1 1 15,-2-1-1-15,2 2 2 16,-1 0-1-16,1 1 1 16,-1 0-1-16,-2 0 2 15,3 0-3-15,-3 0 1 0,3 0-1 16,0 0 1-16,-1 0 0 15,3 0 0-15,-1 1-1 16,-3 0 0-16,-1 3 1 16,-1 1-1-16,2-1 0 0,-1 2 0 15,2 0 0-15,1 2 0 16,3-1 0-16,2-1 0 16,-1 1 0-16,-3-2 1 15,1 0-1-15,1-2 0 16,1 1 0-16,-1-1 0 15,2-2 0-15,2 2 1 0,0-3-1 16,1 1 2-16,-5 1-2 16,0-1 0-16,2-1 0 15,0 0 0-15,-1 0 0 16,1 2 0-16,0-1 1 16,3 0 0-16,-2-1 1 0,-3 3 0 15,1-1-2-15,-1-2 1 16,-1 1 0-16,-4-1-1 15,0 0 2-15,-2 0-2 16,-1 0-1-16,-4 0 1 16,-4 0 1-16,0-4 0 0,-2 1 0 15,-4 0 2-15,-4-1 0 16,-2 1-2-16,-4 2 1 16,-4-2-1-16,-4 3-1 15,-5 0 1-15,-4 0-1 0,-4 0-1 16,-9 0-3-1,-2 3-14-15,-7-2-22 0,-10-1-81 16</inkml:trace>
  <inkml:trace contextRef="#ctx0" brushRef="#br0" timeOffset="2880.97">2848 7094 26 0,'0'0'3'0,"0"0"4"0,0 0 4 0,0 0-1 15,-39 5-1-15,35-3 3 16,0-2 5-16,2 0-5 0,0 0-2 16,2 0-2-16,0 0-3 15,0 0-5-15,0 0-4 16,0 0 5-16,4 0 0 15,2-2 0-15,4 0-1 16,-3 0-2-16,3-1 3 16,4 2-1-16,-3 1 1 0,0 0 0 15,3 0-1-15,-1 0 2 16,3 0-2-16,-1 3 1 16,3 0-1-16,2 2 0 15,0-1 0-15,3-1-1 16,1 1-3-16,1-2 2 0,4 1 3 15,4-3 0-15,2 3 0 16,4-2 0-16,-1-1-2 16,4 0 5-16,1 0-4 15,0 0 1-15,2 0-1 16,1-4-1-16,-1 0 3 16,2-1-1-16,2-2-3 0,-2 0 3 15,2 1 1-15,0-1-3 16,1-1 4-16,1-1-1 15,2 0-1-15,1 0 3 16,2 2-1-16,0 0-2 16,0 1 0-16,-1 0 0 0,1 2 0 15,-4 1-1-15,2 3 0 16,-1-1 0-16,-4 1 0 16,3 0 1-16,-6 0-1 15,2 1 0-15,-4 2 0 16,3 4 0-16,2-1 0 0,-1 0 0 15,0 1 1-15,2 1-1 16,-1-2 0-16,0 1 2 16,0 0-1-16,3-1-1 15,-1-1 0-15,1-2 2 16,0 0 1-16,0 0 0 0,0 1-1 16,-3 0 0-16,2 3-1 15,3-2-1-15,-2 2 1 16,1 0-1-16,-1 2 0 15,1-2 0-15,-4 1 1 16,3-1-1-16,-1 0 0 0,0 1 0 16,1-3 0-16,2-2 1 15,0-2-2-15,1-1 2 16,5 0-2-16,0 0 2 16,3-1 0-16,2-3-1 0,-2-5 0 15,4 2 1-15,-4 1-1 16,-1-1 1-16,-1-1-1 15,-1 2 2-15,-3-1-2 16,0 0 1-16,3 2-1 16,-2 1 0-16,3-3 0 15,1 3 2-15,1-2-1 0,1 2-1 16,3-2 1-16,-1 1 0 16,-3-1 0-16,3 0 1 15,-1 2-1-15,-2 0 1 16,3 1-2-16,-3 0 1 15,-1 3-1-15,3 0 0 0,0 0 1 16,-4 0-1-16,3 0 2 16,-1 0-1-16,2 0 3 15,-2 0-1-15,0 0 3 16,1 0-3-16,1 0-2 16,-2 0 1-16,5 0 0 0,-1 0-1 15,0 0 0-15,3 0-1 16,-3-4 3-16,2 1-2 15,2-1 0-15,0-1 0 16,4 1-1-16,-1 0 1 16,-1-3-1-16,5 0 1 0,1 0 0 15,0-2-1-15,-2 2 0 16,2 1 0-16,-3-1 0 16,4 2 0-16,-2 1-1 15,0 3 1-15,2-1 1 16,6 2-1-16,3 0 3 15,0 0-3-15,3 0 0 0,2 0 1 16,0 5 1-16,0 0-2 16,0 0 1-16,2-1-2 15,2 1 1-15,-1-4 0 16,1-1 1-16,3 0-2 0,3 0 1 16,1-1 1-16,2-5 0 15,3-1-2-15,-5 1 5 16,0-1 0-16,0 0 1 15,-3 1 0-15,0 2-2 16,-2 0-1-16,1 2-1 16,-4 1 2-16,-1 1-3 0,0 0 2 15,-1 0-2-15,0 0 0 16,1 0 1-16,0 0 0 16,0 0 1-16,-3-3 1 15,-7-1-2-15,-3-1-1 16,-6 1-1-16,-3 1-4 0,-7-1-10 15,-2 1-19-15,-7-4-20 16,-7-3-64-16</inkml:trace>
  <inkml:trace contextRef="#ctx0" brushRef="#br0" timeOffset="6557.71">3089 8047 45 0,'0'0'1'0,"0"0"2"0,0 0 6 0,0 0-1 15,0 0-5-15,0 0-2 16,0 0-1-16,0 0 0 16,0 0 1-16,0 0-1 15,-34 37 0-15,34-33-1 0,0 0 1 16,0 0-3-16,0-1 2 16,3 1-2-16,6 1 2 15,0-1 1-15,1-1 0 16,4 2-1-16,2-1 1 0,4-2 0 15,0 1 0-15,4-3-2 16,5 0 4-16,3 0-2 16,1 0 2-16,4 0-3 15,-2 0 3-15,5 0 0 16,-2-3-2-16,5-1 3 0,1-2-1 16,6 2-1-16,1-2 0 15,0 2 0-15,3 0 0 16,0-2-1-16,-1 0 1 15,3 1-1-15,2-2 0 16,0-3 0-16,3 0 0 16,-3 1 1-16,1-3-1 0,1 0 1 15,-5 2-1-15,3 0 1 16,-4 3-1-16,2 1 2 16,-4 1-2-16,1 1 1 15,-2 1-1-15,1 1 1 0,-1 0-1 16,1 1 1-16,-1 0-1 15,0 0 1-15,-3-1 0 16,0 2-1-16,-1 0 1 16,3 0-1-16,-5 0 1 15,4 0-1-15,-5 0 0 0,0 5 0 16,2 0 0-16,-4 1 0 16,3-1 0-16,-1-3 1 15,6 1-1-15,-4-3 0 16,0 0 0-16,0 0 1 15,2 0 0-15,-2 0-1 16,1 1 1-16,-2 2-1 0,4 0 0 16,-2 1 2-16,0-1-2 15,-1 1 1-15,-2 2 0 16,4-3 0-16,-1-2 1 16,5 2-1-16,-1-3 1 15,2 0 0-15,1 0 1 0,-3 0-2 16,1-3 0-16,0 0-1 15,-4-1 1-15,2 4-1 16,-1 0 0-16,0 0 1 16,-2 0 0-16,0 0-1 15,1 0 0-15,2 0 1 0,-1 0-1 16,3 0 0-16,-3 0 1 16,1 0-1-16,-2 0 0 15,0 0 0-15,-1 0 1 16,-3-4-1-16,4 1 1 15,0-1 0-15,-2 1 2 16,0-2-2-16,1 2 1 0,-2 0-2 16,2 0 1-16,-3 3 0 15,2 0-1-15,2 0 0 16,-3 0 0-16,-1 0 0 16,-1 0-1-16,4 4 2 15,-5 2-1-15,3-1 1 0,0 1 0 16,2-2 0-16,-1 0 0 15,-2 1 0-15,2-4 1 16,-1 2-1-16,-1-1 0 16,-1-1-1-16,6 3 0 15,-1-2 0-15,0 1 0 0,2-1 0 16,1 0 0-16,2 0 0 16,-3-2 1-16,0 0-1 15,4 0 0-15,-2-2 1 16,-5-2 1-16,2 2 6 15,-2 0-2-15,4 2-1 0,-1 0-3 16,-1 0-1-16,5 0 1 16,2 0 1-16,1 4-3 15,2 0 1-15,1-1 0 16,-1 1 0-16,3-2 1 16,-1 1 0-16,3-1-2 0,-3 2 1 15,3-2 0-15,1-1-1 16,-2 2 0-16,3-2 0 15,1-1 0-15,2 2 0 16,1 0 1-16,-1-2 0 16,1 2 1-16,1 1-1 0,3-2 0 15,-3 3 1-15,0-1-2 16,-1 1 1-16,-1 2-1 16,0-2 0-16,2 1 0 15,-2-2 0-15,0-1 3 16,2 0-2-16,3-1 0 0,-2-1-1 15,6 0 1-15,-3 0-1 16,4-6 0-16,-1 0 1 16,-1-2-1-16,0 1 1 15,-2-1-1-15,0-1 1 16,-2 2 0-16,1 3-1 0,2 1 2 16,-1 0-2-16,4 2 0 15,0 1 0-15,-1-2 0 16,2 2 1-16,-2-3-2 15,1 1 2-15,-1-2-1 16,0 1 2-16,3 1-1 16,-3-2 6-16,1 3-3 0,4-1-3 15,1-1 0-15,-2 2 0 16,0-1 0-16,-1-2 1 16,2 1 1-16,-1 0 1 0,-3 1 0 15,2 0 0-15,1 1 0 16,1-1-2-16,0 2-1 15,-1 0 0-15,2 0 1 16,3 0-2-16,2 0 1 16,-1 0 0-16,3 0-1 15,3 0 1-15,-4 0-1 16,1 2 1-16,-1-2 1 16,4 1-1-16,2-1-1 0,1 0 0 15,4 0 1-15,3 0 0 16,2 0 0-16,-2 0 2 15,2-3-1-15,-1 0 1 16,-3 0-1-16,-1 1-2 0,0-1 1 16,-3-1 1-16,-2 2-1 15,-5 1-1-15,-1 1-1 16,-8 0-28-16,-11-2-77 16</inkml:trace>
  <inkml:trace contextRef="#ctx0" brushRef="#br0" timeOffset="11222.83">13701 12543 135 0,'0'0'5'0,"0"0"28"0,0 0-4 16,0 0-4-16,0 0-11 0,0 0-4 15,0 0-3 1,0 0-3-16,0 0-2 0,-23-16-2 16,23 22-2-16,0 7 4 15,2 3-4-15,6 5 2 16,-1 5 2-16,3-2-2 0,-1 1 0 15,1-1 0-15,-1-5 1 16,-1-3-1-16,0-4 1 16,-2-3 0-16,-1-4-1 15,-1-2 1-15,0-1-1 16,-2-2-1-16,-2 0 1 16,0 0-1-16,0-7 3 15,0-6-2-15,0-7-1 0,0-3-2 16,-4-4 3-16,0-4 0 15,1-3 0-15,-1 0 0 16,1-3 0-16,2 0 0 0,1-1 1 16,0 2 0-1,0-2 0-15,6 1 0 0,5 1-2 16,1 0 2-16,1 2-1 16,0 5 0-16,0 5 0 15,-1 4 0-15,1 7 0 16,-2 6-1-16,-2 6 0 15,2 1-1-15,1 8 2 0,-1 9-3 16,4 7 1-16,1 6 1 16,2 3 1-16,-3 4 1 15,3 1 1-15,-3 1-2 16,0 0 1-16,-2 0-1 0,1-3 0 16,-2 0 0-16,-4-5-8 15,-1-1-20-15,-3-3-27 16,-4-10 1-16</inkml:trace>
  <inkml:trace contextRef="#ctx0" brushRef="#br0" timeOffset="11442.76">13820 12532 264 0,'0'0'3'0,"0"0"-3"16,0 0 1-16,0 0 0 0,31-50-1 16,-14 32 1-16,5-3-2 15,3 0 1-15,2 0-10 0,-1 2-37 16,0-1-61 0</inkml:trace>
  <inkml:trace contextRef="#ctx0" brushRef="#br0" timeOffset="11671.26">14208 12232 154 0,'0'0'1'16,"0"0"-1"-16,0 0 2 0,0 0-5 15,14 54 9-15,-8-30-1 16,-2 5-2-16,3-1 1 15,-3 2-3-15,1-2 1 16,0-2-1-16,-2-1 0 16,-1-3-1-16,0-2-1 15,0-5-13-15,-2-5-29 0,0-3-42 16</inkml:trace>
  <inkml:trace contextRef="#ctx0" brushRef="#br0" timeOffset="12049.21">14228 12306 153 0,'0'0'0'15,"0"0"4"-15,18-40-1 16,-8 29 0-16,2 5-1 0,0 4-2 16,1 2 0-16,3 0 0 15,-1 11 0-15,4 3 2 16,3 4 1-16,0 2-2 15,0 0 1-15,1 2 0 16,-1-2-1-16,-1-2-1 16,-1-1 1-16,-5-7 0 0,-1 1 0 15,-5-5-1-15,-1-3 1 16,-4-3 5-16,-2 0 12 16,-2-9 18-16,0-5-1 15,0-6-22-15,-4-5-6 16,-6-4 1-16,0-1-4 15,-1-1-1-15,-2 3-1 0,4 2-2 16,-1 5 0-16,4 4 0 16,4 5 0-16,0 4-3 15,2 5-12-15,0 3-53 16,0 0-48-16</inkml:trace>
  <inkml:trace contextRef="#ctx0" brushRef="#br0" timeOffset="12340.9">14658 12175 186 0,'0'0'2'0,"0"0"2"0,0 0-1 0,0 0-5 16,0 0 0-16,0 0 4 15,0 0-3-15,14 39 2 16,-6-21 1-16,-4 2-1 16,3 3 1-16,-3 0-4 15,1 2 4-15,0-1-2 16,-3 1 1-16,0-3-1 0,-2 1 0 16,0-2-3-16,0-4-30 15,0-4-23-15</inkml:trace>
  <inkml:trace contextRef="#ctx0" brushRef="#br0" timeOffset="12695.87">14673 12154 89 0,'0'0'14'16,"0"0"-13"-16,0 0 1 15,0 0-1-15,0 0 0 16,42-14 2-16,-30 24 5 16,3 1 0-16,1 6-1 15,4-1-3-15,-1 2-2 0,2 0 0 16,-2-2-2-16,1-3 2 16,-1-3-1-16,-1-3 0 15,-2-4-1-15,-2-3 3 16,-5 0 11-16,-1 0 16 15,-2-10 2-15,-2-4-6 16,-2-2-1-16,-2-5-10 16,0-3-4-16,-4 1-4 0,-4-1-4 15,-2 0-2-15,1 3-1 16,-1 4 2-16,-1 5-11 16,-1 7-19-16,-2 5-41 15</inkml:trace>
  <inkml:trace contextRef="#ctx0" brushRef="#br0" timeOffset="13642.71">14997 12623 73 0,'0'0'21'0,"0"0"2"0,0 0-6 0,0 0-9 16,0 0-4-16,0 0-1 15,0 0 0-15,0 0 0 16,0 0 1-16,0 0 2 0,0 0-1 16,-2-16 1-16,2 16-2 15,-2 0 0-15,2 5-2 16,0 3-1-16,0 2-1 15,0 1 0-15,0 2 0 16,0 1 0-16,0 1 0 16,4 0 0-16,0 2 0 0,3-2 0 15,3 3 1-15,1-4 0 16,3 3-2-16,2 2 2 16,5-2 1-16,2 1-1 15,1 0 0-15,5-2 1 0,4 1-2 16,4-3 3-16,1-1 2 15,5-2 1-15,5-1 1 16,1-2-1-16,6-2-3 16,6-1 1-16,1-2 1 15,6-2-2-15,6-1-1 16,0 0-2-16,4 0 2 0,2-3-1 16,3-4 4-16,0-3-2 15,3-3 0-15,-5-4 1 16,0-1 3-16,-3-5 1 15,0-1-1-15,-4-2-3 0,-3-2-1 16,-1 1 3-16,-3 0-1 16,-4 3-1-16,-3-2-2 15,-4 3 0-15,-6 1-1 16,-2 5 0-16,-10 0-1 16,-3 3 1-16,-8 2-1 15,-7 4 0-15,-5 1 1 0,-2 5-1 16,-4-1 0-16,-5 2-1 15,-2 1-8-15,-2 0-20 16,0 0-17-16,-5 0-40 16</inkml:trace>
  <inkml:trace contextRef="#ctx0" brushRef="#br0" timeOffset="14138.21">17087 12437 51 0,'0'0'1'0,"0"0"0"0,0 0 2 0,0 0 1 16,0 0 3-16,0 0 4 15,0 0-1-15,0 0-7 16,0 0 0-16,0 0-2 16,0 0-1-16,42 32 4 15,-32-29-1-15,-1 0 4 16,2 0 1-16,0-2 5 0,0-1 2 15,0 0-3-15,1 0-3 16,0 0-1-16,0 0-4 16,1 0-3-16,-2 0 0 15,-3 3 1-15,1-3-2 16,-1 3 1-16,-4 3 0 0,-1 0 2 16,-1 5 9-16,-2 3 5 15,0 4-1-15,-3 8-4 16,-9 8 0-16,-7 10-9 15,-10 14 0-15,-11 15-1 16,-14 13-25-16,-13 10-161 16</inkml:trace>
  <inkml:trace contextRef="#ctx0" brushRef="#br0" timeOffset="17030">17769 12219 127 0,'0'0'27'0,"0"0"8"0,0 0-12 16,0 0-8-16,0 0-6 16,0 0-6-16,0 0-2 15,0 0-3-15,0 0 0 16,0 8 3-16,2 1-1 0,4 6 0 16,-1 3 0-16,2 2 0 15,-1 3 1-15,3 1 0 16,-2 4-1-16,1-1 1 15,0 2-2-15,-2-1 1 16,-1-1-4-16,2-4-10 16,-4-2-11-16,-1-5-18 0,-1-5-16 15</inkml:trace>
  <inkml:trace contextRef="#ctx0" brushRef="#br0" timeOffset="17528.05">17796 12261 86 0,'0'0'3'0,"0"0"-2"0,0 0 0 16,49 18 0-16,-33-3 1 15,2 3-2-15,-1 0 1 16,2 4-1-16,-1-1 1 16,1-1 0-16,-1-2 1 15,-2-1-2-15,2-1 1 0,-4-2 0 16,3-1 0-16,-4-2 0 15,-3-4-1-15,2-2 0 16,-2-2 1-16,-3-3 2 16,1 0 3-16,-3-1 8 15,1-8 9-15,-5-2 7 0,1-1 2 16,-1-4-13-16,-1 0-3 16,0-5-8-16,0 0 1 15,-3-2-4-15,-2 0-3 16,-2-1-1-16,0 2-1 15,1 1 0-15,1 3-2 16,1 5 0-16,2 3-8 0,2 3-9 16,0 3-35-16,0 1-46 15</inkml:trace>
  <inkml:trace contextRef="#ctx0" brushRef="#br0" timeOffset="17980.45">18300 12244 56 0,'0'0'0'0,"0"0"1"0,0 0 11 0,-24 41 2 16,19-26-3-16,-1 3-4 0,4 1-4 15,1 4 2-15,1-3-2 16,0 1 0-16,0 0-2 16,1-2 2-16,5-1-2 15,1-5 1-15,2-3-1 16,-3-3 1-16,3-4-2 16,1-3 12-16,0 0-5 0,1-10 3 15,0-4 7-15,-1-3-5 16,-3-1 6-16,2 0 0 15,-7-3-3-15,-1 1-4 16,-1-1 5-16,0 0-1 16,-3 1-1-16,-8 1-7 0,0 2-1 15,-2 5-4-15,-1 1 3 16,1 6-4-16,-1 5-4 16,1 0-3-16,1 1-10 15,3 11-4-15,1 0-5 0,3 1-18 16,5-1-34-16</inkml:trace>
  <inkml:trace contextRef="#ctx0" brushRef="#br0" timeOffset="18516.12">18520 12214 49 0,'0'0'45'0,"0"0"-36"0,0 0 2 0,0 0-2 0,0 0-5 15,0 0-2-15,0 0-1 16,0 0 2-16,0 0 0 16,7 45 0-16,-6-29-2 0,2 0 0 15,-1 0 0-15,-1 0 1 16,0-3-1-16,0-3-1 15,1-1 1-15,-2-2-2 16,0-2 2-16,0-1-1 16,0-1 1-16,0-3-1 15,0 0 2-15,0 0 2 0,0 0 8 16,0-1-7-16,0-5-7 16,0-1 9-16,0-3-6 15,0-3 1-15,0 1 4 16,0-3 2-16,3 1-2 15,3 0 1-15,3-1-2 16,-1 1-2-16,3 2 1 0,1 0 0 16,-1 2-1-16,-3 2-2 15,3 2-1-15,1 2 1 16,-3 1 0-16,1 3-1 16,0 0-1-16,1 0 0 15,-2 9 2-15,-1 1 2 0,0 2-3 16,-2 0 0-16,1 1 0 15,-2 1-2-15,0 0-10 16,1-3-24-16,-4-1-19 16,1-1-69-16</inkml:trace>
  <inkml:trace contextRef="#ctx0" brushRef="#br0" timeOffset="18788.31">18915 12205 138 0,'0'0'4'0,"0"0"8"0,0 0 10 15,45-18-12-15,-31 13-7 16,2 0-2-16,-1-1-1 16,3-1 0-16,-1 3-3 0,-1-3-42 15,-1 0-37-15</inkml:trace>
  <inkml:trace contextRef="#ctx0" brushRef="#br0" timeOffset="19501.32">19427 11384 67 0,'0'0'37'16,"0"0"-29"-16,0 0 2 15,0 0-6-15,0 0-3 0,0 0-1 16,0 0 1-16,-10 46 1 15,10-25 0-15,0 3 1 16,1 6-2-16,6 3 1 16,-3 4 0-16,5 3-1 15,-3 2 0-15,4-1 1 16,-2 2-1-16,1-5 0 16,1 2 1-16,-2-3 3 0,0-2 8 15,-2 0-5-15,1 3-5 16,-5-3-2-16,-1 1 0 15,-1-5 0-15,0-3-1 0,0-5 0 16,0-4 2-16,-2-8-2 16,-1 0 0-16,-2-5 0 15,1 0 0-15,1-3 1 16,1-1-1-16,-2-2 1 16,2 0 0-16,0 0 1 0,1-8-1 15,1 1 3 1,0-4 2-16,0-1-1 0,5 3 4 15,2-3-4-15,4 3 0 16,0 0-3-16,0 1 0 16,2 3-1-16,1-1-1 15,0 2 2-15,1 1 0 0,1 0-2 16,-1 2 0-16,2-1 0 16,-2 2 0-16,2 0 0 15,-1 0 0-15,2 0 0 16,-2 0-3-16,0 0-15 15,-2-2-33-15,-1-2-19 16</inkml:trace>
  <inkml:trace contextRef="#ctx0" brushRef="#br0" timeOffset="19740.9">19872 11904 158 0,'0'0'16'0,"0"0"-11"0,0 0-5 0,0 0 1 15,0 0 1-15,9 40-2 16,-7-23 0-16,2-2 1 16,1 1-1-16,-2 0 1 15,0-3-1-15,1-1 0 16,2-2-1-16,-3-5-12 0,1-2-32 15,0-3-47-15</inkml:trace>
  <inkml:trace contextRef="#ctx0" brushRef="#br0" timeOffset="19891.81">19894 11757 229 0,'0'0'-8'0,"0"0"10"16,0 0-1-16,0 0-24 0,0 0-59 16</inkml:trace>
  <inkml:trace contextRef="#ctx0" brushRef="#br0" timeOffset="20343.16">20007 11923 159 0,'0'0'2'0,"0"0"-6"16,0 0 1-16,0 0 1 15,0 0 2-15,0 0-1 16,0 0 2-16,8 44 0 15,-6-35-1-15,-2 2 1 0,0-1 0 16,0-2 1-16,0-1-2 16,0-1 0-16,0-2 1 15,0 0-1-15,0-4 0 16,0 0 0-16,0 0 2 16,0-10 6-16,2-1 0 0,0-5 2 15,3-4 2-15,0 1 1 16,0 1-8-16,-1 0 4 15,3 1 3-15,-1 6 4 16,1 1-5-16,2 3-5 16,-1 4-2-16,3 3-3 15,-2 0 0-15,3 0-3 0,-3 8 2 16,2 5 1-16,-4 0-5 16,0 1-11-16,-1 0-15 15,-1-1-22-15,-3-3-39 16</inkml:trace>
  <inkml:trace contextRef="#ctx0" brushRef="#br0" timeOffset="20709.4">20279 11911 150 0,'0'0'69'0,"0"0"-64"0,0 0-2 0,0 0-2 0,0 0 2 16,0 0-2-16,22-37-1 16,-18 29 2-16,0-2-2 0,-2 0 0 15,0 0 0-15,0 0 0 16,-2 3 1-16,0 2 0 16,0 0 2-16,0 1 2 15,-5 2-2-15,-4 2-3 16,2 0-2-16,-3 0 4 15,-2 9-1-15,3 1 0 0,1 4 0 16,3 0 0-16,-2 2 0 16,5 2-1-16,1-1 0 15,1-1 0-15,0 0-2 16,3-5-4-16,7 2-4 0,2-5-9 16,2-4-8-16,1-2-29 15,0-2-76-15</inkml:trace>
  <inkml:trace contextRef="#ctx0" brushRef="#br0" timeOffset="21797.96">20505 11825 137 0,'0'0'24'0,"0"0"20"15,0 0-13-15,0 0-20 0,0 0-8 16,0 0 0-16,-43-16 0 15,30 18-2-15,2 6-1 16,-1 2 1-16,3 3 0 16,2 1-1-16,2 1 2 15,2 0-2-15,3-2 1 16,0-1-1-16,0 0 0 0,2-3 2 16,5-4-4-16,2-1 1 15,2-4 1-15,-3 0-2 16,4 0 2-16,0 0 2 15,0-1-2-15,0-6 1 16,1-1-2-16,-6 0 2 16,0 2 1-16,-2-2-2 0,1-1 0 15,-4 2 1-15,0-2 1 16,-2 2-2-16,1 0 3 16,1 0-1-16,-2 3 0 15,0-1 0-15,1 3-1 0,0-1 1 16,0 3-3-16,1-1 1 15,1 1-1-15,0 0 1 16,1 0-2-16,3 0 1 16,-1 4 2-16,1 0 0 15,0 2-1-15,1-1 1 0,1 1-1 16,-1 0 0-16,0 0 0 16,2-1 1-16,-2-2-1 15,-1 1 0-15,0-4 0 16,1 0 0-16,-1 0 0 15,-2 0 0-15,1 0 0 0,-2-7 1 16,1 1 0-16,0-1-1 16,0-2 2-16,3 0-1 15,-3-3 0-15,3 0-1 16,1-1 0-16,0 3 0 16,0-2 0-16,-1 3 1 0,1-1-1 15,-1 2 3-15,0 2-2 16,2-1 1-16,-3 1-2 15,1 2 1-15,-2 2-1 16,2 2 0-16,-3 0 0 16,-1 0-2-16,0 4-2 15,-1 4 7-15,0 0-2 0,2 2-1 16,-2 0 1-16,0 0-1 16,1-3 1-16,2 3-1 15,-1-4 1-15,3-1 0 16,-2 0 0-16,2-2-2 15,-1-1 1-15,1-2 0 16,-3 0-2-16,2 0 3 0,-1-1 0 16,1-5 0-16,-2-1 1 15,4 0 0-15,-5-3 4 16,1 0 0-16,1-3-1 0,-2 1-2 16,0-1-3-16,-1 0 1 15,-1 0-1-15,2 3 0 16,-4 2 0-16,0 1 0 15,0 1 0-15,0 4 0 16,0 0-1-16,0 2 0 16,0 0-4-16,0 0 4 0,0 2-1 15,0 7 0-15,0 1 2 16,1 2 0-16,1 0 1 16,3-1-1-16,-1-2 0 15,1 0 1-15,3-4-1 16,-1 1 0-16,1-3 0 15,2-2 0-15,0-1-1 0,0 0 1 16,2 0-1-16,0 0-4 16,0-1-15-16,-3-5-8 15,1 0-16-15,-2-2-19 16,-5-2 6-16</inkml:trace>
  <inkml:trace contextRef="#ctx0" brushRef="#br0" timeOffset="21990.45">20961 11592 212 0,'-4'-2'10'0,"-2"1"13"0,4-1-2 16,2 1-17-16,0 1-3 15,0 0-4-15,0 0-13 16,0 0-2-16,0 0-4 15,2 0-28-15,0-1-29 0</inkml:trace>
  <inkml:trace contextRef="#ctx0" brushRef="#br0" timeOffset="22375.46">21076 11053 225 0,'0'0'-8'0,"0"0"10"16,0 0 2-16,0 0-4 16,0 0 1-16,0 0 0 15,0 0 2-15,0 0 1 0,-6-17 0 16,4 23-2-16,0 5-2 15,1 5 0-15,-1 8 2 16,2 6 0-16,0 7 3 16,0 4-2-16,3 5-1 0,5 3 0 15,2-2 0-15,0 1-2 16,1-2 1-16,-3-3 0 16,2-1 0-16,0-3-1 15,1-2 3-15,-4-1-3 16,1 1 2-16,-2-4-2 15,2-5-6-15,-5-2-16 0,1-9-70 16</inkml:trace>
  <inkml:trace contextRef="#ctx0" brushRef="#br0" timeOffset="23007.92">21276 11654 199 0,'0'0'5'0,"0"0"-5"16,0 0 2-16,6 44 2 0,-4-28-3 15,1-5 0-15,3 2 0 16,1-3 0-16,2-3-1 16,-1-1 1-16,6-5 1 15,-2-1-1-15,4 0 3 16,1 0-2-16,1-7 1 0,-2-4-1 15,-2-4-2-15,1-2 0 16,-3-1-1-16,0-2 2 16,-5 0 1-16,1 2 1 15,-4 3 6-15,0 3 1 16,-2 2 1-16,0 4-1 0,-2 3-1 16,0 3 1-16,0 0-5 15,0 0-2-15,0 10-5 16,0 6 4-16,1 4-2 15,3 5 1-15,1 5 0 16,2 1 0-16,5 2-1 16,-4 5 1-16,2-1-1 0,-1 4 1 15,-2-1-1-15,-1 0 0 16,-3-2 0-16,0-2 0 16,-3-5 0-16,0-4 0 15,0-7 0-15,-1-4 0 16,-4-5 0-16,-6-4-4 0,-2-3 4 15,1-4 0-15,0 0-4 16,-4-5-9-16,-1-10 2 16,0-4 9-16,0-3 4 15,3-3-1-15,1-1 2 0,3 3 8 16,3 4 2-16,3 3 0 16,3 5-4-16,1 2 0 15,0 5-6-15,0 1-3 16,6 0-2-16,3 3-8 15,4 0-19-15,-2 0-12 16,-3-1-51-16,3-2-70 0</inkml:trace>
  <inkml:trace contextRef="#ctx0" brushRef="#br0" timeOffset="23463.47">21097 11447 149 0,'0'0'6'0,"0"0"18"0,0 0 5 0,0 0-15 16,0 0-2-16,0 0-7 0,0 0-3 15,0 0-1-15,0 0 0 16,0 0 1-16,0 0 2 15,0 0 3-15,24-10 2 16,-12 6-2-16,4-3 2 16,3 0 1-16,7-2 0 0,4-4-1 15,3 0-1-15,1-1-3 16,5 1-4-16,-1 2 0 16,1-2-3-16,-5 6-13 15,-1 0-29-15,-11 2-65 0</inkml:trace>
  <inkml:trace contextRef="#ctx0" brushRef="#br0" timeOffset="24265.94">17522 11914 99 0,'0'0'3'0,"0"0"9"0,0 0 3 15,-35-8 1-15,33 5 0 0,2-2 8 16,0 1-16-16,7-3-6 15,7-2-1-15,3 0 1 16,6-3 1-16,6 1 0 16,6-3-2-16,1-2 0 15,13 2 1-15,2-3-2 16,5-3 0-16,7-1 0 0,6-5 0 16,10-2 0-16,6-4 0 15,8-3 1-15,12-2-1 16,7-3 2-16,8-1 9 15,10-4 3-15,9-1-2 0,8-4-6 16,3-2-2-16,5-2 2 16,4 3-2-16,3-3 0 15,-1-1 3-15,0 0 4 16,-3 1-4-16,1 0-1 16,-3-1-4-16,-4 6 2 0,-8 5-3 15,-7 5 0-15,-8 4-1 16,-13 6 0-16,-8 5-3 15,-14 1-1-15,-9 8-7 16,-13 1-8-16,-17 6-30 16,-18 1-65-16</inkml:trace>
  <inkml:trace contextRef="#ctx0" brushRef="#br0" timeOffset="25249.06">17319 11907 60 0,'0'0'98'0,"0"0"-89"0,0 0 4 0,0 0-14 16,0 0 0-16,0 0 2 15,0 0-2-15,7 57 2 16,-2-29 0-16,2 6 1 16,3 5-1-16,0 5 1 15,2 5-2-15,3 7 1 16,2 6-1-16,1 5 0 0,-2 5 0 15,4 2 1-15,-1 3-1 16,1 4 0-16,1-3 2 16,-3 2-1-16,2 2 0 15,-2 0 0-15,-2-1 2 16,1-4-3-16,-1-6 1 0,2-3-1 16,-2-8 0-16,1-9 0 15,-1-7 0-15,2-8 0 16,-5-8 0-16,3-5 0 15,-2-8 0-15,3-5 0 16,0-4-1-16,2-5 1 0,2-1-2 16,2 0 1-16,0-1 1 15,2-8 4-15,3-1-2 16,2 1 0-16,1-2-1 16,4 0-1-16,4-2 0 15,6 1 0-15,2-2 2 0,7-2 3 16,5 0-1-16,4-4 1 15,8-3-1-15,4-5 6 16,6-1 4-16,7-7 6 16,9-4-5-16,6-2-3 15,5-3-7-15,9 1-4 0,4-2 0 16,5 2-1-16,2-1 2 16,3 3-2-16,1-1 0 15,0 2 1-15,5-2-1 16,0 2 0-16,2 0 0 0,-2 1-21 15,-3 2-34 1,-3 0-55-16</inkml:trace>
  <inkml:trace contextRef="#ctx0" brushRef="#br0" timeOffset="26281.16">21327 10684 121 0,'0'0'3'0,"0"0"-2"0,0 0 0 0,44-8 0 15,-27 5-1-15,2-2 1 16,0 0-1-16,3-1 0 16,-1-2 0-16,4-2-1 15,1 0-3-15,0 0-5 0,1-1 1 16,-3 2-1-16,0-2 8 16,0 2 2-16,-2 2 1 15,-5 1 1-15,-2 2 2 16,-2 4-2-16,0 0-2 15,-6 0-1-15,-1 7 0 16,-1 6 0-16,-2 4 0 0,0 1 1 16,-1 4-1-16,-1 2 2 15,2 3 1-15,-1 1 1 16,0 5 1-16,0 1 2 16,2 4 0-16,-1 4 1 0,-1 4-5 15,2 4 3-15,2 1-1 16,0 4 0-16,0 4-1 15,1-2-1-15,4 4 7 16,1 0 5-16,0 1-2 16,3-1-1-16,2-4-5 15,1 0-2-15,1-6 0 16,1-3 1-16,1-4 0 0,-2-6 3 16,2-2-4-16,-3-3-2 15,-2-2 1-15,0 0-3 16,-1 2 0-16,-1-3-1 15,-4 4 1-15,-1 0-1 16,-2-3 0-16,0 1-1 0,-5-3 1 16,-1-3 1-16,-1-2-1 15,0-4 0-15,0-2 1 16,-10 1 0-16,1-2 1 16,-7-1 2-16,-3 2 6 0,-3-2 1 15,-2 1-1-15,-9 1-5 16,-2 1-1-16,-6 2-3 15,-11 0-1-15,-6 5 1 16,-13 1-2-16,-12 3-1 16,-16 1-11-16,-19 1-18 15,-19 1-13-15</inkml:trace>
  <inkml:trace contextRef="#ctx0" brushRef="#br0" timeOffset="30283.67">14953 12624 60 0,'0'0'19'0,"0"-1"3"0,0 1-7 0,0 0-8 16,0-1 4-16,0 0-1 15,0 1 3-15,0-1-5 16,0 1-5-16,-3-1 1 15,2 1-2-15,-2 0 1 16,2 0 2-16,-1 0-2 0,-2 0-3 16,-2 5 1-16,1 4-2 15,-3 2 1-15,0 4 2 16,1 1-2-16,1 3 0 16,-2-1 1-16,2 2 0 15,-2 0 0-15,3-1 0 0,-2 0 0 16,1-2 0-16,-3-1-1 15,6 0 0-15,-3-5-1 16,2-4-1-16,2-2-10 16,2-5-14-16,0 0-7 15,0-5-20-15</inkml:trace>
  <inkml:trace contextRef="#ctx0" brushRef="#br0" timeOffset="30553.17">14885 12579 24 0,'0'0'1'0,"0"0"11"0,0 0 4 16,0 0 2-16,36-17-3 15,-25 17-2-15,3 0-2 16,2 0 1-16,6-2-2 16,5 2-5-16,5-3-3 15,10-1 4-15,7-3-4 0,2-1-3 16,2-5-46-16</inkml:trace>
  <inkml:trace contextRef="#ctx0" brushRef="#br0" timeOffset="31485.72">17436 11944 136 0,'0'0'5'0,"0"0"11"0,0 0-6 16,0 0-7-16,0 0-2 0,0 0-1 16,0 0 1-16,0 0-1 15,0 0 0-15,0 0 3 16,0 0 4-16,0 0-1 16,-16-20-7-16,16 28-4 0,0 4 5 15,3 9 1 1,5 5-1-16,-1 4 1 15,4 5-1-15,1 7 0 0,0 4-1 16,3 8-10-16,-1 7-6 16,-2 6 1-16,-1 4-3 15,1 6 10-15,-1 1 4 0,0-1 5 16,2-2 1 0,0-8 2-16,2-5 7 0,0-5-1 15,1-6-2-15,-1-7-5 16,3 0-2-16,-5-7-10 15,1-2-37-15</inkml:trace>
  <inkml:trace contextRef="#ctx0" brushRef="#br0" timeOffset="32610.07">17324 11867 102 0,'0'0'-3'0,"0"0"5"0,43 0 9 0,-21 0 2 0,0-1-2 16,3-5-3-16,2 2-3 15,2-2-3-15,0 2-1 16,2-2 0-16,1 2-1 16,1-3 0-16,5 1 0 15,2-1 1-15,3-3-2 0,2 0 2 16,3-4-1-16,0-3 0 16,2-2 0-16,4-4 1 15,2-2-1-15,2-2 4 16,5-1 17-16,2 1-2 0,4-2-1 15,5 3-3-15,1 0-8 16,1 2-3-16,3-2-4 16,1 0 1-16,1-2-1 15,2 0 0-15,0-3 0 16,3-2 1-16,1-1-1 0,2 1 0 16,0-1 0-16,-2 1 2 15,4 4-4-15,-4 0 4 16,-1 5-2-16,0-2 1 15,-3 1-1-15,2 1 4 16,-5-1 3-16,-3 1 1 16,-2-1 0-16,1-1-4 0,2 2-3 15,-3 0-1-15,3 0 0 16,0 1 1-16,2-1-1 16,0 3 0-16,-3-1 0 15,-2 4 1-15,-3 0-1 16,-6 3 0-16,-4 1 0 0,-4 3-2 15,-4-2 2 1,-1 0 0-16,-6 2 1 0,0-2-1 16,-2-1 0-16,-2-2 0 15,-2 4 1-15,-3-1-2 0,-4 1 1 16,-3 0 1 0,-5 2-1-16,-4 1 0 0,-5 0 0 15,-3 2 0-15,-3 0 0 16,0 2 0-16,-3 0 1 15,0 1-1-15,0 1 0 16,1 0 0-16,-1 2 0 0,0 1 0 16,-2 0-1-16,4 0 0 15,-6 0-2-15,2 5-3 16,-1 3 1-16,0 2 0 16,0 4 4-16,2 0 1 15,-2 7 1-15,2 1-2 0,0 0-1 16,1 4 1-16,0-1 2 15,1 3-1-15,1 1 2 16,3 3-1-16,1 6 1 16,0 5 3-16,2 6 0 15,1 5 1-15,1 7 2 0,0 9-5 16,0 5-2-16,0 11-1 16,-2 10 0-16,-3 13 0 15,-5 5-2-15,-2 4-16 16,-6 2-16-16,0-4-33 15,-4-7-89-15</inkml:trace>
  <inkml:trace contextRef="#ctx0" brushRef="#br0" timeOffset="41817.64">17344 11948 54 0,'0'0'8'0,"0"0"3"0,0 0 3 0,2 0-10 15,-2 0-3-15,2 0-1 0,1 0 0 16,-1 0 2-16,0 0-2 15,-1 0 0-15,3 0 0 16,-4 0 1-16,2 0 0 16,-2 0 4-16,2 9 6 15,0 2-2-15,1 7-4 0,1 5-2 16,1 3 1-16,3 5-2 16,0 5-1-16,2 3-1 15,-1 5 1-15,1 3-1 16,0 3 0-16,-3-2 0 15,1 4 0-15,-2-2 1 16,0-3-1-16,-3-3 1 0,3-1 2 16,0-2 6-16,0 3 2 15,3 2-3-15,1 1-4 16,2 2-1-16,-2 5-1 16,2 0-1-16,2 0-1 15,-2 3 2-15,3 2-2 0,-4 0 0 16,2-2 0-16,-4-2 0 15,-2-2 0-15,-1-5 0 16,-4-1 1-16,0-3 1 16,-2 1 5-16,0-1 1 15,0 1-5-15,0 0-2 16,0 0-1-16,0-2-1 0,0-5-26 16,-4-8-62-16</inkml:trace>
  <inkml:trace contextRef="#ctx0" brushRef="#br0" timeOffset="43056.46">17358 11960 110 0,'0'0'3'0,"0"0"14"0,0 0 3 0,0 0 1 0,0 0-10 16,0 0-7-16,-7-39-3 15,9 33 0-15,7 1-1 16,0-1-1-16,4 1 0 15,0 0 0-15,6 2-4 16,-2-1 1-16,3 3 1 0,4-1 1 16,1-2 1-16,2 0-4 15,1 1-10-15,3-3 4 16,2 0 5-16,2-2 5 16,4-2 1-16,1-3 1 15,3-1 0-15,3 1 1 16,1-4 1-16,0 0 3 0,3 0 2 15,0-1-3-15,3-1-5 16,3-2 0-16,4 0 0 16,-2 1 1-16,0-3-1 15,4 3 0-15,-3-1 0 16,1 1 0-16,2-1 0 0,-1 1 0 16,-1-3 1-16,0 3-1 15,1-1 1-15,1-1 0 16,-3 1 2-16,5-1 3 15,-4-1 2-15,3 1 4 16,-1 0 0-16,1-1-1 16,0-1-6-16,0 0-2 0,1 2-2 15,2-2 0-15,0 0-1 16,0 2 0-16,0-1 0 16,1 0 0-16,0 0 0 15,-2 2 0-15,3-3 0 0,-3 1 0 16,1-1 0-16,1 1 0 15,-2-2 0-15,0 2 0 16,0 0 0-16,0 1 0 16,-2 0 1-16,1 2-1 15,-5-1 1-15,0 4 0 16,1-2 0-16,-3 1 0 0,-1 1-1 16,1 1 0-16,-2 0 0 15,1 1 0-15,-1 2-1 16,1-2-1-16,1 1-7 15,-2 1-8-15,-3-1 3 16,-2 1 4-16,-6 0 1 16,-1 0 5-16,-4 0 4 0,0 2 0 15,-4 0 0-15,-2-1 0 16,-2 3 0-16,-4 1 0 16,-3 4 0-16,-3-1 0 15,-1 1-1-15,-5 3 2 0,-1 1-2 16,-1-1 2-16,-4 1-1 15,2 0 0-15,-2 0-1 16,-2 0-1-16,0 2 0 16,2 3-1-16,-3 1 2 15,1 1 0-15,0 4 0 0,1 0 1 16,0 4 0-16,2 3 1 16,0 2 0-16,0 4 0 15,0 2-1-15,2 5 0 16,-2 0 0-16,-1 9-1 0,1 3 2 15,0 5 2-15,-3 4 0 16,1 2 1 0,0 6-4-16,1 2 0 0,1 2 0 15,1 5 0-15,-1 4-12 16,1 2-14-16,1 2-22 16</inkml:trace>
  <inkml:trace contextRef="#ctx0" brushRef="#br0" timeOffset="46486.43">14553 11684 79 0,'0'-4'6'0,"0"2"15"0,-4-1-2 0,-1 1-4 16,2 0-1-16,1-1 4 16,-4 1-8-16,3 0-3 15,-3-1 2-15,0 0-1 0,0 3-1 16,-2-1-4-16,1 1-2 15,0 0 0-15,-4 0-2 16,0 0 2-16,0 0-1 16,-5 0 3-16,1 0 0 15,-1 0 0-15,1 0 1 16,-2 0-1-16,1 0-2 0,1 0 0 16,-3 0 0-16,2 0 1 15,-1 0 0-15,-1 1 15 16,-2 2-11-16,1 0-5 15,-2 0 0-15,-2 1 0 0,-2 1-1 16,1 1 0-16,-1 0 0 16,-1 0 0-16,0 4 1 15,2-3-1-15,0 0 0 16,2 0 0-16,3 0 0 16,-1 3 0-16,1-4 0 15,2 3 0-15,0-1 0 0,-1 2 0 16,1 1-1-16,0 1 0 15,-4 0 1-15,4 1-1 16,-1 1 1-16,-1 1 0 16,0-1 0-16,1 0 0 0,0 3 0 15,1 0 0-15,2 1-1 16,-1 0 1-16,2 1 0 16,-2 3 0-16,3-1 0 15,-1 3 0-15,1-3 0 16,3 2 0-16,-2-1-2 0,5 0 2 15,-1-2 0-15,3 1 0 16,-1 1-1-16,2 1-2 16,3 1 2-16,0 0-2 15,1 1 3-15,0 2 0 16,0 0 0-16,3 2-1 0,4-1 1 16,-3 2-1-16,0-2 1 15,1 2 1-15,-3-3-2 16,1-1 2-16,-1-1-2 15,1-5 2-15,2 0-1 16,0-4 0-16,-2 0 1 0,3 0-1 16,0 1 1-1,3 0-1-15,-2 3 0 0,2 0 1 16,0 1-1-16,0 1 0 16,2-2 0-16,1 1 0 0,1-2 1 15,0-1-1 1,3-2 0-16,-2-1 0 0,3-2 0 15,1 1 1-15,0-1-1 16,-3 0 1-16,2-1-1 16,-1 0 0-16,1-1 2 15,0 2-4-15,-1-3 2 0,0 0 0 16,4-2-1-16,0-2 1 16,2 1 0-16,-1-2 0 15,4-1 0-15,1-1 1 16,1-1-1-16,2 1 0 15,-1-1 2-15,-1 1-1 16,0-1-1-16,1 1 0 0,0 0 2 16,-1 1-2-16,0-4 0 15,2 3 0-15,-2-3 0 16,3 0 0-16,0 0-3 16,2 0 1-16,0 0 2 15,0-3 0-15,2-1 0 0,-2-2 0 16,0-1-1-16,2 2 2 15,-4-2 1-15,1-2-2 16,2 2 1-16,-2-2-1 16,1-2-1-16,-1-2-2 15,0-2 1-15,-2-1 3 0,-1-3-2 16,-2 1 3-16,-1-2-2 16,-4-2-1-16,2 0 3 15,-4 1 3-15,4-1-5 16,-4 0 0-16,3-1 1 15,-3-1 0-15,2 1-2 0,-2 0 2 16,0-1 0-16,-3-1 0 16,-3 1 1-16,1-2 4 15,-6 2-3-15,1-5-2 16,-4 0-1-16,2-4 1 16,-4-2 0-16,0-1-1 0,0-1 0 15,-1-1 0-15,-2 1 0 16,0 1 0-16,0 2 0 15,0 4 1-15,-4-1-1 16,-3 1 0-16,-4 2 1 16,0-2 1-16,-3 4 1 0,-1 0-2 15,-2 1 2-15,-2 0 3 16,-1 2-2-16,0-1-1 16,-2 1-2-16,3 3 1 15,-3 0 0-15,4 2-1 16,-1 1 3-16,2 3-2 15,1 1-2-15,-1 0 0 0,-1 2-1 16,1 2 1-16,0 3-1 16,-4 1 0-16,2 1 1 15,-1 2 0-15,0 2-2 16,2 0 2-16,0 0-1 0,0 0 2 16,2 2-4-16,1 5-2 15,1 1-11-15,1 4-4 16,-1 0-11-16,-1 1-18 15,3-3-44-15</inkml:trace>
  <inkml:trace contextRef="#ctx0" brushRef="#br0" timeOffset="47143.03">14801 11499 17 0,'2'2'20'0,"1"-1"-17"0,1 1 3 0,2-1-2 15,-3-1-1-15,1 4 1 0,3-1 0 16,-3 0-1-16,0 3 2 16,1-1 2-16,-1 1 1 15,-1-2-3-15,0 2 1 16,3-2-2-16,-3-2-2 16,2-1 1-16,2-1 7 0,4-3 9 15,1-11 13-15,6-9-8 16,8-11-11-16,6-10-10 15,10-11 4-15,10-7-7 16,9-10-10-16,3-9-39 16,6-4-38-16</inkml:trace>
  <inkml:trace contextRef="#ctx0" brushRef="#br0" timeOffset="55296.48">12109 12171 46 0,'0'0'2'0,"0"0"4"0,0 0 7 0,0 0-4 16,0 0 2-16,0 0 1 15,0 0-8-15,0 0 0 16,0 0-2-16,0 0-3 15,0 0 0-15,-2 0 0 16,2 4 1-16,0 1 0 0,0 0 1 16,0 0-1-16,0-1 0 15,0 2 1-15,0-2 0 16,2-3 0-16,8-1 1 16,3 0 1-16,9-8 2 15,10-9 1-15,6-6 1 16,13-10-2-16,9-5 1 0,12-5 1 15,3-4 10-15,9-2-7 16,5 3-1-16,-1 2-5 16,-2 9-2-16,-8 5-2 15,-11 7-2-15,-17 5-19 16,-17 4-76-16</inkml:trace>
  <inkml:trace contextRef="#ctx0" brushRef="#br0" timeOffset="56158.8">9582 13547 31 0,'0'0'3'0,"0"0"8"0,0 0-6 0,0 0-4 0,0 0 0 15,0 0 6-15,0 0 7 16,0 0 5-16,0 0-3 15,0 0-2-15,0 0-8 16,0 0 6-16,0 0-6 0,-29-1-1 16,29 1 3-16,0 0-6 15,0-1-1-15,0-2-1 16,7-6-1-16,8-2 2 16,10-11 2-16,9-7-1 15,12-12 2-15,12-6-1 16,12-9-1-16,7-6 0 0,6-2-1 15,5 0-1-15,-1 3 0 16,-1 1-1-16,-5 11-1 16,-7 4-16-16,-10 6-27 15,-7 6-27-15</inkml:trace>
  <inkml:trace contextRef="#ctx0" brushRef="#br0" timeOffset="56840.62">9445 14546 51 0,'0'0'1'0,"0"0"0"0,0 0 0 0,0 0 1 0,0 0 0 15,0 0 0-15,38 9 4 16,-19-24 4-16,5-6 2 16,12-12 6-16,6-11-7 15,12-12 7-15,11-14 1 16,18-12-8-16,10-12-8 16,13-10 0-16,16-5-4 0,3-3 1 15,2-2-11-15,-4-2-85 16</inkml:trace>
  <inkml:trace contextRef="#ctx0" brushRef="#br0" timeOffset="124441.83">20468 12678 66 0,'0'0'6'0,"0"0"0"0,0 0 5 0,0 0-3 16,36 0-1-16,-26 0-2 0,1-1 1 16,-1-2 4-1,0 0-5-15,3 0 2 0,1 1 1 16,0-2-3-16,1 0-2 15,5 0-2-15,-3 1 0 16,1 0-1-16,-1-1 2 16,2 0-2-16,0 1 0 15,-1-1 0-15,1 0 4 0,-1-1 14 16,2 1-2-16,-1 0-3 16,2-1-3-16,0-1-3 15,1 1-3-15,-1-2-1 16,2 1 0-16,-2-1-2 0,2 0-1 15,-2 0 1-15,2 1-1 16,1-1 2-16,2 1 0 16,-1 2 0-16,0 0-1 15,0 0-1-15,1 4 0 16,-2-2-4-16,-1 1-27 0,-3-2-43 16</inkml:trace>
  <inkml:trace contextRef="#ctx0" brushRef="#br0" timeOffset="128318.17">21842 11542 62 0,'6'0'2'0,"-1"0"-6"0,3 0-7 0,-3 0-19 0</inkml:trace>
  <inkml:trace contextRef="#ctx0" brushRef="#br0" timeOffset="128661.28">21842 11542 78 0,'39'1'43'0,"-39"-1"-15"16,0 0-3-16,0 0-10 16,0 0-14-16,1 0-2 15,0 0 0-15,4 0-3 16,-2 0 9-16,2 1-4 16,2 1 0-16,-3 1-1 0,4 1 0 15,-1 1 1-15,1-2 0 16,-1 3-1-16,5-1 0 15,0 2 0-15,3 0 2 16,-2-1-2-16,2 1 0 16,-3-2 0-16,-1 0 0 0,0-4-3 15,-2 1 3-15,0-2-2 16,2 0 8-16,-3-6 10 16,2-7 3-16,4-1-1 15,0-6-5-15,5-7 1 16,6-4-5-16,6-5-4 0,9-5-4 15,7-7 0-15,11 1-1 16,8-6-2-16,7 2-5 16,5-1-12-16,4 0-32 15,-1 0-53-15</inkml:trace>
  <inkml:trace contextRef="#ctx0" brushRef="#br0" timeOffset="131918.9">7892 14855 29 0,'0'-1'13'15,"-3"-2"2"-15,1 0-6 0,1 2-2 0,0-2 2 16,-1 3 1-16,0-3-1 16,2 2 2-16,0 0-4 0,-2 0-3 15,2 1-2-15,0 0-1 16,0 0-2-16,0 0-2 16,0 0-7-16,0 0 1 15,0 0 7-15,0 0 2 16,-3 2 1-16,2 2 3 15,0 2-6-15,1 2 5 16,0 2-1-16,0 0-1 0,0 6-1 16,1 1 0-16,7 1 0 15,-1 3 0-15,3 2-1 16,4 2 1-16,2 3-1 16,2 0 2-16,2 2-1 0,5 1 0 15,2 3 0-15,5 0 0 16,5 3-1-16,5 2 2 15,3 2-1-15,6 2 0 16,5 1 0-16,3-3-1 16,7-3-3-16,4-2 3 0,6-5 5 15,2-4-1-15,5-3 3 16,0-1-1-16,-2-3-3 16,5-2 1-16,-1 2 1 15,0-3 5-15,-3 0-2 16,3-3-2-16,2-1-3 15,1-3 0-15,-1-3 2 0,-2-3 4 16,4-4-2-16,-1 0 1 16,1 0 1-16,-2-4-1 15,-2-3-3-15,-3 0-1 16,-3 1-1-16,-8-1 3 0,-6 3 2 16,-4-2-1-16,-5 2-2 15,-3 1-2-15,-4-1 1 16,-2-2-3-16,-5 3 3 15,-1 0-2-15,-5 1 2 16,-7-1-1-16,-4 1-6 16,-4-2-14-16,-6 0-20 0,-3-5-18 15,-3-3-47-15</inkml:trace>
  <inkml:trace contextRef="#ctx0" brushRef="#br0" timeOffset="132464.17">10720 15463 66 0,'0'0'-3'0,"0"0"11"0,0 0 5 0,0 0-5 0,0 0-1 16,0 0 3-16,0 0 1 15,0 0-2-15,0 0 7 16,0 0-6-16,0 0-14 16,0 0-7-16,0 0 9 15,-12-9 3-15,17 11-1 16,1 5 0-16,1 0 0 0,1 2-3 16,2 0 3-16,1 2 0 15,1 2 1-15,0-1-1 16,3 1 0-16,2 4 0 15,-3-1 0-15,1 0 0 16,1 2 0-16,-3 0 0 0,-2-2 1 16,-2 3 0-16,-2-1 1 15,-5 2 2-15,-2 1-1 16,0 6 4-16,-11 6-2 16,-9 7-5-16,-7 9-2 0,-10 11-6 15,-9 3-31-15</inkml:trace>
  <inkml:trace contextRef="#ctx0" brushRef="#br0" timeOffset="136591.1">11574 15516 104 0,'1'0'7'0,"-1"-4"27"0,0-4-12 0,1-3-9 16,0 1-5-16,0-1-6 15,-1 0-1-15,0-1 1 16,0 1 0-16,0-1-1 15,0 2 1-15,0 2-1 16,-1 1 1-16,-2 1-1 0,-2 3 1 16,0 2-4-16,-2 1 5 15,-1 0 3-15,3 3-6 16,-3 5 1-16,3 2-8 16,-3 3 10-16,4 1-1 15,2 3-3-15,0 0 1 0,0 3 0 16,2-1 0-16,0 0 0 15,0 0-1-15,0-1 1 16,0 0-2-16,7 0 1 16,1-2 1-16,2-2 0 0,1 3 0 15,3-2 1 1,-1 0-1-16,0 0 2 0,0 0-1 16,-2-1-1-16,1-1 0 15,-4 1 1-15,-1-3-1 16,-1-1 0-16,-3-3 1 0,-1 2 0 15,-2-1 2-15,0-1 1 16,-6 2 2-16,-3-2 0 16,-4 1-2-16,-7 2-3 15,1-3 1-15,-4 0-1 16,2-2 0-16,-2-1 0 16,3-3 0-16,9-1-1 0,0 0-6 15,2 0-20-15,7-7-51 16</inkml:trace>
  <inkml:trace contextRef="#ctx0" brushRef="#br0" timeOffset="137095.26">11797 15704 57 0,'0'0'12'0,"0"0"10"0,0 0-2 0,0 0-5 15,0 0-5-15,39-21-2 16,-27 16-2-16,-1-1-3 15,-1 0-1-15,-1-1 0 16,1 0-1-16,-1 3 0 0,-4-4 0 16,-1 2 1-16,-3 0 1 15,-1 0 2-15,0 0 15 16,0 2 0-16,-3 0-4 16,-4 1-8-16,-1 2-6 15,-1 1 1-15,2 0-3 0,-4 3 2 16,1 8-2-16,0 2 2 15,0 4 0-15,2 0-3 16,3 2 1-16,1 1-1 16,4-2 0-16,0-2 0 15,4 0-2-15,5-4 1 16,7-1-3-16,-1-2 1 0,4-5 4 16,3-1 2-16,0-3 0 15,2 0-24-15,1-9-38 16,-2-5-25-16</inkml:trace>
  <inkml:trace contextRef="#ctx0" brushRef="#br0" timeOffset="138184.72">12184 15600 110 0,'0'0'10'0,"0"0"4"16,0 0 5-1,9-43-1-15,-9 37-7 0,-3 1-7 16,-5 3-4-16,-2 2-1 15,-1 0 5-15,-2 3-1 16,1 7 1-16,0 3-4 16,2 1 2-16,3 3-2 0,1-3 0 15,2 3 0-15,3-2 0 16,1-3-3-16,0-3 0 16,0-2 0-16,3-4-3 15,5-2 1-15,2-1 6 16,-3 0 0-16,3-7 6 15,1-3-3-15,3 0-2 0,-5 0 1 16,3 0-1-16,-4 2-2 16,-1 0 0-16,-1 4 0 15,-2 0 1-15,1 4 0 16,0 0 0-16,-3 0-1 16,0 10-2-16,0 4 2 0,-1 6 6 15,-1 4-6-15,0 6 3 16,0 2-3-16,0 6 2 15,-3 0-2-15,-1 3 0 16,0 2 2-16,-1-2-1 16,4 4 0-16,-3 1 0 0,2 0-1 15,-1-2 0-15,2-2-2 16,1-2 4-16,0-8-3 16,0-5 1-16,0-7-1 15,6-7 1-15,2-3-2 16,0-5 0-16,-1-1-1 0,2-4 6 15,4 0-2-15,-6-7 4 16,2-6 6-16,2-5-5 16,-2-5 0-16,-2-3-3 15,1-5 0-15,-1-2 0 16,0 1-1-16,-2-1-1 0,3-1 0 16,-4 2 0-16,2 1 0 15,0 1-1-15,-1 1 1 16,3-1-1-16,-3 0 0 15,4 0 0-15,-5 2 0 16,0-1 1-16,1 1-1 0,-3 1 1 16,0 3-1-16,-2 2 1 15,0 1-1-15,0 4 1 16,0 3 0-16,0 2 1 16,0 3-2-16,0 1 1 15,-2 3-1-15,0 2 2 0,0 0-2 16,2 3 0-16,0 0 0 15,0 0 0-15,0 0-15 16,0 9 5-16,0 1 5 16,2 2 8-16,0 5-5 15,1-1 2-15,1 1 1 16,3 1-1-16,-3-2 0 0,3 1 0 16,0-1 0-16,1-5-1 15,2-1 0-15,-1-3-1 16,3-1-1-16,0-5 5 15,-1-1-2-15,0 0 0 0,1-4 0 16,-1-4 4 0,0-4-2-16,0-1 1 0,-3-3-1 15,2 1 0-15,-1-1 1 16,-4 2-2-16,3 0 0 16,-4 3 0-16,1-1 0 0,-2 4 0 15,-1 1-1-15,-2 5 2 16,2 2-2-16,-2 0-2 15,2 0-1-15,1 9-3 16,3 2 6-16,-1 2 5 16,4 1-3-16,-1 2-3 0,3-2-8 15,3 0-7 1,0-1-10-16,0-3-24 0,0-6-12 16</inkml:trace>
  <inkml:trace contextRef="#ctx0" brushRef="#br0" timeOffset="138576.06">12890 15677 124 0,'2'0'1'0,"0"0"2"0,0 0-3 0,3-1 1 0,-1-3 0 15,-2-3 1-15,5 0-2 16,-4-2 0-16,1-2 0 16,-4 2 4-16,0-2 8 0,0 0-2 15,0 1-3-15,-2 1-2 16,-9 2-1-16,0 3 0 16,-3 2 0-16,1 2 3 15,-2 0-1-15,1 5-2 16,2 5 3-16,1 4-2 15,2 2-4-15,5 0-1 0,2 2 0 16,2-3 0-16,0 2-2 16,2-1 1-16,5-3-2 15,3-2 1-15,6 1 1 16,-3-3 0-16,3-4-3 0,5-3-11 16,-4-2-32-16,4-2-44 15</inkml:trace>
  <inkml:trace contextRef="#ctx0" brushRef="#br0" timeOffset="139025.9">13066 15591 159 0,'0'0'7'16,"0"0"16"-16,0 0-6 16,0 0-11-16,0 0-6 15,0 0 0-15,0 0-4 16,0 0 2-16,0 0 6 0,14 27-2 15,-10-13 2-15,-2 3-4 16,0-4 0-16,1 1 0 16,3-1 1-16,-4-2-1 15,0-3 0-15,1-3 0 16,0 0 0-16,-1-4-1 0,-2-1-1 16,0 0 6-16,0-3-1 15,2-7-3-15,-2-3 2 16,3-4-1-16,5 0 0 15,-2-1-2-15,4 0 2 16,1 2-4-16,-2-1 4 0,5 3-3 16,-3 2-1-1,3 2 6-15,0 3-2 0,1 3-1 16,-1 1 1-16,-1 3-2 16,-1 0 2-16,-1 4-2 15,-3 6 1-15,1 2-4 0,-3 0 4 16,0 3-1-16,-2 0 1 15,-2 2-1-15,1-2 4 16,-3 0-9-16,0-1-17 16,0-1-29-16,-7-4-61 15</inkml:trace>
  <inkml:trace contextRef="#ctx0" brushRef="#br0" timeOffset="139382.51">13502 15293 128 0,'0'0'11'0,"0"0"24"0,0 0-17 0,0 0-20 15,0 0 3-15,0 0-3 16,0 0 4-16,0 51 0 16,0-25 1-16,1 2-1 15,3 1 0-15,-2 0-2 0,0-1 0 16,0-2 2-16,-1-2-2 16,-1-4 1-16,1-1-1 15,-1-2 1-15,1 0-1 16,-1-2 1-16,0-3-1 15,2 2 1-15,-2-7-15 16,0-1-43-16,0-6-78 0</inkml:trace>
  <inkml:trace contextRef="#ctx0" brushRef="#br0" timeOffset="139731.1">13444 15557 60 0,'0'0'6'0,"0"0"5"0,0 0-15 16,0 0 4-16,0 0 5 15,0 0 5-15,0 0 8 16,0 0-1-16,40-14-4 16,-27 8-1-16,4 0 0 15,1-1-2-15,-1 3-7 16,-1 0-1-16,-3 4-1 15,0 0 0-15,-3 0 1 0,-2 3-1 16,-1 5-1-16,-3 2-1 16,1 4 4-16,-2 1 2 15,1 0-1-15,0 2-4 16,-3-3 1-16,2-1 2 0,2 0-3 16,-1-2 0-16,4-1 0 15,0-3-2-15,3-1-4 16,1-6-20-16,-1 0-35 15</inkml:trace>
  <inkml:trace contextRef="#ctx0" brushRef="#br0" timeOffset="139887.63">13749 15424 255 0,'0'0'-13'0,"0"0"25"0,0 0-14 15,0 0 5-15,0 0-29 16,0 0-58-16,0 0-19 16</inkml:trace>
  <inkml:trace contextRef="#ctx0" brushRef="#br0" timeOffset="140442.49">13822 15475 151 0,'0'0'2'0,"0"0"4"0,0 0-5 16,27-37 1-16,-18 31-1 15,1 1 1-15,0 3 0 16,-1 2 8-16,1 0-1 16,0 0-5-16,-2 7-2 15,1 4 2-15,3 5-2 16,-4 1-2-16,-1 2 1 0,0-1 1 16,-3 2-11-16,-1-2 13 15,-3-1-4-15,0 2-1 16,-9 1 1-16,-4 1 1 15,-4 0-8-15,0-4-2 16,-2-4-3-16,3-3-3 0,3-5 17 16,5-5 2-16,0 0-2 15,5-8 3-15,1-4-1 16,2-3 4-16,0 0-4 16,5 2-1-16,5-2-2 15,1 4 0-15,1 1 3 0,1 2 1 16,1 3-1-16,1 3-2 15,1 0-1-15,-1 2-1 16,1 0 1-16,-3 2 0 16,2 2 2-16,-2 3-3 15,0 0-7-15,0 0-8 16,-2-2-11-16,1-2 0 0,-3-1-11 16,2-2-29-16</inkml:trace>
  <inkml:trace contextRef="#ctx0" brushRef="#br0" timeOffset="140809.87">14197 15170 60 0,'0'0'12'0,"0"41"11"0,0-11-2 0,-2 5-4 15,2 5 0-15,0 2-2 16,0 2-8-16,0 0-3 16,0 2-1-16,0 2 0 15,2 3-2-15,-2 7 0 16,0-3-9-16,-10-3-68 16</inkml:trace>
  <inkml:trace contextRef="#ctx0" brushRef="#br0" timeOffset="141551.79">14710 15547 24 0,'0'0'-23'0</inkml:trace>
  <inkml:trace contextRef="#ctx0" brushRef="#br0" timeOffset="142044.89">14803 15476 22 0,'0'0'5'16,"0"0"22"-16,0 0 1 16,0 0 13-16,0 0 6 15,0 0-12-15,0 0-29 16,0 0-4-16,8-21-1 0,-8 12-2 15,0 2-1 1,0 2 2-16,-6 2-1 0,-7 1-5 16,-1 2 8-16,-4 3 4 15,-1 9-5-15,0 5-1 16,-2 1 2-16,5 2-3 16,3 0 0-16,5-2 0 0,3-1-1 15,5-3-3-15,0-1 1 16,1-3-4-16,8-2 5 15,4-2 1-15,0-3 2 16,4 0-1-16,2-3 0 16,2 0 8-16,5-10-14 0,-1-3-24 15,-2-3-8-15,-2-2-16 16</inkml:trace>
  <inkml:trace contextRef="#ctx0" brushRef="#br0" timeOffset="142342.79">14771 15051 124 0,'0'0'6'0,"0"0"3"0,0 0-8 15,0 0-2-15,0 0 0 0,-15 56 1 16,15-32 0-16,0 4 3 16,0 7 2-16,2 4 0 15,5 2 2-15,-2 5-4 16,3-1-2-16,1-1 0 16,2-2-1-16,1-4 0 15,-1-1-6-15,3-7-14 0,-1-8-22 16</inkml:trace>
  <inkml:trace contextRef="#ctx0" brushRef="#br0" timeOffset="142849.94">15134 15504 102 0,'0'0'2'0,"0"0"7"16,0 0-1-16,0 0-4 16,-9-43 0-16,2 37 4 15,-4 0 6-15,-1 3 5 16,1 3-1-16,-1 0-11 16,2 0-9-16,-3 9 8 0,1 2-4 15,-1 5-2-15,2-1-2 16,1 4 2-16,4-2-3 15,-2 0 3-15,6-3-1 16,1-1-3-16,1-6 2 16,0 0-3-16,3-3-2 15,5-1 6-15,1-3 5 0,3 0 0 16,-1-7-1-16,3-3 0 16,-4-3-1-16,1-1-1 15,1-3 2-15,-6 2-1 16,1 0-2-16,-2 1 2 15,-1 3 0-15,1 2 4 16,-3 2 5-16,0 3-1 0,1 3-5 16,0 1-8-16,2 0 0 15,-1 4 0-15,1 4 1 16,2 1 1-16,0-2 4 16,1 4-1-16,-3-4-2 0,4-1-4 15,2-3-9-15,-2 0-24 16,1-3-37-16</inkml:trace>
  <inkml:trace contextRef="#ctx0" brushRef="#br0" timeOffset="143148.6">15328 15044 192 0,'0'0'-30'0,"0"0"55"0,-2-36-9 16,2 30-2-16,0 4-10 16,0 2-3-16,0 0-8 15,0 12-2-15,0 7 2 16,0 6 4-16,0 6 5 0,0 5 3 16,0 3-4-16,0 4 1 15,0-2-2-15,0 0 2 16,0-3-2-16,0-1 2 15,0-5-2-15,0-1 1 16,0-6-1-16,0-3-12 16,0-6-29-16,0-5-18 0</inkml:trace>
  <inkml:trace contextRef="#ctx0" brushRef="#br0" timeOffset="143362.48">15154 15411 249 0,'0'0'1'15,"0"0"14"-15,0 0-15 0,0 0-13 16,0 0 13-16,0 0 1 16,40-16 3-16,-16 12 0 15,1 1-17-15,0-1-17 16,4 2-2-16,-4-1-26 15,-2-2-68-15</inkml:trace>
  <inkml:trace contextRef="#ctx0" brushRef="#br0" timeOffset="143845.01">15456 15351 114 0,'0'0'31'16,"0"0"11"-16,0 0-8 15,0 0-18-15,-5-43-13 16,10 34-2-16,5-1-1 0,2 2-1 16,1 0 2-16,3 4 0 15,-2 1-1-15,2 3 1 16,-2 0-1-16,1 0 1 15,-4 8-1-15,1 5 3 0,-4 4-5 16,-1 4-1-16,-4 1 0 16,-3 3-1-16,0-2 3 15,-1 1-2-15,-9-2-1 16,-5-2 5-16,-1-3 2 0,-2-5-3 16,-4 0 1-1,5-5-1-15,2-3 2 0,3-4-1 16,5 0 0-16,2-6-8 15,5-8-9-15,0-1 12 16,9-4 0-16,0 3 10 16,6-1-7-16,-1 5 2 15,1 3 3-15,1 5-2 0,0 4-2 16,3 0 0-16,3 3 0 16,2 9 1-16,-4 4-1 15,2 2 1-15,-2 2-16 16,-4 0-57-16</inkml:trace>
  <inkml:trace contextRef="#ctx0" brushRef="#br0" timeOffset="154612.6">11644 16208 51 0,'0'0'28'0,"0"0"-16"0,0 0 3 0,0 0-7 0,0 0-3 16,-35 5 3-16,33-5 4 16,0 0-1-16,2 0-3 15,0 0-1-15,0 4-17 16,0-3 1-16,4 0 7 0,3-1-4 15,5 1 6-15,2-1 11 16,3 0-10-16,4 0 0 16,2-7 1-16,6 2-1 15,2-2 2-15,1-1-2 0,7 1 0 16,3 0 0-16,3 0-1 16,5-1 0-16,6-1 1 15,4-1 0-15,5 1 0 16,4-3 1-16,7-2-2 0,1-1 0 15,6 1 0 1,3-2 1-16,1 2-1 0,5 0 0 16,4 1 0-16,3 2-1 15,1 2 1-15,5 0 1 16,0 1-1-16,2 1-1 0,1-3 1 16,1-1 0-1,1 1 0-15,1-3 1 0,1-1 3 16,-2-1 1-16,2 2 4 15,2-3-6-15,2 1 3 16,-1 1-1-16,4-1-2 16,-3 3-1-16,1 1-2 0,-6 4 2 15,1 0-2-15,-4 3 0 16,-4 0 1-16,0-1 1 16,-3 1 0-16,-6 3 0 15,-8-1 0-15,-4-1-1 16,-9 1-1-16,-7-1 1 0,-6-3-1 15,-8 2 1 1,-6-1 4-16,-9-3 1 0,-8 0-2 16,-6 0 1-16,-4-3 0 15,-9-2 1-15,-3-4 0 16,-1 0 1-16,-7-6 0 16,0-3-3-16,0-3 1 0,-9-4-3 15,-4-4 1-15,-3-4-1 16,1-1-1-16,-3-4 3 15,2-1-3-15,-2-1 0 16,3 0 0-16,-1 1-1 16,1-1 0-16,-3-1 1 0,-1 3-1 15,0-3 0-15,-2 2-1 16,-1 2 2-16,2-1 3 16,-4 4-4-16,1-1 1 15,0 1 0-15,-2 3 1 16,0 0-2-16,0 3 0 0,-2 3 1 15,-3 2-2-15,-3 5 1 16,-4 2 2-16,-3 4 0 16,-6 3-5-16,-3 3 6 15,0 4-4-15,-5 3 4 0,-2 3-2 16,-4 4-1-16,-1 0 2 16,-3 0-3-16,-3 10 2 15,-6 1-1-15,-4 4-3 16,-5 6 4-16,-7 0 0 15,-5 4-5-15,-4 1 8 16,2 4-3-16,-2-1 0 16,-2 0-1-16,2-1 0 0,-4-3 0 15,2-4-1-15,-6 0 1 16,2-4 0-16,-3-1 0 16,-2-3 1-16,0-3-1 15,-1 3-1-15,0-1 2 16,-2 1-1-16,2-1-2 0,0 3 2 15,-1-1-1-15,2 0 0 16,2 2 0-16,2-2 0 16,-1 2 1-16,2-2 0 15,8 0 0-15,2-1 0 16,2 0-1-16,7 1 0 0,5 0-4 16,-1-1 2-16,1 0 1 15,8 1-1-15,3-1 2 16,3 1 2-16,5-3-1 15,5 1-5-15,4-1-1 0,5 1-2 16,3-1 3-16,2-1 3 16,1 0 2-16,5 0 2 15,2 1-2-15,5-1 1 16,3 3 0-16,6-2-2 16,2 2 2-16,5 0-2 15,3 2 0-15,2-1-3 16,5 2-3-16,3 0 1 0,0 1 0 15,0 1 2-15,3 1 1 16,5-1-1-16,4 3 3 16,-3-1-2-16,2 2 2 0,2 0 2 15,0 2-1-15,-1 1 1 16,-4 3-1-16,1 2 2 16,-2 3-2-16,0 2 0 15,-4 3 0-15,3 0 0 0,-2 1 0 16,0-2 0-16,3 0 0 15,0-2 0-15,2-2 0 16,0-2 0-16,3-4 0 16,3-1 0-16,1-5-2 15,1-1-1-15,3-3-4 16,3-4-3-16,3-4 11 0,1-4 1 16,2-2 0-16,7-3-1 15,3-1 0-15,7-10-2 16,6-5-21-16,4-1-50 15,2-5-49-15</inkml:trace>
  <inkml:trace contextRef="#ctx0" brushRef="#br0" timeOffset="157338.93">15109 15783 51 0,'0'0'15'0,"-2"0"-12"0,0 0-3 0,0 0-11 0,2 0-24 16</inkml:trace>
  <inkml:trace contextRef="#ctx0" brushRef="#br0" timeOffset="157743.19">15109 15783 33 0,'0'0'20'16,"0"0"-4"-16,0 0-11 15,-13 0-3-15,13 0-5 16,0 0 12-16,0 0-7 0,0 0 4 16,0 0 3-16,-1-1 11 15,0 1 9-15,0 0-12 16,-1 0-9-16,0 0-5 15,0 2 1-15,0 7-5 16,0 0 1-16,0 4 0 16,1 2 0-16,-1 3-1 0,2 1 1 15,0 4-1-15,0 2 0 16,0 3-1-16,0 2 0 16,4 4 0-16,5 3 0 15,3 3 0-15,3 3 1 16,3-1 1-16,4 1 0 0,3 1 0 15,3-2 0-15,2 0 0 16,-1-3 1-16,2 0 0 16,-1-5 3-16,1-2 1 15,0-3-1-15,-2-5 0 16,0-4 0-16,-2-3 0 0,0-7 2 16,-5 1-2-16,0-4 0 15,-2-4 3-15,-2-3-2 16,-2 0 0-16,-5 0-16 15,-4-7-41-15,-5-7-75 16</inkml:trace>
  <inkml:trace contextRef="#ctx0" brushRef="#br0" timeOffset="158021.96">15672 16487 83 0,'0'0'6'0,"0"0"5"0,0 0 1 0,0 0-4 16,0 0-5-16,49 33-1 15,-36-23 0-15,0-2-1 16,-1 1 0-16,-2 0 2 15,-4 0-1-15,-4 2 1 0,-2 1 4 16,0 7 2-16,-13 3-3 16,-10 4-24-16</inkml:trace>
  <inkml:trace contextRef="#ctx0" brushRef="#br0" timeOffset="158827.68">15826 17041 123 0,'0'0'12'15,"0"0"-1"-15,0 0-4 16,0 0-11-16,0 0 2 16,0 0 0-16,0 0 3 15,9 47 0-15,-5-31 0 0,4 0 1 16,-4 2-2-16,-1-2 1 15,0-2 0-15,0-2 0 16,-3-5-5-16,0-3 1 16,0-4 5-16,0 0 1 15,0-8-3-15,0-6 2 0,-2-6 2 16,0 0-3-16,0-5 0 16,1-4-3-16,1-2-1 15,0 1 4-15,0 0-1 0,1 2 2 16,5 2 0-1,0 5-1-15,2 4 1 0,-1 4-2 16,3 6 1-16,-4 4-2 16,4 2-1-16,1 1 0 15,-3 0-1-15,4 7 5 16,-1 4-1-16,2-1 0 0,-1 0 0 16,1 0 0-16,1-2 0 15,-3-1-1-15,2-5 1 16,-1-2-2-16,0 0 0 15,1-4 3-15,-2-6 0 16,-1-3-1-16,0-2 1 16,-1-2 0-16,-1-2 1 15,-1 2 2-15,0 1 2 0,0 2-1 16,-3 3 1-16,0 2-5 16,-2 4 1-16,0 2 0 15,1 3-1-15,2 0-5 16,-3 0-4-16,1 8 9 0,1 6 0 15,2 4 1-15,-3 4 0 16,1 4-1-16,2 0-1 16,0 2 0-16,0-1-1 15,1-3 0-15,1 2 1 0,1-5-2 16,1-1-10-16,-2-4-17 16,0-2-15-16,1-5-6 15</inkml:trace>
  <inkml:trace contextRef="#ctx0" brushRef="#br0" timeOffset="159231.59">16452 16743 108 0,'0'0'8'0,"0"0"26"0,0 0-21 0,0 0-10 16,0 0-4-16,0 0 1 15,0 0-4-15,0 0-3 0,0 0 2 16,0 0 7-16,0 0 10 16,14 47-2-16,-14-22-10 15,2 2 2-15,0-1-2 16,-2-3 1-16,2-5-1 0,1-2-1 15,1-3 1-15,1-5 0 16,4-4-2-16,0-2 9 16,4-2 2-16,7 0-2 15,3-9 0-15,4-5 0 16,6 0-3-16,1-2-1 16,1 2-1-16,-3 1 1 15,-2 5-3-15,-4 3-7 0,-8 4-24 16,-5 1-34-16,-7 0-41 15</inkml:trace>
  <inkml:trace contextRef="#ctx0" brushRef="#br0" timeOffset="160348.73">16733 16466 66 0,'0'0'-15'0,"0"0"26"0,-51-21-2 0,32 14 4 16,3 1-3-16,-5-1 3 0,2 1-4 15,1 1 4-15,0 0 0 16,1 0-1-16,0 0-5 16,-3 3 0-16,4-1 0 15,-2 1-4-15,-2 1-1 0,-2 1 0 16,-4 0 0 0,-4 0 0-16,-6 1-2 0,-3 5 1 15,-4 1-1-15,0 2 0 16,-2 0 0-16,1 2-1 15,-2 4 1-15,0-1 0 16,2 5 0-16,-4-1-1 0,4 5 2 16,-3 1-1-16,3 3 0 15,0 4 0-15,3 2 0 16,1 3 1-16,0 3-1 16,5 2 0-16,0 1 0 15,4 0 0-15,4 1 0 0,6-1-1 16,6-2 1-16,6-1-1 15,1-3-1-15,7 0-1 16,1-2 0-16,0 0 1 16,7 3 0-16,2-1 1 15,2 3 1-15,4-2 0 0,3-1-1 16,3-2 1-16,3-3 0 16,3 0-3-16,3-4 8 15,3 0 1-15,2-3-5 16,5-1 1-16,0-2 1 15,6-1-1-15,7 1 0 16,0-3 0-16,3-3 5 0,1-1-9 16,1-5-3-16,4-3 10 15,-2-6-3-15,3 0-5 16,1-12 6-16,3-2-2 16,1-3 2-16,2-4-4 0,-1-2 2 15,-3-2-1-15,-1-2 7 16,-3-2-5-16,-3 1 0 15,-1-2 2-15,-6-1-2 16,-1 1 1-16,-2-6-2 16,-3 1 2-16,-1-3-2 0,-3-2 3 15,2 0-3-15,-10-1 3 16,3-2-3-16,-6-2 1 16,-3-1-2-16,-4-1 0 15,-9 1 1-15,-6-1 1 16,-4 3-1-16,-5 0 0 0,-2 4 3 15,-12-1-1-15,-8 4 1 16,-3-2-3-16,-6 1 2 16,-6 2 2-16,-4 2-5 15,-8 2 0-15,-5 3 0 16,-6 5-5-16,-5 4 3 16,-7 5 7-16,-5 6-9 15,-4 6-9-15,-5 3-15 16,-2 5-22-16,-10 9-55 0</inkml:trace>
  <inkml:trace contextRef="#ctx0" brushRef="#br0" timeOffset="163324.43">11332 16112 50 0,'-3'0'12'0,"0"0"5"0,2 0-11 0,-1 0-2 0,0 0-1 15,0 0 1-15,0 0 0 16,-2 0 9-16,3 0 9 15,0 0 4-15,-1 0-7 0,2 0-8 16,0 0-4-16,0 0-12 16,0 0-4-16,0 0-4 15,0 0 16-15,3 0-5 16,4 0-2-16,-1 0 3 16,1 0 1-16,0 0-1 15,4 0-4-15,2-1 4 16,-2-3 2-16,5 1 1 0,2-2 1 15,-1 1-2-15,4 0 0 16,-2 1-3-16,6-1 3 16,0 4-2-16,0-3 2 15,4 0-1-15,2 2-1 0,-1-1 1 16,3-1-4 0,1-1-9-16,3 3 1 0,-2-1 0 15,2 0 7-15,5 0 4 16,-4-2-2-16,4-1 3 0,1 1 1 15,0 0-1-15,1 1 2 16,1 1-4-16,0 2-3 16,0 0-3-16,-3 0 1 15,0 0-1-15,-3 2 6 16,2 1 2-16,-2 1 1 0,-1-1-1 16,-1-3 1-16,3 1-4 15,1-1 5-15,0 0-1 16,-2 0-1-16,2-1 1 15,-1-3 1-15,-2 0 0 16,-2 0-1-16,2 1-1 16,2 0 1-16,-2 1 0 0,4 2 1 15,1 0 0-15,0 0 0 16,2 0-1-16,1 0-1 16,2-1 0-16,2-2-1 15,0-4-5-15,1 0 8 16,0-1-2-16,-5-2 2 0,2 1 0 15,-1-1 1-15,-2 1 0 16,2-2-1-16,0 5-1 16,4-2 1-16,-3 2-2 15,0-1 0-15,-3 1 0 16,-1 2-15-16,-3-3 27 16,2 0-11-16,-1 1 1 0,3-2 3 15,-3-2-3-15,-2 1 1 16,3-1-2-16,-5 2 0 15,-1 2-3-15,-1 1-6 16,-2 1 4-16,-1 2 2 16,-2 1 2-16,-1-1 1 0,-2 2 3 15,-2-1 2-15,1-1-3 16,-1 2 0-16,-3-1-2 16,-1 1 0-16,2 0-1 15,1 0 1-15,-3 0 1 16,0 0-2-16,3 0 0 0,-5 0 0 15,1 0 0 1,-2 0 0-16,2 0 0 0,-3 0 0 16,1 0 1-16,2 0 0 15,-2-2 0-15,4 0 0 0,0-1-1 16,0 0 1-16,1-1-1 16,0 1 1-16,1 0-2 15,-3 0 2-15,2 2 1 16,-1-1 0-16,1 2 0 15,0-3 2-15,0 0 0 16,-2 1 1-16,1-1-2 0,1 1-2 16,-6 0 0-16,2 2 0 15,-2 0-1-15,-5 0 2 16,0 0-2-16,-4 0 2 16,-2 0 3-16,0 2 0 15,-1 0-3-15,0-2 2 0,0 0-1 16,-1 0-1-16,1 1 0 15,-2-1-1-15,-1 0 1 16,0 0-2-16,1 2 2 16,-2-1-2-16,0-1 1 15,-1 0-1-15,1 0 2 16,-1 0-4-16,0 0 2 0,1 0 2 16,0 0-2-16,0 0 0 15,-2 0 0-15,2 0 0 16,0 0 0-16,-1 1 0 15,-1-1 0-15,1 2 0 0,0-2 0 16,-1 0 0-16,0 0 0 16,0 0 3-16,0 0 0 15,0 0-3-15,0 0 1 16,0 0 0-16,0 0-1 16,0 0 2-16,0 0 0 0,0 0 6 15,0 0 2-15,0 0-4 16,0 0-8-16,0 0 8 15,0 0-5-15,0 0-3 16,0 0-8-16,0 0-9 16,0 0 2-16,0 0 6 15,0 0 6-15,0 0 3 0,0 0-6 16,0 0-13-16,0 0-1 16,0 0 1-16,0 0-29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03:17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14720 4360 91 0,'-2'0'5'0,"-2"0"11"0,2 0-6 0,1-4 0 15,0 1-3-15,0-2 4 16,1 3-2-16,0-3 0 16,0 1 0-16,0 1 2 15,0 0-4-15,0 0-4 16,0 1-2-16,3-1-2 0,5-1 1 16,-1-1 0-16,5 2 0 15,1-4 0-15,3 3 0 16,3-2 0-16,-1 1 0 15,1 1 0-15,2 1 1 16,-2 0 0-16,-3 1-1 0,1 2 0 16,-4 0 0-1,-3 0-1-15,-2 0 0 0,-1 5 1 16,-1-1-2-16,-2 3 2 16,0-1-3-16,0-1 2 15,-2 4-1-15,0-3 0 16,-1 2 0-16,0-1 0 0,0 0 0 15,0 2 2-15,0-1-2 16,0-2 5-16,2 1-2 16,-3 0-1-16,2-4 1 15,-2 3-1-15,0-2 1 16,0 0 0-16,0-1-1 0,0 1 1 16,-2-1-1-16,-3-1 2 15,2 0 0-15,0 0 1 16,1-2-2-16,-2 1 1 15,1 1-2-15,2-2 0 16,-1 0 0-16,2 0 0 0,-2 3 0 16,0-2 0-16,-3 2 0 15,1-2 0-15,2 2-2 16,-2-1 2-16,-2 0 2 16,2 0-2-16,0-1-2 0,-1 2 2 15,2-1 0-15,0 0-1 16,1 1 1-16,-2 0-2 15,4-2-1-15,-1 1 0 16,0-1 0-16,1-1 2 16,0 0 1-16,0 0 2 15,-1 0 4-15,1 0-1 16,0 0-3-16,-1 0-1 0,1 0 0 16,0 0-2-16,0 0 0 15,0 0 1-15,0 0 0 16,0 0 0-16,0 0 1 15,0 0 0-15,0 0 0 16,0 0 2-16,0 0 4 0,0 0-2 16,0 0-2-16,0 0-1 15,0 0-2-15,0 0 1 16,0 0-1-16,0 0 1 16,0 0 3-16,0 0-4 15,0 0 1-15,0-1-1 0,0-2 1 16,0 0 1-16,0 0-2 15,0-1 0-15,0 0 0 16,0-2 1-16,5 2-1 16,2-3 0-16,-1-2 0 15,2-1 0-15,3 0 2 0,-2-1-2 16,2-2 2-16,0-2-1 16,0 0 0-16,3 1-1 15,-1-4 0-15,0-1 1 16,5-1-1-16,-1 2 0 15,0-1 0-15,-1 3 0 0,-1 1 1 16,-3 5-2-16,-4 2 1 16,-1 2 1-16,-3 2-2 15,-3 4 1-15,-1 0-1 16,0 0-1-16,0 0-3 16,0 0-3-16,-3 11 9 0,-4-1-2 15,-1 4 0-15,-1 3 0 16,2 3-2-16,0 0 1 15,3 1 0-15,-2 2 0 16,4-2-1-16,2-1 0 16,0-1 2-16,8-2-1 0,5-2 2 15,6 0-1-15,7-4 0 16,4 0 2-16,7-1 1 16,6-1 6-16,5-2-2 15,1-6-3-15,5-1-79 16</inkml:trace>
  <inkml:trace contextRef="#ctx0" brushRef="#br0" timeOffset="796.63">16508 4087 96 0,'2'-3'4'0,"-1"-1"-1"0,1 1 2 0,0 0-3 0,-2 3 5 15,0 0 8-15,0 0 3 16,0 0-8-16,0 0-8 15,0 3 2-15,0 4-5 16,-1 2 1-16,1 1-4 0,0 4 2 16,0 0 0-16,0-1 2 15,3 0 1-15,7-2 0 16,0-1 1-16,1-3 2 16,3-3-1-16,1-1 5 15,1-3 1-15,-2 0-3 0,3 0 1 16,-1-3-4-16,0-4 1 15,-1-3-1-15,-3-1 0 16,0-2-1-16,0-1 1 16,-1-3-1-16,-2 3-1 15,1-2 2-15,-2 3-3 0,-4 3 0 16,1 3 0-16,-1 3 1 16,-3 1-2-16,1 3 0 15,0 0-5-15,3 2-1 16,-3 7-1-16,2 3 3 0,1 2 1 15,1 2 1-15,0 2 2 16,2 1-1-16,-2-1-1 16,3 1-2-16,-4-1 3 15,4-1 1-15,-2 0 1 16,-1 0 1-16,-1 0-1 16,-1-1 0-16,-4-2 0 0,0 4 0 15,-8-2 7-15,-6 1 4 16,-9 2-2-16,-5 0 0 15,-6 1-4-15,-4 3-2 16,-5-3-23-16,-3-4-59 16</inkml:trace>
  <inkml:trace contextRef="#ctx0" brushRef="#br0" timeOffset="1330.07">14278 4857 77 0,'0'0'2'0,"0"0"5"0,0 0-11 0,0 0 5 15,0 0-2-15,0 0 4 16,36 11 6-16,-10-8 0 16,8 0-1-16,6-2 1 15,11 1 0-15,10-2 0 16,8 0 4-16,14 0 6 16,9-9-9-16,12 1 0 0,10-4-1 15,11-2 1-15,8 0-4 16,5-2 0-16,5-1-2 15,7 0 2-15,0 3-3 0,2-2 0 16,-5 3-1-16,-6 2 2 16,-4 1-3-16,-12 2-13 15,-14 2-41-15,-19 1-40 16</inkml:trace>
  <inkml:trace contextRef="#ctx0" brushRef="#br0" timeOffset="1786.73">15093 5076 45 0,'0'0'9'0,"0"0"6"0,0 0 2 0,23 42-3 15,-14-22-6-15,2 6-4 16,0 6-3-16,-2 8 3 0,1 5 2 15,-2 2-21-15,1-4-85 16</inkml:trace>
  <inkml:trace contextRef="#ctx0" brushRef="#br0" timeOffset="2155.61">16606 5044 282 0,'0'0'6'0,"0"0"-4"16,0 0-15-16,0 0 10 15,14 43 0-15,-9-16 3 16,1 11 0-16,-1 6-22 15,-4 5-38-15,-1 3-129 16</inkml:trace>
  <inkml:trace contextRef="#ctx0" brushRef="#br0" timeOffset="2740.44">14958 6357 134 0,'0'0'6'0,"0"0"25"0,0 0-14 0,0 0-6 16,0-42 2-16,12 27-8 16,4 4-3-16,4-1 2 15,0 5-4-15,1 4 0 0,-4 3-1 16,-1 0-3-16,-5 14-3 16,-8 2-3-16,-3 8 4 15,0 2-2-15,-11 1 10 16,-5 1-3-16,0-4 5 0,-4-1 5 15,5-5 1-15,1-6 3 16,7-3 1-16,1-4-4 16,4-4-4-16,2-1-2 15,8 0-4-15,13-1 10 16,14-8-1-16,13-5-3 16,15-6-6-16,8-2-35 0,6-4-79 15</inkml:trace>
  <inkml:trace contextRef="#ctx0" brushRef="#br0" timeOffset="3429.73">16751 6205 4 0,'0'0'42'0,"0"0"-22"0,0 0 10 0,0 0-4 15,0 0 10-15,0 0 9 0,0 0-10 16,-37-17-17-16,35 12-2 15,0 1-7-15,2 0-6 16,0 1-3-16,0-1 1 16,0 2-1-16,0-1 0 0,0 1 0 15,2 0 1-15,2-2 1 16,3 2-2-16,1-2 0 16,4 1-2-16,-1-1 1 15,1 0 1-15,1 0 0 16,1 1 0-16,3 0 0 15,-4 3-1-15,-2 0 1 0,-1 0-3 16,-2 11-17-16,-6 2-6 16,-2 3 15-16,0 4 3 15,-9-1 2-15,-3 3 2 16,-1-2 2-16,3-3 4 16,-1-4 5-16,1-3 3 0,6-4 1 15,2-3-3-15,2-1-1 16,0-2-7-16,16 0 6 15,10 0 6-15,9-4-2 16,13-6-8-16,9-6-36 16,7-4-56-16</inkml:trace>
  <inkml:trace contextRef="#ctx0" brushRef="#br0" timeOffset="4171.93">15277 7281 185 0,'0'0'13'16,"0"0"26"-16,0 0-12 0,0 0-12 0,0 0-2 0,0 0-3 15,0 0 1-15,0 0-6 16,0 0-4-16,1-41 0 15,18 34-2-15,1 1 1 16,2-1 1-16,-3 4-3 0,-1 3-3 16,-3 0 0-16,-6 0 0 15,-3 10-1-15,-4 3 0 16,-2 1-4-16,0 2 3 16,-6-3 1-16,1 0 4 15,1-2 2-15,1-3-1 16,3-2-9-16,0-2 0 0,8 2 0 15,5-3 9-15,0-1 4 16,2 3-1-16,2-1-1 16,-2 3-1-16,-1-1-1 15,-4 3 0-15,-3-1 0 0,-7 2-1 16,0-2 1-16,-6 3 2 16,-10 1 7-16,-8 0-2 15,-7 2-2-15,-1 1-1 16,-5-1 0-16,0 1-1 15,1-4-1-15,2 1-8 0,6-7-16 16,8-5-69 0</inkml:trace>
  <inkml:trace contextRef="#ctx0" brushRef="#br0" timeOffset="5029.58">16854 7052 138 0,'0'0'11'0,"0"0"40"0,0 0-20 0,0 0-8 15,0 0-3-15,0 0-10 16,0 0-3-16,0 0-4 15,14-39-2-15,2 30 1 16,6 4-2-16,0-1 0 0,1 3-2 16,-3 3 2-16,2 0-1 15,-6 0-2-15,-2 4 0 16,-4 6-7-16,-6 3-6 16,-4 1-4-16,0 2 5 15,-11 1 9-15,-4-1 4 16,2-1 4-16,1-3-1 0,3-1 0 15,3-3 0-15,6 1 0 16,0-3-2-16,4-1-4 16,7 2 11-16,2-1-4 15,4 0-1-15,-2 3 2 16,1-3-3-16,-3 3 0 0,-5-1 0 16,-2 2 0-16,-6 3-2 15,-3 3 0-15,-19 7 1 16,-7 2 3-16,-12 5-45 15,-9-3-88-15</inkml:trace>
  <inkml:trace contextRef="#ctx0" brushRef="#br0" timeOffset="5587.43">15315 8095 123 0,'0'0'-1'0,"0"0"3"0,0 0 2 0,-14 48-2 15,14-35 1-15,0 0-1 16,0-2 4-16,6-2 1 16,3-2 3-16,3-1 2 0,-3-2-3 15,5-4-1-15,-4 0 0 16,2 0-5-16,1-4 1 16,-1-6-1-16,1-3 1 15,-2-3-1-15,0 1-2 16,-1 0 0-16,-2 4 0 0,-2 2 0 15,-1 4 12-15,-1 5 0 16,1 0-12-16,2 1-1 16,6 11 0-16,3 2 1 15,3 2 0-15,7 3-7 16,4-3-72-16</inkml:trace>
  <inkml:trace contextRef="#ctx0" brushRef="#br0" timeOffset="6109.34">17016 7945 88 0,'0'0'21'0,"0"0"-19"0,0 0 9 0,-10 39-4 0,8-27-2 16,2-1-1-16,0 0 2 15,0-2 0-15,5-3 1 16,6-1 1-16,2-5 4 16,2 0-1-16,2 0-1 15,5-11-4-15,-1-5 4 0,1-1-3 16,-2-3-5-16,-2 3 0 15,-5 0 0-15,-6 7 18 16,-1 4 7-16,-3 4-6 16,-3 2-14-16,2 5-11 15,-2 11-6-15,0 11 4 16,0 7 7-16,0 10 2 0,0 4-24 16,-2 1-90-16</inkml:trace>
  <inkml:trace contextRef="#ctx0" brushRef="#br0" timeOffset="6769.53">15521 9099 152 0,'0'0'9'0,"0"0"2"0,0 0-13 0,0 0 2 0,0 0 13 16,0 0 2-16,0 0-4 15,28 40 5-15,-12-33-2 16,2 3-3-16,3-2-2 16,0 4-2-16,-3-1-2 15,12 15 1 1,-22-14-5-16,-4 1 0 16,-4 2 0-16,0 2 2 15,-12 0 3-15,-5 1-3 0,-2-1-5 16,-4-3-37-16,0-8-68 15</inkml:trace>
  <inkml:trace contextRef="#ctx0" brushRef="#br0" timeOffset="6888.74">15558 9139 158 0,'0'0'34'0,"45"-60"-30"15,-13 25 0-15,8-4-1 0,9-3-3 16,0-1-54-16</inkml:trace>
  <inkml:trace contextRef="#ctx0" brushRef="#br0" timeOffset="7379.5">17254 8808 196 0,'0'0'19'16,"0"0"-2"-16,0 0-9 15,0 0 3-15,0 0 0 0,-41 16-8 16,36-11 1-16,0 4-2 16,1-3-1-16,2 3-1 15,-1 1 0-15,3-1 0 16,0 6-1-16,0-3 1 0,8-1 0 15,2 1 1 1,3 2 3-16,3-3-2 0,0 2-1 16,1-2 1-16,2 3-1 15,-4-1 0-15,-4 0 0 16,-2 0-1-16,-4 0 0 16,-5 0-2-16,-5 2-11 0,-11-1-3 15,-3 0-16-15,-4-4-53 16</inkml:trace>
  <inkml:trace contextRef="#ctx0" brushRef="#br0" timeOffset="7536.49">17239 8825 232 0,'0'0'38'0,"64"-72"-32"16,-14 26 2-16,13-5-6 0,9-6 0 15,3-7-8-15,2-1-152 16</inkml:trace>
  <inkml:trace contextRef="#ctx0" brushRef="#br0" timeOffset="8333.65">15415 10118 198 0,'79'-32'4'0,"18"-5"11"0,24-5-1 0,20-2-3 0,20-2-3 0,16-4-5 15,15 1-1-15,14-1 0 16,4 3-1-16,5 4 2 16,6 2 0-16,0 4-3 15,-6 1-8-15,-10-3-47 16,-12 1-98-16</inkml:trace>
  <inkml:trace contextRef="#ctx0" brushRef="#br0" timeOffset="10781.4">14872 11212 77 0,'-13'6'12'0,"-1"-3"23"0,1-2-2 0,0 0-10 16,0-1-2-16,3 0-7 0,-1 0 0 15,4 0 2-15,-2-5 0 16,5-2 0-16,1 1-9 16,3-2-8-16,0-2 1 15,4 1 0-15,8-3 0 0,1 0-2 16,3 4 2-16,5 1-1 15,-2 4 0-15,1 3-3 16,2 0-6-16,-4 11-8 16,1 9 5-16,-6 4 2 15,1 6 0-15,-8 1 0 16,-3 3 9-16,-1-1 1 16,-2-3 1-16,0-3 0 0,0-4 0 15,-2-4 0-15,-1-3 0 16,1-6 0-16,2-3 0 15,0-1-16-15,0-5-8 16,0-1 7-16,0-7 10 16,2-8 12-16,3-7 6 0,1-5-6 15,-2-3 3-15,2-4-3 16,-4 0 1-16,0-1-4 16,-2 5 0-16,0 3 0 15,0 3 0-15,-4 5 2 16,-2 6 10-16,2 4-6 0,2 3-1 15,-2 1-3-15,2 4 1 16,1 1-5-16,1 3-6 16,0 10-2-16,0 5 6 15,3 6 0-15,3 2 1 16,-1 5 1-16,4-1-2 0,0 1 3 16,-2-4 0-16,5-4-1 15,2-2 0-15,0-8 0 16,4 0-2-16,2-7-8 15,0-4-30-15,4-2-4 16</inkml:trace>
  <inkml:trace contextRef="#ctx0" brushRef="#br0" timeOffset="10965.74">15254 11147 229 0,'0'0'-1'0,"0"0"23"0,0 0 2 0,0 0-14 0,0 0-5 16,0 0-4-16,0 0-7 15,0 0-12-15,14-39-21 0,-1 34-40 16,0 0-62-16</inkml:trace>
  <inkml:trace contextRef="#ctx0" brushRef="#br0" timeOffset="11081.15">15337 11296 151 0,'0'0'27'0,"0"0"-26"15,0 0-17-15,0 0-10 16</inkml:trace>
  <inkml:trace contextRef="#ctx0" brushRef="#br0" timeOffset="11372.55">15462 10991 222 0,'0'0'3'0,"0"0"11"16,0 0-13-16,0 0 1 16,0 0-1-16,45-30 0 15,-29 20 0-15,4 3-1 16,-3 4-1-16,0 3-1 15,0 0-3-15,1 6-3 0,0 8-2 16,-3 3 4-16,0 4 4 16,-3 2 2-16,-3 1 0 15,-2-2 1-15,-2 2-1 16,-1 1 1-16,-2 0 1 0,-1 1 0 16,0 0-7-16,-1 2-9 15,0-6-65-15</inkml:trace>
  <inkml:trace contextRef="#ctx0" brushRef="#br0" timeOffset="11551.25">15590 11214 171 0,'0'0'16'0,"0"0"18"15,0 0-19-15,0 0-10 16,0 0-4-16,35-38 2 0,-10 24-3 15,6-1 2-15,2 1-6 16,4-2-65-16,-1-1-48 16</inkml:trace>
  <inkml:trace contextRef="#ctx0" brushRef="#br0" timeOffset="11941.69">16613 11046 103 0,'0'0'11'0,"0"0"17"16,0 0-8-16,0 0-5 16,0 0-2-16,0 0-10 15,0 0-3-15,0 0 3 0,12 0 3 16,8-3 2-16,0-2-2 16,7-2-1-16,3-1-4 15,4 0 1-15,-1-2-1 16,6 2 1-16,-4-1-2 15,1 1 1-15,0-1 0 16,-4 2-3-16,-1-2-2 0,-3 2-14 16,-5 0-32-16,-6 1-34 15</inkml:trace>
  <inkml:trace contextRef="#ctx0" brushRef="#br0" timeOffset="12161.55">17040 10864 199 0,'0'0'6'0,"0"0"-1"0,0 0-2 15,49-39-2-15,-28 33 0 16,-1 5-1-16,2 1-2 16,-1 1 0-16,-4 13-1 15,-1 6-2-15,-3 3 0 16,-1 8-2-16,-4 3-7 15,-6-3-21-15,-1-1 10 0,-1-3-15 16</inkml:trace>
  <inkml:trace contextRef="#ctx0" brushRef="#br0" timeOffset="12742.58">17404 10754 198 0,'0'0'-2'0,"0"0"29"16,0 0-2-16,0 0-14 0,0 0-15 15,0 0-3-15,0 0 9 16,0 0-3-16,14 1 2 16,-7 9-1-16,4-1-1 15,1-2 1-15,1-2-1 16,2-2-2-16,-1-3 2 15,2 0 1-15,-3-4 1 0,1-6 1 16,-1-1-2-16,-1-3 1 16,0-1 0-16,-5-2-1 15,0 4 1-15,-2 2 0 16,0 2-1-16,-3 4 0 16,1 3 0-16,-3 2-1 0,1 0-4 15,1 6-2-15,2 8-6 16,0 5 17-16,-1 2-4 15,1 6 2-15,2 6-4 16,-3 1 4-16,0 3-5 16,-2 1 4-16,-1 1-2 0,0-4 2 15,-4-1-1-15,-4-3 0 16,0-10 0-16,-2-5-4 16,1-6 5-16,2-5 1 15,1-5 1-15,1 0 1 16,0-9-2-16,-2-4 2 15,3-3-5-15,1 0-1 0,1-2 3 16,2 0-1-16,0 2 2 16,0-1 1-16,5 2 0 15,6 1-3-15,2 1 1 0,2 0-1 16,2 3-3-16,1 0-20 16,-1 3-53-1,1 0-20-15</inkml:trace>
  <inkml:trace contextRef="#ctx0" brushRef="#br0" timeOffset="12909.94">17866 10750 232 0,'0'0'10'0,"0"0"12"0,0 0-12 0,0 0-8 0,25-42-3 15,-14 32-29-15,1-1-58 16</inkml:trace>
  <inkml:trace contextRef="#ctx0" brushRef="#br0" timeOffset="13045.72">17946 10805 135 0,'0'0'56'16,"0"0"-47"-16,0 0-9 15,0 0 2-15,0 0 1 0,0 0-3 16,39 7-70-16</inkml:trace>
  <inkml:trace contextRef="#ctx0" brushRef="#br0" timeOffset="13371.24">18123 10586 217 0,'0'0'17'0,"0"0"4"0,0 0-12 15,0 0-2-15,-15-35-3 16,15 18-7-16,3-2 2 16,7 0-1-16,2 1 3 15,1 3 0-15,3 2-1 16,-2 3 0-16,3 4 1 15,-1 5-2-15,2 1-1 0,-7 7-3 16,0 14-6-16,-4 7-5 16,-4 7 7-16,-3 3 7 15,0 2 0-15,0-1 2 16,-3 0 0-16,-2-1 2 16,1-2-2-16,-1 2-9 0,1-1-40 15,1 1-30-15</inkml:trace>
  <inkml:trace contextRef="#ctx0" brushRef="#br0" timeOffset="13493.9">18290 11069 161 0,'0'0'9'16,"0"0"-6"-16,0 0 0 16,0 0-1-16,0 0-15 15,0 0-99-15</inkml:trace>
  <inkml:trace contextRef="#ctx0" brushRef="#br0" timeOffset="13607.67">18290 11069 229 0,'4'27'3'0,"-7"-24"1"16,3 0-9-16,0-2-14 16,0-1-53-16</inkml:trace>
  <inkml:trace contextRef="#ctx0" brushRef="#br0" timeOffset="14254.49">18122 10143 125 0,'0'0'16'0,"-47"0"15"16,26 1-20-16,2 11-8 0,-1 5-3 16,1 4 1-16,2 8-1 15,-2 6-1-15,3 8 0 16,0 9 0-16,3 9-3 16,1 9 4-16,7 4 4 0,3 9-2 15,2 4-1-15,2 4 0 16,10 0 0-16,3-2-1 15,3 0 0-15,4-6-3 16,2-12 5-16,5-8-3 16,5-12 1-16,7-11 2 0,1-11 13 15,2-10-5-15,6-5-5 16,1-11-1-16,2-3 0 16,1-2 0-16,1-15-3 15,-1-7 3-15,-3-7-8 16,-4-6-7-16,-8-7-5 15,-5-4 9-15,-7-7 8 16,-9-5 1-16,-7-7 2 0,-8-5 7 16,-3-4 5-16,-1-2 3 15,-12-1-6-15,-9 1 1 16,-10 3-4-16,-10 4-1 16,-11 7-4-16,-14 5-6 0,-16 5-3 15,-16 9-26-15,-15 5-49 16</inkml:trace>
  <inkml:trace contextRef="#ctx0" brushRef="#br0" timeOffset="18562.65">19177 3821 58 0,'-8'0'31'0,"2"-1"-21"0,1-3 5 0,2-5 5 15,2 2 6-15,1 0 5 16,0-2-7-16,9-2-18 15,5 1-3-15,3-2 1 16,3 2-4-16,4 0 0 16,2 2-1-16,0 1 5 0,-1 5-4 15,0 2 1-15,-1 0-1 16,-3 2-1-16,-3 7 1 16,-2 2-2-16,-3 3-1 15,-4 2-1-15,-2 2-2 16,-1-2 0-16,-6 1-1 0,0 2 3 15,0-5 6-15,-2 0-1 16,-4-4 1-16,1-3-2 16,2-1 1-16,1-3-1 15,0-2 0-15,2-1 3 16,0 0 7-16,0-3 4 0,0-7-8 16,0-1-3-16,4-5 0 15,-1-1 0-15,2-1-2 16,1-2 0-16,-2-1 0 15,1 2 0-15,1 0-1 16,-3 3 0-16,-1 2 0 16,0 2 1-16,1 4-2 0,-1 0 1 15,-2 4 0-15,0 0 1 16,2 3-1-16,0 1 2 16,1 0-6-16,2 0-2 15,2 5 1-15,5 4 1 0,-1 2-3 16,2 3 4-16,5 2 3 15,0 4-1-15,4-2 2 16,8 3 1-16,5 1-4 16,4-7-30-16,5-6-90 15</inkml:trace>
  <inkml:trace contextRef="#ctx0" brushRef="#br0" timeOffset="19265.38">21318 3431 175 0,'0'0'0'0,"0"0"-8"0,0 0 2 0,0 0 4 0,0 0-2 16,-3 44 0-16,3-30-1 15,0 2 1-15,4-4 1 16,5 1 5-16,1-3-1 16,1-1 3-16,2-2-1 0,0-4 5 15,4-1 1-15,-2-2-1 16,3 0-4-16,0-7 2 15,0-4-3-15,1-2-2 16,-1-1-1-16,1-6-1 16,-4 4 0-16,-1 2-1 0,-1-2-6 15,-6 4-1-15,0 2 9 16,-4 6 4-16,-3 1 9 16,0 3-4-16,0 0-9 15,0 4-5-15,-2 8-4 16,1 2 2-16,-1 1 1 0,2 1 1 15,0 1 4-15,2 0 3 16,3 1 1-16,3-3 3 16,-1-1 0-16,2 1-1 15,-4 0-2-15,-1-1-1 16,-4 3 3-16,0 3 1 16,-12 2 0-16,-11 4 2 0,-11 5-8 15,-11 5-17-15,-11 1-26 16,-10 4-17-16</inkml:trace>
  <inkml:trace contextRef="#ctx0" brushRef="#br0" timeOffset="19680.27">19213 4593 100 0,'0'0'3'0,"0"0"1"0,0 0-2 0,0 0-11 0,0 0 16 15,0 0-3-15,62-11 1 0,-20 3 1 16,10-3-1-16,9-4-2 16,17-3 2-16,8 0-3 15,16-5 0-15,13 0 4 16,10-2 0-16,12-2 8 16,9 0 6-16,7 1-5 0,2-1-4 15,1 0-4-15,-1 4-1 16,-3 2-3-16,-9 1 1 15,-12 6 0-15,-13 3-5 16,-16 4-10-16,-23 5-25 16,-24 1-52-16</inkml:trace>
  <inkml:trace contextRef="#ctx0" brushRef="#br0" timeOffset="20083.87">19614 4932 195 0,'0'0'26'0,"0"0"-18"0,0 0-20 0,0 0 1 0,35 39 4 16,-19-13 4-16,0 7 5 16,3 4 1-16,-4 7 2 15,2-3-22-15,0-4-88 16</inkml:trace>
  <inkml:trace contextRef="#ctx0" brushRef="#br0" timeOffset="20720.98">21515 4685 124 0,'0'0'4'0,"0"0"12"0,42-23 5 0,-21 13-2 15,4-1-4-15,0 2-2 0,0 4-8 16,-4 3-4-16,-4 2 0 15,-4 2-1-15,-6 8-3 16,-4 2-7-16,-3 3 4 16,-3 2 6-16,-10 0-1 15,-1-1 1-15,-1 0 1 16,1-1 0-16,3-3 3 16,4 1-4-16,6-3-2 0,1 0-2 15,0 0 1-15,10 1 2 16,4 2 1-16,4 2 3 15,2 0-3-15,-4 1 0 16,1 1 0-16,-7 1 0 16,-8 6 0-16,-4 1 0 0,-25 6 4 15,-18 4 7-15,-21 5-8 16,-17 0-37-16,-14-2-77 16</inkml:trace>
  <inkml:trace contextRef="#ctx0" brushRef="#br0" timeOffset="21268.69">19259 5916 92 0,'0'0'41'0,"0"0"-39"0,0 0 1 0,0 0 1 0,45-19 0 15,-29 10 4-15,6-1-1 16,1 3 2-16,1 0 3 16,-2 2-6-16,-2 5-5 15,-4 0-1-15,-6 6-4 16,-4 4-6-16,-4 7-2 15,-2 0 14-15,-4 2 0 16,-5 1 1-16,-5-2 0 0,1 2 6 16,-1-4-1-16,4-1 0 15,3-3-6-15,3-1-2 16,4-4-5-16,2 0 2 16,13-4 2-16,11 0 8 0,13-3 5 15,13 0-3-15,16-6 0 16,11-7-5-16,10-8-50 15</inkml:trace>
  <inkml:trace contextRef="#ctx0" brushRef="#br0" timeOffset="22655.83">21472 5611 77 0,'0'0'2'0,"0"0"0"0,0 0-5 0,0 0 1 15,0 0 1-15,0 0 1 16,0 0 1-16,0 0 5 0,0 0 6 16,0 0 7-16,0 0 4 15,0 0-2-15,0 0-19 16,0 0-7-16,2 0 1 16,-2 0 1-16,0 0 0 15,0 0 1-15,0 0 1 16,0 3 4-16,0-2 0 0,0-1-2 15,0 0 2-15,0 0 4 16,0 0 3-16,0 0-1 16,0 0-2-16,0 0 4 15,0 0 3-15,0 0-10 16,0 0-2-16,0 0 1 0,0 0 2 16,0 0-1-16,0 0 0 15,0-1 2-15,0 1-5 16,2 0-3-16,1 0-2 15,-1 6 3-15,0 3-4 16,-1 6 0-16,0 0 1 16,-1 4 1-16,3 0-2 0,-1 0-1 15,2-3 1-15,2 2 5 16,3-4 0-16,1-1 0 16,3-4 0-16,1-2 2 15,0-3 3-15,3-4 3 16,1 0 0-16,3 0-3 0,0-8 1 15,0-8-1-15,3-1-3 16,-4-5-1-16,3-2-2 16,-8 0-2-16,-2 0 2 15,-1 6 2-15,-7 2 0 16,-2 5 5-16,-2 5 5 0,-1 6 10 16,0 0-18-16,0 10-15 15,0 13 7-15,1 6 1 16,4 8 5-16,3 7-1 15,-1 2-9-15,-1 2-69 0</inkml:trace>
  <inkml:trace contextRef="#ctx0" brushRef="#br0" timeOffset="23936.77">19792 7001 115 0,'-2'0'43'0,"0"0"-21"0,2-5 11 0,0-2-21 15,2-2-6-15,6 1-5 16,0 0 1-16,3 1-2 16,-1 0 1-16,1 3-1 15,0-2 0-15,1 2 1 0,1 3-2 16,2-1 0-16,1 2 1 15,2 0-2-15,-3 0 2 16,1 5 0-16,-4 3 0 16,-1 2-1-16,-6 1-2 15,-5 1-2-15,0 2-2 16,0 0-4-16,-5 0 7 0,-1-1 12 16,0 0-6-16,4-2-1 15,2-1-2-15,0-3-1 16,7 0 5-16,7-4 0 15,4 1-1-15,2-2 0 16,5 2 1-16,1-2-3 0,-3 3 1 16,0 0-1-16,-2 1 1 15,-4 3-2-15,-3 1 1 16,-7-1-1-16,-3-1 0 16,-4 2-2-16,0 1-4 15,-15-2 10-15,-10 2 4 0,-6 0-3 16,-6 1-1-16,-3 0 0 15,-1-1 0-15,5 0-1 16,5-1-3-16,6-3-15 16,10-7-46-16</inkml:trace>
  <inkml:trace contextRef="#ctx0" brushRef="#br0" timeOffset="24575.3">21841 6784 77 0,'0'0'35'0,"0"0"-30"0,0 0 1 0,0 0-4 0,0 0 1 15,0 0 13-15,0 0 7 16,0 0 5-16,0 0-4 0,0 0-12 16,0 0-7-16,0 0-4 15,-3-24-6-15,-1 34 4 16,-1 1-1-16,0 5 4 15,2-2-4-15,3 3 0 16,0-1-1-16,2-3 0 0,9-2-1 16,6 4 4-16,2-3 0 15,6-1 1-15,-1-4 0 16,1 3 1-16,-3 0-2 16,-2-1 0-16,-7-2 0 15,-5 0-2-15,-4-1 0 16,-4-1 1-16,-8 2 2 0,-9-1 13 15,-6 0-5-15,-5 4-1 16,-3-3-5-16,-1 1-3 16,2-1-14-16,2-1-39 15,3-6-20-15</inkml:trace>
  <inkml:trace contextRef="#ctx0" brushRef="#br0" timeOffset="24739.87">21903 6722 240 0,'37'-22'2'15,"5"1"-1"-15,5 3 0 16,6 3 0-16,1 1 1 16,-8 0-36-16,-7-2-163 15</inkml:trace>
  <inkml:trace contextRef="#ctx0" brushRef="#br0" timeOffset="25860.71">20134 7980 125 0,'0'0'13'0,"0"0"27"0,0 0-7 0,0 0-13 16,0 0-4-16,0-37-9 15,0 37-5-15,0 0-8 16,0 8-6-16,0 5 2 16,0 6 6-16,0 1-1 15,0 1 12-15,1 0-7 16,6-1-1-16,-2-3 0 0,4-3 0 15,-1-4 0-15,0-2 1 16,2-2 2-16,4-4 0 16,-3-2 3-16,5 0-2 15,1-3 0-15,6-10-1 16,-2-1-3-16,3-7-5 16,0-2-5-16,-4-4 0 0,0 0 1 15,-4 0 2-15,-2 2 11 16,-5 5-2-16,-2 4 3 15,-1 8 7-15,-2 3 4 16,-1 5-7-16,0 0-15 0,0 13-4 16,2 6 8-16,-1 7 0 15,3 6 3-15,0 6 4 16,0 6-1-16,1 4 4 16,1 1-7-16,-2-4-48 15</inkml:trace>
  <inkml:trace contextRef="#ctx0" brushRef="#br0" timeOffset="26799.85">22069 7643 154 0,'0'0'9'0,"0"0"36"0,0 0-13 16,0 0-21-16,0 0-7 15,0 0-4-15,0 0-6 16,0 0 7-16,0 0-1 16,-41 7 1-16,18 21-5 0,-1 6-1 15,2 5 4-15,4 2-1 16,8-1 0-16,7 0-1 15,3-3 0-15,3-7-2 16,11-6 7-16,2-8-1 16,7-5 2-16,-1-6 0 0,4-4 3 15,2-1 1-15,-1-1-2 16,0-8-1-16,-3-3 0 16,-5-5-1-16,-8 3 1 15,-5-3 3-15,-6 2 0 0,0 3-3 16,-13 6-4-16,-12 6-4 15,-13 9-6-15,-13 15-17 16,-10 9-14-16,-10 6-43 16</inkml:trace>
  <inkml:trace contextRef="#ctx0" brushRef="#br0" timeOffset="27440.61">20511 8987 122 0,'0'0'22'0,"0"0"24"0,0 0-14 0,0 0-17 0,0 0-7 15,0 0-4-15,0 0-2 16,-40-30-4-16,31 37 4 15,0 5-4-15,2 5 1 16,1 1 0-16,2 6-2 16,4-2 0-16,0 0 0 0,6-2 0 15,5-3-1-15,4-1 4 16,3-3 5-16,1-1 1 16,3-2 0-16,-3 0-2 15,2 0-2-15,-8-1-1 16,-1-2 0-16,-5 1-1 15,-3-1 0-15,-4 1 0 0,0 1 2 16,-7 0 4-16,-13 4-13 16,-2-2-35-16,-7-4-85 15</inkml:trace>
  <inkml:trace contextRef="#ctx0" brushRef="#br0" timeOffset="27588.68">20487 8976 227 0,'40'-26'-1'0,"3"-4"4"15,12 3-1-15,0 2-2 16,0-1-87-16</inkml:trace>
  <inkml:trace contextRef="#ctx0" brushRef="#br0" timeOffset="28187.36">22145 8700 63 0,'0'0'20'0,"0"0"10"0,0 0 12 16,0 0-1-16,0 0-14 16,0 0-9-16,0 0-10 15,0 0-5-15,0 0-5 16,-2 0 0-16,2 0 2 15,8 0 1-15,4 0 2 0,3 0 0 16,6-4 0 0,6-3-2-16,6-3 4 15,0 1-4-15,3-1 1 0,-4 0-1 16,-1 3-1-16,-4 2 0 16,-5 3 1-16,-8 2-2 15,-1 0 1-15,-8 3-3 0,-1 10-4 16,-4 7-3-16,0 7 1 15,-2 7 10-15,-5 8 0 16,-3 5 2-16,0 9-2 16,1 3 2-16,-1-3-23 15</inkml:trace>
  <inkml:trace contextRef="#ctx0" brushRef="#br0" timeOffset="30532.14">20037 10285 123 0,'0'0'4'0,"68"-27"2"0,-24 11 21 0,8-5-2 15,8-2-9-15,11 1-5 0,8-4-5 16,10 1 1-16,11-2-1 15,8-2-1-15,6 0-2 16,11-3-1-16,10-1 0 16,6-2-1-16,3-1 2 15,8-1-2-15,3-1 1 0,1 1 3 16,0 0 4-16,-6 3-3 16,-5 0 1-16,-6 7-3 15,-9-1-1-15,-12 6-2 16,-12 2 0-16,-15 6-8 15,-20 0-33-15,-22 3-85 16</inkml:trace>
  <inkml:trace contextRef="#ctx0" brushRef="#br0" timeOffset="31513.82">19868 10992 42 0,'0'0'19'0,"0"0"-16"0,0 0 12 0,-37 12 1 0,27-11-8 15,0 1 9-15,0-2 2 16,3 0 9-16,1 0 5 16,3 0-4-16,-2-3-15 15,3-2 7-15,2-2-17 16,0 0 2-16,8-3-5 16,4 2-1-16,1-4 0 0,5 3 1 15,2 0-2-15,1 2 1 16,3 3 0-16,1 4-1 15,-3 0-1-15,-2 5 0 16,-2 8-1-16,-5 7-2 16,-3 1-2-16,-5-1 2 0,-5 4 0 15,0-4 2-15,-1 0 4 16,-9-3-1-16,2 0 0 16,-3-4-1-16,-1-3-1 15,3 1 1-15,3-5 0 16,-2-5 3-16,2-1-1 0,1 0-2 15,3-8-14 1,2-5 12-16,0-5-3 0,0-2 6 16,5-7 1-16,3-2 0 15,2-1 0-15,1-2 1 16,-1 1-1-16,-3 2-1 0,1 6 1 16,-4 6-1-16,-4 6 1 15,0 4-1-15,0 4 5 16,0 3 3-16,0 0-6 15,0 9-3-15,0 5 4 16,0 6-12-16,0 2 15 0,0 2-7 16,1-1 0-16,10 0-3 15,-1-2 3-15,4-4-1 16,2-1 5-16,0-5 0 16,2-4-2-16,1-2-2 0,0-3-5 15,1-2-8-15,0 0-34 16,-2-9-40-16</inkml:trace>
  <inkml:trace contextRef="#ctx0" brushRef="#br0" timeOffset="31669.68">20297 10812 239 0,'0'0'-8'0,"0"0"24"0,0 0-4 15,0 0-7-15,0 0-10 16,37-33-17-16,-17 22-45 0</inkml:trace>
  <inkml:trace contextRef="#ctx0" brushRef="#br0" timeOffset="31810.28">20379 10900 192 0,'0'0'10'15,"0"0"-10"-15,0 0-15 16,0 0 27-16,0 0-13 16,42-6-39-16,-21-9-67 0</inkml:trace>
  <inkml:trace contextRef="#ctx0" brushRef="#br0" timeOffset="32132.73">20596 10639 157 0,'0'0'13'0,"0"0"2"15,0 0-10-15,0 0-7 16,0 0 3-16,0 0 2 0,0 0 17 16,27-10-7-16,-9 4-3 15,4-4-4-15,-1 3-3 16,3 0 0-16,-6 0-3 15,2 1 1-15,-5 6-1 16,0 0 0-16,-3 6-4 16,-5 9-1-16,2 4 0 0,-7 5 2 15,0 0 3-15,-1 5-4 16,-1-1 8-16,1-1 0 16,0-3-4-16,1 0-1 15,0-2-14-15,-2-4-21 0,0-4-35 16</inkml:trace>
  <inkml:trace contextRef="#ctx0" brushRef="#br0" timeOffset="32309.37">20724 10778 258 0,'0'0'-3'0,"0"0"5"15,0 0-2-15,49-36 1 16,-20 22-1-16,0 3-15 0,-2-2-25 16,3 3-46-16</inkml:trace>
  <inkml:trace contextRef="#ctx0" brushRef="#br0" timeOffset="32778.54">21439 10826 158 0,'0'0'7'0,"0"0"7"0,0 0-9 0,1-42-4 0,7 30 0 16,-3-2-3-16,5 2-11 15,-3-4-38-15</inkml:trace>
  <inkml:trace contextRef="#ctx0" brushRef="#br0" timeOffset="32949.65">21561 10615 242 0,'0'0'-16'0,"0"0"21"0,0 0 1 16,0 0-6-16,0-37-12 15,0 25-59-15</inkml:trace>
  <inkml:trace contextRef="#ctx0" brushRef="#br0" timeOffset="33126.12">21536 10404 278 0,'0'0'3'0,"0"0"8"16,0 0-8-16,0 0-15 16,0 0-13-16,0 0-24 15,0 0-79-15</inkml:trace>
  <inkml:trace contextRef="#ctx0" brushRef="#br0" timeOffset="33839.55">21959 10443 142 0,'0'0'10'0,"0"0"-10"16,0 0 2-16,4 40 3 15,6-27-2-15,1-1 0 0,2-2-2 16,3-4 1-16,3-5 1 16,2-1-1-16,-1 0-4 15,3-7-3-15,-5-4-2 16,4-2 2-16,-5-1 5 16,0-2 0-16,-4 2 1 15,-1-2 2-15,-4 5-1 16,-3-1 3-16,-1 4-3 0,-2 2 6 15,-1 2 2-15,-1 4-6 16,0 0-3-16,0 0-6 16,0 4-5-16,0 9 3 15,0 3 9-15,-1 2 0 0,0 3 3 16,1 2-3-16,0 1 1 16,1 1-1-16,6 0-2 15,2-1 1-15,0 2 0 16,0-5-1-16,-2 3 2 0,0-3-1 15,-1-2-1 1,-2-1-1-16,-4-2 2 0,0-1-3 16,0-3 3-16,-6-3-2 15,-1-2 2-15,-2-3 7 16,-2-2-2-16,0-2 5 16,0 0 3-16,-1 0-6 0,0-5-4 15,0-3 0-15,1-4 1 16,0 1 1-16,3-3 4 15,2-1-2-15,2 1 11 16,4-2-12-16,0 2-3 16,10 0-1-16,7-1-3 0,10-1-2 15,6 0-16-15,3-2-39 16,3-3-75-16</inkml:trace>
  <inkml:trace contextRef="#ctx0" brushRef="#br0" timeOffset="33996.12">22563 10440 97 0,'0'0'177'0,"0"0"-166"0,0 0 6 0,0 0-18 16,0 0 3-16,0 0-28 15,47-7-76-15</inkml:trace>
  <inkml:trace contextRef="#ctx0" brushRef="#br0" timeOffset="34125.12">22632 10572 280 0,'0'0'-2'0,"0"0"-28"15,37-7-1-15,-13-12-97 16</inkml:trace>
  <inkml:trace contextRef="#ctx0" brushRef="#br0" timeOffset="37508.81">16417 12212 202 0,'-11'0'3'0,"2"-5"18"0,5-9-8 0,4-2-7 0,1-3-3 0,9 1-2 16,2-1-2-16,2 2 0 15,-1 6 1-15,0 4-2 16,1 4 0-16,-3 3-4 0,1 7-5 16,1 10 2-16,-2 4 4 15,2 2 3-15,-1 4 3 16,4-3-1-16,-3 1 1 16,1-5-1-16,0-2 1 0,-1-6 0 15,-1-3 1-15,-1-4 0 16,-1-4 3-16,-3-1-1 15,1-3 1-15,-3-9 4 16,1-3 3-16,-1-3-3 16,-3-2-4-16,0 0-1 0,-1 1-1 15,-1 5-2-15,0 4 0 16,0 3 11-16,0 4-1 16,0 3-5-16,2 0-12 15,2 7-7-15,1 8 4 16,5 6 7-16,-1 7 1 15,2 5 2-15,2 8-1 0,0 3 1 16,-2 3 0 0,0 3 0-16,-3-2 0 0,-1 2 0 15,-4-5 0-15,-3-1-1 16,0-6 1-16,0-3-2 16,-7-7 1-16,-2-5 0 0,-3-6 1 15,1-5 0-15,-1-4 1 16,-2-2 2-16,-1-6-1 15,-1 0-1-15,0-3 1 16,0-10-1-16,-3-3 3 16,3-2-1-16,0-2 3 0,3 0-1 15,3 1-3 1,3 2 0-16,3 2-3 0,4-1-1 16,0 4-1-16,10-1-14 15,6 0-23-15,5-3-41 16,2 1-57-16</inkml:trace>
  <inkml:trace contextRef="#ctx0" brushRef="#br0" timeOffset="37720.21">16922 12330 280 0,'0'0'-4'0,"0"0"17"0,0 0-1 0,0 0-10 0,0 0-1 15,0 0-1-15,40-44-22 16,-19 30-18-16,-2-3-88 16</inkml:trace>
  <inkml:trace contextRef="#ctx0" brushRef="#br0" timeOffset="37862.94">17093 12425 264 0,'0'0'21'0,"0"0"-25"0,0 0-19 16,0 0 14-16,0 0-50 15</inkml:trace>
  <inkml:trace contextRef="#ctx0" brushRef="#br0" timeOffset="38462.62">17168 12310 224 0,'0'0'-24'0,"0"0"29"16,0 0-1-16,0 0-2 16,4-44-2-16,2 33 0 15,1 3 1-15,-2 0-1 0,4 5 2 16,-4 2 0-16,1 1-1 16,1 0-1-16,1 2-1 15,0 8 1-15,1 2 1 16,1 5-2-16,-3 1 2 15,0 3 1-15,-2 1-4 0,-1 1 1 16,-2-3-4-16,-2-2-4 16,0-1 3-16,0-4 1 15,0-4 1-15,0-5 10 16,0-1-3-16,0 0-1 0,0-3-1 16,0 0-4-16,0-3-4 15,4-8 8-15,2-5-11 16,3-4-20-16,1-5 6 15,-2-3 8-15,1-1 8 16,-1 0 1-16,-2-2 4 16,-3 4 3-16,0 1 3 0,0 7 5 15,-3 2 10-15,0 7 12 16,0 3 7-16,0 5-20 16,0 2-12-16,-3 2-12 15,0 10 8-15,1 7-3 16,1 3 0-16,-1 5 1 0,2-1 0 15,0 2 3-15,0-4-1 16,7-1 1-16,3-3-1 16,2-3 1-16,2-2 0 15,2-4-4-15,-1-4-15 16,-3-4-58-16</inkml:trace>
  <inkml:trace contextRef="#ctx0" brushRef="#br0" timeOffset="39827.58">17248 11802 135 0,'0'0'7'0,"0"0"27"0,-38 8-10 0,27-7-10 16,-3 0-5-16,1 1-5 15,-1 0-3-15,-1 1 0 0,-5 1-1 16,0 2-1-16,-2-2 0 16,-4 4 1-16,0-2 0 15,-4 0 0-15,0-2 1 16,-1 1 0-16,-1-1 1 16,-2-1-2-16,3-2 1 0,-4 0 3 15,2-1-1-15,1 1-1 16,-3 0-1-16,0 0 0 15,0 1-1-15,0 2 0 16,1 2 0-16,2-1 0 16,0-2 0-16,2 1 0 15,1-1 0-15,3 0 0 16,1-1 1-16,4-1-1 0,-3 0 0 16,7 1 1-16,0-1-2 15,3 2 2-15,-1-2-1 16,4 3-1-16,-3 0 0 15,3 1 0-15,-3 0 0 0,1 0 1 16,0 1 0 0,4 1-1-16,2 1 0 0,-1 1 1 15,2 5-1-15,2 0 0 16,0 5 0-16,2 2 1 16,0 2 0-16,-1 0 0 0,1-1 1 15,0 1-1-15,0-2 0 16,0 2-1-16,0 0 2 15,2 4-1-15,-1 0 0 16,-1 2 0-16,2 1 0 16,0 2 0-16,0-2 0 0,0 1 0 15,0 1-1-15,5-2 1 16,3 1-1-16,-1 1 0 16,4 0 1-16,0 1 0 15,0 3-2-15,3 0 2 16,-3 6 2-16,3 0-4 0,-1 1 2 15,0-2 3-15,2 0-3 16,1-4 1-16,0 0 0 16,0-6-2-16,2-1 2 15,2-3-2-15,-3 0-1 16,-2-3-5-16,0-2-1 16,1-4 0-16,-2-2-2 15,1-6 1-15,2-3 4 0,1-4 2 16,0-3 2-16,4 0 3 15,0-2 1-15,4-5 4 16,1-3-3-16,6 2 1 16,0-2-3-16,3 1 0 0,4-1-1 15,3 3-1-15,-1 0 1 16,2 0-1-16,6 0 0 16,-3-1 1-16,6-2-1 15,-4 2 1-15,-1-1 1 16,0 1 0-16,-1 4-2 0,-4 2 1 15,-3 2-1-15,0 0 0 16,1 0 0-16,-5 0 0 16,-1 3 0-16,-3 0 0 15,-2-1 0-15,-2-2 0 16,-3 0 1-16,-4 0 4 16,0 0 3-16,-1-3-4 15,-5-4-1-15,0-2 0 0,-3 1 0 16,-3-4 2-16,-1 0-2 15,-2-5 2-15,-2-2 2 16,-2-4 0-16,-1-5 2 16,0-7 0-16,0-5-5 0,1-6 0 15,2-5-3-15,-2-4 0 16,2-5 1-16,-2-4-2 16,0-3 1-16,-2-1-1 15,0-3-3-15,0 0 3 16,-10 0-4-16,-6 5 2 0,-3 0 0 15,-6 5 1-15,-6 4 1 16,-5 7-1-16,-7 6-2 16,-6 8-7-16,-4 7-29 15,-7 9-10-15,-1 9-40 16</inkml:trace>
  <inkml:trace contextRef="#ctx0" brushRef="#br0" timeOffset="40951.17">20884 11973 111 0,'-8'6'6'0,"1"-1"3"0,1-1-1 15,1 0-6-15,2 1-2 0,-3-1 0 16,3-3 0-1,1 0 0-15,0-1 3 0,-2 0 18 16,4-1 11-16,0-7-6 16,0-1-13-16,0-4-8 15,6 2-1-15,2-2-4 16,3 5 0-16,-1 0 1 0,-1 2-2 16,-1 5 0-16,2 1-2 15,-4 0-2-15,2 11-2 16,-1 4 0-16,3 2 2 15,0 7 4-15,4-1 2 16,0 1-1-16,2-3 1 16,0-4 0-16,2-4 1 0,0-5 0 15,1-4 1-15,1-4-2 16,-3 0 1-16,3-5 0 16,-1-5 1-16,-1-4 0 0,-2-3 2 15,0-1-3 1,-3-4 0-16,-3 2-1 15,-2-1 0-15,-6 3 0 0,-2 2-2 16,0 1 0-16,-7 6-2 16,-2 3 2-16,-2 2 5 15,-1 4-2-15,1 0 1 16,1 1-5-16,3 8 1 0,0 7-1 16,2 1 1-16,3 2-1 15,2 4 1-15,0 1 1 16,3 2 1-16,6 1 2 15,-1 1 2-15,3 2-2 0,2-1-1 16,0-1-1-16,1-1 1 16,-1 1 0-16,-2-3-1 15,-2-3-3-15,-3 1-1 16,-6-5-1-16,0-1-2 16,-5-4 5-16,-8 0 1 15,-8-4 1-15,-2-2-1 0,-3-2 1 16,0-2 0-16,-3-3-1 15,1 0 3-15,5 0 0 16,0 0-2-16,5-4 0 16,3-3-1-16,3-3-6 15,4-2-37-15,4-3-64 0</inkml:trace>
  <inkml:trace contextRef="#ctx0" brushRef="#br0" timeOffset="41221.61">21423 12002 282 0,'0'0'9'0,"0"0"-3"0,0 0-5 0,0 0 0 16,0 0 1-16,0 0-4 16,0 0 2-16,38-15-1 0,-25 13-5 15,1-1-14-15,-3 1-11 16,1 1-6-16,-4-3-43 16</inkml:trace>
  <inkml:trace contextRef="#ctx0" brushRef="#br0" timeOffset="41370.6">21519 12128 291 0,'0'0'6'0,"0"0"-10"16,0 0-6-16,40-4-1 15,-19-10-63-15</inkml:trace>
  <inkml:trace contextRef="#ctx0" brushRef="#br0" timeOffset="42026.38">21893 11921 175 0,'0'0'4'0,"0"0"3"15,0 0-5-15,0 0 0 0,0 0 3 16,-19-41-2-16,19 32 0 16,0-2 1-16,4 1 4 15,2 2 13-15,3-1-1 16,1 2-7-16,2 4-6 15,-2 0-5-15,2 3-3 0,3 0-2 16,-1 5-1-16,2 3 0 16,-1 6 2-16,1-1 1 15,-3 1-1-15,-2 3 2 16,-1-2 0-16,-1 0-1 16,-1-1 1-16,-3-1-2 15,-4-2-3-15,1-5-6 0,-2 1 2 16,0-4 6-16,0-2 4 15,0-1 4-15,0 0 2 16,0-5 0-16,2-5-6 16,0-4 1-16,-1-5-3 15,2 1 1-15,-3-3 0 0,0-1 0 16,0 2-1-16,0 1 0 16,-7 2 1-16,1 2 1 15,-1 2 0-15,2 5 1 16,-1 1 3-16,2 4 2 15,2 0-3-15,1 3-5 0,-1 0-2 16,2 6-7-16,0 5 6 16,0 3 3-16,0 2-1 15,2 0 2-15,5 2 1 16,3-1 0-16,2-3 2 16,2-1 1-16,2 0-1 15,0-2 2-15,3-5-3 0,2 2 0 16,0-5-18-16,0-3-25 15,1-2-89-15</inkml:trace>
  <inkml:trace contextRef="#ctx0" brushRef="#br0" timeOffset="42751.76">22458 11776 114 0,'0'0'39'0,"0"0"-7"0,0 0-8 0,0 0-18 16,0 0-6-16,0 0 0 16,0 0-2-16,0 0 1 0,0 0 1 15,0 0 0-15,0 0 0 16,0 0 1-16,0 0 2 15,0 0 7-15,-2 0-1 16,8 0-2-16,4-1 4 16,3-5 0-16,4 1-5 0,3-1 1 15,3-3-3-15,3 2-3 16,2-3 0-16,-1 2-1 16,-2-1-11-16,-4 3-19 15,-4-2-25-15,-7 1-31 16</inkml:trace>
  <inkml:trace contextRef="#ctx0" brushRef="#br0" timeOffset="42992.99">22487 11654 252 0,'0'0'5'16,"0"0"-17"-16,0 0 9 16,-2 39 3-16,5-20-1 0,5 4 2 15,-2 1 0-15,3 0-1 16,0 0-12-16,3-2-9 16,-2-4-19-16,0-3-9 15,1-5-23-15</inkml:trace>
  <inkml:trace contextRef="#ctx0" brushRef="#br0" timeOffset="43434.86">22802 11620 203 0,'0'0'53'16,"0"0"-48"-16,0 0-1 15,0 0-3-15,0 0 0 16,0 0-2-16,0 0 0 16,0 0 1-16,26-37 1 15,-16 34-1-15,-2-1 5 0,1 4-1 16,1 0-2-16,-1 0-4 15,-2 4-1-15,-1 6-2 16,-2 3-1-16,-2 3-3 16,-2 1-4-16,0 1 2 15,0 2 9-15,-6-1 1 0,2-3 0 16,-1-3 0-16,2-3 2 16,0-1-1-16,2-6 1 15,0 1 0-15,1-4 0 16,0 0 6-16,11 0 6 15,7 0 1-15,5-7-5 16,6-5-4-16,4-2-5 0,4-3-14 16,-4-5-63-16</inkml:trace>
  <inkml:trace contextRef="#ctx0" brushRef="#br0" timeOffset="44523.22">23106 11208 165 0,'0'0'19'0,"-38"-10"-17"0,15 9 1 0,-3 1-4 0,-3 0 1 16,-8 1-11-16,0 6 0 16,-5 2 7-16,-3-1 7 15,-2 1-2-15,-7 2 6 16,-4 1-1-16,-4 0 0 16,-1 1-2-16,-6 2 2 0,-1 0-2 15,-5 1-2-15,-3 1-1 16,-5 1-3-16,-4-2 3 15,1 1-2-15,-2 0 0 16,1-4 0-16,-1 1 2 16,1-1 1-16,0 1 0 0,3-4 1 15,0 1 1-15,-3-2-3 16,3 2 1-16,3-4-1 16,4 3 0-16,0 0-1 15,4-3 1-15,5 2-1 0,5 3 0 16,4-2 0-1,3 3 1-15,6 2-1 0,2 1 1 16,0 0 2-16,7 3 0 16,5 1 0-16,3 4 4 15,3 0-2-15,6 5-3 16,7 4 0-16,3 3 0 0,7 6 1 16,-1 7-2-16,5 6 1 15,0 6 2-15,3 6 3 16,0 4-3-16,0 4-1 15,0-1-1-15,4-1-1 16,6-5 2-16,3-2-1 0,1-5-2 16,3-6 1-16,2-7 0 15,3-3 0-15,-3-2-1 16,4-4 1-16,0-3-1 16,1-5 1-16,0-1 0 15,3-6-1-15,1-4 0 0,3-3 1 16,5-4 1-16,4-7-2 15,7-5 2-15,4-1-1 16,6-3 1-16,5-11 0 16,5-2-1-16,4-4-1 15,5-2 1-15,3-2 1 16,6-1-2-16,4-1 0 0,2-1 0 16,2-1-2-16,4 3 0 15,2-1 0-15,1 2 2 16,1 3 0-16,-1 1 0 15,1 0-1-15,-6 3 2 16,-4-3 0-16,-3 3 0 0,-4 0 0 16,-7 0-1-16,-5 0 1 15,-4 0-1-15,-4-1 0 16,-4-1 0-16,-4-1 0 16,-2-1 2-16,0-2-2 15,-3-4 0-15,-5-3 0 0,-1-4 0 16,-3-3 0-16,-3-4 0 15,-1-4-3-15,-5-5-1 16,-3-5 2-16,-5-4 2 16,-6-2 0-16,-10 0 0 15,-6-3 0-15,-3 1 3 16,-12 1 8-16,-10 1 5 0,-5 2 3 16,-9 2-1-16,-4 4-5 15,-14 4-10-15,-11 6-8 16,-13 3-23-16,-17 6-32 15,-17 3-107-15</inkml:trace>
  <inkml:trace contextRef="#ctx0" brushRef="#br0" timeOffset="46066.33">4309 5382 117 0,'0'0'2'0,"0"0"-1"0,0 0 1 0,15-44-1 16,-5 33-1-16,1-3 0 15,3 0 2-15,-1 1 1 16,3 1 3-16,-1-2-2 16,3 3-2-16,2 1 2 15,0 1-3-15,-1 4-1 16,0 3 1-16,-3 2-2 0,-1 0-2 16,-3 9-1-16,-3 6-2 15,-5 5 1-15,-2 3 3 16,-2 4 2-16,0 1 0 15,-6 1 1-15,-3-1 0 16,-5-4 1-16,2-1 2 16,-2-5-3-16,3-6 1 0,2-2-1 15,-1-6 2-15,4-4 3 16,1 0 13-16,1 0 12 16,4-9-18-16,0-3-8 15,0-5-1-15,7-3-1 16,3-4-2-16,4-2-1 0,0-1 1 15,0 0-1-15,1 0 1 16,-1 2-1-16,-1 3 0 16,0 4 0-16,-4 2 0 15,0 6 0-15,-3 2 0 0,-2 6-1 16,2 2-1-16,-4 0-7 16,2 2 1-16,-2 11-3 15,1 1 1-15,-1 4 1 16,2 6 3-16,0-1 4 0,4 4 3 15,-1-3 2-15,8 0 2 16,5-1 4-16,7-2-1 16,6-8-9-16,5-6-56 15</inkml:trace>
  <inkml:trace contextRef="#ctx0" brushRef="#br0" timeOffset="46720.92">6151 4847 123 0,'0'0'3'0,"0"0"-5"0,0 0-1 0,0 0-1 16,0 0 1-16,0 0-2 15,11 48 3-15,-9-32 2 16,6-2 0-16,-2 3 2 16,5-4 0-16,0 2 0 0,5-6 2 15,2-2 0-15,0 0 0 16,4-5 3-16,-1-2-1 16,2 0-2-16,-2-6 1 15,2-4-1-15,0-5-1 16,0 0 2-16,-2-2 1 0,1-1-1 15,-4 1 0-15,0-1-2 16,-3 3-1-16,-1 3 1 16,-6 3-2-16,-1 3-1 15,-3 1 0-15,-2 5-2 16,-1 0-10-16,1 5-3 0,0 6 8 16,1 5 4-16,-3 7-1 15,2 2 4-15,0 5-1 16,1 0 2-16,-1 0-2 15,0-1 0-15,0-1 1 16,-2-2 1-16,0 0 1 0,0 0 2 16,-5 0 0-16,-6 2 3 15,-6 1 2-15,-8 1-1 16,-9 2-16-16,-10 0-43 16</inkml:trace>
  <inkml:trace contextRef="#ctx0" brushRef="#br0" timeOffset="47196.94">3882 6220 130 0,'0'0'12'0,"0"0"-14"0,54 0 2 0,-14-3 0 0,7-4 0 15,12-3 1-15,10-1-1 16,12-3 0-16,7-6 1 16,14-3 1-16,13-6 1 0,8-3 4 15,14-5 1-15,6-1-4 16,11-3 1-16,9 1 1 16,2-4 2-16,8-2-1 15,0 0 1-15,6-4 1 16,-2 0-1-16,-4 2-2 0,-8 1-3 15,-7 6-2-15,-12 4 1 16,-17 4 1-16,-15 6 0 16,-20 3-4-16,-20 2-40 15,-23 1-50-15</inkml:trace>
  <inkml:trace contextRef="#ctx0" brushRef="#br0" timeOffset="47901.72">5422 4522 102 0,'0'0'0'0,"0"0"0"0,0 0 0 0,0 0-1 0,0 0 1 15,0 0-1-15,-26 39 2 16,25-24-1-16,-1 2 1 0,-2 4 0 15,-1 6 0-15,1 4-1 16,0 6 2-16,-1 7-1 16,2 9 0-16,-1 8-1 15,0 7 0-15,-1 7-2 0,3 10 0 16,-4 7 0-16,2 7 1 16,3 10 2-16,-1 9 1 15,2 8 3-15,0 6-3 16,4 6 0-16,12 6 2 15,6 2 1-15,5 3-2 0,7 6 1 16,3-2 0-16,1 6-2 16,1 2-1-16,-5 1 0 15,-5 0 2-15,-5-2 1 16,-4 2 0-16,-4-7 1 16,-5-2 1-16,-1-5 0 15,0-6-1-15,1-11 3 0,-2-10 2 16,-3-11 1-16,0-20-12 15,-5-24-64-15</inkml:trace>
  <inkml:trace contextRef="#ctx0" brushRef="#br0" timeOffset="48441.59">4560 6206 236 0,'0'0'-4'0,"0"0"-3"0,0 0 0 0,2 40 1 16,-2-12 2-16,0 13-1 15,-3 9 6-15,2 10 0 16,1 5 2-16,0 10 1 0,2 1-4 16,9-4-40-16,3-12-72 15</inkml:trace>
  <inkml:trace contextRef="#ctx0" brushRef="#br0" timeOffset="49338.98">6095 5905 59 0,'0'0'27'0,"0"0"-6"0,0 0-1 0,0 0-5 16,0 0 1-16,0 0-8 15,0 0-3-15,0 0-4 16,0 0 1-16,0 0-1 16,0 0 4-16,-13-23-2 0,13 23-7 15,0 0-5-15,-2 10-2 16,-1 3 6-16,3 4 5 16,-2 3 0-16,0 0 3 15,2 1-2-15,0-2 0 16,0-4 0-16,2 1 0 0,5-6 1 15,0-3 2-15,1 0 2 16,3-3 0-16,3-1 4 16,-1-2-3-16,3-1-1 15,0 0-3-15,2 2-2 16,0 1-1-16,-1 1 2 0,-1 0-2 16,0 4-2-16,0 0 1 15,-6 1-1-15,-1 2 0 16,-3 0 0-16,-4 3 1 15,-2-1-1-15,-6 3 4 16,-9 2 2-16,-5-1-1 16,0 2 2-16,-6-2-3 0,5-4-6 15,0-5-29-15,2-7-39 16</inkml:trace>
  <inkml:trace contextRef="#ctx0" brushRef="#br0" timeOffset="49479.49">6111 6023 174 0,'22'-40'-3'0,"7"-1"8"0,9 1 1 0,9 2-5 0,5-1 0 15,6 3 0-15,0 1 0 0,-2 3-5 16,-5 6-34-16,-11 5-91 16</inkml:trace>
  <inkml:trace contextRef="#ctx0" brushRef="#br0" timeOffset="50079.91">4555 7440 139 0,'0'0'-3'0,"0"0"7"0,0 0 5 0,0 0-6 15,0 0-1-15,34-41 1 16,-20 34-3-16,-2 3 1 15,0 1-1-15,-1 3-1 16,-2 0-1-16,-5 3-4 16,-4 7 1-16,0 7-2 0,0 3 4 15,-11 5 3-15,-2 3-2 16,-1 2 3-16,-1 2-2 16,4-5-1-16,2-2 1 15,2-6 5-15,4-4-2 16,3-2 1-16,0-8 0 15,6-3 2-15,9-2 7 0,7 0 7 16,8-10-5-16,9-4-5 16,11-6-4-16,3-6 0 15,7-2-5-15,3-6-101 16</inkml:trace>
  <inkml:trace contextRef="#ctx0" brushRef="#br0" timeOffset="50726.71">6408 6906 91 0,'0'0'28'0,"0"0"-1"0,0 0 7 0,0 0-6 0,0 0-5 15,0 0-10-15,0 0-10 16,0 0-8-16,0 0 1 15,-38 27 1-15,36 0-1 0,2 5 7 16,0 4-2-16,0 4 2 16,2 1 0-16,1-1 0 15,3-3 2-15,0-2-7 16,2-7-14-16,1-7-24 16,3-13-38-16</inkml:trace>
  <inkml:trace contextRef="#ctx0" brushRef="#br0" timeOffset="51047.24">6585 6976 235 0,'0'0'-6'16,"0"0"8"-16,0 0-16 15,0 0 5-15,0 0-1 16,-5 38 2-16,7-17 8 15,7 1 1-15,3-1 0 0,1-4 2 16,2-3 0-16,3-5-2 16,1-5 3-16,-4-4 1 15,1 0 2-15,-1-4-1 16,-6-8 0-16,1-6 5 16,-4-2 15-16,-6-1 4 15,0-2-16-15,0-1-9 0,-6 1-2 16,-6 3-3-16,-4 6-4 15,-6 7-14-15,-5 7-32 16,-11 5-33-16,-6 11-67 16</inkml:trace>
  <inkml:trace contextRef="#ctx0" brushRef="#br0" timeOffset="51656.15">4747 8271 73 0,'0'0'3'0,"54"-31"9"0,-27 18-3 0,-2 6-7 15,-4 3-1-15,-2 4-1 16,-10 0-1-16,0 8-3 16,-7 7 1-16,-2 3 2 15,0 2 2-15,-7 3 4 16,-2-1 0-16,0 1 4 16,1-5 0-16,1-2-2 0,6-2-2 15,1-3-3-15,0 0 1 16,4-2-2-16,8 0 1 15,-1 0 0-15,5-1 2 16,-3 1-2-16,1-1-1 0,-5-1 0 16,-1 0-1-16,-3 0 0 15,-5 0 0-15,0 2 7 16,-9 2 26-16,-11 5-14 16,-4 2-13-16,-7 4-4 15,-6 0 2-15,0 3-3 0,3-4 1 16,3-3 0-16,8-9-16 15,10-9-63-15</inkml:trace>
  <inkml:trace contextRef="#ctx0" brushRef="#br0" timeOffset="52193.93">6428 7940 133 0,'0'0'6'0,"0"0"0"0,0 0-3 15,0 0 1-15,0 0-2 16,36-41 6-16,-20 31-5 15,-1 4-2-15,2 2-1 0,0 2 1 16,-1 2-2-16,-3 2-4 16,-5 14-3-16,-2 2-3 15,-6 5 9-15,0 5 2 16,-3 1 5-16,-6-2 0 0,0-5 2 16,1-3 6-16,3-5-3 15,5-7-4-15,0-4 0 16,15-3 1-16,12 0 11 15,11-14-4-15,12-6-3 16,8-7-3-16,11-3-6 16,4-4-2-16,-3 0-52 0,-3 0-98 15</inkml:trace>
  <inkml:trace contextRef="#ctx0" brushRef="#br0" timeOffset="52819.54">4848 9369 62 0,'0'0'0'0,"0"0"1"16,3 48 2-16,-3-25 1 0,-6 9-3 15,-4 3 0-15,-5 2-1 16,-2 1 1-16,-3-3-1 15,0-2 2-15,2-5 13 0,3-6 4 16,5-5 0-16,4-6-1 16,3-2-11-16,3-6-5 15,5-1 3-15,7-2 6 16,3 0-4-16,6-5 3 16,5-2-5-16,1-3 2 0,-1 1 1 15,3-2 0-15,0 1-1 16,0 1-4-16,1 0-1 15,-1 2 1-15,-6 2-2 16,-1-2 1-16,-5 4-4 16,-5 2-15-16,-8-2-51 0,-4 0-7 15</inkml:trace>
  <inkml:trace contextRef="#ctx0" brushRef="#br0" timeOffset="53005.15">4911 9422 165 0,'0'0'22'0,"0"0"19"16,0 0-41-16,0 0-5 15,-12 54-7-15,12-10 15 16,0 10 4-16,7 9-1 16,4 11-1-16,5 4 2 0,0 0-11 15,6-5-49-15,-2-8-116 16</inkml:trace>
  <inkml:trace contextRef="#ctx0" brushRef="#br0" timeOffset="53445.51">6649 8885 140 0,'0'0'89'0,"0"0"-74"0,0 0 12 0,0 0-30 0,0 0-4 15,0 0 1-15,-6 37 4 0,11-16 2 16,1 3 1-16,0 2 0 15,2 1 1-15,-2 0 0 16,1-2 1-16,-1-2-1 16,4-2-8-16,-3-4-26 15,1-10-65-15</inkml:trace>
  <inkml:trace contextRef="#ctx0" brushRef="#br0" timeOffset="53715.12">6866 8939 229 0,'0'0'6'15,"0"0"-10"-15,0 0 0 16,0 0 1-16,0 0-4 16,0 0 8-16,0 0 0 0,43 32 2 15,-27-20-1-15,4-1 1 16,-3 0-1-16,0 1 0 15,-2-1-2-15,-2-1 0 16,-2 1 1-16,-4 0-1 16,-3 1 2-16,-4 2-2 15,0 3-3-15,-4-1 7 0,-7 3-23 16,-3-5-64-16</inkml:trace>
  <inkml:trace contextRef="#ctx0" brushRef="#br0" timeOffset="53873.1">6980 8917 144 0,'26'-46'4'0,"4"-4"14"15,8-3 5-15,5-2-10 16,6 2-5-16,2-1-3 16,-2 9-4-16,-4 5-1 0,-9 11-14 15,-14 7-111-15</inkml:trace>
  <inkml:trace contextRef="#ctx0" brushRef="#br0" timeOffset="54263.72">5577 8674 101 0,'0'50'16'15,"-2"16"-16"-15,-3 16-2 16,-2 17 4-16,1 12 6 16,-4 13 11-16,2 5 3 0,3-1 0 15,1-2-8-15,2-1-2 16,2-3-4-16,0-1-3 16,-2 0-1-16,-3 1 1 15,0 1-1-15,-6-2-13 0,-2-3-7 16,-3-12-50-16</inkml:trace>
  <inkml:trace contextRef="#ctx0" brushRef="#br0" timeOffset="54676.99">4720 10918 171 0,'0'0'11'0,"0"0"9"16,0 0-14-16,0 0-6 16,0 0 1-16,-4 47 0 15,18-32 3-15,3 1 0 16,0-1 1-16,5 3-3 0,-5-1-1 16,-1 2-1-16,-3-1 1 15,-4-2 0-15,-5 2 2 16,-3 1-2-16,-1-1 4 15,0 4-1-15,-5-1 0 16,-6-1-9-16,-2-8-42 0,-5-6-115 16</inkml:trace>
  <inkml:trace contextRef="#ctx0" brushRef="#br0" timeOffset="54815.44">4718 10910 247 0,'25'-44'4'0,"10"-7"-1"16,19-7-2-16,7-8-1 16,4-5-7-16,2-2-157 15</inkml:trace>
  <inkml:trace contextRef="#ctx0" brushRef="#br0" timeOffset="55472.55">6759 10204 193 0,'0'0'-2'0,"0"0"15"0,0 0 5 0,0 0-9 15,0 0-3-15,0 0-8 0,0 0-10 16,0 0 4-16,-7 48 14 15,7-11-3-15,0 5 0 16,2 1-1-16,3-3 0 16,2 0-1-16,-1-6 2 15,-1-1-4-15,1-6-11 16,0-6-35-16,-2-9-31 0</inkml:trace>
  <inkml:trace contextRef="#ctx0" brushRef="#br0" timeOffset="56555.35">6799 10275 74 0,'0'0'2'0,"0"0"-1"0,0 0-1 0,0 0 0 15,0 0-2-15,0 0-1 16,0 0 3-16,0 0 2 16,-18-38 0-16,14 36 3 0,0 0 2 15,3 0-1-15,-3-1-3 16,0 3 1-16,-1-4-1 15,-2 1 3-15,-1 0 3 16,3 0 6-16,-4-1 2 0,-3 1 5 16,4 0-9-16,-3 2-10 15,-1 0-2-15,-1 1-1 16,-1 0-3-16,-1 3-12 16,-1 5-7-16,1 3 10 15,-1-1 9-15,1 2 3 16,0-1 0-16,3 4 2 0,1 0 3 15,1 2-1-15,2 0-3 16,5 1 0-16,1 2-1 16,2 0 1-16,0 0 0 15,11-3-1-15,5-1-1 16,2-2 1-16,6-1 2 0,1-5 1 16,4-1-2-16,3-1 6 15,1 1-3-15,0 1 1 16,-4 0-4-16,-2 2 0 15,-4 2-2-15,-8 3 0 16,-6 2-4-16,-2 1 2 0,-7 2 5 16,0-1 4-16,-9 0-1 15,-2 1-1-15,-9-4 3 16,2-2 1-16,-2-4-3 16,-1-3-1-16,2-4 6 15,1-3 4-15,4-10 5 0,1-13-2 16,10-12-5-16,3-12-6 15,7-12 2-15,13-11-5 16,12-14-8-16,7-8-33 16,3-6-71-16</inkml:trace>
  <inkml:trace contextRef="#ctx0" brushRef="#br0" timeOffset="57203.85">5150 11803 152 0,'0'0'-1'0,"-38"71"2"0,21-24 0 0,3 5 3 15,5 4-2-15,4 0-2 16,5-5 0-16,2-9 1 16,14-8-1-16,2-11 1 0,7-10-1 15,1-10 0-15,1-3 2 16,-3-13 17-16,1-8-5 16,-2-5 3-16,-8-1-4 15,-1-4-2-15,-10 2 1 16,-3 2 3-16,-1 3 1 15,-7 4-4-15,-7 5-9 0,-7 11-5 16,-3 4-3-16,-2 18-16 16,-5 10-22-16,1 5-18 15,4 3 10-15,5-8-58 16</inkml:trace>
  <inkml:trace contextRef="#ctx0" brushRef="#br0" timeOffset="57612.65">5741 10365 125 0,'0'0'-46'0,"0"0"48"0,0 0-12 0,0 0 2 15,8 66 16-15,-12-12-4 0,-4 16 18 16,-2 17-4-16,3 21 3 16,-2 18-6-16,-2 21-1 15,4 18-2-15,-2 16 3 16,0 6-7-16,2 5-5 15,-3 1 2-15,3-8 1 16,-1-13 5-16,2-6-4 0,4-9 0 16,2-9-1-16,0-9-1 15,2-12-2-15,12-11-3 16,1-14-14-16,5-18-23 16,0-21-33-16,5-29-13 15</inkml:trace>
  <inkml:trace contextRef="#ctx0" brushRef="#br0" timeOffset="58568.74">6537 11772 39 0,'0'0'13'0,"0"0"17"0,0 0-13 0,0 0-9 0,0 0 0 15,0 0-3-15,0 0 0 16,0 0 10-16,0 0 16 15,0 0 3-15,0 0-11 16,0 0-3-16,-38-11-6 16,34 9-6-16,2-2-2 15,2 2-2-15,0-3-3 0,0-1 4 16,0-1-2-16,9-3-1 16,3 0 0-16,3 2-2 15,3 2 1-15,0 6-2 16,2 0-3-16,-2 17-8 15,-7 11 1-15,-4 8 6 16,-5 5-1-16,-2 10 6 0,-7 1 0 16,-11 1 1-16,0-6-2 15,0-8 1-15,3-8 1 16,3-11 1-16,6-8 1 16,6-7 1-16,0-5-2 15,6 0-4-15,10-9 15 0,7-8-3 16,3-1-6-16,3-5-1 15,4 0 1-15,-1-1-4 16,2 4 0-16,-2 0-6 16,-1 0-32-16,-5-1-43 15,-1 0-52-15</inkml:trace>
  <inkml:trace contextRef="#ctx0" brushRef="#br0" timeOffset="58879.75">6987 11654 206 0,'0'0'6'0,"0"0"-4"0,0 0-3 0,0 0 1 16,0 0 0-16,-20 47 0 16,20-34-2-16,11-1 1 15,0 3-1-15,3-3 0 0,1 1 4 16,1-1-1-16,-3-1 1 15,-2-1 1-15,1 1 0 16,-6-2 1-16,1-2 2 16,-5 3 2-16,-2 0-1 15,0-1 0-15,0 3-2 0,-9 4-1 16,-4 0 0-16,-1-1-1 16,-1-1-18-16,-1-7-23 15,-2-7-23-15,5 0-4 16</inkml:trace>
  <inkml:trace contextRef="#ctx0" brushRef="#br0" timeOffset="58989.95">6985 11641 58 0,'25'-65'4'0,"8"0"13"15,7-5 6-15,10-2-8 16,10-1-2-16,11 5-4 16,1 2-6-16,0 6-1 0,-6 9-22 15</inkml:trace>
  <inkml:trace contextRef="#ctx0" brushRef="#br0" timeOffset="60802.88">4305 14681 33 0,'0'5'118'0,"-2"-2"-117"0,-3 1 1 0,1-2-1 16,1 1-1-16,-3 1-9 15,1 0-7-15,-1-2 8 16,1-1 7-16,-1-1 4 15,0 0 7-15,2 0 8 16,2 0-7-16,0 0-3 0,0 0-7 16,2-1-2-16,0-5-20 15,0-1-4-15,4 1-1 16,-1-1-1-16,0 0 16 16,0 1 11-16,2 1 1 15,-3-1 6-15,0 0 2 0,0-1 2 16,1-1-1-16,1-1-2 15,0-1-1-15,3 1 0 16,0-2-1-16,-2 1 2 16,1 3 4-16,1 0-5 15,-1 3-1-15,2 3-5 16,0 1-2-16,3 0-4 0,1 12 3 16,1 4 1-16,1 5-1 15,-3 3 5-15,2 5-2 16,-2-2 0-16,0 3-2 15,-4-3 2-15,2-1-1 0,-4-3 3 16,-1 0-2-16,-4 0 0 16,2-5 0-16,0-2 1 15,-2-5 0-15,1-1-1 16,0-6 1-16,2-2-2 16,-3-2-1-16,0 0 6 15,0-2 5-15,0-6-7 0,0-5 0 16,2 0 0-16,0-4-2 15,0-3 0-15,-2 0 2 16,2-2-1-16,-1-4-2 16,2-1 0-16,-1-4 0 15,0 0 0-15,-2-2 0 0,2 3 0 16,-2 5 0-16,0 4 0 16,0 5 0-16,0 4 1 15,0 5 2-15,0 3 4 16,0 4-1-16,0 0-5 15,0 3-8-15,0 9 6 0,0 6-3 16,0 6 3-16,2 4 1 16,0 2-1-16,3 0 1 15,1 0 0-15,1-4 0 16,2-1 0-16,0-4 1 16,0-3-1-16,3-2 0 0,1-3 1 15,1-2-2-15,-1-2 0 16,5-5 2-16,-3 0 0 15,3-2 0-15,-1-2-1 16,2 0-9-16,0-9-32 0,-1-6-15 16</inkml:trace>
  <inkml:trace contextRef="#ctx0" brushRef="#br0" timeOffset="61211.51">4843 14472 175 0,'0'0'-3'0,"0"0"19"0,0 0-11 0,0 0-2 0,0 0-7 16,0 0 3-16,0 0 8 15,0 0-6-15,0 0 3 16,50-31-1-16,-32 19-1 16,0 1-1-16,4 1 0 15,-2 3-13-15,-4 1-61 16,-5 5-52-16</inkml:trace>
  <inkml:trace contextRef="#ctx0" brushRef="#br0" timeOffset="61365.09">5007 14609 94 0,'0'0'65'16,"0"0"-62"-16,0 0-6 15,0 0 10-15,0 0 2 16,40-2 3-16,-20-15-7 16,4-3 1-16,-1-3-29 0,4-1-39 15</inkml:trace>
  <inkml:trace contextRef="#ctx0" brushRef="#br0" timeOffset="61809.61">5270 14243 76 0,'0'0'13'0,"0"0"-8"16,0 0-2-16,0 0-6 0,0 0 11 15,0 0-3-15,0 0-2 16,0 0 3-16,36-45 3 15,-22 29 3-15,1-1 10 16,1 0-5-16,1 3-2 16,2 1-3-16,-1 3-5 15,-1 7-5-15,-1 3-3 0,0 2-6 16,2 13-1-16,-5 5 5 16,5 10 6-16,-3 4 2 15,1 10-1-15,-1 3 0 16,-1 6-1-16,-2 2-2 0,1 0 2 15,-4-3 2-15,-1-1-2 16,1-4-5-16,-4-8-22 16,0-7-49-16</inkml:trace>
  <inkml:trace contextRef="#ctx0" brushRef="#br0" timeOffset="62080.1">5395 14618 121 0,'0'0'6'0,"0"0"1"15,0 0-2-15,23-48 8 16,-7 28 7-16,2-1-1 15,8-1-4-15,1 1-8 0,4-1-4 16,5 0-2-16,4 2 0 16,5-1-2-16,2-2-1 15,2-2-21-15,3-1-46 16</inkml:trace>
  <inkml:trace contextRef="#ctx0" brushRef="#br0" timeOffset="63126.4">6728 13941 63 0,'0'0'86'0,"2"-40"-83"0,0 19 2 15,3 2 3-15,2 3-5 0,3 1 0 16,0 4-2-16,-1 3 1 16,1 4-1-16,2 4 0 15,-1 0-1-15,3 4-1 16,1 8 2-16,3 2-2 16,-2 2 5-16,4 0 0 0,-1-2-2 15,2-6-1-15,-5-2 0 16,-1-6 0-16,-1 0 0 15,-3-4 3-15,-3-9 1 16,2 1 3-16,-5-4-3 16,-1 0-3-16,-4-1 1 15,2 0-1-15,-2 0 2 0,0 1 1 16,0 0-1-16,-2 2 2 16,-1 3-4-16,0 2-1 15,2 4-1-15,1 2 0 16,0 3-4-16,0 0-5 15,0 8 1-15,0 6 5 0,3 5 2 16,5 5 2-16,1 6 0 16,1 1 0-16,2 2 2 15,1 2-3-15,1-2 0 16,-1-2 1-16,-1 3-1 16,-3-1 0-16,0-5 0 0,-3-1 1 15,-1-2-1-15,-5-1 1 16,0-2-1-16,-3-2-2 15,-6-1 6-15,-6-1 2 16,-1-1 1-16,-6-1 1 16,2-2-6-16,-1-1-1 0,4-3 0 15,1-4 0-15,1-4 1 16,3-2 0-16,6 0-2 16,2-4-3-16,3-12-19 15,1-6-51-15,0-7-78 16</inkml:trace>
  <inkml:trace contextRef="#ctx0" brushRef="#br0" timeOffset="63385.51">7363 13757 57 0,'0'0'120'16,"0"0"-110"-16,0 0 12 0,0 0-3 0,0 0-5 15,0 0-3-15,0 0 0 16,0 0-4-16,0 0-4 16,0 0-3-16,39-16 2 15,-20 4-9-15,3 1-43 0,-5-2-33 16</inkml:trace>
  <inkml:trace contextRef="#ctx0" brushRef="#br0" timeOffset="63527.95">7462 13857 179 0,'0'0'4'16,"0"0"-2"-16,0 0-2 15,-8 38 0-15,14-36-3 16,6-2-9-16,1-3-11 15,4-13-22-15</inkml:trace>
  <inkml:trace contextRef="#ctx0" brushRef="#br0" timeOffset="64872.74">5320 13735 135 0,'0'0'-6'0,"0"0"15"15,-45-9 4-15,25 9-9 0,-9 0-2 16,-6 0-1-16,-7 0 0 15,-4 3 0-15,-6 2 12 16,-6 1 1-16,-7 2 0 0,-4 7-9 16,-9 5-1-16,-2 11-3 15,-8 8-1-15,-9 10-2 16,0 10-5-16,-2 6 0 16,-1 10 2-16,-2 6 3 15,5 5 2-15,8 7 4 16,4 8 2-16,9 5-6 0,8 8 5 15,13 11 8-15,14 9-6 16,14 9-5-16,19 6-1 16,14 2 1-16,28 1-2 0,18-9 0 15,21-12 1-15,14-19 1 16,14-17-2-16,8-23-2 16,8-21 7-16,2-22-2 15,3-19 0-15,-1-10 5 16,2-23 1-16,-2-16 2 15,-2-14 0-15,2-14 1 16,0-12-8-16,-2-11-6 0,-1-9 8 16,-3-10-6-16,-9-7 8 15,-2-4-5-15,-10-2-2 16,-14-3 1-16,-12 0 0 16,-14 0-1-16,-16 0-1 0,-17 1 1 15,-17 5 0-15,-4 5 0 16,-25 6 3-16,-17 13 5 15,-14 6 1-15,-15 9-2 16,-12 10-4-16,-17 12 1 16,-8 14-3-16,-12 15-7 0,-8 23 2 15,-8 16-3-15,-5 31-4 16,1 27-10-16,0 23-16 16,11 20-9-16,11 12-43 15,21 8-60-15</inkml:trace>
  <inkml:trace contextRef="#ctx0" brushRef="#br0" timeOffset="65438.62">7997 13459 101 0,'0'0'-11'0,"0"0"12"0,0 0-1 0,0 0 0 0,0 0-2 15,-45 25 2-15,32-24 3 16,-1-1 15-16,-1 0 26 15,4 0 3-15,1-5-19 16,4-3-7-16,4-2-9 0,2-4-6 16,0 0-3-16,11 1-2 15,3-3-1-15,3 5 2 16,1 1-2-16,3 6 0 16,-2 4-3-16,-2 7-4 15,0 14-22-15,-5 6-2 16,-2 10-15-16,-3 7 14 0,-3 6 26 15,-4 3 7-15,0 5-1 16,0 0 0-16,0 3-10 16,0-3 0-16,0-4-63 15</inkml:trace>
  <inkml:trace contextRef="#ctx0" brushRef="#br0" timeOffset="65545.97">8051 14056 97 0,'0'0'55'15,"0"0"-28"-15,0 0-16 16,0 0-9-16,0 0-1 15,0 0-1-15,0 0-17 0,0 0-32 16,18 5-4-16</inkml:trace>
  <inkml:trace contextRef="#ctx0" brushRef="#br0" timeOffset="65787.81">7870 13080 36 0,'-52'-16'126'0,"-3"-1"-114"16,-1 0 2-16,0-1-4 15,-2 7-10-15,-5 2 0 16,-1 2-3-16,-6 6-13 15,-4 1-9-15,-7 9-15 0,-3 13-17 16</inkml:trace>
  <inkml:trace contextRef="#ctx0" brushRef="#br0" timeOffset="66199.78">6720 13303 70 0,'-79'92'5'16,"2"8"9"-16,6 8-1 0,8 8 2 16,10 10 0-16,13 4-3 15,8 4-5-15,16 5-3 16,12 3 1-16,4-3-4 15,21-4 1-15,14-7 1 16,12-9-2-16,11-10-3 16,12-13-3-16,5-10-5 0,6-12 5 15,4-14 4-15,2-14-1 16,4-14 0-16,1-15 0 16,2-14 2-16,5-4 1 15,-1-21 9-15,2-12-2 16,3-9 0-16,0-10 1 0,-3-12 1 15,1-6 2-15,-1-10 1 16,-1-4-1-16,-9-12-4 16,-4-9-5-16,-5-8 1 15,-10-9-3-15,-10-5-2 16,-10-6-1-16,-17 0-4 0,-13 0 3 16,-13 3 4-16,-8 6 1 15,-25 2 13-15,-12 12 14 16,-11 6-2-16,-13 9-3 15,-14 11-16-15,-14 16-2 16,-14 13-1-16,-22 20-1 16,-21 24-2-16,-26 20-13 0,-22 35-36 15,-30 29-136-15</inkml:trace>
  <inkml:trace contextRef="#ctx0" brushRef="#br0" timeOffset="77551.28">7993 5807 138 0,'0'0'2'0,"0"0"-8"0,0 0 1 0,0 0 1 16,0 0 1-16,17 54 0 16,-5-30 1-16,-1 3 1 15,4 7 0-15,1 6 1 0,2 8 0 16,2 4 1-16,-2 7 0 16,-1 6 2-16,0 6-1 15,-7 7 0-15,2 2 1 16,-5 4 0-16,-3-3 3 15,-1-4-3-15,1-9-7 16,-2-11-11-16,0-11-11 0,0-12-20 16</inkml:trace>
  <inkml:trace contextRef="#ctx0" brushRef="#br0" timeOffset="77851.31">8118 7115 90 0,'0'0'13'0,"0"0"-2"16,0 0 12-16,0 0 1 15,0 0-13-15,0 0 1 0,0 0-11 16,0 0-11-16,0 0 12 16,-4 10-1-16,19-17 0 15,6 1 2-15,3 0 0 16,0-2-16-16,-4-1-42 16,1-2-12-16</inkml:trace>
  <inkml:trace contextRef="#ctx0" brushRef="#br0" timeOffset="78166.61">8156 5730 137 0,'0'0'9'0,"-46"0"5"16,29 6-3-16,-1 5-7 15,3 2-4-15,1 6-1 16,1 6 0-16,2 9-1 15,-1 5 2-15,-1 9-10 16,0 6-47-16</inkml:trace>
  <inkml:trace contextRef="#ctx0" brushRef="#br0" timeOffset="78528.86">8156 8389 89 0,'0'0'125'0,"0"0"-118"16,0 0-16-16,0 0 2 16,0 0 3-16,0 0 3 15,34 47 2-15,-22-27 0 16,0 1-14-16,-3 3-21 0,-3 3-6 15,-6-1-12-15</inkml:trace>
  <inkml:trace contextRef="#ctx0" brushRef="#br0" timeOffset="78827.33">8124 8382 204 0,'0'0'6'0,"0"0"-15"15,0 0 4-15,53-24 0 0,-28 22-2 16,3 0 2-16,3 2 3 16,2 0 3-16,-1-2-1 15,4-1 1-15,-5-4 0 16,-4 0 1-16,-3-3-1 16,-6 2 1-16,-5-1-1 0,-8-2 4 15,-2-1 15-15,-3 1 18 16,0-7-10-16,-10-2-17 15,-1 1-6-15,0-1-1 16,-2 2-4-16,4 2 1 16,0 6-2-16,4 6-25 15,-1 1-50-15,3 3-119 0</inkml:trace>
  <inkml:trace contextRef="#ctx0" brushRef="#br0" timeOffset="79383.37">8598 8040 221 0,'0'0'-2'15,"0"0"-4"-15,0 0-21 16,0 0 8-16,0 0 18 16,0 48-2-16,0-28 2 0,0 1 0 15,2 1-1-15,6-1 2 16,-4-4 0-16,3-2 1 15,-1-2-1-15,-1-3 1 16,2-4-3-16,-3-3-11 16,-2-3-1-16,1 0 12 0,-1-5 11 15,2-10-1-15,-2-4-3 16,2-4 0-16,1-1-2 16,2 0-1-16,0 4 4 15,0 3 4-15,1 3 1 16,0 4-2-16,2 3-9 0,-1 3 0 15,5 1-5-15,1 3 1 16,3 0 2-16,-1 0 1 16,4 0 0-16,-3 3 2 15,-1 1 0-15,0 3 0 16,-7-1-3-16,-1 0-11 0,-4-2 2 16,0-3 4-16,-5 1 5 15,0-2 12-15,0 0 12 16,0-10-7-16,-6-7-5 15,4-7-6-15,2-5-2 16,0-3-1-16,0 0 0 0,8 4-1 16,1 2 3-16,2 5-1 15,3 8 2-15,1 0 0 16,1 5-4-16,3 2-3 16,-1 3 2-16,3 3 0 15,-2 0 2-15,-2 10-13 16,-5 0-66-16</inkml:trace>
  <inkml:trace contextRef="#ctx0" brushRef="#br0" timeOffset="79546.7">9173 7774 248 0,'0'0'0'0,"29"-41"-1"0,-8 15-1 0,6-6 2 0,1-4-41 16,-2-1-79 0</inkml:trace>
  <inkml:trace contextRef="#ctx0" brushRef="#br0" timeOffset="79958.53">9415 6856 227 0,'0'0'0'16,"0"0"-3"-16,0 0-4 16,0 0 3-16,0 0-6 15,33 50 5-15,-29-13 0 16,1 6-1-16,3 9 8 15,2 1-2-15,1 5 0 0,2-4 1 16,-1-1 0-16,-2-5 1 16,0-7 1-16,-6-7-1 15,-2-9-2-15,-2-5 1 16,0-11 0-16,0-2 1 16,0-7 2-16,-2 0 7 15,0-4-3-15,2-8-2 16,0-4-2-16,0-3-3 0,5 2-1 15,5-1 0-15,4 2-1 16,2-1 0-16,3 4-1 16,3 0 1-16,-1 1 2 15,2 0-2-15,-3 1-32 0,-5-2-68 16</inkml:trace>
  <inkml:trace contextRef="#ctx0" brushRef="#br0" timeOffset="80114.75">9763 7106 252 0,'0'0'2'15,"0"0"-15"-15,0 0 7 16,20 43 8-16,-9-24-1 16,-2-1-25-16,0-1-53 0,-2-7-6 15</inkml:trace>
  <inkml:trace contextRef="#ctx0" brushRef="#br0" timeOffset="80265.78">9779 6872 267 0,'0'0'-33'0,"0"0"34"16,0 0-53-16,0 0-96 15</inkml:trace>
  <inkml:trace contextRef="#ctx0" brushRef="#br0" timeOffset="80635.75">9879 6938 210 0,'0'0'-12'15,"0"0"2"-15,42 34 9 16,-23-16 2-16,1 1-1 0,-3 1-5 16,-3-1-2-16,-3-3 5 15,-6-5 0-15,-1-4 0 16,-2-1 0-16,-2-6 4 16,0 0 14-16,0 0 7 15,-5-10-17-15,-1-4-5 16,-2-5-5-16,2-5 0 0,2-1 4 15,1-1 2-15,3-1-1 16,0 5 2-16,3 4 2 16,7 3 0-16,2 2-2 15,2 6-3-15,6 4-3 16,0 3-2-16,0 0 2 0,2 7 1 16,3 9 3-16,-2-1 1 15,-6 3-3-15,-3-1-52 16,-5-5-71-16</inkml:trace>
  <inkml:trace contextRef="#ctx0" brushRef="#br0" timeOffset="80965.14">10234 6851 269 0,'0'0'-20'0,"0"0"18"16,0 0-17-16,0 0 15 15,0 0-12-15,0 0 1 16,0 0 11-16,0 0 3 16,0 0 3-16,36-41 0 15,-33 28 1-15,-3 0 0 0,0 0-3 16,0 2 2-16,-5 1-1 16,-2 3 0-16,-4 4-4 15,0 3 0-15,-3 2-2 16,2 10 7-16,0 2-3 15,5 2 0-15,5 4-1 16,2-3-1-16,0 2-1 0,7-3-1 16,9-4 1-16,3 1-3 15,0-5-5-15,5-2-7 16,1-6-24-16</inkml:trace>
  <inkml:trace contextRef="#ctx0" brushRef="#br0" timeOffset="81713.82">10474 6677 202 0,'0'0'4'0,"0"0"17"15,0 0-16-15,0 0-6 16,-43-4-22-16,32 20 15 16,4 1 12-16,-1 3-3 15,5 0-3-15,3-2-2 16,0-2-4-16,2-2 8 15,7-4-1-15,-2-1-3 0,4-4 1 16,0-5-4-16,-4 0 6 16,3-1 3-16,-2-10 5 15,-3-4-3-15,-1-2-1 16,2-1 1-16,-3-2-1 16,0 0-3-16,-1 3 3 0,2-1 2 15,0 3 2-15,1 5-1 16,1 0-1-16,2 2-4 15,0 3-2-15,1 3-2 16,2 2-2-16,0 0 0 16,2 0 0-16,-1 1 2 15,1 5 0-15,-2-2 3 0,3 1 1 16,-3-3-1-16,1 1 1 16,0-3 1-16,0 0 2 15,2-2 1-15,-2-7-1 16,0-1 2-16,1-6-2 15,-4 1 0-15,-2-3-1 0,-2 1 0 16,1-1-1-16,-2 1-1 16,-1 2 1-16,3 0 1 15,-1 4-1-15,2 1-4 16,0 4 2-16,3 3-2 16,-3 3-3-16,2 0-4 0,-2 2-2 15,-1 5-2-15,4 3 8 16,-3 1 3-16,3-1 0 15,2-3 2-15,-1-1 2 16,0-3 0-16,1-3 3 16,-1 0 3-16,1-9 0 0,0-4-2 15,-4-5-1-15,1-5 1 16,1-1-4-16,-4-3 1 16,1 0-1-16,-3 3 0 15,-1 1-1-15,1 8 1 16,-1 3 12-16,-1 5-3 0,1 6-9 15,3 1-10-15,2 0 3 16,4 0-1-16,1 8 3 16,2 1 1-16,1 2-12 15,3-4-19-15,-4-1-38 16,1-5-28-16</inkml:trace>
  <inkml:trace contextRef="#ctx0" brushRef="#br0" timeOffset="81860.25">10931 5960 212 0,'0'0'0'0,"0"0"-22"0,0 0-73 0</inkml:trace>
  <inkml:trace contextRef="#ctx0" brushRef="#br0" timeOffset="82430.3">10959 5811 176 0,'0'0'48'0,"0"0"-63"16,0 0-5-16,31 54 11 15,-13-24 8-15,0 4 6 0,6 3-2 16,1 3 2-16,-5-1 1 16,2-3-5-16,-6-3 1 15,-2-6-2-15,-2-7 0 16,-2-5-2-16,-4-6-11 16,1-8-13-16,-3-1-10 15,-2-5 8-15,2-11 33 0,0-4-3 16,-4 2-1-16,2 0 16 15,-2 6 54-15,0 3-16 16,0 6-27-16,2 3-21 16,2 0-17-16,5 1-1 15,3 8 2-15,3 1 4 0,4 3 5 16,0 1 1-16,2-1 0 16,1 1 1-16,-4-3-1 15,-2-2 1-15,-4-2-1 16,0-4 0-16,-7 0 0 15,1-3 0-15,-4 0 3 0,0-6 6 16,-2-5-3-16,0-5-5 16,0-4-4-16,1-1 2 15,1 5 0-15,0 2 0 16,2 1 1-16,1 6 1 16,2 6-4-16,-1 1-6 15,3 0-3-15,5 7 2 0,1 7 1 16,3 0 8-16,-4 2 3 15,2 4 0-15,-5-3 1 16,-8 4-16-16,-3-4-44 16,-10-3-34-16</inkml:trace>
  <inkml:trace contextRef="#ctx0" brushRef="#br0" timeOffset="82577.53">11136 5988 243 0,'-8'-42'5'0,"8"1"3"0,5-3-6 0,17-1-1 0,9-1-4 16,8 2-12-16,-1 4-16 15,-1 8-21-15,-5 10-18 16</inkml:trace>
  <inkml:trace contextRef="#ctx0" brushRef="#br0" timeOffset="83447.24">8491 8754 133 0,'0'0'-25'16,"-52"41"30"-16,38-26 4 15,9-3-4-15,5-2-5 16,2 0-4-16,18-7-5 15,9-3 8-15,11 0 11 16,9-9 0-16,14-10-5 0,12-6-1 16,9-9 1-16,10-7-2 15,13-7-1-15,8-6 3 16,6-7 3-16,9-5 1 16,4-3-3-16,6-8 7 15,4-1 7-15,4-7-7 0,8-9 0 16,-2-5-4-16,9-8 2 15,3-6 2-15,1-11-6 16,0-7-3-16,-2-6 1 16,-2-7-1-16,-8-4 1 15,-7 1-5-15,-13-4 1 16,-15 6-1-16,-17 5 0 0,-15 6 0 16,-15 5 0-16,-17 4 1 15,-16 11-2-15,-15 5 2 16,-17 5-1-16,-8 8 0 15,-22 8 3-15,-14 2-1 0,-16 8-1 16,-16 7-2-16,-15 6 0 16,-17 12-1-16,-12 8-1 15,-15 11 4-15,-12 11-5 16,-9 13 6-16,-8 10-2 16,-3 2-2-16,-6 20 2 15,-5 14 2-15,-4 12-2 0,-5 16 0 16,0 14 0-16,-2 16 1 15,-4 13-1-15,-1 16 0 16,-2 10 0-16,-1 15 0 16,3 11 1-16,3 12-1 15,6 12-1-15,8 11-2 0,9 8 0 16,15 5 3-16,13 4 1 16,17 0-2-16,18-7 2 15,21-9 0-15,24-13-1 16,21-14-2-16,29-19 1 15,16-21-2-15,35-19-1 0,27-24 0 16,28-19 3-16,33-24 4 16,26-26 1-16,27-16-35 15,14-41-108-15</inkml:trace>
  <inkml:trace contextRef="#ctx0" brushRef="#br0" timeOffset="85665.52">10829 8695 79 0,'0'0'13'0,"0"0"11"0,0 0 2 0,0 0 3 16,-29-41-8-16,25 37-5 0,0-1-3 15,0 2-2-15,2 3 0 16,0 0-5-16,0 5-10 16,-2 17-3-16,1 9 0 15,1 16-1-15,-2 17 1 16,4 17 6-16,0 15 2 15,0 17 0-15,9 13 1 0,3 16 2 16,4 11-1-16,0 11 0 16,0 10 2-16,0-2-1 15,-1 1 2-15,-6-4-3 16,-2-6-2-16,-6-6-1 16,-1-11 1-16,-4-5-1 0,-9-8 0 15,-2-12-2-15,1-16-5 16,3-17-9-16,-1-17-2 15,4-17-17-15,1-21-19 16,-7-16-50-16</inkml:trace>
  <inkml:trace contextRef="#ctx0" brushRef="#br0" timeOffset="86177.35">9979 11046 49 0,'0'0'2'0,"-40"7"5"0,24-4-3 0,4 1-2 16,1-2 0-16,3 0 7 15,0-2 4-15,5 0 5 16,1 0 0-16,2 0-5 16,0 0-10-16,0 0-6 0,9 0 4 15,9 0-1-15,7 2 0 16,8 1 0-16,5 4-1 16,9-3 1-16,9 1 0 15,8-2 1-15,7-3-2 0,6 0 1 16,6 0-2-16,7-12 1 15,8-4 3-15,7-5 34 16,13-6 0-16,7 0 4 16,14-7-12-16,9 0-9 15,6 0-6-15,9 0-2 16,-1 3 0-16,7 4-6 0,-6 5-2 16,-2 8-3-16,-3 7 1 15,-10 6-1-15,-5 1-5 16,-11 0-8-16,-12 7-9 15,-12-3-10-15,-15-1-12 16,-14-3-11-16,-21 0 3 0,-24-11-38 16</inkml:trace>
  <inkml:trace contextRef="#ctx0" brushRef="#br0" timeOffset="87088.43">11163 10653 163 0,'0'0'9'0,"0"0"6"0,0 0-10 0,0 0-4 16,1 0-7-16,4 0-5 15,1-3-28-15,1 0-1 16,-3-4-49-16</inkml:trace>
  <inkml:trace contextRef="#ctx0" brushRef="#br0" timeOffset="87279.48">11367 10322 221 0,'0'0'10'0,"0"0"1"16,0 0-4-16,0 0-5 15,0 0-3-15,0 0-4 16,0 0-2-16,0 0-19 15,19-6-29-15,-11 6-16 0</inkml:trace>
  <inkml:trace contextRef="#ctx0" brushRef="#br0" timeOffset="87451.08">11663 10069 162 0,'0'0'3'15,"0"0"33"-15,0 0-24 16,0 0-8-16,0 0-3 16,0 0-2-16,0 0-21 0,39-40-43 15,-34 32-1-15</inkml:trace>
  <inkml:trace contextRef="#ctx0" brushRef="#br0" timeOffset="87629.92">12007 9697 213 0,'0'0'1'0,"0"0"10"16,0 0-5-16,0 0-3 16,34-37-3-16,-21 30 0 0,-2-1-16 15,0-2-54-15,1-3-34 16</inkml:trace>
  <inkml:trace contextRef="#ctx0" brushRef="#br0" timeOffset="87814.77">12481 9193 206 0,'0'0'-3'0,"0"0"3"0,0 0 1 15,38-40 0-15,-33 36-1 16,3-3-7-16,-1 1-37 16,2-4 3-16,-2 0-20 15</inkml:trace>
  <inkml:trace contextRef="#ctx0" brushRef="#br0" timeOffset="87958.71">12702 8985 162 0,'0'0'3'16,"0"0"-5"-16,0 0-2 15,0 0-14-15,0 0-26 16</inkml:trace>
  <inkml:trace contextRef="#ctx0" brushRef="#br0" timeOffset="88676.42">11109 10663 113 0,'0'0'2'0,"0"0"0"0,0 0 0 0,0 0-2 16,0 0-18-16,0 0 0 16</inkml:trace>
  <inkml:trace contextRef="#ctx0" brushRef="#br0" timeOffset="88853.79">11186 10525 190 0,'0'0'8'0,"0"0"6"0,0 0-9 15,0 0-1-15,0 0-6 16,29-47-16-16,-17 34-58 16,-3-2 2-16</inkml:trace>
  <inkml:trace contextRef="#ctx0" brushRef="#br0" timeOffset="89031.72">11531 10056 148 0,'0'0'6'0,"31"-38"7"0,-16 22-5 16,0 4-6-16,0 2-1 15,-3-2-1-15,5 1-1 16,-2 0-1-16,3-2-10 15,0-3-36-15,0-1-61 16</inkml:trace>
  <inkml:trace contextRef="#ctx0" brushRef="#br0" timeOffset="89196.04">11998 9639 139 0,'0'0'9'0,"0"0"18"16,0 0-4-16,36-41-12 15,-26 31-8-15,3 1-2 16,1-2-1-16,2 1-8 16,0-3-36-16,4-1-18 15,-3-4-22-15</inkml:trace>
  <inkml:trace contextRef="#ctx0" brushRef="#br0" timeOffset="89355.87">12420 9155 66 0,'0'0'10'0,"43"-52"16"16,-24 30-4-16,2 2 0 16,-2 1-11-16,-1 2-9 15,1 3-2-15,0 0-15 16,2 0-23-16,-1 0-8 16,-2-1-3-16</inkml:trace>
  <inkml:trace contextRef="#ctx0" brushRef="#br0" timeOffset="89519.89">12807 8845 122 0,'0'0'11'15,"0"0"-3"-15,0 0-3 16,0 0 0-16,0 0-3 16,40-39-1-16,-30 32 0 15,-1 0 1-15,-1 0-2 16,-2 2-27-16,-3-1-103 0</inkml:trace>
  <inkml:trace contextRef="#ctx0" brushRef="#br0" timeOffset="89623.53">12962 8770 83 0,'0'0'-62'0</inkml:trace>
  <inkml:trace contextRef="#ctx0" brushRef="#br0" timeOffset="91041.72">10994 10710 107 0,'0'0'3'0,"0"0"4"0,0 0 8 0,0 0-2 0,0 0 2 16,0 0-8-16,0 0-3 15,0 0-5-15,14-53-34 0,2 25-30 16</inkml:trace>
  <inkml:trace contextRef="#ctx0" brushRef="#br0" timeOffset="91186.79">11272 10360 157 0,'0'0'23'16,"0"0"-13"-16,0 0-9 15,0 0-1-15,0 0 1 16,47-21-1-16,-28 10 4 0,1-6-11 16,3-6-61-16</inkml:trace>
  <inkml:trace contextRef="#ctx0" brushRef="#br0" timeOffset="91339.58">11721 9886 182 0,'0'0'9'16,"0"0"2"-16,0 0-7 16,29-40-2-16,-16 27-1 15,5-4-1-15,4-4-22 16,3-3-62-16</inkml:trace>
  <inkml:trace contextRef="#ctx0" brushRef="#br0" timeOffset="91493.61">12299 9315 165 0,'0'0'11'0,"0"0"5"15,37-47-5-15,-29 37-6 16,3 2-4-16,3-2 0 16,1 1-1-16,3-6-20 15,2-4-67-15</inkml:trace>
  <inkml:trace contextRef="#ctx0" brushRef="#br0" timeOffset="91661.33">12911 8738 180 0,'0'0'52'16,"0"0"-46"-16,0 0 0 15,0 0 1-15,0 0-6 16,44-38-1-16,-31 31-1 15,3-3-25-15,-8-4-142 16</inkml:trace>
  <inkml:trace contextRef="#ctx0" brushRef="#br0" timeOffset="93540.98">13940 14540 111 0,'0'0'3'0,"0"0"3"0,-2 11-7 16,-2 14 2-16,-3 10-6 15,4 12 3-15,-1 11 11 16,2 12 1-16,2 15-3 15,0 12-1-15,2 14-1 0,3 12-2 16,4 8-1 0,-2 4 2-16,-1-3 2 0,0-6-5 15,-4-9 4-15,-1-9-3 16,-1-8-1-16,0-10 1 16,-2-8-1-16,-3-5 2 15,-2-8-1-15,1-5-1 0,1-4 0 16,-1-2-3-16,3-4 4 15,-3-1-14-15,1-6-24 16,-8-9-18-16</inkml:trace>
  <inkml:trace contextRef="#ctx0" brushRef="#br0" timeOffset="93988.99">13031 16315 82 0,'0'0'-10'0,"74"-11"13"0,-26 4 4 0,9-3-1 0,12 2 2 15,9-4 3-15,9 0-3 16,10-3 0-16,11 2-1 16,7-1 1-16,10 3-2 15,6 2-4-15,6 4 1 16,-1 3 1-16,3 2 3 0,1 0 0 15,-3 7 2-15,-1 2 0 16,-4 1-6-16,-4-2 0 16,-10-2-1-16,-4-6 3 15,-9 0-3-15,-12-3 0 16,-11-8-1-16,-10-1 1 0,-15-2-3 16,-19-3-19-16,-21-3-61 15</inkml:trace>
  <inkml:trace contextRef="#ctx0" brushRef="#br0" timeOffset="94438.94">14063 15995 126 0,'0'0'4'0,"0"0"3"0,0 0-6 0,0 0-1 0,0 0-3 16,0 0-7-16,0 0-13 16,0 0 20-16,0 0-26 15</inkml:trace>
  <inkml:trace contextRef="#ctx0" brushRef="#br0" timeOffset="94608.34">14137 15712 209 0,'0'0'2'16,"0"0"12"-16,6-40-11 15,4 25-2-15,1 0 1 16,2 1-19-16,5-2-30 16,-5-1-6-16,3 0-9 0</inkml:trace>
  <inkml:trace contextRef="#ctx0" brushRef="#br0" timeOffset="94786.63">14501 15287 227 0,'0'0'7'0,"0"0"4"15,0 0-4-15,25-38-5 0,-12 27-2 16,5 2 0-16,-1-2-22 15,6-1-44-15,-2-1-14 16</inkml:trace>
  <inkml:trace contextRef="#ctx0" brushRef="#br0" timeOffset="94964.91">15056 14969 138 0,'0'0'4'15,"0"0"12"-15,40-23 3 16,-27 16-10-16,0 0-5 0,2 1-3 16,0 1 0-16,5-1-2 15,0-1-25-15,4 0-36 16,1-3-39-16</inkml:trace>
  <inkml:trace contextRef="#ctx0" brushRef="#br0" timeOffset="95120.26">15599 14793 10 0,'46'-11'7'16,"-3"1"12"-16,-3 1 1 16,-6 1-2-16,-1 1 0 15,-4 1-6-15,-2 0-3 16,0 0-2-16,-3 2-3 0,-1 1-3 16,1-1-1-16,-1 3-4 15,-7-4-56-15</inkml:trace>
  <inkml:trace contextRef="#ctx0" brushRef="#br0" timeOffset="95724.95">16001 14681 109 0,'0'0'1'0,"0"0"1"0,0 0-1 15,0 0 2-15,0 0-2 0,40 1-1 16,-29 3 0-16,5 1 2 16,-1 2-2-16,5-1 0 15,4 1 0-15,4 1 0 16,3 1 0-16,5-1-13 16,-2 3-29-16</inkml:trace>
  <inkml:trace contextRef="#ctx0" brushRef="#br0" timeOffset="95875.76">16493 14801 38 0,'0'0'18'16,"46"6"9"-16,-26-2-3 0,0-1-8 16,-1 2 1-16,1-1-7 15,-3 0-5-15,2 0 3 16,3 2-3-16,-4-3-2 16,4 1-2-16,3 2 0 15,-4-2-11-15,2 0-46 0</inkml:trace>
  <inkml:trace contextRef="#ctx0" brushRef="#br0" timeOffset="96016.15">16989 14922 75 0,'0'0'13'15,"0"0"20"-15,47 12 0 16,-32-9-16-16,0 1-10 0,0 0-3 16,0 1-3-16,1 0-1 15,-1-1 0-15,-3 3-22 16,-1-2-24-16,1-1-28 15</inkml:trace>
  <inkml:trace contextRef="#ctx0" brushRef="#br0" timeOffset="96178.68">17279 15016 57 0,'0'0'29'16,"0"0"5"-16,0 0-6 16,0 0-11-16,44 24-8 15,-37-19-4-15,1 0-4 0,0-1 1 16,0-1-1-16,2 0-1 15,1 0 0-15,1-2-11 16,1 3-34-16,-2-1-25 16</inkml:trace>
  <inkml:trace contextRef="#ctx0" brushRef="#br0" timeOffset="96294.64">17490 15091 84 0,'0'0'65'15,"0"0"9"-15,0 0-47 16,0 0-22-16,0 0-4 15,0 0-1-15,0 0-8 0,-10 6-48 16,-7-5-65-16</inkml:trace>
  <inkml:trace contextRef="#ctx0" brushRef="#br0" timeOffset="96843.58">14045 16087 112 0,'0'0'2'0,"0"0"19"0,0 0 10 0,0 0-6 15,0 0-5-15,0 0-7 16,0 0-6-16,0 0-3 16,0 0-4-16,0 0 3 15,0-30-5-15,19 12-29 0,2-4-24 16,2-5-19-16</inkml:trace>
  <inkml:trace contextRef="#ctx0" brushRef="#br0" timeOffset="96993.1">14376 15581 186 0,'0'0'-1'16,"0"0"6"-16,0 0-4 16,0 0-1-16,0 0-19 0,0 0-47 15</inkml:trace>
  <inkml:trace contextRef="#ctx0" brushRef="#br0" timeOffset="97149.7">14726 15313 150 0,'0'0'2'15,"0"0"-1"-15,0 0-1 16,0 0 0-16,0 0-19 15,43-30-64-15</inkml:trace>
  <inkml:trace contextRef="#ctx0" brushRef="#br0" timeOffset="97327.65">15297 15068 147 0,'0'0'1'0,"0"0"0"16,0 0 1-16,0 0-1 16,0 0 0-16,40 0-2 15,-31 0-25-15,5 0-33 0</inkml:trace>
  <inkml:trace contextRef="#ctx0" brushRef="#br0" timeOffset="97498.02">15894 14965 125 0,'0'0'3'0,"37"-6"5"15,-21 6 1-15,-3 0-6 16,1 0-1-16,-1 0-1 16,1 0-1-16,1-1 1 0,3-2-8 15,2-2-55-15</inkml:trace>
  <inkml:trace contextRef="#ctx0" brushRef="#br0" timeOffset="97683.33">16609 14881 99 0,'0'0'1'16,"62"0"9"-16,-39 0 5 15,-5 3-4-15,-3 4-1 0,-6-1-7 16,0 1-1-16,-4 0 0 15,1 0-1-15,2 0 0 16,2 0-7-16,1-1-35 16,1-5-38-16</inkml:trace>
  <inkml:trace contextRef="#ctx0" brushRef="#br0" timeOffset="97845.66">17118 14955 148 0,'0'0'7'0,"0"0"8"16,0 0 1-16,0 0-6 16,40 8-5-16,-35-5-4 0,2 2 0 15,-4 0 0-15,-1 2-6 16,-2 1-44-16,0-4-25 16</inkml:trace>
  <inkml:trace contextRef="#ctx0" brushRef="#br0" timeOffset="98547.15">14072 15638 214 0,'0'0'-29'0,"0"0"47"0,0 0-18 0,0 0-3 15,0 0 1-15,0 0 0 16,0 0-7-16,0 0-15 0,0 0-4 15,0 0 5-15,0 0-33 16</inkml:trace>
  <inkml:trace contextRef="#ctx0" brushRef="#br0" timeOffset="98693.61">14186 15415 149 0,'0'0'12'16,"0"0"27"-16,0 0-14 15,0 0-14-15,0 0-9 16,0 0-1-16,27-41-2 16,-8 29-18-16,6-3-35 0,3-5-30 15</inkml:trace>
  <inkml:trace contextRef="#ctx0" brushRef="#br0" timeOffset="98863.86">14875 15000 79 0,'0'0'8'16,"0"0"15"-16,43-12 2 15,-35 12-20-15,-3 0-3 16,3 0 0-16,-1 0-1 0,5 0 0 16,0 0-9-16,3 0-43 15</inkml:trace>
  <inkml:trace contextRef="#ctx0" brushRef="#br0" timeOffset="99029.83">15451 14858 141 0,'0'0'1'0,"44"-8"3"16,-23 6 0-16,-2 1 1 15,4-2-3-15,-2 3-1 16,3-3-1-16,1 3-3 0,-3-3-19 15,1-2-36-15</inkml:trace>
  <inkml:trace contextRef="#ctx0" brushRef="#br0" timeOffset="99212.66">16218 14793 140 0,'0'0'0'16,"58"7"11"-16,-32-3 8 15,1-1-9-15,2 0-3 0,0 0-2 16,-1-2-2-16,1-1 0 16,0 2-3-16,1 0-2 15,-1-1-27-15,3 0-25 16,-5 0-45-16</inkml:trace>
  <inkml:trace contextRef="#ctx0" brushRef="#br0" timeOffset="99655.15">14658 15337 153 0,'0'0'-8'0,"0"0"10"0,0 0-1 0,0 0-1 16,0 0-1-16,0 0-2 0,29-47-13 15,-9 31-29-15</inkml:trace>
  <inkml:trace contextRef="#ctx0" brushRef="#br0" timeOffset="99827.74">15008 15083 214 0,'0'0'-5'16,"0"0"18"-16,0 0-10 15,0 0-4-15,0 0 1 0,0 0 0 16,41 0-2-16,-23 0-19 16,8-3-15-16,3-6-15 15,3-1-26-15</inkml:trace>
  <inkml:trace contextRef="#ctx0" brushRef="#br0" timeOffset="99985.73">15603 14954 125 0,'0'0'2'0,"0"0"5"16,0 0 8-16,0 0-4 15,38-3-6-15,-30 3-5 0,4-1 1 16,1-1 0-16,3-1-6 16,2-3-45-16</inkml:trace>
  <inkml:trace contextRef="#ctx0" brushRef="#br0" timeOffset="100167.4">16030 14882 101 0,'0'0'7'15,"0"0"2"-15,0 0 11 16,0 0 0-16,38-1-6 16,-33 1-7-16,3 0-1 15,2 5-4-15,3 0-1 0,5-1-1 16,1 2 1-16,6 0-5 15,4-2-23-15,2 0-7 16,5-3-13-16</inkml:trace>
  <inkml:trace contextRef="#ctx0" brushRef="#br0" timeOffset="100337.33">16575 14943 58 0,'0'0'29'0,"52"5"13"15,-29 2-16-15,-2-3-11 16,-2 3-5-16,0 0-4 15,1 2-1-15,-1-3-3 0,1 2 1 16,0 0-3-16,4 1 2 16,-1 1-2-16,2 3-6 15,2-2-26-15,6 3-4 16,-2-2-10-16</inkml:trace>
  <inkml:trace contextRef="#ctx0" brushRef="#br0" timeOffset="100493.56">17183 15123 88 0,'0'0'3'0,"0"0"39"16,0 0-5-16,0 0-20 16,0 0-12-16,0 0-1 0,0 0-2 15,40 26-2-15,-30-21 2 16,3 0-1-16,1 1-4 16,-1 1-42-16,0 0-4 15,3 0-27-15</inkml:trace>
  <inkml:trace contextRef="#ctx0" brushRef="#br0" timeOffset="100621.26">17409 15206 44 0</inkml:trace>
  <inkml:trace contextRef="#ctx0" brushRef="#br0" timeOffset="100969.89">16030 15016 154 0,'0'0'-8'16,"0"0"20"-16,0 0-10 0,0 0-1 16,0 0 3-16,0 0-4 15,51-12 0-15,-28 12-3 16,5-4-36-16,2 0-51 16</inkml:trace>
  <inkml:trace contextRef="#ctx0" brushRef="#br0" timeOffset="101134.69">16623 15010 113 0,'0'0'2'15,"59"6"5"-15,-29-2 4 0,-1 2-8 16,-2 1-2-16,-3 2-1 16,0 0 0-16,-1 3 0 15,0 0 0-15,1 0-7 16,3-1-22-16</inkml:trace>
  <inkml:trace contextRef="#ctx0" brushRef="#br0" timeOffset="101280.8">17186 15136 191 0,'0'0'37'16,"0"0"-33"-16,0 0-2 0,0 0-4 15,0 0 2-15,0 0-1 16,0 0-18-16,18 38-42 15,-17-33-29-15</inkml:trace>
  <inkml:trace contextRef="#ctx0" brushRef="#br0" timeOffset="102643.51">14184 15881 28 0,'-9'5'33'0,"6"-3"-32"0,-1-2 0 0,2 0 0 16,2-1-1-16,0-9 2 0,2-2-1 15,4-3 1-15,6-5 0 16,-3-3 0-16,4-4-8 15</inkml:trace>
  <inkml:trace contextRef="#ctx0" brushRef="#br0" timeOffset="102780.14">14516 15462 175 0,'0'0'8'0,"0"0"-1"16,0 0-8-16,57-35 1 0,-31 20-29 15,4-5-44-15</inkml:trace>
  <inkml:trace contextRef="#ctx0" brushRef="#br0" timeOffset="103839.9">17541 14792 46 0,'0'0'12'0,"0"0"-6"0,0 0 2 0,0 0 2 0,0 0 0 15,0 0-3-15,0 0 2 16,0 0-4-16,0 0-1 16,0 0 5-16,-5 12 4 15,2-12-3-15,0 0 12 16,0 0-6-16,-2 0-14 0,0 0 4 16,2 0 3-16,-1-4 3 15,3-3-6-15,1-2-3 16,0 1-3-16,5-2-1 15,2 1 1-15,3 2 2 0,3 2-2 16,0 2-1-16,3 3 1 16,-2 0-1-16,2 4 0 15,-1 7 0-15,2 1 1 16,-2 1 0-16,1-1 0 16,-1-2 1-16,-1-3-1 0,-1-4 0 15,1-1 0-15,-3-2 1 16,-1 0 0-16,-1-6-1 15,-1-3 1-15,-5-2 0 16,-1 0 0-16,-2-2-1 16,0 2 1-16,0-2-1 0,0 0 0 15,-3 2 0-15,1 2 0 16,-2 2-2-16,4 3-1 16,0 4 0-16,0 0-1 15,0 0-25-15,0 7 24 16,4 4 4-16,1 2 1 15,3 1 0-15,-1 2 0 0,4 1 0 16,0-1 1-16,-2-1-1 16,1 2 1-16,1 0-1 15,-1 0 0-15,-3-2 0 16,0 0 0-16,-3-3 0 0,-2-1 1 16,-2-3-1-16,0 1 3 15,-4 0 7-15,-8 0 0 16,-3 1-4-16,-7 2-2 15,0 2 0-15,-5 0-4 16,-2 2 1-16,2 1 0 16,-2-2-1-16,4-2-1 0,6-1-11 15,5-6-11-15,9-6-15 16,5-5-31-16</inkml:trace>
  <inkml:trace contextRef="#ctx0" brushRef="#br0" timeOffset="104119.74">18011 14732 99 0,'0'0'3'0,"0"0"2"0,0 0 8 15,0 0 1-15,39-23-3 16,-23 16-6-16,2-2-4 16,2 0 0-16,-1-1-6 15,-1-3-57-15</inkml:trace>
  <inkml:trace contextRef="#ctx0" brushRef="#br0" timeOffset="104272.98">18144 14773 176 0,'0'0'-6'0,"0"0"3"15,0 0-1-15,0 0-8 16,0 0 1-16,0 0-17 15,56-2-63-15</inkml:trace>
  <inkml:trace contextRef="#ctx0" brushRef="#br0" timeOffset="104908.02">18362 14634 42 0,'0'0'2'0,"0"0"2"16,0 0-1-16,0 0-1 15,0 0 6-15,0 0 15 16,0 0 1-16,11-38 0 15,-2 29-5-15,3 3-4 16,2-1-7-16,-1 2-6 16,1 2-1-16,-1 3-1 0,-4 0-2 15,1 0-5-15,-5 0 1 16,0 4 4-16,-4 3 1 16,-1 2 1-16,0 3 0 15,-1 0 0-15,-5 2 3 16,-1 1 0-16,0 0-3 0,2-1 0 15,3-1 1-15,0-5-1 16,0 1 0-16,2-2 2 16,0-3 0-16,0-1 0 15,0 0 0-15,4-2-1 16,-1 1 1-16,1-1-1 0,3 1 0 16,-6-2-1-16,2 1-1 15,-1-1-4-15,0 0-5 16,-1 0 7-16,1 0-15 15,-2-9-50-15</inkml:trace>
  <inkml:trace contextRef="#ctx0" brushRef="#br0" timeOffset="105422.64">17628 14479 209 0,'0'0'-30'0,"0"0"31"0,0 0-1 0,49-32 0 15,-31 30-21-15,-1 2 0 16,0 6 10-16,-2 7 7 16,-3 2 3-16,-3 6 0 15,-5 1 0-15,-4 0 2 0,0-2-2 16,0-3 2-16,-6-4 1 16,1-3 14-16,2-4 6 15,3-5 1-15,0-1-2 16,11 0-15-16,12-11-5 15,9-6 0-15,9-5 2 16,9-6-19-16,0-5-98 16</inkml:trace>
  <inkml:trace contextRef="#ctx0" brushRef="#br0" timeOffset="105746.23">18506 14483 137 0,'0'0'3'0,"0"0"-1"16,-42 31 0-16,28-15-2 16,2 1 1-16,1 2 3 15,3 2 2-15,2-3 4 16,4 0-1-16,2-3 1 15,0-1-2-15,0-2-2 16,10-5-2-16,-2-1 0 0,5-2 1 16,0-4 0-16,7 0 2 15,0-4 4-15,5-5-4 16,2-4-4-16,2 0-2 16,0-1-1-16,-2 1-6 0,-3-4-37 15,-6 0-52-15</inkml:trace>
  <inkml:trace contextRef="#ctx0" brushRef="#br0" timeOffset="105946.13">18498 14484 206 0,'0'0'-3'16,"0"0"8"-16,0 0-4 15,-27 50-1-15,27-25 2 0,4 0-2 16,7 5 1-16,7-2-1 15,-2 1 1-15,6-2 0 16,1-3 1-16,2-4-2 16,-1-6-8-16,-2-7-47 15,1-7-19-15</inkml:trace>
  <inkml:trace contextRef="#ctx0" brushRef="#br0" timeOffset="106273.61">18837 14502 128 0,'0'0'-1'0,"0"-37"27"16,-4 23-1-16,-8 5-5 16,1 6-6-16,-4 3-11 15,1 2-5-15,-4 12 4 16,1 6 0-16,2 5-1 16,3 1-1-16,3 0 1 15,5-2 1-15,2-3-1 16,2-4 0-16,3-7 2 0,7-3-3 15,1-7 1-15,5 0 1 16,-1-7 0-16,3-7 3 16,-3-3-2-16,1-2 5 15,-3 4-3-15,-3 1-2 16,-2 6-1-16,-1 4-1 0,-3 4-2 16,-1 0 0-16,1 6 1 15,3 3-1-15,0 6-6 16,1-4-20-16,1-2-29 15,1-5-2-15</inkml:trace>
  <inkml:trace contextRef="#ctx0" brushRef="#br0" timeOffset="106522.66">18985 14438 111 0,'0'0'1'0,"0"0"2"16,0 0 2-16,49-20-1 15,-32 20-4-15,-1 1 0 16,-5 9 0-16,-1 3 0 16,-2 3 1-16,-6-3 0 15,-1-1 0-15,-1-3 9 0,0-3 14 16,0-3 21-16,0-1-8 16,0-2-13-16,0 0-12 15,0 0-10-15,6 0-16 16,6 0-3-16,2 0-23 15,7 0-53-15</inkml:trace>
  <inkml:trace contextRef="#ctx0" brushRef="#br0" timeOffset="107114.39">20462 14023 227 0,'0'0'-4'0,"0"0"12"0,0 0-11 16,0 0 3-16,9 53 0 0,-9-18 0 15,0 18 1-15,0 12 1 16,0 16-2-16,0 17 0 16,0 10 1-16,-3 13-1 15,0 11 3-15,-2 8 1 16,-1 7 1-16,1-1-2 15,0 3 4-15,0 0 0 0,2-5 0 16,0-5-4-16,2-4 1 16,1-9-3-16,0-5 0 15,0-10 0-15,0-8 0 16,3-12-1-16,4-13 0 0,-1-8-10 16,-1-16-23-16,-1-17-63 15</inkml:trace>
  <inkml:trace contextRef="#ctx0" brushRef="#br0" timeOffset="107491.74">19657 16261 70 0,'45'-11'29'0,"9"-6"-5"15,7-3 27-15,14 0-9 0,10-5-17 16,11-3-9-16,11-1-5 15,12-1-4-15,13 1-1 0,4 3-2 16,8 0-1-16,4 3-3 16,3 2 0-16,0 1 0 15,-9 0-3-15,-8 3-1 16,-11-3-9-16,-19 2-12 16,-19 1-15-16,-25 0-14 15,-21 3-5-15</inkml:trace>
  <inkml:trace contextRef="#ctx0" brushRef="#br0" timeOffset="108140.64">19774 15923 292 0,'0'0'3'0,"0"0"1"0,0 0-6 15,0 0-30-15,0 0-35 16,0 0-4-16,0 0-56 0</inkml:trace>
  <inkml:trace contextRef="#ctx0" brushRef="#br0" timeOffset="108289.82">19727 15729 264 0,'0'0'-14'16,"0"0"19"-16,0 0-5 15,0 0-8-15,0 0-41 16,-2-40-53-16</inkml:trace>
  <inkml:trace contextRef="#ctx0" brushRef="#br0" timeOffset="108452.73">19820 15398 231 0,'0'0'7'16,"0"0"6"-16,0 0-9 16,23-44-3-16,-7 30-6 15,4-3-47-15,0-2-63 0</inkml:trace>
  <inkml:trace contextRef="#ctx0" brushRef="#br0" timeOffset="108606.86">20189 15105 103 0,'0'0'16'16,"0"0"22"-16,0 0-13 15,0 0-23-15,0 0-3 16,0 0 0-16,0 0-28 16,31-14-22-16</inkml:trace>
  <inkml:trace contextRef="#ctx0" brushRef="#br0" timeOffset="108751.27">20446 15007 216 0,'0'0'2'16,"0"0"-1"-16,0 0 1 16,45-21-2-16,-30 11-12 15,2 0-57-15,0-4-13 16</inkml:trace>
  <inkml:trace contextRef="#ctx0" brushRef="#br0" timeOffset="108908.62">20817 14686 226 0,'0'0'-1'0,"0"0"2"0,21-41-1 16,-10 28 0-16,2-3-27 15,1-3-43-15,-1-4-11 16</inkml:trace>
  <inkml:trace contextRef="#ctx0" brushRef="#br0" timeOffset="109092.61">21079 14114 166 0,'0'0'11'0,"0"0"17"16,1-46-19-16,3 30-8 15,4 0-2-15,-1-7-23 0,6 0-25 16,1-2-52-16</inkml:trace>
  <inkml:trace contextRef="#ctx0" brushRef="#br0" timeOffset="109251.73">21222 13797 99 0,'0'0'20'16,"0"0"28"-16,0 0-14 15,0 0-14-15,0 0-13 16,-7-38-4-16,7 35-3 16,0 2-20-16,0-2-52 15,3 1-34-15</inkml:trace>
  <inkml:trace contextRef="#ctx0" brushRef="#br0" timeOffset="109721.18">19786 15967 117 0,'0'0'10'0,"0"0"-1"0,0 0 17 0,0 0-6 15,0 0-10-15,0 0 1 0,0 0-4 16,0 0-8-16,0 0-10 16,0 0 14-16,-35-4-6 15,43-10 0-15,-2-7-14 16,3-5-27-16,-1-4-46 16</inkml:trace>
  <inkml:trace contextRef="#ctx0" brushRef="#br0" timeOffset="109891.1">19843 15572 165 0,'0'0'22'0,"0"0"7"0,13-43-14 15,-2 27-10-15,3-4-4 16,0 0-1-16,5-3 1 16,1 1-2-16,2-2 0 15,0 2-9-15,2 2-16 16,-4 1-25-16,4 2-6 0</inkml:trace>
  <inkml:trace contextRef="#ctx0" brushRef="#br0" timeOffset="110032.71">20199 15232 90 0,'0'0'57'0,"0"0"19"16,0 0-42-16,0 0-13 0,0 0-15 15,0 0-5-15,0 0-1 16,29-36-4-16,-15 28-11 15,5-4-30-15,3-2-47 16</inkml:trace>
  <inkml:trace contextRef="#ctx0" brushRef="#br0" timeOffset="110193.59">20484 15054 129 0,'0'0'22'0,"0"0"30"15,0 0-19-15,0 0-15 16,36-21-7-16,-24 17-6 0,1-2-3 15,1-1-2-15,3 1 0 16,3-2-7-16,1-1-30 16,2-4-31-16,3-2-30 15</inkml:trace>
  <inkml:trace contextRef="#ctx0" brushRef="#br0" timeOffset="110352.67">21012 14779 155 0,'0'0'17'0,"0"0"23"16,0 0-17-16,0 0-11 16,0 0-5-16,22-43-5 15,-20 32-2-15,3-1 0 16,2-6-5-16,2-3-29 16,2-6-57-16</inkml:trace>
  <inkml:trace contextRef="#ctx0" brushRef="#br0" timeOffset="110528.23">21274 14138 239 0,'0'0'0'0,"0"0"15"0,0 0-2 16,0 0-10-16,0 0-3 15,0 0-3-15,-19-37-20 16,19 34-33-16,0-2-28 15,3-2-20-15</inkml:trace>
  <inkml:trace contextRef="#ctx0" brushRef="#br0" timeOffset="110669.37">21257 13861 151 0,'0'0'34'15,"0"0"10"-15,-21-48-28 16,17 37-11-16,4 1-4 15,0 0-8-15,0 1-34 16,2 1-39-16</inkml:trace>
  <inkml:trace contextRef="#ctx0" brushRef="#br0" timeOffset="111106.78">19678 15777 208 0,'0'0'8'0,"0"0"3"0,0 0-9 0,-37 0-2 0,32-7-23 16,2 0-26-16,-3-2 11 15,2-2 25-15,0-2 11 16,2-1 4-16,-2-3-2 0,3-4-2 16,1-5-25-16</inkml:trace>
  <inkml:trace contextRef="#ctx0" brushRef="#br0" timeOffset="111270.97">19676 15311 186 0,'0'0'0'0,"0"0"4"16,37-48-2-16,-18 32-2 16,5-1-3-16,-1 0-25 0,2 3 4 15,0 1 9-15,1 1 9 16,1-1-2-16,1-3-24 15</inkml:trace>
  <inkml:trace contextRef="#ctx0" brushRef="#br0" timeOffset="111477.31">20214 15043 206 0,'0'0'49'15,"0"0"-25"-15,0 0-14 16,0 0-5-16,0 0-2 15,0 0-2-15,46-13-1 0,-25 3-3 16,-2 2-14-16,5-2-5 16,2-1-2-16,4 0-3 15,3-3 4-15,3 2 11 16,2-1-21-16,2-2-12 16,-4 2-3-16</inkml:trace>
  <inkml:trace contextRef="#ctx0" brushRef="#br0" timeOffset="111599.09">20650 14884 0 0,'0'0'61'16,"0"0"-10"-16,0 0-6 15,40-14-1-15,-35 12-18 16,3-2-12-16,2-2-11 16,1-1 0-16,4-3-3 15,1-4 1-15,4-2-18 16,-1-5-27-16,2-3-16 0,2-6 6 16</inkml:trace>
  <inkml:trace contextRef="#ctx0" brushRef="#br0" timeOffset="111755.01">21154 14246 117 0,'0'0'9'15,"7"-37"48"-15,-7 23-16 16,0 5-23-16,-2-2-15 0,-6 0-6 16,1-2-12-16,-2-1-24 15,2-5-22-15,2-5-25 16</inkml:trace>
  <inkml:trace contextRef="#ctx0" brushRef="#br0" timeOffset="111903.69">21173 13727 149 0,'0'0'-9'0,"0"0"10"16,0 0 0-16,0 0-3 0,42-42-31 15,-33 32-51-15</inkml:trace>
  <inkml:trace contextRef="#ctx0" brushRef="#br0" timeOffset="112039.74">21380 13530 35 0,'0'0'-25'0</inkml:trace>
  <inkml:trace contextRef="#ctx0" brushRef="#br0" timeOffset="112295.7">21207 13793 240 0,'0'0'8'0,"0"0"-3"15,0 0-8-15,0 0 1 16,0 0-6-16,0 0-21 15,3 44-4-15,-3-17-7 16,0 7 3-16,-2 4-12 0</inkml:trace>
  <inkml:trace contextRef="#ctx0" brushRef="#br0" timeOffset="112478.5">21068 14364 99 0,'0'0'15'0,"0"0"29"15,-37 48-12-15,29-35-14 16,-2 3-11-16,4-1-5 16,0 2-1-16,1 0 0 15,-1 2-2-15,4-3-13 0,-1-1-27 16,0-2 3-16,3 0-4 16</inkml:trace>
  <inkml:trace contextRef="#ctx0" brushRef="#br0" timeOffset="112594.61">20973 14631 67 0,'0'0'6'16,"0"0"12"-16,0 0-3 16,-8 48-10-16,2-29-4 15,-2 2 0-15,0 3-6 16,-1-1-40-16,-4 1 20 16</inkml:trace>
  <inkml:trace contextRef="#ctx0" brushRef="#br0" timeOffset="112927.39">20131 15326 35 0,'0'0'5'16,"-66"32"0"-16,40-20-3 15,6-3-2-15,3-4 2 0,5 2 10 16,2-3 11-16,3 0 1 16,1-1-3-16,3 3-5 15,2 0-10-15,-1 2-5 16,0 3 0-16,-1 2-1 16,0 4 0-16,-2 2-2 0,-5-1-1 15,0 5 1-15,-2 0-2 16,-2 1 2-16,1-1-21 15,-1-1 21-15,1 1 2 16,0-2-11-16,0-2-19 16,2-2-27-16</inkml:trace>
  <inkml:trace contextRef="#ctx0" brushRef="#br0" timeOffset="113035.28">19798 15849 53 0,'0'0'1'0,"0"0"1"0,1 46-7 16</inkml:trace>
  <inkml:trace contextRef="#ctx0" brushRef="#br0" timeOffset="119803.68">9340 15601 154 0,'0'0'11'0,"0"0"11"0,0 0 2 0,0 0-9 0,0 0-12 16,0 0-5-16,0 0 4 15,-29 48 0-15,29-8-4 16,0 15 4-16,5 17-2 16,2 19 0-16,1 16 3 15,6 19-5-15,3 14 5 16,4 14-3-16,4 14 1 0,-1 4-1 16,5 3 0-16,2 0 0 15,-4-8 1-15,0-16-1 16,-6-20 0-16,-2-17 0 15,-8-16 0-15,-4-18-3 16,-5-12-16-16,-2-15-43 0,-12-15-56 16</inkml:trace>
  <inkml:trace contextRef="#ctx0" brushRef="#br0" timeOffset="120426.13">8409 17254 122 0,'0'0'7'0,"0"0"8"0,-40 9 1 0,31-6 0 0,-1-2-9 0,1-1-4 15,1 0-2-15,0 0 1 16,-1 0 0-16,3 0 9 16,-2-6 3-16,3-3-4 15,0-2 0-15,-1-3-7 16,5-3-1-16,-1 0-2 15,0-1-1-15,2-3 1 0,0 0-1 16,0 0 1-16,0 0 0 16,0-2 0-16,0 2 0 15,0-3 1-15,0 2-2 16,2 0 2-16,1 1-2 16,3 3 2-16,1 1-1 0,0 3 1 15,-3 3-1-15,-1 1 0 16,0-1 0-16,0 2 0 15,-3 0-2-15,0-2-39 16,0 0-24-16,-4-6-27 16</inkml:trace>
  <inkml:trace contextRef="#ctx0" brushRef="#br0" timeOffset="120615.04">8283 16473 221 0,'0'0'-32'16,"0"0"41"-16,0 0-3 0,0 0-5 16,-36-40-10-16,36 26-108 15</inkml:trace>
  <inkml:trace contextRef="#ctx0" brushRef="#br0" timeOffset="120764.01">8383 16252 240 0,'0'0'16'0,"0"0"-4"16,0 0-5-16,0 0-6 15,0 0-9-15,0 0-39 16,0 0-82-16</inkml:trace>
  <inkml:trace contextRef="#ctx0" brushRef="#br0" timeOffset="120902.26">8663 16261 208 0,'0'0'7'15,"5"63"-7"-15,-5-25 0 16,2 4-2-16,-2 3-59 15,0 2-31-15</inkml:trace>
  <inkml:trace contextRef="#ctx0" brushRef="#br0" timeOffset="121070.01">8438 16962 212 0,'0'0'17'15,"0"0"-12"-15,-21 40-4 16,21-28-4-16,5-2-5 16,10-1-25-16,0-4-25 15,1-3-14-15</inkml:trace>
  <inkml:trace contextRef="#ctx0" brushRef="#br0" timeOffset="121219.4">8777 17037 231 0,'0'0'19'16,"0"0"-7"-16,0 0-16 15,0 0 5-15,0 0-8 16,40-33-33-16,-28 9-113 16</inkml:trace>
  <inkml:trace contextRef="#ctx0" brushRef="#br0" timeOffset="121355.2">8987 16767 226 0,'0'0'10'0,"0"0"-7"16,0 0-4-16,0 0-20 16,0 0-82-16</inkml:trace>
  <inkml:trace contextRef="#ctx0" brushRef="#br0" timeOffset="121517.25">9052 16355 199 0,'0'0'25'0,"0"0"-21"0,0 0-3 15,0 0-1-15,9-42-14 16,1 30-78-16,3-3-16 15</inkml:trace>
  <inkml:trace contextRef="#ctx0" brushRef="#br0" timeOffset="121734.81">9586 15955 77 0,'0'0'2'16,"0"0"0"-16,41 24-1 16,-24-14 0-16,-1 1-1 15,2 2 0-15,4-2 0 0,1-1 0 16,2-1 0-16,-1-2-2 16,5-3-59-16</inkml:trace>
  <inkml:trace contextRef="#ctx0" brushRef="#br0" timeOffset="121873.68">9979 16111 63 0,'0'0'15'0,"0"0"-5"0,0 0 18 16,36 40-3-16,-29-29-8 15,2 0-10-15,2 0-6 16,1 3 1-16,-1-2 1 16,1 4-3-16,1 1-5 15,-2-1-32-15,-1 2-28 0</inkml:trace>
  <inkml:trace contextRef="#ctx0" brushRef="#br0" timeOffset="122009.49">10130 16486 97 0,'0'0'11'0,"0"0"7"0,-23 48-11 16,16-31-5-16,3 0-2 15,-3-1-1-15,3 2-21 16,-1-5-18-16</inkml:trace>
  <inkml:trace contextRef="#ctx0" brushRef="#br0" timeOffset="122186.32">10242 16909 198 0,'0'0'0'0,"0"0"1"15,0 0 2-15,50 31-2 16,-33-28-2-16,2-3-9 16,-1 0-37-16,-2-2-9 0</inkml:trace>
  <inkml:trace contextRef="#ctx0" brushRef="#br0" timeOffset="122343.85">10583 16861 150 0,'0'0'24'0,"0"0"-5"16,0 0-16-16,0 0-1 15,0 0-2-15,22-38-11 16,-17 21-53-16,2-4-40 16</inkml:trace>
  <inkml:trace contextRef="#ctx0" brushRef="#br0" timeOffset="122477.97">10634 16473 208 0,'0'0'-10'0,"-23"-41"29"0,12 18 1 15,3 0-5-15,2-1-14 16,1-5-3-16,1-6-30 16,-3-4-86-16</inkml:trace>
  <inkml:trace contextRef="#ctx0" brushRef="#br0" timeOffset="122643.47">10567 15580 212 0,'0'0'3'0,"0"0"3"0,0 0-5 15,0 0-1-15,14-41-16 16,-7 38-49-16,1-2-12 15</inkml:trace>
  <inkml:trace contextRef="#ctx0" brushRef="#br0" timeOffset="122778.94">10692 15428 145 0,'0'0'25'0,"0"0"0"15,0 0-14 1,0 0-9-16,0 0-10 0,0 0-47 15,0 0-45-15</inkml:trace>
  <inkml:trace contextRef="#ctx0" brushRef="#br0" timeOffset="122970.58">10915 15470 47 0,'0'0'3'16,"42"36"1"-16,-18-15 5 15,-4 6 0-15,0 0-6 0,0 6-1 16,2 4-1-16,-4 0-1 16,3 1 1-16,-4-1-1 15,1 2 0-15,-2-2-2 16,0-1-13-16,-7 1-25 16</inkml:trace>
  <inkml:trace contextRef="#ctx0" brushRef="#br0" timeOffset="123089.07">11209 16191 89 0,'0'0'10'0,"-9"49"32"16,3-30 3-16,1-3-26 16,3 0-13-16,2-1-5 15,0 2-1-15,0-2-14 0,0-1-50 16</inkml:trace>
  <inkml:trace contextRef="#ctx0" brushRef="#br0" timeOffset="123237.71">11251 16536 75 0,'0'0'152'15,"0"37"-151"-15,0-19-1 16,0 2-1-16,5-2-18 16,-4 2-36-16,0-6-8 0</inkml:trace>
  <inkml:trace contextRef="#ctx0" brushRef="#br0" timeOffset="123412.15">11211 16882 180 0,'0'0'6'15,"0"0"4"-15,0 0-8 0,0 0-2 16,0 0 0-16,-24 37-6 15,24-37-14-15,-1 0-43 16</inkml:trace>
  <inkml:trace contextRef="#ctx0" brushRef="#br0" timeOffset="123589.12">10985 16419 226 0,'0'0'10'0,"-8"-45"-3"0,8 20-7 15,5 1-7-15,7-7-58 16,-3-2-62-16</inkml:trace>
  <inkml:trace contextRef="#ctx0" brushRef="#br0" timeOffset="123738.74">11044 15800 192 0,'0'0'18'0,"0"0"-11"16,0 0-20-16,0 0-30 16,0 0-16-16,0 0-43 15</inkml:trace>
  <inkml:trace contextRef="#ctx0" brushRef="#br0" timeOffset="124335.66">8451 17081 129 0,'0'0'4'0,"-9"38"-2"0,9-26 1 0,0-3 0 0,0-4 1 16,0-1 0-16,0-4 23 16,0 0-1-16,0-1-24 15,4-11-11-15,1-6-28 0,0-8-34 16</inkml:trace>
  <inkml:trace contextRef="#ctx0" brushRef="#br0" timeOffset="124485.35">8600 16636 179 0,'0'0'-6'0,"0"0"10"15,21-44-5-15,-13 35 1 16,4 0-3-16,-1-1-36 16,2 0 0-16,-1-3-43 15</inkml:trace>
  <inkml:trace contextRef="#ctx0" brushRef="#br0" timeOffset="124613.8">8938 16375 107 0,'0'0'-26'0,"0"0"-16"15</inkml:trace>
  <inkml:trace contextRef="#ctx0" brushRef="#br0" timeOffset="125654.07">19566 15654 235 0,'0'0'-34'0,"0"0"48"0,0 0-8 0,0 0-6 15,0 0-6-15,0 0-7 16,0 0-2-16,24-56 2 15,-5 28-28-15,3-5-69 0</inkml:trace>
  <inkml:trace contextRef="#ctx0" brushRef="#br0" timeOffset="125790.8">19772 15387 94 0,'0'0'29'0,"0"0"-13"16,0 0 0-16,0 0-4 15,0 0-5-15,43-25-4 16,-28 13-1-16,3-2-1 15,2-4-1-15,4-3-26 16,-2-4-50-16</inkml:trace>
  <inkml:trace contextRef="#ctx0" brushRef="#br0" timeOffset="125946.61">20176 15066 176 0,'0'0'26'0,"0"0"16"16,0 0-30-16,0 0-9 15,45-40-3-15,-28 30 0 16,3-1-2-16,4-1-19 16,2 2-24-16,0-1-9 15,1 2 2-15</inkml:trace>
  <inkml:trace contextRef="#ctx0" brushRef="#br0" timeOffset="126287.19">20602 14880 136 0,'0'0'17'16,"0"0"-8"-16,0 0 12 0,0 0-3 16,0 0-7-16,42-2-5 15,-28-1-3-15,2-1-2 16,3-1 0-16,7-3-5 16,1-2-10-16,2-2-23 15,5-4 1-15,1 0-1 0,-3-5-7 16,-1 1 10-16,-4 0 19 15,-5 3 16-15,-8 0 2 16,-4 3 15-16,-3 1 19 16,-5 3 6-16,-1-1-6 15,-1 1 6-15,0-2-3 0,0 1-11 16,0 1-23-16,4-1-4 16,-2-2-1-16,2 0-1 15,3 0 2-15,-1-3-2 16,5-3 0-16,2-1 0 15,3-3-14-15,0-2-34 16,1-3-43-16</inkml:trace>
  <inkml:trace contextRef="#ctx0" brushRef="#br0" timeOffset="126431.34">21090 14130 109 0,'0'0'8'0,"0"0"-4"16,0 0-11-16</inkml:trace>
  <inkml:trace contextRef="#ctx0" brushRef="#br0" timeOffset="126586.46">21184 13807 128 0,'0'0'-47'0,"0"0"51"16,0-39-10-16</inkml:trace>
  <inkml:trace contextRef="#ctx0" brushRef="#br0" timeOffset="126800.66">21203 13785 142 0,'0'0'-4'0,"0"0"12"16,0 0-6-16,0 0-1 15,0 0-1-15,0 0-1 16,0 0-19-16,39 38-47 16</inkml:trace>
  <inkml:trace contextRef="#ctx0" brushRef="#br0" timeOffset="126964.23">21230 14100 37 0,'0'0'2'0,"0"0"1"16,-8 44 4-16,6-27 2 16,-2 2-1-16,1 2-5 15,-3 3-3-15,2 1 0 16,3-2-21-16</inkml:trace>
  <inkml:trace contextRef="#ctx0" brushRef="#br0" timeOffset="127112.38">21027 14682 101 0,'0'0'-18'0,"-53"47"19"16,32-28-1-16,2-3-6 0,3-3-5 16,3-3 0-16,2-2-43 15</inkml:trace>
  <inkml:trace contextRef="#ctx0" brushRef="#br0" timeOffset="133162.57">14177 15640 83 0,'-4'0'16'0,"1"0"7"0,-3-2 0 0,3-2-8 16,2 2-4-16,0-3 0 0,1 0-7 16,0-1-1-16,0 2-2 15,0-1 0-15,5-2 0 16,3 0-3-16,4-2 2 15,1 1-3-15,3-5-38 16,2-3-21-16</inkml:trace>
  <inkml:trace contextRef="#ctx0" brushRef="#br0" timeOffset="133321.72">14559 15320 92 0,'0'0'3'0,"0"0"-1"16,41-33 0-16,-28 26-1 15,-4 1-2-15,-2 4 1 16,1 0 0-16,-2 1-3 16,0 1-12-16,-1-3-10 15,1 2-16-15</inkml:trace>
  <inkml:trace contextRef="#ctx0" brushRef="#br0" timeOffset="133477.1">14957 15137 79 0,'0'0'31'0,"0"0"-30"15,38-8 0-15,-22 6 0 16,0-1-1-16,3-1-1 16,1-1-35-16</inkml:trace>
  <inkml:trace contextRef="#ctx0" brushRef="#br0" timeOffset="133662.15">15700 14925 122 0,'0'0'1'0,"55"-11"4"16,-33 9 4-16,-1 2-4 15,1 0-2-15,-5 0-3 16,1 7 0-16,3 1 0 0,-2 1-1 15,4-4-32-15,2-3-62 16</inkml:trace>
  <inkml:trace contextRef="#ctx0" brushRef="#br0" timeOffset="133860.96">16575 14971 100 0,'0'0'-5'0,"70"12"9"16,-39-4-1-16,-5-1-1 16,1 2-2-16,-2 0 2 0,-2 0-2 15,-1-1 0-15,-2-1 0 16,3 0 0-16,1 0-2 16,-5-1-12-16,4-2-54 15</inkml:trace>
  <inkml:trace contextRef="#ctx0" brushRef="#br0" timeOffset="134017.29">17102 15097 101 0,'0'0'2'0,"0"0"24"16,0 0 6-16,0 0 5 0,0 0-20 16,0 0-16-16,0 0 0 15,20 15-1-15,-13-7-2 16,1-1-27-16,1-2-53 15</inkml:trace>
  <inkml:trace contextRef="#ctx0" brushRef="#br0" timeOffset="134295.57">19470 15524 49 0,'0'0'-3'0,"42"15"8"16,-20-10-5-16,-3-2-5 0</inkml:trace>
  <inkml:trace contextRef="#ctx0" brushRef="#br0" timeOffset="134523.43">19761 15575 189 0,'0'0'-9'0,"0"0"19"0,0 0-2 16,0 0-13-16,0 0-15 16,0 0-2-16,-5-44 13 15,8 29 8-15,9-8-1 16,5-2-1-16,6-9-25 15,6-5-65-15</inkml:trace>
  <inkml:trace contextRef="#ctx0" brushRef="#br0" timeOffset="134691.51">20240 15089 87 0,'0'0'73'16,"61"-35"-53"-16,-34 18 8 0,-2 3-10 15,1 4-12-15,-1 2-3 16,-5 1-3-16,0 2 0 15,-5 1 0-15,-1 1-1 16,-3 0-8-16,3 0-18 16,-1-5-18-16,5-5-21 15</inkml:trace>
  <inkml:trace contextRef="#ctx0" brushRef="#br0" timeOffset="134878.64">20903 14795 201 0,'0'0'33'0,"0"0"-29"16,0 0-1-16,0 0-2 16,38-29 0-16,-28 22 0 15,-2 0-1-15,2-2 1 16,1-2-2-16,0-3 2 0,2-3-3 16,2-5-10-16,0-3-20 15,1-9-22-15,2-6-20 16</inkml:trace>
  <inkml:trace contextRef="#ctx0" brushRef="#br0" timeOffset="135071.97">21269 14019 153 0,'0'0'27'0,"-25"-43"-9"15,13 25-13 1,-1 0-3-16,1 2-2 0,0 4 0 15,1 1-2-15,2 7 0 16,-1 0-3-16,4 2-4 16,-2 2-19-16,3 0-9 15,-1 2-11-15</inkml:trace>
  <inkml:trace contextRef="#ctx0" brushRef="#br0" timeOffset="135505.54">21166 13958 101 0,'0'0'5'0,"0"0"3"16,0 0 4-16,0 0 6 15,0 0 11-15,0 0-11 16,0 0-13-16,0 0-13 0,7 11 9 15,-7-1-7-15,0 4-10 16,0 3-2-16,-5 6 7 16,1 1 2-16,1 6 0 15,-3 4-4-15,1 5-6 16,-1 3 0-16,-5 4 8 0,-2 3 6 16,-2-2 4-16,-4 0 2 15,-2-2 0-15,-2-3 2 16,-3-1-1-16,-1-1-1 15,-2-1 3-15,-3-3 3 16,-2-1 4-16,0-3 2 0,2-7 2 16,-1-1 1-16,3-5-8 15,2-1-6-15,4 2 0 16,1-1-3-16,-1 2 1 16,0 2-1-16,0 2-5 15,-2 4-11-15,-3-1-12 0,-4 3-10 16</inkml:trace>
  <inkml:trace contextRef="#ctx0" brushRef="#br0" timeOffset="135719.1">19758 15378 76 0,'-43'27'13'0,"5"-3"10"0,10-4-3 0,6-3-5 0,8-3-2 16,7-1-10-16,5 1-3 16,0-1 0-16,2 1-1 15,0 1-1-15,0 2-4 16,2 4-12-16,1-1-14 0</inkml:trace>
  <inkml:trace contextRef="#ctx0" brushRef="#br0" timeOffset="136010.69">19489 15868 76 0,'0'0'5'15,"0"-42"-3"-15,1 20 0 16,5 2-1-16,-2 2-1 16,1 1 0-16,1 1 3 15,0 2 4-15,2 1 9 16,1 0-6-16,3 1-7 0,3 0-2 16,1 0-1-16,-1 0-2 15,1 1-19-15,0 4-12 16,0-2-8-16</inkml:trace>
  <inkml:trace contextRef="#ctx0" brushRef="#br0" timeOffset="136212.13">19745 15563 49 0,'0'0'41'16,"0"0"-4"-16,0 0 6 16,0 0-22-16,0 0-8 15,4-44-9-15,5 32-3 0,-2-5-1 16,5 0-1-16,3-2-3 15,2-3-8-15,1-1-5 16,1-2 5-16,3-2-1 16,4 0 2-16,3-4 1 15,5-2-6-15,2-3-8 0,5 0-9 16</inkml:trace>
  <inkml:trace contextRef="#ctx0" brushRef="#br0" timeOffset="136368.49">20225 15051 36 0,'0'0'30'0,"0"0"-1"15,34-11-7-15,-25 11-4 0,2 0-9 16,-4 0-5-16,2 0-1 16,1 0-2-16,2 0 0 15,0-3-1-15,5-2 0 16,1-5-2-16,3-2-13 16,5-1-24-16,2-2-1 15,4-4-2-15</inkml:trace>
  <inkml:trace contextRef="#ctx0" brushRef="#br0" timeOffset="136529.9">20739 14826 54 0,'41'-22'9'16,"0"-6"6"-16,-2-1-8 0,1-2-4 15,-6-1-3-15,-3 0 0 16,-8-2 1-16,-4 3-1 16,-3 1 11-16,-3 0 18 15,-4-2-10-15,2 0-16 16,0-3-3-16,2-4-6 15,-1 0-20-15,-1-2-21 0</inkml:trace>
  <inkml:trace contextRef="#ctx0" brushRef="#br0" timeOffset="136736.76">21148 14087 24 0,'0'0'0'0,"1"-47"4"16,-1 23 1-16,0 0-2 0,0 0-2 15,0 1-1-15,0-1 1 16,0 1 0-16,0 2 4 15,0 2-2-15,5 2-2 16,0 3-1-16,0 2 1 16,-2 0 4-16,3 6 4 0,-4 1 4 15,-2 0 1-15,2 3-8 16,1 0-6-16,0 2-8 16,2 0-21-16,-2 0-18 15</inkml:trace>
  <inkml:trace contextRef="#ctx0" brushRef="#br0" timeOffset="137134.82">20473 14938 75 0,'-51'33'3'0,"7"-4"4"0,6-3-3 0,6-5 2 0,5-2-1 16,1-1 4-16,7-1-3 16,2-2-2-16,3 1-1 15,3-1-2-15,2 0 0 0,0 2-1 16,4 0-1-16,-4 0-1 16,1 2-9-16,-3-1-11 15,-2-2 5-15,-2 2-2 16,-5-2-25-16</inkml:trace>
  <inkml:trace contextRef="#ctx0" brushRef="#br0" timeOffset="137323.88">19801 15450 26 0,'0'0'10'16,"-67"20"6"-16,37-10-10 16,2-1-4-16,3 1-3 15,7 1-2-15,-1 2-19 0,6 1-2 16,0 3 20-16,4-1 6 15,-1 2 11-15,2 5 10 16,2 0-14-16,3 5-4 16,-1 3-5-16,0-1-4 15,3 1-38-15</inkml:trace>
  <inkml:trace contextRef="#ctx0" brushRef="#br0" timeOffset="137489.99">19534 15969 123 0,'0'0'22'0,"0"0"-6"15,0 0-14-15,0 0-10 16,0 0-6-16,0 0-6 16,0 0-7-16,0 0 11 0,8 14-3 15</inkml:trace>
  <inkml:trace contextRef="#ctx0" brushRef="#br0" timeOffset="137627.6">19571 15992 196 0,'0'0'-31'0,"0"0"49"16,0 0-15-16,0 0-6 15,0 0-48-15,0 0-56 16</inkml:trace>
  <inkml:trace contextRef="#ctx0" brushRef="#br0" timeOffset="141589.89">19961 15310 253 0,'0'-4'3'0,"-7"-1"5"0,4 1-5 0,2 3 0 0,1 1-3 16,0 0-2-16,0 0-19 15,3 0-9-15,7-2-20 16,4-5-32-16</inkml:trace>
  <inkml:trace contextRef="#ctx0" brushRef="#br0" timeOffset="141768.84">20554 14955 187 0,'0'0'2'16,"0"0"-2"-16,0 0 0 16,0 0-1-16,38-3-10 15,-33 7 1-15,0-1 3 16,0-3-19-16,1 0-73 15</inkml:trace>
  <inkml:trace contextRef="#ctx0" brushRef="#br0" timeOffset="141965.87">21114 14283 162 0,'0'0'17'0,"0"-35"-13"16,0 23-3-16,0 1-3 15,0 2-19-15,0 2-19 0,0 0-2 16,0 0-27-16</inkml:trace>
  <inkml:trace contextRef="#ctx0" brushRef="#br0" timeOffset="142215.72">21130 13904 28 0,'0'0'10'0,"0"0"-7"16,0 0 0-16,-8-40 1 15,6 36 9-15,-1 1 7 16,3-1 2-16,-3 1 2 0,3 3-9 16,0 0-11-16,3 0-13 15,4 0 1-15,2 0-13 16,4 4-29-16</inkml:trace>
  <inkml:trace contextRef="#ctx0" brushRef="#br0" timeOffset="142342.15">21213 14069 14 0,'0'0'6'0,"0"47"-1"16,0-23-1-16,-8-2 0 15,-2 0-2-15,1 2 0 16,-4 0-2-16,-5-1-3 0</inkml:trace>
  <inkml:trace contextRef="#ctx0" brushRef="#br0" timeOffset="142591.56">19930 15069 101 0,'0'0'-20'0,"-59"35"22"16,31-18-2-16,5 3-31 0</inkml:trace>
  <inkml:trace contextRef="#ctx0" brushRef="#br0" timeOffset="143103.68">19679 15507 79 0,'0'0'18'0,"0"0"-4"0,0 0-11 16,0 0-2-16,0 0-1 15,0 0 0-15,0 0 0 16,-8 13 1-16,8-13-1 16,0 0-2-16,0 0-3 15,0 0 4-15,0 0 0 0,0 2 2 16,0-2-1-16,0 0 1 16,0 0 2-16,0 0 9 15,0 0 4-15,0 0 5 16,0 0-2-16,0 0-1 15,0 0-7-15,0 0-7 16,0 0-4-16,0 0-1 0,2 0-1 16,1 1 2-16,1 0-1 15,-1-1-3-15,2 2-1 16,-1-1 1-16,-2-1 0 16,0 0 3-16,-1 3 1 15,2-2 0-15,-3 1 0 0,2-1-1 16,-2 1 1-16,1-1-1 15,1 1-2-15,1 0-4 16,0 0-1-16,1-1 2 16,0-1-5-16,2 3 5 0,-2-3-2 15,1 2-5-15,1 0-1 16,-1-2-7-16,-1 1-5 16,3-1-17-16</inkml:trace>
  <inkml:trace contextRef="#ctx0" brushRef="#br0" timeOffset="143269.56">19789 15539 91 0,'0'0'4'0,"0"0"3"0,0 0-8 0,0 0-12 16,0 0 10-16,0 0-4 15,0 0-4-15,0 0-2 16,0 0-7-16</inkml:trace>
  <inkml:trace contextRef="#ctx0" brushRef="#br0" timeOffset="187099.74">14709 17277 81 0,'0'0'7'0,"0"0"28"0,0 0 5 16,0 0-1-16,0 0-17 16,0 0-3-16,0 0-3 15,0 0-7-15,0 0-6 0,0 0 1 16,0 0-3-16,0 0 0 15,0 0 1-15,-16 35-1 16,19-12 0-16,6 0-2 16,-3 0 1-16,3 1-1 15,-2-3-3-15,2 0-7 16,-5-1-21-16,-1-5-21 0,-1-5-36 16</inkml:trace>
  <inkml:trace contextRef="#ctx0" brushRef="#br0" timeOffset="187321.29">14700 17514 205 0,'0'0'-26'16,"0"0"35"-16,0 0-8 16,0 0-4-16,0 0 5 15,0 0 0-15,0 0 1 0,0 0 2 16,26-4-4-16,-14-2 1 15,1-1-1 1,2 0 0-16,2-1-1 0,1-2 0 16,-1 0-3-16,-2-4-30 15,-3-1-50-15</inkml:trace>
  <inkml:trace contextRef="#ctx0" brushRef="#br0" timeOffset="187550.96">14539 17342 212 0,'0'0'-23'0,"0"0"47"16,0 0-15-16,0 0-10 15,0 0 2-15,0 0-1 16,29-41 1-16,-10 31 0 15,7-1-1-15,0-2-10 16,1 0-41-16,0 0-62 16</inkml:trace>
  <inkml:trace contextRef="#ctx0" brushRef="#br0" timeOffset="188273.62">14906 17306 66 0,'0'0'68'16,"0"0"-40"-16,0 0 14 15,0 0-24-15,0 0-9 16,0 0-4-16,0 0-4 0,0 0 1 16,-18 9 0-16,18-10 0 15,0-1 0-15,0-2-2 16,0 4 2-16,2-2-1 15,5 2-1-15,0 0 1 16,1 2-1-16,2 5 0 16,-2 3 1-16,1 2-1 15,-3 2-1-15,2 0 1 16,-4-1 0-16,0 0-1 0,-2-1-3 16,1 1 3-16,-3-4 1 15,0-2 1-15,0-2-1 0,0-2-1 16,0-3 2-16,0 0-1 15,-3 0 1-15,1-10-4 16,0-1 2-16,1-5 0 16,0-1-1-16,1 0 1 15,0 0 0-15,0 2 2 16,0 2-1-16,2 1 1 0,5 2-1 16,-2 5 1-16,4-1 0 15,-2 6-1-15,3 0 0 16,1 0 1-16,1 0-1 15,-2 10 0-15,2-1 1 16,-1 1-1-16,-2 1 1 0,1 0 0 16,-2 1-1-16,-2-4 0 15,1-1 0-15,-4-2 1 16,1-2-1-16,1-3-1 16,-3 0 1-16,0-5 1 15,-2-6-1-15,2-7 2 0,1-1-1 16,3-3 0-16,-3 1 0 15,2 1 3-15,3 0 0 16,-3 6 2-16,3 0 2 16,1 3-3-16,-1 4-4 15,3 4 0-15,1 2-1 0,2 1 1 16,-1 0-1-16,1 6 1 16,-1 3-1-16,1 4 1 15,-1-2-2-15,0 0-4 16,3-1-7-16,-3-2-26 15,-1-6-55-15</inkml:trace>
  <inkml:trace contextRef="#ctx0" brushRef="#br0" timeOffset="188718.07">15444 17145 224 0,'0'0'0'0,"0"0"13"0,0 0 6 0,0 0-10 0,0 0-7 15,0 0 0-15,-42-26-2 16,35 26-1-16,-1 6 5 16,3 5-2-16,-1 1 0 0,3 2-1 15,2 3-1-15,1-3 0 16,0 2 0-16,0-1-1 16,3-3-1-16,6-3-1 15,0-4 0-15,0-4 0 16,5-1 2-16,-1-2-1 15,3-10 2-15,-2-2-1 0,0-4 2 16,-4 0-1-16,0 1 2 16,-5-1-2-16,-1 6 0 15,-1 1 2-15,-3 1 0 16,0 3 2-16,0 4 1 16,0 2 2-16,0 1-1 0,0 0-3 15,0 0-5-15,0 6 4 16,2 2-2-16,3 1 1 15,3 1-1-15,1-2-1 16,5 1-2-16,-3-4-5 16,7-2-3-16,1-3-7 0,4 0-8 15,1-4-22-15,0-6-8 16,2-4-1-16</inkml:trace>
  <inkml:trace contextRef="#ctx0" brushRef="#br0" timeOffset="189509.53">15791 17036 7 0,'0'0'40'16,"17"-46"1"-16,-13 28-1 15,-4 2 3-15,0 3 1 16,-4 5-6-16,-6 2-12 16,-1 3-14-16,1 3-10 15,-1 0 0-15,0 7-3 16,1 5 0-16,4 2 6 0,2 3-4 16,2 1-2-16,2-4 0 15,0-2-5-15,0 1-4 16,4-6 1-16,0-4 1 15,3-3 2-15,0 0 2 16,0 0 4-16,-1-5-1 0,0-3 2 16,-1-2-1-16,1 0 2 15,-3 1 0-15,2 2 2 16,-3 0-2-16,1 6-1 16,0 1-1-16,2 0 0 15,1 4 2-15,2 6-1 16,1 4 1-16,2 2-2 15,1 2 1-15,0 2-1 0,0 4 0 16,-3 0-2-16,-2 2-1 16,-3 4 2-16,-2-3-8 15,-2-1-5-15,0 0-3 0,-9-1 2 16,-4-3-11 0,-3-3-25-16,-1-5 10 0,-1-7 23 15,1-4 13-15,4-3 9 16,1-9 8-16,2-8 3 15,6-3-3-15,3-1 0 0,1-2-1 16,0 1-5 0,0-1-3-16,9 3-1 0,0 0 0 15,3 2-1-15,-1 1 1 16,2 2-1-16,0 3 0 16,1-1 0-16,-1 3-1 0,-1-1 1 15,-1-1-1-15,0 2 4 16,1-2 0-16,-2-4 3 15,1 0-2-15,0-1 0 16,-1-3-3-16,1-2-1 16,-2 0 0-16,-3 3-1 15,-3 0 1-15,-1 2-1 0,-2 4 1 16,0 3 0-16,-4 3 4 16,-1 2 6-16,-6 3-4 15,2 2-6-15,0 0-3 16,-1 2 8-16,1 7-7 15,3 4 1-15,0 2 3 0,3 3-3 16,2 0 2-16,1 0 0 16,0 1 0-16,1-3 0 15,8-2-1-15,-2-1-1 16,7-3-2-16,0-2 1 16,7-2 1-16,-3 0-1 15,2-2-17-15,-1-4-47 16</inkml:trace>
  <inkml:trace contextRef="#ctx0" brushRef="#br0" timeOffset="190415.64">16401 16992 4 0,'7'1'9'0,"3"-1"20"16,5 0-1-16,1 0-8 0,7-3 1 15,2-7-4-15,4-1 1 16,1-2 8-16,5 0-11 16,2-2 0-16,2 2-4 0,0 0-7 15,0 3-2-15,-5 2-2 16,-1-1 2-16,-4 4-4 15,-4 2-5-15,-7-3-30 16,-3-1-48-16</inkml:trace>
  <inkml:trace contextRef="#ctx0" brushRef="#br0" timeOffset="190615.06">16868 16752 253 0,'0'0'0'16,"0"0"-2"-16,0 0 5 16,52-15-1-16,-32 15-1 15,2 0 0-15,-1 6-1 0,0 8 1 16,-4 4-1-16,-5 8-1 16,-7 1-21-16,-5 0-72 15</inkml:trace>
  <inkml:trace contextRef="#ctx0" brushRef="#br0" timeOffset="191175.71">17438 16487 139 0,'0'0'74'16,"0"0"-66"-16,0 0 11 0,0 0-11 16,0 0-5-16,0 0-1 15,-38-35-2-15,31 35 1 16,0 0-2-16,-1 0 0 15,-1 4 1-15,2 3 0 16,0 3 0-16,0 4-2 0,3 3 1 16,0-1 0-16,4 5-4 15,0-1-3-15,0 0 0 16,0-1 3-16,6-4 1 16,2-3 3-16,2-1 0 0,3-3 1 15,1-2 0-15,2-2-1 16,2-1 2-16,-1 0-2 15,1 0 1-15,-1 1 0 16,-4 0 1-16,-1 1-1 16,-2 0 1-16,-5 2 1 0,-1 0 1 15,-4-2 0-15,0 3 0 16,0-1 8 0,-5-1 4-16,-8 1-8 0,0 0-3 15,-2 1-3-15,0-2 0 16,2 0 0-16,-1 0-2 15,4-2 1-15,3-1-1 16,0-3-20-16,5 0-45 16,2 0-59-16</inkml:trace>
  <inkml:trace contextRef="#ctx0" brushRef="#br0" timeOffset="192405.91">17600 16669 199 0,'0'0'3'0,"0"0"-2"0,0 0-1 0,0 0 1 0,0 0 0 0,0 0-4 15,39-37 7-15,-37 30 9 16,1 0 5-16,-2-2-12 16,0 2-2-16,0-3-2 15,-1 2 0-15,0 2 0 16,0 1-1-16,-1 2-1 0,-5 1 0 15,1 2 2-15,-2 0-3 16,0 0-1-16,-1 4 1 16,3 4 0-16,0 0 2 15,2 4-1-15,2-3 1 16,1 2-1-16,0-2 0 16,3 2 1-16,7-3-2 0,1-1 1 15,5-1 0-15,1-2-1 16,4-3-1-16,2-1 0 15,4 0-9-15,3-4-14 16,2-6-20-16,-1-1 7 16,0-5 8-16,-3 0 10 0,-4-5 16 15,0 1 6-15,-5-4 5 16,-6 0 11-16,-1 3 5 16,-4 1 1-16,-4 3 5 15,-3 4-3-15,-1 2-4 0,0 3 2 16,-8 4-10-16,0 3-7 15,-4 1-4-15,0 0-2 16,0 5-1-16,1 5 1 16,4 1 1-16,-4 4-2 15,6-1 0-15,-1 5 0 16,3-1 0-16,2-1 0 16,0 0 0-16,1 0 0 0,0-2 1 15,3 0-1-15,5-1 1 16,0-1-1-16,2 4 0 15,1 0 0-15,-4 4 1 16,3 4-1-16,-2 0 0 16,-4 4 0-16,1 0 0 0,-1 1 0 15,-1 0 1-15,-1-4-1 16,-2-1 1-16,1 0-1 16,-1-2 0-16,1-3 0 15,0-1 1-15,1-3-2 0,0-4 1 16,2-2 0-16,-1-3 0 15,5-3-2-15,1-4 1 16,1 0 1-16,2-4 0 16,0-4 0-16,1-4 0 15,-3-2 0-15,2-3-1 0,-3-1 1 16,-2-2-1-16,2-5 2 16,-4-1 0-16,1-3 0 15,-3-3 0-15,1-1-1 16,0-1 0-16,-2 0 1 0,0 0-1 15,0 0 0-15,-1 0 0 16,0 2-1-16,1 2 1 16,0 2-1-16,0 4 0 15,-2 3 1-15,0 4-1 16,0 5 1-16,0 4 0 16,0 2 0-16,0 4 0 15,0 2-1-15,0 0-2 16,0 2-7-16,0 9 9 0,0 2 1 15,0 4 0-15,0 0 0 16,0-1 0-16,4-2 1 16,1-1-1-16,1-3 0 15,2-3 0-15,1-2 0 16,1-3 0-16,-2-2 0 16,3 0 0-16,0 0 0 0,2-9 1 15,-2-4 1-15,-2-2 0 16,2-2 0-16,-2-2-2 15,-4 1 2-15,-1 3-1 0,0-1-1 16,-4 9 0-16,0 0 1 16,2 3 2-16,-2 4-2 15,0 0-1-15,1 0-3 16,2 2 3-16,0 5 0 0,2 2 0 16,2 1 0-1,1-2-6-15,1 1-1 16,2-4-12-16,1 1-11 0,2-6-35 15,-1 0-16-15</inkml:trace>
  <inkml:trace contextRef="#ctx0" brushRef="#br0" timeOffset="192643.53">18462 16409 140 0,'5'-12'19'0,"-3"1"34"0,-2 0-18 0,0 5-18 15,0 0-11-15,0 3-1 0,-7 1-2 16,-2 2-1-16,-2 0-2 15,2 9-1-15,-3 3 2 16,1 2-2-16,3 1 1 16,2 0 1-16,4-2-1 15,2 0 0-15,0-3-1 16,0-1 0-16,9-4-23 16,3-1 13-16,0-4 11 15,3 0-9-15,1 0-20 0,1 0-11 16,-1-7-13-16,-1-1-26 15</inkml:trace>
  <inkml:trace contextRef="#ctx0" brushRef="#br0" timeOffset="192990.8">18556 16418 69 0,'0'0'38'0,"0"0"9"15,0 0-6-15,0 0-23 16,29-39-6-16,-24 35-6 16,-2 1-1-16,2 3-1 0,-1 0 0 15,-1 0 0-15,2 6 1 16,1 2 1-16,-1 3-3 15,-1 1-1-15,0 1-2 16,0-3 1-16,-1 1-2 16,1-3 1-16,-2 0 0 15,-1-4 0-15,1 0 0 0,-1-4-5 16,-1 0 3-16,0 0 4 16,0-4-2-16,0-4 0 15,0-4-1-15,3-1 2 16,0 1 4-16,1-4-2 15,1 5 2-15,3-1 1 0,1 3-4 16,1 2 0-16,2 1-2 16,1 3 1-16,0 3-1 15,1 0 0-15,-2 0 1 16,-1 4-3-16,-2 6-9 16,0-3-15-16,-3-1-26 15,-1-3-32-15</inkml:trace>
  <inkml:trace contextRef="#ctx0" brushRef="#br0" timeOffset="193218.84">18925 16132 212 0,'0'0'-16'0,"0"0"28"0,0 0-9 0,0 0-2 0,0 0 0 15,0 0 3-15,19 44-2 16,-17-20 2-16,0-1-3 16,1 4 1-16,2-3-2 15,-1 0 0-15,-1-4-13 16,-1-4-56-16,-1-6-73 16</inkml:trace>
  <inkml:trace contextRef="#ctx0" brushRef="#br0" timeOffset="193461.08">18908 16304 198 0,'0'0'8'16,"0"0"1"-16,0 0-3 16,34-47-1-16,-20 35 3 15,-1 1 6-15,3 3 2 0,-3 1-8 16,0 5-2-16,1 2-5 15,-3 1 1-15,2 8 0 16,-2 4-1-16,-1-1-1 16,-3 4-1-16,-1-1-3 15,-3-4-14-15,-3-1-20 16,0-5-46-16</inkml:trace>
  <inkml:trace contextRef="#ctx0" brushRef="#br0" timeOffset="193596.17">19081 16144 250 0,'0'0'-24'15,"0"0"30"-15,0 0-10 16,16-43-41-16,-5 33-69 16</inkml:trace>
  <inkml:trace contextRef="#ctx0" brushRef="#br0" timeOffset="193951.99">19221 16147 226 0,'0'0'5'0,"0"0"-2"0,0 0-3 16,0 0 2-16,38 28-1 15,-31-13-1-15,-2 1 0 16,-3 3 0-16,-2-1-1 15,0-1 1-15,0 0-1 16,-10-4-3-16,-2-2-2 0,-2 1-2 16,0-5 1-16,0-3 0 15,0-3 2-15,4-1 5 16,4 0 1-16,-1-5 1 16,6-4-1-16,1-1 0 15,0 2 7-15,0-1 7 0,8 4 4 16,0 0-5-16,1 3-7 15,4 0-5-15,0 2 0 16,3 0-1-16,1 0-1 16,3 0 0-16,-3 0-1 15,0 0-31-15,-3 0-54 0</inkml:trace>
  <inkml:trace contextRef="#ctx0" brushRef="#br0" timeOffset="194130.35">19425 16036 285 0,'0'0'-18'0,"0"0"39"15,0 0-11-15,0 0-11 16,0 0-1-16,0 0 2 16,7 47 0-16,1-13-3 0,-5 6-15 15,2 4-35-15,-4-1-111 16</inkml:trace>
  <inkml:trace contextRef="#ctx0" brushRef="#br0" timeOffset="195424.85">19136 16811 82 0,'0'34'6'0,"0"11"19"0,0 8-8 16,3 15-1-16,0 13-11 16,0 14-2-16,0 9 0 0,1 7-2 15,-2 3-1-15,1-4 1 16,-1-7 7-16,0-6 12 16,0-8-5-16,0-7-2 15,-2-5-6-15,1-5-5 0,1-6-1 16,-1-6-1-16,-1-10-1 15,2-7-8-15,1-13-16 16,2-12-23-16,-3-14-22 16</inkml:trace>
  <inkml:trace contextRef="#ctx0" brushRef="#br0" timeOffset="196008.61">19155 16822 89 0,'0'0'2'0,"0"0"6"0,0 0 3 0,0 0 0 16,0 0-3-16,42-18 3 15,-22 15 2-15,3-1 2 0,6 1-5 16,6-1-2-16,1 1-3 16,6 1 0-16,4 0-3 15,7 0-2-15,5 1 2 16,7-2 0-16,4-4 6 16,10 1 0-16,11-1 1 15,8-3-4-15,4-1-1 0,10-3-3 16,4-2 0-16,7 0-1 15,3-2 0-15,2-3 0 16,0-3 1-16,-1 2-1 16,-3-2 0-16,-2 0 0 0,-7 0 0 15,-4 2 0-15,-9 1-1 16,-12 4-1-16,-9 2-3 16,-13 2-3-16,-10 4-14 15,-10 5-16-15,-12 1-5 16,-5 0-26-16</inkml:trace>
  <inkml:trace contextRef="#ctx0" brushRef="#br0" timeOffset="196342.09">21824 16488 44 0,'0'0'39'0,"0"0"-13"16,0 0 7-16,0 0-10 15,-29 41-12-15,28-24 1 16,1 5-1-16,-2 4-2 16,2 5-3-16,0 7 1 0,0 8 0 15,-2 9-1-15,0 9 0 16,0 9-2-16,0 6 0 16,-1 6-2-16,2 4 0 15,-1 0 0-15,2-1 1 16,-3 1 2-16,3-3 1 0,0-1 0 15,0-4-2-15,0-5-3 16,0-2 0-16,0-4-1 16,1-3 0-16,-1-6-2 15,0 0-12-15,-9-6-18 16,-6-3-17-16,-5-6-31 0</inkml:trace>
  <inkml:trace contextRef="#ctx0" brushRef="#br0" timeOffset="197110.83">19204 18594 160 0,'0'0'18'0,"0"0"7"0,0 0-13 0,0 0-8 0,0 0 1 0,0 0 2 15,0 0 6-15,0 0-7 16,0 0-7-16,0 0 1 16,0 0 0-16,2-10 1 15,13 5-2-15,5 0 1 16,6-2 0-16,5-2 0 15,4-1 1-15,6 0-1 0,5-1 0 16,6-1 0-16,6 1 0 16,4-1-3-16,5 1-3 15,1-3 5-15,3 3 0 16,2-5 1-16,6-1 0 16,5-1 0-16,7-3-1 0,9 0 1 15,3-4 1-15,4 4 2 16,2-1-2-16,0 3 0 15,-1 1 0-15,-4 1 1 16,0 3-2-16,-7 4 0 0,-7 2 0 16,-4 2-2-16,-13 2 2 15,-8 2 0-15,-8-2-1 16,-4 3-6 0,-10-4-15-16,-8-3-40 0,-9-5-42 15</inkml:trace>
  <inkml:trace contextRef="#ctx0" brushRef="#br0" timeOffset="197792.26">19358 16959 208 0,'0'0'11'0,"0"0"6"0,0 0 1 0,0 0-4 16,0 0-3-16,0 0 0 15,0 0-4-15,0 0-6 16,0 0-2-16,0 0-5 0,0 0-5 15,0 0-14-15,0 0-42 16,24 4-62-16</inkml:trace>
  <inkml:trace contextRef="#ctx0" brushRef="#br0" timeOffset="198007.59">19637 16899 206 0,'0'0'9'0,"0"0"-2"15,0 0 10-15,0 0 1 16,0 0-10-16,0 0-7 16,0 0 0-16,0 0-2 15,28 0-17-15,-18 0-48 16,1-3-87-16</inkml:trace>
  <inkml:trace contextRef="#ctx0" brushRef="#br0" timeOffset="198182.24">19950 16854 252 0,'0'0'13'0,"0"0"-8"16,0 0-5-16,0 0 1 15,0 0-1-15,0 0-9 16,0 0-38-16,0 0-52 0</inkml:trace>
  <inkml:trace contextRef="#ctx0" brushRef="#br0" timeOffset="198342.29">20238 16825 168 0,'0'0'85'15,"0"0"-93"-15,0 0-1 0,0 0-19 16,0 0-58-16</inkml:trace>
  <inkml:trace contextRef="#ctx0" brushRef="#br0" timeOffset="198536.78">20507 16790 241 0,'0'0'4'0,"0"0"-5"0,0 0 0 16,0 0-1-16,0 0-38 15,0 0-29-15,0 0-27 16</inkml:trace>
  <inkml:trace contextRef="#ctx0" brushRef="#br0" timeOffset="198727">20776 16762 177 0,'0'0'2'16,"0"0"7"-16,0 0 4 16,0 0-9-16,0 0-3 15,0 0-3-15,0 0-13 16,0 0-24-16,26 15-2 16,-24-15-56-16</inkml:trace>
  <inkml:trace contextRef="#ctx0" brushRef="#br0" timeOffset="198912.65">21191 16686 271 0,'0'0'13'0,"0"0"-7"15,0 0-6-15,0 0 0 16,0 0 1-16,0 0-12 0,0 0-19 15,0 0-34-15,20 16-58 16</inkml:trace>
  <inkml:trace contextRef="#ctx0" brushRef="#br0" timeOffset="199074.95">21476 16612 276 0,'0'0'23'0,"0"0"-10"16,0 0-12-16,0 0 1 0,0 0-5 16,0 0-21-16,0 0-45 15,19-3-117-15</inkml:trace>
  <inkml:trace contextRef="#ctx0" brushRef="#br0" timeOffset="199548.15">19317 17224 165 0,'0'0'-6'0,"0"0"14"0,0 0 1 0,0 0-6 0,0 0 14 15,0 0 8-15,0 0-3 16,0 0-18-16,0 0-4 15,-10-14-3-15,26 4-37 16,3-3-100-16</inkml:trace>
  <inkml:trace contextRef="#ctx0" brushRef="#br0" timeOffset="199687.57">19654 17088 208 0,'0'0'-17'0,"0"0"18"16,0 0 0-16,0 0-22 16,48 3-34-16,-37-4-17 0</inkml:trace>
  <inkml:trace contextRef="#ctx0" brushRef="#br0" timeOffset="199844.28">19980 17090 163 0,'0'0'-21'15,"0"0"25"-15,0 0-4 16,47 8-11-16,-34-8-103 16</inkml:trace>
  <inkml:trace contextRef="#ctx0" brushRef="#br0" timeOffset="200007.2">20308 17050 225 0,'0'0'14'0,"0"0"-9"16,0 0-5-16,0 0-1 15,0 0-15-15,44 2-54 16,-32-2-31-16</inkml:trace>
  <inkml:trace contextRef="#ctx0" brushRef="#br0" timeOffset="200155.89">20621 17008 178 0,'0'0'-5'15,"0"0"6"-15,0 0 1 16,42 6-1-16,-32-4-3 15,1-2-40-15,0 0-17 16</inkml:trace>
  <inkml:trace contextRef="#ctx0" brushRef="#br0" timeOffset="200299.69">21094 16954 35 0,'0'0'-21'16</inkml:trace>
  <inkml:trace contextRef="#ctx0" brushRef="#br0" timeOffset="200505.01">21398 16851 238 0,'0'0'-1'0,"0"0"-1"16,0 0-1-16,0 0-17 0,0 0-21 15,0 0 4-15,0 0-12 16</inkml:trace>
  <inkml:trace contextRef="#ctx0" brushRef="#br0" timeOffset="200641.1">21618 16824 151 0,'0'0'103'0,"0"0"-104"15,0 0 2-15,0 0-1 16,0 0-12-16,0 0-82 0</inkml:trace>
  <inkml:trace contextRef="#ctx0" brushRef="#br0" timeOffset="201233.57">19288 17449 209 0,'0'0'3'0,"0"0"25"0,0 0-4 16,0 0-16-16,0 0-4 15,0 0-9-15,0 0-2 0,0 0-4 16,0 0-20-16,0 0-55 16</inkml:trace>
  <inkml:trace contextRef="#ctx0" brushRef="#br0" timeOffset="201395.1">19496 17398 264 0,'0'0'8'16,"0"0"1"-16,0 0-9 0,0 0-7 15,0 0-3-15,0 0-15 16,0 0-35-16,38 0-24 15</inkml:trace>
  <inkml:trace contextRef="#ctx0" brushRef="#br0" timeOffset="201569.05">19758 17354 232 0,'0'0'3'0,"0"0"3"16,0 0 1-16,0 0 1 15,0 0 0-15,0 0-7 0,0 0 0 16,34 11 0-16,-26-10-2 16,1-1-17-16,1 0-82 15</inkml:trace>
  <inkml:trace contextRef="#ctx0" brushRef="#br0" timeOffset="201736.31">20063 17311 184 0,'0'0'4'0,"0"0"19"0,0 0-9 15,0 0-11-15,0 0-3 16,0 0 0-16,0 0-4 16,0 0-29-16,37 9-66 0</inkml:trace>
  <inkml:trace contextRef="#ctx0" brushRef="#br0" timeOffset="201899.98">20324 17254 206 0,'0'0'6'0,"0"0"6"16,0 0-5-16,0 0-7 15,0 0 0-15,0 0 0 16,41 19-16-16,-33-19-29 15,-1 0-50-15</inkml:trace>
  <inkml:trace contextRef="#ctx0" brushRef="#br0" timeOffset="202075.89">20742 17190 134 0,'0'0'2'0,"0"0"19"15,0 0 5-15,0 0-11 16,0 0-7-16,0 0-5 16,38 8-3-16,-32-8-26 15,-1 0-96-15</inkml:trace>
  <inkml:trace contextRef="#ctx0" brushRef="#br0" timeOffset="202176.36">21066 17142 31 0</inkml:trace>
  <inkml:trace contextRef="#ctx0" brushRef="#br0" timeOffset="202398.48">21408 17116 189 0,'0'0'4'15,"0"0"8"-15,51-1-5 16,-36 0-7-16,-1-1-44 15,-7-1-66-15</inkml:trace>
  <inkml:trace contextRef="#ctx0" brushRef="#br0" timeOffset="203260.22">19526 17686 253 0,'0'0'11'0,"0"0"3"0,0 0 5 0,0 0-9 16,0 0-7-16,0 0-4 16,0 0-3-16,0 0-9 15,0 0-21-15,0 0-31 16,44-35-75-16</inkml:trace>
  <inkml:trace contextRef="#ctx0" brushRef="#br0" timeOffset="203444.19">19892 17587 115 0,'0'0'5'16,"0"0"10"-16,0 0 1 15,0 0-4-15,0 0-8 16,0 0-1-16,36 0-3 16,-34-2-2-16,2-4-26 0,-2-3-79 15</inkml:trace>
  <inkml:trace contextRef="#ctx0" brushRef="#br0" timeOffset="203615.37">20136 17544 261 0,'0'0'15'0,"0"0"-12"15,0 0-3-15,0 0 0 16,0 0 0-16,0 0 0 0,0 0-15 16,0 0-31-16,22 7-69 15</inkml:trace>
  <inkml:trace contextRef="#ctx0" brushRef="#br0" timeOffset="203777.68">20415 17476 176 0,'0'0'-2'16,"0"0"8"-16,0 0 3 0,0 0-7 15,0 0-2 1,38 7-1-16,-32-4-2 0,-2-3-17 15,-2 0-34-15</inkml:trace>
  <inkml:trace contextRef="#ctx0" brushRef="#br0" timeOffset="203957.68">20940 17408 66 0,'0'0'-20'16</inkml:trace>
  <inkml:trace contextRef="#ctx0" brushRef="#br0" timeOffset="204146.12">21226 17345 76 0,'0'0'111'0,"0"0"-108"16,0 0 17-16,0 0-16 15,0 0-2-15,0 0-2 16,37 14-7-16,-31-14-26 0,0-1-40 15</inkml:trace>
  <inkml:trace contextRef="#ctx0" brushRef="#br0" timeOffset="204318.59">21525 17301 79 0,'0'0'138'15,"0"0"-132"-15,0 0-1 16,0 0-1-16,0 0-2 16,0 0-12-16,0 0-47 0,17 11-50 15</inkml:trace>
  <inkml:trace contextRef="#ctx0" brushRef="#br0" timeOffset="204951.1">19369 17966 94 0,'0'0'0'0,"0"0"23"0,0 0 26 16,0 0-4-16,0 0-9 15,0 0-4-15,0 0-12 16,0 0-14-16,0 0-6 16,0 0-16-16,0 0-8 0,-4-19-26 15,13 19-35-15</inkml:trace>
  <inkml:trace contextRef="#ctx0" brushRef="#br0" timeOffset="205122.18">19696 17908 282 0,'0'0'1'16,"0"0"-1"-16,0 0-1 0,36 2-4 16,-23-2-25-16,1-4-58 15,-2-3-30-15</inkml:trace>
  <inkml:trace contextRef="#ctx0" brushRef="#br0" timeOffset="205314.78">20090 17842 253 0,'0'0'26'0,"0"0"-21"0,0 0-5 15,0 0-1-15,0 0 1 16,0 0-4-16,0 0-14 16,26 3-28-16,-18-7-70 15</inkml:trace>
  <inkml:trace contextRef="#ctx0" brushRef="#br0" timeOffset="205506.43">20507 17746 161 0,'0'0'16'15,"0"0"20"-15,0 0-17 16,0 0-16-16,0 0-3 16,0 0 1-16,0 0-6 15,0 0-12-15,9 12-50 0,-7-12-20 16</inkml:trace>
  <inkml:trace contextRef="#ctx0" brushRef="#br0" timeOffset="205690.49">20882 17666 198 0,'0'0'-6'16,"0"0"12"-16,0 0 4 15,0 0-5-15,39 14-4 0,-32-12 0 16,0-1-1-16,-1-1 0 16,-1 0-20-16,2-3-84 15</inkml:trace>
  <inkml:trace contextRef="#ctx0" brushRef="#br0" timeOffset="205870.91">21351 17563 59 0,'0'0'7'0,"0"0"22"16,0 0-4-16,0 0-8 16,0 0-12-16,0 0-8 15,37 11-52-15</inkml:trace>
  <inkml:trace contextRef="#ctx0" brushRef="#br0" timeOffset="206018.17">21466 17605 147 0,'0'0'-36'0,"0"0"-27"15</inkml:trace>
  <inkml:trace contextRef="#ctx0" brushRef="#br0" timeOffset="206559.68">19510 18202 101 0,'0'0'2'0,"0"0"16"0,0 0 7 0,0 0-10 16,0 0 6-16,-41 0 0 15,33 0 4-15,3 1 0 16,1 1-7-16,-2-1-5 15,3 1-6-15,3-2-6 0,0 1-3 16,1-1-22-16,7 0-34 16,-1-12-75-16</inkml:trace>
  <inkml:trace contextRef="#ctx0" brushRef="#br0" timeOffset="206723.71">19686 18152 247 0,'0'0'0'16,"0"0"-2"-16,0 0 4 0,41-1-5 15,-30-1-28-15,0 1-20 16,-1-2 16-16,0-1-22 16</inkml:trace>
  <inkml:trace contextRef="#ctx0" brushRef="#br0" timeOffset="206903.09">19966 18115 243 0,'0'0'27'16,"0"0"-19"-16,0 0-8 0,0 0-4 15,0 0-9-15,0 0-21 16,0 0-13-16,9 4-16 15,-7-7-54-15</inkml:trace>
  <inkml:trace contextRef="#ctx0" brushRef="#br0" timeOffset="207072.52">20187 18061 167 0,'0'0'56'0,"0"0"-54"15,0 0-2-15,0 0 1 16,0 0-1-16,0 0-4 16,0 0-22-16,22 4-24 15,-20-4-7-15</inkml:trace>
  <inkml:trace contextRef="#ctx0" brushRef="#br0" timeOffset="207292.67">20549 18001 201 0,'0'0'-10'0,"0"0"28"16,0 0 17-16,0 0-5 16,0 0-15-16,0 0-10 15,0 0-2-15,0 0-1 16,7 26-2-16,-7-25-1 0,0 1-11 15,3-2-29-15,5 0-44 16,-2-6-58-16</inkml:trace>
  <inkml:trace contextRef="#ctx0" brushRef="#br0" timeOffset="207464.81">20918 17953 259 0,'0'0'-2'0,"0"0"-8"16,0 0 6-16,0 0-7 15,0 0-33-15,0 0-8 16,0 0 17-16</inkml:trace>
  <inkml:trace contextRef="#ctx0" brushRef="#br0" timeOffset="207682.21">21373 17843 166 0,'0'0'19'15,"0"0"14"-15,0 0-16 16,0 0-14-16,0 0-3 15,0 0-6-15,0 0-12 16,0 0-9-16,37 15-22 0,-30-15-26 16</inkml:trace>
  <inkml:trace contextRef="#ctx0" brushRef="#br0" timeOffset="208444.67">20625 18169 86 0,'0'0'9'0,"0"0"13"0,0 0-1 15,0 0-5-15,0 0-5 16,0 0-9-16,0 0 1 15,0 0-1-15,0 0 0 16,0 0-2-16,0 0 0 16,0 0-8-16,14 3-38 15,-9-3-73-15</inkml:trace>
  <inkml:trace contextRef="#ctx0" brushRef="#br0" timeOffset="208701.85">20963 18119 175 0,'0'0'41'16,"0"0"-14"-16,0 0-8 15,0 0-14-15,0 0-4 16,0 0-3-16,0 0-2 16,0 0-10-16,11 3-21 0,-5-3-27 15,2-7-30-15</inkml:trace>
  <inkml:trace contextRef="#ctx0" brushRef="#br0" timeOffset="208872.56">21282 18058 236 0,'0'0'7'16,"0"0"-5"-16,0 0-3 0,0 0 4 16,0 0-18-16,0 0-34 15,0 0-35-15</inkml:trace>
  <inkml:trace contextRef="#ctx0" brushRef="#br0" timeOffset="212686.12">19115 16844 41 0,'0'0'33'0,"0"0"-10"0,0 0-11 16,0 0-8-16,0 0 2 15,0 0-3-15,0 0 1 16,0 0 5-16,0 0-3 0,0 0-3 15,0 0-3-15,0 0 1 16,0 0 0-16,0 0 4 16,-5 20 3-16,5-15 1 15,0 1-2-15,0 1-6 16,0 2 0-16,0-1-1 16,0 2 0-16,0-1 0 0,0-1 0 15,0 2 1-15,0-1-1 16,0 2 0-16,0-1 0 15,0-1-1-15,0 2 1 16,0-3 0-16,0-1 0 0,0 0 0 16,0-2 0-16,0 0-1 15,0 0 1-15,0-1 0 16,0 0 0-16,0-1 0 16,2-1 0-16,-2 0 0 15,1 0 0-15,1-1 0 0,-2-1-1 16,3 2 0-16,0-1-1 15,-1-1 0-15,0 0-1 16,0 0 2-16,1 0 1 16,1 0 0-16,1 0 2 15,-1 0 1-15,1 0 0 0,1-1 0 16,3-1 2-16,-3-1-2 16,4 2 1-16,-3-1-3 15,1 1 0-15,2 0-1 16,-4 1 0-16,1 0 1 15,0 0-1-15,-1 0 0 0,-1 0-1 16,-1 0-1-16,1 0-1 16,0 2 2-16,-1-2 1 15,2 1 0-15,1-1 0 16,0 0 0-16,-3 0 1 16,3 0 0-16,-1 0 1 15,1 0-1-15,-2 0-1 0,0 0 1 16,0 0-1-16,0 0 0 15,0 0 0-15,-2 1 1 16,3-1-2-16,-3 1 2 16,2-1-1-16,1 0 0 15,0 0 0-15,2 0 1 0,0 0-1 16,0 0 0-16,2 0 0 16,-3 0 2-16,1 0-2 15,-2 0 0-15,1 0 0 16,-1-1 1-16,0 0 3 0,-1 0 6 15,3-1-4-15,-4 0-1 16,3 1-3-16,1-2-2 16,0 3 1-16,-1-3-1 15,2 2 0-15,-2-2 0 16,2 3 1-16,2-2-1 16,-2 0-1-16,1-1 1 0,1 1 0 15,1-1 1-15,-1 1-2 16,1 0 0-16,-2-1-1 15,0 2 0-15,1-2 2 16,-4 3 0-16,1-1 0 16,-5 0 0-16,3 0 0 0,0 1 0 15,-2 0 2-15,4 0-2 16,-3 0 0-16,6-1 0 16,-4 0 0-16,2-1 1 15,1-1-2-15,0 2 1 16,-1-2-2-16,0 0 2 0,2 0 0 15,-3-1 0-15,1 1 0 16,1 2 2-16,-2-2-4 16,1-1 2-16,-2 2 0 15,3-2 0-15,0 2-1 16,-3 0-2-16,1 0 1 0,-1 1 1 16,1-1 1-16,-1 1 0 15,1 0 0-15,1-1 1 16,0 2 1-16,1-1-1 15,1 0 0-15,-1 0 0 16,0 1-1-16,0 0 0 0,-1-2 0 16,-1 2 0-16,1 0 0 15,1 0 1-15,-3 0 1 16,3 0-1-16,2-2-1 16,-1 1 0-16,3-1 1 15,-2 0-1-15,1 0 0 0,0 1 0 16,-2-1 0-16,1 2 0 15,-1-1 0-15,1 1 0 16,-2-2 0-16,3 1 1 16,-1-1 0-16,1 0 0 15,0-1 0-15,1 0-1 0,-3 0 0 16,2 0 0-16,0 2 1 16,-5-2-1-16,2 3 0 15,-1-1 0-15,-4 1 0 16,3 0 0-16,0 0 0 15,-1 0 0-15,3 0 0 16,-2 0 0-16,4-2 0 0,-1 2 0 16,0 0 0-16,3 0-1 15,-5 0 1-15,3-1-1 16,-2 1 1-16,1-2 1 16,-2 2-1-16,1-1 0 15,0 1 0-15,0-1 0 0,0 0 1 16,0 1-1-16,4-1 0 15,-2 1 0-15,1 0 1 16,1 0 1-16,-3 0-2 16,1 0 0-16,-1 0 0 15,0 0 0-15,1 0 1 16,0 0-1-16,0 0 0 0,1 0 0 16,0 0 0-16,3 0 0 15,-3 0 2-15,3 0-1 16,-1 0 0-16,0 0 0 15,-1-1 0-15,1-2 0 0,-2 1 1 16,2 1 4-16,-2-3 0 16,1 2-2-16,0-2 1 15,0 3-3-15,1-1-2 16,1 0 1-16,1 0-1 16,-1-1 0-16,-2 3 0 0,-1-3 0 15,2 3 1-15,-2-1-1 16,1-1 0-16,0 0 0 15,1 0 0-15,1-1 1 16,2 2-1-16,1-2-1 16,-1 0 2-16,3 0-1 0,-4-1 0 15,3 3 0-15,1-2 0 16,-5 0 0-16,2 0 0 16,2-1 0-16,0 0 0 15,0 1 1-15,-1-1-1 0,2-1 0 16,0 2 0-1,-2-1 0-15,-1 1 0 0,-1-1 0 16,0 1 0-16,-1 2 0 16,1-2 1-16,0 1-1 15,1-2 0-15,3 0 0 16,-2 1 0-16,2-2 0 16,1 0 0-16,0 1 0 0,-3 0 0 15,1-1 0-15,-2 1 0 16,0 0 0-16,0 1 0 15,-5-1 1-15,2 1-1 16,1 0 0-16,-3 0 1 16,2 1 0-16,-2 0 1 15,0-1-2-15,-3 0 0 0,-1 1 1 16,-1 0-1-16,-2 1 0 16,-1-2 0-16,-1 3 1 15,-2-3-1-15,0 3 0 0,0-1 1 16,-1-2-1-16,-1 1 1 15,1 0 0-15,0-1-1 16,1-2 1-16,-2 1-1 16,0-2 0-16,3-1 1 15,-2 0-2-15,1-1 2 16,-1 1-1-16,1-3 0 0,-1 1 0 16,1-1 1-16,0 0-1 15,-2 0 1-15,0 0-1 16,0 1 0-16,0 0 0 15,0 2 0-15,0-3 1 16,-2 4-1-16,0-1 0 0,0 1 0 16,1-1 1-16,0 2 2 15,0 1-2-15,1-1-1 16,0 1 0-16,0 0 0 16,-1 1 0-16,1-1 0 15,0 1 0-15,-1 0 1 0,1 0 0 16,-3 0 1-16,3 3 2 15,-2-3-3-15,1 2 2 16,0-1-1-16,0 2 0 16,0-1 0-16,0-2 0 15,0 3-2-15,0-1 0 0,0-1 1 16,0 0-2-16,1 0 2 16,0 1-1-16,-2-1 0 15,2 1 0-15,-3 0 0 16,2-1 0-16,-1 1 1 15,-1-1-2-15,1 2 1 0,-4-1 1 16,1 1-1-16,0 0 1 16,-2 0-2-16,1 0 1 15,-4 0 0-15,-1 0-1 16,-3 1 0-16,-5 5-1 16,-4 0 0-16,-3 1 2 0,-4 1 0 15,0-1-2-15,0 2 1 16,-3-1 0-16,1 0-1 15,2 0 2-15,0-1 2 16,-1-3-4-16,-1 2 4 16,2-2-2-16,-2 0 0 0,-1-2 0 15,2 2 0-15,1-2 1 16,1 2-1-16,0-3 0 16,5 3 0-16,-3-3 0 15,3 0 0-15,1 2-1 16,2-2 1-16,-1 1 0 0,2-1 1 15,-2 2-1-15,2 0-1 16,-4 0 2-16,1 1-2 16,1 0 1-16,-5 2-2 15,0-2 1-15,1 0-3 16,-2 1 2-16,1 0 2 0,0-2 0 16,0 1 0-16,2 2-1 15,-1-1-4-15,0-1-6 16,-2 3 2-16,0-1 0 15,0 2 5-15,0-1 1 16,0 2 0-16,3 0-15 16,0-2-39-16,3-5-58 0</inkml:trace>
  <inkml:trace contextRef="#ctx0" brushRef="#br0" timeOffset="213369.79">21967 16340 185 0,'17'-20'15'0,"-1"0"8"0,4-3-11 0,3 2-7 16,1 1-3-16,-3-3-2 0,2 5 0 15,-2 1 1-15,0 1 0 16,-1 3 2-16,1 2 5 15,-1 2 2-15,3-1-6 16,-1 3-2-16,0 2-2 16,0 2 0-16,-1 1 1 15,0 1-1-15,-4 1 0 0,-1 0 0 16,-4 0 2-16,0 0-5 16,-5 3-9-16,-3-2-25 15,-4-1-50-15</inkml:trace>
  <inkml:trace contextRef="#ctx0" brushRef="#br0" timeOffset="213568.69">22321 16050 251 0,'0'0'6'0,"0"0"-2"15,0 0-1-15,0 0 0 16,39-16 0-16,-25 16-1 15,-4 3 0-15,1 8-2 16,-2 5 0-16,-2 1-4 16,-4 3-12-16,-1-6-43 0,0-2-65 15</inkml:trace>
  <inkml:trace contextRef="#ctx0" brushRef="#br0" timeOffset="213968.17">22764 15802 235 0,'0'0'16'0,"0"0"0"16,0 0-4-16,-49-22-10 15,27 22-3-15,-1 0 4 16,-2 10-4-16,0 4 2 15,-1 0 0-15,3 4-1 16,2 0 0-16,7 0 0 16,1-2 0-16,6 1 0 0,6 0-1 15,1-3 0-15,5-1-2 16,9-2 2-16,2 1 0 16,6-1 1-16,2-1 0 15,0-3 0-15,-3 2 0 0,2-1 1 16,-5-2-1-16,-5 2 1 15,-3-2-1-15,-2 0 0 16,-6-1 1-16,-2 3-1 16,-2-1 0-16,-10 2 0 15,-1-1-5-15,-6 0-32 16,3-2-38-16,-2-6-29 0</inkml:trace>
  <inkml:trace contextRef="#ctx0" brushRef="#br0" timeOffset="-214094.34">22774 15983 227 0,'0'0'-5'16,"0"0"5"-16,0 0 1 0,0 0-1 15,0 0 1-15,40-21-1 16,-34 15 2-16,-1-1 0 15,1-1 1-15,1-1 1 16,0-1 0-16,-1 0 1 16,-3 0-2-16,1 2-3 15,-4 1 1-15,0 1 0 0,0 4-3 16,-5 2-2-16,-6 0-1 16,-1 0 3-16,0 9 1 15,-1 2 0-15,3 2 1 16,1 0-5-16,5 0-3 15,0-1 0-15,4-3 6 16,0-1 2-16,9-2 1 0,2 0-1 16,5-4-1-16,3-1 1 15,1-1 0-15,0 0-2 16,2-2-1-16,3-6 2 16,-4-1 1-16,2-2 0 15,-2-2 1-15,0-1-1 0,-1-2 4 16,-1-1 3-16,-4 0 0 15,-2-1 0-15,-4 2-3 16,-4-2 3-16,-2 4 0 16,-3 2 0-16,0 2 1 15,-3 3-3-15,-4 3 1 0,-1 2-2 16,-2 2-5-16,1 0 1 16,-1 5 0-16,0 6 0 15,1 3 0-15,-2 2-1 16,3 4 0-16,0 1 0 15,2 2-2-15,-2 2 1 0,4 2 0 16,1 0 0-16,3 0 1 16,-2 3 0-16,2 0 2 15,0 0-1-15,0 1 0 16,0 2 1-16,0-1-1 16,2 0 1-16,1 0-1 0,3-5 0 15,2-1 0-15,-1-4 0 16,1-3 0-16,0-2 0 15,2-3 0-15,-1-2 0 16,3-3 0-16,2-3-1 16,2-4 0-16,0-2 0 0,2 0 1 15,-1-8-3-15,1-3-2 16,-2-6 4-16,0-1 1 16,1-4 1-16,-1-2 4 15,-3-3 2-15,1-4-1 16,-3-4-2-16,-2-1 0 0,1-2-2 15,-4 0 2-15,-2 0-1 16,-2 4 1-16,-1 3-2 16,-1 1 2-16,0 6-2 15,-1 0 1-15,-4 4-1 16,0 2-1-16,0 3-1 16,-1 1 0-16,2 0 1 0,0 3-1 15,2 2 0-15,0 3 0 16,1 1-1-16,1 2 0 15,-1-1-1-15,1 2 2 16,0 2 0-16,0 0 0 16,0 0-2-16,0 0-5 0,0 4 5 15,0 5 4-15,2-2-2 16,2 2 0-16,0 0 0 16,2-1 0-16,1-1 0 15,-1-2 0-15,0-2 0 0,2-2 0 16,1-1 1-16,1 0 2 15,1 0 0-15,-1-8-2 16,1 1 0-16,-2-4-1 16,1 1 1-16,-3-1-1 15,-2 0 1-15,-1 0-1 16,-4 1 1-16,0 3-1 16,0 3 2-16,0-1-2 0,0 3 0 15,0 2 0-15,0 0-2 16,2 0-6-16,-1 0 4 15,1 2 4-15,2 3 0 16,1-1 0-16,0 2 0 0,3-2-2 16,0 0 2-16,4-2 0 15,0-1 0-15,-1-1-3 16,4 0 0-16,-4-1 2 16,1-6 1-16,1-2 1 15,-3 0 0-15,1-3 2 0,-4 0-1 16,-2 1-2-16,-1 1 2 15,-4 0 0-15,0 2 2 16,0 3-2-16,-3 2-1 16,-3 2 1-16,-2 1-2 15,-1 0 2-15,2 2-3 0,-1 9 1 16,3 0-1-16,-1 2 0 16,4-1-5-16,2 1-2 15,0-1-6-15,4-5-4 16,5 0-19-16,4-3-30 15,1-2-51-15</inkml:trace>
  <inkml:trace contextRef="#ctx0" brushRef="#br0" timeOffset="-213706.79">23646 15706 180 0,'0'-6'20'0,"0"0"20"0,0 1-24 0,0 2-13 0,1 3 0 15,1 0-1-15,0 0-5 16,1 0 4-16,0 2-1 16,5 6 2-16,-3 1-2 0,1 1 0 15,-1 1 0-15,0-1-2 16,0 0-9-16,-2-2-11 16,1-3-12-16,-3-1-20 15,0-4 13-15,-1 0-3 16,0 0 22-16,0-6 11 15,0-2 19-15,0-5 3 0,2 0 4 16,2-2 9-16,0 0-8 16,4-1 10-16,0 1 4 15,2 4 2-15,2 0-13 16,1 3-5-16,1 3-6 16,0 3-2-16,-1 2-3 0,1 0 0 15,-2 2-2-15,-1 8 1 16,-4 2 0-16,2 1-1 15,-4 2-2-15,1-4-25 16,-1 0-65-16</inkml:trace>
  <inkml:trace contextRef="#ctx0" brushRef="#br0" timeOffset="-213477.35">24007 15547 214 0,'0'0'1'0,"0"0"18"0,0 0-22 0,0 0 6 0,0 0-1 16,0 0 0-16,-3 41 3 0,3-22-1 16,3 2-2-16,2 2 0 15,-1-2-2-15,2-2-7 16,-3-4-61-16,-2-2-58 15</inkml:trace>
  <inkml:trace contextRef="#ctx0" brushRef="#br0" timeOffset="-213265.15">23967 15669 73 0,'0'0'152'15,"0"0"-146"-15,28-37 0 16,-11 27-7-16,1 2 5 0,1 1-3 15,0 4-1-15,-2 0 1 16,-1 3-1-16,-1 0 0 16,-3 6 1-16,-1 2-1 15,-2 4 0-15,-2 1 1 16,-1 1-2-16,-3-2-13 0,-2-1-26 16,-1-2-30-16</inkml:trace>
  <inkml:trace contextRef="#ctx0" brushRef="#br0" timeOffset="-213093.03">24160 15507 147 0,'0'0'-10'15,"0"0"-16"-15</inkml:trace>
  <inkml:trace contextRef="#ctx0" brushRef="#br0" timeOffset="-212598.94">24160 15507 190 0,'16'19'45'0,"-16"-19"-11"0,1-2-13 15,1-2-9-15,1 3-9 16,4-2-2-16,1 3-2 15,0 0 2-15,2 0-1 16,3 0 1-16,0 4-1 16,-3 3 1-16,1 3-2 15,-2 3 2-15,-2 0-1 0,-1 1-2 16,-5 0-6-16,-1 0-12 16,-1-3-15-16,-12 0 1 15,-2-4 2-15,0-3 20 16,-3-4 10-16,3 0 5 15,3 0 2-15,4 0 2 0,1-4 13 16,7 1-5-16,0-3-5 16,0 1-4-16,10 0-4 15,0 2 3-15,1 2-2 16,3 1 2-16,-2 0-1 16,2 0 0-16,0 0-3 0,2 0-1 15,-3 0 2-15,-2 0-8 16,0 0-47-16,-3 0-93 15</inkml:trace>
  <inkml:trace contextRef="#ctx0" brushRef="#br0" timeOffset="-212404.17">24338 15416 216 0,'0'0'9'0,"0"0"21"0,0 0-17 0,0 0-15 0,0 0 4 16,0 0-1-16,5 43-1 15,3-16 0-15,-1 2 1 16,1 0-2-16,0 4-65 0</inkml:trace>
  <inkml:trace contextRef="#ctx0" brushRef="#br0" timeOffset="-210602.18">23585 16257 133 0,'1'0'-83'0,"-1"-2"84"0,-6 2-1 0,-12 0-6 15</inkml:trace>
  <inkml:trace contextRef="#ctx0" brushRef="#br0" timeOffset="-210551.4">23390 16325 2 0,'-37'20'12'0,"4"0"-11"15</inkml:trace>
  <inkml:trace contextRef="#ctx0" brushRef="#br0" timeOffset="-209883.78">23593 16104 110 0,'0'0'5'0,"0"0"25"0,0 0 1 0,0 0-6 16,0 0-2-16,0 0-7 15,0 0-7-15,0 0-6 16,0 0 1-16,0 0-2 16,-13-13-2-16,9 24 1 15,2 5 1-15,-3 7 1 16,2 4-3-16,3 1 1 15,0 5-1-15,0-3 0 0,2 1 1 16,7-1-1-16,3-3 0 16,-1-2 0-16,2-2 0 15,-2 1 0-15,1-5 1 16,-5-1-2-16,1-1 0 16,-4 0-24-16,-3-5-40 0,-1-1-29 15</inkml:trace>
  <inkml:trace contextRef="#ctx0" brushRef="#br0" timeOffset="-209648.93">23459 16560 53 0,'0'0'32'16,"0"0"3"-16,0 0-13 16,0 0 4-16,0 0-14 15,43-8-7-15,-30 8-4 0,1 0 0 16,2 0-20-16,0 0-40 16</inkml:trace>
  <inkml:trace contextRef="#ctx0" brushRef="#br0" timeOffset="-209470.82">23639 16449 231 0,'0'0'-18'0,"0"0"37"16,0 0-3-16,0 0-17 0,0 0-9 15,0 0 1-15,0 0 2 16,-10 45-15-16,10-21-38 15,0-1-28-15</inkml:trace>
  <inkml:trace contextRef="#ctx0" brushRef="#br0" timeOffset="-208871.13">23376 16950 198 0,'0'0'0'0,"0"0"25"0,0 0 5 0,0 0-16 0,0 0-11 15,0 0-2-15,0 0-1 16,0 0 1-16,0 0-1 15,0 0 2-15,1 51-1 16,-1-32-1-16,2 2 1 0,0 0-1 16,0 2 1-16,3-4-1 15,-3 2 0-15,-1-2 0 16,2 0 0-16,-2-1-1 16,1-2-5-16,0-3-14 15,0-3-22-15,-2-4-39 16</inkml:trace>
  <inkml:trace contextRef="#ctx0" brushRef="#br0" timeOffset="-208169.16">23397 16949 107 0,'0'0'22'16,"0"0"17"-16,0 0-15 16,0 0-12-16,0 0-6 15,0 0-5-15,0 0 1 0,0 0 1 16,0 0 2-16,29 13-1 15,-20-2-1-15,-1 3 0 16,-1 0 1-16,0-1-2 0,-2 3-1 16,3-5 1-1,-4 2-2-15,2-4 1 0,0 0-1 16,-2-1 0-16,1-1 1 16,-1-1-1-16,0 1 0 15,-1-2 0-15,0-1-1 16,1 1 0-16,-2-3-3 15,-1 1-1-15,-1-3 0 0,1 0 5 16,0 0 1-16,-1 0 3 16,1-1-3-16,0-5-1 15,0-2 0-15,0-2 2 16,-1 1-2-16,1-2 0 16,0-1 0-16,1 1 0 0,-1-2 1 15,1-2 0-15,3 0-1 16,1 0 0-16,1 1-1 15,1 0 2-15,-1 3-2 16,0 2 1-16,0 4 1 16,0 1-1-16,-1 4-1 0,0 0 1 15,-2 0 0-15,1 0 0 16,-2 9 0-16,-1 2 1 16,-1 3 1-16,-1 3-1 15,0 0 1-15,0 2 0 16,0 1 2-16,0-1-1 15,0 0 0-15,0 1-2 0,2-2-1 16,0 1 0-16,2-2-1 16,0 0-4-16,1-6-14 15,0-2-53-15,1-5-33 16</inkml:trace>
  <inkml:trace contextRef="#ctx0" brushRef="#br0" timeOffset="-207727.21">23737 16929 36 0,'0'0'72'0,"0"0"-48"0,0 0 1 0,0 0-4 0,0 0 3 16,0 0-5-16,0 0-11 15,0 0-5-15,0 0 0 16,0 0 1-16,0 0 1 16,22 4 0-16,-20 15-4 15,-2 4 0-15,0 1-1 16,0-3 0-16,0 5-1 16,0-5-1-16,0-3-2 0,0-2 2 15,3-2 2-15,0-2 0 16,1-3 1-16,1-3 0 15,2 0 2-15,1-5-2 16,2 1 2-16,-1-2 2 0,3 0 3 16,2 0 0-16,0 0 0 15,1-3-3-15,2-1 0 16,-1 0-2-16,2 0-1 16,1-1 0-16,1 2-2 15,0-1-2-15,0 2 0 16,-2 0-17-16,-3 0-21 0,0-1-74 15</inkml:trace>
  <inkml:trace contextRef="#ctx0" brushRef="#br0" timeOffset="-207028.97">23454 17663 123 0,'0'0'5'0,"0"0"12"0,0 0-7 16,0 0 1-16,0 0 2 16,0 0-1-16,0 0 10 15,0 0-4-15,0 0-5 0,0 50-1 16,0-30-4-16,0 1-4 15,0 1-2-15,0 0-1 16,0-2-1-16,0 0 0 16,1-3-1-16,1-3-3 15,0-4-12-15,-2-1-16 16,0-2-20-16,0-6-13 0</inkml:trace>
  <inkml:trace contextRef="#ctx0" brushRef="#br0" timeOffset="-206615.57">23457 17716 192 0,'0'0'8'15,"0"0"2"-15,0 0-5 16,25-37-2-16,-16 34 0 16,1 3-2-16,0 0-2 15,-2 0-3-15,0 10 9 0,-2 3-4 16,1 3 1-16,1 2-1 15,-1 0-2-15,0-2-5 16,1-2-8-16,2 0-5 16,-3-5-6-16,2-5-7 0,0-4-1 15,0 0-3-15,-1 0 14 16,-1-10 5-16,0-2 17 16,-2-1 24-16,-1-1 16 15,0-2-1-15,-2 0 3 16,0 4-3-16,0 0-17 15,1-1 3-15,1 6-8 0,0 3-4 16,-2 1-4-16,1 3-5 16,2 0-4-16,-3 10 2 15,1 6 0-15,0 2 1 16,0 6-1-16,1 2-1 16,-3 1-3-16,3-2-11 15,-1-2-20-15,0-3-37 0,1-6-51 16</inkml:trace>
  <inkml:trace contextRef="#ctx0" brushRef="#br0" timeOffset="-206281.8">23794 17790 205 0,'0'0'7'0,"0"0"-8"0,0 0-5 0,0 0-15 0,0 0 13 15,0 0 9-15,-22 42-1 16,22-29 1-16,0-2 0 16,0-3-1-16,6-2-1 15,5 0-3-15,-1-6 1 16,1 0 2-16,2 0 1 0,1-8 2 16,-1-2 4-16,-3-3 6 15,-2-1 8-15,-3 0 1 16,-3 2 4-16,-2 0-3 15,0 0-1-15,0 1-2 16,-4 7-12-16,-2 1-5 0,-2 1 1 16,-1 2-9-16,2 0-6 15,-3 3-21-15,1 3-21 16,3 2-48-16</inkml:trace>
  <inkml:trace contextRef="#ctx0" brushRef="#br0" timeOffset="-205780.85">24029 17754 84 0,'0'0'2'0,"0"0"9"15,0 0 30-15,0 0 4 16,0 0-15-16,0 0-5 15,0 0-10-15,-43-12-10 16,35 24-4-16,1 1 1 0,3 4-4 16,1-3 2-16,3 2-3 15,0-3-2-15,0-3 3 16,3-3 0-16,6-2-1 16,0-3 2-16,2-1 0 15,2-1 0-15,-2-1 0 0,0-8 1 16,1-4 0-1,-2-5 0-15,-1-2 1 0,-1-4-2 16,-1-1 1-16,-2-4 1 16,-2-1-3-16,-2 0 0 15,-1-1 0-15,0 1 2 16,0 3-1-16,-3 2 2 16,-1 2 0-16,-1 5 1 0,0 6 3 15,2 2 0-15,0 6-2 16,2 4-1-16,-2 0-2 15,2 7-2-15,-1 10 2 0,-1 6 0 16,2 5 1-16,1 4 0 16,0 3-2-16,0-2 2 15,4-1-11-15,3-3-25 16,1-4-63-16</inkml:trace>
  <inkml:trace contextRef="#ctx0" brushRef="#br0" timeOffset="-205388.52">24183 17811 205 0,'0'0'9'0,"0"0"-14"0,0 0 5 0,0 0 0 16,0 0-1-16,0 0 1 15,0 0-3-15,41-44 3 16,-34 33 1-16,-3-2 1 15,-2 2 0-15,2-1-1 0,-4 1-1 16,0 2 0-16,-3 4 1 16,-4 0-2-16,-2 3 0 15,1 2 5-15,-4 2 3 16,3 8 1-16,1 3-5 0,1 4 0 16,3 2-2-16,4-1 0 15,0 0 0-15,0-2 0 16,3-6 2-16,8-1 2 15,0-3-1-15,1-3 0 16,2-3-3-16,-1 0-1 16,2 0-1-16,0-10-17 0,-5-4-8 15,2-4 1-15,-2-6-14 16,0-2 14-16,-2-5 13 16,-2-3-29-16</inkml:trace>
  <inkml:trace contextRef="#ctx0" brushRef="#br0" timeOffset="-205178.78">24334 17334 163 0,'0'0'0'15,"0"0"27"-15,0 0 10 16,0 0-21-16,0 0-10 0,0 0-6 16,0 0 0-16,0 0 2 15,-18 35 0-15,18-1 2 16,-2 3 1-16,2 3-3 15,0 0-1-15,0-2-1 16,4-3 0-16,3-2-1 16,1-4-19-16,4-6-26 0,-1-3-33 15</inkml:trace>
  <inkml:trace contextRef="#ctx0" brushRef="#br0" timeOffset="-204830.92">24535 17702 232 0,'0'0'2'0,"0"0"-1"15,10-43 4-15,-10 32-3 0,0 1-1 16,-2 4 3-16,-8 3-2 16,-2 3 0-16,0 0-1 15,0 2-1-15,0 5 0 16,3 4-3-16,-3-1-1 15,6 1 2-15,2 1-3 16,2-2-2-16,2 0-3 0,0-2 2 16,4 1 7-16,4-1 1 15,0-1 1-15,0 1 3 16,-1 1 5-16,-1-1-3 16,0-1-1-16,-2 0-2 0,-4 1-1 15,0 2 0-15,0-3 1 16,-11 3-2-16,-4 1-2 15,-4 2-9-15,-6-2-29 16,-6-2-60-16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07:47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8060 8429 14 0,'4'-5'13'0,"-1"3"-1"0,-1 0-3 0,0-1-1 0,0 3 0 16,-2-1-1-16,2 0-4 15,0 1 1-15,-2 0-3 16,2 0 1-16,0 0-4 16,2 0 4-16,-2 0-2 15,0 0 0-15,2 0 0 16,-3 0 0-16,3 0 0 0,0 0 0 15,-2 4 0-15,1-3 0 16,2 3 0-16,-1 1 0 16,1-1 0-16,1 3 1 0,1 0-1 15,2 2 0-15,-3-1 0 16,3 2 0-16,0 1 1 16,0 1-1-16,0 2 0 15,0 2 1-15,0 2-1 16,2 2 1-16,-4 1 0 15,1 5 0-15,0 0 0 0,-2 3 1 16,-1 1 0-16,-1 0 0 16,0 3-1-16,-2-1 0 15,-1 1 0-15,0 3-2 16,-1-1 2-16,0 5 1 16,0-2-1-16,0 3-1 0,0 1 1 15,0-1 0-15,0 0 0 16,0 1 2-16,0-1-2 15,3 4 0-15,2 1 0 16,-3 4 0-16,0 2-1 16,-2 1 0-16,0 3 1 0,0-2-1 15,0 3 0-15,0 1 1 16,0 0-1-16,0 3 0 16,0 2 0-16,0 5 0 15,0 1 0-15,0 4 1 16,0-1-1-16,0 1 0 0,1-1 0 15,3 0 0-15,2-2 0 16,-3-4 1-16,3-1-1 16,-1-3 0-16,-1 2 0 15,1-2 1-15,-3 3-1 0,0 1 0 16,-2 4 1 0,0 5 0-16,0 1-1 0,0 3 2 15,0 2 0-15,0-1-2 16,2 3 1-16,1 0 0 15,1-4-1-15,0-4 1 16,-4 1-1-16,0-5 0 16,0 0 1-16,0-3 0 0,-2-1 1 15,-4-2 4-15,3 0 1 16,-1 2 0-16,0-1-3 16,2 3-2-16,0 1-1 15,1 5 1-15,-1 0-2 0,2-1 0 16,-3-4 1-16,1-9-1 15,-1-4 0-15,0-11 1 16,0-6-1-16,-1-9 0 16,-1-2 0-16,1-5 1 15,0-1 0-15,-3-1 0 0,2-4 0 16,1-3 1-16,1-1-2 16,1-4 0-16,0 0 0 15,0 0-3-15,-2-6-14 16,-4-4-111-16</inkml:trace>
  <inkml:trace contextRef="#ctx0" brushRef="#br0" timeOffset="1990.48">19928 10853 38 0,'-3'0'1'0,"2"0"0"0,1 0-1 0,0 0-4 15,0 0 1-15,-1 0 5 16,1 0 4-16,-2 0 10 16,0 0 12-16,2 0-9 15,-2 0-4-15,2 0-9 0,0 0-6 16,0 0-4-16,0 0 3 15,0 0 0-15,4 3-1 16,1-1 1-16,3 0 2 16,1 2-1-16,3-4 2 15,2 2 0-15,5-1-1 0,0-1 1 16,8 2 0-16,2-2 1 16,2 0 2-16,4 1 1 15,1-1 5-15,4 2 3 16,2-1-3-16,3 0-1 0,3-1-3 15,4 2-2-15,2-2-3 16,2 3 0-16,0-2 0 16,0-1-1-16,2 0-1 15,-2 0 1-15,-1 3-1 16,-1-3 0-16,-4 0 0 16,-4 1 2-16,-3 1-5 0,-2-1 6 15,-3-1-6-15,-3 2 6 16,-5-2 0-16,-1 0 0 15,-3 0 1-15,-6 0 0 16,0 0-2-16,-3 1 0 16,-4 0-2-16,-1-1 0 0,-5 1 1 15,0 0-1-15,-3-1-1 16,-2 1 0-16,-1-1-2 16,-1 0-9-16,0 0-13 15,-1 0-13-15,-11 0-21 16</inkml:trace>
  <inkml:trace contextRef="#ctx0" brushRef="#br0" timeOffset="2435.57">20024 10954 22 0,'0'0'7'0,"51"4"14"0,-17-2-7 0,5-1-2 16,9 2-2-16,-1-3-1 15,11 0-1-15,4 0 0 0,3 0 1 16,2 0-1 0,5-3-2-16,-1 0-2 0,2-1 0 15,2-1 3-15,-1 0-2 16,6-1 3-16,3 1-2 15,-1 0-1-15,-1 1-3 16,2 1-2-16,-5 2 0 16,-1-2-4-16,-10 0-40 0,-8-4-76 15</inkml:trace>
  <inkml:trace contextRef="#ctx0" brushRef="#br0" timeOffset="4581.39">8650 11741 10 0,'2'0'7'0,"0"0"2"0,0 0-2 0,-1 0-3 15,0 0-3-15,0 0-1 16,1 0 2-16,0 0-2 16,0 0 1-16,-2 0 3 15,3 3-3-15,-1 0 1 16,1 1-1-16,1 0 1 16,2 2 0-16,-3-1 1 0,3 1-2 15,-1 1 0-15,0-1 0 16,1 1-1-16,-2-1 1 15,1-1 0-15,-1-2-1 0,0 0 1 16,0-2 0-16,2-1 2 16,-2 0 3-16,3 0 8 15,0-1-1-15,4-7-6 16,0-1-4-16,2-5 0 16,3-3-2-16,2-3 1 0,2-4 2 15,2-2 0-15,3-1-1 16,0-3 1-16,-1 1-1 15,-2 2-2-15,1 2 0 16,-5 4-1-16,2 1 1 16,-4 2-2-16,-3 9 1 15,0 0-2-15,-4 5-6 0,-2 2-17 16,-5 2-22-16</inkml:trace>
  <inkml:trace contextRef="#ctx0" brushRef="#br0" timeOffset="5136.64">8574 11897 15 0,'0'0'21'0,"0"0"5"0,0 0-5 0,43-26-2 15,-23 10-4-15,6-3-4 16,8-5-5-16,6-9-5 0,5-11-12 15</inkml:trace>
  <inkml:trace contextRef="#ctx0" brushRef="#br0" timeOffset="7912.13">15782 13647 62 0,'1'-3'12'0,"1"0"10"0,-1 0-10 0,0 2-8 16,3-2-4-16,-2 3 0 15,1-4 1-15,-1 4-1 16,0-2 0-16,2 1 1 15,-4-1 14-15,2 0 9 16,0 0-4-16,-2 2-3 0,0-2-4 16,0 1-5-16,0 1-4 15,0 0-2-15,0 0-1 16,0 0-2-16,0 0 0 16,2 0 0-16,1 1 1 15,0 4 0-15,-1 1 0 0,0 4-1 16,0 1-1-16,-2 3 2 15,0 0-1-15,0 4 1 16,0-1 1-16,0-1-1 16,0 2 2-16,-2 0-2 15,2-1 0-15,0 2 1 16,0-3 0-16,0 0-1 16,0 0 0-16,2-3 1 0,3-2-1 15,1-1 1-15,-1-3-1 16,1-1 0-16,1-3 1 15,-2-2 1-15,3-1-1 16,2 0 0-16,-1-1 0 0,1-8 1 16,2-2-1-16,1 0-1 15,0-4 1-15,3 1-1 16,-2-3 1-16,2 1-1 16,-1 1 2-16,0 1-2 15,-3 2 0-15,-3 3 0 0,-3 2 0 16,-1 3 0-16,-3 3 0 15,0-1 0-15,1 1 0 16,0 1 0-16,2 0 0 16,1 0-2-16,2 4 1 15,-2 5 0-15,3 1 0 16,-1 1 0-16,1 3 1 0,3-1 0 16,0 2 0-16,1-3 0 15,1 1 0-15,-1-4 0 16,0-2 0-16,3-3 1 15,0-3-1-15,2-1 0 16,2 0 1-16,-3-8-1 16,0-3 2-16,-2-4 0 0,1 0 4 15,-4-3 5-15,-1-3-1 16,-3 2-1-16,-4-2 0 16,-4 3-1-16,0-2 7 0,0 4-9 15,0 2-4-15,-2 1-1 16,-2 3-1-16,1 5-3 15,-2 3-4-15,3 2-23 16,-5 0-36-16,2 6-35 16</inkml:trace>
  <inkml:trace contextRef="#ctx0" brushRef="#br0" timeOffset="8475.5">16360 14165 58 0,'0'0'8'0,"0"0"-7"0,0 0 1 16,0 0-1-16,0 0 0 15,0 0 2-15,42-1 13 16,-34-3 5-16,-4-1 7 0,-1 0 3 15,-1 0-2-15,2-3-12 16,1-1-11-16,-2-1-5 16,0 0 1-16,2-1-2 15,-1-2 1-15,-2 0-1 16,1 2 5-16,-1 1-1 0,0 4-3 16,0 1 3-16,-2 2 3 15,0 3-5-15,2 0-2 16,-2 0-2-16,3 8-2 15,0 3 4-15,1 2 1 16,0-1-1-16,-1 4 1 0,3-4 1 16,-2 1-2-16,3-2 0 15,1-2 0-15,2-2 0 16,-1 0 0-16,5-4-13 16,-1-3-36-16,1-3-65 15</inkml:trace>
  <inkml:trace contextRef="#ctx0" brushRef="#br0" timeOffset="8638.33">16571 13871 179 0,'0'0'4'15,"0"0"0"-15,0 0-3 16,0 0-5-16,-36-12-26 15,36 11-48-15</inkml:trace>
  <inkml:trace contextRef="#ctx0" brushRef="#br0" timeOffset="9264.28">16837 13655 177 0,'0'0'-1'0,"0"0"2"0,0 0-1 15,44-25 0-15,-28 25 3 16,-2 0-3-16,0 0-1 16,-1 11 2-16,1 3-1 15,-4 2-1-15,-1 4 0 16,-1 1 1-16,-2-1-1 16,-2 1 2-16,-2-1 0 15,-2-3-1-15,0-1-2 0,0-4 3 16,0-3 0-16,0 0 0 15,0-5 1-15,-4-1-1 16,2-3 1-16,1 0 8 16,1-3 7-16,0-8-8 0,0-3-7 15,5-4 0-15,2-3 4 16,3-2-5-16,0-1-1 16,-3 0 0-16,1 3 2 15,-3 2-2-15,-1 5 2 16,1 1 1-16,-3 3 5 0,-2 3-2 15,0 2-4-15,0 3 1 16,0 2 0-16,1 0-6 16,-1 4 1-16,2 5 0 15,0 5 1-15,1 3 2 0,2 2-1 16,0 4 0-16,4-1 1 16,-4 4-1-16,5-1 0 15,-1 4 0-15,5 1-2 16,-4-1-20-16,2 1-35 15,0-3-51-15</inkml:trace>
  <inkml:trace contextRef="#ctx0" brushRef="#br0" timeOffset="9641.95">17192 14202 94 0,'0'0'2'0,"0"0"-2"0,0 0 1 0,0 0 1 16,0 0-2-16,0 0 7 15,0 0 19-15,0 0 7 0,0 0 1 16,0 0-16-16,14-16-10 16,-7 7-5-16,-1-3-2 15,1-1-1-15,2-1 2 16,-3 0-2-16,0-1 0 15,1 2 0-15,-2 1 0 16,0 2 1-16,-1 2-1 0,-2 3 2 16,0 1-1-16,0 4 0 15,1 0-2-15,-1 0 0 16,1 9-2-16,1 2 3 16,3 2 0-16,-2 1 1 15,3 2-1-15,-3-2 0 16,6 0 2-16,-6-1-10 0,1-3-35 15,0-6-40-15</inkml:trace>
  <inkml:trace contextRef="#ctx0" brushRef="#br0" timeOffset="9800">17326 13922 261 0,'0'0'-19'0,"0"0"22"0,0 0-1 16,0 0-14-16,0 0-57 16,0 0-58-16</inkml:trace>
  <inkml:trace contextRef="#ctx0" brushRef="#br0" timeOffset="10112.59">17693 13759 147 0,'0'0'6'0,"0"0"1"0,0 0 7 15,46 0 0-15,-25-2-4 16,-1 0-5-16,4 0 1 16,3 0-2-16,0 1-1 15,-2-1-1-15,0 2-1 16,-3 0 1-16,0 0-2 16,-2 0 0-16,-3 0-10 0,0 0-35 15,-5-3-14-15</inkml:trace>
  <inkml:trace contextRef="#ctx0" brushRef="#br0" timeOffset="10446.37">17892 13571 170 0,'0'0'6'0,"0"0"2"16,0 0-8-16,0 0 0 0,0 0-1 16,0 0 0-16,-3 52 1 15,1-27 1-15,2 2 0 16,-2 3 0-16,0 1 0 15,2 2-1-15,-2-4 1 0,2-1-1 16,0-2 0-16,0-3 0 16,0-3-1-16,0-5-15 15,4-7-29-15,2-4-57 16</inkml:trace>
  <inkml:trace contextRef="#ctx0" brushRef="#br0" timeOffset="11142.9">18269 13430 128 0,'0'0'16'0,"0"0"-12"16,0 0-2-16,0 0 0 15,0 0-1-15,0 0-1 16,0 0 1-16,23 38 0 16,-19-15-1-16,-2 2 2 0,-1 4-1 15,0 0 0-15,0 1 0 16,0 0-1-16,0-3 1 15,-1-3-1-15,0 0 1 16,0-4-1-16,0 1 1 16,0-5-1-16,0 0-1 15,0-4 1-15,0-1 1 0,0-3 1 16,0-2-2-16,0-3 0 16,0-2 0-16,0-1 1 15,0 0 11-15,0-5 8 16,1-6-12-16,3 1 3 15,2-4-2-15,1-3 9 0,3 3-4 16,1-2-16-16,1 2 2 16,2 4 0-16,-3 0 0 15,0 4 0-15,1 2 0 16,1 2 0-16,-1 2 0 16,1 0-1-16,-1 0-1 0,1 4 1 15,-3 3-3-15,-3 4-5 16,2 2 2-16,-4 1 2 15,-3 2 3-15,2 1 2 16,-4 1-1-16,0-1 2 16,0 0-1-16,0-1-1 0,-6-2 1 15,-4 0-1-15,-1-5 2 16,-2 1 0-16,-6-3 5 16,-1-3-1-16,-3 1-2 15,2-3-2-15,-3 0 6 16,6-2-5-16,0 0-2 15,9-10-15-15,0-9-102 0</inkml:trace>
  <inkml:trace contextRef="#ctx0" brushRef="#br0" timeOffset="12101.94">19084 13579 52 0,'0'0'7'0,"0"0"10"0,0 0-7 0,0 0-6 16,0 0-2-16,41 32 0 16,-30-24-1-16,3-2 0 15,-1-1 3-15,3 2 10 16,0-3 10-16,4 2-8 0,1-2-5 16,0 0-6-16,2-1-3 15,-1 0 0-15,-2 0-1 16,-3-3-1-16,2 0 1 15,-4 0 1-15,-1 0 6 16,-1 0 7-16,-4 0-5 0,1 0-5 16,-2 0-4-16,0 0-1 15,-2 0 1-15,1 0-1 16,-3 0 1-16,-1 0-1 16,1 0 0-16,-3 0 0 15,1 0 0-15,-1 0 0 0,1 0 0 16,-2 0-1-16,0 0 1 15,2 0 0-15,-2 0 0 16,0 1 0-16,0 2 0 16,0-3 0-16,0 4 0 0,0-1 1 15,0 0 1-15,-2 1-1 16,-2-1 1-16,0 3 3 16,-1 1 0-16,-3 0-3 15,-1 2-1-15,-1-1-1 16,-4 3 0-16,-3 1 1 0,-1-1 1 15,0 1-2-15,-6 0 0 16,1 1 1-16,2 0 0 16,0 0 1-16,1-2-2 15,4 2 1-15,0-2-1 16,3 3-6-16,1-4-22 0,7-1-47 16,5-8 16-16</inkml:trace>
  <inkml:trace contextRef="#ctx0" brushRef="#br0" timeOffset="12615.94">19573 13775 29 0,'0'0'2'0,"0"0"0"0,0 0-8 0,0 0 5 0,0 0 4 16,0 0 7-16,0 0 7 15,0 0-1-15,0 0 0 16,0 0 0-16,0 0-4 16,0 0-5-16,-34 17-5 15,26-12 0-15,1 1 0 0,-1 1 2 16,0 2 1-16,-4-1 3 15,2 4-2-15,-2-1 2 16,3 3-1-16,-4-1 2 16,1 1 1-16,-3 3-6 15,1-3-1-15,3 3-1 0,-1-4-1 16,1 1-1-16,3-1 2 16,2 0-4-16,1-3-19 15,5-5-33-15,0-5 16 16</inkml:trace>
  <inkml:trace contextRef="#ctx0" brushRef="#br0" timeOffset="13285.02">19945 13523 36 0,'0'0'21'0,"0"0"1"0,0 0-4 16,0 0-5-16,-40 30-1 15,29-18-2-15,1 0-4 16,0 2-3-16,1 3 2 15,2-2-3-15,1 2 0 16,1 1-1-16,1-1 0 0,2 3 0 16,2-4-1-16,0-1 17 15,0-2-11-15,0-1-3 16,7-4 1-16,3-2-1 16,2-2 1-16,2-3 1 15,2-1 1-15,5 0-2 16,-1-1 0-16,2-5-1 0,-2-4 0 15,1 0-1-15,-6-1 7 16,0-2-3-16,-3 1 3 16,-7-4 3-16,-1 0-3 15,-2-1 0-15,-2-3 2 0,0 2-4 16,-10-1-3 0,0 1 1-16,-3 1 1 0,-2 4-1 15,-2 3-4-15,0 4-2 16,-4 4-2-16,1 2-6 15,-1 0-18-15,3 8-12 16,4-1-19-16,3 0-41 0</inkml:trace>
  <inkml:trace contextRef="#ctx0" brushRef="#br0" timeOffset="13848.71">21048 13586 119 0,'0'0'0'0,"0"0"0"0,0 0 0 0,0 0 0 16,0 0 0-16,0 0 1 16,0 0 1-16,37 15 4 0,-17-14 10 15,5-1-2-15,6 0-5 16,1 0-4-16,9 0-3 16,1-2-1-16,7-4 0 15,-1-1 1-15,5 2 13 16,3-3 6-16,-1 3-9 0,4-2-3 15,0 0-5-15,-2 0-1 16,-2 2-1-16,-3 2-1 16,-5 0-1-16,-2 1 2 15,-7 0-2-15,-3 2 0 16,-8 0 0-16,-4 0-3 16,-4-1-45-16,-2-5-107 0</inkml:trace>
  <inkml:trace contextRef="#ctx0" brushRef="#br0" timeOffset="14494.52">22333 13337 62 0,'0'0'4'0,"0"0"1"15,0 0 9-15,0 0-2 16,-3 49 1-16,3-35-6 16,0 0 1-16,0-3 4 15,4-1 2-15,7-4 2 16,2-1 5-16,2-3-1 0,3-2-5 16,2 0-4-16,0 0-4 15,3-4-1-15,-2-5-3 16,1 1-1-16,-4-3 0 15,-2-1-2-15,-3-1 2 16,-3 2-1-16,-1 2 1 0,-4 0 3 16,-3 1 0-16,-1 5 4 15,0-1-6-15,-1 3-1 16,0 1-2-16,0 0-4 16,0 0 0-16,0 1-2 15,-1 8 6-15,-2 3 0 0,1 0 0 16,2 3 0-16,0 4 0 15,0-3 0-15,0 2 0 16,4 3 1-16,2-2-1 16,-2 1 0-16,3-2 1 15,-1 2-2-15,-1-2 2 0,0 0-1 16,-3-3 0-16,-2-1 0 16,0 0 0-16,0-3 0 15,0-2 0-15,-9-1 1 16,0-3 1-16,-4-1-6 15,-3-1 4-15,-1 0 0 16,-1-3 2-16,2 0-2 0,3 0 2 16,1 0-1-16,2-6 1 15,6-2 5-15,4-1 2 16,0-2-3-16,0 0-2 16,6-1-3-16,6-2-2 15,3 1-5-15,0-3-19 0,0-2-54 16</inkml:trace>
  <inkml:trace contextRef="#ctx0" brushRef="#br0" timeOffset="14893.75">22344 13168 150 0,'0'0'2'0,"0"0"8"0,0 0-4 0,0 0-2 0,0 0-3 15,0 0 0-15,0 0 1 16,9-38 1-16,-4 29 9 15,-1-1 9-15,0-1-1 16,1 1-5-16,-3 0-1 0,0 2-4 16,-1 2 2-16,0 2-3 15,0 2-4-15,-1 2-3 16,2 0-3-16,2 6 0 16,0 7-1-16,5 4 2 15,2 1 0-15,5 6-2 16,3 2-13-16,5-1-13 0,0-3-36 15,5-5-52-15</inkml:trace>
  <inkml:trace contextRef="#ctx0" brushRef="#br0" timeOffset="15163.32">22936 13329 67 0,'0'0'95'0,"0"0"-39"16,0 0-18-16,0 0-17 16,0 0-14-16,0 0-8 15,0 0 2-15,0 0-1 0,0 0 1 16,43 1 0-16,-25 3-1 15,1-1-6-15,-3 0-33 16,-3 0-43-16,1 0-35 16</inkml:trace>
  <inkml:trace contextRef="#ctx0" brushRef="#br0" timeOffset="15305.5">23006 13439 139 0,'0'0'13'0,"0"0"-12"0,0 0 0 16,0 0-15-16,55-4-73 15</inkml:trace>
  <inkml:trace contextRef="#ctx0" brushRef="#br0" timeOffset="15777.1">23348 13319 107 0,'0'0'8'16,"0"0"19"-16,0 0-20 0,0 0-1 15,42-12 9-15,-38 5 2 16,1 0-1-16,0-3 4 16,-1 0-4-16,-1-4-3 15,0 3-7-15,-1-3 3 16,-2 1-1-16,0 1-3 0,2 3-3 16,-2 1-2-16,1 3 0 15,0 2 0-15,-1 1-1 16,0 2 0-16,0 0-3 15,1 0-3-15,-1 2 5 16,0 5 1-16,0 3-1 16,0 1 2-16,0 5 1 0,0-2-2 15,0 2 1-15,0 1 1 16,1-2-1-16,1 2 0 16,1-1 0-16,1 0 0 15,0-1 0-15,1 2 0 0,0-2 0 16,0 0 0-1,-3-1-1-15,1-2-36 0,-1-2-43 16</inkml:trace>
  <inkml:trace contextRef="#ctx0" brushRef="#br0" timeOffset="15903.3">23385 13471 223 0,'0'0'30'16,"0"0"-31"-16,0 0 3 15,0 0-13-15,54 9-36 16,-29-6-63-16</inkml:trace>
  <inkml:trace contextRef="#ctx0" brushRef="#br0" timeOffset="17469.34">19688 14403 38 0,'0'0'2'0,"0"0"9"0,0 0 0 0,0 0-2 0,0 0-1 15,0 0 12-15,0 0-2 16,0 0-1-16,0 0-12 16,0 0-3-16,0 0 1 15,0 0-3-15,0 0 0 0,16 0 0 16,-16 0 0-16,0 0 2 16,-1 0 9-16,1 0 6 15,0 0-5-15,0 0-3 16,0 0-6-16,-1 1-3 15,1 2 0-15,-4 0 0 0,0 1 0 16,-2 0 0 0,-3 0 0-16,3 1 0 0,-5 0 0 15,0 0 0-15,-1 1 1 16,-3-1-1-16,0 5 0 16,-2-2 0-16,-2 2 0 15,1 0-1-15,-1 1 1 0,0 1 0 16,0-1 0-16,2 0-2 15,3-2-3-15,1-1-1 16,0 1 5-16,5-3 0 16,2-3 1-16,2 1 0 15,1-2 0-15,2-1 0 16,1-1 1-16,0 0 0 0,0 1-2 16,0-1 1-16,0 0 2 15,0 0-2-15,0 2 0 16,1-2 0-16,0 0 0 15,0 1 1-15,2-1-2 0,-1 0 2 16,-2 0-1-16,2 2 1 16,0-1 1-16,-1 0-1 15,1-1 0-15,-1 2 0 16,2-1 4-16,-1-1-5 16,-1 3 1-16,1-3 0 15,1 0-1-15,-2 1 0 0,-1 1 0 16,0-2 0-16,0 0 0 15,0 0 2-15,0 0 0 16,0 0 7-16,0 1-1 0,0-1-5 16,0 2-3-1,-1-1 0-15,-2 1 1 16,2 0-2-16,0 1-8 0,0-3-24 16,-3 0-29-16</inkml:trace>
  <inkml:trace contextRef="#ctx0" brushRef="#br0" timeOffset="18494.52">19541 14594 67 0,'-7'6'16'0,"-3"-2"-5"0,3 1-8 0,0 0-1 16,-2-1-2-16,2 2 1 0,1-2 0 15,1-1 1-15,1 0 5 16,2-1 0-16,-1-1 1 15,3 0 1-15,-1 0 2 16,1 0-9-16,0 0-2 16,0 0 1-16,0 2-1 15,0-1 1-15,0-1-1 0,0 2 1 16,0 0 0-16,1-2 2 16,6 2 5-16,0 1 4 15,4-1-1-15,4 1-1 16,5 2 1-16,0 0-2 15,5-1-1-15,2 3 0 0,-2-1-4 16,1 1-1-16,-1-1 0 16,0 0-2-16,-1-1 1 15,-6-1 1-15,2 0-2 16,-3-1 0-16,-4-2 0 16,1-1-1-16,-2 0 1 15,-3-1-4-15,0 0-33 0,0-5-74 16</inkml:trace>
  <inkml:trace contextRef="#ctx0" brushRef="#br0" timeOffset="19049.71">20125 14486 75 0,'0'0'7'0,"0"0"7"0,0 0-6 16,0 0 2-16,-41 9 10 15,30-2-7-15,-2 1-6 16,2 2-2-16,0 3 1 16,4 0-4-16,-4 2 1 0,6 1-2 15,1 0 1-15,3-1-1 16,1 0 0-16,0-1 0 16,0-3 0-16,7-1 4 15,2 0 1-15,4-6-1 16,1 1 5-16,4-3 1 0,-1-2-2 15,3 0 0-15,1 0-1 16,-5-3-4-16,4-4 0 16,-3 0-3-16,-1-3 1 15,-5 0-1-15,0 0 4 16,-3-2 3-16,-4-1 4 16,0-3 6-16,-4-2-9 0,0-2-6 15,-2 0 0-15,-5 0 3 16,-3 0-4-16,-3 6 1 15,-1 1-2-15,-2 6-3 16,-1 4-1-16,-2 3-23 0,0 0-30 16,4 0-55-16</inkml:trace>
  <inkml:trace contextRef="#ctx0" brushRef="#br0" timeOffset="19647.34">20976 14632 36 0,'0'0'3'0,"0"0"10"0,0 0-8 0,0 0 9 0,0 0 5 16,0 0-3-16,53 7-3 0,-29-5-2 15,5-2-3-15,2 0-2 16,7 0 0-16,2 0 7 16,5 0 6-16,3 0-3 15,1-4-1-15,2-1-1 16,3 0-2-16,1 1-1 15,1 1-3-15,-2-2-5 0,-1 1 0 16,0 1-3-16,-3-1 0 16,-2 1 1-16,-1 0 1 15,-3-1-1-15,-2 1 0 16,-3 2 0-16,-5-2 0 0,-5 3-1 16,-4-1 1-16,-7 1-1 15,-2 0 0-15,-4 0-1 16,-3 0-2-16,-3 0-29 15,-4 0-44-15,-2 0-35 16</inkml:trace>
  <inkml:trace contextRef="#ctx0" brushRef="#br0" timeOffset="19882.25">22149 14476 177 0,'0'0'5'16,"0"0"24"-16,0 0-4 16,47-5-12-16,-36 5-8 15,1 4-3-15,-6 7-1 16,-2 1 0-16,-1 5 3 0,-3 1-2 16,0 4-2-16,-6-1 0 15,-1-1-3-15,-4-3-22 16,4-7-51-16,2-5-82 15</inkml:trace>
  <inkml:trace contextRef="#ctx0" brushRef="#br0" timeOffset="21213.88">22549 14421 92 0,'0'0'4'0,"0"0"8"0,0 0 4 16,0 0 8-16,0 0 10 15,0 0 0-15,0 0-14 16,0 0-2-16,0 0-7 0,0 0-8 16,0 0-4-16,0 0 1 15,0 0 0-15,-12 20 0 16,9-6 0-16,1-1 1 15,2-2-1-15,0 1 0 16,0-1 0-16,7 0 0 16,3-5 1-16,0 0-1 0,4-2 0 15,0-2 0-15,2-2 0 16,0 0-1-16,0 0 0 16,1-2 0-16,-3-4 1 15,2-3 0-15,-4 0 0 16,-1-3 1-16,0 2 0 0,-4-2-1 15,-2 0 1-15,-2 1-1 16,1 4 0-16,-4 0-1 16,0 1 1-16,0 2 0 15,0 1 0-15,0 1 0 16,0 2 0-16,0 0-1 0,0 0 1 16,0 0-1-16,0 0 0 15,0 3 1-15,0 6 0 16,0-2 0-16,0 3 0 15,2 1 0-15,0 3 0 16,2-1 0-16,-1 2 0 0,1 0 0 16,-1 1 1-16,1-1-1 15,0 2 1-15,-1-2-1 16,3 0 1-16,-4 0-1 16,2-1 1-16,-3 0-1 15,0 0 0-15,0-1 1 0,-1-3-1 16,0-2 0-16,0 1 0 15,0-4 0-15,0 0 1 16,-1-4 0-16,-4 1 2 16,-2-2-1-16,-1 0-1 15,-1 0-1-15,-3 0-2 16,0 0-22-16,2 0-28 0,-4-6-56 16</inkml:trace>
  <inkml:trace contextRef="#ctx0" brushRef="#br0" timeOffset="21669.37">22564 14270 152 0,'0'0'8'0,"0"0"35"0,0 0-23 0,0 0-15 0,0 0-2 15,0 0 1-15,0 0 1 16,0 0-1-16,0 0-1 15,4-40-1-15,-2 33 2 0,2-1-2 16,0-2 1-16,0-1 3 16,-1-1-2-16,2 0-2 15,-2 2 0-15,-1 1 2 16,0 3-1-16,-1 2-2 0,0 1 0 16,0 3-1-16,2 0-2 15,-3 5 0-15,3 7 0 16,2 4 1-16,3 5-1 15,3 3 2-15,2 3-8 16,5 2-15-16,1-4-43 0,4-3-33 16</inkml:trace>
  <inkml:trace contextRef="#ctx0" brushRef="#br0" timeOffset="22054.91">23150 14414 124 0,'0'0'41'0,"0"0"-23"0,0 0 4 0,0 0 5 0,0 0-3 16,0 0-14-16,0 0-7 15,0 0 3-15,0 0-3 0,0 0-2 16,22 7-1-1,-11-4 0-15,3-1-1 0,0 3-10 16,0-4-13-16,1 3-14 16,-2-2-43-16,-1-1-43 15</inkml:trace>
  <inkml:trace contextRef="#ctx0" brushRef="#br0" timeOffset="22245.97">23183 14536 157 0,'0'0'15'16,"0"0"-14"-16,0 0-1 15,0 0 1-15,0 0 7 16,0 0 13-16,0 0-2 16,0 0-12-16,47 10-5 15,-25-10-1-15,0 0-35 0,4-2-80 16</inkml:trace>
  <inkml:trace contextRef="#ctx0" brushRef="#br0" timeOffset="22873.6">23589 14403 160 0,'0'0'12'0,"0"0"6"16,0 0-12-16,0 0-4 16,0 0-2-16,0 0 0 0,0 0 0 15,0 0 0-15,-13 1 0 16,7 3 0-16,-2 0 1 15,1 3 0-15,-2-1-1 16,0 3 1-16,2-1-1 16,-1 1 0-16,2 1 0 15,-1-2 0-15,2 2 0 0,1-3 0 16,1 2 1-16,-1-1-1 16,4-1 1-16,-1 2-1 15,1-1 1-15,0-1-1 16,0 2 0-16,5-2 0 15,1 0 0-15,4-1 0 0,-4-3 1 16,3 1 2-16,2 0 0 16,0-2 1-16,1-1 0 15,2 1-1-15,-1-1-1 16,-1-1-1-16,1 0 0 16,-3 0 0-16,2 0-1 15,-4 0 1-15,-1-3 3 0,0-1 7 16,1-1 0-16,-4 0 0 15,2-2-1-15,-4-2-3 16,0 1-3-16,-1-2 2 16,0 0 0-16,-1-2-1 0,0-5-1 15,0 2 4-15,0-4-4 16,-1 1 0-16,-4 0-2 16,-3 3-2-16,-7 1-4 15,-8 4-8-15,-11-6-52 16,-13-5-162-16</inkml:trace>
  <inkml:trace contextRef="#ctx0" brushRef="#br0" timeOffset="25345.77">8723 12773 99 0,'0'0'0'0,"0"0"2"0,0 0-3 16,0 0-8-16,0 0 4 0,0 0 5 16,-2 39 0-16,0-21 0 15,2 5 0-15,0 0 0 16,0 2 0-16,0 7 0 15,0 2 1-15,0 8 1 16,4 6 0-16,-1 6-1 16,4 5 1-16,-3 3-2 0,2 6 0 15,1 3 0-15,3-2 1 16,-3-1 0-16,1-3 2 16,-3-4-2-16,3-5 5 15,-3-6-1-15,2-3 0 16,-3-2 1-16,0-1-2 15,-1-2 3-15,1-4-3 0,-4-2 0 16,2-6 2-16,-2-5 0 16,0-6 0-16,0-5 0 15,0 1 0-15,0-3-3 16,0 2 0-16,-2-1-1 0,-3-2-33 16,-1-5-30-16</inkml:trace>
  <inkml:trace contextRef="#ctx0" brushRef="#br0" timeOffset="25695.02">8704 14125 116 0,'0'0'1'0,"0"0"12"0,0 0-9 0,0 0-5 16,0 0-2-16,0 0 3 15,0 0-1-15,0 0 1 16,0 0-1-16,17 36 3 15,-9-28-2-15,3 0 2 0,-1 1-1 16,4-3 0-16,-3 0-1 16,5-2 0-16,-3-4-6 15,0 0-18-15,1-4-41 16</inkml:trace>
  <inkml:trace contextRef="#ctx0" brushRef="#br0" timeOffset="25837.9">8952 14047 253 0,'0'0'3'0,"0"0"-8"0,-27 46 7 16,16-24-17-16,-9 4-138 16</inkml:trace>
  <inkml:trace contextRef="#ctx0" brushRef="#br0" timeOffset="30245.05">7875 15247 60 0,'-2'0'22'0,"1"0"-9"0,-1 0 1 0,2 0-3 16,-2 0 4-16,2 0-3 16,0 0-10-16,0 2-6 15,-2 3 0-15,2 4 2 16,0 4 3-16,0 2-1 16,0 2 0-16,0 2 0 0,4 2-1 15,1 3 0-15,1-1 0 16,-1 1 0-16,1 0 1 15,2-1 0-15,2 0 0 16,-1 1 0-16,0-3 1 16,2 2 0-16,-2-2 0 15,1 2-1-15,0 0 1 16,-1 0-1-16,-2-1 0 16,2-2 0-16,-3 3-1 0,3-2 0 15,-2 0 1-15,0-3 0 16,-3-1 0-16,1-4 1 15,1-2 0-15,-3-4 0 0,1-2 2 16,-2-3-1-16,0-1 0 16,1-1 1-16,-3 0 4 15,1 0 5-15,-1 0 3 16,1 0-8-16,0-1-3 16,3-3-2-16,-2-3-1 0,2 0 0 15,0-2-1-15,3-1 0 16,-1-3 0-16,4 2 0 15,-1 0 1-15,0-1-1 16,2-1 1-16,0 3-1 16,-2 1 1-16,0 0-2 0,0 2 1 15,2 0 1 1,1 2-1-16,-3 1 0 0,3 0 0 16,0 1 0-16,1 3-14 15,-1 0-28-15,-1 0-1 16</inkml:trace>
  <inkml:trace contextRef="#ctx0" brushRef="#br0" timeOffset="30567.69">8366 15469 75 0,'0'0'17'0,"0"0"-6"0,0 0 2 0,0 0-8 16,0 0-9-16,0 0 0 16,0 0 1-16,0 0 2 15,0 0 0-15,11 40 1 16,-6-29 0-16,2 0 1 0,-1 1 0 15,-3-1-1-15,3-1 1 16,-2 2 0-16,-1-1 0 16,1 0 1-16,-2-1 0 15,1 0-4-15,-3-1-17 16</inkml:trace>
  <inkml:trace contextRef="#ctx0" brushRef="#br0" timeOffset="30782.76">8243 15341 152 0,'0'0'-15'0,"0"0"15"0,0 0 2 15,-6-40-16-15,8 33-30 16,3 0-37-16</inkml:trace>
  <inkml:trace contextRef="#ctx0" brushRef="#br0" timeOffset="31592.75">8550 15426 42 0,'0'0'4'0,"0"0"3"0,0 0 2 16,0 0 8-16,0 0 4 16,0 0 0-16,0 0-7 15,0 0-2-15,0 0-2 16,-25-18-6-16,25 14-3 16,0 2-2-16,4 1 0 0,3 1-1 15,2 0-2-15,0 0 0 16,0 6 1-16,-1 3 0 15,2 1-1-15,-3 3 2 16,1 3 1-16,-2-2 0 16,0 0 1-16,0 0 1 15,-4-2-1-15,0-5 1 0,1 1-1 16,-1-3 0-16,-2-1 0 16,0-3 0-16,2 1 1 15,-2-2 0-15,0 0 5 16,0 0 6-16,0-6-9 15,0-4 1-15,0-3-3 16,2-6 1-16,0 0-2 0,1-4 2 16,2 2-2-16,1-2-2 15,1 3 2-15,-1 2-1 16,1 1 0-16,1 3 0 16,2 1 1-16,-3 4 0 0,2 2 0 15,0 4-3-15,-2 3-1 16,1 0-4-16,0 0 3 15,0 10-1-15,1 3 4 16,-1 1 1-16,4 2 2 16,-3 0 0-16,-1-2 1 0,4 1-1 15,-3 0 2-15,2-3-6 16,-1-2-6-16,1-3-16 16,-1-5-42-16</inkml:trace>
  <inkml:trace contextRef="#ctx0" brushRef="#br0" timeOffset="31992.13">8929 15347 104 0,'0'0'5'0,"0"0"0"0,0 0-5 0,0 0-2 0,0 0-1 15,0 0 3-15,0 0 0 16,0 0 0-16,0 0 1 15,0 0 3-15,25-41 1 16,-21 30 0-16,1-1 0 16,1-1-1-16,-4 2-2 15,2-1-1-15,-3 1 0 0,0-2 0 16,-1 3 0-16,0 2 0 16,0 2 1-16,-2 2 10 15,-2 1 5-15,0 2-5 0,-1 1-7 16,2 0-2-16,0 4-4 15,-1 6 0-15,2 1 1 16,2 5-1-16,0-1-1 16,0 1 1-16,0 1 0 15,4 0 1-15,1-1 0 16,3-2 0-16,-1 0-1 16,2-1-9-16,2-4-12 0,1-4 0 15,3-1-7-15,-2-4-62 16</inkml:trace>
  <inkml:trace contextRef="#ctx0" brushRef="#br0" timeOffset="32447.92">9219 15193 19 0,'0'0'29'16,"0"0"-5"-16,0 0-1 0,-4-38 2 15,-5 35-13-15,-1 3-10 16,-3 0 1-16,3 0-3 15,-1 7 1-15,1 3-1 16,0 0-2-16,3 2 2 16,3-1-3-16,-1 0 0 0,3 2 2 15,2 0-1 1,0-2-1-16,0 1 2 16,4-1 1-16,3-1-1 0,-1-4 2 15,3 0-1-15,-2-4 2 16,3-2 1-16,0 0-1 0,-1 0 0 15,-1-3 4-15,0-7-4 16,-3 0 0-16,3-1 1 16,-4-2-1-16,0 0 0 15,2-1-1-15,-4 2-1 16,-2 1 1-16,2 2-1 16,-2 4 0-16,0 1 0 0,0 1 4 15,0 3 7-15,2 0-12 16,1 0-7-16,1 0 3 15,2 3 3-15,4 2 3 16,-3 0 0-16,3 1 0 0,0-2-1 16,-2 0-4-1,2-2-5-15,-2-1-14 0,1-1-20 16</inkml:trace>
  <inkml:trace contextRef="#ctx0" brushRef="#br0" timeOffset="32802.61">9367 15129 111 0,'0'0'9'0,"0"0"19"0,0 0-22 15,0 0-5-15,4-42 1 16,4 36-2-16,-1 2 0 0,1 4-4 16,0 0 0-16,2 0-1 15,1 0-3-15,-2 9 4 16,2-1 2-16,0 2 1 15,0 0 4-15,-1 1-3 16,-4 0 0-16,1-3-4 0,-1-1 2 16,-2-1 0-16,-2-2 1 15,0-3-1-15,-2 1 2 16,0-2 20-16,0 0 45 16,0-5-45-16,-4-3-12 15,0-5-1-15,-2-2-1 0,-1-3 0 16,1-3 2-16,1 0 0 15,3-2-3-15,2-2-3 16,0-1-2-16,7 2-28 16,3 0-44-16,3-2-25 15</inkml:trace>
  <inkml:trace contextRef="#ctx0" brushRef="#br0" timeOffset="33416.16">10181 14807 85 0,'0'0'4'0,"0"0"11"0,0 0-6 0,0 0-7 0,-12-38-1 16,3 33-1-16,1 3 1 15,-2 0 2-15,0 2 3 16,1 0 0-16,-3 3 0 15,2 5-4-15,0 4-4 16,2 3 3-16,-2 3-1 0,4 0-1 16,2 3 1-16,2-1 0 15,2-1 0-15,0-4-2 16,3 0 3-16,6-3-1 16,3-5 0-16,-1-4 1 0,2-3 0 15,1 0 4-15,1-2-2 16,-1-8 1-16,-1-3-2 15,-1-1 2-15,-2-2-1 16,-1-1 2-16,1 1-2 16,-5-1 1-16,0 3-2 0,0 1-1 15,-3 3 0-15,0 3 0 16,-2 3-1-16,0 0 0 16,0 4 15-16,1 0-2 15,0 0-20-15,1 0-2 0,3 5 8 16,2 1 2-16,2 1-1 15,2 2-11-15,1-2-10 16,1-1 1-16,-3-1-17 16</inkml:trace>
  <inkml:trace contextRef="#ctx0" brushRef="#br0" timeOffset="33713.04">10458 14686 87 0,'0'0'2'0,"0"0"3"0,0 0-4 0,0 0-2 0,0 0-10 15,0 0 12-15,-40-10-2 16,33 20 3-16,0 2 1 16,1 3-2-16,0 0 6 15,5 2-1-15,-2 1-2 0,3-1-1 16,0-2-3-16,10-1 2 15,-1-4 0-15,3-2 0 16,3-4 4-16,0-4-2 16,3 0 1-16,2-1 5 15,0-9-4-15,2-3-1 16,3-4-3-16,-2-3-31 0,-3-3-31 16</inkml:trace>
  <inkml:trace contextRef="#ctx0" brushRef="#br0" timeOffset="33992.53">10594 14336 48 0,'0'0'-1'16,"0"0"1"-16,0 40 4 15,2-21 3-15,5 4-1 16,2-2 1-16,2 4-1 0,2 0-1 16,-1 0-2-1,-1-2 0-15,0 3-1 0,-1-5 0 16,-2 2 1-16,-1-3 1 16,0 1-1-16,-5-1-3 15,-2-2-16-15,0-3-61 16</inkml:trace>
  <inkml:trace contextRef="#ctx0" brushRef="#br0" timeOffset="34383.25">10545 14675 109 0,'0'0'5'15,"0"0"6"-15,0 0-6 16,0 0-1-16,3-45-4 15,8 31 0-15,4-1 0 16,3-2 0-16,1 3 1 0,2-3 1 16,1 3 1-16,1-2-1 15,0 5 0-15,-2-1-2 16,0 3 1-16,-4 1-1 16,-3 3 0-16,-3 2 1 15,-3 0-2-15,-2 3-2 16,-2 0-1-16,-4 3-1 0,1 5 2 15,-1 2 3-15,0 3 2 16,0 0 0-16,0 1-1 16,0-2 1-16,3 0-1 15,2-1 1-15,-1-2-2 16,3-2 2-16,1-1 3 16,2-3-1-16,1-2 2 0,3-1 0 15,-1 0 3-15,3-4-5 16,-3-6-31-16,-1-4-25 15</inkml:trace>
  <inkml:trace contextRef="#ctx0" brushRef="#br0" timeOffset="34546.66">10803 14351 195 0,'0'0'-21'0,"0"0"35"15,-46-8-11-15,38 6-1 16,5 1-5-16,3 1-25 16,0-1-32-16</inkml:trace>
  <inkml:trace contextRef="#ctx0" brushRef="#br0" timeOffset="34937.3">10952 14386 140 0,'0'0'4'0,"0"0"20"0,0 0-5 15,0 0-13-15,0 0-9 16,0 0-2-16,0 0-5 15,0 0-2-15,31 24 8 16,-19-12 3-16,2 2 2 16,0-2-1-16,-1-1 0 15,-1-1 0-15,-3-3 1 0,0-1-1 16,0-2 0-16,-5-4 1 16,0 0 1-16,1 0 2 15,-3 0 6-15,-1-7 11 16,1-3-3-16,-2-4-7 0,0-5-4 15,1-2-3-15,-1-3-1 16,1 1-2-16,4-4 0 16,1 2-6-16,1-1-32 15,0 4-40-15</inkml:trace>
  <inkml:trace contextRef="#ctx0" brushRef="#br0" timeOffset="35365.18">11355 14211 84 0,'0'0'12'15,"0"0"-12"-15,0 0 0 16,0 0 1-16,0 0 1 16,0 0-2-16,0 0 0 15,0 0 2-15,-39 0 5 16,28 2 7-16,-2 6-8 0,3 0-1 15,-1 4-5-15,5 2 0 16,-2 2 0-16,2 0-1 16,4-1 2-16,-2 1 0 15,4-5-1-15,0-1 0 16,0-5 0-16,0 1 1 0,2-6 0 16,7 0 2-16,-2 0 6 15,3-7-2-15,2-6 0 16,1-1-3-16,0-2 0 15,-1 2-3-15,-1-1 0 16,-3 3-1-16,2 4 2 0,-4 3 4 16,1 2-1-16,-1 3-6 15,4 0 0-15,-1 0-2 16,-3 0 2-16,3 7 1 16,-1-1-1-16,0 1-12 15,-3-1-17-15,-1-4-16 16</inkml:trace>
  <inkml:trace contextRef="#ctx0" brushRef="#br0" timeOffset="35666.49">11453 13884 109 0,'0'0'2'0,"0"0"-5"0,0 0-1 0,1 45 1 16,6-22 2-16,3 5 2 16,0-1 0-16,2 2 0 15,0-4-1-15,0-2 1 0,-1-1 1 16,-1-2 0-16,-2-3-1 15,-3-2 2-15,-1-2-5 16,-4-2-16-16,0-4-72 16</inkml:trace>
  <inkml:trace contextRef="#ctx0" brushRef="#br0" timeOffset="36026.49">11343 14127 73 0,'0'0'14'16,"0"0"-1"-16,0 0-6 15,0 0-2-15,0 0-4 16,0 0 0-16,0 0-1 16,51-41 0-16,-30 29 0 0,2-1 2 15,2 0-1-15,0 1 2 16,0-2-3-16,-5 1 1 15,-2 4-1-15,0 0 0 16,-7 4 1-16,-2 1 0 16,0 4-1-16,-4 0 0 15,1 0-2-15,-1 6 1 0,0 2 1 16,3 1 1-16,-3 1 0 16,1-2 0-16,1 2 2 15,-1-3-2-15,2 1 0 16,-2-1 1-16,1 1 2 15,1-3 2-15,0-2-6 0,0-3-24 16</inkml:trace>
  <inkml:trace contextRef="#ctx0" brushRef="#br0" timeOffset="36170.33">11678 13873 222 0,'0'0'4'0,"0"0"1"16,0 0-5-16,0 0-20 16,0 0-76-16</inkml:trace>
  <inkml:trace contextRef="#ctx0" brushRef="#br0" timeOffset="36540.12">11830 13912 179 0,'0'0'4'15,"0"0"-2"-15,0 0-10 16,0 0-4-16,0 0 8 16,0 0 5-16,-15 43-1 0,11-32 0 15,3 0-1-15,1-2 1 16,0-2-1-16,0-2 1 15,5-3 2-15,1-2 1 16,3 0 2-16,1 0 2 16,-1-7 0-16,-1-3-3 0,-1-2-2 15,0-1 3-15,-5 0 11 16,-2-3 7-16,0 5-5 16,0-2 4-16,-8 3-12 15,2 2-5-15,-5 4-4 16,0 4-3-16,0 0-3 15,0 4-8-15,-1 7-13 0,3 3-7 16,3-2-30-16,-1-4-37 16</inkml:trace>
  <inkml:trace contextRef="#ctx0" brushRef="#br0" timeOffset="36940.23">11933 13874 139 0,'0'0'3'16,"0"0"-1"0,0 0-1-16,0 0 0 0,38-37-3 15,-34 37-6-15,3 0-1 16,-3 4 5-16,4 6 0 16,-2 0 2-16,-1 3 5 15,1 0-2-15,-3-2-1 0,-1-1 2 16,0 0-1-16,0-3-2 15,-2-3 1-15,0 1 4 16,0-3-2-16,0-2 9 16,-3 0 24-16,0-6-10 15,0-3-13-15,-1-5-2 16,0-3-1-16,3-4-4 0,1 0-3 16,0 0-2-16,2 1 1 15,8-1 0-15,5 4 1 16,3 1-2-16,4 5 0 15,3 4 0-15,0 7-1 16,-5 0-1-16,2 18-2 0,-11 12-18 16,-6 8-25-16,-5 10-13 15</inkml:trace>
  <inkml:trace contextRef="#ctx0" brushRef="#br0" timeOffset="37592.92">10496 15323 130 0,'0'0'-1'0,"0"0"-3"0,0 0 3 0,0 0 1 0,0 0 1 16,0 0 1-16,0 0 13 0,0 0 3 15,0 0-8-15,15-36-7 16,-15 22-1-16,0 3-1 16,-8 1-1-16,-1 0-4 15,-5 1-17-15,-1 1 8 16,-5 2 10-16,2-1 2 0,-2 4 4 15,4 3 6 1,-2 0 7-16,2 0-1 0,5 12-16 16,0 5 0-16,4 5-1 15,2 7-1-15,5 5-2 16,0 5 2-16,10 3 0 16,5 0 1-16,4 0-1 0,5 1 2 15,0-2 2-15,-1-1 0 16,2 2 1-16,-3-1-1 15,-4 3 1-15,0 1-1 16,-8 1 1-16,-1-1 0 16,-6-1-2-16,-3-1 2 0,0-3 3 15,-1-3 0-15,-7 1 1 16,-3-4-11-16,-5-4-34 16,-4-9-72-16</inkml:trace>
  <inkml:trace contextRef="#ctx0" brushRef="#br0" timeOffset="37942.58">10049 16030 27 0,'0'0'1'0,"0"0"9"0,43-30 2 0,-21 16-5 15,4-3-1-15,3-3 8 0,5-6 0 16,5 1-3-16,3-5-2 15,5-1-3-15,0-4-4 16,0-1 0-16,1 0-1 16,0 1-1-16,0-1 1 15,-3 2-9-15,0 0-25 16</inkml:trace>
  <inkml:trace contextRef="#ctx0" brushRef="#br0" timeOffset="38319.33">10854 15459 137 0,'0'0'1'16,"0"0"0"-16,0 0-1 15,0 0 0-15,-38 43-5 16,33-32-2-16,3-1 6 16,2 0-1-16,0 1 2 15,0-1 1-15,6 0 1 0,6 0 1 16,1-3 0-16,1-1-1 15,-1-3 0-15,2-2 1 16,-1-1-1-16,-1 0 5 16,-1-8-2-16,-1-2 0 15,-1-2-2-15,0-2 0 0,-1 1 0 16,-3-1 0-16,-2 1-2 16,-1 2 0-16,0 1-1 15,-3 3 0-15,0 1-1 16,0 2 1-16,0 3 0 15,0 1 0-15,0 0-4 16,0 1-1-16,2 6 4 0,4 0 1 16,3 2-1-16,2-2-7 15,-1-1-17-15,0-4-37 16</inkml:trace>
  <inkml:trace contextRef="#ctx0" brushRef="#br0" timeOffset="38710.94">11110 15432 161 0,'0'0'14'0,"0"0"1"15,0 0-10-15,0 0-2 16,0 0-3-16,0 0-6 16,0 0-21-16,0 0 22 15,0 0 2-15,1 2-1 16,7 7 3-16,1 0 1 15,1 1 0-15,-2 0 1 0,-1-3 0 16,-1 0 0-16,-2-3-1 16,0 1-1-16,-4-5 0 15,0 0 2-15,0 0 10 16,0-2 0-16,0-8-1 0,0-1-3 16,0-3-2-16,2-3-4 15,2 1 0-15,0 0-1 16,3 1 1-16,-2 3-1 15,2 2-1-15,0 0 0 0,3 5 2 16,2-1-2 0,-3 6 0-16,2 0-4 0,2 0 3 15,-1 4-9-15,0 4-18 16,0 1-20-16,-5 0-47 16</inkml:trace>
  <inkml:trace contextRef="#ctx0" brushRef="#br0" timeOffset="39010.6">11396 15229 113 0,'0'0'-5'0,"0"0"9"0,-39 12-3 0,26 1-1 15,3 3-2-15,2 1 1 0,5 0 5 16,1 0 1-16,2-1-4 16,4-3 0-16,9-2 1 15,2-4-1-15,3-3 0 16,5-4 1-16,0 0 4 16,1-10-2-16,0-4 0 15,1-1 0-15,-2-4-5 0,-2-2-18 16,-2-2-7-16,-1-2-49 15</inkml:trace>
  <inkml:trace contextRef="#ctx0" brushRef="#br0" timeOffset="39281.03">11522 14909 86 0,'0'0'11'0,"0"0"-9"16,0 0-4-16,0 0 0 16,-5 50 2-16,14-30 7 15,1 1 0-15,1-1-2 16,4 3-2-16,-2-3 1 16,0 0-2-16,0-2 0 0,-3-3 0 15,-1 0 0-15,-1-4 1 16,-4 1 0-16,0-4 0 15,-4 1-16-15,0-4-11 16,0-2-36-16</inkml:trace>
  <inkml:trace contextRef="#ctx0" brushRef="#br0" timeOffset="39522.29">11580 15150 49 0,'0'0'8'0,"0"0"10"15,0 0 6-15,0 0-3 16,0 0-1-16,-17-42-7 0,21 32-11 15,3 0 0-15,5-1 0 16,0 2 0-16,1-1 0 16,3 3 0-16,1 1-4 15,2 4 1-15,-2 2 0 16,0 0-2-16,-1 2-1 0,-1 7 1 16,-3 0 2-16,-2-1-1 15,-1 4 2-15,-5-4 1 16,1-1 2-16,-1-1-3 15,-4-3-23-15,0-3-79 16</inkml:trace>
  <inkml:trace contextRef="#ctx0" brushRef="#br0" timeOffset="39657.43">11638 14891 189 0,'0'0'4'15,"0"0"4"-15,0 0-24 16,0 0-62-16</inkml:trace>
  <inkml:trace contextRef="#ctx0" brushRef="#br0" timeOffset="40045.67">11871 14965 148 0,'0'0'-7'15,"0"0"6"-15,0 0 1 16,0 0 1-16,0 0-3 16,-23 48 0-16,19-32-2 15,2-1 3-15,2-2 1 0,0-2-2 16,2 0 2-16,5-4 2 15,3-3-1-15,4-3 0 16,-1-1 2-16,1 0-2 16,-1-5 0-16,0-8 5 15,-1-3-1-15,1-2 6 16,-3-2 7-16,-2-1-1 0,-2-1-8 16,-1 5-3-16,-5 0 2 15,0 2 1-15,-2 3-3 16,-7 5-4-16,-4 3-3 15,1 4-2-15,-1 0-2 0,-1 10-17 16,0 2-24-16,0 1-14 16</inkml:trace>
  <inkml:trace contextRef="#ctx0" brushRef="#br0" timeOffset="40470.67">12055 14865 74 0,'0'0'4'0,"0"0"7"15,0 0 0-15,0 0-5 16,0 0-13-16,0 0 7 16,0 0 0-16,0 0 5 15,0 0 0-15,35 22-2 16,-29-12-1-16,-3 1 0 15,1-3-1-15,-2 1-1 0,0-2 2 16,-2-1-1-16,0-3 0 16,0-1-1-16,0-2 14 15,0 0 28-15,0 0-21 16,-2-7-10-16,0-4-2 16,0-2-5-16,2-1 2 0,0-3-2 15,4 0-4-15,8 0 2 16,1 1-2-16,5 3 0 15,0 4 0-15,4 6-2 16,-4 3-2-16,4 5-3 16,-4 15-4-16,-7 10 9 0,-7 14-2 15,-4 16-13-15,-15 9-18 16,-12 8-47-16,-10 8 82 16,-8 2-54-16</inkml:trace>
  <inkml:trace contextRef="#ctx0" brushRef="#br0" timeOffset="44865.21">8114 8657 16 0,'-4'0'3'0,"2"0"0"0,1 0 2 15,1 0-1-15,0 0 0 16,0 0-3-16,0 0-2 15,0 0 0-15,0 0 4 0,0 0 4 16,0 0-2-16,2 3-4 16,1 0 0-16,-1 1-1 15,0 1 0-15,-2 2-1 16,0 1 1-16,0 2-2 16,0 3 2-16,0 1 3 0,0 6-1 15,0 1 1-15,0 6-2 16,0 3-1-16,0 6 1 15,0 6 0-15,0 12-1 16,0 6 0-16,0 8-2 16,0 10 1-16,0 2-2 15,0 8 3-15,2-3 1 0,4 3-1 16,3 4-1-16,1 5-4 16,-5 3-17-16,1 5 10 15,-6 7 10-15,0-1 4 16,0 1 9-16,0 0 2 0,2-3-5 15,2 1-4-15,-2-2-2 16,3 3-1-16,-1 2 0 16,-1-1 1-16,-3 6-2 15,0 3-2-15,-3 0-3 16,-3-1 5-16,1-2 0 16,-1-6-2-16,0-5 0 0,1-4-7 15,-1-6-14-15</inkml:trace>
  <inkml:trace contextRef="#ctx0" brushRef="#br0" timeOffset="45950.07">8632 10174 29 0,'0'0'9'0,"0"0"-8"0,0 0 1 0,5 0 3 16,-3 0 1-16,2 0 0 15,-1 0 3-15,-2 0-2 0,0 0-2 16,1 0 1-16,-2 0 11 15,0 0-6-15,0 0-9 16,2 0-2-16,0 2 0 16,0 0 0-16,-1 1 0 15,1 0 0-15,2 0 0 16,-2 3-1-16,1-2 0 16,0 3 0-16,0-1 1 0,2-2 0 15,-1 2 0-15,0-1 0 16,1-2 0-16,0 0 1 15,-4 1-1-15,2-2 0 16,0-1 1-16,-1 1 0 0,0-2 0 16,0 0 2-1,1 0 1-15,1-3 5 0,2-6 3 16,0-2-5-16,4-3-3 16,1-3 1-16,1-3-2 15,5-2-1-15,-1-2-1 16,4 0 0-16,0-4 0 0,5 0-1 15,-2 0 2-15,-1 1-1 16,2 2-1-16,-4 4 0 16,-2 3 0-16,-2 4-1 15,-5 7-14-15,-5 2-17 16,-3 5-17-16</inkml:trace>
  <inkml:trace contextRef="#ctx0" brushRef="#br0" timeOffset="46463.19">8657 10246 31 0,'0'0'2'0,"0"0"4"0,0 0 7 0,0 0 1 0,0 0-2 15,49 22 2-15,-38-25 0 16,3-7-1-16,3-8 3 16,4-6-2-16,6-8-1 0,8-6-3 15,7-6-5-15,6-9-3 16,12-8-2-16,3-14-47 16</inkml:trace>
  <inkml:trace contextRef="#ctx0" brushRef="#br0" timeOffset="48232.37">19565 13776 14 0,'0'0'1'0,"0"0"1"0,0 0 1 16,0 0-3-16,0 0 3 15,0 0 22-15,0 0 12 16,0 0-8-16,0 0-2 0,0 0-3 15,0 0-13-15,0 0-7 16,10-30-2-16,-14 30-4 16,-1 0 1-16,0 4 1 15,-3 2-1-15,1 4 2 16,-1 0-1-16,-2 4-2 16,1 1 0-16,-2 3-2 0,-3 4 6 15,1 1-2-15,-1 0 1 16,-1 4 0-16,-3-4-1 15,1 1 1-15,-2-3-1 16,0-2 0-16,1-4 0 0,-1-2-2 16,6-3 3-16,1-3-1 15,4-2 1-15,6-3-1 16,2 0-23-16,0-2-14 16,10 0 22-16,4-2-4 15,2-5-34-15</inkml:trace>
  <inkml:trace contextRef="#ctx0" brushRef="#br0" timeOffset="51366.71">23721 13268 53 0,'0'0'3'0,"0"0"-2"0,0 0 1 0,0 0 6 16,0 0 10-16,0 0 5 15,0 0-2-15,0 0 0 0,0 0-1 16,0 0-6-16,0 0-5 15,3-29-3-15,-3 29-5 16,0 0 0-16,0 0 0 16,0 0-1-16,0 0-1 15,0 4 0-15,4 1-1 0,-2 0 0 16,2 1-1-16,-3 0 1 16,-1-2 2-16,2-1 0 15,-1-2 0-15,0 1 0 16,-1-2 1-16,2 0 3 15,2 0-2-15,2 0 0 0,5 0 4 16,2-9-1-16,6-2-1 16,3-7-2-16,5-4-1 15,1-6 2-15,7-4-2 16,8-2-1-16,4-4 1 16,9-3 0-16,8-1-1 0,5-4-29 15,1-3-50-15</inkml:trace>
  <inkml:trace contextRef="#ctx0" brushRef="#br0" timeOffset="54490.54">23901 14390 48 0,'1'0'12'0,"0"0"5"0,-1 0 0 0,0 0-9 15,1-2-3-15,-1 1 7 16,0 0 3-16,0 1 1 15,0-2-3-15,0 0 2 16,0 2-3-16,0-1-4 16,0 1-6-16,0 0 2 0,0 0 2 15,0-1 0-15,0 1-3 16,1 0-1-16,-1 0-2 16,1 0-2-16,0 0 0 15,3 0 2-15,-2 0 0 16,-1 0-1-16,2 0 1 0,1 2-1 15,-1 0 0-15,-1 1-1 16,0-1 0-16,1 0 2 16,-1 1 0-16,2 0 1 15,-1-2-1-15,2 1 1 16,-1-1-1-16,0 0-1 16,-2 0 1-16,0 0-1 0,0 0-1 15,-1-1 0-15,-1 0 2 16,2 0 3-16,-2 0-3 15,4-3 1-15,-2-1 0 16,3-3 1-16,2-1 0 16,1-1-1-16,3-1 0 0,3-3-1 15,2-2 1-15,5-3 0 16,5-3 2-16,6-4-1 16,8-5-1-16,11-6-1 15,5-5-2-15,2-8-85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09:01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10454 4324 14 0,'0'0'34'0,"0"0"-20"0,0 0-10 0,0 0-4 16,0 0 7-16,0 0 1 0,0 0-3 16,0 0 0-16,0 0 4 15,0 0-3-15,-47-31 0 16,28 31 1-16,-3 0-1 16,0 0-2-16,0 3 0 15,2 4-2-15,-3-1 1 0,1-1 0 16,2 1 0-16,-3 0-2 15,1-1 2-15,-3 1 0 16,0 1 0-16,-3 2 1 16,-1 1-2-16,-2 1 0 15,-3 0 1-15,2 0-1 0,1 2-1 16,0-1 2-16,3-1-1 16,1-1 1-16,4 3-1 15,0-2 0-15,4-1 0 16,-1 0 0-16,3 3-1 15,0 1 0-15,-2 0 0 0,3 2-2 16,-1 1 2-16,-3 1-1 16,1 2 1-16,2 0-1 15,0 0 0-15,0 3 0 16,3-2-1-16,2 2 1 16,3-2 0-16,-1 3 0 0,2-1-1 15,3 0 1-15,1-2 0 16,2 3 0-16,0-4 0 15,2 4 0-15,0-4 0 16,0 4 0-16,0-1 0 16,0 0 0-16,4 1 0 15,0-1 0-15,4-1 0 0,-1-2-1 16,4 0 1-16,-1-1 0 16,4-1 0-16,-1-2 0 15,-1 1 0-15,3 0-1 16,-1-2 2-16,-1 1-2 0,3-2 0 15,-1 0 1-15,2-1 0 16,-2 1 0-16,3-1 0 16,1-1 0-16,0 0-1 15,1-2 2-15,-2 3-1 16,2-2-1-16,2-1 2 16,-4 2-1-16,2-1 1 0,-2 2-1 15,4-2 0-15,-3 3 0 16,2-1 0-16,-3 0 0 15,1-1 0-15,0 0 0 16,-1 1 0-16,-2-2 0 16,2-2 0-16,-1 1 0 0,-1-2 0 15,0 1 0-15,0-1 0 16,2-2 0-16,-1-2-2 16,2 1 0-16,0 1 2 15,1-3 2-15,1 0-1 16,0 0-5-16,2 0 7 15,-1-3-5-15,1 3 1 0,-1-2 2 16,0-1 1-16,1 3-1 16,-3-3-1-16,3 1 0 15,1 1 0-15,-1-1 1 16,1 1-1-16,2-1 0 0,1 0 0 16,0-1-1-16,1 0 2 15,1 0-1-15,4 0-1 16,-4 0-2-16,4-4 6 15,-2 0-3-15,1-3 1 16,-1 0-1-16,1-2 0 0,-2 1-7 16,0-1 9-16,-1-2 1 15,-2 1-3-15,0-1 1 16,-5 1 2-16,0-2-4 16,-1-2 6-16,-2 1 3 15,-1-1-4-15,-1-3-1 16,-2-1 4-16,0-1-5 0,-2-1 1 15,0-1-1-15,0-2 0 16,-1 1-1-16,0 0 0 16,-1-2 0-16,-4 1 0 15,1-1 0-15,-2 3 1 16,-2-3 2-16,-2 1 4 0,0 0-1 16,-2-1-3-16,0-3-2 15,0 0-1-15,0 0-1 16,0-3 1-16,-7 2 0 15,0 0 0-15,-2 1 3 16,1 1 3-16,-3 0 3 0,-1 4-3 16,0-2 1-16,0 4-3 15,-1 0-1-15,0 1-3 16,-1 2-1-16,-1-1-1 16,-1 2 1-16,0-1 0 0,-2 0 1 15,-3 0-1-15,2 0 0 16,-3-2 1-16,1 1 0 15,-1 0 0-15,-2-1-1 16,1 2 1-16,-2-1-2 16,0 3 0-16,1-1 1 15,-2 4 2-15,1-1-2 0,0 3 1 16,-4-1 0-16,2 4-1 16,-4 0 1-16,0 1 0 15,1 2-2-15,1 1 1 16,-2 0-1-16,5 0 1 15,-3 2 1-15,4-2 0 0,-2 2-1 16,2-2-1-16,-4 0 2 16,2 0-1-16,3 0 0 15,-5-1 1-15,2 1-1 16,1 2 1-16,-1 1-1 16,2 0 0-16,0 0 2 0,-1 0-4 15,1 1 2-15,0 2 0 16,0 4-1-16,1-4 2 15,2 3-1-15,-1-2 0 16,3 0 2-16,3 0-4 16,-1 0 2-16,7 2 0 15,1 2-2-15,3 0-15 0,3-1-27 16,2-3-33-16,2-4-52 16</inkml:trace>
  <inkml:trace contextRef="#ctx0" brushRef="#br0" timeOffset="918.17">10608 4091 47 0,'-5'0'78'0,"1"0"-66"0,2 0 6 0,1-4 1 0,1 4-13 15,0-3-6-15,0 3 3 16,0 0-2-16,0 0-1 16,0 0 1-16,0 0-2 15,0 0-8-15,0 0-27 16,0 0 35-16,0 3-1 0,0 3-1 16,3 0-2-16,1-1-1 15,1 1 4-15,0-2 1 16,1 0-1-16,1 1 1 15,-1-4 0-15,2 2 0 0,2-2 4 16,1-1 0-16,1 0 2 16,1 0 0-16,3 0-1 15,1-4 0-15,0-6 3 16,2 1-3-16,2-5 4 16,3-1-3-16,-2-4 0 0,1-2 0 15,3-3 0-15,2-2-2 16,1-1 1-16,4-4-1 15,0-3 6-15,3-3-4 16,1-1 3-16,3-2 1 16,2-2-3-16,-1 1 1 15,5 2-4-15,-4 0 1 0,1 2-3 16,-3 2-1-16,0 5 0 16,-6 3 2-16,-2 4-2 15,-4 5-1-15,-6 5-15 16,-11 3-48-16,-8 6-95 15</inkml:trace>
  <inkml:trace contextRef="#ctx0" brushRef="#br0" timeOffset="1488.34">10541 4094 14 0,'0'0'0'0,"0"0"-1"0,0 0 0 0,0 0 1 0,-1 41 0 16,11-33 0 0,-1-3-1-16,4-1-2 0,2-4 3 15,3 0 0-15,1-4 3 16,5-6 10-16,-1-4 2 16,1-3 5-16,5-3-2 15,0-3 5-15,2-2 1 0,3-5-1 16,6-6 0-16,1-3-7 15,4-7-2-15,7-3 0 16,3-5-1-16,4-2-3 16,6-5-4-16,6-1 0 15,8-5-6-15,-3-4-2 0,-2-3-98 16</inkml:trace>
  <inkml:trace contextRef="#ctx0" brushRef="#br0" timeOffset="13303.66">11258 9156 51 0,'-2'0'10'0,"0"0"5"0,2 0-5 15,-3 0 0-15,3-3-4 16,-2 2 8-16,-1-2 6 15,2-1 4-15,0 2 0 0,0-1-4 16,1 1-6-16,0 0-10 16,0-1-7-16,0 2 5 15,0-2 1-15,6 0-1 16,2-1-2-16,2 1 0 16,1 0 0-16,3 0-1 0,-1 1 1 15,1 1 0-15,1 1-1 16,-1 0 1-16,-1 0-1 15,-3 0 0-15,3 3 0 16,-2 5-2-16,-1-1 2 16,0 0-1-16,-2 0 0 0,-1 1 0 15,-2 0 0-15,0 1 1 16,-5 1-1-16,0 0 2 16,0 3-1-16,-4 0 4 15,-4 0-1-15,-3-1-1 16,-1 0 1-16,1-2-3 0,-2-2 3 15,-1-1 0-15,3-3-1 16,-1-1 0-16,4-1 0 16,-2-2 2-16,5 0-1 15,-1 0 1-15,2 0-1 16,4 0 0-16,0-3-2 16,0 0-2-16,0-3 2 15,0 1 5-15,4-2-4 0,4 1 0 16,1-1-1-16,0 0 0 15,3 0 0-15,1-2-2 16,0 2 4-16,0 0-2 16,0-4 0-16,-1 2 1 0,-1-2-1 15,1-1 1-15,-1 1-1 16,1-2 0-16,2-1 1 16,-1-2-1-16,-1 2 0 15,1-3 0-15,-4 2 0 0,1 0 1 16,-4 3-1-16,-2 2 0 15,-1-2 0-15,-1 5 0 16,0 1 0-16,0-1 1 16,-2 3-1-16,0 2 0 15,0 0 0-15,0 0 0 0,0 2-1 16,0 0-2-16,0 0 5 16,0 0-4-16,-4 2 0 15,-1 4 1-15,-3 3-1 16,0 1 4-16,-1 2-2 15,3 0 0-15,-2 1 0 0,3 2 0 16,-2-3 0-16,4 1-2 16,1 0 2-16,2-3 0 15,0 1 0-15,0 0-1 16,0-1 1-16,0 1 0 16,0 0 0-16,0-3 0 15,2 2 0-15,1-4 0 16,1 1 0-16,-1-2 0 0,1 1-3 15,-1-1 2-15,1-2 1 16,0 0-1-16,1 1 1 16,-1-1 0-16,3-1 1 15,-4 2-2-15,3-1 2 16,0-1-1-16,-1 2 0 0,3-2 2 16,0-1 0-16,-1 0-1 15,5 1 3-15,0-2-3 16,1 0 0-16,-1 0-15 15,1 0-68-15</inkml:trace>
  <inkml:trace contextRef="#ctx0" brushRef="#br0" timeOffset="13514.18">11792 9157 132 0,'0'0'14'0,"0"0"20"0,0 0-29 0,0 0-8 16,0 0-9-16,0 8 12 15,0 8 5-15,0 3-3 16,-2 12 5-16,0 6 1 16,-1 3-4-16,3-2-153 15</inkml:trace>
  <inkml:trace contextRef="#ctx0" brushRef="#br0" timeOffset="14282.24">13650 9008 59 0,'0'0'40'0,"0"0"-28"0,0 0 1 0,0 0 1 0,0 0-6 15,0 0-3-15,0 0 2 16,0 0 0-16,0 0-1 16,0 0 3-16,-1-32-1 15,1 27 0-15,5 1-3 0,5 1-4 16,2-1 0-16,0 1 0 15,-1 0-1-15,2 3 0 16,0 0 0-16,0 0-1 16,0 0 0-16,1 6 0 0,-2 1 0 15,1 0 1-15,-2 2-1 16,-1 1 0-16,-5 1-4 16,-1-1 3-16,0 1 0 15,-2 1 4-15,-2-2-3 16,0 1 2-16,0 2-1 15,0-2 1-15,-7 2-1 16,-1-2 3-16,-6 1 0 0,-1-1-3 16,-3 0 0-16,-1-1 3 15,-1 0 0-15,0-1-1 16,3-2 0-16,1 0-1 16,3-1 0-16,3-1-2 0,1-2-20 15,5-3-26-15,4 0-25 16</inkml:trace>
  <inkml:trace contextRef="#ctx0" brushRef="#br0" timeOffset="14715.91">13945 8943 87 0,'0'0'8'0,"0"0"9"0,0 0-6 16,0 0 1-16,0 0 1 15,0 0-3-15,0 0-6 16,-36-26-3-16,27 26 1 16,2 0-2-16,1 0 0 0,-1 5 0 15,0 3 0-15,0 1 1 16,1 1 0-16,1 1-1 15,-1 0-5-15,1 2 5 16,1 1 1-16,-3-1-3 0,3 3 1 16,3-1 1-1,-1-2-1-15,0 1 3 0,2-1-2 16,0-2 2-16,0-1 3 16,0 0 0-16,4-1 0 15,1-2 3-15,2 0-4 0,0-1-1 16,1-1 0-16,3 1-1 15,1-2 0-15,3 1 0 16,1-2 1-16,1-1 0 16,2-2-33-16,1 0-78 15</inkml:trace>
  <inkml:trace contextRef="#ctx0" brushRef="#br0" timeOffset="15162.58">14099 9149 129 0,'0'0'41'0,"0"0"-32"16,0 0 2-16,0 0-5 16,0 0-4-16,0 0-1 15,0 0 1-15,0 0 2 16,0 0 1-16,10-34 0 16,-5 31-3-16,3 1-1 15,0 2-1-15,-1-2 1 0,1 2-2 16,2 0 0-16,-1 0 1 15,-1 2-1-15,2 5 1 16,-4 2-2-16,1 2 0 16,-5-2-1-16,0 3 2 15,-2 1-2-15,0 0-1 0,0 0 2 16,-4 1 1 0,-4-1 2-16,-2 0-2 0,1-3-2 15,0 0 3-15,-2 0 1 16,2-2 1-16,2-1-1 15,1 0 0-15,0-4 0 16,4 0-1-16,0 1 1 0,2-4-1 16,0 0-2-16,0 0 1 15,4 0 7-15,6 0 1 16,5 0 2-16,1-4 5 16,7-1-7-16,6 3-5 0,1-1-2 15,7-3-1-15,3-2-58 16</inkml:trace>
  <inkml:trace contextRef="#ctx0" brushRef="#br0" timeOffset="17221.75">16756 8913 29 0,'0'0'4'0,"0"0"-4"0,0 0 0 0,0 0 3 0,0 0 11 15,0 0 2-15,0 0 0 16,0 0 1-16,0 0-1 16,0 0 1-16,0 0-2 15,0 0 3-15,0 0-11 0,2-11-3 16,-2 9 0-16,0 2 3 16,0 0 1-16,0 0-1 15,0 0-3-15,0 0 1 16,0 0 0-16,0-1 1 15,0 1-2-15,0 0-2 16,0 0-2-16,0 0-3 0,0 0 1 16,0 1 1-16,0 5-2 15,0 0 2-15,0 1-2 16,0 1 3-16,0 2-2 16,0 0 1-16,0 0 2 15,0 0 1-15,1-1-2 0,1 2 0 16,0-2 0-16,3 0 1 15,-3 0-1-15,1-2 1 16,-1 0 0-16,2 0-1 16,0 0 0-16,0-1 1 0,0 0-1 15,2-2 0-15,-2 0 0 16,-1-1 3-16,3 0-2 16,-2-2 0-16,-1-1 0 15,3 0 0-15,0 0 2 16,2 0-1-16,-3 0-1 15,3 0 1-15,-2-4-1 0,2-1 0 16,-1 0 0-16,1-1 0 16,-1-1-1-16,2-1 1 15,-1-1-2-15,1 2 1 16,1-1 1-16,-5 1-1 16,3 0 0-16,-3 1 1 0,-1 0-2 15,0 2 2-15,1-2-1 16,-2 3 0-16,3-1 0 15,-3-2 1-15,1 2-1 16,-1-2 0-16,2 1-1 16,1-1 2-16,-3 3-1 0,0-2 0 15,-1 0 0-15,0 0 0 16,-1 2 0-16,0 1 0 16,0-2 0-16,-1 4 0 15,1-3 0-15,-1 3 0 16,0 0 0-16,0-2 0 0,0 2 0 15,0 0-1-15,1 0 0 16,-1 0-2-16,1 0 3 16,2 0-1-16,-3 0 0 15,2 2-2-15,-2 0 1 0,0 1-2 16,2 1 3-16,-2 1-1 16,0 1 2-16,0 1-1 15,0 0 2-15,0 2-2 16,0-1 1-16,0 2 0 15,0 2 0-15,0-1 0 16,0 2-2-16,0 1 1 0,0 2-1 16,0-1 3-16,0 1-4 15,0 1 3-15,-2-3 2 16,2 0-1-16,0 1 0 16,0-3-1-16,0 1 0 0,0 1 0 15,0 0 1-15,0-1-2 16,0 0 1-16,0 1 1 15,0-2-1-15,0 1-1 16,0-1 1-16,0 2-1 16,0-2 0-16,0-1 0 15,-2 2 1-15,-2 0-1 16,0-2 3-16,1 0-1 0,-3-1 0 16,1 0 2-16,0-3-2 15,-1 2-1-15,2-2 3 16,-1-1-1-16,1-3-1 15,-1 1 0-15,-1 0 1 16,1-3-2-16,0 2 0 0,-1 0 3 16,1-3-2-16,-3 0 1 15,2 2-1-15,-2-2 0 16,1 0-1-16,-2 0 1 16,2 0 0-16,-1 0 0 0,3 0 0 15,-1-4 1-15,1-1 1 16,2 1-1-16,-2-2 2 15,2 0-1-15,1 1-1 16,1-1 1-16,-1-1-1 16,0 1-2-16,0 1 1 0,1-2 0 15,0 1-2 1,1 1 1-16,0 1-1 0,0 0 3 16,0-2 2-16,0 2-3 15,0 0 0-15,4-1-1 16,-2 0 2-16,2 2-1 15,-1-2-1-15,3 0 1 0,-3 2-1 16,2-1 1-16,1 0 1 16,-1-2 1-16,3 2-1 15,-3-2 4-15,6 2-2 16,-4-2-1-16,1 1-2 0,2 0-1 16,-3 1 1-16,1 0-1 15,-3 4 0-15,1-2 0 16,0 2 0-16,-2 0-1 15,2 0 2-15,-1 0-2 16,3 0 0-16,0 2 2 16,0 2-6-16,-3-4-45 0,3 0-131 15</inkml:trace>
  <inkml:trace contextRef="#ctx0" brushRef="#br0" timeOffset="19183.87">20749 6794 31 0,'0'-3'15'0,"0"0"-14"0,0 0-1 0,1 2-1 15,0 0-1-15,1-1-9 0,-2 1-2 16,0 0 8-16,0 0 5 15,0 0-6-15</inkml:trace>
  <inkml:trace contextRef="#ctx0" brushRef="#br0" timeOffset="19708.47">20749 6794 17 0,'4'-21'39'0,"-4"21"-20"15,0-1 2-15,0 0-8 16,0-2 0-16,0 2 2 15,0-2 0-15,0 2-5 16,0 1 1-16,0-3 0 0,0 3-3 16,0 0-2-16,0 0-6 15,0 0-5-15,0 0 2 16,-2 3 1-16,2 4 0 16,-2 1 2-16,1 2 0 15,-1 0-1-15,2 3-1 16,0 1 2-16,-3 2 0 15,3 0 0-15,0 1 0 0,0 1 1 16,0-1-1-16,0 3 0 16,1 0 0-16,1 1 0 15,1 2 1-15,-1 0-1 16,2 2 0-16,0 1 0 16,0 2 0-16,1-1-1 0,0 0 1 15,0 3 0-15,0-3 0 16,1 1 0-16,-2-1 0 15,0-2 0-15,3 0 0 0,-4 0 0 16,1 0 0-16,2-4-1 16,-4 3 2-16,1-3 0 15,-1 1-1-15,2-3 1 16,-1-1 0-16,-3 0-1 16,1-1 1-16,1-4 0 0,-1-2-1 15,0 1 2-15,0-2-1 16,0-3 3-16,1 0-2 15,0 0 2-15,1 0 0 16,-1-1 1-16,1-6-25 16,4 0-89-16</inkml:trace>
  <inkml:trace contextRef="#ctx0" brushRef="#br0" timeOffset="20911.43">20804 6760 49 0,'-2'0'17'0,"2"0"-4"0,-3 0 0 0,3 0 1 0,0 0-4 16,0 0-5-16,0 0-3 15,3 0-1-15,0 0-1 16,1 0 0-16,0 0 1 16,0 0-1-16,-1 0 0 15,1 3 0-15,4 0 0 16,-2 1 0-16,5 0 0 0,0 3 1 16,3 0-1-16,1 1 0 15,3 0 0-15,2 2 0 16,0 3 1-16,5-2-1 15,2 3 0-15,4-2 0 16,2 2 0-16,3-1 0 0,5 2 0 16,1-3 1-16,4 3 1 15,1-2 1-15,3 1 0 16,-2 1 1-16,3 0 0 16,1 1 0-16,-1-1-2 0,1 2-1 15,-3-1 1-15,1 2-2 16,-2 0 1-16,-2 0 0 15,3 0-1-15,-5 1 2 16,2-1-1-16,-5 2 0 16,-1-3 1-16,-3 0-1 15,-2 0 0-15,-5-4 1 16,-5 1-2-16,1-1 0 0,-4-2 1 16,-3 1 0-16,-4-2 0 15,-6 1 1-15,-4-4-25 16,-5-1-60-16</inkml:trace>
  <inkml:trace contextRef="#ctx0" brushRef="#br0" timeOffset="21838.6">20848 7622 51 0,'1'0'10'0,"1"0"-4"0,-2 0 3 0,0 0-3 0,0 0 11 15,0 0-6-15,2 0-9 16,0 2-1-16,0 0 0 16,3 4 0-16,0-2 1 15,1 6 0-15,-1-2-1 0,1 3 0 16,-1 1 0-16,0 1-1 15,1 0 0-15,-4 1 1 16,1-1 0-16,1 0 0 16,1-2 1-16,-1 2 1 15,3-2 1-15,0-1-1 0,1 3 1 16,-1-4 0-16,1 1-1 16,-2-2-3-16,0-1 1 15,-2 0-1-15,-1-1 1 16,-1-2-1-16,2 2 1 15,-2-2-1-15,1 2 1 0,0-2 0 16,0 3 1-16,0-4-10 16,-1 0-51-16</inkml:trace>
  <inkml:trace contextRef="#ctx0" brushRef="#br0" timeOffset="22989.94">20953 7947 99 0,'0'0'17'0,"0"0"-1"0,0 0-11 16,0 0-2-16,0 0-1 15,0 0-2-15,0 0 2 16,38-22-2-16,-28 17 0 0,1 0 0 16,3-1 0-16,1 0 0 15,3-2 3-15,2-1 2 16,0-1 3-16,7-1-5 16,1 2-1-16,1-2-2 15,3 1 1-15,-1-3-1 0,1 1 1 16,1-3 0-16,1 1 2 15,1-1 11-15,-1-1 2 16,3-1-4-16,2 1-7 16,-3 1 0-16,1-1-1 15,-1 2-2-15,-3 0 0 16,2 1-1-16,-4-1 1 16,1-1-1-16,0 3 0 0,2-3-1 15,2 0 0-15,-4-1 0 16,1 3 1-16,0-1-2 15,-3 0 1-15,1 0 1 0,-2 1-1 16,-3 0 0-16,0 2 0 16,-1-1 0-16,-3 1 0 15,0 1 0-15,-3 2 0 16,-3 0 0-16,0 0 0 16,-5 3 0-16,-2 0 0 15,0 1 1-15,-2 0-1 0,-1 1 1 16,-3 1 0-16,0 1 0 15,0-2 0-15,-1 3-1 16,1-1 0-16,-2-1 0 16,-1 2 0-16,0 0 0 15,0 0-1-15,1 0 1 0,-1 0-1 16,0 0 0-16,0 0-1 16,0 0 2-16,0 0 0 15,0 0 1-15,0 0 0 16,0 0-1-16,0 0-1 0,0 0 1 15,0 0 1-15,0 0 0 16,0 0-1-16,0 0 1 16,0 0-1-16,0 0-1 15,0 0 2-15,0 0-2 16,0 0 2-16,0 0-1 16,0 0 0-16,0 0 0 15,1 0 0-15,-1 0 0 16,0 0 0-16,0 0 0 0,0 0-3 15,0 0 3-15,0 0 0 16,0 0 1-16,0 2 0 0,0-1 0 16,0-1-1-1,0 0 0-15,0 1 1 0,1 1-1 16,0-1 1-16,0 1-1 16,0-1 0-16,-1 1 0 15,0-1 0-15,0 0-1 16,0 1-1-16,0-2 1 15,0 0 2-15,0 0 0 16,0 1-1-16,0-1-4 0,0 0-10 16,0 3-13-16,1-2-32 15,0 2 50-15,-1 0-20 16,2-1-48-16</inkml:trace>
  <inkml:trace contextRef="#ctx0" brushRef="#br0" timeOffset="25031.84">22264 7378 15 0,'-1'0'20'0,"0"0"8"0,0 0-4 0,1-3-3 15,0-1-4-15,0 1 3 16,-2 0-7-16,2 0-1 15,0 0-6-15,0 2 1 16,-2 0-4-16,-1 0-2 0,0 1-1 16,0 0-1-16,-4 0 2 15,0 2-1-15,0 5 0 16,1-1 0-16,-3-1-8 16,5 2 6-16,1-1 3 15,0 0 0-15,3-2 0 0,0 0 1 16,0-1 1-16,3-1-2 15,2-1 0-15,4-1 0 16,-2 0 1-16,1 0-1 16,-4 0 0-16,1-3 0 15,0-1 1-15,-2-2 45 16,-1 1-35-16,-2-1-13 0,1 0-1 16,-1 2 0-16,0 0 1 15,0 1-3-15,-4 3 3 16,-3 0-1-16,-1 0-1 15,1 0 2-15,0 3 0 16,-4 1 1-16,6 3-11 16,0 0 12-16,2 0-1 0,2-1 1 15,1 0-2-15,0-3 0 16,1-1 1-16,5 0 1 16,1-2-1-16,4 0 2 15,-4 0-1-15,0 0 1 16,-1-2-2-16,1-3 1 0,-4 0 1 15,-1 0 25-15,-2 0-26 16,0 1-1-16,0 0-1 16,0 1-2-16,-4 3 2 15,-4-1-2-15,2 1 0 0,0 0 2 16,-2 0-5-16,1 1-7 16,2 3 7-16,1 1 9 15,0 0-3-15,2 1 1 16,2-2-3-16,0-1 1 0,0 0-2 15,6-2 4-15,1-1 1 16,3 0-1-16,0 0 0 16,-3 0-1-16,-1-4 1 15,-1 1-1-15,-4-1 2 16,-1 1-2-16,0-1 0 16,0 1-2-16,-2 2 2 0,-5-1-2 15,0 2 2-15,-1 0-2 16,0 0-1-16,-1 0 4 15,4 3-1-15,-1 1 0 16,2-1 0-16,3 1 0 16,1-1 0-16,0-3-2 0,0 2-2 15,0-2 6-15,5 0 0 16,1 0 0-16,-1 0-1 16,4-4-1-16,-5-1 1 15,1 1-1-15,-1-2 1 16,-2-1 5-16,-1 3-3 15,-1 0-2-15,0-2-1 0,0 3 0 16,0 1 0-16,0 1 0 16,0 0-1-16,0 1-2 15,-1 0-1-15,-1 0 0 16,-1 0-4-16,0 0-3 0,0 1-2 16,2 2-5-16,1 0-4 15,0 0-8-15,0-2-23 16</inkml:trace>
  <inkml:trace contextRef="#ctx0" brushRef="#br0" timeOffset="26426.19">19479 7283 31 0,'-2'0'7'0,"1"-2"4"0,-1-1 1 0,0 2-3 16,0-2-2 0,1 0-1-16,-1 3-3 0,2-1-1 15,0-1 0-15,-2 2 0 16,2-1 5-16,0 1-4 16,0 0-1-16,0 0-3 15,0 0 1-15,0 0 0 0,0 0 0 16,0 0-1-16,0 0 1 15,0 0 0-15,2 0 0 16,5 0 4-16,5 0-1 16,1 0 0-16,5 0 0 15,3-1-1-15,-1-1 0 16,4 2-1-16,2-1-1 0,2-2 1 16,3 2-1-16,4-1 1 15,-3-1 0-15,5 0 0 16,-1-1 0-16,0 1-1 15,2-1 0-15,0 0 0 16,0-2 1-16,3 1-1 16,2 0 1-16,-2-2 5 0,0 1-1 15,-5 2-2-15,-1 0 0 16,-4 0-2-16,-3 1-1 16,-2 1 1-16,-2-2-1 15,1 3 1-15,-1-1 0 0,1-2-1 16,2 2 1-16,0 0 1 15,1-1 4-15,-1 1-2 16,-2-2 0-16,0 3-3 16,-2-1 0-16,-2 2 0 15,-2-2 1-15,-4 0 0 0,-1 2 1 16,-3 0 0-16,0 0 1 16,-5 0-1-16,3 0-2 15,-4 0 0-15,2 0 0 16,-4 0-1-16,-2 2-17 15,-1-1-69-15</inkml:trace>
  <inkml:trace contextRef="#ctx0" brushRef="#br0" timeOffset="27246.22">19607 7869 64 0,'0'0'2'0,"0"0"5"0,0 0 1 0,0 0-5 15,0 0 1-15,0 0 5 16,0 0 6-16,0 0-3 16,0 0-1-16,0 0-8 15,0 0 0-15,0 0-3 16,0 0 1-16,-3-11-1 0,9 10 0 15,3 0-1-15,5-2 0 16,1 2 0-16,2-2 4 16,4-1 0-16,2 1-2 15,2-1 0-15,2-2 1 16,1 1 0-16,1-1 1 0,2 0 1 16,3 1-2-16,2-1 1 15,0-1 0-15,1 0 3 16,2 0-3-16,-1 1 1 15,-1-1 2-15,0-2-1 16,5 4-2-16,-2-1 3 0,0-1-3 16,4 0-1-16,2 2 0 15,1 1 0-15,-3-2-2 16,-3 2 1-16,-1 0 0 16,-4 0-1-16,-3-1 0 0,-2 1 1 15,-1 0-1-15,-2-2 1 16,0 2-1-16,-2 1 2 15,-3-1 0-15,-1 2-1 16,-2 0-1-16,-4 1 1 16,-2 1-1-16,-2 0 1 15,-3 0-1-15,-2 0-1 16,-6 0-14-16,-1 1-59 0</inkml:trace>
  <inkml:trace contextRef="#ctx0" brushRef="#br0" timeOffset="28313.24">18810 7294 11 0,'0'0'91'0,"0"0"-78"0,0 0 9 15,0 0-9-15,0 0-9 16,0 0-3-16,0 0-2 0,0 0-2 15,0 0 2-15,0 0 2 16,0 0 1-16,0 0-2 16,13 41 0-16,-12-31 0 15,-1 1 1-15,2-3-1 16,-1-1 0-16,2-2 1 0,-2 0-1 16,1-3 2-16,-2 0-2 15,0-1 0-15,0-1 2 16,0 0 1-16,0 0 1 15,0-4 0-15,0-3-3 16,0 0 1-16,0-3-1 0,0 1-1 16,0-2 0-16,0 1 0 15,0-3-1-15,0 0 1 16,0-1 0-16,-5 0-1 16,3-1-3-16,-1 2-1 15,1 0 1-15,2-2 0 16,-2 3 1-16,2 1-4 0,0 1 1 15,0 1 3-15,3 1 2 16,2-1 1-16,3 6 0 16,-2-2-1-16,3 0 2 15,-2 4-1-15,3-2 0 0,0 3-1 16,1 0 0-16,-2 0 2 16,1 0-2-16,-2 0 1 15,0 3 1-15,0 3 0 16,-2 2 1-16,1 1 0 15,-2 2-1-15,4 0 3 16,-4 2-2-16,1 1 0 0,0-1-1 16,0 0 0-16,1 1 0 15,-2-1 0-15,0-2-1 16,-1-1 1-16,-1 0 0 16,3-3 0-16,-3 2-1 15,-1-2 2-15,-1-2-1 0,1 2 0 16,-2-1 1-16,0 1-6 15,0-4-30-15,0-1-54 16</inkml:trace>
  <inkml:trace contextRef="#ctx0" brushRef="#br0" timeOffset="28504.38">18819 7341 122 0,'0'0'5'0,"0"0"-3"0,49-14 2 15,-23 8-3-15,5 0-1 16,2-1 1-16,0 2-1 16,1-3-27-16</inkml:trace>
  <inkml:trace contextRef="#ctx0" brushRef="#br0" timeOffset="32243.73">21173 8819 17 0,'0'0'12'0,"0"0"1"0,0 0 1 0,0 0 0 16,0-2-1-16,0 0-2 15,-2 1-5-15,-1-1 1 16,3 1-1-16,-2 1 0 0,2-1-3 16,0 1-2-16,0 0 0 15,0-2 0-15,0 2 1 16,0 0 4-16,0 0-2 16,0 0 1-16,0 0 0 15,0 0-6-15,0 0 1 0,0 0-2 16,0 0 0-16,0 0 2 15,0 0-1-15,0 4 0 16,0-1 1-16,0 1 0 16,-1 1 0-16,1 0 0 15,0 2 1-15,0 0 0 16,0 2-1-16,0 2 2 0,1 1-2 16,1 2 0-16,-2 1 1 15,0 3-1-15,0 3 1 16,0 0-1-16,0 2 0 15,3-2 1-15,-1 4 0 0,1-2 0 16,1 0 0-16,0-1 0 16,1-1 0-16,-2 0 0 15,0-1-1-15,-1 0 0 16,0 1 1-16,-2-1-1 16,0 0 0-16,0 3 0 15,0-1 1-15,0 2 1 0,0 1-2 16,0 0 1-16,0 1-1 15,0 0 0-15,0-1 1 16,0-1 1-16,0-3-2 16,0-1 4-16,3 0 1 0,-3-3-1 15,0 2-2-15,1-2 0 16,-1 0 0-16,0 1 0 16,0-1-1-16,0 0-1 15,0-4 1-15,0 1-1 16,0-4 1-16,0 0 1 0,-1-1 4 15,-2-4 0-15,3 0-3 16,0 0 0-16,0-2 1 16,0 0-1-16,0-3-2 15,0 0-10-15,4-2-79 16,2-13-14-16</inkml:trace>
  <inkml:trace contextRef="#ctx0" brushRef="#br0" timeOffset="34245.66">21210 8814 19 0,'8'0'3'0,"0"0"8"0,1-3-4 0,0 0 3 16,-5 1 3-16,1 0 2 0,-1-1 6 15,2 1-3-15,0 0-1 16,-1-1-5-16,3 1-1 15,1 2-6-15,3-3-2 16,-1 3-1-16,3 0-1 16,1 0-1-16,0 0 2 0,0 0-2 15,4 0 0-15,-4 0 0 16,3 0 0-16,0 0 1 16,4 0-1-16,1 0 2 15,-1 0 3-15,1 0 0 16,3 0 1-16,-4 3 3 0,1-3-3 15,1 3-1-15,-2 1-3 16,1-1-1-16,2 1-1 16,-4 1 1-16,3-1-1 15,-1 0 1-15,-1 1-1 16,0-1 0-16,0 0 1 0,-3 3-1 16,4-3 0-16,-1 2 0 15,2 1 0 1,0 0 0-16,-2-1 0 0,3 1 0 15,-3 2 1-15,-2-2-1 16,-2 0 0-16,1 1 0 0,-2-1 0 16,-1 1 0-16,0 1 0 15,1 0 0-15,0 0 0 16,1 2 1-16,1-4-1 16,-4 3 0-16,1 1 1 15,-1-1-1-15,-2 0 0 16,-1-1 0-16,-1 1 0 0,-2 1 0 15,1-2 0-15,0 2 0 16,-1 2 0-16,0 0 0 16,0-2 0-16,-1 2 0 15,1 0 0-15,1-1 1 16,-3-2-1-16,2 2 2 0,-2 0 0 16,0 0-1-16,-1-1-1 15,2 3 2-15,-4 0-1 16,2 1 0-16,0-2-1 15,0 2 1-15,0-1-1 16,0-1 2-16,1 0-2 0,-3-1 0 16,3 0 0-16,-3 1 0 15,1-2 1-15,3 5 2 16,-3-2-2-16,2 2 0 16,-2 2 0-16,1-2-1 15,0 1 0-15,-2 0 0 0,-1 0 0 16,2-3-1-16,-3 2 2 15,0-4-1-15,0 1 3 16,0-1-1-16,1 1-1 16,-3-1 0-16,0 1 1 15,0 1-1-15,0-1-1 0,0 0-1 16,0-1 1-16,0 1 0 16,-2 0 1-16,-2 2 0 15,0-3 0-15,1 4 0 16,-2-3-1-16,1 1 1 15,0-2 0-15,-2 0-2 0,1-1 0 16,-2 0 1-16,2 2 2 16,1-3 0-16,-5 2-1 15,4 0 0-15,-2 1-1 16,1-2 1-16,-1 1-1 16,0-1 1-16,-1 2-1 15,3-2 2-15,-4-1-4 0,0 0 4 16,-1 1-2-16,0-2-2 15,-3-2 2-15,0 4 2 16,-3-2-2-16,1 2 1 16,-2 0-1-16,0-2 2 15,1 1-4-15,0-1 4 0,-1-2-2 16,1 0 0-16,-4 0 0 16,2 0 0-16,0 0 0 15,-2 0 1-15,2-1-1 16,-4 1 0-16,2 0 1 15,0-1-1-15,0 0 0 0,-2-1 0 16,1 0 0-16,0 0-1 16,-1-1 2-16,-2 2 0 15,1-1-2-15,-2 2 2 16,1-2-1-16,-3 2 2 16,0-1-2-16,0 0 0 0,0-1 1 15,3-1 0-15,0 1-1 16,4-2 0-16,2 1 1 15,-2-1-2-15,2-2 2 16,2 1-1-16,0 0 0 16,1-2 0-16,4 0 0 0,-1 0 2 15,4 0-2-15,1 0 1 16,1 0-1-16,1 0 0 16,2 0 1-16,-1 0-1 15,2 0 1-15,-2 0 0 16,1 0-1-16,-3 0 1 0,0 0-1 15,-2 0 0-15,1 0 0 16,-1 0-1-16,0 0 1 16,0 0 1-16,3 0-2 15,-4 0 1-15,-1 0-26 16,-2 3-61-16,-1 0-78 16</inkml:trace>
  <inkml:trace contextRef="#ctx0" brushRef="#br0" timeOffset="35426.6">21199 9697 21 0,'0'0'12'0,"3"0"-6"0,-3 0 4 0,0 0 4 0,0 0-1 16,0 0-1-16,0 0-3 15,1 0-2-15,0 0 0 16,-1 3-4-16,1 2-1 15,-1 1-3-15,0 4 3 0,0 0 0 16,0 3-1-16,0 1 2 16,1 2-2-16,0 0 0 15,2 2-2-15,0-1 2 16,-3 1 1-16,2-1-1 16,-2-1 0-16,0 1 4 0,0-3 1 15,0 2 2-15,0-2-6 16,0 2 3-16,0-1 0 15,0 1-3-15,0 0 1 16,0-1-3-16,0 2 2 16,0 0-1-16,0 0 1 0,0-1-2 15,0 0 0-15,0-2 1 16,1 0-1-16,0-1 0 16,1-2 1-16,-1 1-1 15,1 0 1-15,-1 0-1 16,2-2 0-16,-1 1 1 15,-1-1 0-15,2 1 0 0,-1-4-1 16,0 4 0-16,0-5 1 16,-2 2-1-16,4-1 0 15,-2-1 2-15,-1-1-1 16,1-2-1-16,0 1 3 0,0 0-3 16,-1-1 0-16,2 1 1 15,-3-2-1-15,2-1 1 16,-2 2-1-16,1 0 0 15,-1 0 0-15,1-3 1 16,-1 4-2-16,0-1 1 16,1-2 0-16,-1 1 0 15,0-1 0-15,0-1 1 0,0 2-1 16,0-1 1-16,1 0 2 16,1-1-3-16,-1 0 6 15,1 0 7-15,1 0 0 0,0 0-4 16,1 0 4-16,2 0-3 15,-1 0-6-15,4-4-1 16,-2 0 0-16,3 1-3 16,2-1 1-16,-2-1 0 15,2 1 1-15,2 1-2 16,-1 1 0-16,2 0 0 16,-2-1 0-16,2 3 0 0,2 0 0 15,0 0 0-15,4 0-4 16,2-4-39-16,2 0-67 15</inkml:trace>
  <inkml:trace contextRef="#ctx0" brushRef="#br0" timeOffset="36119.29">22554 9494 25 0,'-2'1'28'0,"2"-1"-4"0,0 0-9 16,0 0 1-16,0 0-10 15,0 2-7-15,0-2 1 16,6 0 2-16,4 1 8 0,1-1 10 16,6 0-3-16,3 0-3 15,2 0-2-15,6-3-2 16,1-2 1-16,4 3-2 15,1-2 0-15,4-2-4 16,2 3 2-16,0 0 6 16,2 2-12-16,0 1 0 0,-2 0-1 15,-5 0 0-15,-2 0-12 16,-8-2-54-16</inkml:trace>
  <inkml:trace contextRef="#ctx0" brushRef="#br0" timeOffset="37203.07">20213 6784 40 0,'0'0'18'0,"0"0"0"0,0 0-5 0,0 0 1 15,0 0-5-15,0 0 2 16,0 0 3-16,0 0-3 16,0 0-2-16,0 0-7 0,0 0-2 15,0 0 0-15,0 0-1 16,-6 0 4-16,22 18-2 15,2 1 0-15,8 1 1 16,1 1-2-16,5 3 0 16,5 0 0-16,4 2-2 15,4 0 4-15,6 1-2 16,5 1 0-16,2 2 2 0,8 1 1 16,2 0 0-16,-1 1 0 15,2 3 0-15,-2-2 2 16,0 1 3-16,-1-2 4 0,-1 0-1 15,1 0-2-15,-5 0-2 16,1-1-3-16,-3 2-2 16,-3-1 0-16,-3-2-1 15,-4 1 0-15,-5-5-1 16,-6-5 0-16,-5-1 1 0,-4-6 2 16,-6-2 3-16,-4-4-2 15,-3 1-2-15,-3-2-1 16,-2-3 0-16,-2 0 1 15,-3-4 1-15,-1 0-3 16,-3 0-25-16,-2-7-46 16</inkml:trace>
  <inkml:trace contextRef="#ctx0" brushRef="#br0" timeOffset="37894.89">21467 6449 88 0,'0'0'16'0,"0"0"-11"0,0 0 6 0,0 0 1 0,0 0-3 15,-41-10-5-15,34 10-3 16,-2 4-2-16,0 6 1 16,0 0 0-16,-5 4 1 15,-3 2-1-15,-1 5 1 0,0 0-2 16,-4 4 2-16,-3 3-1 16,-3 2 0-16,-2 4 0 15,-4 3 0-15,-1 4 0 16,-3 3 0-16,1 3-2 15,-5 0 3-15,2 5-1 16,-7 2 0-16,0 3-1 16,-6 3 4-16,-2 2-3 0,-2 0 1 15,-1 0 0-15,-5-1 0 16,5-1 0-16,-3-2 2 16,2-3 1-16,3-2 2 15,0-3 1-15,3-5 3 0,5-1-4 16,-2-4 4-16,4-5-4 15,0-1 3-15,4-1-4 16,1-7 3-16,6-2-3 16,3-6 1-16,6-1 4 15,3-4-3-15,3-3 1 16,4 1-6-16,4 2 0 0,5-2 0 16,5-5-29-16,2-6-129 15</inkml:trace>
  <inkml:trace contextRef="#ctx0" brushRef="#br0" timeOffset="39243.69">19659 9207 53 0,'-4'0'3'0,"2"0"-1"0,1-1 6 0,1-1 2 15,-1-1-1-15,1 2 5 16,0 1-2-16,0 0 0 16,0-1 1-16,0 1-8 15,0 0-2-15,6 0-5 0,2 0 4 16,2 0-2-16,1 0 1 16,3 0 0-16,-1 0-1 15,5 0 0-15,0 1-1 16,5-1 3-16,1 3 2 0,3-3-1 15,-2 1-2-15,4-1 1 16,-1 0-2 0,3 0-2-16,3 0 8 0,2 0-4 15,0 0 1-15,0 0 1 16,2 0 2-16,2-3 1 16,-2 1-1-16,-1-1-2 0,1 0 2 15,2 0-1-15,-3 0 0 16,1-1-1-16,-2 2 0 15,1-2 2-15,-6 2-3 16,1-1-1-16,2 1 1 16,-6 1-3-16,-1-1 3 0,0 0-3 15,0 2 1-15,-6 0 0 16,3 0-1-16,-6 0 0 16,2 0 1-16,-5-1-1 15,2 1 1-15,-2 0-1 16,2-1 0-16,-2 1 0 15,2 0 0-15,-1 0 1 0,1-1-1 16,-1 1 0-16,0-2 1 16,2 2-1-16,-3 0 1 15,0-2 0-15,0 0-1 16,-2 1 1-16,1-1 1 16,-1-1 1-16,0 2-1 0,0-2 0 15,-1 3 0-15,-2-1-1 16,-1-1 0-16,0 2-1 15,-3 0 1-15,-2 0-1 16,2 0 1-16,-5 0-1 16,2 0 0-16,-1 0-2 0,-1 0-11 15,1 0-16-15,-2 0-23 16,0 0-23-16</inkml:trace>
  <inkml:trace contextRef="#ctx0" brushRef="#br0" timeOffset="39480.68">21059 9065 37 0,'0'0'27'0,"0"0"-10"0,0 0-1 16,0 0-5-16,0 0 1 15,0 0-4-15,0 0-3 16,0 0-3-16,0 0-2 0,0 0 0 16,0 0 0-16,0 0-9 15,35 34-16-15</inkml:trace>
  <inkml:trace contextRef="#ctx0" brushRef="#br0" timeOffset="40317.29">19924 10064 16 0,'0'0'51'0,"0"0"-43"0,0 0 0 15,0 0-2-15,0 0 1 0,0 0-4 16,45-15-1-16,-34 15 0 16,1-1-1-16,2 0 2 15,0 1-2-15,4-1 3 16,1 1 3-16,1-2 1 0,3 0-1 16,0 0-2-16,1 1 0 15,1-2-2 1,2 2 2-16,1 0 2 0,1-1-1 15,2 1 3-15,1 1-1 16,0-2-1-16,2 1 2 16,1-2-5-16,2 0-1 0,0 0 0 15,-1 1-1-15,3-1-2 16,-3 0 1-16,0 0 0 16,2 0-1-16,-4-1 0 15,1 1 1-15,-3 0 0 16,3 2 2-16,-5-1-1 0,1 0 1 15,-1 0-1-15,0 1 1 16,1 0-1-16,-6 0 0 16,1 1-1-16,-2-2 1 15,-1 1-1-15,-4 0 0 0,0 0 5 16,-2-1 5 0,0 0-2-16,0 1-2 0,-1 0-2 15,0 0-4-15,-5-1 0 16,0 2-1-16,-4 0 1 15,-7 0-19-15,0-6-30 16,-16-3-86-16</inkml:trace>
  <inkml:trace contextRef="#ctx0" brushRef="#br0" timeOffset="41229.93">19235 9287 79 0,'0'0'15'0,"0"0"7"0,0 0-9 0,0 0 0 16,0 0 2-16,0 0 5 15,0 0 1-15,0 0-11 16,0 0-13-16,0 0-2 15,0 0 3-15,0 0 0 0,5 8 7 16,-7 2-3-16,0 0-1 16,2-3-1-16,-1-3 1 15,1-2-1-15,0-2 3 16,0 0 3-16,0 0 6 16,0-6-6-16,0-2-3 0,0-4-1 15,2 2-1-15,0-4 0 16,-1 3 0-16,1-5-1 15,-2 3 0-15,1-1 0 16,0 0-1-16,1 0 2 16,0 1-1-16,1-1-1 15,1 2 1-15,4 1 1 0,-1 2-3 16,1 0 2-16,2 0-2 16,-2 2 3-16,1 1-1 15,-1 1 0-15,-1-1 0 16,2 3 0-16,-3 0 0 15,1 3 0-15,-1 0-1 16,2 0 0-16,-4 0-2 0,1 6 0 16,1 4 0-16,-3 1 1 15,1 2 1-15,3 1 1 16,-2 0-1-16,0 1 1 16,1 0 0-16,0-2 0 0,0 0 0 15,0-2 1-15,0 2-1 16,-3-3 1-16,1 1-1 15,-1-1 1-15,0-3-1 16,-1 2 1-16,-2-1 0 16,0-1-1-16,0-1-5 0,-2-3-30 15,-8 0-62-15</inkml:trace>
  <inkml:trace contextRef="#ctx0" brushRef="#br0" timeOffset="41399.19">19235 9275 137 0,'0'0'48'0,"0"0"-34"0,0 0 2 0,0 0-15 16,0 0 4-16,55-25-4 0,-27 22 0 16,5 0 0-16,1-1-36 15,0 1-80-15</inkml:trace>
  <inkml:trace contextRef="#ctx0" brushRef="#br0" timeOffset="41940.54">19492 10008 82 0,'0'0'5'0,"0"0"5"0,0 0-3 16,0 0 0-16,0 0 1 16,0 0-2-16,0 0 4 0,0 0-1 15,0 0-6-15,0 0-1 16,9 41-1-16,-9-28 0 16,0 1 1-16,0-1-2 15,0 1 1-15,0-2 0 16,0-1 1-16,0 0-2 0,0-2-6 15,0-5-16-15,0-1-31 16</inkml:trace>
  <inkml:trace contextRef="#ctx0" brushRef="#br0" timeOffset="42553.86">19534 10002 113 0,'0'0'4'0,"0"0"1"16,0 0-3-16,0 0 2 0,25-39 0 15,-18 33 3-15,1 0 6 16,1 2 1-16,1 0-4 16,4 0-4-16,-2 2-1 15,2 1-2-15,-1 1 2 16,-2 0-4-16,0 0-1 0,-2 1 0 15,0 6 0-15,-3 0-1 16,-2 0-3-16,-3 3 1 16,-1 0 2-16,0-1 3 15,-1 1-3-15,-7 0 0 16,-3-2 4-16,1 1-2 16,0-2-1-16,-1-2-1 0,2-1 3 15,3 0-1-15,-2-2 1 16,4-2-1-16,4 1 1 15,0-1-2-15,0 0-7 16,1 0 0-16,10 0 7 16,-2 0 5-16,4 0-3 0,1-1-1 15,-1-1 2-15,2 0 0 16,-2 2 1-16,-2 0 0 16,1 0-2-16,-3 2-2 15,-2 5 1-15,2 0-1 0,-6 3-3 16,0 1 3-16,-3-1-2 15,0 1 0-15,0-1 2 16,-11 0-1-16,0-1 2 16,-6-1 2-16,-3-2 2 15,-4 0 2-15,2-3 0 16,-2-1 0-16,2-2 0 0,3 0 2 16,4 0 0-16,3 0-1 15,4 0-6-15,8-2 1 16,0-7-4-16,6-4-48 15,10-9-117-15</inkml:trace>
  <inkml:trace contextRef="#ctx0" brushRef="#br0" timeOffset="44118.42">23393 9468 63 0,'3'1'8'0,"-2"0"4"0,3-1-1 0,-2 0-2 16,-2 0 17-16,0 0 11 15,0 0-12-15,0 1-18 0,0-1-7 16,0 1-2-16,0 1 1 16,0 2-1-16,0-4 2 15,0 2-2-15,0-1 4 16,0-1 1-16,0 0-1 15,0 0-2-15,0 0 5 16,0 0 3-16,0 0-4 16,-2 0-2-16,-1 0 0 0,1-3 1 15,0-4-1-15,1 3 1 16,0-3 1-16,1-2-3 16,0 1-1-16,0-2 2 0,0-1-1 15,0 2-2-15,0-4-2 16,0 3-3-16,0-1 3 15,4 1-2-15,3 1-1 16,-1-2-4-16,4 2-1 16,1 2-7-16,-2 0 4 0,3 2 9 15,-2-1 1-15,-1-1 6 16,-2 4-2-16,2-1 1 16,-4 2 1-16,1-2 2 15,-3 4 1-15,2 0 0 16,3 0-3-16,-3 0-2 15,1 0 0-15,1 6 1 0,1 0 0 16,-1 2 1-16,0 2 1 16,0 0 2-16,1 0-1 15,0 5-3-15,0-3 2 16,-1 3 2-16,0-2-2 0,0 0-3 16,-1-2 1-16,-1-1 0 15,-1-1-1-15,-1-1 0 16,-1-1 0-16,0-1 1 15,0 1 0-15,0-3 0 16,1 2 1-16,1-2-1 16,-4 1 1-16,0-1-2 0,0 2-19 15,0-1-16-15,0-2-4 16,-7-3-12-16</inkml:trace>
  <inkml:trace contextRef="#ctx0" brushRef="#br0" timeOffset="44512.23">23381 9440 103 0,'0'0'7'0,"0"0"-9"0,0 0-3 15,0 0 5-15,0 0-1 16,0 0 2-16,0 0-1 16,0 0 3-16,0 0 3 15,0 0 8-15,49 3 10 0,-40-3-1 16,5-3-6-16,-1 3-8 15,2-3-7-15,1 3-1 16,-4-3 0-16,5 2-1 16,-3 1 1-16,2 0-1 15,-3 0 1-15,2 0-1 16,-3 0-2-16,1 0-21 0,-6 0-28 16,-1 0-43-16</inkml:trace>
  <inkml:trace contextRef="#ctx0" brushRef="#br0" timeOffset="44738.46">23772 9382 200 0,'0'0'8'0,"0"0"20"15,0 0-5-15,0 0-18 16,0 0-4-16,0 0-2 16,0 0-12-16,0 0-15 15,0 0-16-15,12-6-15 16,-11 6-32-16</inkml:trace>
  <inkml:trace contextRef="#ctx0" brushRef="#br0" timeOffset="45029.48">23905 9261 97 0,'0'0'30'15,"0"0"-33"-15,0 0 4 16,0 0 7-16,0 0 0 16,0 0-1-16,8 44-4 15,-8-31 1-15,1 0-2 0,1 0-1 16,-2 1 0-16,2 0 0 16,-2-3 1-16,0 2-2 15,0-2-14-15,0-5-31 16</inkml:trace>
  <inkml:trace contextRef="#ctx0" brushRef="#br0" timeOffset="45612.05">23924 9288 99 0,'0'0'26'15,"0"0"-13"-15,0 0-4 16,42-33-3-16,-27 28-2 16,-1 2 1-16,3 0-2 0,-3 2 0 15,0 1 1-15,-2 0-1 16,-1 0-3-16,-2 7 0 16,-3 1-1-16,-3 2 1 15,-3 3-3-15,0 0-5 16,-4 1-11-16,-8 0 5 0,-4-1 5 15,-4-3 0-15,1 1 1 16,-2-4 8-16,3-1-1 16,3-3 1-16,4 0 3 15,3-3-1-15,4 0-1 16,4 0 1-16,0 0 3 0,6 0-2 16,8 0 0-16,-1 0-1 15,4-3 1-15,0 1 5 16,3 1 4-16,-3 0 4 15,-2 1-5-15,0 0-7 16,-3 0-2-16,0 0 0 16,-4 1-2-16,0 5 0 0,-3-1 1 15,-1 2-2-15,-2 3-3 16,-2 0 2-16,0 2 0 16,0-2 2-16,-8 0-1 15,1-2 3-15,-4-1-1 16,-2-3-1-16,0-1 6 0,-3-3 4 15,0 0 7-15,-2 0-9 16,-2 0-1-16,4 0-4 16,-3 0-2-16,3 0 0 15,1 0-4-15,2 2-25 0,3-2-61 16</inkml:trace>
  <inkml:trace contextRef="#ctx0" brushRef="#br0" timeOffset="51885.6">19042 9429 10 0</inkml:trace>
  <inkml:trace contextRef="#ctx0" brushRef="#br0" timeOffset="53676.73">17342 11476 26 0,'-2'0'43'0,"2"-1"-16"0,-1 1-8 16,0-1-7-16,1 0-10 15,0 0-2-15,0 1 0 16,0 0 0-16,0 0 0 16,0 0 1-16,-1 0 8 0,1 0 13 15,0 0-4-15,0 0-11 16,0 0-3-16,0 0-2 16,0 0-2-16,0 0-1 15,0 0-3-15,0 0 1 16,0 0 1-16,0 0-1 15,0 0-1-15,0 0 1 0,0 3 1 16,2 0 0-16,1-1 2 16,1 0 0-16,1 3 0 15,-1-3 0-15,1 1 2 16,-1-3-2-16,0 2 1 16,1-2-1-16,-1 0 0 0,-1 0 0 15,2 0 0-15,-1 0 1 16,0 0-1-16,0 0 0 15,3 0 1-15,-2 0 0 16,4-2 0-16,0-3 0 16,0-2 0-16,5-1-1 15,1-3 2-15,3-2 1 0,2 1 3 16,2-3-2-16,2 1-1 16,0 0-2-16,-1-3 1 15,2 5-2-15,-4-5 0 16,3 2 0-16,-4 1 1 0,2-1 3 15,-3 1 4-15,-2 4-4 16,-1 0-2-16,-3 2-1 16,-6 2 0-16,0 2 1 15,-3 3-2-15,-2-1 2 16,-1 1 4-16,-1 1 6 0,1 0 1 16,-1 0-8-16,0 0-2 15,1 0-4-15,-1 1-5 16,0 5-15-16,0-3-42 15</inkml:trace>
  <inkml:trace contextRef="#ctx0" brushRef="#br0" timeOffset="56622.82">17396 12705 67 0,'0'0'10'0,"0"0"-11"0,1 0 2 16,1 0-1-16,-1 0 0 16,-1 0 1-16,0 0 2 0,2 2 4 15,-2-1 0-15,0 2-10 16,0 0 6-16,2 0-2 15,-1 1 2-15,0 0-3 16,1 0 0-16,0-1 1 16,-1 2-1-16,2-1 0 15,-1-1-1-15,0 3 1 0,1-3 2 16,-1-1-1-16,4 1 1 16,-1-2-2-16,0 2 6 15,4-3-4-15,1 0-2 16,-3 0 2-16,5 0-1 15,0-4 0-15,1-3 0 0,1-2 2 16,-1-1 0-16,2-1 0 16,1-2 6-16,1-1-2 15,2-2-1-15,0 2-3 16,3-2-1-16,-2 1-1 16,2-2 5-16,3 1 4 15,-3 1-2-15,2 0 3 0,1 2 0 16,-3-1-3-16,2 0-3 15,0 3-3-15,-4-1-1 16,2 3-1-16,-7 1 1 16,1 1 0-16,-4 3 0 15,-1 2-1-15,-5 2-11 0,-1 0-37 16,-5 0-21-16</inkml:trace>
  <inkml:trace contextRef="#ctx0" brushRef="#br0" timeOffset="60269.47">17226 13954 66 0,'0'0'5'0,"0"-2"0"0,0 1-3 0,0-2-1 16,0 1 4-16,0 1 2 15,0-2 5-15,0 3 4 16,0-1 4-16,0 1 3 15,0 0-10-15,0 0-9 16,0 0 0-16,0 0-4 16,0 0-6-16,0 0 5 0,0 0-2 15,0 4 2-15,0-1 0 16,0 1-3-16,0 0 2 16,5 1 0-16,-2-1 0 15,2 0 1-15,-2-1 1 0,2 1-1 16,2-1 2-16,1-2-1 15,1-1 2-15,2 0 1 16,3 0-1-16,1-1 2 16,4-9 1-16,3-3-1 15,1-1 6-15,6-4-2 16,1-3-3-16,3-2 0 0,2 1 1 16,2-3-2-16,1-1-1 15,1 1-1-15,2-1-1 16,0 2 0-16,0 1-1 15,-3 2 1-15,1 3-1 16,-7 2 0-16,-4 2 1 0,-4 4 0 16,-5 1-1-16,-4 4 0 15,-2 0 0-15,-4 4 1 16,-2 1-2-16,-2 0-5 16,-3 0-25-16,-2 6-13 15,-2 1-16-15</inkml:trace>
  <inkml:trace contextRef="#ctx0" brushRef="#br0" timeOffset="61395.3">17262 15084 73 0,'2'0'3'0,"0"0"3"0,0 0 1 0,0 0-2 16,-1 0-4-16,1 0 0 15,-2 0-1-15,0 0 3 16,0 0 20-16,0 0-12 0,0 0-10 16,0 0 0-16,0 0-1 15,0 0 0-15,0 0 0 16,1 0 1-16,-1 0 0 15,0 0 0-15,0 0 0 16,1 0-1-16,1 0 0 16,0 0 1-16,0 0-1 0,-1 0 0 15,1 3-1-15,0 1-1 16,3 2-5-16,-1 1 13 16,-2-3-3-16,2 3-2 15,1-2 0-15,0 0 3 16,1-2-2-16,2 1-3 0,0-2 8 15,1 0-6 1,3-2 2-16,0 0-1 0,4-2-1 16,6-7 2-16,0-5 2 15,5-3 4-15,5-4 2 16,1-5-4-16,5-2-3 16,2-3 0-16,5-3 2 0,2 0 1 15,4 1 1-15,1 0-4 16,-1 2-1-16,-3 2 1 15,-1 1-2-15,-5 5 0 16,-4-1-1-16,-3 6 0 0,-4 1 0 16,-5 4 0-16,-2 3 0 15,-9 3 0-15,-1 3-2 16,-8 1-3-16,-1 3-5 16,-3 0-11-16,-2 0-26 15,-4 0-33-15</inkml:trace>
  <inkml:trace contextRef="#ctx0" brushRef="#br0" timeOffset="68235.6">11332 8907 58 0,'0'0'6'0,"0"0"5"0,0 0-10 0,0 0 0 15,0 0 0-15,0 0 0 16,0 0 2-16,0 0 2 15,0 0-1-15,0 0 2 16,0 0-1-16,0 0 4 16,-11-17-4-16,11 17-6 0,0 0-2 15,0 0 1-15,0 3 1 16,4 0 1-16,-1 1 1 16,3 2-1-16,-2-2 0 15,0 2-1-15,2-2 1 16,-2 2-1-16,1-1-1 0,-1-2 0 15,0 0 4-15,-1 0-1 16,1-3 1-16,3 0 1 16,-4 0 4-16,3 0 6 15,1-8 4-15,3-4-5 16,2-1 0-16,1-4-1 0,3-4-3 16,1-3 2-1,2 0 0-15,1-5 4 0,-2-2-3 16,2 1 1-16,-1 0-3 15,-2 1 0-15,1 3-6 16,-3 5-1-16,-1 2 1 16,1 5 0-16,3 7-1 0,-5-1-15 15,-4 2-65-15</inkml:trace>
  <inkml:trace contextRef="#ctx0" brushRef="#br0" timeOffset="68783.24">13507 8589 147 0,'0'0'-22'0,"0"0"23"0,0 0-1 0,0 0 3 15,0 0-2-15,0 0-1 0,0 0 0 16,0 0 2-16,0 0-4 16,0 0 1-16,0 0-1 15,31-12 0-15,-29 17 1 16,1 2-1-16,0 1 2 15,2-2 0-15,-2-1 0 16,1-3 1-16,3-2-1 0,0 0 9 16,2-4 13-16,6-13 13 15,2-3-10-15,8-9-8 16,6-4-6-16,7-7-3 16,6-3-5-16,9-2 0 15,4-5 2-15,2-2-13 0,3-4-117 16</inkml:trace>
  <inkml:trace contextRef="#ctx0" brushRef="#br0" timeOffset="69609.24">16815 8467 45 0,'0'0'17'0,"0"0"5"0,0 0-7 15,0 0-5-15,0 0-4 16,0 0-2-16,0 0 0 16,0 0-2-16,0 0 8 0,0 0 9 15,0 0 11-15,0 0-16 16,10-30-7-16,-10 30-7 16,0 0-6-16,3 0 0 15,-3 5 3-15,1 0 1 16,1 4 2-16,0-4-1 0,2 1 1 15,-2-1-1-15,1-1 1 16,1-3-1-16,2 2 1 16,-2-3 1-16,2 0 0 15,0 0 1-15,1 0-1 16,1-4 1-16,-2-2-1 0,2-3 1 16,1-2 1-16,-2 0 0 15,4-3 4-15,0-3 1 16,2-3 1-16,4-3-3 15,5-3 0-15,2-5-4 16,4 0 1-16,7 1-3 16,-3 0 1-16,3 3 0 0,-1 6-1 15,-4-2-23-15,-9 2-101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10:36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14255 6253 10 0,'0'0'16'0,"0"0"-4"0,0 0-2 0,-44 12-2 15,34-10 0-15,2 2-1 16,1-2-2-16,-4 1 0 15,4-2-1-15,-1 2 0 16,0 0 1-16,-1-2 0 0,1 3 0 16,1-2 5-16,-2 1 1 15,2 1-3-15,1-1-7 16,1 4-1-16,-1 0 0 16,2 0 0-16,1 0 0 0,0 0 0 15,-1 2-1-15,2-1 0 16,0 4-1-16,1-2 0 15,-1 1 0-15,0 3 1 16,0 2 1-16,1-2 1 16,0 3 0-16,0 3 0 15,1-2-1-15,-1 1 1 16,1-1-2-16,0-1 1 0,0-1 1 16,0 1-2-16,0-3 0 15,0 3 1-15,0-1-1 16,0 1 1-16,0 4 1 15,0-1-1-15,0 3 1 16,0 1-1-16,0 4 1 16,0 1 0-16,0 1 1 0,0 1-1 15,-2-1 0-15,-1 1-2 16,-1-3 1-16,-3 2 0 16,4 0-1-16,-1 0-1 15,-1 2 2-15,3 1 0 0,2-1 0 16,0 2 2-16,0 0-2 15,1 1 1-15,5-1-1 16,0 3 2-16,2 0 1 16,-1 2 0-16,1 0 1 15,-3 2-2-15,3 2 0 0,-2 1 0 16,2-3-1-16,-2-1 0 16,1-2-1-16,0-5 0 15,0 1 0-15,0 0 0 16,1-2 1-16,-3 2 0 15,6 0 2-15,-5 4-3 0,3-3 2 16,-1 1 3-16,0-1-2 16,1 1 2-16,-4-2-3 15,4-1 1-15,-4-2-1 16,1 0-2-16,-2-1 2 16,-1-1-2-16,0 0 0 0,-2 1 1 15,3 0-2-15,-4 1 5 16,2-1 0-16,1 1-1 15,-3 3 2-15,1 3-1 16,0 3-1-16,-1 3 0 16,0 4-2-16,0 2 1 0,0 2-2 15,0-1 1-15,0-2-1 16,-1-1 1-16,0-3-1 16,-2 0 1-16,3-1-2 15,0-2 2-15,0-1-2 16,0 1 2-16,0 0-1 0,0 3 1 15,0 0-1-15,0 3 1 16,0 1 0-16,0 6 1 16,0-1 0-16,-4-1-1 15,0-2-1-15,1-3 0 16,-1-3 1-16,-2-3-1 0,3-2 0 16,1-3 0-16,0 0 1 15,-1-4-1-15,3-3 0 16,-3 0 1-16,2-2-1 15,-1-1 1-15,0 3-1 16,-1 1 1-16,-1 1 1 16,-2 2 0-16,3 1-1 0,-6-2 2 15,4 1-2-15,-1-2 0 16,1-5 0-16,-1-2 0 16,-1-5 0-16,4-2-1 15,-1-3 1-15,1-3 0 16,2 0-1-16,0-4 1 0,1 2 1 15,0 1 0-15,0-3-1 16,0 2 0-16,0-1-1 16,0-1 1-16,0 2 0 15,1 1 0-15,3 1 0 0,0-1 1 16,2 4-1-16,2-1-1 16,-3-2 2-16,3 1 1 15,-1-2 0-15,3 0-3 16,0-1 1-16,-3-1-2 15,2 0 2-15,0 0 0 16,0-2 0-16,3 0 0 16,0 1 1-16,1 0-2 0,1 0 1 15,0 1-1-15,3 1 1 16,0-2-1-16,4 1 2 16,-2 0-1-16,2-1 0 15,0 2 0-15,2-1 0 0,1 1-2 16,-3-1 2-16,2-2-1 15,2 1 1-15,-4-2-1 16,2 0 0-16,2-1 0 16,0 2 0-16,-1-2 1 15,2 2-1-15,0-2 0 16,0 0 1-16,1-1 0 0,2 1-1 16,-1 1 1-16,1-4-1 15,1 1 1-15,0 1-1 16,-3-1 1-16,2 1-1 15,0-2 0-15,-5 1 0 0,5-1 0 16,0 2 1-16,0-3-1 16,3 2 0-16,1-2 2 15,-2 1-1-15,2-1-1 16,-1 0 0-16,-1 0 1 0,-1 0 0 16,-2 0-2-16,0 0 2 15,0-1 0-15,0-1-2 16,1-2 2-16,0 2-1 15,2 0 1-15,0 0-1 16,-2 0 0-16,1-1 1 16,0 1-1-16,-1 1 1 0,1-3-1 15,-1 2 2-15,0-2-2 16,1 3 0-16,1 0 1 16,2 0 0-16,-1-2-1 15,1 2 0-15,2 0 2 16,-3 0-2-16,3 0 0 0,-2-1-2 15,1 1 2-15,0 1 0 16,2 0 2-16,-1 0-2 16,1 0 0-16,-1 0 0 15,2-1 0-15,0-1 1 16,2 1-1-16,-5-1 0 16,1 0 0-16,1 1 0 0,-1-1 0 15,-4 0 0-15,3 2 0 16,-1-1 0-16,4 1 0 15,-2-3 0-15,1 3 1 16,2-3-1-16,-4 1 1 16,1-2-1-16,-3 0 0 15,-1 1 0-15,-2-1 0 0,0 1 2 16,2-1 0-16,-2 1 0 16,1 0 0-16,1 0-1 15,-1 2-1-15,-1-2 0 0,1 3 2 16,-1 0-2-16,-2 0 0 15,0 0 0-15,-2-1 0 16,0-1 1-16,2 1-1 16,-2-2 0-16,1 0 0 15,-2 1 0-15,1 0 1 16,-3 1-1-16,0-1-1 0,-1 2 2 16,-2 0-1-16,-1 0 0 15,-4 0 0-15,2-1 0 16,-3 1 1-16,1-2 0 15,-1 2 2-15,1-1-2 0,-2-2 1 16,-1 3-2-16,1-1 1 16,-3 1-1-16,0-2 0 15,-2 2 0-15,-1 0 0 16,-2-1 0-16,0 0 1 16,1-1 2-16,1 1 0 15,2-2-1-15,0 3-2 0,2-2 0 16,1 1 1-16,-2-1-1 15,-2 0 0-15,-1 0 1 16,-1 0 0-16,-2 1-1 16,0-2 1-16,0 2 10 15,1-2 2-15,-3 2-8 0,2-1-3 16,1 0-1-16,1-1-1 16,-3 2 0-16,1-1 0 15,1-1 0-15,-1 2 1 16,-1-1-1-16,0-1 2 15,0-1-1-15,1 2-1 0,1-1 0 16,0-2 1-16,-2 1-1 16,2 0 0-16,2-1 1 15,-3 0-1-15,1-2 0 16,2 2 1-16,-3-2-1 16,1 0 1-16,2 0-1 0,-2-1 0 15,1-1 0-15,0 1 0 16,-3-2 0-16,1 1 1 15,-1-4-1-15,0 3 0 16,2-1 1-16,-4 1-1 16,2-1 0-16,0-1 0 0,0 2 0 15,-1 0 0-15,0-1 0 16,0 0 0-16,0-1 0 16,0 1 0-16,0-2 0 15,1 2 0-15,-2-3 0 16,0 4 0-16,0-2 0 15,2 2 0-15,-2-1 0 0,2 0 0 16,-1-1 0-16,2-1 1 16,-2 1-2-16,0-1 2 15,2 0-1-15,-3-2 0 16,0 3-1-16,0-1 1 0,0-1 0 16,0 1 0-16,0 1 0 15,0 0 1-15,0-2-1 16,0 1 0-16,0 0 0 15,0-1 0-15,0 1 0 16,0 2-1-16,0-3 0 16,0 3 2-16,0-1-1 0,-2-1 0 15,2-1 0-15,0 0 1 16,0-1-1-16,0-1 1 16,0-1-2-16,-1-1 2 15,-1 0-1-15,1 0 0 16,-1 1 2-16,1 0-1 0,-1-1 2 15,0 3-2-15,0-2-1 16,0 3 1-16,2-2-1 16,-2 1 0-16,1 0 0 15,0 1 0-15,-1-1 0 16,-2 1 0-16,0-1-2 16,2 1 2-16,-1-2 0 0,1-1 0 15,2 0 2-15,0-1-1 16,0-1-1-16,0-1 0 15,0 1 0-15,0 0 0 16,0-1 1-16,0 2-1 0,0-1 0 16,0-1 0-16,0 0 0 15,0 1 1-15,0 0-1 16,0 1 2-16,0 0-2 16,0 0 1-16,-2 0-1 15,2 0 0-15,0 0 1 0,-2-2-2 16,1 0 2-16,-1 0-1 15,0-1 1-15,0-3 0 16,0 1 1-16,2-4-2 16,0 4 0-16,0-5 1 15,0 1 0-15,0 0-1 16,3 0 0-16,1 2 0 0,0-1 2 16,-2 2-4-16,-2-2 4 15,0 1-2-15,0-1 1 16,0-1 0-16,0-1 1 15,0 2-2-15,0-3 1 16,0 0-1-16,0 2 1 0,0-3-1 16,0 3 0-16,0-1 0 15,0 0 0-15,0 1 1 16,0-2-1-16,0 2-1 16,0-3 2-16,0-1-1 0,0 1 0 15,2-1 0 1,-1 1 0-16,1-2 0 0,0 0 0 15,0 1 0-15,0 1 0 16,-2-4 0-16,0 1 0 16,0 0 0-16,0-2 1 15,0 2-1-15,0-2 0 0,0 2 0 16,0-1 0-16,0 2 1 16,0-1-2-16,4 0 2 15,2-5-1-15,0 4 1 16,-1-6-1-16,1 0-1 15,0-2 2-15,2-2-1 16,-3 1 0-16,1 3 0 16,1 0 1-16,-2 1-2 0,3-2 1 15,-3 1 0-15,1 0 0 16,-2 0 0-16,-3 2 0 16,1 1-1-16,-1 1 1 0,-1 1 1 15,0 4-2-15,0-2 2 16,0 2-1-16,-3 1-1 15,0 0-2-15,-3 0 3 16,2 2-1-16,1-2 1 16,-4 2-1-16,1 0 2 15,0 2-2-15,-1-1 1 0,0 1 1 16,-1 2 0-16,-2-3 0 16,3 0-1-16,-3 0 0 15,-2-1 0-15,1-2 0 16,-1 0-1-16,-1 0 1 15,2-1-1-15,-3 3 2 16,1-1-1-16,1-1 1 0,0 3-1 16,1-1 0-16,0 3 0 15,1 0 0-15,1 2 0 16,-2 1 0-16,1 2 0 16,0 1-1-16,-2 1 1 0,1 1-1 15,-1 3 0-15,0 1 0 16,1 2 0-16,-3 2-4 15,-1 2 2-15,-3 0-1 16,-3 3 0-16,-1-1-1 16,-4 4 3-16,-1-2 1 0,-3 3 1 15,-1 0-1-15,-6 0 0 16,1 0 1-16,-3 2 0 16,-1 3-1-16,0 2 1 15,-7-1 0-15,3 3 0 16,-2 0 0-16,-2-3 0 0,2 3 0 15,-2-1 0-15,3 1 0 16,0-1 0-16,0 0 0 16,1 1 0-16,-2-2 0 15,2 0 0-15,2-1-1 16,-4-3 1-16,7 2-1 16,-3-1 1-16,3-3 0 0,-3 2 0 15,2-3 0-15,-1 1 0 16,1-1-1-16,-2 1 2 15,1 0-2-15,1 0 2 16,-1-1-1-16,0 3 0 16,-1-2 0-16,1 1 0 0,-4-1 0 15,-1 2 0-15,-1 1 0 16,4 1-1-16,-2 0 1 16,1 2 0-16,3-1 0 15,-3 1 0-15,2-1 0 0,-1-2 0 16,2 2 0-16,-1-2 0 15,-1-1 0-15,3-2 0 16,0 2 0-16,-3-2 0 16,3 1 0-16,-4-1-1 15,3-1 1-15,-3 0 0 0,3 3 0 16,3-3 0-16,0 3-1 16,3-2 1-16,1 0 0 15,1 1 1-15,-2 0-2 16,2-1 1-16,-4-1 0 15,3 3 0-15,-2-2 1 0,-2 1-2 16,3-1 2-16,-4 2-1 16,3-2 0-16,1-1 0 15,-1 0 0-15,3 1 0 16,-3 0 0-16,5-1 0 16,-2 0 0-16,2 2 0 15,3-1 0-15,1 0-1 16,2-1 1-16,3 0 0 0,1 0 0 15,2 0 0-15,3 0 0 16,1 0 0-16,1 1 0 16,3 1 1-16,-2 4-1 15,-1 2 0-15,-1 8-1 0,-7-5-26 16,1-11-113-16</inkml:trace>
  <inkml:trace contextRef="#ctx0" brushRef="#br0" timeOffset="5867.49">4253 13841 45 0,'0'-4'2'0,"0"0"-1"0,0 1 0 0,0 0 12 0,-2 0 8 16,0 0-5-16,0 1-5 0,-2 1-1 15,1-2-4-15,1 2-3 16,0 1 0-16,-2 0-6 16,-1 0 9-16,2 0-6 15,-1 2 1-15,-1 1-2 0,1-1 2 16,-2 0-1-16,-2-2 0 15,0 1 1-15,1-1-1 16,-2 2 0-16,0-1 1 16,0-1-1-16,-1 3 1 15,0 0 0-15,-1 0-1 16,-2-2 0-16,-3 3 0 0,3 0-1 16,-1-2 1-16,1 2-1 15,-1-1 1-15,3 0 46 16,0-2-50-16,2 1 3 15,2-1 1-15,-1 1 1 16,3-1-2-16,1-1 1 16,-4 1-2-16,2 0 4 0,0 1-3 15,1-2 2-15,-3 0-1 16,2 2 1-16,0-1-1 16,1 1-1-16,-1 0 0 15,1 0-4-15,0 1 2 16,-2-3 1-16,3 4 1 0,-4-1 1 15,1 1-1-15,-3 2 0 16,2-2 1-16,-1 3-3 16,-3 0 3-16,0 0-1 15,3 1 2-15,-3 1-2 0,1 0 0 16,-1-1 0-16,2 2 1 16,1 0-1-16,-3 2 1 15,1-2-1-15,1-1 1 16,0 0-2-16,-1 1 2 15,2 0 0-15,-4-2 0 16,4 0 0-16,-2 1 0 0,1-1 2 16,1 0-2-16,1-1 0 15,1 2 0-15,-2-2 0 16,2 1 0-16,-1 0 0 16,1 2-2-16,-3-2 2 15,4 2-1-15,-2-2 1 0,3 2-2 16,1-1 2-16,-1 2-1 15,4 1 1-15,-3-1 0 16,2 2 0-16,0-2 1 16,-2 0-1-16,3 0-1 15,-3 1 0-15,2 1-1 0,0 0 0 16,-2 1 0-16,3 3 0 16,-2 0 2-16,1 0 0 15,2 3 2-15,0-3-2 16,0 4 0-16,-2-2 1 0,2-2-1 15,0 4 0-15,-2 0-1 16,0 2 2-16,-1 1-2 16,1 2 1-16,0-2 1 15,0 5-1-15,0 0 1 16,0 1 0-16,0-3-1 16,2-3 1-16,0 0-1 0,0-5-1 15,0-2 1-15,4-2 0 16,2 0-1-16,-1 0 0 15,3-2 0-15,4 1-1 16,-3-1-2-16,2 0 0 16,2-2-1-16,1 2-1 0,0-1 4 15,1 0 3-15,1-1-1 16,-1-2 0-16,3 2-1 16,-3-3 1-16,1 3-1 15,0-4 1-15,2 2 0 16,-3 0 0-16,1 0 0 0,-1 1 1 15,4 0-1-15,-3-2 0 16,1 2 0-16,1-2 0 16,-3 0 0-16,4-1 0 15,-2 0 0-15,2 0 0 16,1 0 0-16,0-1 0 16,2 1 0-16,1-2 0 15,1 0 0-15,-2 1 0 0,3-1 1 16,-2-3-1-16,1 1 0 15,0-2 0-15,1 2 0 16,0 0 0-16,1-2 0 16,1 3 0-16,3-1 1 0,1 0-1 15,0 0 0-15,0 1 0 16,3-2 0-16,-1-1 0 16,-2 3 0-16,3-3 0 15,-1 0 0-15,1 0 0 16,1 1 0-16,2-1 0 15,1 0 0-15,2 1 0 0,-1-1 0 16,1-1 0-16,-1 2 0 16,-1-1 0-16,0-1 0 15,-1 0 0-15,2 0 0 16,2 0 0-16,2 0 1 0,3 0-1 16,-1 0 0-16,1 0 1 15,2 0 0-15,0-3 0 16,4 0-1-16,-1-1 0 15,3 0 1-15,-2-2-1 16,2 3-1-16,-2 2 1 0,0 0 0 16,-2 1 0-16,0 0 0 15,2 0 0-15,-2 0 0 16,-2 4 0-16,0 0 0 16,-2 3-1-16,2-1 1 15,0-1 0-15,0 1 0 0,3 1 0 16,-2-1 0-16,0 1 0 15,-4 0 1-15,2 2-1 16,-2-4 0-16,4 2 0 16,-3-1 0-16,2-2 0 15,0-1 1-15,-1 1-1 0,3-3 0 16,-5-1 0-16,6 0 0 16,-2 0 1-16,0 0 0 15,3 0 1-15,-5 0-2 16,2-3 1-16,-5-2-1 15,4 1 0-15,-6-1 1 16,2 0 1-16,3 0 0 0,-2 0-1 16,0 1 1-16,-1 1-2 15,-1 0 0-15,-3 2 1 16,0-2 1-16,-1 2-2 16,1-1 0-16,0 1 0 15,-2-2 0-15,3 1 0 0,-2-2 0 16,-3 1 1-16,-1-2 0 15,1 0 1-15,-3-1 1 16,0-2-1-16,0 1 5 16,1-1 3-16,-3-1-4 15,0 1-2-15,-1 2 0 0,1 2-4 16,-4 2 1-16,-2 2-1 16,2 0-3-16,-1 0 4 15,0 4-1-15,1 1 0 0,0 1-1 16,2-1 1-16,-1 1 0 15,2 0 1-15,2 1-1 16,-1 1 1-16,0-1 1 16,-1 2-1-16,3 2 0 15,1-2 0-15,1-1 0 16,-1 2-1-16,3-4 1 16,-1 0 0-16,0-2 0 15,0-1 1-15,-1-1-1 0,1 0 1 16,2-1 0-16,-2-1 0 15,4 2-1-15,0 0 1 16,1 0-1-16,3 0-1 0,3-1 2 16,-2 2-1-16,1 0 0 15,2-2-1-15,-3 3 0 16,4-1 0-16,-2 0 0 16,4-2 1-16,-3-1 0 15,2 0-1-15,-4 0 0 0,0 0 0 16,-1 0 1-16,-3 3-1 15,3-2-1-15,-2 2 2 16,3-1-1-16,-1 1 0 16,-1-1 1-16,-2 1 0 15,0 0 0-15,-3 0 0 16,2 1-1-16,-5 0 0 16,-2 0 1-16,1-2-1 0,-1 2 0 15,1-2 0-15,-2-2 1 16,1 0 1-16,2 0 0 15,-2 0-1-15,0-4 1 16,1-3-1-16,-1-1 0 16,1 0-1-16,-2-2 1 0,3 0-1 15,-2-3 2-15,2 0-2 16,-5-1 1-16,2-1 1 16,1-2-1-16,-5 2 0 15,0-2 0-15,-2 0 0 0,-3 1-1 16,1 0 2-16,-2 0-1 15,-1-2 1-15,-2-2 0 16,2 2 0-16,-1-1 0 16,-2-2-1-16,-2 1 0 15,-1-2-1-15,0 1 1 0,1-2 0 16,-2 1-1-16,-2-3 1 16,1 4 0-16,-1-6-1 15,1 2 1-15,-5-4 0 16,2-1 0-16,0-2 2 0,-4-2-2 15,-1-2 1 1,-1 3-2-16,-3-2 0 0,-2 1 1 16,0 2-1-16,0 0 1 15,0 0-1-15,-4 3 1 16,-3-1-1-16,0 0 0 16,-6 3 0-16,1 0 1 0,-1 0-2 15,-2 2 2-15,-1 0 0 16,-2 0 2-16,-4 2 0 15,2 0-1-15,-3 1 0 16,-3 0 10-16,-1 1-11 16,0 2-1-16,-2-1-1 15,1 2 1-15,-3 0 0 0,3-1 0 16,-3 1-1-16,1-1 0 16,0 2 3-16,-2 0-1 15,-2 2 0-15,2-1-1 16,-1 3 1-16,0-1-1 0,-1 2 0 15,-1 0 0-15,3-1 1 16,-1 0-1-16,0 1 2 16,1 0-2-16,-3 0 0 15,1 0-2-15,-3 4 1 16,1 0 1-16,-1 0 0 0,-1 1-2 16,-2 1 3-16,2 2-2 15,0 0 1-15,0 1 1 16,-3-1-1-16,-1 1 1 15,0 0-1-15,-4 0 1 16,1 2 1-16,1-1-2 0,-2 1 0 16,2 0 0-16,1-1 0 15,0 2 0-15,-4-2 1 16,1 1-1-16,-2-3 0 16,-1 2 0-16,0-2 0 15,-1 1 1-15,-1-1-2 0,0 1 2 16,-3-1-1-16,0 1 0 15,1 0 0-15,-1 0-1 16,-1 2 1-16,0-2-4 16,1 3 4-16,-1 0-1 15,-1-3 1-15,1 1 0 16,0 0-1-16,3-1 1 0,0 0 0 16,-2-1-2-16,3 1 0 15,-1 2-2-15,0 0-3 16,4 1-4-16,-1 0 11 15,2 0-7-15,-1 0 4 16,2 0 3-16,-1 0-1 16,-1 0 2-16,0 0-2 0,1 2 2 15,0 1-1-15,-2 3-1 16,0-2-1-16,-1 2 3 16,-4-1-1-16,3 1 1 15,0-2-2-15,2 1 2 0,2-2-1 16,-2 1 0-16,4-3 1 15,-2 3 0-15,0-2 0 16,0 2 0-16,0-2 2 16,2 1-1-16,-1-1-1 15,0 1-1-15,2 1 0 0,-3 0 1 16,1-1-1-16,0 0 1 16,2 2-1-16,-1-1 0 15,-1 0 0-15,3-1 0 16,-4 1 0-16,-1 2 0 15,2-3 0-15,-3 0 0 0,4 1 1 16,3-1-1-16,-3 1 0 16,3 0 0-16,-1 0 0 15,-2 1 0-15,0 0 0 16,1 2 0-16,0-1 0 16,-1 3 0-16,5-1 0 0,-2 0 0 15,3 0 1-15,-3 2-1 16,-1-2 0-16,1-1 0 15,-1 0 1-15,0-1-1 16,1-2 0-16,2-1 0 16,2-1 1-16,2-2 2 15,-2 0 0-15,2 0-1 0,1 0 0 16,-1 0-1-16,0-2 1 16,2-1-1-16,-1-1 0 15,-1 1 1-15,-1 0-2 16,-3-1 0-16,1 3 1 15,-1-1-1-15,-3 2 1 16,1 0-1-16,0 0 0 0,3 0 0 16,3 6-6-16,3 1-11 15,2-2-31-15,3-4-65 16</inkml:trace>
  <inkml:trace contextRef="#ctx0" brushRef="#br0" timeOffset="8270.19">6174 14161 1 0,'0'0'8'0,"0"0"2"16,0 0-13-16,0 0-7 0,0 0 7 15</inkml:trace>
  <inkml:trace contextRef="#ctx0" brushRef="#br0" timeOffset="9870.68">6174 14161 13 0,'33'-21'26'15,"-33"21"-14"-15,0-2-9 0,0 2-1 16,0 0-2-16,0 0 0 16,0-1 1-16,0 0-1 15,0-1 0-15,0 2 1 16,1-1 12-16,-1 1-2 15,0-1-6-15,2 1-3 16,-2-2-2-16,2 2 0 0,0 0 0 16,-2-2 0-16,0 2 0 15,0 0 0-15,0 0 1 16,0-1 3-16,0 0 4 16,0 0 3-16,0 0-5 15,-5 0 0-15,3-1-3 0,0 2-1 16,-3 0-2-16,1 0-2 15,1 0-2-15,-1 0 2 16,-2 0 5-16,3 0-2 16,-3 0 0-16,0 0 0 15,2 0 0-15,-2 2-1 0,2-2 1 16,1 0 2-16,-1 1-1 16,-2 0-2-16,4-1 1 15,-2 2-1-15,0-1 0 16,0 3 0-16,1-2 0 15,1 1-1-15,-2 0 1 16,0 1 0-16,2-1 0 0,-2-2 0 16,2 2 1-16,0 1-1 15,-2-1 0-15,1 1 0 16,1 2 0-16,-4 0 0 16,1 0 0-16,1 3 0 0,-5-1 0 15,4 0 0-15,-3 1 0 16,3 0 0-16,1-2 0 15,-2 1 0-15,2-3 0 16,2 2 0-16,0-1 0 0,2 0 0 16,-3-2-1-16,2 3 0 15,1-1 1-15,-2-2 0 16,1 5 0-16,-1-1 0 16,0 1 0-16,-2 1 0 15,0-2-1-15,2 2 2 16,0 0-2-16,0-3 1 0,2 2-1 15,-2-2 1-15,2-1-2 16,0 1 2-16,0-1 2 16,0 2-1-16,0 0 0 15,0 1-1-15,0 2 1 16,0 0 0-16,0 1 0 16,-4 2 0-16,2-1 0 0,-1 0-1 15,1-1 1-15,-2 2-1 16,1-1 0-16,1 0 1 15,-1 0-1-15,3 0 0 16,-2 2 0-16,0-3 0 16,2 2 1-16,-2-3-1 0,2 3 0 15,-4-2-1-15,4 2 1 16,-1-1 0-16,1 2 0 16,0 0 0-16,0 0 1 15,0 1-1-15,0-1 0 0,0 1 0 16,0-2 0-16,0 1 0 15,0-1 0-15,2-2-1 16,1 1 1-16,-1 0 0 16,2 0 0-16,-1-2 0 15,0 3-1-15,1-1 0 16,0-1 1-16,1 0 0 0,1 1 0 16,-2-2 2-16,4 0-1 15,-2 0-1-15,-1 0 0 16,1 1 2-16,0 0-2 15,2-2 0-15,-2 0 1 16,1 1-1-16,-1-3 0 0,2 0 0 16,-3 2 0-16,3-3 0 15,-3 0 0-15,3 1 0 16,-1-3 1-16,0 1-1 16,1 0 1-16,1-1 0 15,1-1 0-15,-3-1 1 16,3 2 1-16,0-2 0 0,-1 1-1 15,1-1-1-15,0 1 0 16,1-2-1-16,2 1 1 16,-2 1 0-16,2-2 1 15,4 1-2-15,-4-2 1 0,3 1 0 16,-1-1 2-16,1-1-2 16,-1 0 2-16,-1 0-1 15,-1 0 0-15,2 0 0 16,-1-3 1-16,-1-1-3 15,1-2 2-15,1-2 2 0,-1-3 0 16,0 2 1-16,3-6-2 16,-1-1 0-16,0-3 1 15,1-1-1-15,0-2-1 16,-1-2 0-16,1-3 0 16,1 2-2-16,-5-2 1 0,0 0 0 15,-1 0 1-15,-2-1-1 16,1 1 1-16,-3-3-1 15,-2-2 1-15,-1-4 0 16,-1-1 0-16,0-1 1 16,-4-3-1-16,0 0 0 15,0 1-1-15,0 0 0 16,-4 0-1-16,-5 2 1 0,-1-1-1 16,-2 5 1-16,-4 0-1 15,-1 2 0-15,1 2 1 0,-2 4 0 16,-2 3 2-16,2 2-1 15,2 7 0-15,1 3-1 16,3 2-1-16,3 5 0 16,1 4-2-16,1 0-12 15,0 13-34-15,1 4-16 16,-3 1-25-16</inkml:trace>
  <inkml:trace contextRef="#ctx0" brushRef="#br0" timeOffset="10541.19">6262 15111 71 0,'0'0'15'0,"0"0"0"0,0 0-1 0,0 0-1 16,0 0-14-16,0 4-5 16,0 2 1-16,0 1 4 0,0 2 3 15,2 2-2-15,-2 0 2 16,1 5-2-16,-1-2 0 15,0 3 1-15,0 3 0 16,0-1 0-16,-3 2 1 16,-1 2-1-16,0 1-1 0,0 0 1 15,1 1-1-15,1 1 0 16,-2 0 1-16,-1-1-1 16,3 1 0-16,-5-3 0 15,2 2 0-15,1-4 2 16,0 1 1-16,-2-2 0 15,5-1-1-15,-1 0-1 0,0-2 0 16,2-4 0-16,0-2 0 16,0-1-1-16,0-3 1 15,2-1 1-15,1-2-1 16,1 0 2-16,0-1 1 16,0 1 3-16,1-1-4 0,-1-1-26 15,-2-2-10-15,-2 0-73 16</inkml:trace>
  <inkml:trace contextRef="#ctx0" brushRef="#br0" timeOffset="10894.9">6135 15669 81 0,'0'0'10'0,"0"0"-13"0,0 0 2 0,0 0 2 16,0 0 2-16,0 0 1 15,0 0 0-15,0 0-2 16,0 0 0-16,37 36 1 0,-29-32-1 16,3-1 0-16,1-2 0 15,-1 1 1-15,0-2 1 16,5 0 0-16,-3 0 0 16,3-7-11-16,-3-2-19 15</inkml:trace>
  <inkml:trace contextRef="#ctx0" brushRef="#br0" timeOffset="11044.78">6341 15568 141 0,'0'0'1'0,"0"0"10"0,0 0-9 16,0 0-2-16,-31 40 2 15,27-21-8-15,-1 3-20 16,1 1-18-16</inkml:trace>
  <inkml:trace contextRef="#ctx0" brushRef="#br0" timeOffset="11870.36">5881 16384 92 0,'0'0'5'0,"0"0"2"15,0 0-5-15,0 0-2 16,0 0 1-16,0 0-1 16,0 0 0-16,0 0 1 0,0 0 1 15,41-40-1-15,-26 34-1 16,0 2 0-16,-1 1 1 15,1 3 0-15,-1 0-1 16,-3 0 0-16,-2 0-1 16,0 2-1-16,-4 5-1 15,1 2-1-15,-4 3 3 16,0 2 3-16,-2 1-2 0,0 0 2 16,0 2-1-16,0-5-1 15,0 1 1-15,-2-2 0 16,0-2 0-16,-1-4 0 0,2-2 1 15,1-2-2-15,0-1 2 16,0 0 3-16,0-7 5 16,0-4-6-16,4-4-2 15,0-3-1-15,0-1 0 16,2-1 0-16,-2-1-1 16,0 0 1-16,-3 1-1 0,3 0 1 15,-4 6-1-15,0-1 0 16,0 3 0-16,0 1 0 15,0 4 1-15,0 2 6 16,0 1 6-16,0 1-2 16,-3 2-8-16,3 1-2 0,0 0-7 15,0 0-5-15,0 4 4 16,0 0 9-16,0 6-2 16,0-1-1-16,3 2-2 15,-1 0 1-15,0 2-1 16,0 3 2-16,1-1 1 15,3 0-1-15,-1 0 1 0,2-1 0 16,1-1 1-16,1 0 1 16,3-2 0-16,-1-1 0 15,3-1-13-15,-3-3-20 16,1-3-45-16</inkml:trace>
  <inkml:trace contextRef="#ctx0" brushRef="#br0" timeOffset="12326.92">6281 16368 147 0,'0'0'0'0,"0"0"14"0,0 0-10 16,0 0-4-16,0 0 0 16,0 0-3-16,0 0 4 15,0 0-2-15,-19 44 0 16,19-30-1-16,0 0-3 0,0 1 2 15,0 0 1-15,2-1 1 16,4 1 0-16,0-1 0 16,-1-3 2-16,3-1-1 15,0-1 0-15,-2-4 1 16,1 1-1-16,-3-5-1 0,0-1 2 16,1 0 2-16,0 0 3 15,-1-4 4-15,-2-6-1 16,3 0-1-16,-3-2-1 15,0-1 0-15,-2-1-3 16,0-1-1-16,0 1 1 0,0 0 0 16,0-1-2-16,-4 0 0 15,-2 2-1-15,3 1 2 16,-7 2-2-16,4 1 1 16,-5 3-1-16,1 2-1 15,0 4-2-15,-1 0-4 0,-1 7-5 16,1 5 0-16,-1 5-10 15,2 1-9-15,-1-1-5 16,2-1-23-16</inkml:trace>
  <inkml:trace contextRef="#ctx0" brushRef="#br0" timeOffset="12631.75">6406 16233 96 0,'0'0'1'0,"0"0"-1"0,0 0 2 16,0 0-1-16,47-23 0 0,-36 15-1 15,2 2 1-15,1 0 0 16,-1-2-2-16,-1 1-11 16</inkml:trace>
  <inkml:trace contextRef="#ctx0" brushRef="#br0" timeOffset="13307.35">6668 16176 7 0,'0'0'13'0,"0"0"1"0,0 0 1 16,0 0 9-16,0 0-2 16,0 0-5-16,29-39 1 15,-27 29-2-15,0-2-5 16,-2-1-6-16,0 2-1 15,0-2-2-15,0 2 0 0,-4-2-1 16,-2 3 1-16,2-3-1 16,0 2 1-16,-2 1 1 15,3 0-2-15,1 3-1 16,2 1 0-16,0 2 2 16,0 3-2-16,0 1-7 15,0 0-2-15,2 0 2 0,1 5-1 16,3 5 3-16,0 0 1 15,2 3 2-15,-2 4 2 16,3 0 0-16,-2 1 0 16,2 0 0-16,-2 0 0 0,1 1 1 15,-3-1 0-15,1-4-1 16,-1 3 2-16,-2-3-1 16,1-2 1-16,-2-1 0 15,0-1 1-15,0 0-1 16,-2 0-19-16,0-4-21 0,0-1-61 15</inkml:trace>
  <inkml:trace contextRef="#ctx0" brushRef="#br0" timeOffset="13478.09">6728 16297 99 0,'0'0'10'16,"0"0"26"-16,0 0-3 0,0 0-16 15,0 0-12-15,0 0-4 16,0 0-1-16,0 0 0 15,0 0 1-15,31-36-1 16,-18 27 1-16,0 2-2 16,1 2-11-16,-3-2-32 0,1 1-3 15</inkml:trace>
  <inkml:trace contextRef="#ctx0" brushRef="#br0" timeOffset="13770.15">6453 16391 117 0,'0'0'4'0,"0"0"0"0,0 0 3 16,0 0 1-16,0 0 1 15,0 0-6-15,24-44-2 16,-8 35-1-16,-1-1 1 16,3 0-16-16,1-4-41 15</inkml:trace>
  <inkml:trace contextRef="#ctx0" brushRef="#br0" timeOffset="15684.64">5839 14125 4 0,'0'0'5'0,"0"0"3"0,0 0-1 0,0 0-2 0,0 0 1 15,0 0-2-15,0 0 1 16,0 0 4-16,0 0 0 15,0 0-5-15,0 0 4 16,0 0 0-16,-25-25-2 16,25 22 5-16,-4 1-1 0,3 1 3 15,-1 0-3-15,0-2-3 16,-3 2 0-16,1-1-3 16,1 2-1-16,-3-1-3 15,1-1 2-15,1 1 4 16,-4-2-2-16,4 3 2 0,-2-1 0 15,1-1-1-15,1 2-1 16,0-1-2-16,-1 1-1 16,0 0 0-16,1 0-2 15,-2 0 1-15,1 0 1 16,-1 0 0-16,-2 0 0 0,0 0-1 16,1 0 0-16,0 0 1 15,-2 0-1-15,0 0 0 16,0 0 0-16,1 0 2 15,-2 0-2-15,-1 0 0 16,0 0 0-16,0 1 0 16,0 1 0-16,-1-1 0 0,-1 3 0 15,0-1-2-15,-3 4 2 16,3-3 0-16,-3 2 0 16,1 1 2-16,1-2-2 15,1 2 0-15,-1-3 1 0,3 1-1 16,2 0 0-16,-2-1 2 15,2 3-2-15,0-2-2 16,-2 2 4-16,4 1-2 16,-2-1 0-16,-4 4 0 15,4-2 0-15,0 1 0 16,0 3 0-16,-2-2 0 0,2 1 0 16,0 0 0-16,2 1 0 15,0 0 0-15,1-2-2 16,1 1 1-16,1 0 1 15,2 1-2-15,-3 1 1 16,0-1-1-16,3 3 1 0,-2 1-2 16,2-2 1-16,-2 3 0 15,3 0-1-15,-1 0 2 16,0-1 0-16,2 0 0 16,0 0 0-16,0-1 0 0,0 1 1 15,0 0 0-15,0 2 0 16,0-2 0-16,0 1 0 15,0-2 0-15,0-1 0 16,0 1-1-16,0 0 0 16,4-2-1-16,1 0-1 15,-3 0 1-15,2-1-2 0,1-1 1 16,2-1 0-16,-3 0 2 16,3-1-1-16,0 1 2 15,1 2 1-15,-2-1-1 16,2 0 0-16,-2 1 0 15,1 1 0-15,0 1-1 16,-2-3 1-16,1 1-1 0,-2 1 0 16,3-2-2-16,1-1 2 15,2 0 1-15,-1 1 0 16,5-2 2-16,-3 1-2 16,2 3 2-16,3-2-1 15,1 1 1-15,-1-1 0 16,-2 0 0-16,4-4 0 0,0-1 0 15,-3-2-1-15,1-1 0 16,-1-3 1-16,1-1-2 16,-2 0 3-16,2 0 0 15,1 0-1-15,-3 0-1 0,1 1 0 16,-1-1 0-16,1 0-1 16,-2 0 1-16,1 0-1 15,-1 0 0-15,3 0 2 16,-1 0-1-16,1-6 1 15,2-3 1-15,2-3-1 0,-1-3 2 16,2-3 0-16,-3 0-1 16,1-3-2-16,-4 1 1 15,-1-1-2-15,-4 0 2 16,-1-1 0-16,0 1 1 16,-4-2-1-16,-2 1 0 15,1-1-1-15,-2 0 0 0,2-1 1 16,-2 1-2-16,-1 1-21 15,-1-2-62-15</inkml:trace>
  <inkml:trace contextRef="#ctx0" brushRef="#br0" timeOffset="16226.1">7831 14928 153 0,'6'0'-1'0,"-2"0"-4"0,3 0-3 0,1-2-37 15</inkml:trace>
  <inkml:trace contextRef="#ctx0" brushRef="#br0" timeOffset="19164.03">15550 6007 66 0,'0'0'9'0,"0"0"-5"0,0 0 3 0,0 0 1 0,0 0-3 16,0 0 2-16,0 0-4 15,0 0-3-15,0 0 1 16,0 0 0-16,0 0 1 16,0-7-3-16,0 7 0 0,0 0-1 15,4 0-4-15,0 4 2 16,0 2 1-16,1 1-1 15,0-1 2-15,0 2 4 16,3-1-2-16,-4-2 0 16,1 1 2-16,2-1-2 0,-4 1 0 15,1-1 0-15,2-2 1 16,-2-1-1-16,3-2 2 16,-1 0 1-16,1-2 5 15,2-6-1-15,3-6 0 16,1-2-3-16,1-4 0 15,4-1 1-15,2-5-1 0,1 2-2 16,3-3 2-16,3 0-1 16,1 0 3-16,-1 0 1 15,1 0 0-15,1 2-2 16,-2 1-3-16,-2 1-2 16,-4 7 0-16,-3 3-3 0,-8 6-17 15,-5 3-8-15,-5 4-9 16</inkml:trace>
  <inkml:trace contextRef="#ctx0" brushRef="#br0" timeOffset="19711.91">15616 5989 33 0,'0'0'1'0,"0"0"10"0,0 0 7 16,0 0 2-16,0 0-4 15,0 0-3-15,0 0-5 16,0 0-8-16,0 0-3 0,0 0 2 16,0 0 0-16,-22 35 1 15,21-21 0-15,0-2 0 16,1-1 0-16,0-1-1 16,0-3 0-16,0-1 1 15,0-5-1-15,2-1 0 0,5 0 6 16,0-3 17-16,6-8 2 15,1-4-12-15,1-3-7 16,5-7 0-16,0-2-3 16,2-3 0-16,-1-2 0 15,2-1 0-15,3-3 4 0,-2-1 0 16,1 1 1-16,1 1-1 16,0 3-1-16,0 2-3 15,-2 4-1-15,-4 8 0 16,1 5-1-16,-8 3-2 15,1 7-8-15,-8 3-17 0,-3 0-16 16,-3 10-2-16,0 3-54 16</inkml:trace>
  <inkml:trace contextRef="#ctx0" brushRef="#br0" timeOffset="19988.32">15633 5983 126 0,'0'0'9'0,"0"0"17"0,0 0-10 0,0 0-7 16,0 0 0-16,0 0-3 16,0 0-4-16,37-31 0 15,-10 0 2-15,6-16-103 16</inkml:trace>
  <inkml:trace contextRef="#ctx0" brushRef="#br0" timeOffset="27129.93">7689 14215 0 0,'-2'1'1'0,"0"-1"0"0,0 0 0 0,-2 0 18 0,2 0 5 16,-2 0-10-16,-1 0 0 15,1 0-3-15,0 0 1 16,-2 0-5-16,0 0-2 15,2 0-4-15,-1 0 0 0,1 0 1 16,-4 0-1-16,3 0 4 16,0 0 2-16,-2 0 4 15,1 0-4-15,0 0-2 16,3 0 3-16,-1 0-4 16,-1 0 0-16,2 0-1 0,3 0 0 15,-2 0-2-15,0 0 1 16,-2 0-2-16,0 2 1 15,1-1-1-15,-1 3 0 16,-2-1 0-16,0 1 0 16,2 2 0-16,-3-2 0 15,-1 1-1-15,3 0 1 0,-4 0 0 16,2 0-1-16,-1 4 2 16,3-2-1-16,-2 0 0 15,-2 0 1-15,1 0-1 16,3 1 0-16,-4 0-1 15,2-1 1-15,0-1 0 16,1-1-1-16,-2 1 0 0,2 1 1 16,0-1 0-16,1-2 0 15,1 3 1-15,-1-3-1 16,3-1 0-16,-3 0 0 16,3 2-1-16,0 0 1 15,-2-2-4-15,-1 4-1 0,1 0 4 16,-1 0 1-16,-2 2 1 15,2-1-1-15,1 2 0 16,-2-1 0-16,2 1 0 16,1-2-4-16,1 1-1 0,0-1 3 15,0-1 2-15,2-1 0 16,0 0 0-16,0 2 0 16,0-1 1-16,0-1-1 15,0 1 1-15,0 2-1 16,0-1 0-16,0-1 0 0,2 3 0 15,0-3 0-15,0 1-1 16,0 0 0-16,3-1 0 16,-1 0 1-16,-1 0 0 15,1 0-1-15,3 0 0 16,-3-1 1-16,1 5-1 16,1-2 0-16,-3 2 2 0,3-1-1 15,-2 0 1-15,3 2-1 16,-2-1 1-16,-1-2-1 15,3-1 0-15,-3-1 0 16,-1 0 0-16,2 0-1 16,-1-1-2-16,0 2 2 0,-2 0 0 15,3-1 1-15,-1 0 0 16,0 0 1-16,2 0-1 16,-2 0-1-16,0 0 1 15,-1 0-2-15,1 0 2 0,0 0 0 16,-1-1 0-16,3 1 0 15,-3 0 0-15,1-1-1 16,0 1 1-16,1-1 0 16,-1 0 0-16,1-1 0 15,1 2 1-15,0-1-1 0,0 0 2 16,-1-1-4-16,1 1 0 16,0 0 3-16,0-1 0 15,0 1 1-15,-1 0-2 16,1 1 0-16,0 1 0 15,0-1-2-15,0 0 4 16,0 1-2-16,1-1 0 0,-2-1 1 16,4-1-1-16,-4 1-3 15,3-2 1-15,-3-1 3 16,3 1-1-16,0-2 9 16,0 0 1-16,1-1-5 15,-1 1 3-15,0 0-5 0,-1 0 0 16,3-1-2-16,0 1 2 15,-3 0-1-15,3-1-1 16,2-1 0-16,-3 2 1 16,0-2-1-16,2 0 0 15,0 0 0-15,-3 0 2 0,3 0 0 16,-1 0-2-16,1-2 1 16,-1-1-1-16,0 0 0 15,-1-1 0-15,-2 0 0 16,4-1 2-16,-2 0-2 15,2-1 2-15,-1-1-2 0,2 0 0 16,-3 0 0-16,3 0 0 16,-3-1-1-16,2 0 1 15,0-1 0-15,-2 2 0 16,-1 0 1-16,2-1-1 16,-1 1 0-16,-1 1 0 15,2 0 0-15,-3-3-1 0,3 0 1 16,-1 2 0-16,-1-3-1 15,0 3 1-15,1-3 0 16,-3 0-1-16,2 2 2 16,-4-1-2-16,0 2 3 0,-1-1 1 15,1-2 0 1,-2 1 1-16,0 0-3 0,0-1 0 16,-1-1-2-16,0 1 1 15,0-1 0-15,0 0-1 16,-1-2 1-16,0 2 0 15,0-1 0-15,0-2 1 16,0 0-1-16,0-2-1 0,0 0 2 16,-3 1-2-16,2-1 0 15,-3 1 1-15,2-1 1 16,-3 2-2-16,3-2 0 16,0 2 0-16,-2-3 0 0,0 1 0 15,0-1 1-15,2-1-1 16,-2 1 0-16,0 1 0 15,0-1 0-15,-1 3 0 16,0 2-1-16,1-2 1 0,-3 3 0 16,1 1 0-16,1-2 0 15,-3 1 0-15,3-1-2 16,-3 0 2-16,2 1 0 16,-3-1 0-16,1 0-1 15,-2 3-1-15,0-1 1 16,-1 3-1-16,-1 1-1 0,1 3-2 15,-5 3 7-15,3 0-4 16,-3 0-2-16,3 1-3 16,2 4 1-16,1 2-8 15,2-1-5-15,3 1-17 16,1-3-6-16,2-2-16 16</inkml:trace>
  <inkml:trace contextRef="#ctx0" brushRef="#br0" timeOffset="29082.05">9794 14198 21 0,'-2'0'2'0,"0"0"3"0,0 0 12 0,0 0-9 0,1-3 6 16,-3 2-3-16,0-1 3 15,-2 1 1-15,2 1-12 16,-4 0 1-16,1 1-5 16,-1 5-4-16,0 4-4 0,-1 0 5 15,-2-2 4-15,1 2 0 16,2 0 0-16,-3 0 1 15,-1 0 2-15,1 1-3 16,1 1 2-16,-2-1 0 16,1 2 2-16,-1-2-3 0,1 2 0 15,3 0 0-15,-1 2 0 16,0 0 0-16,2-1-2 16,1 3 1-16,1 0 0 15,1 0 0-15,-1 3 0 16,2 1 1-16,1 0-1 15,0 3-1-15,0-2 2 0,2 2-1 16,-2 3 0-16,2-4 1 16,0 0 0-16,0-2-1 15,0 1 0-15,2-2 0 16,2-3 0-16,-1 1 1 16,4-1-1-16,-3 0 1 15,1-1-1-15,1 2 1 0,-1-1 1 16,1 0-2-16,1 1 1 15,0 0 0-15,-1-2 0 16,3 1-1-16,3 0 0 16,-3-1 3-16,2-2-2 0,2 2 0 15,-2-3 0-15,3-2 1 16,-1-1-2-16,-2 1 2 16,3-2-1-16,-4 0-1 15,4 0 0-15,-1 1 0 16,0-1 1-16,3-1-1 0,1-2 0 15,-2-2 0-15,1-1 2 16,-1-3 0-16,1 2-1 16,-2-1 0-16,2-1 0 15,-1 0 0-15,1 0-1 16,-1 0 0-16,1 0 2 0,-3 0 0 16,2-3-2-16,1 0 1 15,-2-1 0-15,2 0 0 16,-1-2 0-16,1-1-1 15,-1-1 2-15,-1 0-1 16,-1-3 1-16,1 1 2 0,-3-1 2 16,3-1 2-16,-3 2-4 15,1-1 3-15,0-2-4 16,-1 3-2-16,-2-1 2 16,2-1-2-16,-2 1 3 15,0-3 0-15,2 1-1 0,0-4 0 16,0 0 2-16,1 0 0 15,1-3 1-15,-1 0-3 16,-1 2 1-16,0-2-2 16,0 2 1-16,-2-1-2 0,-3 3 1 15,-3-1 2-15,1 0 6 16,-2-1 7 0,-2 1-5-16,0-1-6 0,0-3-2 15,0 0-2-15,0 3-1 16,-7-3 1-16,1 0 0 15,-3 1-2-15,-2-1 1 0,4-1 0 16,-4-1-1-16,1 4 2 16,4-2-2-16,-4 0 1 15,3 2-1-15,-1-1 1 16,0 3-1-16,1 0 0 16,-1-1 0-16,0 2 0 0,-1 1 0 15,0 1-1-15,1 1 1 16,-4 0 0-16,2 0 0 15,1-1-1-15,-1 5 1 16,-1-1-2-16,2 2 0 16,-2 1 0-16,2 0 0 15,-3 2 2-15,1 1-3 0,1 1 1 16,-1-1 3-16,-1 3 0 16,2-1-1-16,1 2 1 15,-1 0-1-15,0-1 0 16,3 1 0-16,-3 0-2 15,0 0 2-15,3 0 0 0,0 0 0 16,-3 0 0-16,4 0 0 16,0 0 0-16,1 0-3 15,1 1 5-15,-3 2-4 16,2 1 0-16,-1-1 1 16,-1 1 1-16,-3 2 0 15,2-2 0-15,-1-1 0 0,-1 3 0 16,2-2 1-16,-1 0-1 15,0-1 0-15,0 2 1 16,0-1-1-16,1 0 0 16,-1-2 0-16,-1-1 0 15,2 2 1-15,1-2-1 0,1-1 0 16,-2 0 2-16,4 0-2 16,-2 2 0-16,4-1 0 15,1-1 0-15,1 3 0 16,0-2-4-16,0 3-19 0,0 1-9 15,0-2-4-15,3-1-29 16,5-2-25-16</inkml:trace>
  <inkml:trace contextRef="#ctx0" brushRef="#br0" timeOffset="29583.58">10054 13979 42 0,'0'0'24'0,"0"0"-7"0,0 0-4 16,0-2 1-16,0 2-1 0,0 0-8 16,0 0-6-16,0 0-5 15,2 0 5-15,-2 0 1 16,2 2 0-16,0 1 0 16,1-2 0-16,1 2 0 15,0-3 2-15,0 0 5 0,6-4 13 16,5-12 17-16,8-9-9 15,10-11-16-15,17-13-7 16,9-17-2-16,11-19-38 16</inkml:trace>
  <inkml:trace contextRef="#ctx0" brushRef="#br0" timeOffset="31011.06">17664 7599 71 0,'0'0'-2'0,"0"0"3"0,0 0-5 16,0 0-10-16,0 0 4 15,0 0 9-15,0 0 2 16,0 0 1-16,0 0 0 16,0 0-9-16</inkml:trace>
  <inkml:trace contextRef="#ctx0" brushRef="#br0" timeOffset="31351.55">17547 8550 121 0,'0'0'3'0,"0"0"25"0,0 0 2 15,0 0-14-15,0 0-3 16,0 0-8-16,0 0-2 15,0 0 1-15,0 0-5 16,-2-26 0-16,9 26-15 0,0 0-23 16,-1 0-13-16,0 0-17 15</inkml:trace>
  <inkml:trace contextRef="#ctx0" brushRef="#br0" timeOffset="31666.41">17477 9285 102 0,'0'0'5'0,"0"0"-5"15,0 0-1-15,0 0 2 16,0 0-2-16,0 0-2 16,0 0 0-16,0 0-7 15,0 0 2-15,31 4-3 0,-25-4-31 16</inkml:trace>
  <inkml:trace contextRef="#ctx0" brushRef="#br0" timeOffset="31949.72">17488 9971 42 0,'0'0'6'16,"0"0"6"-16,0 0 4 15,0 0 12-15,0 0-7 0,0 0-9 16,0 0-9-16,0 0-9 15,0 4 1-15,6-5-11 16,0 1-22-16</inkml:trace>
  <inkml:trace contextRef="#ctx0" brushRef="#br0" timeOffset="32164.91">17481 10608 61 0,'0'0'51'0,"0"0"-51"16,0 0 1-16,0 0 0 15,0 0-12-15,0 0-39 16</inkml:trace>
  <inkml:trace contextRef="#ctx0" brushRef="#br0" timeOffset="32985.83">17581 7659 8 0,'0'0'-8'0</inkml:trace>
  <inkml:trace contextRef="#ctx0" brushRef="#br0" timeOffset="33261.76">17483 8470 20 0,'0'0'13'0,"0"0"-12"0,0 0 1 16</inkml:trace>
  <inkml:trace contextRef="#ctx0" brushRef="#br0" timeOffset="44638.26">17585 7556 6 0,'1'0'11'0,"1"0"-8"0,0-2-8 0</inkml:trace>
  <inkml:trace contextRef="#ctx0" brushRef="#br0" timeOffset="44794.22">17585 7556 39 0,'0'0'28'0,"11"-3"-10"16,-11 3-9-16,0-1-6 15,0 1-5-15,3-1 1 16,-2 1 2-16,1 0-6 0,0 0 1 16,2 0-10-16,-4 0 5 15,0 0-2-15,2 0-5 16</inkml:trace>
  <inkml:trace contextRef="#ctx0" brushRef="#br0" timeOffset="46474.99">17623 7541 14 0,'0'0'19'0,"0"0"-5"0,0 0-5 15,0 0 1-15,0 0 2 16,0 0-2-16,0 0-3 0,0 0-3 16,0 0-1-16,0 0-3 15,0 0 0-15,0 0 0 16,0 0 0-16,0-6 0 16,0 6 0-16,0 0 2 15,0 0 5-15,0 0 5 0,0 0-1 16,0 0-4-16,0 0 0 15,0 0-4-15,0 0-1 16,0 0-1-16,0 0-2 16,0 0 0-16,0 0 1 15,2 0-1-15,1 0 1 16,0 0-1-16,1 0 1 0,-2 0 0 16,0 0-1-16,-2 0 1 15,1 0-1-15,0 0 1 16,0 0-1-16,-1 0 0 15,0 1 1-15,2 1 0 16,-1 0 0-16,0-1 0 0,3-1 0 16,-2 4 0-16,0-4 0 15,1 3-1-15,1 0 1 16,1-2 0-16,-3 3 0 16,1-2 0-16,0 1 0 15,0 1-1-15,1 0 2 0,-3-1-1 16,1 0 0-16,0 0 0 15,3-2 0-15,-3 1 0 16,0-1 0-16,0 1 1 16,0-1-1-16,0-1 0 15,1 0 0-15,-1 1 1 0,0-1-1 16,-1 0 1-16,1 0 0 16,0 0 0-16,2 0 1 15,1 0 1-15,-2 0-1 16,3-1-1-16,-1-3 0 15,1 0 0-15,1-1 0 0,0 0 0 16,0-1 2-16,1 2-3 16,-1-2 2-16,4-2 2 15,-4 1-1-15,2-1 2 16,4-2-1-16,-2-1 0 16,-2 1-1-16,4-1-1 0,-1-1 2 15,2 0 0-15,-2-1 2 16,0-1 2-16,3-1-1 15,-1 1-1-15,0-1-2 16,-1 2 1-16,1 0-3 16,-2 0 1-16,-1 2-2 0,-3 3 0 15,0 0-1-15,-1 1 1 16,-1 3 0-16,0-2 1 16,0 1 0-16,-2 0 0 15,-3 3-1-15,1-1-1 16,0 1 1-16,0 2-1 15,0 0 0-15,-2 0-1 0,2 0-1 16,-2 6-8-16,0 4-28 16,-2 0-26-16,-7 0-18 15</inkml:trace>
  <inkml:trace contextRef="#ctx0" brushRef="#br0" timeOffset="47086.33">17570 7588 21 0,'0'0'7'0,"0"1"-6"0,0 1 4 0,0 4 1 16,0-1 0-16,1 1 0 15,-1 0-4-15,2 1 2 0,-1 0-1 16,1-2 2-16,1 1-4 15,1 0 2-15,-2-3 0 16,2-2 0-16,3-1 5 16,-1 0 4-16,4 0 3 15,1-10 6-15,5-3-3 0,2-4-1 16,6-4 1-16,3-6-2 16,1-1 1-16,5-4 2 15,2-1-4-15,-2 1-3 16,-1 0-4-16,-1 4-2 15,-2 4-3-15,1 3 0 0,-2 3-2 16,-2-4-5-16,-7 1-110 16</inkml:trace>
  <inkml:trace contextRef="#ctx0" brushRef="#br0" timeOffset="48937.89">18763 8054 52 0,'0'0'2'0,"0"0"0"0,0 0-2 0,0 0 1 15,0 0-1-15,0 0 6 16,0 0 9-16,0 0-1 16,0 0 2-16,0 0-2 15,0 0-6-15,0 0 1 0,0 0-3 16,8-10-5-16,-2 9-2 16,-2 0 1-16,5 1 1 15,3-2-1-15,-1 2 1 16,2 0 0-16,3-2 0 15,-1 2 0-15,3-2 1 16,3-1 3-16,1-2-2 16,4 1 2-16,-1-2 2 0,0-1 0 15,0 3-2-15,-2-2-2 16,-4 3-2-16,-1 2 1 16,-6 0-1-16,-2 1 3 15,-1 0-4-15,-6 0-7 0,-3 1-24 16,0 5-12-16,-3-1 3 15,-10 1 23-15</inkml:trace>
  <inkml:trace contextRef="#ctx0" brushRef="#br0" timeOffset="49173">18792 8082 180 0,'0'0'-10'0,"0"0"15"0,0 0-10 16,0 0 1-16,0 0 8 15,0 0 4-15,0 0 1 16,46 2-5-16,-22-2 3 16,-2 0-3-16,9 0-2 15,1 0 0-15,1 0 0 16,4 0-35-16,2-5-121 0</inkml:trace>
  <inkml:trace contextRef="#ctx0" brushRef="#br0" timeOffset="50247.22">20131 7957 54 0,'0'0'-5'0,"0"0"2"0,0 0 3 0,0 0 0 0,0 0 0 15,0 0 2-15,0 0 4 16,0 0 2-16,0 0 2 16,0 0-6-16,0 0-1 15,0 0 1-15,0 0-2 0,18 3 3 16,-13-3 1-16,-3 0 0 15,2 0 4-15,3 0 1 16,-1 0-5-16,3 0-1 16,3 0-4-16,0 0 0 15,2 0 0-15,2-1 0 16,0-1 0-16,-1 1-1 0,0-2 0 16,-2 1 1-16,2 0 5 15,-3-1-1-15,1 3-1 16,0-1-1-16,-4-1-1 15,1 2-1-15,0 0 0 0,-6 0 2 16,0 0-3-16,1 0 1 16,-4 0-1-16,2 0-1 15,-2 0-14-15,-1 0-23 16,0 0-49-16</inkml:trace>
  <inkml:trace contextRef="#ctx0" brushRef="#br0" timeOffset="50732.42">20171 7994 81 0,'0'0'9'0,"0"0"8"0,0 0-15 0,0 0-1 16,0 0 1-16,0 0 2 15,0 0 2-15,0 0-1 16,0 0 0-16,0 0 0 15,15 0-2-15,-5 0-2 16,-2 0 2-16,5 0 0 16,1 0 0-16,3 0-2 0,0 0 1 15,0-1 0-15,-1 0 2 16,1-1-1-16,-2 0-2 16,1 0 1-16,-1 2-1 15,1-2 1-15,-3 1 0 16,1 1 0-16,-1 0 0 15,-2 0 0-15,-2 0-2 0,0 0-5 16,-4 0-9-16,-1 0-10 16,-2 0-2-16,-2 0-11 15,0 0-33-15</inkml:trace>
  <inkml:trace contextRef="#ctx0" brushRef="#br0" timeOffset="51073.37">20095 8031 82 0,'0'0'17'0,"0"0"-12"0,0 0 10 0,0 0 3 0,0 0-5 16,49-7-5-16,-29 4-5 15,4 2-1-15,4-5 0 0,3-1-65 16</inkml:trace>
  <inkml:trace contextRef="#ctx0" brushRef="#br0" timeOffset="52496.65">21365 7943 45 0,'0'0'6'0,"0"0"-3"0,0 0-1 0,0 0 0 15,0 0 6-15,0 0 4 16,0 0-1-16,0 0-1 0,0 0-6 16,0 0-3-1,0 0-1-15,0 0 0 0,0 0-1 16,0 0 4-16,0 0 3 15,2 0 1-15,-1 0 1 16,3 0 2-16,0 0-1 16,1 0-3-16,2 0-1 15,0 0-2-15,3 0-3 0,2 0 1 16,0 0-1-16,1 0 1 16,2 0 0-16,0 0-1 15,1 0 0-15,-1 0 0 16,-1-1 2-16,1-1-2 15,0 2 0-15,0 0 0 0,1 0 0 16,-2 0 1-16,0 0 0 16,-2 0-1-16,-2 0-4 15,0 0-14-15,-3 0-12 16,-3 0-10-16</inkml:trace>
  <inkml:trace contextRef="#ctx0" brushRef="#br0" timeOffset="53187.3">21365 7971 59 0,'0'0'7'0,"0"0"0"0,0 0-1 0,0 0-1 16,0 0-3-16,0 0-1 15,0 0-1-15,0 0 0 16,0 0 1-16,0 0 0 16,32 0 2-16,-22 0 4 0,1-1-3 15,1 0 1-15,1 1-2 16,2-2-2-16,3 2 1 16,-3 0-1-16,3 0-2 15,-2 0 2-15,3 0-1 0,-4 0 1 16,0 0-1-16,-2-1 0 15,-1 1 0-15,-2-2 0 16,-1 2 1-16,-1-1 1 16,-4 1-1-16,2-2 0 15,-2 2-1-15,-1 0 0 0,-1 0 1 16,0 0-1-16,0 0 0 16,-1 0 0-16,2 0 0 15,-3 0 0-15,0 0 1 16,0 0 1-16,0 0-1 15,0 0 2-15,0 0 2 0,0 0 6 16,0 0-1-16,0 0 0 16,0 0 0-16,0 0-2 15,0 0-1-15,0 0-1 16,0 0-3-16,0 0-1 16,0 0-1-16,0 0-1 15,2 0-1-15,-1 0 1 0,1 3 1 16,0-1 0-16,2-2-9 15,-1 0-74-15</inkml:trace>
  <inkml:trace contextRef="#ctx0" brushRef="#br0" timeOffset="54426.25">17405 7403 8 0,'0'0'-1'0,"0"0"-2"0,0 0-1 0,0 0 4 15</inkml:trace>
  <inkml:trace contextRef="#ctx0" brushRef="#br0" timeOffset="57509.82">23364 7611 72 0,'0'0'18'0,"1"0"-4"0,0 0-3 0,-1 0-4 0,0 0-6 16,0 0-1-16,0 0 0 16,0 0 0-16,0 0 1 15,0 0 1-15,0 0 1 16,0 0-3-16,0 0-2 0,0 0 5 16,0 0-5-1,0 0-1-15,0 0 2 0,2 0 0 16,0 0-2-16,2 2 5 15,-2 0-2-15,1 2 0 16,-1-2 0-16,0 1-1 16,0-1 0-16,1 1 1 15,-3 0-1-15,0 0 1 0,2 0-2 16,-2 0 1-16,0 1-3 16,0-1 2-16,0-1 4 15,1 1-2-15,0 0 0 16,2-1-1-16,-1-1-1 15,2-1 4-15,0 2-1 0,1-2 0 16,1 0 0-16,1 0 1 16,0 0-1-16,-1 0-1 15,2 0 2-15,1-2-2 16,0 1 0-16,1-3 1 16,-2 2-1-16,1-4 2 0,1 1 1 15,-1-1 6-15,3-3-3 16,1-1 2-16,3 0-3 15,1-5 0-15,6-1-4 16,0-2 1-16,4-3 2 16,4-1-2-16,-1 1 3 15,4-1-4-15,-2 0 0 0,-1 2-1 16,0 0 6-16,-2 2 7 16,-2 1-4-16,-6 1-2 15,3 3-3-15,-2 0-1 16,-3 3-2-16,-2 2 0 0,1 1-1 15,-6 2 1-15,-2 0 1 16,-1 3-2-16,-4 0 0 16,-1 2 0-16,-3 0-3 15,-1 0-7-15,0 4-20 16,-5 3-7-16,-9 0-1 16,-3 3-51-16</inkml:trace>
  <inkml:trace contextRef="#ctx0" brushRef="#br0" timeOffset="58328.81">23383 7629 27 0,'0'0'21'0,"0"0"-13"0,0 0-4 16,0 0-2-16,0 0 2 15,0 0-4-15,0 0 1 16,0 0-1-16,0 0 2 0,0 0-2 15,0 0 0-15,0 0 0 16,40 40 2-16,-37-34-1 16,-1-2 2-16,0 0-2 15,0-1 0-15,1 0 0 0,-1-2 0 16,1-1 1-16,1 0 0 16,1 0 3-16,1 0 1 15,0 0-4-15,3-1 1 16,2-3-2-16,1-2 2 15,1 1 2-15,1-4 1 0,-1 0 4 16,2-1-5-16,3-1 1 16,-1-3-5-16,4-1 1 15,0-3-1-15,6-3 1 16,2-1-1-16,2-2 1 16,4-3-2-16,1 3 1 15,1 0-1-15,-4 2 0 0,-2 1 1 16,-4 4-1-16,-3 2 5 15,-4 2 1-15,-1 2 0 16,-3 2 1-16,1 0-1 16,-4 1-2-16,1 2 1 15,-2-1-1-15,0 1 0 0,2 0 1 16,-3 1-5-16,-2 2 1 16,2-1-1-16,-6 1 0 15,-1 3 1-15,-2 0-1 16,0 0 0-16,0 0-2 0,-1 0 2 15,0 2-3 1,0 3-7-16,-1-3-34 0</inkml:trace>
  <inkml:trace contextRef="#ctx0" brushRef="#br0" timeOffset="61704.45">18450 8801 11 0,'0'0'35'0,"0"0"-14"0,0 0 0 0,0 0-5 15,-2 0 4-15,2 0 4 16,-2 0-6-16,2 0-9 15,0 0-7-15,0 0-3 16,0 0-14-16,0 0 6 16,4 0 7-16,0 0-1 0,4 1 1 15,1-1 2-15,1 2-1 16,4-2 3-16,2 0 0 16,4 0-1-16,1 0 1 15,2 0-2-15,4 0 0 0,-2-3 1 16,-1 1-1-16,2 1 2 15,-4-2 1-15,2 2 0 16,-3 1-1-16,0-2 1 16,0 2 2-16,3-2-3 15,-1 0 0-15,-1 2-1 0,1 0 2 16,-2-3-1-16,-2 3 0 16,-1 0-1-16,-3 0-1 15,-2 0 1-15,-3 0 0 16,1 0-1-16,-5 0 0 15,1 0-2-15,-5 0-19 0,-2 0-19 16,0 0-49-16</inkml:trace>
  <inkml:trace contextRef="#ctx0" brushRef="#br0" timeOffset="61998.43">18651 8862 86 0,'0'0'10'0,"0"0"14"0,0 0-11 0,0 0-12 15,0 0 2-15,0 0-4 16,0 0 12-16,0 0-3 15,0 0-2-15,43 0 0 16,-25-2-1-16,0-2-1 0,6 2 0 16,1 1 1-16,2 1-2 15,0 0 1-15,0 0-6 16,-6-4-59-16</inkml:trace>
  <inkml:trace contextRef="#ctx0" brushRef="#br0" timeOffset="63604.6">14830 8656 3 0,'0'1'7'0,"0"0"5"0,2 1 3 16,1-2 0-16,3 0 0 0,3 0 1 15,3 0 0-15,3 0-6 16,2 0-7-16,3-3 0 16,-2-1-1-16,3-2-12 15,-6-2-94-15</inkml:trace>
  <inkml:trace contextRef="#ctx0" brushRef="#br0" timeOffset="63728.4">14934 8711 152 0,'0'0'-15'0,"0"0"10"16,0 0-26-16,0 0-30 15</inkml:trace>
  <inkml:trace contextRef="#ctx0" brushRef="#br0" timeOffset="64517.24">20150 8764 63 0,'0'0'59'0,"0"0"-49"0,0 0 5 0,0 0 1 16,0 0-6-16,0 0-8 16,0 0-17-16,0 0 1 15,0 0 17-15,0 0-10 16,0 0 1-16,6 1 10 15,1-1-4-15,2 0 9 0,5 0 5 16,1 0-7-16,3 0-6 16,-1 0 2-16,-1 0-2 15,-1 0-3-15,0 0-9 16,-3 0-9-16,-5 0-1 16,1-1-6-16,-4 1-5 0</inkml:trace>
  <inkml:trace contextRef="#ctx0" brushRef="#br0" timeOffset="64738.06">20172 8797 104 0,'0'0'21'0,"0"0"1"15,0 0-14-15,0 0 3 16,0 0-12-16,0 0 2 0,0 0-1 15,53-12 2-15,-32 9 0 16,1-2-1-16,4 0 0 16,1 1 1-16,0 1-1 15,2-1-2-15,-6-3-57 16</inkml:trace>
  <inkml:trace contextRef="#ctx0" brushRef="#br0" timeOffset="65520.99">15876 8697 47 0,'0'0'3'0,"0"0"-2"0,0 0-1 0,0 0 0 15,0 0-1-15,0 0 3 16,0 0 0-16,0 0 3 16,0 0-4-16,0 0-14 15</inkml:trace>
  <inkml:trace contextRef="#ctx0" brushRef="#br0" timeOffset="66041.46">16008 8798 23 0,'0'0'0'16,"0"0"3"-16,0 0 7 0,0 0 0 16,0 0-3-16,0 0 0 15,0 0-1-15,39-1 0 16,-30-2 4-16,3-1 2 15,-4-1 2-15,3 0-1 16,2-1-4-16,1 0-2 0,3-1-3 16,0 0-1-16,1 4-3 15,-2-1 1-15,-2 0 0 16,2 3 0-16,-3-1-2 16,-3 2-4-16,0 0-3 15,-6 0-10-15,-1 0-7 0,-3 0-65 16</inkml:trace>
  <inkml:trace contextRef="#ctx0" brushRef="#br0" timeOffset="66302.92">16058 8822 108 0,'0'0'20'0,"0"0"-15"16,0 0 0-16,0 0-5 16,0 0-2-16,0 0 5 0,0 0 9 15,39-3-4-15,-12-1-4 16,8-3-2-16,5-4-31 15</inkml:trace>
  <inkml:trace contextRef="#ctx0" brushRef="#br0" timeOffset="67621.78">17342 8217 14 0,'4'-7'9'0,"1"3"-5"0,-2-2-3 0</inkml:trace>
  <inkml:trace contextRef="#ctx0" brushRef="#br0" timeOffset="69488.19">17431 8133 3 0,'0'0'23'16,"0"0"9"-16,0 0-7 15,0 0-8-15,0 0 4 16,0 0-8-16,0 0-10 16,0 0 0-16,-8-20 2 0,6 18-3 15,1 0 2-15,-1 1 4 16,0-3-2-16,-3 2 3 15,2-1 2-15,-1 2-6 16,2-2 1-16,-4 0-4 0,2 3 0 16,-1-3-3-16,0 3 0 15,-2-1 3-15,1 1-4 16,1 0-1-16,-5 0 6 16,4 0-3-16,-2 0 0 15,1 0 0-15,0 0 0 16,0 0 0-16,0 0 0 15,3 0 0-15,-3 0 0 0,1 2-2 16,-2 0 1-16,2 2-1 16,-2-1 0-16,1 1 3 15,-2 1-1-15,2-2 0 16,-1 1 0-16,3 1 0 0,-2 0 0 16,0-1 0-16,1-1 0 15,-1 1 0-15,1-1 0 16,-1 3 0-16,-1-5 0 15,2 3-3-15,0-1 4 16,1 1-2-16,-2-1 2 16,2 3-2-16,1 0 0 0,-2 2 0 15,0 1 0-15,-1 1 1 16,0 1-1-16,-1 3 1 16,2-2 0-16,-3-1-1 15,2 1 0-15,1 0-2 0,1 0 2 16,1 0 0-16,-1 0-1 15,2 0 1-15,0 1 1 16,-3 1-1-16,2-1 1 16,0 2 0-16,-2-2 0 15,0 1 1-15,-1 0-1 16,2-2 0-16,0 1-1 16,1-1 1-16,0-1 0 0,2-2-2 15,2 2-2-15,0-1 2 16,0 0 1-16,0 1 1 15,0 0 1-15,0-1-1 16,0 0 0-16,0 1 0 0,0-2 0 16,0-2 0-16,0 2-1 15,0-2 1-15,0 1-3 16,0 2 0-16,0-1 1 16,0 1 2-16,3 0 1 15,0 0-2-15,1-2 1 0,-2 1-3 16,1-1 1-16,1-2 0 15,1 1 1-15,0 0 4 16,-1 0-1-16,4 0-1 16,-4 0 1-16,4-1 0 15,-3 1-1-15,1-4 0 0,-2 4 0 16,1-3-1-16,1 2 0 16,-1-2 0-16,2 2 0 15,0 0 3-15,1-1-3 16,-1 0 0-16,3-1 1 0,0 0 0 15,-5 0 0-15,1-2 1 16,1-1 3-16,-3 2 3 16,3-1-2-16,-2 0 0 15,4-2-2-15,-1 2-2 16,2-1-1-16,1 1 1 16,2-1-1-16,-2 0 0 0,-1-1 1 15,0 0 0-15,-1 0-2 16,3 0 0-16,-4 0 3 15,3 0-2-15,2-2 2 16,2-1-2-16,1-1 2 16,-1-1-3-16,3 1 1 15,-1-1-1-15,-1 0 1 16,-2-1-1-16,1 1 0 0,0-2 1 16,0 0 0-16,0-1-1 15,1 0 1-15,-1 0-1 16,-1 0 1-16,-3 0-1 15,-1-1 1-15,1 1-1 16,-1-2 1-16,-3 0 1 0,1-2-1 16,-1 0 4-16,2 0-1 15,-3-1-1-15,2 1 1 16,1-3-3-16,-2 1 0 16,1-1 0-16,2-1 0 0,-3 0 0 15,0-1 0-15,0-1-1 16,0 2 1-16,1-1 0 15,-2 0-1-15,0 0 0 16,-1 0 0-16,1-1 1 16,-1-1-1-16,-2 4 0 0,1-2 1 15,-4 1-1-15,0 2 1 16,0-2-1-16,0 3 0 16,0 2 0-16,-3-4 0 15,-1 3 5-15,-1 1-4 16,-2 1 0-16,1 0 0 0,0 0-1 15,-1 1 1-15,-1 1-1 16,0-1 1-16,0 1-1 16,-1-1 2-16,-1-1 1 15,1 2-2-15,0-1-1 16,0 0 0-16,1 1 0 16,3 2 1-16,-3-1-1 15,2 2 1-15,0 0-1 0,0 1-1 16,-1 0-1-16,1-2 3 15,-3 3-2-15,1-1 3 16,-2 0-2-16,2 1 1 16,-1-1 0-16,-2 1-1 0,1 0 1 15,-2 2 0-15,3-4-1 16,-3 4 0-16,0-3 1 16,0 0-1-16,-1 1 0 15,0-2 0-15,-2 1 0 16,0-3 0-16,0 3 1 15,4-2-1-15,0 1 0 0,1 2 1 16,2 1-1-16,0 2 0 16,1 0-1-16,-1 4-15 15,-3 3-38-15,0-4-48 16</inkml:trace>
  <inkml:trace contextRef="#ctx0" brushRef="#br0" timeOffset="71484.63">23530 8489 60 0,'0'0'3'0,"0"0"1"0,0 0 2 0,0 0-3 0,0 0 0 16,0 0 6-16,0 0 6 15,0 0 7-15,0 0 2 16,0 0-8-16,0 0 1 16,-12-13-9-16,11 11-2 15,1 2-4-15,0 0 1 0,0 0-1 16,0 0-2-16,0 0-1 16,0 0-3-16,0 0-2 15,0 0 6-15,0 3-1 16,1 1-1-16,3 2 1 15,0 0-1-15,-3-2-1 16,1 3 0-16,0-3 2 0,-1 1 1 16,-1 0-1-16,1-2 2 15,-1 2 0-15,1 0-1 16,0-2 2-16,0 1-2 16,2 0 0-16,-2-3 0 15,1 1-3-15,1-2 1 16,-1 2 0-16,0-2 3 0,2 0 5 15,-2 0 2-15,1 0 0 16,1 0-1-16,2-4 2 16,1-1-4-16,1-2 0 15,2-3-3-15,0 2-1 0,1-4 0 16,1 0 0-16,2-3 1 16,2 0-1-16,4-2 3 15,3-3-3-15,2 1 1 16,6-2-2-16,3-2 1 15,-1 2 0-15,0-2-2 0,-4 5 1 16,-5-1 1-16,-1 5-1 16,-4-2 3-16,-3 4 2 15,0 2 0-15,-2 1 0 16,0 1-2-16,-2 1-1 16,0 2-2-16,-5 1 1 15,1 1 0-15,-5 2 0 0,-1-2 0 16,0 3 1-16,-2 0-1 15,0 0-1-15,1 0-1 16,1 0 0-16,1 3 0 16,3 2-1-16,-3-2-23 0,2-3-109 15</inkml:trace>
  <inkml:trace contextRef="#ctx0" brushRef="#br0" timeOffset="76192.98">19072 9226 20 0,'0'-2'24'0,"0"0"-4"0,0 1-1 0,0 1-8 16,0-1-5-16,0 0-9 16,0 0 7-16,2 1-4 15,2-1 0-15,-1 1 1 16,-1 0-1-16,-1-1 0 16,0-1 7-16,-1 2 11 15,0-1-4-15,1 1-9 0,0 0-5 16,0 0-7-16,2 0-13 15,2 0-10-15,-3 0-40 16</inkml:trace>
  <inkml:trace contextRef="#ctx0" brushRef="#br0" timeOffset="77142.91">20142 9669 59 0,'0'0'4'0,"0"0"8"0,0 0 0 0,0 0 4 16,0 0-8-16,0 0 6 15,0 0-4-15,0 0-13 16,0 0-3-16,0 0 14 15,0 0 0-15,0 0 5 0,15 0-3 16,-5 0-2-16,-1 0-3 16,3 0 1-16,2 0 2 15,1 0-2-15,0 0-2 16,3 0-1-16,-1-2 1 16,0 1-2-16,4-2 0 15,-4 2 0-15,3-1-1 0,-1-2 1 16,0 1-1-16,-2 0 1 15,-1 0 0-15,-1 1-2 16,-4 0 1-16,0 2-1 16,-2-1 1-16,-2 1-1 0,-2 0-1 15,-1 0-11-15,-2 0-30 16,-2 0-12-16,0 0-3 16</inkml:trace>
  <inkml:trace contextRef="#ctx0" brushRef="#br0" timeOffset="77312.06">20321 9705 90 0,'0'0'38'0,"0"0"0"0,0 0-24 16,0 0 5-16,0 0-10 15,48-5-5-15,-24-2-2 16,6 0 0-16,4-1-6 15,-4-3-81-15</inkml:trace>
  <inkml:trace contextRef="#ctx0" brushRef="#br0" timeOffset="78057.77">14720 9582 40 0,'0'0'14'0,"0"0"-7"0,0 0-7 0,0 0-1 0,0 0 0 0,0 0 0 15,0 0 1-15,0 0 14 16,0 0 13-16,0 0-14 15,0 0-4-15,2 0-8 16,0 0-1-16,3 0 0 16,2 0 1-16,-2 0-1 15,1 0 0-15,2 0 0 0,3-3-3 16,1-1 3-16,1 0 3 16,2-1 2-16,2 1-1 15,1 2-2-15,3-2 1 16,-4 2-1-16,1-3-20 15,-7-2-103-15</inkml:trace>
  <inkml:trace contextRef="#ctx0" brushRef="#br0" timeOffset="79431.5">21651 9554 88 0,'-1'0'3'0,"1"0"-3"0,0 0-1 0,0 0 1 15,0 0 2-15,0 0 2 16,0 0 0-16,0 0 2 16,0 0-2-16,0 0-1 15,0 0-1-15,3 0 0 16,2 0 6-16,4 0-5 0,-1 0-1 15,2 0 0-15,3 0-2 16,-2-2 1-16,2 1 1 16,1-2 1-16,1 0 1 15,0 2 2-15,2-1 1 0,1 0 0 16,2 1-4-16,-4 1-1 16,2-1 1-16,1 1-2 15,-1 0-1-15,-1 0-17 16,-2 0-21-16,-2 0-56 15</inkml:trace>
  <inkml:trace contextRef="#ctx0" brushRef="#br0" timeOffset="79618.48">21874 9572 115 0,'0'0'23'0,"0"0"9"15,0 0-9-15,0 0-13 16,0 0-7-16,0 0-3 15,0 0-3-15,0 0 2 16,0 0 7-16,-11 7-2 16,26-5 1-16,6-1-1 0,4 0-8 15,2-1-25-15,2 0-50 16</inkml:trace>
  <inkml:trace contextRef="#ctx0" brushRef="#br0" timeOffset="80543.09">23589 9319 39 0,'0'0'13'0,"0"0"-11"0,0 0 3 0,0 0 7 0,0 0 7 16,0 0 5-16,0 0 8 15,0 0-6-15,0 0 0 0,0 0-15 16,0 0-8-16,0-6-2 16,0 6-1-16,0 0 0 15,0 0 0-15,0 0-3 16,0 0-2-16,1 0-2 15,0 1 1-15,-1 1 0 0,2 1 0 16,-2 0 4-16,0 0 2 16,2 0 1-16,-1-2 0 15,1 2 2-15,3 0 0 16,-1-2-1-16,1 1 2 16,1-2 0-16,1 0 2 15,2 0 2-15,0 0 3 0,1-6-1 16,3 2-4-16,0-3 0 15,4-2 0-15,2 1-2 16,3-4-1-16,5-1-1 16,4-1 1-16,2-3-2 15,-1 0 1-15,3-1-2 0,-1 0 0 16,-3 3 1-16,-3 2-1 16,-2 3 1-16,-3 3 0 15,-6 0-3-15,-1 4-34 16,-6-2-92-16</inkml:trace>
  <inkml:trace contextRef="#ctx0" brushRef="#br0" timeOffset="81424.95">15044 10181 22 0,'-5'0'16'0,"1"0"3"0,1 0-10 16,2 0-5-16,0 0-3 15,1 0-1-15,0 0-22 16,0 0-7-16,0 0 9 15</inkml:trace>
  <inkml:trace contextRef="#ctx0" brushRef="#br0" timeOffset="82390.39">15011 10167 25 0,'0'0'-8'0,"0"0"-9"0,0 0 17 0,0 0 6 16,0 0 22-16,0 0 0 16,0 0-2-16,0 0-5 15,0 0-4-15,0 0-7 16,0 0-7-16,-16-20-4 16,16 20-8-16,0 0 5 15,0 0 3-15,0 3 0 0,0 1-2 16,2 0-1-16,-1 1 2 15,1 3 1-15,0-1 1 16,2-1 0-16,1 0 0 16,-1 2-1-16,3-1 1 15,-3-4-1-15,2-1-1 0,2-2 0 16,1 0 2-16,1-5 16 16,3-7 9-16,2-3-6 15,5-6-2-15,0-3-5 16,5-2-2-16,2-2 1 15,5-4-3-15,2-1-1 0,-1 0-1 16,3 3-3-16,-5 3-1 16,0 3 3-16,-4 7-4 15,-3 3 1-15,-2 8-5 16,-4 4-17-16,-4 2-29 16,-2 0-20-16</inkml:trace>
  <inkml:trace contextRef="#ctx0" brushRef="#br0" timeOffset="83247.24">16306 10119 49 0,'0'0'8'0,"0"0"12"0,0 0 2 0,0 0-7 16,0 0 1-16,0 0-2 15,0 0-11-15,0 0-2 0,0 0-3 16,0 0 0-16,0 0-1 15,0 0 1-15,0 0-1 16,-8-6 3-16,8 11-2 16,0 0-2-16,0 1 3 15,0 0 1-15,0-1 1 16,4 1 1-16,-1-2-2 0,2-1 0 16,3-3 2-16,-2 0 2 15,6 0 2-15,2-10-2 16,6-3 1-16,-2-5 5 15,6-1 3-15,-1-5-1 16,1 1 0-16,2-4-3 0,0 3-6 16,3 0 0-16,1 0-1 15,-1 3-1-15,-2 2-21 16,-3 4-55-16</inkml:trace>
  <inkml:trace contextRef="#ctx0" brushRef="#br0" timeOffset="83746.1">17498 10062 67 0,'0'0'17'0,"0"0"-19"0,0 0-5 0,0 0-1 16,0 0 4-16,0 0 3 16,0 0-1-16,0 0 2 15,0 0 10-15,0 0 6 16,0 0 1-16,12 27-3 15,-5-27 2-15,5-7-4 0,3-3-3 16,2-4-2-16,7 0-1 16,4-5 0-16,6-1-3 15,5-3-1-15,3-3-2 16,3-7-55-16</inkml:trace>
  <inkml:trace contextRef="#ctx0" brushRef="#br0" timeOffset="84424.49">18824 10525 42 0,'0'0'0'0,"0"0"2"0,0 0-1 0,0 0-10 0</inkml:trace>
  <inkml:trace contextRef="#ctx0" brushRef="#br0" timeOffset="84808.42">18730 10539 34 0,'0'0'35'0,"0"0"-15"0,0 0-6 16,0 0-11-16,0 0-3 16,0 0 1-16,0 0-1 15,-32 0 0-15,28 0 0 16,4 0 5-16,0 0 3 16,-2 0-3-16,2 0-3 0,0 0-1 15,0 0-1-15,4 3 1 16,3-1 2-16,7 0-1 15,6-1 2-15,1-1 3 16,5 0-2-16,1-1 13 16,2-6-11-16,-3 0 1 0,0 1 0 15,-3 1-4-15,0-1-1 16,-3 2-2-16,-3 1 1 16,-2 0 1-16,-3 3-1 15,-3 0 1-15,-3 0-9 16,-4 0-19-16,-2 3-23 15,0 1-9-15</inkml:trace>
  <inkml:trace contextRef="#ctx0" brushRef="#br0" timeOffset="85438.28">19917 10525 31 0,'0'0'68'0,"0"0"-56"0,0 0 9 0,0 0-11 16,0 0-2-16,0 0-5 0,0 0-4 16,0 0-2-16,0 0-6 15,0 0 5-15,0 0 6 16,-7 4 0-16,16-1-1 16,-1 0 0-16,5 0-1 0,-1-2 2 15,3-1 3-15,3 0 5 16,3 0-1-16,4 0 1 15,-4 0-3-15,3-2-2 16,0-1-2-16,-4-2 0 16,0 1 0-16,-4 0 3 0,-3-2 4 15,0 2 1-15,-2 0-2 16,-2-1-2-16,0 2 0 16,-1 1-4-16,-1 2-3 15,-1 0 1-15,1 0 0 16,-2 0 1-16,3 2-3 15,-3 3-20-15,3-4-56 0</inkml:trace>
  <inkml:trace contextRef="#ctx0" brushRef="#br0" timeOffset="85941.7">21434 10556 41 0,'0'0'40'0,"0"0"-9"0,0 0 1 0,0 0 3 0,0 0-23 15,0 0-12-15,0 0-1 16,0 0-1-16,0 0 1 0,0 0 1 16,0 0 0-16,42 6 2 15,-23-6-1-15,3 0 0 16,3 0 4-16,0 0-1 16,3-4 5-16,-1 2-2 15,4 0-4-15,0 1 0 16,3 0-1-16,1 1 0 0,4 0-9 15,1-3-64-15</inkml:trace>
  <inkml:trace contextRef="#ctx0" brushRef="#br0" timeOffset="86617.2">23665 10089 26 0,'0'0'-14'0</inkml:trace>
  <inkml:trace contextRef="#ctx0" brushRef="#br0" timeOffset="87340.33">23665 10089 17 0,'0'0'20'16,"0"0"6"-16,0 0-11 15,-14 13-5-15,14-12-4 16,0-1-5-16,0 3-1 16,0-2 1-16,0 2-1 15,0-1 1-15,0 1 1 16,0 0-2-16,0 2 0 0,2-2 0 16,1 1 1-16,-1 2 0 15,2-2 0-15,0 2-1 0,1-2 1 16,0 2-1-1,-3-2 0-15,1-1-1 0,-1-2 0 16,0 2 1-16,-1 0 2 16,0-2 1-16,0 1-1 15,2-1 0-15,-2 3 0 16,0-2-1-16,2-1-1 0,0 2 1 16,0 0-1-16,0 0 1 15,-1 0-1-15,1-2 1 16,-1 1 0-16,-1-1 1 15,1-1 2-15,1 0 7 16,-3 0 1-16,0 0-3 16,1 0-2-16,-1 0-2 15,1 0 2-15,1 0-2 0,-1 0-2 16,2 0 0-16,-1 0-2 16,4 0 0-16,-4 0 1 15,1 0-2-15,3-3 1 16,-1-1 0-16,2 1 0 15,-2-1 0-15,1-1 1 0,1 0-1 16,0-2 1-16,2-1 0 16,1 2-1-16,-2-3 1 15,3 2-1-15,0-3 0 16,2 1 0-16,1 0 2 0,1 0-1 16,2-1-1-16,1 0 0 15,3-1-1-15,-1-1 1 16,1 0 0-16,0 0-1 15,-2-2 0-15,-2 1 1 16,-1 0 5-16,-3-1 6 0,1 1 1 16,-3 2-6-16,0 0 0 15,0 1 2-15,-6 1 1 16,0 2-1-16,0 1-1 16,-3 2-6-16,-1 3 1 15,1-1-2-15,-2 2-1 0,1 0 0 16,-1 0-6-16,0 2-3 15,0 5-7-15,-5 3-13 16,-6 0-18-16,-3 1-15 16,-3 1-6-16</inkml:trace>
  <inkml:trace contextRef="#ctx0" brushRef="#br0" timeOffset="88095.86">23672 10143 11 0,'0'0'36'0,"0"0"-10"0,0 0-4 0,0 0-3 16,0 0-10-16,0 0-3 16,0 0-6-16,0 0-3 15,0 0 1-15,0 0 0 16,0 0 1-16,0 0 0 15,0 0 0-15,-1 13 1 0,6-9 1 16,-3 2 1-16,1-1 0 16,0 0-1-16,0 0 0 15,1-2-1-15,-3 3 1 16,1-3-1-16,1 1 1 16,-1-3-1-16,0 2 0 15,2 0 0-15,-3-2 0 0,1 0 0 16,2-1 4-16,0 0 3 15,1 0 1-15,2 0-2 16,0 0-1-16,3 0-2 16,-3-2 1-16,4-4-2 0,0 1 2 15,3-2 0 1,-4-1 0-16,2-3 3 0,4-2 5 16,1-1 0-16,0-3-4 15,1-3-2-15,4 0-2 16,4-2 0-16,1-1 1 15,0-1-1-15,5 2 0 16,-1 0 0-16,2 2-1 0,-4 2 0 16,-1 1-1-16,-1 2 2 15,-4 4-3-15,-2-2 1 16,-3 5-2-16,-4 0 0 0,-2 3 0 16,-2 1 1-16,-4 2-1 15,-2-1 1-15,-4 3-1 16,0 0-1-16,0 0-7 15,0 0-7-15,-8 6 4 16,-4 2-8-16,-2 1-22 0,-5 2-8 16,-2 2-3-16</inkml:trace>
  <inkml:trace contextRef="#ctx0" brushRef="#br0" timeOffset="88593.88">23716 10113 23 0,'0'0'21'0,"0"0"-3"0,0 0-4 0,0 0-7 16,0 0-4-16,0 0-1 15,0 0-1-15,-3 40-1 16,3-36 1-16,0-1-1 16,0 0 1-16,0 0 4 15,0-2 0-15,0-1 3 0,0 0-1 16,1 0 6-16,3 0 13 16,0 0 8-16,4-3-12 15,3-4-14-15,5-1 0 16,2-4 1-16,8-5-4 15,3-2 1-15,6-4-2 0,11-4-3 16,4-5 2-16,11-6-20 16,6-9-149-16</inkml:trace>
  <inkml:trace contextRef="#ctx0" brushRef="#br0" timeOffset="93173.16">17491 9774 1 0,'2'0'28'0,"1"0"-13"0,1-2-1 0,-2 0-2 16,1-1-4-16,-2 0 2 15,-1 0-1-15,0 0 0 16,0 0 2-16,0 2 5 16,0-2 0-16,0 0-2 0,-3-1-4 15,2 2 1-15,-1-3 0 16,0 3-1-16,-2-2 0 15,3 1-2-15,-1-1-5 16,-1 1-1-16,2 2-1 0,-1-1 1 16,-2 0-1-16,2 0-1 15,-2 1 2-15,2-1-2 16,-2 1 1-16,-1-1-1 16,2 1 0-16,0-1 1 15,-2 0-1-15,2 0 1 0,0 1-1 16,-2-2 0-16,1 0 0 15,-1 2 1-15,1-2-1 16,0 2 0-16,0-1 0 16,1 1 0-16,1-1 0 15,-3 2 0-15,1 0 0 16,1 0-6-16,-2 0 6 0,-2 0-6 16,1 0 4-16,-2 0 0 15,-1 3-1-15,2-1 2 16,-3-1 4-16,1 2-3 15,1-2 0-15,-2-1 0 16,1 2 0-16,1-1 1 0,-2 1-2 16,-1 0 1-16,1 0-2 15,-1 1 4-15,-1-1-4 16,0 1 2-16,1 3 0 16,-2-2 2-16,3 1-4 0,1 2 2 15,-2 0 2-15,4 2-2 16,-2 0 0-16,-1 1 0 15,2 1-2-15,0 2 2 16,-2-3-1-16,1 3 0 16,1-2 1-16,1 2-1 15,1-2 0-15,-2 1 1 0,3-1-1 16,1 1 1-16,0-2-2 16,-2 2 0-16,1 0 0 15,-2 2 2-15,0 0-2 16,-2 3 2-16,-2 2 0 15,2 0 0-15,-2 1 0 16,1 0 0-16,2-1 0 0,-1-1 0 16,1-3 0-16,2-1-2 15,-2 1 1-15,2-2-1 16,3 0 1-16,-3-2 0 16,2 3 0-16,0-1 1 15,-1 3 0-15,1-1 0 0,2 0 0 16,2 0 0-16,0 1 0 15,0-1-2-15,0-2-2 16,2 0 1-16,3-2 2 16,2-1 1-16,-2 0 0 15,1 0-2-15,-1-3 2 0,0 2 0 16,2-1 1-16,1 1-1 16,-1-1 1-16,1 2 0 15,-1 0-1-15,2 0 1 16,-2-3-1-16,1 2 0 15,-3-2 0-15,4-1-1 0,-4-1 2 16,3 1-1-16,-2-3 1 16,4 1 0-16,-3 0 0 15,2 2 1-15,1 0-1 16,0-1 1-16,0 2-2 0,0-2 0 16,1 2 0-16,0-1 1 15,-4-1-1-15,4 1 0 16,-2-2 0-16,-2-1 0 15,4 0 0-15,-3-2 2 16,2 2-1-16,3-3 1 16,-1 0-1-16,1 0 2 0,3 0-1 15,0 0 0-15,5 0-1 16,-1-4 1-16,3-2 0 16,-1 0 0-16,-1-1 0 15,1-1-1-15,-3-3 0 16,2 2-1-16,-4-1 1 0,0-1-1 15,0-1 3-15,-2 1 1 16,2 0-1-16,-4-1-2 16,-1-2 1-16,3 0-1 15,-4-1 1-15,3-2-1 16,-1 0 0-16,-1 0 0 0,-1-1 0 16,-1 0 0-16,0 2-1 15,-2 0 0-15,-2 1 2 16,1-1-1-16,-4 0-1 15,4 2 2-15,-3 0-1 16,-3-3 0-16,1 4 0 0,-1-1 3 16,0 0 1-16,-1-1-1 15,0 2 1-15,0 0 1 16,0-2-5-16,2 1 0 16,-2-2 0-16,2 1-1 15,-2-1 1-15,0-2-1 16,0 2 0-16,0-2 1 0,0 2-1 15,-6-1 0-15,3 1 2 16,-5 2 0-16,4-1 0 16,0 2-2-16,2 1 1 15,-2 1-1-15,1-2 1 16,1 2-1-16,1 1 0 0,1-1 0 16,-1-1 1-16,1 2-1 15,0-1 1-15,0 1-1 16,0 2 0-16,-2-1 0 15,-2 1 0-15,0 1-2 16,-2-1 3-16,0 2-2 0,-1-2 2 16,-4-2-3-16,1 4 3 15,-3-3 1-15,-2 3-1 16,0 0-1-16,-2 0 0 16,-2 5 1-16,-1 1-1 15,1 0 0-15,0 4-11 16,1 4-37-16,2-3-65 0</inkml:trace>
  <inkml:trace contextRef="#ctx0" brushRef="#br0" timeOffset="94432.71">10480 10379 123 0,'-9'0'4'0,"3"0"9"0,0 0-1 0,1 0-6 15,-2 0-5-15,2 0 0 16,1 0 0-16,-2 1 5 0,3 1-3 15,3 2-3-15,0 0-5 16,0 2 3-16,0 1 0 16,9 0 2-16,0 0-2 15,5-1 1-15,2-3 0 0,3 0 2 16,1-2 2-16,2-1 1 16,0 0-3-16,2 0 3 15,0 0-2-15,0-1 0 16,-1-2-1-16,1 0 0 15,-1 0 0-15,-2 0 1 0,2 2-1 16,-4-2-1-16,-2 2 2 16,-1 0-2-16,-7 0 1 15,-1 1-1-15,-5 0 0 16,-1 0-1-16,0 0-1 16,-2 0-2-16,0 0 0 15,-2 0 7-15,-5 3 1 0,-3 5-1 16,-5 1-3-16,0 1 1 15,-5 4-1-15,2 0 1 16,-2 3-1-16,-1-1-1 16,4 4 1-16,-3 1 0 15,1 1 0-15,-2-1 1 0,1 1-1 16,2-3 1-16,-3 1 0 16,4-4 0-16,4-2 0 15,6 1 0-15,0-2 0 16,7-2-5-16,0-5-35 15,0-6-66-15</inkml:trace>
  <inkml:trace contextRef="#ctx0" brushRef="#br0" timeOffset="94745.24">10815 10596 128 0,'0'0'7'0,"0"0"12"0,0 0-18 16,0 0-2-16,-38 26 0 15,24-14 1-15,-1 4-1 16,-2 1 2-16,-3 3 0 0,1 1 0 15,2-1 1-15,1 2-1 16,3-3 0-16,3 0-1 16,1-3 1-16,5-2 0 15,2-3 3-15,2-4-6 16,0-7-44-16</inkml:trace>
  <inkml:trace contextRef="#ctx0" brushRef="#br0" timeOffset="95230.43">11024 10329 99 0,'0'0'1'0,"0"0"6"16,0 0-2-16,0 0-4 15,0 0-2-15,-29 44-1 0,19-25 2 16,2 2 1-16,-1 0-1 16,6 1 0-16,1-3 0 15,2-2 0-15,2-2 0 16,10-4 0-16,3-4 1 15,2-6 2-15,4-1 1 16,3 0 2-16,0-8-3 0,2-5 2 16,-4-2-1-16,-2-1 4 15,-2-4 1-15,-4 1 4 16,-3 0 3-16,-2-1-3 16,-7 0-6-16,-2 2 0 15,0 2-3-15,-11 0-1 0,-4 4-3 16,-2 0 0-16,-6 7 0 15,-1 4-3-15,0 1 2 16,-1 3-3-16,0 10-7 16,6 1-21-16,1 2-8 15,9-6-19-15</inkml:trace>
  <inkml:trace contextRef="#ctx0" brushRef="#br0" timeOffset="95734.55">11601 10275 44 0,'0'0'7'0,"0"0"-4"0,0 0 0 0,0 0 1 16,0 0-1-16,0 0 0 15,0 0 9-15,0 0 5 16,0 0-6-16,39 6-5 0,-20-12-2 15,4 0 0-15,4-2 0 16,2-2 1-16,1-1 5 16,5-1 1-16,-1-3 1 15,2 2-4-15,-3-1-1 16,-1 1 3-16,-3 0-2 0,-2 2-3 16,-4-1-1-16,1 4-1 15,-2 1-1-15,-2 0-2 16,0 2 1-16,-2 2 0 15,-3 1 1-15,-1 0 0 16,-3 1 0-16,-4 1 1 0,-1 0-7 16,-6 0-27-16,0 0-31 15,0-1-4-15</inkml:trace>
  <inkml:trace contextRef="#ctx0" brushRef="#br0" timeOffset="95984.09">12090 10015 103 0,'0'0'0'0,"0"0"3"0,42-8 3 16,-29 8-1-16,1 0 0 15,-4 0 1-15,1 1-1 16,-3 8-3-16,-4 2-2 15,-1 3-1-15,-3 2 4 16,0 4 4-16,-3 0 0 0,-7 1 1 16,0 0-8-16,1-1-20 15,-1-7-15-15</inkml:trace>
  <inkml:trace contextRef="#ctx0" brushRef="#br0" timeOffset="96475.14">12396 9923 66 0,'0'0'9'0,"0"0"0"0,0 0 1 16,0 0 0-16,0 0 5 15,0 0 1-15,26-37-9 16,-23 25 1-16,1 1 2 16,1 0-5-16,-3-2-4 0,2 2 1 15,-3-1 2-15,0 4 1 16,0 1-3-16,-1 1 1 15,0 3-3-15,2 1 1 16,0 2-2-16,0 0-6 16,0 0 0-16,0 8-1 0,2 1 0 15,0 3 4-15,0 1-4 16,-1 3 4-16,3-1 3 16,-2 2 1-16,1 0 1 15,2 1-1-15,-2-1 1 16,3-2 0-16,-1 1 1 15,2 1 0-15,-4-3 2 0,1 2 2 16,-2-1 1-16,-2 2-12 16,-2-3-22-16,0-2-16 15</inkml:trace>
  <inkml:trace contextRef="#ctx0" brushRef="#br0" timeOffset="96602.25">12495 10089 110 0,'0'0'41'16,"0"0"1"-16,0 0-21 15,0 0-6-15,26-43-13 16,-7 35-1-16,7 1 1 0,1 1-2 16,-1 2-19-16,-5 0-104 15</inkml:trace>
  <inkml:trace contextRef="#ctx0" brushRef="#br0" timeOffset="97314.78">10896 11005 28 0,'0'0'0'0,"0"0"0"0,0 0-2 0,0 0-1 15,-34 38 2-15,23-30 4 16,2 1 5-16,-4-1 7 15,-1 0 3-15,-1 2-9 16,-5 0 0-16,2 0-6 16,-2 1-1-16,-3 2-1 0,-2 1-1 15,4-1 0-15,-1 1 0 16,5-2 0-16,0-2 0 16,5-2 0-16,5-1 0 15,3-4 0-15,4 1-1 0,0-1-5 16,0-3-4-16,7 0 8 15,5 0 18-15,2 0-4 16,5 0 1-16,-2-4 1 16,4-2-3-16,1-1 2 15,3 3 4-15,-4-2-2 0,2 1-10 16,-2 2-2-16,-2-1-1 16,-4 3 1-16,-1 1 0 15,-2 0-1-15,-3 0 0 16,-2 1-1-16,3 5-4 15,-3-1-31-15,2-4-21 0</inkml:trace>
  <inkml:trace contextRef="#ctx0" brushRef="#br0" timeOffset="97692.35">11119 11042 140 0,'0'0'-6'0,"0"0"4"0,0 0-16 0,0 0 13 16,0 0 3-16,0 0 3 0,0 0-2 15,-31 44-2-15,25-33 5 16,2 0-4-16,3 1 2 16,1-2 0-16,0 1-1 15,0-3-1-15,9-3 0 16,1-1 2-16,5-2 1 0,2-2-1 15,1-2 13-15,1-7 6 16,-2-3-1-16,-1-2-2 16,-3-1 1-16,-1 0 0 15,-6 1-1-15,-5 0-5 16,-1 0 0-16,0 0 2 16,-1 0-7-16,-12 2-4 15,0 0 1-15,-2 4-1 0,0 2-12 16,-3 6-9-16,3 0-18 15,-3 4-32-15,6 3 0 16</inkml:trace>
  <inkml:trace contextRef="#ctx0" brushRef="#br0" timeOffset="98143.61">11683 10937 2 0,'0'0'84'0,"0"0"-73"0,0 0-13 0,0 0 3 0,0 0 7 16,46-16-2-16,-23 9 1 15,2-4 4-15,1 0 1 16,5-2 0-16,-1 1 2 16,3-2-3-16,2 4-5 0,0-4-3 15,-2 4-1-15,1 1-1 16,-3 0 0-16,1 0-1 15,1 1 1-15,-4-1-1 16,2 2 0-16,-4 0 1 16,0 0-1-16,0 0 3 15,-6 1 0-15,0 0 0 16,-5 2-1-16,-2 1-7 0,-4 0-48 16,-6 0-10-16</inkml:trace>
  <inkml:trace contextRef="#ctx0" brushRef="#br0" timeOffset="98431.53">12284 10650 122 0,'0'0'-2'15,"0"0"4"-15,0 0 3 16,44-11 0-16,-30 11-5 15,-3 0-3-15,1 0 2 16,-1 0 2-16,-2 4-2 0,2 3-1 16,-6 0 0-1,1 0 3-15,-2 3 0 0,-4-3 1 16,0 5 0-16,0-2 4 16,-10 1 2-16,-2 1-2 15,-1 0-1-15,-3 4 1 16,1-3-4-16,1-2-23 15,0-4-38-15</inkml:trace>
  <inkml:trace contextRef="#ctx0" brushRef="#br0" timeOffset="98863.02">12486 10573 59 0,'0'0'7'0,"0"0"0"15,0 0-4-15,-29 47-1 16,27-34-1-16,0 1-1 0,2 0 2 15,0-1-2-15,0-3-2 16,6 0 2-16,2-3 2 16,1-1 2-16,1-3 5 15,1-2 5-15,1-1 1 16,2 0 7-16,0-4-6 0,0-6 0 16,0-2-6-16,0 0 1 15,-3-3 0-15,-5 0 1 16,-1 0 5-16,-5-1 2 15,0-3-7-15,-2 4-3 16,-7-1-6-16,-5 2 1 0,-3 3 0 16,-5 6-7-16,-4 4-31 15,-5 1-101-15</inkml:trace>
  <inkml:trace contextRef="#ctx0" brushRef="#br0" timeOffset="100664.52">24315 7432 24 0,'0'0'2'0,"0"0"16"0,0 0 5 0,0 0-3 0,0 0-7 15,-20-39-1-15,16 34-2 16,2-1-3-16,-2-1 3 16,3 3 0-16,-1-2 2 0,2 0-2 15,0 3-4-15,0-1-1 16,0 1-1-16,0 0-2 15,0 2 5-15,5-2-6 16,1 2-1-16,1 1 0 16,1 0-1-16,2 0 2 15,0 0-2-15,0 0 1 0,3 4-2 16,-3 3 0-16,2 0 1 16,-1 2 1-16,0 2-2 15,1-1 2-15,-1 4-1 16,0 0-1-16,0 2 0 15,-1 1-2-15,0 3 1 0,2 0 0 16,-3 3 0-16,1 0-1 16,0 2 3-16,-2-1 1 15,1 3-2-15,-3-1 2 16,2-1 0-16,-5 2 0 0,-1 0 0 16,0 1 0-16,-2 1 0 15,0 0 0-15,0 0-1 16,0 4 1-16,-6 1 0 15,-3 3 1-15,1-2-2 16,-4 2 1-16,-1 0 3 16,0 0-3-16,1-3 0 0,-1 1 0 15,2 0 0-15,5-1 0 16,-3 0-3-16,7 2 0 16,1-1-1-16,1-1 3 15,5-1-1-15,5-3 1 16,3-2 0-16,4-1-3 0,3-1 8 15,-2-5-2-15,0-3 1 16,0-4 0-16,-5-2-1 16,-3-5 0-16,-3 0-1 15,-4-3 1-15,-1-1-2 16,-2 0 2-16,0-3 5 0,0 3 3 16,-3 1-2-16,-4-1-7 15,-1 3 2-15,-2 1-3 16,1 3 0-16,0 2-1 15,-2 1-1-15,1 3 1 16,2 1-1-16,-3 4 1 16,4-1-2-16,-1 4 1 0,0 2-2 15,1 1 2-15,-2 3 0 16,1 2 1-16,0 1-1 16,-1 4 0-16,1 1 1 15,1 5-3-15,1-1 3 16,-2 1 1-16,2 3 0 0,-1 2-2 15,1-1 4-15,-3 3-2 16,2 4 0-16,-1 1 1 16,3-1 0-16,-3 0 0 15,2-1 2-15,2-3-1 0,1 0 0 16,0 0 0-16,1-2 0 16,1 1 1-16,-4-1-2 15,1-3-1-15,-1-1 0 16,1-1-1-16,-1 1-2 15,1-2 1-15,-2 2 3 0,0-1 1 16,3 0-2-16,-6 0 6 16,4-4-1-16,-3 2-1 15,-2-2-1-15,-3-4 0 16,-7 2 4-16,-5-3-1 0,-15 0 3 16,-9-3-1-1,-18-2-1-15,-24-8-16 0,-21-7-84 16</inkml:trace>
  <inkml:trace contextRef="#ctx0" brushRef="#br0" timeOffset="102822.89">5436 13993 83 0,'0'0'7'0,"0"0"2"0,0 0-7 0,0 0 0 15,0 2-3-15,2-1-1 16,-2 1 1-16,1 2 1 16,3 0 3-16,0-1-3 15,1-2-1-15,5 1-1 16,4-2-1-16,1-3 8 0,6-10 0 16,3-7 4-16,6-10 1 15,3-8-3-15,3-7 5 16,3-5-8-16,9-5-3 15,-1-1 1-15,6 2 0 0,-5-1-30 16</inkml:trace>
  <inkml:trace contextRef="#ctx0" brushRef="#br0" timeOffset="103349.13">7488 13990 91 0,'0'0'-5'0,"0"0"3"0,0 0 4 0,0 0-2 16,0 0 1-16,0 0 2 15,0 0 6-15,40-11 4 16,-29-3 7-16,4-5-5 15,3-6-5-15,7-2-4 0,5-4-3 16,9-5 2-16,4-1 0 16,6-5-26-16,0-8-125 15</inkml:trace>
  <inkml:trace contextRef="#ctx0" brushRef="#br0" timeOffset="103839.66">9960 13726 102 0,'0'0'17'0,"0"0"4"0,34-49-12 0,-8 19-6 16,10-13-1-16,8-9-1 16,8-15-31-16</inkml:trace>
  <inkml:trace contextRef="#ctx0" brushRef="#br0" timeOffset="110141.64">23404 7659 73 0,'-1'0'12'0,"1"0"-3"0,0 0-4 15,-2 0 0-15,-2 0-1 16,3 0-3-16,-1 0 0 16,-1 0-1-16,2 4 0 0,-1-1 0 15,2 0-1-15,-3 0 0 16,3 1 0-16,0-1 0 16,0 0-1-16,0-2 0 15,0 2-1-15,5-3-1 16,1 0 8-16,2 0 6 0,4 0-3 15,3 0 1-15,1-7 0 16,5-3 0-16,4-6 2 16,2-1 5-16,3-3 0 15,2 0-4-15,0-1-6 16,-1 2-2-16,2-1-3 0,-6 4-38 16,-6 0-123-16</inkml:trace>
  <inkml:trace contextRef="#ctx0" brushRef="#br0" timeOffset="110811.68">23576 8515 51 0,'0'0'11'0,"0"0"2"0,0 0-11 0,0 0-1 0,0 0-1 16,0 0 1-16,0 0 4 15,0 0 5-15,0 0 2 0,0 0 2 16,0 0 1-16,0 0 5 16,13 3-13-16,-2-7-2 15,3-3 0-15,3-3-3 16,3-2-1-16,-1-1 0 16,2-2 1-16,-2-2 2 15,1 1-1-15,-2-2 0 0,2 1-1 16,0 3 0-16,-7-2-9 15,-3 3-89-15</inkml:trace>
  <inkml:trace contextRef="#ctx0" brushRef="#br0" timeOffset="111573.48">23557 9365 64 0,'0'0'24'0,"0"0"-1"0,0 0 0 0,0 0-16 15,0 0-1-15,0 0-2 16,0 0-1-16,0 0-3 15,0 0-2-15,0 0 1 16,0 0 0-16,-2-15 0 16,3 15-1-16,1 5-4 0,0 0 5 15,0 1 3-15,2 0 0 16,-1 0-1-16,1-1-2 16,1-1-3-16,1 1 5 15,0-4 0-15,2-1-1 16,1 0 2-16,0 0 0 0,3 0-1 15,2-6 1-15,1-5-1 16,4 0 0-16,2-5 1 16,1 0 0-16,4-3 2 15,1-3 0-15,2 0 4 0,0-2 1 16,0-1 2 0,-1 0-2-16,1 0-5 0,-1 1-2 15,-3 3 2-15,1 3-3 16,-5 3-1-16,0 4-3 15,-6 5-22-15,-2 4-36 16,-5 0-53-16</inkml:trace>
  <inkml:trace contextRef="#ctx0" brushRef="#br0" timeOffset="112328.25">23683 10180 85 0,'0'0'1'0,"0"0"-4"0,0 0 3 0,0 0-1 16,0 0 1-16,0 0-1 0,0 0 3 15,0 0 1-15,0 0 2 16,0 0 1-16,0 0-4 16,0 0 0-16,32 20-2 15,-28-15 1-15,-1 0-1 16,1 0 0-16,0 0 0 0,0-1 0 16,-3 0 1-16,1-1 0 15,0-3 6-15,1 0 3 16,2 0 1-16,-1 0-3 15,6 0 0-15,-3 0-3 16,5-3-3-16,3-7 1 16,0 0-1-16,3-1-1 0,1-3 1 15,4-5 7 1,-2 1 3-16,5-4 3 0,4-2 1 16,1-1-2-16,3-2 4 15,0 1-9-15,1 2-4 16,2 4-2-16,-7 3-3 0,1 3 1 15,-5 3-2-15,-3-1-34 16,-7 0-90-16</inkml:trace>
  <inkml:trace contextRef="#ctx0" brushRef="#br0" timeOffset="122601.99">13873 11017 140 0,'-1'0'-16'0,"0"-5"25"0,1 0-4 0,0 2-3 0,0 0-1 16,0 0 0-16,0-1 3 15,0 1 1-15,-3-1 3 16,1-2 5-16,-3 1-1 15,0 1 4-15,0 0-10 0,-3 1-7 16,0 2 4-16,-1-2 1 16,-1 2-3-16,-3 1-1 15,-1 0 0-15,-3 0 0 16,-4 0 1-16,0 0 0 16,-4 1-1-16,0 3 1 0,-1 2 1 15,1-2-3-15,1 2 0 16,-1 1 4-16,0-1 0 15,3 2-2-15,0-2 0 16,0 4 1-16,-1 0-1 16,-1 1-1-16,-3 1 1 0,-2 2-1 15,-2 3 0-15,0 0 0 16,-1 1-2-16,1 2 2 16,2 1 2-16,0 1-2 15,4-1 1-15,-2 0 1 16,4 1 1-16,4 2 0 15,-2 0-1-15,1-1-1 0,2 2-1 16,-1 0 0-16,3 1 0 16,2-1 0-16,-1-1 1 15,3 1-1-15,2-2-1 16,5 1 0-16,1-1 1 0,2 1-1 16,2-3-1-16,0 3 0 15,0-2-1-15,8 2 1 16,1-1 2-16,1 1-1 15,1-1 1-15,2-1-1 16,1-2 0-16,1-3 0 16,1 2 1-16,3-3-1 0,0-2 0 15,3 1 1-15,1-1 3 16,1 0-4-16,4 1 2 16,0-1-1-16,1 0 0 15,4-3 0-15,-2 2-2 16,3-3 1-16,1 2 1 0,-3-3 0 15,6 4-1-15,-2-4 0 16,0 1 2-16,4 0-2 16,3-2 3-16,3 2-3 15,2-3 3-15,-2-2-2 16,1 0 1-16,-3-3-3 16,0-1 1-16,-4-1 2 0,2 0-1 15,1 0 1-15,3 0 0 16,-1 0-9-16,-2 0 18 15,1 0-10-15,3 0 1 16,-3 0 0-16,-1 0 1 0,0 2-2 16,4 0 0-16,-1 2 0 15,2-1 0-15,1 1 0 16,4-4 0-16,1 0 0 16,2 0 0-16,2 0 0 15,-3 0 1-15,2 0-1 16,0-2 2-16,2 0-2 0,-3 1 1 15,-2 1-1-15,1 0 0 16,1 0 1-16,0 0-1 16,0 0 0-16,2 0 0 15,-2 0 0-15,6 0 1 16,-1 0-1-16,4-3 0 0,0 0 0 16,2-2 1-16,3 1-1 15,0 0 1-15,2 0-1 16,-1 0 1-16,0 0-2 15,2-2 2-15,0 1-1 16,-2-1 0-16,-1 0 1 0,2-1-1 16,-3-1 0-16,3 0 0 15,-3-2 0-15,0 2 0 16,-1-2-1-16,-2-1 0 16,2 0 2-16,-4-4 1 0,-1 2 1 15,-1-1 1-15,-1-2-2 16,-1 1 0-16,-1-1-1 15,-2-1 0-15,0 3 0 16,-2-4-1-16,-3-1 1 16,-2-1 0-16,-5 0-1 15,-3-3 0-15,-1-1 1 16,-7 2 2-16,-3-3 0 0,-8 1-1 16,-1 0 2-16,-6 0 2 15,-4-2 0-15,-3 1-1 16,-3-2-1-16,-2 1-1 15,-3-1-1-15,0 3 0 0,-1-3 1 16,0 6-2-16,0-2 0 16,-2 3 0-16,-4 0 0 15,-1 3-1-15,-1-1-1 16,-2 1 0-16,-3 0 0 16,-1 0 3-16,-3 0-3 0,2 0 2 15,-5 1 3-15,0-1-4 16,2 1-1-16,-4 2 0 15,1 1 2-15,0 2-1 16,-3 1 0-16,2 0-3 16,-3 3 3-16,-1 0 0 15,-1 3-2-15,-2 0 3 0,-4 1-1 16,0-2-5-16,-1 2 9 16,-2-1-3-16,1 1-1 15,1-1 1-15,2 1-3 16,0-1 5-16,1 0-2 15,2 1 0-15,-4-1-1 16,0-2 0-16,1 3 1 0,-4 0-2 16,1-1 2-16,-1 0-1 15,1-1 0-15,2-1 0 16,0-1 0-16,-2 2 0 16,1 1 0-16,-2-2 0 0,0 3 1 15,-2-1-1-15,-2 1-1 16,0-1-1-16,-3 1 3 15,3-1-1-15,-2 0 1 16,-1-1-2-16,-1 0 2 16,-1 3-1-16,2-1-3 0,-1 2 5 15,1 0-2-15,1 1 0 16,-1 0 0-16,-1 0-1 16,0 0 1-16,-2 0 0 15,-1 2 1-15,-2 3-1 16,-1 0-2-16,4 1 3 15,1 0-2-15,3-1-7 0,0 1 9 16,3 0-5-16,1-2 3 16,-1 0 1-16,2-2-1 15,2-1 5-15,-3-1-4 0,4 0 0 16,0 0 0-16,-1 0 0 16,0 0 0-16,-1-3 1 15,0 0-1-15,-2 2 0 16,0-5-1-16,2 3 1 15,-2-1 1-15,-1 0-1 16,3 0 0-16,-1 2 0 16,-1-2 0-16,-4 4 1 0,2 0-2 15,-3 0 2-15,-2 0-2 16,-1 4 2-16,0 3-2 16,-3 2 1-16,0 1 0 15,-4-2 0-15,1 4 0 0,-2-2 0 16,-1 1 0-16,1 0 0 15,3-1 0-15,-5 0-1 16,-2 2 2-16,0-2-2 16,1 1 2-16,-3-1-1 15,1 0-1-15,3 0 1 16,-2-2 1-16,4-1-1 0,2 2-1 16,3-5 2-16,4 3-1 15,7-3 0-15,2-1 0 16,5 0 0-16,2 3 0 15,-2-1 0-15,1 3-3 16,-1 1-3-16,0 3-12 0,-2 0-5 16,2 0-36-16,1 1-26 15</inkml:trace>
  <inkml:trace contextRef="#ctx0" brushRef="#br0" timeOffset="129616.92">18111 11414 2 0</inkml:trace>
  <inkml:trace contextRef="#ctx0" brushRef="#br0" timeOffset="129840.92">18111 11414 6 0,'0'0'41'0,"0"0"-15"16,-7-4-4-16,7 1-9 15,0 3-8-15,0 0-4 16,0-3 0-16,0 3 0 16,0 0 2-16,0 0-1 0,-2 0-1 15,2 0 0-15,0 0-1 16,0 0 1-16,0 0 0 16,0 6-1-16,0-4 0 15,4 0 0-15,1-2 1 0,5 0-2 16,5-2 14-16,11-14 12 15,10-11-6-15,15-10-14 16,15-10-1-16,17-13-3 16,10-14-49-16</inkml:trace>
  <inkml:trace contextRef="#ctx0" brushRef="#br0" timeOffset="131517.85">20330 12941 50 0,'0'0'10'0,"0"0"8"0,0 0-4 16,0 0-9-16,0 0-2 15,0 0-1-15,0 0 2 16,0 0 0-16,0 0 7 16,0 0 4-16,0 0 6 15,0 0-5-15,0 0-11 0,0 0-5 16,0 0-2-16,0 4 3 15,0-1 0-15,0 3-1 16,0-2 0-16,0 0 1 16,2-1-1-16,0 1 0 15,-1-1 0-15,1-3 0 0,3 0 0 16,1 0 0-16,-1 0 9 16,3 0 8-16,6-7 0 15,-1-3-8-15,6-1-4 16,2-5 1-16,4-1-3 0,3-1 2 15,4-4-1-15,0 1-2 16,3-4-1-16,-1 0 0 16,5 1-1-16,0 1 0 15,-3 2 0-15,0 4 0 16,-3 4-13-16,-6 3-33 16,-6 3-53-16</inkml:trace>
  <inkml:trace contextRef="#ctx0" brushRef="#br0" timeOffset="132593.15">20583 13932 53 0,'0'0'8'0,"0"0"16"0,0 0-3 0,0 0-8 0,0 0-8 15,0 0-5-15,0 0 0 16,0 0 2-16,0 0-2 16,0 0 1-16,0 0 2 15,0 0 5-15,0 0 11 0,3-25-2 16,-2 25-6-16,0 0-11 16,-1 0-5-16,2 0 4 15,2 0 0-15,-2 0 1 16,1 1 0-16,-1 3 0 15,2-1 0-15,0 0 0 16,-2 1 1-16,1 1-1 0,2 0 0 16,-1-1 0-16,-2-1 1 15,-1 0-1-15,2 0 2 16,0-2-2-16,1-1 1 16,1 0 0-16,1 0 1 0,1 0 3 15,2-1-1-15,-1-5-1 16,4-1-2-16,0-1-1 15,3-1 0-15,-1-1 1 16,3 0 1-16,1-5-3 16,1 4 6-16,5-4-1 15,-3 1-3-15,3-3 4 0,2 0 0 16,1 0-4-16,-2-3 1 16,-2 1-1-16,2-2 0 15,1 3 1-15,-1-1-1 16,1 2 1-16,-4 3-2 15,2 0 1-15,-1 3-1 0,-2 3 0 16,-2 3-6-16,-3 0-44 16,-8 3-56-16</inkml:trace>
  <inkml:trace contextRef="#ctx0" brushRef="#br0" timeOffset="133546.49">20644 14969 11 0,'0'0'22'0,"0"0"-13"0,0 0 3 15,0 0 1-15,0 0-1 0,0 0-4 16,0 0 0-16,0 0 6 16,0 0 3-16,0 0-2 15,0 0-4-15,0 0-1 16,0 0-6-16,0 0-4 16,8-25 2-16,-7 23-2 0,1-1 0 15,0 2 0-15,0 1 0 16,-1-1 0-16,2 1 0 15,-3 0 0-15,2 0 0 16,-1 0 0-16,2 0 2 16,0 1-1-16,2 0-1 0,-3 3 1 15,2-1-1-15,0-1 1 16,1 2-1-16,-3 0 0 16,1-1 0-16,1 0 1 15,0-2 0-15,-4 1 0 16,3-1 0-16,-1-1 1 0,0 2 4 15,1-2 1 1,1 0 5-16,1 0 2 16,3 0 2-16,3-7-5 0,5-3-4 15,3-3-3-15,5-4-1 16,2-3-3-16,3-3 5 16,7-4-5-16,4-3 3 0,9-8-1 15,11-7-3-15,7-11 3 16,2-10-37-16</inkml:trace>
  <inkml:trace contextRef="#ctx0" brushRef="#br0" timeOffset="138090.49">23388 7592 38 0,'2'0'9'0,"0"0"-8"16,-1 0-1-16,1 0 1 0,-1 0 0 15,0 0-1-15,-1 0 7 16,0 0 9-16,0 0-5 0,0 0-8 15,0 3-2-15,-3 1-1 16,0-1 1-16,0 1 0 16,-1-1 3-16,1-1-2 15,3 1-1-15,0-2-1 16,0 3 2-16,0-2-2 16,0 1 2-16,0-1 0 0,0 3 1 15,1-1-2-15,1 0 0 16,2 3 0-16,-2-1-1 15,-1 0 1-15,1-1-1 16,1 1 0-16,2-3 0 16,-3 1 0-16,2-2 0 0,1-1 0 15,-1-1 1-15,2 0 0 16,-1 0 0-16,1 0 1 16,0 0 2-16,1-3-1 15,4-3 0-15,-4 1 1 16,4-2-1-16,3-2-1 0,1-4-1 15,3 1 0-15,3-3 0 16,0-3-2-16,2 2 2 16,1-1-1-16,1 0 1 15,-4 1-1-15,3 2 0 16,0-3 0-16,-1 3-1 16,2-1 3-16,1 0-2 0,1 0 1 15,-2 0 0-15,1 1 0 16,-6-1-1-16,1 2 0 15,-4 0 3-15,-3 2 0 16,0 1 4-16,-3 1 5 16,-1-1 4-16,-3 3 1 0,2 0-1 15,-3 2-6-15,-1 0-2 16,0 0-3-16,-2 0-2 16,0 4-1-16,-1-1-1 15,-1 0 2-15,1 2-2 0,-2 0 1 16,2 0 0-16,0 0-2 15,1 0 0-15,3 0-1 16,-2 4-1-16,0 0-21 16,-3-2-52-16</inkml:trace>
  <inkml:trace contextRef="#ctx0" brushRef="#br0" timeOffset="140845.44">23261 7639 0 0,'1'0'3'0,"2"0"2"0,-3 0 10 0,2 0 7 15,-1 0-6-15,1 0-11 0,0 0-2 16,-1 0-2-16,1 2 0 16,1-1 0-16,-1 2-1 15,-1 0 1-15,1-1 0 16,2 1 2-16,0 2-1 16,0-2 2-16,0 1-2 0,2 0-1 15,-3-1 1-15,2 0-1 16,2 1 2-16,-4-1 0 15,6-2-2-15,-4 2 0 16,0 1 1-16,1-1-2 16,-1-3 0-16,3 2 0 15,-2-2 3-15,4 0 9 0,1 0 4 16,2-5-1-16,4-3 2 16,0-2-5-16,5-3-1 15,-2-3-4-15,5-3 5 16,3-3-4-16,2-3-2 0,5-2 0 15,2-3 1-15,7-2 1 16,-2 1-4-16,4 1 3 16,-2-1-3-16,-1 3 0 15,-3 2 0-15,-4 2-1 16,-4 3-1-16,-4 2-1 0,-3 2 0 16,-3 3 0-16,-6 3 0 15,2 2-1-15,-5 3 0 16,-1 3 0-16,0 2 0 15,-1 1-1-15,-6 0-1 16,-2 8-2-16,-3 3-17 16,0 4-11-16,-6-2-52 0</inkml:trace>
  <inkml:trace contextRef="#ctx0" brushRef="#br0" timeOffset="142086.94">19879 8817 87 0,'0'0'5'0,"2"0"2"0,1-2-4 0,0 2-3 16,2-1 0-16,-2 1 0 15,3 0-2-15,3-2-4 16,-4 1-10-16,4-2-59 16</inkml:trace>
  <inkml:trace contextRef="#ctx0" brushRef="#br0" timeOffset="142848.81">21830 8745 47 0,'0'0'10'0,"0"0"9"0,0 0-9 16,0 0-1-16,0 0-4 15,0 0-3-15,0 0-1 0,0 0-1 16,0 0 1-16,0 0-1 16,0 0 2-16,-5 0-1 15,5 0-1-15,0 0 0 16,0 0 0-16,0 0 1 0,0 0 0 16,0 0 0-16,-1 0 4 15,1 0 4 1,0 0-4-16,-1 0-1 0,0 1-3 15,0 1 0-15,1 3-2 16,0-1 1-16,0 0-4 16,1-4-10-16,6 0-28 0</inkml:trace>
  <inkml:trace contextRef="#ctx0" brushRef="#br0" timeOffset="143899.07">23553 8477 0 0,'0'0'27'0,"0"0"-12"0,0 0 0 0,0 0 2 16,0 0-4-16,0 0-1 0,0 0 0 15,0 0 2-15,0 0-4 16,0 0-7-16,0 0-2 16,0 0-1-16,7 0 0 15,-6 0 1-15,0 0-1 16,3 0 0-16,-4 0 0 0,0 0 0 16,2 0 1-16,-1 3-1 15,2 0 1-15,-2 2-2 16,1 0 2-16,0 2-1 15,1 0 2-15,-1 0-4 0,1-1 4 16,-1 0-2 0,2-1 0-16,0 2 0 0,-1-2 0 15,2-1 0-15,-1 0 0 16,1-1 0-16,1-3 0 16,1 0 0-16,4 0 0 15,-2-2 2-15,4-5 3 0,5-3 1 16,-2-1-2-16,3-2 0 15,4-2 4-15,4-1 2 16,0-1 0-16,2-3-2 16,4-1-1-16,2 1-5 15,1-3-1-15,1 0-1 16,2 2 0-16,3-2-1 16,-4 1 2-16,3 1-1 0,-5 2 0 15,0 0 0-15,-6 4 0 16,-2-1 1-16,-3 5-1 15,-3-2 3-15,-5 6 0 0,-3-3 0 16,-3 5 1-16,-5 2-1 16,-2 1 0-16,-2 2 0 15,0 0-1-15,-2 0 0 16,0 0-1-16,0 0-5 16,0 7 0-16,-8-3-31 0,-4-1-72 15</inkml:trace>
  <inkml:trace contextRef="#ctx0" brushRef="#br0" timeOffset="144823.79">19541 9544 76 0,'-3'0'2'0,"-1"0"6"0,2 0 3 0,0 0-4 16,0 0-1-16,1 0-4 16,1 0 0-16,0 0-1 0,0 0 1 15,0 0 0-15,0 0-4 16,0 0-4-16,0 1 2 15,0 2-9-15,1 0-9 16,1-2-25-16</inkml:trace>
  <inkml:trace contextRef="#ctx0" brushRef="#br0" timeOffset="146220.48">23577 9295 37 0,'0'-3'2'0,"0"1"11"0,0 0 11 16,0-1-10-16,0 3-4 15,0-1 1-15,0 0-5 16,0 0-3-16,0 1-4 16,0 0 1-16,0 0 1 0,0 0-1 15,0 0 0-15,1 5-1 16,1 0-1-16,0 3 1 15,-2 0 1-15,2-1 1 16,1 2-1-16,1-2 0 0,1-2 0 16,0 1 0-1,3-3 0-15,-2 1 0 0,2 0 0 16,0-4 0-16,3 0 2 16,1 0-1-16,3 0 0 15,1-4 3-15,5-5 6 0,5-2 1 16,3-4-2-16,4-4-2 15,3-1 3-15,4-4-2 16,3-2-2-16,1-2-1 16,3-3 2-16,1 0 1 15,1-1-1-15,-2 1-3 16,-1 3-2-16,-6 4 0 0,-4 4-2 16,-6 3 0-16,-4 5 1 15,-5 2 0-15,-4 3-1 16,-6 2 0-16,-1 1 0 15,-2 3 1-15,-4 1-3 16,0 0-1-16,2 0-11 0,-5 3-31 16,-1 0-45-16</inkml:trace>
  <inkml:trace contextRef="#ctx0" brushRef="#br0" timeOffset="149115.71">23622 10085 31 0,'0'0'14'0,"1"0"-8"0,2 0 14 15,-1 0-1-15,0-3-1 0,4-1-7 16,-4-1-3-16,1 1 0 16,-2 1-3-16,0 1 0 15,1 0-2-15,-2 2 3 16,0 0 1-16,1 0-7 16,2 0 1-16,-1 6 2 15,1 1-3-15,1 0 0 0,3 0 0 16,-2 0 0-16,3 2 0 15,-2-2 0-15,1 3 0 16,-1-2 0-16,0 1 1 16,-1-1-1-16,-1-1 0 15,2 1 0-15,-3 0 1 0,0-2-1 16,2-1 1-16,0-2-1 16,-1 2 0-16,1-1 2 15,0 0-2-15,1 0 0 16,1 0 1-16,-2 1-1 15,3-4-1-15,-2 2 1 0,3-2 0 16,0-1 0-16,2 0-2 16,2 0 4-16,0-4-4 15,-1 0 2-15,0-2 0 16,-1-1 0-16,-1 0 0 16,0 1 0-16,-2-4 0 15,5-1 0-15,-2 0 0 0,2-3 3 16,2-2-2-16,2 0 0 15,4-1 0-15,2-1-1 16,2-1 1-16,-4 1-1 16,5-1 0-16,-1 1-1 15,1-1 2-15,0 2-2 0,-1-1 2 16,0 2-1-16,0 2 1 16,-1-3-2-16,-1 4 1 15,-5 0 1-15,-1 4-1 16,-5 1 1-16,-2 3-1 15,-1 2 1-15,-4 0 0 16,-2 3-2-16,-1 0 3 0,-2 0 2 16,0 0 3-16,0 0 16 15,0 0-2-15,0 0-8 16,0 0-8-16,0 0-2 0,0 0-1 16,0 0-1-16,0 0-1 15,0 0 2-15,0 0-2 16,0 0 0-16,0 0 0 15,0 0-2-15,0 0 0 16,3 0-10-16,0 0-2 16,-1 0-9-16,-1 3-7 0,-1 0-2 15,1 1 2-15,-1 0-8 16</inkml:trace>
  <inkml:trace contextRef="#ctx0" brushRef="#br0" timeOffset="151330.64">21428 12715 74 0,'0'0'13'0,"0"0"8"0,0 0-9 16,0 0-6-16,0 0-3 16,0 0 0-16,0 0-2 15,0 0 0-15,0 0 6 0,0 0 3 16,0 0-3-16,0 0-5 16,25-31-2-16,-14 29 1 15,3 0-1-15,1 0-1 16,2 2 1-16,1 0 0 15,2 0 0-15,-2 0 0 16,2 0 1-16,-3 0-1 16,-2 5 0-16,1 0 1 0,-4 1-1 15,-2 2 1-15,1-2 1 16,-5 3-1-16,-1-1-1 16,1 1 2-16,-5 1 0 15,1 1 0-15,-2 0 1 0,0 2-1 16,0 2 1-16,0 1 1 15,0 1-3-15,0 2 1 16,-2-1-1-16,-4 4 1 16,-1-1 0-16,0 4 1 15,-2-3-2-15,0 3 1 0,2-1-1 16,-5 2 0-16,4-2 0 16,3 2 0-16,1-1-1 15,1 0 1-15,3-1-1 16,0-2 1-16,0 1-1 15,5-2 0-15,2-5 0 16,2 1 2-16,4-4 1 16,0-2 2-16,1-4 0 0,-1 0-2 15,-1-2 0-15,0-2-2 16,-1-1 0-16,0 1 3 16,-5 0-4-16,-1-1 0 15,-2 2 1-15,-2-2-1 0,-1 3 2 16,0 2 0-16,-1 2 0 15,-7 6-1-15,-1 1 0 16,-4 5-1-16,0 3 0 16,-1 5 1-16,1 5-1 0,0 1 0 15,2 2 0-15,1 1 1 16,0 2 0-16,3 0-1 16,1-2 0-16,2 5 0 15,0-2 1-15,2 5-1 16,2 0-1-16,-1 3 2 15,1 0-1-15,0-2 0 0,0 3 1 16,2 0-1 0,3 2 0-16,2 3 2 0,-1 4-2 15,0 0 0-15,2 5 1 16,-2 0-1-16,0 0 0 16,0 0 1-16,2 0-1 0,0-2 0 15,-2-2 2-15,0 1-1 16,-2 0 1-16,-1-4-1 15,-2 3 1-15,-1-5-1 16,0-2 2-16,0-4 0 16,0-2 0-16,0-3-1 0,0-1 0 15,0-2-1-15,-3-4 1 16,1-3-1-16,-1-4 1 16,1-4 1-16,-3-2 2 15,0-3 2-15,0-3-2 16,-2 1-3-16,0-3 2 0,-1-1-3 15,-1-4 1-15,-1 1 0 16,-1-4 0-16,-1 0 5 16,0 0-5-16,-2-1-1 15,-1 3 0-15,-1-3-1 16,-2 0 0-16,1 2 0 16,-2-2 0-16,1-1 0 0,-2-2 0 15,2 0 0-15,-1-1 1 16,2 0-1-16,0-2 0 15,1 1 0-15,-3 0-3 16,-1-2-28-16,-7 0-99 0</inkml:trace>
  <inkml:trace contextRef="#ctx0" brushRef="#br0" timeOffset="160708.18">13826 15622 57 0,'0'0'13'0,"0"0"-2"0,0 0-9 0,0 0-2 16,0 0 1-16,0 0 3 15,0 0 7-15,0 0 9 0,0 0 3 16,0 0 2-16,0 0-5 15,0 0-9-15,0 0-9 16,-4 0-1-16,0 3-1 16,1 3 0-16,-1-3 0 15,-2 7 0-15,3-2 1 16,-2 2-2-16,0 3 2 0,1 0-1 16,2 3 0-16,-2-1 0 15,-1 2 0-15,3-1 0 16,1-2 0-16,1 3 1 15,0-3-1-15,0 0 0 16,0-2-1-16,6-1 1 0,2 0 0 16,-3 0 0-16,4-2 0 15,2-2 0-15,0-2-2 16,-1-1-10-16,4-4 12 16,2 0 4-16,-2-2-4 15,1-7 1-15,3-4 2 0,-4-3-1 16,2 0-4-1,-3-3 5-15,0-1-1 0,-7 0 2 16,-1-1 4-16,-3 1 6 16,-2 1 0-16,0 2-2 15,-4 4-1-15,-4 1-3 0,0 0-4 16,-3 5 0-16,0 0-2 16,-1 3-1-16,2 2 0 15,-1 2 0-15,-1 0-2 16,1 5-3-16,-3 7-8 15,2 1-7-15,0 1-15 0,0-1-33 16,4-2-64-16</inkml:trace>
  <inkml:trace contextRef="#ctx0" brushRef="#br0" timeOffset="161366.98">14090 15632 57 0,'0'0'6'0,"0"0"1"0,0 0-1 0,0 0 5 16,-5 37 1-16,5-25-4 15,0 2-3-15,0-1-1 16,0 1 2-16,0 0 2 0,0 2 2 16,0-2-4-16,0 0-2 15,0 3-2-15,0-4-1 16,0 0-1-16,0-2 1 15,0-1-1-15,0-3 0 16,0 0 0-16,0-1 0 16,0-2 0-16,0-3 0 0,0 0 1 15,-3-1 1-15,2 0 6 16,1 0 19-16,0-6-6 16,0-4-15-16,0-3-4 15,0 0 0-15,7-4 1 16,-2 0-4-16,3-1 3 0,-3 1-1 15,3 1 7-15,0-1-3 16,0 6-3-16,1 0-1 16,2 2-3-16,1 0 3 15,1 5-3-15,1 1 3 16,-1 1 0-16,1 2-1 16,-2 0 0-16,-1 2 0 0,1 5-1 15,-4 5 2-15,1-2 0 16,-1 2 0-16,-2 1 1 15,-1 0-1-15,-1 2-1 16,0 0 1-16,-3 2-2 16,1-1-4-16,0 0-22 0,1-2-32 15,-1-4-29-15</inkml:trace>
  <inkml:trace contextRef="#ctx0" brushRef="#br0" timeOffset="161786.88">14401 15794 204 0,'0'0'-4'0,"0"0"7"0,0 0-5 0,0 0-1 0,0 0 3 16,0 0-8-16,0 0 5 16,0 0 6-16,0 0 12 15,0 0-2-15,23-18-6 16,-15 11-5-16,-2-1-1 15,1-1 2-15,-3 0-2 16,-1-2 1-16,2 1-1 0,-5 0 1 16,0 0-1-16,0 1 4 15,0 0 6-15,0 1-1 16,-3 1 0-16,0 3-4 16,0 0-3-16,2 1-2 15,-1 3-1-15,0 0 1 0,-1 1-17 16,0 8 11-16,0 2 3 15,-1 3 4-15,0 2-2 16,1 1 0-16,1 1 0 16,1 0 0-16,1 0 1 0,0-1-1 15,0-1 0 1,6-2 0-16,3 0 0 0,3-4-1 16,4-3 1-16,1-2-12 15,4-5-44-15,2 0-43 16</inkml:trace>
  <inkml:trace contextRef="#ctx0" brushRef="#br0" timeOffset="162279.2">14993 15550 236 0,'0'0'-8'0,"0"0"22"0,0 0-12 16,0 0-2-16,0 0 0 16,0 0-2-16,0 0 2 15,-40-6 1-15,31 18-1 16,1 0 0-16,2 4 1 15,-3 1-1-15,2 4-1 0,3-2 1 16,2 1 0-16,2-2-1 16,0-2 0-16,2-2-1 15,3 0 1-15,6-3-1 16,-3 2 1-16,3-3 2 16,1 2-1-16,-1-1 0 0,1 0 1 15,-3-2-1 1,-1-2-1-16,-3 1 2 0,-1-3-1 15,-4 0 0-15,0 0 3 16,-4-1 4-16,-5 1-2 0,-2 0 0 16,-5 1-1-16,3-1-1 15,-5 0-3-15,4 0 0 16,0-1 0-16,6-1-2 16,0 0-5-16,6-3-24 15,2 0-59-15</inkml:trace>
  <inkml:trace contextRef="#ctx0" brushRef="#br0" timeOffset="164042.76">13453 15909 87 0,'-6'17'2'0,"1"0"8"0,0-2 10 0,2-1-9 16,0-4 0-16,2-2-2 16,1-1-1-16,0-2-1 15,0-3 0-15,0 0 0 0,0-1-1 16,0-1-3-16,0 0-1 16,0 0 9-16,0 0 17 15,0 0 7-15,0-7-30 16,0-4 0-16,0-3-2 15,-2-3-2-15,2-2-2 0,-2-4 3 16,2-2-1-16,0-3-1 16,0-1-3-16,5-1 6 15,6-4-4-15,0 3 2 16,2 1 0-16,3 2-4 16,-1 4 5-16,2 4-3 15,-2 5 0-15,1 6 1 0,-3 4 0 16,1 5 0-16,-3 0-4 15,0 7-9-15,-2 9 7 16,-2 4 6-16,-1 3 1 16,0 3-1-16,0-3 1 15,0 4-1-15,-2-5 0 0,0 0 1 16,1-5-1-16,-3 0 0 16,-1-1-1-16,1-2-1 15,-2-2-14-15,0-2-31 16,0-2-38-16</inkml:trace>
  <inkml:trace contextRef="#ctx0" brushRef="#br0" timeOffset="164221.15">13514 15834 255 0,'0'0'6'0,"0"0"-1"0,0 0-5 0,0 0-10 15,0 0 2-15,0 0-13 16,43-18-4-16,-20 15-11 16,4-1 3-16,-2-1-11 0</inkml:trace>
  <inkml:trace contextRef="#ctx0" brushRef="#br0" timeOffset="164670.53">13806 15649 81 0,'0'0'10'0,"0"0"27"0,0 0-2 16,0 0-11-16,0 0-20 15,0 0-9-15,0 0 6 16,0 0 0-16,0 0 0 16,10 50-1-16,-6-33 1 15,0 3-1-15,0 1 1 16,0 1-1-16,1 0 1 16,0-1-1-16,0-2 0 0,1 1-1 15,-3-6-20-15,1-5-32 16,0-5-29-16</inkml:trace>
  <inkml:trace contextRef="#ctx0" brushRef="#br0" timeOffset="165655.71">14410 15715 174 0,'0'0'4'0,"0"0"24"0,0 0-10 0,0 0-10 0,0 0-5 16,0 0-4-16,0 0-1 15,-30 37 2-15,28-19 0 16,2 5-1-16,0-3 1 16,0-2 0-16,1 1 0 15,3-5-2-15,4-3 1 16,-2-5 1-16,2-1-2 16,-1-5-2-16,1 0 13 0,2-2 5 15,-1-7-2-15,-1-4-5 16,-3-2 0-16,2-2-1 15,-7 0-3-15,0-2 2 16,0-2-1-16,-6 2 0 0,0 1 1 16,-5 2 0-16,1 2-3 15,0 2-2-15,1 4-3 16,-1 5-11-16,2 3-7 16,2 0-28-16,1 0-31 15,3 3-43-15</inkml:trace>
  <inkml:trace contextRef="#ctx0" brushRef="#br0" timeOffset="165929.93">14637 15519 73 0,'0'0'117'0,"0"0"-116"0,0 0 1 0,-19 55 3 15,14-28-3-15,0 3-1 16,2 1 0-16,1 1-1 16,2-1-1-16,0-2 1 15,0-4 0-15,0 0-3 0,0-6-19 16,0-1-22-16,-3-8-30 15</inkml:trace>
  <inkml:trace contextRef="#ctx0" brushRef="#br0" timeOffset="166959.85">14505 15691 212 0,'0'0'-13'0,"0"0"9"0,41-17 4 16,-19 11 1-16,5 0 3 16,0 1-2-16,0 0-2 15,-2 2 1-15,-1-2 0 16,1-2-1-16,-3-1 0 16,-1-1 1-16,-4-3 0 0,1-1 2 15,-5-1 2-15,-3-3-1 16,-2 2 1-16,-4 0-2 15,-3 3 0-15,-1 2 2 16,0 2-1-16,-4 4-4 16,-1 1 5-16,-2 3-4 15,2 0-3-15,-2 7 1 0,3 5 0 16,0 8 0-16,-2 4 1 16,2 4-1-16,0 6 1 15,0 3 0-15,2 2-1 16,0-1 0-16,1-1 0 15,1-3-2-15,0-3 2 0,0-4-4 16,0-6 1-16,0-6 3 16,0-4 1-16,0-4-2 15,0-4 2-15,0-3 0 16,0 0 5-16,0-6 13 16,0-6-15-16,0-5-3 0,0-3 0 15,5-2 0-15,3 0-2 16,-1 0 2-16,4 1-1 15,1 4 0-15,1 4 1 16,0 5-3-16,-1 0 4 16,1 6-1-16,-2 2 0 15,1 0 0-15,0 5 0 0,0 8-2 16,-1-1 2-16,0 2 1 16,1 1 1-16,-5-2-2 15,3-2 0-15,0-1 1 16,-4-4-1-16,1 1 0 15,-1-2 0-15,1-3-1 0,-2-2 0 16,0 0 2-16,1 0 3 16,0-1 1-16,1-9 2 15,-2 0-2-15,4-3-2 16,-5-1-2-16,-1-3 0 0,-1 3 0 16,-2 0 0-16,0 2 1 15,0 2 0-15,-1 3 3 16,-2 4 2-16,0 2-1 15,-1 1-3-15,0 0-7 16,1 10-13-16,0 4 10 16,1 3 6-16,-1 2 1 15,3 0 0-15,0 1 0 0,0-4-2 16,3 1-1-16,2-5 2 16,4-1-1-16,0-4-2 15,0 0 0-15,2-4 0 0,-4-3 2 16,2 0 0-16,0 0 2 15,-2-7 1-15,1-5 5 16,0-3 2-16,2-1-1 16,-1-1-4-16,-2 0 1 15,3 1-1-15,0 2 3 16,-3 3 0-16,1 2-1 0,-1 4-3 16,4 2-1-16,-2 1-1 15,0 2 1-15,4 0-2 16,0 7 2-16,2 2-3 15,-2 4-6-15,1 2-17 16,-3-5-40-16,1-4-68 16</inkml:trace>
  <inkml:trace contextRef="#ctx0" brushRef="#br0" timeOffset="167397.21">15572 15783 281 0,'0'0'-1'0,"0"0"0"0,8-50 2 0,-8 30 1 15,0 1-3-15,0-3-1 0,-3 2 3 16,-2 2-1-16,-2-2 1 16,2 0 0-16,-1 1-1 15,2 1 0-15,1 2 0 16,1 2-5-16,-3 3-7 15,2 5-2-15,0 3-2 0,-2 3 0 16,0 0 9-16,1 9-2 16,2 2 7-16,0 6 2 15,2 3 0-15,0 0 0 16,0 3 0-16,4-2 0 0,3 0-1 16,4-2 2-1,0-3 0-15,-2 2 0 0,1-4 1 16,-1-1 2-16,-1 1-2 15,-3-3-1-15,-1-2 3 16,-4 2-2-16,0-1 3 16,0 0-2-16,-9 0 2 15,-2-3-2-15,-3 2-1 16,1-1-2-16,1-2 0 0,2-2-17 16,5-4-55-16,3 0-75 15</inkml:trace>
  <inkml:trace contextRef="#ctx0" brushRef="#br0" timeOffset="168243.91">15699 15662 84 0,'0'0'169'16,"0"0"-173"-16,0 0 0 16,0 0-1-16,4 49 1 0,-4-30-3 15,0 1 3-15,0-1 3 16,0-4 1-16,1-2 0 15,3-4 0-15,1-4 0 16,2-2-2-16,2-3-5 16,1 0 3-16,-3-1 3 0,4-8 3 15,-2-4-3-15,-3-2 1 16,1-2 1-16,-4-2 10 16,-3 1 1-16,0 1-2 15,0 1-2-15,-9 6 0 16,0 0-5-16,-2 7 4 0,-1 2-6 15,1 1-1-15,3 0-1 16,1 0 0-16,5 4-5 16,2-1-16-16,0 1 1 15,2-3 2-15,9-1 7 16,2 0 7-16,3-8 5 16,-2-2 1-16,3-5-7 0,1-2 11 15,0-3-5-15,-5-3 10 16,1 0 12-16,-3-4 3 15,-2-3-9-15,3-5-3 16,-4-1-6-16,-3-2-4 0,-1 3-1 16,0 0-1-16,-1 4 0 15,-1 6 0-15,-2 6 1 16,0 5 0-16,0 4 0 16,0 7 0-16,0 3-3 15,0 0-6-15,0 10-7 16,0 11 19-16,0 5-3 15,0 7-1-15,0 5-1 0,0 6 0 16,0 0 0-16,0 0 1 16,0-1-2-16,0-3 1 15,0-2-1-15,0-8-1 16,2 2 1-16,1-5 0 0,3-5 1 16,-2-4 0-16,1-4 0 15,1-4 0-15,-2-4 0 16,2-3-3-16,-2-3 0 15,-1 0 0-15,3-3 7 16,-1-6 2-16,4-6-3 0,-4-1 0 16,1 1-1-16,0 0 2 15,-2 1 1-15,-1 3 1 16,2 2 1-16,-1 5-3 16,0 1-2-16,3 3-3 0,-2 0 0 15,6 5 1 1,-2 4 1-16,0 1 0 0,4 2 0 15,-3 0 1-15,2 0-2 16,0-4 0-16,-1 1 0 16,2-2 0-16,-1-3-10 15,0-1-15-15,-2-3-28 0,-10 0-80 16</inkml:trace>
  <inkml:trace contextRef="#ctx0" brushRef="#br0" timeOffset="168835.15">13924 16301 120 0,'12'0'6'0,"1"-1"1"0,6-5 6 0,7-1-2 16,8 0-5-16,5 0-4 15,6 1-1-15,2 0-2 16,7 4 1-16,3 0 1 16,9 2 0-16,3 0-1 15,9 0-1-15,7 0 0 16,9 0 1-16,0-5-2 0,7-5 2 15,1-2-1-15,3-5 2 16,-2 0 4-16,-2 0 1 16,1-1-1-16,-6 2 6 0,-4 2 7 15,-7 1 3-15,-7 5-7 16,-6 2-2-16,-8 3-2 16,-3 2-5-16,-9 1-3 15,-8 0 1-15,-6 0-2 16,-12 1 0-16,-5 3 0 0,-8 1 0 15,-5-1-2-15,-4-3-15 16,-4-1-53-16,0 0-82 16</inkml:trace>
  <inkml:trace contextRef="#ctx0" brushRef="#br0" timeOffset="168992.24">16372 15807 297 0,'0'0'-12'0,"0"0"-3"15,0 0-59-15,0 0-89 16</inkml:trace>
  <inkml:trace contextRef="#ctx0" brushRef="#br0" timeOffset="170159.33">17738 15809 84 0,'0'0'3'0,"0"0"13"0,0 0-5 0,0 0 10 0,0 0 15 15,0 0-1-15,0 0 0 16,0 0-9-16,0 0-11 0,0 0-8 15,0 0-10-15,-24-27-7 16,21 39 8-16,0 5 2 16,1 3-2-16,-4 3 4 15,1 2-2-15,1 1 0 16,-1 2 1-16,3-2-2 16,2 2 2-16,0-2-1 15,0-2-1-15,0-2 1 0,0-4-2 16,7-4-2-16,-2-4 2 15,1-3 0-15,1-4-3 16,3-3 1-16,-2 0 1 16,3-4 2-16,1-6 2 0,0-6 0 15,-1-2 1 1,-1-1-1-16,0-1-4 0,-1 2 3 16,-2 0-1-16,3 3 1 15,0 1-1-15,-3 4-1 16,2 0 2-16,2 5 0 15,-2 4-1-15,2 1 1 0,0 0 0 16,0 5-1-16,1 6-2 16,-3 2 1-16,-1 0 2 15,-1 2 2-15,1-1-2 16,-1-2 1-16,1-2-1 0,3-2 0 16,-4-2-1-16,3-3 0 15,1-3 0-15,-2 0 1 16,1 0 3-16,-1-10 10 15,2-4-2-15,-5-1-3 16,1-3-3-16,-2-2 1 0,-1-1-2 16,1-2 1-16,-3 0-3 15,0 2 2-15,-2 1-2 16,0 3-2-16,0 6 1 16,0 3-2-16,0 4-12 15,0 4-17-15,0 0-116 0</inkml:trace>
  <inkml:trace contextRef="#ctx0" brushRef="#br0" timeOffset="170655.26">18286 15970 201 0,'0'0'39'0,"0"0"-28"0,0 0-5 16,0 0-6-16,0 0-1 0,-46 27-12 15,31-8 2-15,-1 4 4 16,2 5 4-16,-1 2 3 15,4 2 0-15,2-2 0 16,1 3 0-16,4-6 0 16,4-4 0-16,0-5 0 15,5-5 0-15,7-5-1 0,3-5 1 16,5-3 4-16,-1 0 5 16,2-3-3-16,-1-8-2 15,0-2-3-15,-2-4 4 16,-4-1 1-16,-3-5 3 15,-6-3 0-15,-1 0 1 0,-4-2-3 16,0 0-1-16,-5 2 3 16,-6 2-4-16,-3 2-1 15,-1 5-3-15,-3 5-2 16,0 9 3-16,-2 3-16 16,-3 1-17-16,2 8-43 15,0 3-103-15</inkml:trace>
  <inkml:trace contextRef="#ctx0" brushRef="#br0" timeOffset="171060.21">18683 15894 210 0,'0'0'32'0,"0"0"-21"0,0 0-12 0,0 0 3 0,0 0 0 15,0 0-2-15,42 10 0 16,-28-9-25-16,-1-1-30 0,0 0-61 15</inkml:trace>
  <inkml:trace contextRef="#ctx0" brushRef="#br0" timeOffset="171179.02">18740 16044 278 0,'0'0'-3'0,"0"0"-14"16,0 0-13-16,0 0-62 15</inkml:trace>
  <inkml:trace contextRef="#ctx0" brushRef="#br0" timeOffset="171761.22">19409 15980 127 0,'0'0'24'0,"0"0"10"0,0 0-10 0,0 0-15 16,0 0-6-16,0 0-7 0,0 0 11 15,0 0 0-15,0 0-4 16,24 0 0-16,-9 0-2 16,2 0 3-16,3 0-2 15,5 0-1-15,-1 0-1 16,3-1 0-16,2-2-1 15,1-1 2-15,3 1 4 16,0-1-1-16,-1 1-2 0,1 0-1 16,-2 0 0-16,-4 2 0 15,-3 1-6-15,0-1-12 16,-2 1-16-16,-6-2-22 16,1-2-40-16</inkml:trace>
  <inkml:trace contextRef="#ctx0" brushRef="#br0" timeOffset="172153.17">20088 15779 89 0,'0'0'3'0,"0"0"11"15,0 0 0-15,0 0 1 16,0 0 20-16,0 0 7 0,0 0-12 16,0 0-20-16,0 0-13 15,17-16 3-15,-17 30 2 16,2 6 4-16,0 3-5 15,2 1 0-15,-4 0-1 16,2 2 2-16,0-1-2 16,-1 2 1-16,-1-1-1 15,1-1 0-15,0 1-6 0,0-2 9 16,1-3-3-16,2-5-9 16,0 0-9-16,1-8-32 15,1-4-16-15</inkml:trace>
  <inkml:trace contextRef="#ctx0" brushRef="#br0" timeOffset="172344.01">20301 15962 113 0,'0'0'111'15,"0"0"-108"-15,0 0 7 16,0 0 2-16,0 0-6 15,0 0-4-15,0 0-1 16,0 0-1-16,12-24-10 0,-10 20-53 16,2-3-70-16</inkml:trace>
  <inkml:trace contextRef="#ctx0" brushRef="#br0" timeOffset="173050.1">20523 15766 79 0,'0'0'10'0,"0"0"9"0,0 0 9 0,0 0-4 16,0 0-9-16,0 0-3 15,0 0-1-15,0 0-10 0,0 0-2 16,-20 0-8-16,20 0 9 16,4 3-1-16,4-3 5 15,2 0 3-15,1 0 2 16,2 0-4-16,5 0-4 15,-3 0 0-15,0 0-1 16,0-3 2-16,3 3-2 0,-4 0 0 16,0 0 1-16,-2 0-1 15,0 0 0-15,-2 0 1 16,-5 0-1-16,3 0 0 16,-4 0 2-16,-2 6-2 0,-2-1 2 15,0 2-2-15,0 2 6 16,0 2-4-16,-2 0-1 15,-4 2 1-15,0 3-2 16,-1-3 1-16,1-1 0 16,1 0 0-16,-2 1 0 15,3-2 2-15,-1 0-2 0,1-1 0 16,3 0 0-16,0 0-1 16,0 0 0-16,1-1 0 15,0-2-2-15,0-3-19 16,5-1-30-16,2-3-28 15</inkml:trace>
  <inkml:trace contextRef="#ctx0" brushRef="#br0" timeOffset="173512.91">20920 15723 115 0,'0'0'35'0,"0"0"5"0,0 0-19 0,0 0-10 15,0 0-9-15,0 0-3 16,0 0 1-16,0 0 0 16,0 0 0-16,-31 43-1 15,29-30 1-15,1-1 0 16,1-2 0-16,0 0 0 0,0-2-1 15,2 0 1 1,4-4 2-16,1 3 3 0,1-2 3 16,1-3 0-16,2 2 1 15,0-2-3-15,2 2-1 0,-1 1-2 16,-1 0-2 0,1 2 0-16,-2-1 0 0,-1 2 0 15,-4-2 0-15,-1 3 1 16,-2-1-1-16,-2 1-1 15,0-1 3-15,-4 0 1 16,-3 1-3-16,-4 0 0 16,-3-2-1-16,-1 2 1 0,1-2-1 15,1-1-1-15,0-1-6 16,2-4-13-16,4-1-25 16,2-1-29-16</inkml:trace>
  <inkml:trace contextRef="#ctx0" brushRef="#br0" timeOffset="173676.93">20934 15757 257 0,'0'0'-6'0,"0"0"2"0,58-37 5 0,-27 23-11 15,0 1-7-15,1-1 1 16,-4 3-19-16,-5 0-34 15</inkml:trace>
  <inkml:trace contextRef="#ctx0" brushRef="#br0" timeOffset="174352.27">18534 15869 41 0,'0'0'3'0,"0"0"-2"0,0 0-1 0,0 0 1 0,0 0-1 16,0 0 3-16,0 0 14 16,0 0 4-16,0 0 2 15,0 0-5-15,32 1-4 16,-22-1-5-16,4 0-8 16,-2 0 1-16,2 0-1 0,-3 0-3 15,-3 0-3-15,0 0 2 16,-1 0 3-16,-1 0 0 15,-2 0 0-15,1 0 1 16,2-1 1-16,2 1-1 16,-3-1-1-16,1 1-5 15,-3 0-40-15</inkml:trace>
  <inkml:trace contextRef="#ctx0" brushRef="#br0" timeOffset="174575.17">18640 16004 178 0,'0'0'37'0,"0"0"-28"0,0 0 3 15,0 0 5-15,48-7-12 16,-26 0-2-16,0 3 0 15,6-2-3-15,-1-1-24 16,-1-1-117-16</inkml:trace>
  <inkml:trace contextRef="#ctx0" brushRef="#br0" timeOffset="176864.61">17912 16700 89 0,'-4'-3'21'0,"-1"-1"18"0,2-1-1 15,1 2 25-15,-3 0-46 16,2 1-6-16,1 0-1 0,1 0-4 15,-1 2-3-15,0-1-3 16,2 1 1-16,0 0-5 16,0 0-8-16,0 1 1 15,0 6 10-15,0 6 1 16,0 1 0-16,0 3 1 0,0 5-2 16,-3-1 0-16,0 3 2 15,2-1 0-15,0-3-1 16,1-2 1-16,0-1 2 15,0-2-3-15,2-4 0 16,6-4-3-16,-1-3-1 0,2-1 4 16,4-3 1-16,-4 0-2 15,2-1 3-15,0-8-1 16,0-1-1-16,1-3 1 16,-1 2 1-16,2-2-2 0,-1 0 0 15,0 4 0 1,1 0 0-16,0 5 0 0,0 2-3 15,-1 2-4-15,1 0-3 16,0 4 0-16,-2 4 5 16,-3-1 3-16,2 0 1 15,-1-3 1-15,-4-1 0 0,-1-2 1 16,0-1 5-16,0 0 7 16,-3 0 8-16,-1-7 6 15,0-1-10-15,0-4-11 16,0 0-2-16,0-3 0 15,-1 2-2-15,-3-2 0 0,0 6-1 16,0-1-2-16,3 4-12 16,-1 3-8-16,2 1-4 15,0 2-29-15,0 0-71 16</inkml:trace>
  <inkml:trace contextRef="#ctx0" brushRef="#br0" timeOffset="177128.18">18356 16749 129 0,'0'0'6'0,"0"0"-7"0,0 0-1 0,0 0 8 0,1 52 2 15,-1-26 5-15,0 2-1 16,0 7-3-16,0-2 1 16,0 0-2-16,0 1-4 15,2-6-3-15,1-2-4 16,3-8-37-16,-2-8-63 0</inkml:trace>
  <inkml:trace contextRef="#ctx0" brushRef="#br0" timeOffset="177349.19">18710 16698 53 0,'0'0'50'15,"0"0"-47"-15,0 0 5 16,0 0-3-16,45-24-3 16,-31 18-3-16,-1-4-53 15</inkml:trace>
  <inkml:trace contextRef="#ctx0" brushRef="#br0" timeOffset="177484.09">18822 16761 245 0,'0'0'16'0,"0"0"-28"16,0 0 3-16,0 0-4 15,43 9-49-15</inkml:trace>
  <inkml:trace contextRef="#ctx0" brushRef="#br0" timeOffset="178013.67">19448 16547 224 0,'0'0'3'0,"0"0"9"16,0 0-9-16,0 0-4 16,0 0-1-16,0 0 2 15,0 0 1-15,0 0 0 16,-31 27 0-16,25-11 0 16,0 2-1-16,1 2 0 0,3 0-1 15,2 1-3 1,0-4-7-16,0 2 2 0,2-5 5 15,6-3 1-15,3-4-2 16,1-1-3-16,1-5 8 16,4-1 0-16,1 0 2 0,0-7-2 15,2-3 0-15,-3-4 2 16,1-2 0-16,-5-3 9 16,-1-1 6-16,-6-3 4 15,-1-1-5-15,-3-3 3 16,-2 4-4-16,0-4-6 0,-5 5 0 15,-3 0 0-15,-3 5-5 16,2 6-1-16,0 1-5 16,-1 7-3-16,-2 3-8 15,0 0-21-15,-1 11-20 16,2 2-35-16,0 0-22 16</inkml:trace>
  <inkml:trace contextRef="#ctx0" brushRef="#br0" timeOffset="178280.34">19792 16578 264 0,'0'0'20'0,"0"0"-7"0,0 0 10 0,0 0-17 15,0 0 0-15,0 0-3 0,0 0-5 16,0 0-1-16,0 0-10 16,0 0-15-16,2-13-29 15,2 9-68-15</inkml:trace>
  <inkml:trace contextRef="#ctx0" brushRef="#br0" timeOffset="179945.58">20019 16505 121 0,'-6'0'6'0,"2"0"41"0,1-1-26 15,1-1-15-15,-2-1 2 16,1 1 1-16,0 2 4 0,2 0-1 15,0-1 4-15,1 1-8 16,0 0-7-16,0 0-5 16,0 0-12-16,0 0 8 15,4 0 5-15,6 0 1 16,-1 0-5-16,4 0 6 16,3 0 2-16,0 0 3 0,2-3 4 15,1-3-1-15,0 1 0 16,-1 0-4-16,-1 0-1 15,-1 2 0-15,-3 0-1 16,-3 0-1-16,-1 3 2 16,-3 0-2-16,-2 0 0 0,-2 9 1 15,-2 2-1-15,0 5 4 16,0 3-4-16,-2 3 7 16,-6 3-5-16,3-2-1 15,-3 1-2-15,2 0 2 16,1 3-1-16,0-2 0 0,2-3-20 15,3-5-22-15,0-8-65 16</inkml:trace>
  <inkml:trace contextRef="#ctx0" brushRef="#br0" timeOffset="180265.07">20417 16470 254 0,'0'0'2'0,"0"0"0"0,0 0-12 16,0 0-24-16,0 0 18 15,0 0 19-15,0 0 7 16,-36 41 5-16,33-28-1 16,3 1-6-16,0 2-6 0,0-2-1 15,4-1-4-15,5 0 2 16,4 1 1-16,-2-2 2 15,2-1-2-15,-3 0 3 16,0-1-2-16,-3-1 2 16,-2-1-2-16,-3 2 0 15,-2-1-1-15,0 2 3 0,-7-1-3 16,-4-2-12-16,-2-2-53 16,-7-3-105-16</inkml:trace>
  <inkml:trace contextRef="#ctx0" brushRef="#br0" timeOffset="180423.13">20334 16510 208 0,'0'0'93'16,"45"-51"-95"-16,-13 22 6 0,7 1-4 15,5 1 0-15,-2 4-9 16,-6 2-87-16</inkml:trace>
  <inkml:trace contextRef="#ctx0" brushRef="#br0" timeOffset="181255.45">17918 17364 227 0,'0'0'21'0,"0"0"12"0,0 0-8 0,0 0-16 16,0 0-7-16,0 0-7 15,0 0 3-15,0 35 2 16,0-15 0-16,0 1 0 15,3 1 0-15,3-1-1 16,-1-1 1-16,4-3 0 16,-5 0 0-16,3-3 0 0,-3-4 0 15,1-4-1-15,2-3-2 16,-4 0 0-16,2-3-4 16,2 0 1-16,-2 0 3 15,5-8 3-15,0-3 3 16,-1-3-2-16,3 1-2 0,1 2-6 15,0 1 0-15,2 1 6 16,1 5-2-16,2 2 4 16,-1 2-2-16,2 0 0 15,1 0-3-15,0 1-1 16,0 1-1-16,-2 0 4 0,-5-1 2 16,1-1-1-16,-5 0 3 15,-4 0 9-15,-1-7 6 16,-2-1 2-16,0-5 3 15,-2-2-4-15,0-2-4 16,0-1-6-16,0-3-5 0,-2-2-1 16,-1 2-3-16,2-2-14 15,1 2-20-15,0 1-18 16,4 3-86-16</inkml:trace>
  <inkml:trace contextRef="#ctx0" brushRef="#br0" timeOffset="181700.27">18482 17344 267 0,'0'0'10'0,"0"0"-8"0,0 0-5 0,0 0 4 16,0 0 3-16,0 0-2 15,0 0 3-15,0 0-4 16,0 0-2-16,0 0 2 15,30 8 0-15,-19-6-1 0,-1-1 1 16,1 6-1-16,-1 0 1 16,-1 3-1-16,-1 3-8 15,-6 7-10-15,0-1-19 16,-2 3 7-16,-4 2 7 16,-6 0-3-16,-5-1 13 15,0 0 11-15,-3-2 0 16,1-1 2-16,2-3 0 0,3-2 1 15,1-2-1-15,4-5 1 16,4-3-1-16,1-3 0 16,2-2 11-16,0 0 4 0,2 0 2 15,6-8 16-15,4-1-8 16,1 0-8-16,4-2-3 16,2-2-5-16,2 1-7 15,2-1-1-15,3 1 0 16,-3-1-1-16,3 2 0 15,1-2-8-15,0-2-30 0,-2-3-86 16</inkml:trace>
  <inkml:trace contextRef="#ctx0" brushRef="#br0" timeOffset="181894.63">18968 17299 306 0,'0'0'7'0,"0"0"13"0,0 0-6 0,0 0-14 0,0 0-1 16,0 0-1-16,35-39-18 16,-21 30-20-16,-2-2-60 0</inkml:trace>
  <inkml:trace contextRef="#ctx0" brushRef="#br0" timeOffset="182044.72">19074 17385 251 0,'0'0'59'0,"0"0"-60"16,0 0-11-16,0 0 5 15,0 0-1-15,0 0-21 16,47 18-62-16</inkml:trace>
  <inkml:trace contextRef="#ctx0" brushRef="#br0" timeOffset="182429.08">19581 17173 238 0,'0'0'-2'16,"0"0"2"-16,0 0-1 16,-29 50-2-16,17-30 2 15,2 4 1-15,4 0 0 16,3 0 0-16,3-4 1 0,0-4-2 16,2-2-3-16,6-4-1 15,4-2-1-15,2-5 9 16,1-3-26-16,1 0 12 15,2-7 15-15,-2-10 18 16,0-1 4-16,-3-3-11 16,-2-1 1-16,-5 1 1 0,-4 0 1 15,-2 2-3-15,-3 1 0 16,-9 2-4-16,-2 3-7 16,-3 6-5-16,0 3-5 15,0 4-5-15,-1 1-1 0,2 9-17 16,1 2-17-16,3-2-61 15</inkml:trace>
  <inkml:trace contextRef="#ctx0" brushRef="#br0" timeOffset="182607.92">19711 17242 245 0,'0'0'97'0,"0"0"-103"15,0 0 8-15,0 0-4 16,0 0-27-16,0 0-16 16,0 0-8-16,0 0 39 15,0 0-32-15</inkml:trace>
  <inkml:trace contextRef="#ctx0" brushRef="#br0" timeOffset="183048.03">19915 17158 177 0,'0'0'32'0,"0"0"-25"16,0 0 2-16,0 0-11 16,0 0 5-16,0 0-1 15,0 0 5-15,0 0 0 16,40-10 3-16,-20 4-5 0,-2 0-3 16,3 1-2-16,0-1 0 15,-3 5 0-15,-2-1-1 16,-3 2 0-16,-1 0 1 15,-3 0 0-15,-3 5 0 16,0 4 1-16,-4 1 0 0,-1 5 1 16,-1 3-1-16,0 1 8 15,0 3-5-15,-5-1-3 16,2-1 0-16,0 0 0 16,3-1-1-16,0-2 1 0,0-2-1 15,2-2-2-15,4-4-23 16,3-5-51-16</inkml:trace>
  <inkml:trace contextRef="#ctx0" brushRef="#br0" timeOffset="183468.24">20377 17122 200 0,'0'0'12'15,"0"0"-2"-15,0 0-1 0,0 0-9 16,0 0 8-16,0 0-6 16,0 0 2-16,0 0 3 15,-41 24 3-15,37-16-2 16,2 0-2-16,0 0-5 0,2 1-1 16,0 0 0-1,0-1-1-15,6 0 0 0,1-2 1 16,3 1-1-16,2-4 3 15,2 2 1-15,-3-1 6 16,3-3-5-16,-1 2 1 16,-4 0 1-16,3 1-5 15,-2-2 0-15,1 3 0 0,-3-1 0 16,-2 1-1-16,-3 0-1 16,-2 1 1-16,-1 1-1 15,0 2 0-15,-4-1 2 16,-8 1 1-16,-1-1 2 15,-1 4-4-15,0-3 1 0,1-1-15 16,1-1-17-16,0-2-62 16,2-5-67-16</inkml:trace>
  <inkml:trace contextRef="#ctx0" brushRef="#br0" timeOffset="184103.33">20433 17135 77 0,'0'0'49'0,"0"0"-13"0,0 0-23 0,0 0-4 16,0 0-9-16,0 0 1 16,0 0-4-16,0 0-18 15,0 0-27-15,0 0-3 16,31 0 1-16,-29 0 39 15,0 0 13-15,-1 0 18 0,-1 0 23 16,0 0 5 0,0 0-4-16,0 0-24 0,0 0-12 15,0 0-7-15,0 0 0 16,0 0-3-16,0 0-2 16,0 0-2-16,0 0 4 15,0 0 0-15,0 0 2 0,-1 0 0 16,0 0 0-16,1 0 1 15,0 0 0-15,0 0 0 16,0 0 0-16,0 0 1 16,0 0 0-16,0 0 1 15,0 0-3-15,0 0 0 0,0 0-1 16,0 0 3-16,0 0-4 16,1 0 4-16,4 0-1 15,-2 0-2-15,1 0 2 16,2 0 9-16,1 0 7 15,1 0 2-15,2-3-8 0,0 0-8 16,5-2-1-16,3 0-2 16,-3-2-21-16,2 0-89 15</inkml:trace>
  <inkml:trace contextRef="#ctx0" brushRef="#br0" timeOffset="190255.13">20017 16584 0 0,'-3'0'1'0,"2"0"-2"0</inkml:trace>
  <inkml:trace contextRef="#ctx0" brushRef="#br0" timeOffset="190333.81">20017 16584 12 0,'0'0'35'0,"0"0"-12"0,0 0-6 15,0 0-13-15,0 0-6 16,-6 0-6-16,6 0-19 16</inkml:trace>
  <inkml:trace contextRef="#ctx0" brushRef="#br0" timeOffset="190938.41">20008 16584 26 0,'0'0'37'0,"0"0"-15"16,0 0-7-16,0 0-1 15,0 0 0-15,0 0-2 16,0 0 5-16,-6-7-3 15,1 4 3-15,3 1 7 16,0 0-5-16,1 0-1 0,-1 1-3 16,-2-1-3-16,2 0 2 15,0 0-3-15,0 2-1 16,0-1-2-16,1 0-4 16,1-1-1-16,0 2 1 15,0 0-1-15,-2 0-2 0,2 0-1 16,0 0-1-16,0 0-2 15,0 0 0-15,0-1 2 16,2-1 2-16,1-2 2 16,1-3-3-16,2-2 10 15,-3 1-2-15,4-2 3 0,-1-2-6 16,-2-2 0-16,3 1 0 16,-2-1-1-16,0 3-3 15,1-1 0-15,-3 0 0 16,1 2 0-16,0 1-1 0,0-1 0 15,0 4 0-15,1 1 0 16,0 1-1-16,-1 2-3 16,1 1-2-16,-2 1 0 15,0 0-2-15,0 0 2 16,3 3 0-16,-4 6-2 16,4 3 9-16,0 2-1 15,-1 5 1-15,3 3 0 0,-1 2 1 16,3 2 0-16,-2-2-2 15,1 3 1-15,0-1-1 16,-2 0 1-16,1-1-2 16,-3 2 2-16,-1-4-2 0,1-1 2 15,-4 0-1-15,1-4-1 16,-1-4 1-16,0-3 0 16,-1-3-3-16,0-1-1 15,0-3-10-15,0 1-6 16,0-3-5-16,-5 2-9 0,-3-4-43 15,0 0-29-15</inkml:trace>
  <inkml:trace contextRef="#ctx0" brushRef="#br0" timeOffset="191199.08">20059 16815 136 0,'0'0'30'0,"0"0"15"0,0 0-21 0,0 0-12 16,0 0-5-16,0 0-5 15,0 0-3-15,0 0 3 16,0 0-3-16,0 0 9 16,0 0-4-16,19-7-3 0,-8 3 1 15,5-2 1-15,-1 1 0 16,3-3-2-16,0 0 2 16,-1 1 1-16,1 4-3 15,0-3-1-15,-1 1 2 0,0 1-2 16,1 1 0-16,0 1-5 15,-3-1-27-15,-1-4-59 16</inkml:trace>
  <inkml:trace contextRef="#ctx0" brushRef="#br0" timeOffset="191785.71">20451 16398 231 0,'0'0'7'0,"0"0"0"0,0 0-8 15,0 0 1-15,0 0 0 16,0 0 1-16,-2 42-1 15,2-33 0-15,0 2-1 16,4-3 0-16,0-3 0 16,-1-3-3-16,2-2-3 15,-3 0 5-15,2 0 14 16,-2-7-4-16,-1-2 1 0,-1-3 1 16,0 3-3-16,0 0-3 15,0 2 1-15,-1 0 3 16,-5 4-1-16,-2 3-5 15,-3 2-6-15,0 9 2 16,-1 7 0-16,2 2 1 0,0 5 0 16,2-1 2-16,4-2-1 15,2-5 0-15,2-1 0 16,0-6 0-16,0-3 1 16,0-4 1-16,2-2-2 15,5-1-5-15,-2-1 1 0,1-8 8 16,1-1 3-16,-1-4-6 15,1-3 4-15,-3 0-2 16,-1 1 1-16,-3-1-2 16,0 2 1-16,0 2 0 0,0 3 0 15,-5 3 0-15,0 3 0 16,-1 4 0-16,1 0-8 16,0 9-7-16,0 7-11 15,0 4-20-15,-4-1-56 16</inkml:trace>
  <inkml:trace contextRef="#ctx0" brushRef="#br0" timeOffset="192640.27">20024 17196 215 0,'0'0'11'0,"0"0"3"0,0 0-10 0,0 0-1 16,0 0-3-16,0 0 0 15,0 0 1-15,0 0-1 0,0 0 1 16,0 0 16-16,0 0-3 16,0 0-10-16,9-23-2 15,-1 8 0-15,3-2-2 16,3-2 0-16,-2 1 1 16,-1-1-2-16,2-1 2 15,-4 2-1-15,-2 2 1 0,-2 2-1 16,-1 3 2-16,-2 4 0 15,-2 2 1-15,0 5-1 16,0 0-3-16,-2 5-11 16,-4 9 9-16,1 4 2 15,-2 5 1-15,1 4 1 0,3 1-1 16,-1 4 1-16,2 0 0 16,1 4 0-16,1 4 1 15,0 1-1-15,0 0-1 16,0-3 0-16,0-5 0 15,0-5 0-15,0-9 0 0,0-5 0 16,2-4-3-16,-1-4-5 16,-1-5-6-16,0-1 2 15,0 0 12-15,-2-4-39 16,-6-5-30-16,-1 0 29 16,0-2 21-16,0 4 13 0,-1-2 6 15,2 4 12-15,1 1 18 16,1 2 24-16,3 1-15 15,2-2-3-15,1 3-14 16,0-1-17-16,2-1-2 16,10-2 2-16,4-2-2 15,6-2 1-15,4-2-2 0,3-3-1 16,4-4 1-16,1-1-8 16,-2-4-56-16</inkml:trace>
  <inkml:trace contextRef="#ctx0" brushRef="#br0" timeOffset="193114.48">19481 16625 236 0,'0'0'4'0,"0"0"-2"0,0 0 0 0,0 0-7 15,0 0 5-15,0 0 16 0,57 11 11 16,-15-11-10-16,11 0-6 16,7 0-6-16,7-5-5 15,7-4 1-15,5-4-2 16,-2 1-10-16,-3-4 5 15,-2-1 5-15,-4 0 1 16,-7 1-2-16,-5 2 2 16,-6-1-7-16,-8 3-13 15,-11 2-25-15,-10 3-68 0</inkml:trace>
  <inkml:trace contextRef="#ctx0" brushRef="#br0" timeOffset="193353.88">19710 16796 271 0,'0'0'3'16,"0"0"2"-16,0 0 9 16,0 0-17-16,0 0 5 15,46-26 1-15,-1 15 12 16,13-4-5-16,9 0-4 15,4-1-2-15,5 5-4 16,-2 2 0-16,0 6 0 0,-7 3-24 16,-9 0-38-16,-14 8-115 15</inkml:trace>
  <inkml:trace contextRef="#ctx0" brushRef="#br0" timeOffset="193522.17">19940 17366 272 0,'0'0'0'15,"0"0"-11"-15,0 0-8 16,69-12 20-16,-21-11 1 16,10-8-11-16,2-8-87 15</inkml:trace>
  <inkml:trace contextRef="#ctx0" brushRef="#br0" timeOffset="193940.23">21013 16456 282 0,'0'0'6'0,"0"0"-6"15,-31 38-3-15,23-19-8 16,4 4-4-16,1 0 8 16,1-1 6-16,2-2 0 15,0-6 2-15,4 0 0 0,5-5-4 16,5-4-1-1,1-5-3-15,3 0-15 0,0-2 2 16,2-10 16-16,-1-2 5 16,-4 0-3-16,-1-6 9 15,-6 0 14-15,-5-1 10 16,-3-1-3-16,0 0-3 0,-9 1-9 16,-5 2-5-16,-1 5-1 15,-3 5-9-15,2 6-4 16,-6 3-8-16,1 6-21 15,3 7-14-15,1 3-69 0</inkml:trace>
  <inkml:trace contextRef="#ctx0" brushRef="#br0" timeOffset="194105.13">21222 16547 356 0,'0'0'4'16,"0"0"-5"-16,0 0-10 16,0 0-38-16,39-16-39 15,-34 9-39-15</inkml:trace>
  <inkml:trace contextRef="#ctx0" brushRef="#br0" timeOffset="194431.98">21483 16436 289 0,'0'0'-1'16,"0"0"2"-16,0 0 0 16,0 0 4-16,0 0-3 15,0 0-1-15,28-45 2 0,-22 33 2 16,-2 0 0-16,1-1 0 15,1 0-2-15,-3 3-1 16,0 4 0-16,-1 3 0 16,-2-1 4-16,0 4-5 0,0 0-3 15,0 0-23-15,0 12-1 16,-3 3 24-16,1 8 3 16,1 1-1-16,1 3-7 15,0 1-29-15,0 0-1 16,0-3-33-16,0-5-11 15</inkml:trace>
  <inkml:trace contextRef="#ctx0" brushRef="#br0" timeOffset="194598.68">21474 16631 304 0,'0'0'8'15,"0"0"5"-15,0 0-4 16,0 0-5-16,37-31-2 15,-18 23-2-15,0 0 1 16,3 5-8-16,-2-4-26 16,2 1-31-16,-5-1-86 0</inkml:trace>
  <inkml:trace contextRef="#ctx0" brushRef="#br0" timeOffset="194930.77">21751 16348 232 0,'0'0'7'15,"0"0"-3"-15,0 0-7 16,0 0 2-16,0 0-1 0,0 0 2 16,-40 45 2-16,35-22 1 15,4-1-2-15,1 0 0 16,0-3 2-16,6-4-2 15,5-2 2-15,3-6-3 16,-1-4-1-16,1-3 9 0,3 0 9 16,0-8-7-16,0-6 6 15,-2-1-1-15,-2-2-1 16,-3 0 0-16,-5-3-2 16,-4 2-1-16,-1-2-6 0,-2 1-5 15,-11 2-9-15,-5 5-29 16,-8 3-9-16,-3 5-66 15</inkml:trace>
  <inkml:trace contextRef="#ctx0" brushRef="#br0" timeOffset="195598.86">21148 16483 168 0,'0'0'0'0,"0"0"4"0,-39-21 6 0,33 18 0 0,1 3 1 16,3 0 2-16,1 0-1 16,1 0-3-16,0 0-1 15,5 3 4-15,12 1 19 0,6 0-2 16,8-2-7-16,11-2 2 16,5 0-12-16,9 0-5 15,6-10-3-15,1-1 0 16,2 0-2-16,0-3-2 0,-3 4 0 15,-6-2-5-15,-4 2-21 16,-10 2-2-16,-4 1-17 16,-16 3-26-16,-10 1-57 15</inkml:trace>
  <inkml:trace contextRef="#ctx0" brushRef="#br0" timeOffset="195769.09">21338 16636 283 0,'0'0'40'16,"0"0"-40"-16,0 0-29 15,44 2 24-15,-5-12 9 16,6-4-5-16,6-3-17 16,0-6-28-16,0 0-93 15</inkml:trace>
  <inkml:trace contextRef="#ctx0" brushRef="#br0" timeOffset="196126.11">22102 16365 224 0,'0'0'8'16,"0"0"0"-16,0 0-5 0,0 0-2 16,0 0 24-16,0 0-16 15,0 0-3-15,49-27 1 16,-34 16-5-16,1-5 2 16,-1 2-3-16,-2 1 0 0,-2 1 2 15,-4 1-1-15,-1 5-1 16,-5 3 1-16,-1 1 0 15,0 2-5-15,0 4-24 16,-1 9 24-16,-7 4-2 16,1 5 1-16,-2 6 1 15,2 2-3-15,1 1-9 16,1 2-36-16,1-3-22 0</inkml:trace>
  <inkml:trace contextRef="#ctx0" brushRef="#br0" timeOffset="196310.86">22161 16555 299 0,'0'0'13'16,"0"0"9"-16,0 0-10 16,0 0 3-16,0 0 5 0,0 0-19 15,0 0-1-15,45-8-8 16,-23 4-19-16,2-3-17 15,-2-2-64-15</inkml:trace>
  <inkml:trace contextRef="#ctx0" brushRef="#br0" timeOffset="196453.57">22388 16490 315 0,'0'0'15'0,"0"0"-10"16,0 0-13-16,0 0-14 15,0 0 5-15,0 0-49 16,0 0-108-16</inkml:trace>
  <inkml:trace contextRef="#ctx0" brushRef="#br0" timeOffset="196747.54">22635 16287 317 0,'0'0'17'0,"0"0"-17"16,0 0-10-16,0 0-5 0,0 0 10 16,-39 43 3-16,28-23 3 15,5 0-1-15,5-2 0 16,1-4-6-16,2 0-8 16,11-7 3-16,4-4 0 15,5-3-2-15,1 0 5 0,1-4 8 16,-1-6 2-16,-3-1 5 15,-5 0 8-15,-3-4 5 16,-6 5 7-16,-4-4-8 16,-2 1-13-16,-8 3-11 15,-12 0-49-15,-8 5-86 16</inkml:trace>
  <inkml:trace contextRef="#ctx0" brushRef="#br0" timeOffset="197333.47">22158 17137 226 0,'0'0'22'0,"0"0"-17"0,0 0-4 0,0 0 16 16,0 0-7-16,0 0-5 16,0 0 10-16,0 0-5 15,0 0-1-15,0 0 1 16,18-18 0-16,-15 10 2 16,2-3 1-16,3-1-1 0,-3 1-10 15,3-1-2-15,-1 3 0 16,2 2-1-16,-5 2-1 15,-1 2 0-15,1 3-5 16,-2 0-3-16,-1 5 4 16,1 4 2-16,0 4-2 0,1 4 7 15,0 0-1-15,1 3 0 16,0 0-3-16,2 1 1 16,-3 2 1-16,1-3 1 15,2 4 1-15,-4-3-1 16,1 2 1-16,0-2-2 15,-1 1-29-15,-1-4 28 16,-1-2-48-16,0-2-14 0,0-5-14 16</inkml:trace>
  <inkml:trace contextRef="#ctx0" brushRef="#br0" timeOffset="197547.71">22166 17399 81 0,'0'0'29'16,"0"0"18"-16,0 0 10 15,0 0-27-15,0 0-20 0,0 0 6 16,0 0-2 0,24-37-1-16,-7 30-2 0,4 0-7 15,1 0-1-15,2 1-3 16,0 0 1-16,2 0-1 16,-1 1-1-16,-1 2-4 15,0-4-13-15,-3 1-37 16,1-1-131-16</inkml:trace>
  <inkml:trace contextRef="#ctx0" brushRef="#br0" timeOffset="197690.33">22503 17276 312 0,'0'0'22'16,"0"0"-9"-16,0 0-6 15,0 0 0-15,0 0-3 16,0 0-5-16,0 0-19 15,0 0-32-15,-9-6-50 16</inkml:trace>
  <inkml:trace contextRef="#ctx0" brushRef="#br0" timeOffset="198249.02">22722 17101 113 0,'0'0'7'0,"0"0"-6"15,0 0 1-15,0 0 10 0,0 0 0 16,0 0 6-16,0 0 4 16,0 0-13-16,-7-1-6 15,3 6 0-15,-2 2 0 16,0 3-3-16,-2 1 0 16,0 2 1-16,0 0-1 0,2 3 2 15,3-3-2-15,1 1 2 16,2-3-1-16,0 3 1 15,2-4 0-15,6 0 5 16,4 1 2-16,-2-5 3 0,2 0-10 16,3-3 1-1,0-2 0-15,0-1 1 0,0 0 0 16,1-1 1-16,-3-6-1 16,2-3 4-16,-2-3 1 15,0 2 7-15,-4-4 0 16,-2 0-3-16,-3-1-2 15,-3-2 1-15,-1-1-2 0,-1 1-4 16,-9-1 2-16,-5 2-4 16,-7 3-6-16,-7 3-6 15,-10 8-30-15,-13 1-26 16,-9 2-180-16</inkml:trace>
  <inkml:trace contextRef="#ctx0" brushRef="#br0" timeOffset="201617.76">22739 15497 66 0,'-2'0'4'0,"2"0"-2"0,-1 0 0 0,1 0-1 16,-1 0-1-16,0 0 0 15,-2 0 1-15,1 0 8 0,1 0 6 16,-3 0 1-16,1 0-8 16,0 0-5-16,1 0-1 15,1 0-2-15,-1 0 1 16,2 0 2-16,-2 0-1 0,2 0 5 15,0 0 3-15,0 0-2 16,0 0-1-16,0-1 6 16,0 0 0-16,0-1-5 15,2 2-6-15,4-1-2 16,3-2 1-16,5 3-1 16,-3-2 1-16,4 1-1 0,1-1 0 15,-1 1 0-15,1 0 0 16,-1-2 0-16,1 3 1 15,-2-1-1-15,0 1 5 16,1 0 3-16,1 0-3 16,-1 0-3-16,1 0-2 15,-3 5 0-15,2 1 1 0,-2 1-1 16,1 1-1-16,-2 0 1 16,-3 0 0-16,1 2 0 15,0-1 0-15,-3 1 0 16,3 0 0-16,-2 1 1 0,-3 0-1 15,3-1-2-15,-3 4 5 16,-2-1-3-16,2 0 1 16,-2 0-1-16,-3 2-1 15,0 1 2-15,0-2-1 16,0 5 0-16,-2-1-1 0,-5 1 1 16,2-1-1-16,-2 2 2 15,1-1 0-15,1-1-1 16,0 0 2-16,1-1-2 15,0 2 0-15,0-1 1 16,2 2-1-16,1 1 2 16,0 1-2-16,0 2 0 0,1-1 0 15,0-1 0-15,0 2 0 16,0-2 0-16,0 1 1 16,0-3-1-16,1 1 1 15,4-3-1-15,2 2 1 16,0-6 0-16,1 0 0 0,2-2 0 15,2-1-1-15,-1-2 0 16,-1-3 1-16,2-1 0 16,-4-4-1-16,0 1 3 15,0-2 1-15,-2 0 1 0,-1 0-2 16,0 0-3-16,-3 0 0 16,-1-2 2-16,-1-2 1 15,0 4-1-15,0-4-2 16,0 4 5-16,-2 0 0 15,-1 0-8-15,-1 0 4 16,0 0-2-16,2 4 2 0,-2 3-2 16,2 3 1-16,0 2 0 15,0 0 0-15,1 4-1 16,-1 2 1-16,1 1 0 16,0 2 0-16,1 5 1 0,0 2-1 15,0-1-1 1,0 4 2-16,0-1-1 0,0 4 0 15,0 2 0-15,2-1 0 16,3 3 0-16,2 0 0 16,-2 1 1-16,3 0-1 15,-2-1-1-15,2-1 2 0,1 1-1 16,0-1 0-16,-1 0 0 16,2-3 0-16,-1 1 2 15,1-3-2-15,0-1 0 16,-1-1 1-16,0 0-1 15,-1 0 1-15,0 0-1 0,-2 1 1 16,-2 1-1-16,-1 1 0 16,-1-2 1-16,-2-1-1 15,0-3 0-15,0-1 1 16,-3-3-1-16,-5-4 0 16,1 0 1-16,-4-2 1 0,1-3-1 15,-4 2 2-15,0-3 1 16,-1 1-2-16,-1-3-1 15,-1 2 3-15,-3-2-3 16,1 1 2-16,-2-1-2 16,2-1-1-16,0-3 0 0,-4-3-12 15,2-4-40-15,-1 0-87 16</inkml:trace>
  <inkml:trace contextRef="#ctx0" brushRef="#br0" timeOffset="202661.61">23513 16236 19 0,'0'0'92'0,"0"0"-69"0,0-2 3 15,0 2-24-15,0 0-2 0,0 0-1 16,0 0-1-16,0 0 0 16,0 0 2-16,0 0 1 15,0 0 1-15,1 0-1 16,-1 0-2-16,1 0 2 0,1 3-1 15,-1 0 0-15,1 1 0 16,0-1 0-16,2 2 0 16,-2-1 1-16,1-1 0 15,1 2 1-15,0-2-2 16,1 0 0-16,-1 1 1 16,1-1-1-16,-2 1 0 0,-1-1 0 15,1 0 1-15,-1 0 0 16,-1-2 7-16,1 1 3 15,-2-1 1-15,0-1-2 16,2 0-2-16,-1 0-2 16,3 0-2-16,1 0-2 15,4 0 7-15,0-1-4 0,5-6-5 16,-2-2 1-16,4-1-2 16,0-1 1-16,2-2 4 15,1-3-1-15,-2-2 2 16,3-1 1-16,-1-2-3 15,2-1-1-15,-1 0-1 16,-1-1 0-16,0 4 0 0,-2 0 0 16,-3 5 1-16,-6 1 2 15,-1 3 1-15,-2 3-1 16,-2 4-3-16,1 2-1 16,-4 1-1-16,0 0-23 0,0 1-82 15,-6 4-40-15</inkml:trace>
  <inkml:trace contextRef="#ctx0" brushRef="#br0" timeOffset="203296.88">23472 16256 26 0,'0'0'5'0,"0"0"4"0,0 0 11 15,0 0 8-15,0 0 8 0,0 0 5 16,0 0-6-16,0 0-10 16,0 0-11-16,0 0-10 15,0 0-2-15,1-14 1 16,1 14-3-16,3 0-1 16,-1 1-7-16,-1 3 5 15,0 3 4-15,4 1 0 0,-2 0-1 16,0 1 2-16,2-1-2 15,-2 2-1-15,2-1 1 16,-4-1 1-16,2-2-1 16,0-1 1-16,-1-2-1 15,1-1 1-15,0-2 0 16,0 0 3-16,3 0 2 16,0 0-1-16,2-8 3 0,1 0-6 15,3-5 0-15,-1 2-1 16,3-3 0-16,2-5 2 15,5-1-1-15,3-4-1 0,1-1 1 16,3-4-1-16,1 1 0 16,-2 1-1-16,0 1 0 15,-5 2 1-15,-2 6-1 16,-5 2 0-16,-3 5 0 16,-2 4 0-16,-3 2-1 0,-3 4-6 15,-3 1-17-15,-3 0-40 16,0 1-47-16</inkml:trace>
  <inkml:trace contextRef="#ctx0" brushRef="#br0" timeOffset="203810.15">23561 16275 100 0,'0'0'26'0,"0"0"-2"0,0 0-21 0,0 0-4 0,0 0 2 16,0 0 9-16,0 0 0 16,0 36-7-16,0-25-1 15,0-3 2-15,2-1-1 16,3 0 5-16,1-1 5 0,0-2-6 15,-1-1-3-15,3-2 4 16,-1-1 5-16,2 0-2 16,-2 0-8-16,3-6 3 15,2-2 5-15,1-3-3 16,3-2 1-16,2-3 2 16,5-4 1-16,4-4-3 0,7-3-3 15,2-6-4-15,6-3-1 16,3 0-2-16,0-1-16 15,-6 2-51-15</inkml:trace>
  <inkml:trace contextRef="#ctx0" brushRef="#br0" timeOffset="211325.82">12215 11778 4 0,'7'0'27'0,"3"-4"-6"0,2-4 0 0,-1-1-7 15,2-2-4-15,3-3-4 16,2-3-2-16,4-4-3 0,5-2 0 16,0-1 0-16,4-4-1 15,1-2 1-15,3 1 1 16,0 1 2-16,2 0 0 15,-3 2-3-15,-3 3-1 0,-8 1-39 16</inkml:trace>
  <inkml:trace contextRef="#ctx0" brushRef="#br0" timeOffset="212375.87">12751 16011 3 0,'0'0'3'0,"0"0"0"0,0 0 0 0,0 0 4 0,0 0 10 0,0 0 8 15,0 0 0-15,0 0 2 16,43-18-3-16,-32 1-8 15,2 0-7-15,5-3-4 16,3-5-2-16,4-5-1 16,10-3-3-16,3-7 4 15,6-5-3-15,3-5 0 0,2-1-14 16,-3-6-100-16</inkml:trace>
  <inkml:trace contextRef="#ctx0" brushRef="#br0" timeOffset="-213775.84">8771 17192 56 0,'0'-4'18'0,"0"-1"-8"0,0 1-5 0,0 0-3 0,0-1-1 15,0 1 2-15,0 1 6 16,0-1 6-16,-1 3 1 16,1-1 1-16,-1 1-4 15,0-2 1-15,0 3-7 16,1-3-4-16,-1 3-2 0,1-1 0 15,0-1 0-15,-2 1-1 16,2 1 0-16,0 0 1 16,0 0 2-16,0 0-1 15,0 0 0-15,0 0 1 16,0 0-1-16,0 0-1 0,0 0-1 16,0 0-1-16,0 0 0 15,0 0 1-15,0 0 0 16,0 0-1-16,0 0-2 15,0 0-1-15,0 3 6 16,0 1 0-16,0 2-2 0,0-1-1 16,0 1 2-16,0 0 0 15,0-1 0-15,2 1-1 16,-2 0 0-16,2 0 0 16,-1 1 1-16,1 1-1 15,0 2 0-15,-2 0 0 0,0 0-1 16,0 1 1-16,0 1 0 15,0-2 0-15,0 1 0 16,0 1-2-16,0 0 4 16,0-1-1-16,2-1 0 15,0 0-1-15,1-1 1 0,0-2-2 16,2-1 2-16,2-2-2 16,0 0 1-16,-1-1 1 15,1-1-1-15,0-1 0 16,-2-1 0-16,1 0 1 15,-1 0 1-15,1-1-2 0,-1-6 2 16,2-1-2-16,-1-3 1 16,-1-2 0-16,-1 0 0 15,1 0 0-15,-1-2-1 16,1-1 1-16,-1 2 0 16,-2-1 0-16,1 4-1 15,1 2 0-15,-2 0 0 16,0 3 0-16,0 1 0 0,1 2 0 15,1 0-1-15,-1 1 1 16,1 0 0-16,0 2 0 16,1 0-1-16,1 0 0 15,-1 0 0-15,2 3-1 0,-3 4-1 16,1 1 0-16,-1 1 3 16,-1-1 0-16,3 2 1 15,-4-3-1-15,3 0 2 16,0 2-2-16,1-5 0 0,-1 0 1 15,1-1-1-15,-1-3-1 16,2 0 1-16,-1 0 2 16,1-4-1-16,-3-6 1 15,0-1-1-15,1-2 1 16,-2 0 0-16,-1 0 3 0,0-2 0 16,-2 0 2-1,0 2-2-15,0 0 0 0,-2 1 2 16,-3 3-2-16,-1 1-1 15,3 1-1-15,-1 4-3 16,-1 1 0-16,3 2-3 16,2 0-15-16,-2 0-74 0</inkml:trace>
  <inkml:trace contextRef="#ctx0" brushRef="#br0" timeOffset="-212990.19">9123 16820 182 0,'-4'-2'6'0,"-2"1"18"0,4-2-9 0,1 2-5 0,1 1-8 16,0 0-3-16,0 0-2 15,0 0 2-15,3 7-1 16,3 4 1-16,0 2 1 16,2 2 0-16,0 4 0 15,1 1 0-15,1 2 0 0,-2 3 0 16,1-1 0-16,0 1 0 15,1-1 0-15,-2-1 0 16,1-2 0-16,0 1 1 16,0-5-1-16,-3 0 0 15,1-2 0-15,-1 0 2 16,2-4-4-16,-4 2 2 0,-1-4 2 16,1 0-2-16,-4-1-3 15,0-2 0-15,0-1 3 16,0-2-1-16,0-2 3 15,0-1 0-15,0 0-1 0,0 0 1 16,-5 0 0-16,1 0-2 16,2 0 1-16,-4 0 0 15,2-3-1-15,0-1 0 16,0 0 1-16,2 0-3 16,0-2 3-16,2 0-1 0,0-2-1 15,0-3 2-15,0 2-1 16,0-3 1-16,2 1 1 15,2-2-1-15,0 0 2 16,-1 2 0-16,4 1 0 16,-3 1-2-16,1 0 0 0,3 4 0 15,-3 1-2-15,4-1 2 16,-4 3-1-16,3 0-1 16,-1 1 1-16,2 1 0 15,-2 0-2-15,1 0 1 16,-1 7 1-16,1 0 0 0,0 2-1 15,0 2 0-15,1-1 1 16,-1 4 0-16,-2-1 1 16,1 2-2-16,-1-1 2 15,4 0 0-15,-4-3-10 16,1-1-44-16,-3-8-53 16</inkml:trace>
  <inkml:trace contextRef="#ctx0" brushRef="#br0" timeOffset="-212758.01">9494 17013 153 0,'0'0'2'0,"0"0"3"0,0 0-5 0,0 0-5 15,0 0 4-15,0 0 0 0,0 0-1 16,0 0 4-16,19 45 2 15,-13-33-3-15,1 3-1 16,0-2 1-16,-1 0 1 16,3-2 0-16,-4-2 0 15,4-5-15-15,-6-4-44 0</inkml:trace>
  <inkml:trace contextRef="#ctx0" brushRef="#br0" timeOffset="-212605.38">9571 16859 219 0,'0'0'18'0,"0"0"-14"15,0 0 5-15,0 0-3 16,-36-28-7-16,36 28-28 16,0 7-78-16</inkml:trace>
  <inkml:trace contextRef="#ctx0" brushRef="#br0" timeOffset="-212251.21">9787 16993 81 0,'0'0'3'0,"0"0"12"0,0 0 6 16,0 0 6-16,-39-37 8 16,31 35-7-16,-2 0-14 15,3 2-4-15,0 0-7 16,0 11-4-16,2 2-1 16,1 5 0-16,2 1 1 15,2 1 2-15,0-1-1 0,0 1 2 16,0-4-1-16,7 1 0 15,2-4 0-15,2-2 0 16,0-2 1-16,3-3-4 16,-1-4 1-16,3-2 1 15,-1 0-6-15,1-10-21 0,-3-7-40 16</inkml:trace>
  <inkml:trace contextRef="#ctx0" brushRef="#br0" timeOffset="-211670.99">9883 16646 109 0,'0'0'2'0,"0"0"0"0,0 0 4 15,0 0-3-15,0 0-2 16,0 0-1-16,0 0 0 15,0 0 0-15,-13 42 0 16,20-24 0-16,-2 2 1 16,3 3 1-16,0-2 0 0,0 3-2 15,1 0 1-15,-1 2 0 16,2-1-1-16,-4 1 2 16,1-1-1-16,0 1-1 15,0-3 1-15,-3-2-1 16,-3-3 1-16,1-2 0 15,2-4-1-15,-4-4 1 0,2-1-1 16,-2-2 1-16,0-3-1 16,0 1 2-16,0-3 2 15,0 0 1-15,-2 0 9 0,2-6-4 16,-4-2-4 0,3-4-3-16,1-3-2 0,0 1-1 15,0-2 0-15,0 1-1 16,1 0 2-16,7 0 2 15,-2 1 2-15,4 0-1 16,1 1-1-16,0 1 1 16,1 1-2-16,-1 2-1 0,0 5 0 15,2 1-2-15,-4 3 1 16,-1 0 0-16,2 4-2 16,-3 8 0-16,-1 5 1 15,-2 1 3-15,1 4 0 0,1 0 0 16,2 1-2-16,-2-2 3 15,5-1-6-15,1-4-33 16,1-8-18-16</inkml:trace>
  <inkml:trace contextRef="#ctx0" brushRef="#br0" timeOffset="-211238.8">10628 16722 73 0,'0'0'1'0,"0"0"12"0,0 0 11 0,0 0-13 0,0 0-1 16,-41 0-3-16,31 12 5 15,-4 4-1-15,5 2-6 0,-2 4-2 16,6-1-3-16,3-1 2 15,2 3-1-15,0-5 0 16,0-2 0-16,7-3 0 16,4-5 2-16,-2-1-4 15,0-4-1-15,3-3 4 16,-2 0 2-16,1-1 0 0,-3-8 3 16,2-1 1-16,-3-1 0 15,-3-5 0-15,-2 2 1 16,-2-2-1-16,0-2-3 15,0 1-1-15,-2 0 1 0,-6 1-3 16,1 1 0-16,-1 3-1 16,0 5 0-16,1 3-2 15,3 4-3-15,-2 0-6 16,4 4-39-16,1 3-28 16</inkml:trace>
  <inkml:trace contextRef="#ctx0" brushRef="#br0" timeOffset="-210709.04">10722 16734 155 0,'0'0'-5'16,"0"0"6"-16,0 0-1 15,0 0-2-15,0 0-8 16,0 0 5-16,0 0 3 0,0 0-2 15,0 0 3-15,29-12 3 16,-25 22 3-16,3 2-1 16,-2 1-2-16,1 3-1 15,-1 1 2-15,1-1-3 16,-1-2 1-16,2 1 0 0,-3-5-1 16,-2 0 0-16,-1-3 1 15,1-2-1-15,-2-3 0 16,0-1-2-16,0-1 7 15,0 0-1-15,-5 0-1 16,1-2-3-16,-3-7-5 16,4-2 4-16,1-2 1 0,2-4 0 15,0 0 0-15,0-3 2 16,0 0 0-16,5 2 1 16,4 0 0-16,0 3 4 15,0 2 5-15,2 2 0 0,0 1-6 16,-1 6-5-16,2-2 0 15,0 5-1-15,1 1 0 16,-2 0 0-16,-2 4 0 16,-3 6-2-16,2 4 2 15,-4 3 0-15,-2 0 0 16,0 3 3-16,-2-3-3 16,0 2 2-16,0-3 0 0,0-4-8 15,1-3-58-15,0-7-64 16</inkml:trace>
  <inkml:trace contextRef="#ctx0" brushRef="#br0" timeOffset="-210346.84">11017 16690 191 0,'0'0'41'0,"0"0"-41"0,0 0-1 0,0 0 2 16,0 0-1-16,0 0-3 15,0 0 0-15,0 0 2 16,0 0 0-16,0 0 1 16,22-14 0-16,-17 7 2 0,-1 1-1 15,-1-2 0-15,-1-4-3 16,2 1 7-16,-4 1-1 16,0 0-4-16,0-1 1 15,0 1 0-15,0 3-1 16,-6 4 0-16,1 3-2 15,0 0 2-15,0 3 0 0,-1 11-3 16,0 3 3-16,3 4 0 16,-1 2 2-16,4 1-2 15,0 1 0-15,0-3 1 16,6-1-1-16,5-4-4 16,5-4-26-16,-1-4-32 0,3-9-28 15</inkml:trace>
  <inkml:trace contextRef="#ctx0" brushRef="#br0" timeOffset="-209769.17">11477 16456 136 0,'0'0'85'0,"0"0"-80"0,0 0-2 0,0 0-1 0,0 0-9 16,0 0 2-16,0 0 3 15,-8 48 0-15,14-33 2 16,-1 0 0-16,1 1 0 15,-1-3 0-15,1 0 0 16,-1-2 0-16,-1 0 0 16,1-4 0-16,-3-1-2 0,0-3-3 15,0-2-3-15,-2-1-1 16,1 0 2-16,0 0 13 16,0-10-5-16,1 0 0 15,2-4 0-15,1 1 1 0,-2-4-2 16,5-1 3-16,-3 1-1 15,5-2 2-15,0 2 4 16,0 3-3-16,1 0-1 16,2 2-2-16,-1 2-1 15,0 2-1-15,-1 4 1 0,-1 1-1 16,1 2 0-16,-1 1-1 16,-3 0 1-16,1 8-1 15,0 1-1-15,-2 5 2 16,-3 0 1-16,-1 0 0 15,-2 3 0-15,0-1-1 16,0-2-1-16,-5 0 3 0,-5 0-6 16,-4-3-38-16,-1-6-102 15</inkml:trace>
  <inkml:trace contextRef="#ctx0" brushRef="#br0" timeOffset="-209628.92">11398 16309 195 0,'0'0'0'0,"0"-48"0"0,7 27-21 0,-1 4-59 16</inkml:trace>
  <inkml:trace contextRef="#ctx0" brushRef="#br0" timeOffset="-208404.27">10050 17626 171 0,'0'0'-18'16,"0"0"18"-16,0 0 0 0,-37 47 1 16,28-22-1-16,-1 3 0 15,2 4 0-15,0 0 0 16,1 0 5-16,3 2 4 15,2 1 0-15,2-3-3 16,0-2-4-16,12-3 0 0,2-6 0 16,3-4-2-16,6-5 0 15,0-7-1-15,-2-5-2 16,2 0 3-16,-2-15 1 16,-2-1 1-16,-3-5 0 15,-1-4-1-15,0-2-1 16,-3-2 1-16,0-4-1 0,-6-1-1 15,-1-1-7-15,-3-2-10 16,-2 1 0-16,0 2 11 16,-4 4 8-16,-5 3-1 15,-2 6 1-15,2 4 2 0,0 5 6 16,0 5 11 0,6 5-6-16,-1 2-7 0,1 4-10 15,3 9 2-15,0 4-2 16,3 3 2-16,3 5 0 15,4 2 0-15,-1 0 0 16,2 0 1-16,2 3 1 0,0-4-1 16,-1-2 1-16,-1-3 0 15,0-1-1-15,-1-6 1 16,-2-4-1-16,-2-2 0 16,1-3 0-16,-4-4-2 15,1-1-2-15,1-1-3 16,-3-11 9-16,0-3-1 0,1-5-1 15,0-4 1-15,2-2-2 16,-3 1 2-16,0 1-1 16,1 1-1-16,1 5 7 15,1 3-1-15,-2 4 1 0,3 5-3 16,-2 2-2-16,2 4-1 16,2 0-1-16,-1 6 1 15,2 4-2-15,1 5 5 16,-2 1-1-16,2 2 0 15,-1-1-2-15,3-1 1 0,-5 1 0 16,3-6-1-16,-1 1 0 16,1-5 1-16,0-4 1 15,-1-3-4-15,0 0 2 16,0-1 2-16,-3-7 0 16,1-5 0-16,-1-4 0 15,-2-1 0-15,0-2-2 16,-4 0 0-16,0 1 1 0,0-2-1 15,0 7 1-15,-4 1-2 16,-2 6 1-16,0 3-1 16,-1 4-5-16,1 0 1 15,1 4 4-15,2 6 0 0,0 3 0 16,3-2 1-16,0 4 0 16,0-2 0-16,3-2 0 15,5-1 1-15,-1-2-1 16,5-1-1-16,0-1 1 15,-1-3 1-15,3-1-1 0,-3-2 1 16,0 0-1-16,-1-5-6 16,-4-11-65-16</inkml:trace>
  <inkml:trace contextRef="#ctx0" brushRef="#br0" timeOffset="-208268.56">10404 17513 283 0,'0'0'-25'0,"0"0"21"0,0 0-15 0,14-53-55 15</inkml:trace>
  <inkml:trace contextRef="#ctx0" brushRef="#br0" timeOffset="-207443.76">10817 17340 145 0,'0'0'4'15,"0"0"12"-15,0 0 2 16,-24-45-10-16,24 28 1 15,0-1-8-15,5 0 0 16,4 2-1-16,2 2 1 0,1 4-2 16,2 3 2-16,3 4 0 15,0 3-2-15,1 1-6 16,-1 12 9-16,4 8-2 16,-3 6 0-16,-3 9-2 15,0 4 5-15,-3 5-2 0,-3 6 2 16,-2 3-3-16,-2-1 1 15,-3 2-1-15,0-1 4 16,-2 0-6-16,0-2 6 16,0-3-4-16,2-4 2 15,-2-6-1-15,3-5 0 0,0-7-1 16,2-7 1-16,1-6-1 16,2-4 1-16,1-6-3 15,0-4 0-15,4 0 5 16,-4-5-1-16,5-8 0 15,-5-3 0-15,1-4 0 0,-3-4 1 16,0 0-1-16,-4-3 1 16,-3 1-3-16,0-1 3 15,-2-3-3-15,-8 3 1 16,1-1-1-16,-6-2 0 16,1 3-1-16,-1-1-7 15,-3 4-4-15,3 0-4 16,2 6 8-16,1 4 7 0,4 4 1 15,0 5 1-15,3 3-1 16,3 2 1-16,0 0-1 16,2 0 0-16,0 0-3 0,4 0 2 15,7 0-2-15,0-4 3 16,3-5 0-16,2-3 1 16,1-5 0-16,-1 0 0 15,-2-2 2-15,2 3 3 16,-3 0-1-16,0 4-2 15,-2 2 1-15,-2 3-4 0,-3 4 1 16,2 3 0-16,-2 0-1 16,-3 4-1-16,3 9 3 15,-4 3 5-15,1 1-3 16,0 3-1-16,3-3-1 16,-2 0-1-16,1-3 2 0,1-3-3 15,1-2 1-15,2-5-2 16,-2-4-27-16,-1 0-55 15</inkml:trace>
  <inkml:trace contextRef="#ctx0" brushRef="#br0" timeOffset="-207307.23">11204 17254 264 0,'0'0'-8'0,"0"0"16"0,0 0-10 0,0 0-18 15,0 0-68-15</inkml:trace>
  <inkml:trace contextRef="#ctx0" brushRef="#br0" timeOffset="-206858.89">11280 17351 262 0,'0'0'-12'0,"0"0"18"16,0 0-4-16,0 0-4 15,0 0 0-15,0 0 2 16,0 0 0-16,12 39-1 16,-6-26 0-16,3 3 2 15,-4-2-1-15,4-1 0 16,-4 0 0-16,1-3 0 0,0-4-1 15,-3-1-7-15,0-1-2 16,1-4 2-16,-4 0-1 16,0 0 3-16,0-4 12 15,0-6-5-15,0-2 2 0,0-6 0 16,0 0-2-16,0-5 1 16,4 2-1-16,0-2 0 15,3 3 1-15,1 0-2 16,2 4 0-16,1 4 0 15,0 3 0-15,1 5 0 16,-1 4 0-16,1 0 0 0,-1 4-2 16,1 11 1-16,0 5 0 15,-1 4 2-15,-2 1 0 16,3 1-12-16,-2-2-31 16,-3-3-26-16</inkml:trace>
  <inkml:trace contextRef="#ctx0" brushRef="#br0" timeOffset="-206482.91">11580 17340 223 0,'0'0'2'0,"0"0"24"0,-11-49-9 0,5 39-5 16,0 3 1-16,2 3-8 15,-2 4-4-15,3 0-3 16,-1 4-3-16,0 8 6 0,2 2 0 15,2 1 0-15,0 2 1 16,0-1-2-16,0 0 0 16,6-5-3-16,0-3-1 15,-1-1-5-15,3-5-5 16,-4-2-1-16,2 0 11 16,-1-6 4-16,1-5 2 0,0 0 0 15,-2-2 0-15,4 2 0 16,-2 2 1-16,3 2 0 15,-2 1-1-15,4 5-2 16,0-1 0-16,3 2 0 16,-3 0 0-16,0 0 0 0,1 0 0 15,-4 3 0-15,1-1-2 16,-1 0-9-16,0-2-31 16,-6 0-42-16</inkml:trace>
  <inkml:trace contextRef="#ctx0" brushRef="#br0" timeOffset="-206262.52">11701 16901 145 0,'0'0'6'0,"0"0"14"0,0 0-19 0,0 0-6 15,0 0 4-15,-4 59 9 16,7-26-4-16,6 1-3 0,3 4 2 16,-1-1-2-16,3-2-11 15,-5-6-75-15</inkml:trace>
  <inkml:trace contextRef="#ctx0" brushRef="#br0" timeOffset="-205927.23">12168 16605 171 0,'0'0'4'0,"0"0"16"15,0 0-9-15,-45 30-7 0,27-3 0 16,-4 10-1-16,0 9-1 16,-3 10-3-16,-2 11 4 15,0 8-2-15,-7 9-4 16,1 9 6-16,-4 10-2 16,3 3-2-16,-2 2 6 15,2 2-4-15,6-2 2 0,1-10-3 16,5-9 0-16,5-11-4 15,4-11-21-15,3-19-54 16</inkml:trace>
  <inkml:trace contextRef="#ctx0" brushRef="#br0" timeOffset="-205668.63">11897 17390 221 0,'0'0'-22'15,"0"0"13"-15,0 0 10 16,0 43-1-16,0-13 0 0,0 6 2 16,0 5 1-16,0-2-1 15,0 1-1-15,3-3 0 16,-3-5 0-16,0-3 0 15,0-5-18-15,0-7-29 16,0-10-16-16</inkml:trace>
  <inkml:trace contextRef="#ctx0" brushRef="#br0" timeOffset="-205216.81">11855 17524 117 0,'0'0'2'16,"2"-70"29"-16,5 39 7 0,5 0-20 15,1 8-9-15,3 1-6 16,0 5-2-16,3 7-1 16,-4 5 0-16,1 5 0 15,-2 3-2-15,1 13 1 16,-6 5-1-16,-2 7 0 0,-3 4 1 16,-4-1 2-1,0 2 0-15,-5-1-1 0,-5-5 0 16,-4-2 0-16,0-6 0 15,4-2 2-15,0-7 0 16,4-7 5-16,2-3 1 16,4 0-1-16,0-7-4 0,4-6-3 15,3 0 0-15,6-1 0 16,0 3 0-16,1 0 0 16,-1 5 1-16,1 3-1 15,1 2 0-15,-1 1 1 0,-1 2-2 16,-2 10 1-16,-3 2 0 15,-4 2-1-15,-4 2 0 16,0 3 0-16,-8 1 2 16,-7-1 0-16,-7 2 0 15,2-1 0-15,-4-3-1 16,3-1 1-16,1-3 1 16,6-6-2-16,3-7-5 0,4-2-37 15,3-6-41-15</inkml:trace>
  <inkml:trace contextRef="#ctx0" brushRef="#br0" timeOffset="-204881.88">12154 17540 79 0,'0'0'0'0,"0"0"2"0,0 0-1 0,0 0 0 16,0 0 1-16,0 0 7 16,0 0 10-16,0 0 8 15,20-39 6-15,-20 24-2 16,0-2-13-16,-7 1-9 0,1 1 1 16,-2 3-6-16,0 5-1 15,0 1-1-15,1 6-1 16,1 0-4-16,1 7 0 15,-2 11 1-15,4 4 6 0,1 4-6 16,2 2 4-16,0 1-6 16,4-2-8-16,8-5-32 15,-3-3-20-15,1-11-59 16</inkml:trace>
  <inkml:trace contextRef="#ctx0" brushRef="#br0" timeOffset="-204510.12">12305 17385 81 0,'0'0'115'0,"0"-40"-111"15,-6 26 5-15,-1 5-3 16,1 4-4-16,0 5-2 16,-1 0-4-16,-2 3-7 15,4 8 2-15,-1 6 12 16,3 2-16-16,2 0 14 0,1 3 13 15,0-1-11-15,6-2-1 16,3-2-1-16,2-5-1 16,0 1 1-16,2-4-2 15,-3 0 2-15,0-6 2 16,-1 2-1-16,1-2 0 0,-5-2-1 16,-2 3 0-16,-1 0-1 15,-2 1 0-15,0 2-2 16,0 0 7-16,-6 4-1 15,-7 3-4-15,1 0 1 16,-1 4 0-16,-1-3-2 16,2-1-15-16,2-2-30 0,1-5-6 15</inkml:trace>
  <inkml:trace contextRef="#ctx0" brushRef="#br0" timeOffset="-204270.23">12372 17202 187 0,'0'0'2'0,"0"0"-1"16,0 0-2-16,0 0-15 16,0 0 0-16,22 39 12 15,-18-13 5-15,-1 4 2 16,5 2 1-16,-5-2 3 15,5 2 1-15,-3-1-5 16,0 0 0-16,1-2-1 0,-4 0-2 16,0-2-44-16,-2-4-74 15</inkml:trace>
  <inkml:trace contextRef="#ctx0" brushRef="#br0" timeOffset="-204121.11">12401 17519 125 0,'0'0'87'16,"0"0"-83"-16,0 0-1 15,24-49 0-15,-9 34-2 0,1-3-5 16,0-3-77-16</inkml:trace>
  <inkml:trace contextRef="#ctx0" brushRef="#br0" timeOffset="-203138.9">12642 16310 141 0,'0'0'3'0,"44"-27"-1"0,-25 17 0 0,0 3-1 16,-3 3 0-16,-5 4-1 0,-3 0-1 15,-2 13 0-15,-4 6 0 16,-2 7 5-16,0 6 5 16,-2 7-1-16,-5 4-4 15,0 6 4-15,1 2-4 16,1 3-2-16,1 1-1 16,1-1 0-16,2-1 1 0,1-3-1 15,0-3 0-15,4-4 0 16,3-10-1-16,3-4 2 15,2-9-1-15,1-8-1 16,0-9-3-16,-2-3 5 0,1-3 1 16,-1-6-1-16,-2-1-1 15,-5 1 1-15,-3 5-2 16,-1 4 8-16,0 0 12 16,-7 14-14-16,-5 7-7 0,1 10 4 15,0 9-3-15,0 7 1 16,6 6 0-16,1 5-1 15,2 2 1-15,2 4 0 16,0 1 0-16,4 0-1 16,3-1 0-16,5-5 0 15,0 0 0-15,-1-7 1 0,3-5-1 16,-5-5 0-16,1-6 2 16,-4-4-1-16,-4-7-1 15,-2-5 1-15,-2-3-1 16,-12-2 3-16,-7-1 6 15,-3-2-1-15,-5 4 0 0,-1-2-7 16,-2 5-1-16,-1-1 0 16,2-1-16-16,4-5-41 15,3-7-47-15</inkml:trace>
  <inkml:trace contextRef="#ctx0" brushRef="#br0" timeOffset="-202677.67">13171 17202 24 0,'0'0'16'0,"0"0"27"0,0 0-19 16,9-50-2-16,-3 38-2 15,4 0-3-15,1 2-7 16,-2 1-3-16,1 5 0 0,0 1 2 16,-1 3-5-16,1 0-3 15,0 6 0-15,-5 8-1 16,3 5 3-16,-5 3-2 16,-1 7 0-16,-2 1 0 15,0 0-1-15,0 3 0 0,-2-3-1 16,-3 0-8-16,0-3-18 15,1-5-25-15,0-5-36 16</inkml:trace>
  <inkml:trace contextRef="#ctx0" brushRef="#br0" timeOffset="-202547.63">13314 17454 213 0,'0'0'3'0,"0"0"3"16,0 0-4-16,18 50-1 15,-15-37-11-15,0 0-45 0,-2-3-23 16</inkml:trace>
  <inkml:trace contextRef="#ctx0" brushRef="#br0" timeOffset="-201977.72">13336 16943 104 0,'0'0'-4'0,"-28"-50"16"0,12 29-4 16,-2 1-4-16,-1 5 8 16,-2 1-2-16,-3 5 9 15,1 3 14-15,3 6-16 16,-4 0-9-16,3 12-6 16,0 10-3-16,0 10 4 15,0 11-5-15,4 7 3 0,1 13 0 16,3 9 0-16,1 13-1 15,6 8 1-15,6 6 1 16,0 2-2-16,14 0 1 16,5-3-2-16,4-8-4 0,6-12-10 15,2-14 5-15,1-15-7 16,3-16 0-16,-3-18 13 16,3-15 6-16,-4-11 19 15,1-17 10-15,-1-8-8 16,-2-9-1-16,-2-6 1 15,-4-6 3-15,1-8-1 0,-9-8-5 16,-6-1 0-16,-7-3-2 16,-2 2-14-16,-13 1-2 15,-14 9-1-15,-10 7-2 16,-9 9-9-16,-9 10-1 16,-15 12-21-16,-10 11-56 0</inkml:trace>
  <inkml:trace contextRef="#ctx0" brushRef="#br0" timeOffset="-177732.16">5668 14061 91 0,'0'0'5'0,"0"0"10"0,0 0-7 16,0 0-4-16,0 0-1 0,0 0-2 15,0 0-1-15,0 0 0 16,0 0 0-16,0 0 1 16,0 0-1-16,-42-4 4 15,32 4 6-15,2-1 1 16,-1 0 4-16,-1-1-5 15,-2 2-3-15,3 0-4 0,0 0-3 16,-3 0 1-16,0 0-2 16,0 0 0-16,1 0 1 15,0 0 0-15,-1 3 0 16,-1 1 0-16,2 0 1 0,-2 3 0 16,4-1-1-16,-3 3 0 15,1-2-1-15,1 1 1 16,0 1-1-16,1-1 1 15,1-1 0-15,1 0 0 16,-1-1 1-16,0 0-1 16,1-2 0-16,1 2 0 0,1 0 0 15,-2-1 1-15,0 2-1 16,1 3 0-16,0 0 0 16,1 4-1-16,-2 2 1 15,2 0 0-15,-1-1 0 16,0 3 0-16,3-2 0 0,-1-1-1 15,1 1 1-15,-1-3 0 16,3 3 0-16,-1-2 0 16,0 1 1-16,0 0-2 15,0 2 2-15,-1 0-1 16,1-1 0-16,0 1 0 0,0-2 0 16,0 1 0-16,0-2 0 15,2 1 0-15,0-1 0 16,-2-2 0-16,2 1 1 15,-1-2-2-15,1-2 1 16,0 1 0-16,0-3 0 0,0 3 1 16,0-3-2-16,3 2 1 15,-1 2 0-15,0-2 1 16,2 2-1-16,-1 0 0 16,1-1 0-16,-2 2 0 15,0-1 0-15,-2 0 0 0,2-1 0 16,-2 0 0-16,0 0 0 15,1-1 0-15,-1 0 0 16,1 0 0-16,0 0 0 16,1 0 0-16,-2 2 0 15,3-1 0-15,-3 1 0 0,2 0 0 16,-2 2 1-16,2-2-2 16,0 1 2-16,1-1-1 15,1 0 0-15,0-2 0 16,-2 0 0-16,3-1 0 15,-1-1 0-15,3 3 1 0,0-1-1 16,-1 0 0-16,1 0 0 16,0 2 0-16,0-1 0 15,-1 0 0-15,1 0 0 16,-1-1 0-16,2-1 0 16,-1-2 0-16,-1-2 0 15,0 1 0-15,2-1 0 0,-1-2 0 16,1 1 0-16,0 0 1 15,2 0-1-15,1 2 0 16,-2 0 0-16,2 2 0 16,-2-1 0-16,2 1 0 15,-2 0 0-15,0-1 0 0,0 0 0 16,3-1 0-16,-2 1 0 16,2-2 1-16,1 0-2 15,0-1 2-15,1-1-2 16,-3-1 1-16,0-1 0 15,1 0 0-15,-1 0-1 0,-1 0-1 16,0-3 1-16,-3-1-1 16,3-2 3-16,0-1-1 15,-2 1 0-15,1-1-2 16,0-1 4-16,0 1-1 16,0 1-1-16,-2 0 0 0,-1-1 1 15,4-1-1-15,-4 0 0 16,3-3 1-16,1 1 0 15,0-3-1-15,1-1 1 16,1 0-1-16,-1 0 1 16,0 0 1-16,-2 0-2 15,0 2 0-15,-2 2 0 16,1 3-4-16,-3 0-14 0,0 3-22 16,-5-2-44-16</inkml:trace>
  <inkml:trace contextRef="#ctx0" brushRef="#br0" timeOffset="-176943.42">5689 13966 19 0,'8'-3'2'0,"-1"-1"0"0,2 3 2 0,2-2 2 0,0 3-1 15,1 0-2-15,1 0-2 16,3 0 3-16,-1 0-3 16,1 3 0-16,-1 2 0 15,0 0 0-15,0 0 0 0,3 2 5 16,-1 2 3-16,1 0-1 16,3 2-1-16,-4 3-3 15,1 3-1-15,0 4-3 16,-4 2 1-16,-5 4-1 15,1 0 1-15,-3 4-1 0,0-2 2 16,-3 2-2-16,1-1 2 16,-1 1-2-16,0 2 0 15,2 0 1-15,-4 2-1 16,-2 3 1-16,0 2-1 16,0 3 1-16,-7 2-2 0,-2 2 2 15,-2 1-1-15,-5-5 2 16,-2-2-2-16,0-5-15 15</inkml:trace>
  <inkml:trace contextRef="#ctx0" brushRef="#br0" timeOffset="-175909.98">7642 14094 44 0,'0'0'2'0,"0"0"14"0,0 0 11 0,0 0-2 15,0 0-1-15,-40-41-3 16,33 38-4-16,-4 3-7 0,2 0-6 16,0 0-1-16,-3 0 0 15,0 7-4-15,0 4 1 16,-2-2 3-16,2 4-3 16,-4 0 0-16,3 2 1 0,-2 1-2 15,0 1 1 1,-3 3 1-16,3 1-1 15,-4 3 1-15,4 2-1 0,0 1-1 16,2 1 1-16,-1-1 0 16,4 0 0-16,2 0 0 15,-1-3 0-15,6 1 0 0,1 0 0 16,2-1 1-16,0 1-1 16,0 1 0-16,4 3 1 15,4-1-1-15,1 2 1 16,2 1-2-16,2 1 2 15,1 2-1-15,4 0 0 0,3 0 1 16,-1 0-1-16,3 0 0 16,0-1 1-16,1-1-1 15,1-1 0-15,-1-3 1 16,1-1-1-16,0-3 0 16,-1-3 0-16,1-5-1 15,2-4 0-15,2-2-1 0,2-8 3 16,0-2-2-16,0 0 0 15,-1-12 1-15,0-3-1 16,-2-5 0-16,1-3 3 16,-3-1 0-16,0-4 0 15,-1-1 0-15,0-5 2 0,0 1 2 16,-6-5 1-16,-4-2-2 16,-1-2 1-16,-6-5-1 15,-8-3 1-15,0 0 0 16,-8 0-4-16,-8 3 0 15,-5 4-1-15,-1 5 0 0,-3 6-4 16,-2 8-23-16,-1 3-74 16</inkml:trace>
  <inkml:trace contextRef="#ctx0" brushRef="#br0" timeOffset="-174785.01">10049 14175 54 0,'0'0'25'0,"0"0"-22"0,0 0-3 0,-36-10 0 16,23 7-11-16,-1-2 6 15,-1 0 6-15,-4 0 3 16,2-1 9-16,-3 2 4 16,0-1 3-16,0 3-3 15,-2 0-9-15,3 2-5 16,-2 0-2-16,0 0-1 0,0 8 0 16,2 1 1-16,-1 1 1 15,2 6 5-15,0 0-2 16,-4 3-4-16,2 4-1 15,-1 3 1-15,-2 1-2 16,1 1 1-16,1 2 1 0,2 0 0 16,2 1 2-16,-1 0-2 15,5 3-1-15,3-2 1 16,1 4 0-16,1 0-1 16,3 2 0-16,2-1 1 15,3-1 0-15,0-1 0 16,0-1 1-16,6 0-2 0,4 0 1 15,1 2 1-15,1-2-2 16,-1 2 1-16,5-2-1 16,-3-3 0-16,0-4 1 15,1 0-1-15,1-7 0 0,3-4 3 16,0-4 0-16,2-2 2 16,-1-1 1-16,3-3 1 15,0 1-3-15,2-2 0 16,-1-2-2-16,1-1-3 15,1-2 3-15,0 0-2 0,1 0-2 16,-1-2 2-16,0-8 0 16,-3-1 1-16,4-5 2 15,-3-1-1-15,-1-3-1 16,0-3 2-16,-2-1-1 16,-1 0 0-16,-2-3-2 15,-3 0 4-15,-1 0 1 0,-2 2 4 16,1-1-3-16,-5-1-2 15,1 0 1-15,-3 0-3 16,0 1 1-16,-3-2 0 16,0 4 2-16,-2-2 3 15,0 4-1-15,0-2 3 0,-4 2-3 16,-4 2 0-16,-2-1-3 16,-2 0-1-16,-3 1-1 15,-1-2 0-15,-2 3 1 16,-5 0-3-16,4 2 0 0,-4 4-3 15,0 3-1-15,4 6-16 16,-7 4-25-16,1 0-45 16</inkml:trace>
  <inkml:trace contextRef="#ctx0" brushRef="#br0" timeOffset="-98699.39">5677 6588 73 0,'0'0'2'0,"-3"0"-1"0,2 0 0 16,1-3-1-16,-2-1-3 15,1 0 2-15,1 0-1 0,-2-1-2 16,0 2-3-16,-3-2 5 15,1 1 2-15,-2-2 5 16,-2 2 1-16,-2 1 3 16,1 0-1-16,-5 1 0 15,3 2-3-15,-5 0-3 0,1 0 0 16,-1 0-2-16,-2 3 0 16,-2 3 1-16,0 3-2 15,0 0 1-15,-1 1 0 16,2 3 0-16,-3-1 0 15,3 3 0-15,0 3 0 16,0-1 1-16,1 1-1 0,1 0 0 16,1 2 0-16,-1 0 2 15,3 0-2-15,1 1 0 16,2 2 0-16,-1 1 0 16,1 0 0-16,-1 3 0 15,1 0 0-15,0 1 0 0,2 1 0 16,2-1 0-16,1 2 0 15,4-2-2-15,2 1 1 16,0 1 1-16,0-2-2 16,0 3 1-16,4 0 1 15,1 1 0-15,4-2 0 0,0-2 1 16,1-1-2-16,4-3 1 16,0 0 1-16,4-2-1 15,-1-2 0-15,3 2 0 16,5-3 0-16,-3 0 0 15,5 0 1-15,0-3-1 0,2 2 0 16,2-2 1-16,3-3-1 16,1-3 0-16,1-1 0 15,1-3 0-15,0-3-1 16,-1-3 2-16,-1 0-2 0,1 0 2 16,-3-3 0-16,2-4-3 15,-4-4 3-15,1-1 2 16,1-2-3-16,-2-4 2 15,-4-1-2-15,1-1 4 16,-3-4-2-16,-4 0 1 16,1 0 1-16,-5-2-1 0,-3-1-1 15,-3-1 6-15,0-2 2 16,-5-2 4-16,-2-1 2 16,-2-1-4-16,-2-2 0 15,0 3-6-15,-4-1-1 0,-4 0-1 16,-3 0-2-16,-2 0 0 15,-3 0-2-15,-5-3 1 16,0-1-1-16,-4-1-3 16,-6 1 1-16,-4-2 1 15,-5 2 0-15,-3 0 1 16,-4-1 6-16,-3 3-1 0,-4 0-1 16,-2 3-1-16,-6 5-1 15,-3 8-5-15,-6 4-23 16,-6 6-61-16</inkml:trace>
  <inkml:trace contextRef="#ctx0" brushRef="#br0" timeOffset="-94396.74">2907 17372 99 0,'0'0'9'0,"0"0"-5"0,0 0 4 0,0 0 2 16,-37 29 1-16,32-27-2 16,1-2 8-16,2 0-2 15,2 0-11-15,0-2-5 16,0-7 7-16,0-2-5 15,7-2-1-15,4-4 1 16,2 1 2-16,-2-2-3 16,3 2 0-16,1 2 2 0,-1 1-2 15,-3 6-2-15,3 4 2 16,-5 3-4-16,1 0-1 16,-1 13-3-16,1 5 7 15,-4 7 2-15,1 0-1 16,-3 4 0-16,3-4 4 0,-2-1-3 15,1-5-1-15,-1-3-2 16,3-5-1-16,0-5 2 16,-2-2-1-16,3-4-3 15,-2 0-7-15,4-4 19 16,-4-8-3-16,1-4 0 0,-1-5-1 16,0-2-1-16,-3-3 1 15,1 0-1-15,-5-1 0 16,0-2-1-16,0 4 1 15,0 1-1-15,-6 4 0 16,3 2 0-16,-2 5 0 0,3 5 1 16,0 2-1-16,2 4 1 15,0 2-4-15,0 0-10 16,2 8 5-16,7 5 10 16,2 7-3-16,0 1 2 15,3 5-2-15,3 2 1 16,-1 1-2-16,-2 2-4 0,2 0 5 15,-1 3-1-15,-1 2 3 16,-6-1-1-16,-3 2-2 16,-3 0 3-16,-2 0 2 15,-2-3 1-15,-11-4 2 0,-4-1 0 16,0-5 2-16,-3-2 2 16,-5-5-2-16,0-2-3 15,1-4-3-15,-3-5-1 16,3-6 0-16,1 0 2 0,6-6-5 15,5-11 0-15,3-4-3 16,5-6 1-16,4-4-35 16,0-1-29-16,6-5-56 15</inkml:trace>
  <inkml:trace contextRef="#ctx0" brushRef="#br0" timeOffset="-94091.2">3393 17450 191 0,'0'0'-21'0,"0"0"33"0,0 0-17 0,0 0 7 0,0 0 1 16,0 0-2-16,0 0 0 16,0 0-17-16,33-38-25 15,-23 24-13-15</inkml:trace>
  <inkml:trace contextRef="#ctx0" brushRef="#br0" timeOffset="-93950.43">3507 17533 175 0,'0'0'14'15,"0"0"-33"-15,0 0 16 0,0 0-24 16,42-36-93-16</inkml:trace>
  <inkml:trace contextRef="#ctx0" brushRef="#br0" timeOffset="-93207.81">3747 17349 107 0,'0'0'13'16,"0"0"-4"-16,0 0 2 0,0 0-3 16,0 0-5-16,0 0 13 15,0 0-7-15,0 0 1 16,-32-44-4-16,32 32 0 16,0 3-6-16,5 1 0 15,3 2 0-15,1 3-2 0,0 3 1 16,2 0-4-16,0 3 0 15,1 10 2-15,-1 1-1 16,1 4 3-16,-2 2 2 16,-3 3 1-16,-1 0 0 15,-1-1-1-15,-2-2-2 0,-3-3 1 16,0-1 1-16,0-3-1 16,0-5 1-16,0-5 0 15,-6 0 0-15,4-3 1 16,-2 0-2-16,2-9 3 15,-3-3-1-15,1-3 0 0,2 0-1 16,0-2 1-16,0-2-2 16,2 4 0-16,0-1 0 15,4-1 0-15,2 4 0 16,5 1 0-16,1 4-2 16,-1 3 1-16,5 5-4 15,-1 0 3-15,1 0-1 0,-3 8 0 16,0 4 0-16,1 0 1 15,-1 1 2-15,-1 1 0 16,-3-4 1-16,-1 1-1 16,0-2 0-16,-4-2 1 0,0-1-1 15,-1-3 1-15,-1-2-1 16,0-1 0-16,-2 0 3 16,0-1 3-16,0-11-5 15,0-3-1-15,-2-4 0 0,0-5 1 16,2 1-1-16,0-4 1 15,0 2 0-15,0 4-1 16,8 2 3-16,-1 2-1 16,7 6-2-16,-4 2 0 15,4 7-3-15,2 2-3 16,-2 4 1-16,1 10 1 0,1 4 4 16,-1 7 3-16,-1 8-13 15,-3 0-28-15,-2-2-45 16</inkml:trace>
  <inkml:trace contextRef="#ctx0" brushRef="#br0" timeOffset="-92725.49">4238 17242 97 0,'0'0'-19'0,"13"-47"20"0,-7 27 1 0,6 3-1 16,-3 4-1-16,0 5 2 16,0 4 1-16,0 4 1 15,0 0 2-15,-1 8-3 0,2 6 6 16,-1 5-5-16,-1 2-2 16,0 1 2-16,-2 2-2 15,-3 2-2-15,1-5 1 16,-4-1 0-16,0 0-2 15,0-6 2-15,0-2-1 16,0-5 0-16,0-6 1 0,-2-1 1 16,-1-4-1-16,1-13-3 15,-2-6 9-15,2-4-6 16,-2-6 0-16,3 0-1 16,1 1 0-16,0 1 1 15,0 5 0-15,7 4 1 0,-1 6 1 16,-1 6 0-16,3 7-3 15,2 3-6-15,-1 5-4 16,0 10 18-16,2 5-4 16,0 4 1-16,0 3-3 0,3 3 1 15,-5 0-1-15,3 0 0 16,2-1 1-16,-3 3-6 16,1-5-25-16,-1-6-95 15</inkml:trace>
  <inkml:trace contextRef="#ctx0" brushRef="#br0" timeOffset="-92453.85">4632 17254 107 0,'0'0'7'0,"0"0"-9"0,0 0 4 0,38-37 0 0,-21 22-1 16,3 1 2-16,3-1-2 0,-2 0 0 15,4 1 0-15,0 1 0 16,0 1 0-16,-5 4 0 16,0 1 1-16,0 1 3 15,-5 3-3-15,-3 1-20 0,-5 1-66 16</inkml:trace>
  <inkml:trace contextRef="#ctx0" brushRef="#br0" timeOffset="-92247.02">4817 17064 107 0,'0'0'12'15,"0"0"-11"-15,0 0 1 16,9 41 8-16,-1-13-3 0,4 4-5 16,2 8 1-16,1 5-2 15,3 2-14-15,-2-6-7 16,-3-5-35-16</inkml:trace>
  <inkml:trace contextRef="#ctx0" brushRef="#br0" timeOffset="-91878.04">5259 17008 89 0,'0'0'11'16,"0"0"11"-16,0 0-6 15,-35-22-4-15,23 20 0 16,-1 2 8-16,2 0-16 16,0 10-2-16,2 4-2 0,2 2 0 15,0 4-1-15,5 4-2 16,2 2 1-16,0-1-1 15,9-2 0-15,4-2-1 16,3-3 0-16,2-7-1 16,0-5 1-16,2-6-2 15,4 0 3-15,1-13 3 0,-4-7-43 16</inkml:trace>
  <inkml:trace contextRef="#ctx0" brushRef="#br0" timeOffset="-89621.55">5192 16733 44 0,'0'0'4'0,"0"0"-3"0,0 0 0 16,0 0-2-16,0 0-3 16,-42 11-4-16,35-6 5 15,-2 0 4-15,-2 2 1 0,2-1 6 16,0 0-2-16,0 2 2 15,2 1-6-15,0-2-2 16,1 1 0-16,2 2-1 16,-3-1-1-16,2 1 1 15,-2 0 1-15,3 0 0 16,0 0 1-16,-3 0 0 0,3 2 0 16,-3 0 1-16,2 1 0 15,3 1 1-15,-2 3-1 16,0 0-1-16,3 1-2 15,-1 2 2-15,2-1-1 16,-2 0 0-16,2 1 0 0,0-1 2 16,0 2 2-16,0 0-1 15,0 1 0-15,0-1-2 16,5 3-1-16,1-1 2 16,2 0-2-16,2-3 0 15,-1 1 0-15,0-1 0 0,2-2 0 16,0 1 0-16,0-2 1 15,1 1 1-15,1-1-2 16,3-4 1-16,-1 4 1 16,1-3-1-16,-1 0 1 15,1-2 0-15,-1 1 1 0,1-3-3 16,0 0 0-16,0-2-3 16,-1-2 9-16,3-2 3 15,-2 0-4-15,2 0 0 16,-1-4-1-16,2 1 0 15,1-1 1-15,-3 0-7 0,0 0 5 16,2-5 0-16,-1-2-3 16,-3-3 6-16,2 2-5 15,-1-4 0-15,-1 0 2 16,-2-3 0-16,0 0-6 16,-1-1 5-16,-1-2 2 15,-2-1 0-15,-3 1-2 16,-2-1-1-16,1-1 0 0,-3 2 1 15,-2-1 0-15,0 1 2 16,0-1-1-16,0 2 2 16,0-1-1-16,-2 2-1 0,-3-2-2 15,1 1 1-15,-2-1 0 16,-1 0-1-16,0 0 0 16,-2 0 1-16,3-1-1 15,-3-1 1-15,-1 2-1 16,-1-2 1-16,1 1 0 15,0-2 0-15,-3 1-1 0,2-1 1 16,-5 2-1-16,5 3 1 16,-5-2-1-16,3 1 0 15,-1 4 1-15,1-1 0 16,0 1-1-16,1-1 0 0,4 1 1 16,-4-1-2-1,3 1 0-15,-2 1 1 0,2-1-1 16,-2 0 0-16,0 3 1 15,0 2-1-15,2 0-4 16,-2 1 1-16,-1 0 4 16,1 3 1-16,0-1 2 0,0 0-4 15,0 2-1-15,2 0 2 16,-3-1-1-16,4 4 0 16,-1-2-2-16,-2 1-6 15,2 1 7-15,0 0 2 16,-3 1-4-16,4 5 3 0,-1 3-4 15,1 0 1-15,2 2-2 16,-1-1-3-16,3 3 5 16,-2-1-2-16,1 1 3 15,1-1 2-15,-3 3-1 16,3-2 2-16,-1 1-1 0,1-1 0 16,-1 2 0-16,-1 0-1 15,1-1 2-15,2 0-1 16,-1-1 0-16,2 2 0 15,0 0 0-15,-1-1 0 16,1 4 0-16,0 0 0 0,0 1 0 16,2 1 0-16,0 1 0 15,0-2-1-15,0-1 1 16,0-3-1-16,0 0 1 16,0-2-2-16,5 1 1 15,1-1-1-15,0 0 1 0,2-2 0 16,-1 2 0-16,3-2 1 15,-1-1-9-15,1 0 6 16,2 1-3-16,-1-2 4 16,1 2 9-16,1-1-5 15,1-1 1-15,-1 4 0 0,1-2-3 16,-1 0 1-16,0 2 1 16,1 0-2-16,-1 0 2 15,1-1-1-15,-1-1-1 16,1 0 0-16,-1 0-3 15,3-1 3-15,-3-3 2 16,2 0-1-16,-1-1 0 0,-1 0-3 16,1-3-1-16,-1-1 2 15,-1-2 5-15,1 0-2 16,-1 0 0-16,2-1-2 16,-1-5 2-16,0-2-2 15,-1-1 0-15,2 0 1 0,-3 0 1 16,0-4-5-16,-2 0 4 15,2 0 1-15,-2-3-2 16,-3 0 3-16,4 0-3 16,-3-2 1-16,-3-1 1 15,1 1 0-15,-1-2-1 0,-2 1 1 16,1-2 0-16,-3 3 1 16,0-1 0-16,0 2-2 15,-3 0 2-15,-3-1 0 16,1-1 3-16,-3 1-1 0,3-4-2 15,-4 1 0-15,2-2-2 16,-2 1 0-16,-1 1 0 16,0 2 1-16,-1 0 2 15,-3 1 6-15,1 0-6 16,0-1 0-16,-1 3-1 16,1-2-2-16,-1 1 1 0,-1 0-1 15,1 1 0-15,1 2-1 16,-1 3 1-16,-1 1-2 15,1 0 6-15,1 5-5 16,-2 0 2-16,1 3-2 16,5 2 0-16,0 0 0 0,2 0-3 15,5 0-23-15,0 0-44 16,2-4-73-16</inkml:trace>
  <inkml:trace contextRef="#ctx0" brushRef="#br0" timeOffset="-88692.59">5905 14002 6 0,'-4'-6'8'0,"-4"-1"1"0,4 0 6 0,-4 1 0 16,3 1-6-16,1 2-1 16,-3-1 1-16,0 1 0 15,0 0-3-15,1 0 4 0,-2 2 2 16,0-1-4-16,1-2-3 15,1 2 8-15,-3-2-2 16,2 1-1-16,-2 0-5 16,1-1-1-16,1 0-3 0,-3 1 0 15,-1 0 1-15,-1 3-1 16,0 0-1-16,-4 0 0 16,0 0 0-16,3 0-2 15,-3 8-5-15,1 2-16 16,-1 1 0-16,1 1-12 15</inkml:trace>
  <inkml:trace contextRef="#ctx0" brushRef="#br0" timeOffset="-87009.54">6345 14084 4 0,'0'0'4'0,"0"0"-2"16,0 0 1-16,0 0-1 0,0 0-2 15,0 0 2-15,-39 17 5 0,32-14 7 16,-3 0-6-16,0-1-5 16,1 0-2-16,-1 1-1 15,2-2 0-15,1-1 0 16,1 0 2-16,3 0 7 16,-2 0 8-16,3 0 1 15,2-4-1-15,0-1-8 0,0 0-2 16,0-1 3-16,5 1-13 15,4-1 11-15,0 1-1 16,3 0-4-16,1 1 0 16,1 0-3-16,1 2 1 15,2 1 0-15,-1 1-1 0,-1 0 0 16,-1 0 2-16,1 0-2 16,3 5 1-16,-4 0-1 15,4 2 0-15,-2 0 0 16,1 0 0-16,1 0 0 15,-3 0 0-15,2 0 0 16,0 3 0-16,-3-1-1 0,-1 1 0 16,-1 1 2-16,-4 3 0 15,1 1 2-15,-3 2-2 16,2 1 1-16,-4 2 1 0,1 1-2 16,-1 1 0-16,1-1 0 15,1 0 0-15,1-1-1 16,-3 1 0-16,3 0 0 15,-1 0 1-15,1 0-1 16,-3-1 0-16,2 5 0 16,-2-2 0-16,-2 0-1 0,-2 1 1 15,0 1-1-15,0 1 4 16,0 1-1-16,-2 4-2 16,-5-1 5-16,0 1-4 15,-1-1 0-15,1 0 1 0,-1 1-1 16,0-6-1-1,1 0 1-15,1-2-1 16,-3 0 0-16,0-2-2 0,0-1 1 16,0-2 5-16,-4 2-2 15,0-2 4-15,-1-2-2 16,2 0-1-16,0-2-4 16,-2-3 6-16,1-1-4 0,-2-1 0 15,1-2 0-15,-2-3 0 16,0 0-2-16,-2-1 3 15,-4 0-2-15,2-1-9 16,-5 0-7-16,-2 1-1 16,-2 0 3-16,0 0 8 0,2-2 7 15,-2 1 2-15,5-2 1 16,2 0 0-16,1 0-3 16,6 0-1-16,-2-2 0 15,5-2-1-15,-2-7-6 0,5-1 2 16,0-6 0-16,-2-2 2 15,4-4 3-15,-3-2 7 16,3-1 1-16,-3 2-3 16,4-3-5-16,-3 2 1 15,0 0 1-15,-2 2-3 16,2 1 0-16,-2-1 0 0,1 0 2 16,0 1 0-16,3-4 2 15,-2 0-8-15,4-1 11 16,1-1-6-16,-2 1 2 15,3 0 0-15,-1-2-2 16,-2 2 0-16,4-1 0 0,-2-1 1 16,2 2-1-16,2-5 0 15,0 5 0-15,0-3-1 16,0 1-6-16,4 1 9 16,4 1-2-16,2 2 0 15,3 1 0-15,2 3-2 0,2 1 4 16,3 1-2-16,1 3 1 15,0 0-2-15,2 3-3 16,0 1 1-16,1 4-1 16,0 0-2-16,3 3 2 15,-2 5-16-15,-1 1-26 0</inkml:trace>
  <inkml:trace contextRef="#ctx0" brushRef="#br0" timeOffset="-80493.99">6106 14040 15 0,'-8'0'21'0,"3"0"-5"0,-1 0-5 0,1 0-3 0,0 0-5 16,1 0 4-16,-1 0-4 15,1 0-1-15,-2 3-1 16,1 0 0-16,-4-1-1 15,4 2 1-15,-3 0 0 16,3-1-1-16,-1 1 1 0,0-1-1 16,2 2 0-16,-3 1 0 15,1 0 1-15,-2 1-1 16,0 0 0-16,1 0 0 16,-4 2 2-16,2-2-2 15,2 0 0-15,-1 0 1 16,1 0-1-16,3-1 1 0,-3-1-1 15,4 1 1-15,-1 1-2 16,0 2 1-16,0-1 1 16,1 1-2-16,-1 1 1 15,-3 1 0-15,4 2 0 16,-3 0 0-16,-1 2 0 16,3 2 0-16,-3 0 1 0,2-1-1 15,1 1 2-15,0 0-2 16,2-3 0-16,1 3 0 15,1-3 0-15,-2-1 0 16,0 4 0-16,0 0 0 16,-4-1 0-16,3 4 0 0,-4-2 0 15,2-1 0-15,1 3 0 16,2-1 0-16,-2-1 0 16,1 1 0-16,3 2 0 15,-2 0 0-15,-2-2 0 0,1 1 0 16,0-1 0-16,2-1-2 15,0 0 2-15,1-1 0 16,0-1 0-16,0-1 0 16,0 1 0-16,0-3 0 15,0 2 0-15,1-3-2 16,6-1 1-16,-1 2 2 0,1-2-2 16,-1-1-1-16,1 0 2 15,1 3 2-15,0-2-2 16,0 3 0-16,1-1 0 15,1 3 0-15,-3-2 0 16,1 0 0-16,2 3 0 0,-4-3 1 16,3-1-1-16,-2 0 0 15,4 1 1-15,-2-1-1 16,-1-1 0-16,2 0 0 16,-1-2 0-16,-1 3 0 15,1-3 0-15,-1-1 1 0,0 2 1 16,3 0-2-16,1-1 0 15,-1 0 1-15,5 1 0 16,-1-1 0-16,1 0-1 16,-1-1 1-16,2-2-1 15,0-3 1-15,1 0 1 0,-3-2 1 16,3 1-1-16,-3-2-1 16,4-1 1-16,-2 0-2 15,1 0 1-15,3 0-1 16,-4 0 2-16,4 0-2 15,-1 0 4-15,-2-3-2 0,0-4-1 16,-1 3 3-16,1-5 5 16,-5 2 0-16,3-1 7 15,-3-2-10-15,1-2-2 16,-1 0-1-16,3-1-1 16,-3-3-1-16,3-1 1 0,2-1 0 15,-2-4-1-15,1 1 0 16,-1-3-1-16,-2 1 1 15,1-1 0-15,-3 3-1 16,-2-2 2-16,2 0 1 16,-1 1 1-16,-3-1 0 0,0-1-4 15,-2 2 1-15,-1-3 0 16,-3 1 0-16,0-4 0 16,-2-1-1-16,0-5 1 15,0-1 1-15,0-5-2 16,-2 1 3-16,0-2 0 0,-5 3-2 15,-1 1 0-15,-2 4 1 16,-5 1 3-16,1 3 0 16,-1 5-3-16,-3 1 1 15,4 5-3-15,-2 5-5 16,-1 2-48-16,-3 4-48 0</inkml:trace>
  <inkml:trace contextRef="#ctx0" brushRef="#br0" timeOffset="-78615.12">6708 15728 3 0,'-5'0'3'0,"1"-2"1"0,-5-2 5 0,2 1-4 0,-2 0 4 15,-3 0 2-15,-5 2 4 16,-1 1 4-16,-1 0-8 16,-2 0 3-16,-4 0-2 15,1 4 3-15,2 5-4 0,-3-1-8 16,0 2-1-16,1 2-1 15,0-1-1-15,1 2 0 16,-4-1 0-16,2 1 1 16,-4-2-1-16,0 0 1 15,0 0 0-15,-3 0 2 16,1-1-1-16,0 1 2 0,0-1-1 16,0 1 0-16,3 0-3 15,1 0 0-15,4 3 0 16,0 2 0-16,0 1 0 15,4 3 0-15,-3-2 1 0,5 5-1 16,0 1 0-16,-1-1 0 16,5 1 0-16,-1 0-1 15,3 3 1-15,2-3-2 16,2 2 2-16,1-1-2 16,3-2 1-16,1-1-1 15,0 0-2-15,2 1 2 0,0 3 1 16,4 2 0-16,3 2 0 15,2 3 1-15,2 3 0 16,0 1 1-16,5 0 0 16,-1 1-1-16,2-5-1 15,3-2-1-15,2-2 2 16,4-4 1-16,1 0-1 0,4-3 0 16,5 1 2-16,0-6-1 15,5 0 0-15,3-4-1 16,1-3 1-16,-3-4-1 15,3-5 0-15,2-1 0 16,-1 0 0-16,-1-4 1 0,4-8 1 16,1-2-1-16,-1-7 2 15,0-3-2-15,-1-5 2 16,-2-5-1-16,-5-4 2 16,-2-5 0-16,-3-5 4 15,-4 0 0-15,-3-5 4 0,-5-1 2 16,-8-5 3-16,-4-1 2 15,-8-1-5-15,-4 1-4 16,-3 2 1-16,-12 2-5 0,-1 5-3 16,-8 6-2-16,-3 5-1 15,-2 5-8-15,-1 5-35 16,-5 5-39-16,-3 0-83 16</inkml:trace>
  <inkml:trace contextRef="#ctx0" brushRef="#br0" timeOffset="-33871.52">21367 12765 33 0,'0'0'4'0,"0"0"7"0,0 0-1 15,0 0-7-15,0 0-1 16,0 0 2-16,0 0 6 0,0 0 7 16,0 0 4-16,0 0 2 15,-26-37-1-15,23 31-4 16,-3 1-7-16,2 2-8 15,3 0-2-15,-1-1 1 16,2 1 1-16,0-1-2 0,2-2-1 16,5 1 0-16,4 0 1 15,5 1-1-15,3-1 1 16,2 1-2-16,2 4 0 16,-2-1 0-16,2 1-2 15,-1 0-1-15,-3 1 3 0,2 5 2 16,0 0-1-16,1 2 0 15,-4 3-1-15,0 1 1 16,-5-1 0-16,0 6-2 16,-5 0 1-16,-4 1 0 15,0 1 0-15,0 1 2 0,-3 1 0 16,0-1-1-16,0 0 1 16,-1 0-2-16,0-1 1 15,0 2 0-15,-1 1 2 16,-3 1-1-16,-2 1 1 15,1 3-1-15,-1-1 2 16,-1 2-1-16,1 3-1 0,1-1 0 16,2 2 0-16,1-3-1 15,2 1 1-15,0-4-1 16,0-4 0-16,0-2 1 16,2-5 0-16,3-3-1 15,3-2 2-15,0-4 1 0,1-3 0 16,1-3-1-16,2 0 1 15,-1-1 1-15,2-7-1 16,2-3-2-16,-2 1 1 16,-2-1-2-16,-3 2 1 0,-5 4-1 15,-1 0-1-15,-2 4 1 16,0 1-4-16,-7 0-5 16,-3 4 1-16,-4 5 8 15,0 5 0-15,0 2 2 16,-1 2-2-16,1 3 0 15,1 2 1-15,-1 1 0 0,2 2 0 16,1 3 1-16,-1 3 2 16,1 0 0-16,2 4-2 15,0-1 0-15,2 2 0 16,3-3 2-16,1 3-1 0,2-1 0 16,1 2 2-16,0 2 1 15,0 3-2-15,0 2-2 16,0 2-1-16,0 1 1 15,0 2-1-15,-2 2 0 16,-1-1 1-16,-3 2-1 16,3 1-1-16,1-1 0 0,2 0 2 15,0 1-2-15,0 0 0 16,0 2 0-16,0 2 0 16,0 0 0-16,-1 1 0 15,-1-1 0-15,0-1 0 16,1-2 0-16,0-3 1 0,1 0 2 15,0-4 1-15,0-3 0 16,1-2-2-16,4-3 2 16,-3-2-1-16,1 0 0 15,-2-1-3-15,-1 0 1 16,0-1 0-16,0-1 0 16,0-2 0-16,-4-2 0 0,0-4-1 15,-2-1 0-15,1-3 0 16,-2-4 0-16,0-2 0 15,-3-2 0-15,3-3 1 16,-5-2-1-16,1-2 1 16,-1-1 1-16,1-2-1 0,0-1 5 15,1-2-1-15,-2-1 2 16,1 1-2-16,-1-2 0 16,0 0-1-16,-1 0-1 15,-1 0 0-15,-1 0 1 0,-1 0-2 16,-2 0 0-1,-7-3-1-15,0 0-1 0,-5 0 0 16,-2 2 0-16,-3-1 1 16,1 0-1-16,-3 0 0 15,0 2 0-15,1-3 0 16,1 2-1-16,1-1 1 0,-4 1 0 16,0 0 0-16,-2-1 0 15,0 1 0-15,-3 1 0 16,-2 0 0-16,3-2-1 15,-6 2 2-15,0 0-2 16,-4 0 1-16,-2 0-2 0,-3 0 1 16,-1 2 0-16,2-2 1 15,-4 1 0-15,2-1 0 16,2 0 1-16,-1 0 0 16,1 0-2-16,0 0 2 15,2 0-2-15,-1 0 1 16,-3 0 0-16,0 0-1 0,-2 0 1 15,1 0-1-15,-3 0 1 16,1 0 0-16,-5-1 0 16,0-1 0-16,-2 2 0 15,-5 0-2-15,-2 0-1 16,-4 7-1-16,0 3-2 0,0 0 3 16,3 2 3-16,-2-1 0 15,4 2 1-15,1-2-1 16,1-1 1-16,3 3-2 15,0-3 1-15,2-2 1 0,1 1-2 16,1-2 2-16,0 0-1 16,3-3 0-16,0 1 0 15,3-1 0-15,1-1 1 16,3-1 1-16,-1-2-3 16,4 0 2-16,1 0 0 15,6 0-1-15,-2 0 0 0,3 0 0 16,3-2 0-16,0-3 0 15,3 0 3-15,3-1-3 16,4-4 0-16,-1 2 0 16,4-4 1-16,2-1-1 15,2-3 1-15,-2-3-1 0,1-2 0 16,-4-1-1-16,2-5 2 16,-2 0-1-16,0-4 0 15,2 0 0-15,0-3-1 16,2-2 1-16,2 1 1 15,2-3-1-15,-1 0 0 0,2 0 0 16,-2-2 0-16,3-1 0 16,-1-4 0-16,2-5-2 15,-2-7 2-15,5-2-3 16,2-4 1-16,1-5 1 0,4 0-2 16,-1 1 0-1,1 3-2-15,-2 3 4 0,1 3 1 16,-1 3 0-16,2 0 0 15,1 0-1-15,1-2 1 16,1-1 0-16,2-2 0 16,1 2 0-16,1 0-4 15,1-3 1-15,0 0 0 0,0-2 1 16,6 2 2-16,-1-1-1 16,3 2 1-16,0 3 0 15,3 2 0-15,-1 2 0 16,1 1-1-16,1 2 1 0,1 3 0 15,3 3-2-15,1-1 1 16,8 1 1-16,-1-2 0 16,6 0 0-16,4 0 0 15,3-2 0-15,3 2 0 16,3-1-1-16,1 3-3 0,-3 2-3 16,4-1 3-16,1 3-2 15,-1 1 3-15,1 2 2 16,4 1 0-16,4 3 1 15,-1 2-1-15,3 1 0 16,3 3 1-16,3 2 1 16,3 0-1-16,1 3 0 0,3 0 0 15,1-2 1-15,4 2-1 16,3 0 0-16,2-2 0 16,2 1 0-16,4 2 0 15,3-3 0-15,3 6 1 0,-7-2-2 16,4 1 1-16,1 3 0 15,-3 0 0-15,1 3 0 16,2 0 0-16,2 2 1 16,4 1-1-16,-1 0 0 15,0 4 0-15,4 0 0 0,0-1 0 16,-1 3 0-16,0-1 0 16,4 3 0-16,-5-2 0 15,-5 2 0-15,0 1 0 16,0 1 0-16,0 0 0 15,1 0 0-15,-2 0 0 16,2 3 0-16,1 3 0 0,-11 6 0 16,-5 1-1-16,-7 4 1 15,-6 3 0-15,-8 1-1 16,-8 6 1-16,-2 0 0 16,-4 3-1-16,-3 4 1 0,-2 2-1 15,-3 0 2 1,1 3-1-16,-3 0 0 0,0 3 0 15,2 2 1-15,-4 3-2 16,1 4 2-16,-2 6-1 16,-2 1-1-16,0 5 1 0,-2 4 0 15,-2 3 0-15,-1 1 0 16,2 3 0-16,0 0 0 16,3 3 1-16,-1-2-1 15,1 0 0-15,-1 2 0 16,0 3 0-16,-3 6 1 15,-8 5-1-15,-6 3 0 0,-9 11-1 16,-14 8-1-16,-18 9 2 16,-19 9-3-16,-21 6-2 15,-21 10-15-15,-32 3-25 16,-30 3-44-16</inkml:trace>
  <inkml:trace contextRef="#ctx0" brushRef="#br0" timeOffset="-20508.99">17335 7459 14 0,'0'0'1'0,"0"0"0"0,0 0 4 0,0 0 7 15,0 0-3-15,0 0 2 16,0 0-2-16,0 0-4 15,0 0-1-15,0 0-3 16,0 0 1-16,0 0 0 16,16-34 1-16,-15 29 9 0,-1 2 3 15,0 1-2-15,0 0-5 16,0 2-3-16,-4 0-2 16,-4 0-3-16,1 0-5 15,-3 2 2-15,-1 1-1 16,2 1 3-16,1-1 1 0,0-1 2 15,3 0 2-15,2-2 2 16,-2 0-3-16,2 3 1 16,0 0-3-16,-1 1 1 15,0 0-2-15,-2 3-3 16,0 1 4-16,1-1-2 0,1 0 2 16,2 0-1-16,-2 0 2 15,2 1-2-15,1 2-2 16,-1 2 1-16,-1 0 1 15,1 0 1-15,-3 2-1 16,2 1 0-16,0-3 2 16,-3-2-2-16,3 1 0 0,0-1 2 15,0 0-1-15,-3 0 0 16,3-1 0-16,1 0-1 16,-1 0 1-16,1 1 0 15,2-2-1-15,-3 1 0 0,2 0 0 16,1-1-1-16,0 2 0 15,0-2 2-15,0 2-1 16,0 1 0-16,0-2 1 16,0 1-1-16,0 0 0 15,0 0-1-15,0 1 1 16,1-4-1-16,2 2 1 0,1 0 1 16,-1-1-1-16,1-1 0 15,1 0 1-15,-1-1-1 16,0-2 1-16,1 1-1 15,-2-1 0-15,0-1 1 16,1-1 1-16,1 0 3 0,1 1 0 16,0-2-4-16,-2 1 0 15,1-1 0-15,1 1 1 16,-1-1-1-16,4-1 1 16,-2 0 0-16,1 0 0 15,4 0 1-15,-4 0 1 0,2 0-2 16,2 0-1-16,-2-3 0 15,-1 2-1-15,3-2 1 16,-2-1-1-16,1 1 2 16,1-2-1-16,-1 0 0 15,0-1 1-15,0 0 1 16,0-1-2-16,0 0 3 0,3-3 1 16,-1 2-2-16,0-2-1 15,3-2 0-15,-2 1-1 16,-1-3 0-16,1 1 1 15,-5 0-2-15,-1 3 2 0,-3-2-2 16,-2 0 1-16,3 1 3 16,-6 1 4-16,0-2-4 15,0 1-2-15,0 0-1 16,0-2 1-16,0 2-1 16,-2-2-1-16,-5 1 0 0,2 0 1 15,-2-1 1-15,2 0-2 16,-3 0 1-16,1 1 0 15,-1-1-1-15,1 0 1 16,-1 0 0-16,0 0-1 16,2 0 1-16,1 2 0 0,-1-1-1 15,2 0 0-15,0 4 0 16,0-2 1-16,-1 3-1 16,1-2 0-16,-3 1 0 15,1 2 0-15,-3 0-1 16,2 2-1-16,-3-3 1 0,0 4 2 15,1 1-3-15,-1 0 3 16,1 0-1-16,1 1-1 16,-1-1 1-16,3 2 0 15,-3 0-5-15,1 0 10 16,2 0-5-16,-2 0-7 16,1 0 10-16,-3 0-3 0,1 0-5 15,1 0 9-15,-5 5-5 16,1-1-2-16,-1 3 4 15,-1 0-6-15,2 0 6 16,-2 0-2-16,4-1 0 16,2 1 2-16,-1 0-1 0,4-3-1 15,1 1-2-15,-1 0 5 16,2 0-4-16,0-1 1 16,1 2 1-16,-4 1-2 15,3 1 1-15,0 2 0 0,-1 0 0 16,1-1-1-16,0 2 1 15,1 2 0-15,1-2 0 16,1 2-1-16,-2-2 1 16,2 2 1-16,0 1 1 15,-2-1-1-15,2 1 0 16,0-1-1-16,0-1 1 0,0-1-2 16,0 0 0-16,4 1 1 15,-1-3 0-15,2 1 0 16,0-1-1-16,0 1 3 15,2-3 0-15,-3 3-1 16,1-3 1-16,-1 2-1 0,0-2 0 16,0 1 0-16,1 1-1 15,0-2 1-15,-3 0 0 16,2 0 0-16,1 0 0 16,-1-2 1-16,1 1-1 15,1-3 0-15,0 1 1 16,0-1 0-16,-1-1 0 0,3-2 0 15,-1 0 1-15,4 0 1 16,0 0-3-16,1 0 2 16,1 0-1-16,2 0-1 15,-1 0 2-15,-1-2-2 0,-1-2 1 16,-2 1-1-16,0-2 0 16,-1 0 0-16,-1-2 1 15,1 3 2-15,-4-3 0 16,2 0-2-16,-2-2 1 15,-1 1-1-15,2-3 0 16,-4 0 0-16,1-1 0 0,0-1-1 16,3 0 1-16,-3 0-1 15,1-1 0-15,2 1 0 16,-4-1 1-16,0 4-1 16,-1-1 0-16,-1 0 0 15,0 0 0-15,0 2 0 0,-3 0 0 16,-4-1 0-16,1-1 0 15,-2 2 0-15,3-1 1 16,0 0-1-16,-3 0 0 16,3-1 0-16,-2 0 1 0,2-1-1 15,-1 0 0-15,0-1 2 16,3 0-1-16,-3 1-2 16,1-3 1-16,0 5 0 15,-1 0 1-15,1 0-1 16,-3 3 0-16,0 0-1 0,-1 0-1 15,0 3 1-15,0-1 2 16,-2 1-3-16,2 1 3 16,1 2-3-16,-1 0 2 15,1 0 0-15,2 1 0 16,-2 0 0-16,0 0-1 16,1 0-1-16,1 0 4 0,-1 2-4 15,0 5 2-15,-1-1 0 16,3 2 0-16,-3-2-1 15,3 5 1-15,-2-1 0 16,2 1-1-16,1 2 1 16,2 1 0-16,-3-1 0 0,3 0-1 15,0 1 1-15,2 1-1 16,-2 0 0-16,2 1-1 16,0-1 1-16,0 2 1 15,0 2 0-15,0-1 0 16,0 4 0-16,-2-2 0 0,2 1 0 15,-3-3 1-15,3-2-1 16,0-2-1-16,0-1 1 16,0-2-5-16,3-1 2 15,1-1 2-15,1 0 1 16,1 0 0-16,-1 1 0 0,4-3 0 16,-3 3 0-16,1-3 0 15,0 2 0-15,-1-3 0 16,2-1 0-16,0 2 0 15,-1-2 0-15,1-1 1 16,2 0-1-16,-1-4 0 16,2 3 1-16,2-3 0 0,0 0 1 15,2 0-1-15,-2 0 2 16,1 0-3-16,-2-3 1 16,-3-1 1-16,0 1-2 15,0-3 1-15,2-1 0 0,-4-2-1 16,4-2 2-16,-2 0-1 15,-2-5 1-15,2 0-1 16,-3 0 1-16,1-1 1 16,-4 0-3-16,1-1 1 15,0 3-1-15,-2-1 1 16,-2-1 1-16,0 1-1 0,0 0 3 16,0-2-1-16,0 1 0 15,0 0-1-15,0 0-2 16,-2 0 1-16,-2 0-1 15,0 2 1-15,-1-1-1 16,-1 2 1-16,-2-2-1 0,2 5 0 16,-1-2 0-16,0 3 0 15,1 2 0-15,-3 2-1 16,-1 0 0-16,-1 1 0 16,-2 2 1-16,0 0-2 15,-1 2 2-15,1 1-1 0,2 0 1 16,-3 0 0-16,2 0 1 15,0 0-1-15,1 1-1 16,-1 6-2-16,1 0-2 16,-2 0 3-16,1 0 1 15,0 3 0-15,1 0 1 0,3-1-1 16,0 1 0-16,1 1 1 16,1 1-2-16,1 1 1 15,-3 2 0-15,4 0 2 16,-3 1-2-16,3 0 1 15,0 2-1-15,0-2 0 0,-1 2 0 16,4-1 1-16,0 2-1 16,1-4 0-16,0 2 0 15,0 0 1-15,0-1-2 16,1 1 1-16,5-3-2 16,0 2 1-16,1-2 0 15,1 0 0-15,-3 0 2 0,4-1 1 16,-3 0-1-16,1-3 0 15,0 1 0-15,0-1 0 16,0 0-1-16,-1-1 2 16,1-1-1-16,0-2 0 15,2-1-1-15,0-1 2 0,-1-2 0 16,4-1 0-16,-5-1 2 16,3 0-3-16,0 0 1 15,-3 0 1-15,3 0-2 16,1-2 1-16,-1-4 0 0,0-1-1 15,2-3 2-15,-1 0-1 16,2-4 1-16,-1 0-1 16,1-3 1-16,1 0 1 15,1-2-2-15,-2 1 0 16,1-1 0-16,-1-2-1 16,-1 1 1-16,-3 0 0 0,-1 0-1 15,-4-1 1-15,-3 1-1 16,1 0 1-16,-2-1-1 15,0 1 1-15,-3 3-1 16,-5 0 0-16,-1 3 0 0,-5 1-1 16,1 1 2-16,0 2-2 15,-1-1 1-15,1 3 0 16,-1-2 1-16,3 3 0 16,1 0-2-16,0 1 2 15,1-1-1-15,-1 1-1 16,2 3 0-16,-1 1 0 0,-1 0-1 15,0 1-2-15,-1-1-1 16,1 2 2-16,0-1 4 16,1-1 0-16,1 1-1 15,0 1 1-15,1 0-1 16,-1 0-1-16,1 0-1 0,-2 0 3 16,-2 6-4-16,4 1-3 15,-3 2 6-15,-2 3 0 16,3 1-3-16,-2 3 3 15,-3 2 1-15,3-1-2 16,-2 2 1-16,4 2-1 0,0-3 1 16,2 4-1-16,0-3 0 15,-1 3 2-15,3-4-2 16,-1-1 1-16,2 0 0 16,1-1 0-16,3-3-2 15,0 1 0-15,0-1 2 0,0-1-4 16,0 1 3-16,4 0 1 15,5-2-3-15,-3 1 2 16,4-2 2-16,1 0-1 16,-1-2 1-16,0 1-1 15,2-2 0-15,-2 0 0 0,-3-1 0 16,3-1 0-16,-2 1 0 16,-1-2 0-16,4 0 0 15,0-1 1-15,-2 0 0 16,4-3 0-16,-1 0 1 15,0 0 0-15,1 0 1 16,-1-1-2-16,0-4 1 0,-3 1 0 16,0-6 0-16,2 3 1 15,-4-3-1-15,2-1 0 16,1 1-1-16,2-3 1 16,-3-2 0-16,2 0-2 15,0-2 1-15,0 3 0 0,-5-3 1 16,2 0-1-16,-6 3-1 15,0 0 1-15,-2-2 1 16,0 2 0-16,0-2 0 16,0 1 0-16,-6 0-1 15,-1 0 0-15,4 1-1 0,-3-1 2 16,1 1-2-16,1-3 1 16,-1 1-1-16,-1 2 0 15,3 0 0-15,-5 0 2 16,3 1-4-16,-4 4 2 0,2 0 0 15,-2 3-3-15,0 0 3 16,0 3 0-16,0 0-1 16,1 2-1-16,1 1 1 15,-4 0 0-15,1 0 0 16,0 0 0-16,-2 0 1 16,2 4 0-16,1 1 0 0,1 0 0 15,0 2-1-15,1 2-3 16,1 2-3-16,-1 2 4 15,-1 4-2-15,2-1 4 16,-2 2-2-16,1 3 2 16,-2 1-1-16,2 2 2 0,1-3-2 15,1 2 1-15,1-2 0 16,4-1-1-16,0-1 1 16,0-2-1-16,6-2 0 15,2 2 1-15,0-5 1 16,3 3-2-16,-3-2 3 15,1-3 0-15,1 1-1 0,-1-2 0 16,1-2 0-16,0-1-1 16,3-2 2-16,0 0-1 15,-1 0 0-15,1-2 1 16,-2 1 0-16,3-3 0 0,-1 0-1 16,0 0 1-16,0 0-1 15,1 0 0-15,-1-7 1 16,2-2 2-16,-2 0-1 15,0-2-1-15,1 0 1 16,-3-2-1-16,2 0 1 16,-4-4 0-16,-2 2-2 0,1-2 1 15,-2-2-1-15,-2 1 2 16,2-1-1-16,-6-3-1 16,0 0 1-16,0 1-1 15,0-2 1-15,0 0-1 0,-8 2 0 16,0 1 0-16,-2 3 1 15,-2 0-1-15,-3 3 1 16,1 4-1-16,-4 4 0 16,-4 5-4-16,2 1-16 15,-7 3-20-15,0 1-29 16</inkml:trace>
  <inkml:trace contextRef="#ctx0" brushRef="#br0" timeOffset="-18213.28">17391 8269 51 0,'0'0'2'0,"0"0"-1"0,0 0 1 16,0 0 0-16,0 0 6 15,0 0 9-15,0 0-4 0,0 0-3 16,0 0 0-16,3-38 1 15,-6 34-4-15,1-1-3 16,-2 0-3-16,2 4 0 16,-1-2 1-16,1 3 1 15,1 0-12-15,-3 0-4 0,-2 1 17 16,-1 9-3-16,-2-3 3 16,-5 4-3-16,3 0 0 15,-2 0-1-15,2 1 1 16,2 0 1-16,-1 1-1 15,2 1 0-15,1 0-1 16,1 2 0-16,-1 0 1 0,4 1-1 16,1 1-1-16,-2 2 0 15,3 1 1-15,0 2 0 16,0 2 1-16,0 1-1 16,0 1 1-16,-1-1 0 15,2-5-1-15,0 0 0 0,0-7-4 16,2-2 2-16,4-5 6 15,2-1-3-15,3-4 3 16,-2 0 0-16,3-2-1 16,3 0 3-16,2-7-2 15,1-3 0-15,2 0-2 16,0-2 3-16,-2-2-3 0,0 0 1 16,-2 1-1-16,-3-2 1 15,-2-1 0-15,-3 0-1 16,0 1-1-16,-2-2 2 15,-3 1-1-15,-1-1 3 0,-2-3-5 16,0 2 1-16,0-5-1 16,0 2 0-16,0-2 0 15,-1 3 0-15,-7 0 0 16,-2 2-1-16,-2 4-1 16,-4 2 1-16,1 1-5 0,-7 4 15 15,3 2-8-15,2 2 0 16,-1 3-1-16,3 0 0 15,0 0 0-15,3 0 0 16,3 5 0-16,-1 4 0 16,0 0-2-16,1 2 0 15,1 1-1-15,-2 1 1 0,3 3 0 16,0-1 1-16,0 1-1 16,1 1 0-16,2 0 0 15,1 0-1-15,-1 3 1 16,3-2 0-16,0 2 1 15,1 0-2-15,0 3 2 0,0-2 1 16,0 0 0-16,1-2 0 16,4-3-5-16,1-1 5 15,1-1 0-15,2-4 0 16,1-1 0-16,2-2 0 16,0-3 1-16,1-3-1 15,3-1 2-15,0 0 1 0,2 0-1 16,1-4 0-16,1-4 0 15,1-2 0-15,-2-1-1 16,2-4 1-16,-1 1 0 16,-3-3 0-16,-1 1 1 15,0-4 1-15,-6 2 1 0,-1-2-1 16,-5 0 0-16,0 2-1 16,-4-2 0-16,0 0-2 15,-8 1 0-15,-3 1-1 16,-2-2 1-16,-3 3-1 15,-1 0 3-15,-3 3 1 16,2 1-5-16,0 2 8 0,-3 2-4 16,3 1-3-16,4 4 0 15,-2 2 0-15,0 2 0 16,3 0-3-16,2 10-2 16,0 3-6-16,4 5-13 0,-2 1-14 15,3-4-41-15</inkml:trace>
  <inkml:trace contextRef="#ctx0" brushRef="#br0" timeOffset="-16789.75">17436 9092 60 0,'0'0'4'0,"0"0"8"0,0-3-7 0,0 3-3 16,0-1-1-16,0-2 0 0,-2-3 4 16,-1 2 4-16,-1-2 3 15,0 1 4-15,-1-1 2 16,0 0-11-16,-2 2-2 15,1 0-2-15,-2 2-2 0,-4-2-2 16,1 4-2-16,-3 0-1 16,-3 0 6-16,-2 0 5 15,-2 4-4-15,0 3-2 16,-2 2 1-16,2 1 1 16,1 1-2-16,1-1 1 15,3 0-1-15,1 1 0 0,1 1 0 16,1-1-1-16,0 1-1 15,6 1 1-15,-2 1-2 16,4 1 0-16,3-2-4 16,2 1 1-16,0-1 5 15,0 0 2-15,3 2-3 0,6-2 4 16,-3 2-3-16,5-1 1 16,-2 0-1-16,1 0 1 15,0 0 0-15,-3 2-1 16,1-3 0-16,0-1 0 15,-2 0 0-15,4-4 0 0,-1 0 0 16,3-4 4-16,4-3 0 16,0-1-2-16,2 0 3 15,0 0-3-15,2-6-1 16,-1-2 2-16,-2 1-2 16,1-2 0-16,-5 1 0 0,-1-2 2 15,-1 0 0-15,0-3 2 16,-2-1 1-16,-1-2-1 15,1-2 0-15,-4-1-1 16,2-1-2-16,-4-2 0 16,0 0-1-16,-1-1 2 15,-2 0-3-15,0 0 0 0,0 0 1 16,-1 2-2-16,-6 2 1 16,-2 1 0-16,-1 4-2 15,2 2 2-15,-3 4 0 16,2 2 0-16,2 2-1 15,-4 4-1-15,4 0-5 0,-4 0 7 16,0 7-3-16,-2 4 3 16,0 1-2-16,-1 1 0 15,1 2 3-15,1-1-2 16,3 2 1-16,-2-2-1 16,2 4 0-16,2-2-1 0,1 5 0 15,1-2 0-15,3 2 0 16,2 3-2-16,0-2-2 15,0 3 5-15,0-2 0 16,5 1-1-16,3-1 1 16,-1-3-2-16,5-3 1 0,0-5 2 15,2 0 0-15,-1-6 1 16,5 0 1-16,0-5-1 16,2-1 3-16,-4 0 2 15,6-5-2-15,-3-6-2 16,-2-6 1-16,1-3 3 0,-3-1-4 15,1-5 2-15,-5-2-2 16,-6 1 2-16,1-4-2 16,-3 2 0-16,-3 1-1 15,0-1 0-15,-10 4 1 16,-3 1-2-16,-1 2 0 16,-3 3 0-16,-2 3 0 15,1 5-2-15,-1 4 1 0,0 6-2 16,-2 1-1-16,0 6-4 15,2 11-5-15,-5 5 1 16,1 2-16-16,2-3-28 16</inkml:trace>
  <inkml:trace contextRef="#ctx0" brushRef="#br0" timeOffset="-14255.21">21087 3641 19 0,'0'0'18'0,"0"0"5"0,0 0-2 0,0 0-3 16,0 0-6-16,0 0 3 16,0 0-5-16,0 0-6 15,0 0 0-15,0 0-4 16,-39 4-2-16,30-1 2 0,1 0 0 15,0 4 0-15,-6-1 0 16,1 1 3-16,-3 1-1 16,-2 1 1-16,0 1-1 15,1-1 0-15,1 0 2 16,-2 1-2-16,0 1-1 16,0 0 0-16,-2 0 0 0,1-3 1 15,-1 2-2-15,4-3 0 16,2-1 1-16,2 0 0 15,4-2-1-15,0-1 0 16,3 1 0-16,2 1 0 16,-2-1-1-16,4 0-2 15,1 0-3-15,0 2-1 0,0 1 1 16,0-1 1-16,1 1 7 16,4 0 2-16,0 0-2 15,2 0-1-15,-1-1-1 0,3-2 0 16,-2 2 0-16,3-3 1 15,2-1-1-15,-3 1 0 16,5 0 0-16,-3-1 1 16,3 1-1-16,0-1 0 15,-1 1 2-15,0 0-2 16,-2-2 0-16,3 1 1 0,-2-2-1 16,2 3 1-16,-1-2-1 15,2 2 1-15,0-2 1 16,1 1 0-16,-3-1-1 15,-1 2 0-15,0 0 0 16,-5-2 2-16,2 2-3 0,0 3 2 16,-4-3-3-16,0 1-17 15,0 0-35-15</inkml:trace>
  <inkml:trace contextRef="#ctx0" brushRef="#br0" timeOffset="-13411.14">21476 3655 23 0,'0'0'51'0,"0"0"-30"0,0 0-5 0,0 0-11 16,0 0-4-16,0 0 6 0,0 0-6 15,0 0-1-15,-39-7 0 16,32 7 2-16,0 0 0 16,-3 0 1-16,2 0-2 15,0 5 0-15,-1 0-1 16,1 3 0-16,-2 0-1 16,2 2 1-16,-1 1-3 0,1 3 2 15,1 0 1-15,0-1-1 16,1 3 0-16,-1-1-1 15,4 2 1-15,2-2 0 16,0-2 0-16,1-1-2 0,0 1 4 16,0-1 2-16,3-1-3 15,2-3 1-15,2 1 0 16,-1-1-1-16,1-1 1 16,0-1 0-16,2-1 1 15,2-1 1-15,1-3-1 16,-2-1 3-16,2 0 2 0,0 0 0 15,1-1 5-15,0-8-2 16,0-1-1-16,0-1-3 16,-3-2-1-16,0-1 1 15,-3-5 2-15,-3 1 0 16,-3-2-1-16,-1-1-2 0,0-1 2 16,0 1-3-16,-3 1 0 15,-2 3 0-15,1 3-3 16,-1 3 1-16,0 5-2 15,0 6-9-15,0 0-32 16,0 0-27-16,-1 3-6 16</inkml:trace>
  <inkml:trace contextRef="#ctx0" brushRef="#br0" timeOffset="-12996">21865 3773 106 0,'0'0'3'0,"0"0"-1"0,0 0-1 0,0 0 0 0,0 0-1 15,46-17-2-15,-31 16-1 16,4-1 1 0,2 2 0-16,5 0-1 0,2-1 4 15,5 0 4-15,2-1 0 16,5 1 2-16,2-2 0 16,1 0 0-16,3-2-1 0,-4 2 0 15,-1-2-2-15,-5 1 0 16,-1 0-2-16,-4-1 1 15,-3 3-2-15,-1 0 2 16,-3-1-2-16,-1 3 1 16,-3 0 1-16,-5 0 0 15,-4 0-1-15,-4 0-20 0,-5 0-24 16,-2-1-27-16</inkml:trace>
  <inkml:trace contextRef="#ctx0" brushRef="#br0" timeOffset="-12751.75">22573 3630 78 0,'0'0'3'0,"0"0"-1"16,40 0 5-16,-26 1-1 0,-2 5-3 15,-1 2-3-15,-6 2 0 16,-1 3-2-16,-4 0 2 15,0 1 6-15,-7 0 1 16,-6 2-2-16,1-2 1 16,-1 0-2-16,2 1-3 0,2-3-10 15,7-3-12-15,2-5-48 16</inkml:trace>
  <inkml:trace contextRef="#ctx0" brushRef="#br0" timeOffset="-12420.59">22934 3627 103 0,'0'0'14'0,"0"0"14"0,0 0-20 16,0 0-19-16,0 0 4 15,0 0 7-15,0 0-1 16,0 0 0-16,-18 50-4 15,18-35-1-15,1-2 8 16,11-2 0-16,3-5 0 0,4-3 3 16,-1-3 6-16,4 0 4 15,-2-2-3-15,-3-8 4 16,-2-2 0-16,-4-1 5 16,-4-4-5-16,-4 1-6 15,-3-2-3-15,0-2-3 0,-12 4-1 16,-7 1-9-16,-7 3 5 15,-14 4-19-15,-5 3-14 16,-8-2-30-16</inkml:trace>
  <inkml:trace contextRef="#ctx0" brushRef="#br0" timeOffset="-11801.19">20527 3046 137 0,'0'0'2'0,"0"0"-5"0,0 0-9 15,0 0 9-15,0 0 2 0,0 0-4 16,40 7 1-16,-21-4 2 16,5 3 5-16,5-1-2 15,2-2 3-15,2 2 0 16,-2-3-2-16,-1-2 0 16,-1 0-1-16,-1 0 0 0,-2 0 0 15,-2 0-1-15,-6 0 0 16,-1-2 0-16,-3 0-1 15,-3 2 1-15,-2 0-1 16,-5 0-1-16,0 0-1 16,-3 4-3-16,-1 3 5 0,0 3 2 15,-5 3 4-15,-5 1 8 16,-6 3-2-16,-2 0-4 16,-6-1 1-16,-3 1-4 15,0 0 0-15,-2-1 0 16,0-1-2-16,4 2-1 0,1 0-5 15,4-1-17-15,5-3-21 16</inkml:trace>
  <inkml:trace contextRef="#ctx0" brushRef="#br0" timeOffset="-11605.63">20898 3245 209 0,'0'0'3'0,"0"0"-22"16,0 0 17-16,-41 31-1 0,26-14-9 15,1-1 9-15,-2 2 0 16,6-1-9-16,2-1-24 16,6-7 1-16</inkml:trace>
  <inkml:trace contextRef="#ctx0" brushRef="#br0" timeOffset="-11253.4">21105 3074 86 0,'0'0'-2'0,"0"0"2"0,-33 37 0 16,29-22 1-16,1-1 0 16,3-1 0-16,0-2 1 15,5-4-3-15,5-3 15 16,3-1-2-16,3-3 0 16,1 0 1-16,5-1 0 15,-4-7-4-15,2-4-3 0,-3-1 0 16,-4-4 1-16,-3 1 4 15,-7-2 2-15,-3 0-1 16,0 2-4-16,-3 3-6 16,-10 5-6-16,-7 5 6 0,2 3-16 15,-4 0-24 1,2 2-24-16</inkml:trace>
  <inkml:trace contextRef="#ctx0" brushRef="#br0" timeOffset="-10976.64">21613 3090 109 0,'36'0'0'0,"0"-3"0"0,5-3 1 15,1 0 1-15,5-2-1 16,3 1 0-16,2 0-1 15,-3-1 0-15,1 1 1 16,1-1-1-16,-6 1 0 16,2 2 1-16,-3-1-1 15,-2 2 1-15,-4 1 1 0,-4 3 0 16,-9 0 1-16,-10 0-3 16,-9 0-11-16,-6 0-56 15</inkml:trace>
  <inkml:trace contextRef="#ctx0" brushRef="#br0" timeOffset="-10784.34">22223 2962 100 0,'0'0'10'0,"0"0"-11"0,49 0 2 15,-33 0-1-15,-1 0 0 16,-1 4-2-16,-7 8-2 15,-3 1 2-15,-4 2 4 16,0 4 3-16,-7-4-11 0,-2-2-66 16</inkml:trace>
  <inkml:trace contextRef="#ctx0" brushRef="#br0" timeOffset="-10322.16">22543 2884 20 0,'0'0'5'16,"0"0"-3"-16,0 0 5 15,0 0 11-15,33-38 5 16,-31 29-1-16,-1-1-5 15,1-3-5-15,2 1-2 16,1-2 2-16,-3-1-3 0,0 0-1 16,1 2-5-16,-2 0 2 15,-1 6 2-15,1 1 3 16,-1 4-4-16,0 2-4 16,0 0-14-16,0 2-3 0,0 7 4 15,0 6 8-15,2 1 1 16,2 1 0-16,1 2 0 15,1-1 2-15,1-1 0 16,2-1 0-16,-2-2 0 16,3 3 1-16,-2 0 1 15,0-3-1-15,-1 2 3 0,-2-2-2 16,0 0-2-16,-1 2-3 16,-4-2-7-16,0 2-4 15,0-2-7-15,-5-1-6 16,-4-2-23-16</inkml:trace>
  <inkml:trace contextRef="#ctx0" brushRef="#br0" timeOffset="-10164.92">22590 3066 50 0,'0'0'16'16,"0"0"19"-16,0 0 2 16,0 0-10-16,0 0-21 0,0 0-6 15,60-31 0-15,-22 22 0 16,5-1 0-16,8 3 0 15,1 3 2-15,2 0 0 16,1 1-3-16,-1-2-74 16</inkml:trace>
  <inkml:trace contextRef="#ctx0" brushRef="#br0" timeOffset="-7284.53">17719 7653 14 0,'0'0'11'0,"0"-1"-12"0,-2-2-4 0,-3 3-1 16,1-3 10-16,0 2-2 15,0-2 2-15,0 0 6 0,4 0 3 16,-1 2 2-16,1-2 7 16,0 0-9-16,0 2 0 15,1-1-12-15,2 1-1 16,2-2 0-16,0 3 1 15,0 0 0-15,3 0-1 0,-2 0 0 16,2 0 0-16,4 0 1 16,0 0-1-16,1 0 0 15,3 3 1-15,-3 1-1 16,1 3 0-16,-3 2-1 16,-2-1-2-16,0 2 1 15,-5 1 3-15,1-2-2 0,-1 4 0 16,-2-2 4-16,1 3-2 15,0-1 0-15,2 3-1 16,-3-2 0-16,0 2 0 16,-1-1 0-16,-1 1-1 15,0 1 0-15,0 0 1 0,0-1 1 16,-1 2-1-16,-3-1-2 16,2 2 3-16,-4 1 0 15,1-1 0-15,1 4 0 16,-2 0 0-16,0 1 0 15,0-1-1-15,2 1 1 16,1 1 0-16,-1-1-1 0,3-1 2 16,1-1-2-16,0-1 0 15,0-3 0-15,5-2 0 16,1-5-2-16,4 0 0 0,1-6 12 16,2 1-6-16,1-5 3 15,-1 2 1-15,-1-2-5 16,-1-1 0-16,-3 3-1 15,-5 0-1-15,-2 0-2 16,-1 4-4-16,0 0-1 16,-6 6 13-16,-5 1-3 0,-7 7-1 15,-3 2-3-15,-2 1 3 16,0 2-2-16,-1 1 1 16,2 1-1-16,2 2-1 15,1 0 1-15,2 2-1 16,3 1 0-16,3 0 0 0,2 1 0 15,1-3-1-15,4 3 1 16,0-3 0-16,0 1-1 16,4-1 1-16,0 3-1 15,0-4 3-15,1 2-2 16,6 3-1-16,-1-2 3 0,2 3 0 16,-4 1-1-16,1-3 1 15,-3-3-2-15,0-2 3 16,-1-4-3-16,-1-3 1 15,2-4-2-15,-1 2 1 16,0-4 0-16,3-1 0 16,-4 1 0-16,0-2 1 0,0 2-2 15,0-2 0-15,0 2 1 16,-7-2 0-16,1 1 2 16,-3-3 4-16,-4-1 1 15,0-2 0-15,-1-2 0 0,-2-3-2 16,0 3-1-16,1-4-1 15,-2-3 0-15,3 2-1 16,-4-2-5-16,2 0-74 16</inkml:trace>
  <inkml:trace contextRef="#ctx0" brushRef="#br0" timeOffset="-5842.93">17559 9767 48 0,'0'-6'6'0,"0"0"7"0,0-2 5 0,0 1-4 0,0-2-9 16,0 2 0-16,0 2-1 15,0 0 0-15,0 2 5 16,-1-1 0-16,0 2 1 0,0 0-2 15,-3-1-1-15,0 0 5 16,2 2-7-16,-1-1 0 16,-3-2-1-16,1 1 1 15,0-1 0-15,0 1-1 16,0-3 1-16,0 1-1 16,-2-1-1-16,0 0-2 0,-1-1 1 15,-1 2-2-15,1 0 1 16,-3 1 0-16,0 0-1 15,-2 2-1-15,0 1-3 16,-2 0 3-16,1 1-1 16,1 0 6-16,0 0 0 0,3 0-4 15,-2 1 1-15,1 2-1 16,1 0-1-16,-2 1 2 16,3 0-1-16,-2 2 0 15,-2 1-1-15,2 0 1 16,-3 2 0-16,2 2-1 15,0 0 0-15,-2 2 1 0,3 0 0 16,0 0 1-16,-1-1-1 16,1 1 0-16,-2 1 0 15,2 2 0-15,-3-2 0 16,0 2-1-16,1 1 1 0,-2 1-1 16,2-1 2-16,-2 3-2 15,1 0 0-15,-2 2 1 16,3-1 0-16,-1 0-1 15,3-1 1-15,2-1 0 16,-1 2 0-16,2-3 0 0,2 2 0 16,1 0-1-16,0 0 1 15,2 1 0-15,2-1 0 16,-2 0-2-16,3-3 1 16,0 3-2-16,0-2 2 15,0 0 0-15,4-1 1 0,1 1 0 16,2-2 0-16,-2 2 0 15,5-4 0-15,0 3 0 16,-3-3-2-16,3-1 1 16,2 0 3-16,-1-2-2 15,0-1 1-15,2 0 0 16,1 1-1-16,2-4 0 0,1 2 1 16,0-2 2-16,0 3-2 15,1-1 0-15,0-1 1 16,-2-1-2-16,0 2 1 15,-1-4 1-15,1 1-2 16,-2-3-1-16,1-1 2 16,0-2 1-16,1 0 3 0,0 0-1 15,2-5 1-15,1-4 0 16,2-2-2-16,3-3-1 16,1 0 1-16,-2-3 1 15,2-2-2-15,-1-2 0 0,0 0 0 16,-3-5 0-16,2-4 0 15,-4-5 2-15,0-6-1 16,-3-3 2-16,-3-6 2 16,-1-1-2-16,-8 0 1 0,-4 1-2 15,0 6 1 1,-7 0-3-16,-9 7 1 0,-4 6-2 16,-6 7-3-16,-12 5-15 15,-6 2-51-15</inkml:trace>
  <inkml:trace contextRef="#ctx0" brushRef="#br0" timeOffset="-4731.7">23654 10178 19 0,'2'-4'37'0,"-2"3"-2"0,0-3-6 16,0-2 3-16,2 3-9 15,-1-1-9-15,2 1-5 16,0 0-5-16,-2 0 0 16,0 2 2-16,1 1-3 0,1 0-3 15,1 0-2-15,-1 0-1 16,1 4-4-16,0 3 4 15,0 2 1-15,1-1 2 16,-1-1 3-16,2-1-3 0,0-3 2 16,3-3 0-16,4 0 2 15,0 0 0-15,4-7 0 16,2-7 0-16,6-3-2 16,2-3 0-16,2-5-1 0,4 0 0 15,3-1-1 1,4-2 0-16,0 1 1 0,2 1 0 15,2 4-1-15,-2 3 2 16,-3 4 3-16,-4 3 0 16,-5 4-3-16,-5 2 0 15,-6 5 0-15,-8 1-2 16,-5 0-4-16,-6 2-13 0,0 8-31 16,-13-1-27-16</inkml:trace>
  <inkml:trace contextRef="#ctx0" brushRef="#br0" timeOffset="-4496.84">23791 10193 60 0,'0'0'3'0,"0"0"-10"0,0 0 7 0,0 0 1 0,0 0 4 0,0 0 6 16,0 0-1-16,0 0 4 16,39 1 11-16,-9-14-1 15,8-5-15-15,6-2-6 0,2-5-19 16,2-1-40-16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20:28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13268 6777 45 0,'0'0'2'0,"0"0"0"0,0 0 0 0,0 0-1 15,0 0 3-15,12-41 0 16,-11 35 5-16,0 3-4 15,-1-2-1-15,0 1 4 16,1 1 0-16,-1 1-2 0,0-1 1 16,0 0-2-16,3 2 0 15,-1 1-3-15,-2-3 1 16,2 3-2-16,0-1 0 16,0 1 0-16,1 0-1 15,1 0 0-15,0 0 0 16,-1 0 0-16,3 0 0 0,0 1 1 15,-2 2-1-15,2 0 0 16,-1 0 1-16,1-1-1 16,1 1 1-16,-4 0-1 15,1 0 1-15,0 0 0 16,-1-2 1-16,0 2 0 0,2-2-2 16,-3 1 1-16,0-1 0 15,-2-1 0-15,2 0 0 16,2 0 5-16,2-4 13 15,0-6 4-15,3-1-14 16,5-7-6-16,-1-2 1 0,3-3 0 16,-2-3 3-16,2-5 1 15,3-3-1-15,1-6 1 16,3-1 0-16,-1-3 0 16,3-2-3-16,4 3 2 15,1 0-4-15,4 3-2 0,4 0-1 16,5 3 0-16,-1-1-2 15,1 1-3-15,-5-1-55 16</inkml:trace>
  <inkml:trace contextRef="#ctx0" brushRef="#br0" timeOffset="3982.19">14211 7246 20 0,'2'-3'11'0,"-2"-1"-1"0,3 1-1 16,-1 0-2-16,2 0-4 15,0 0 0-15,-2 2 0 0,2-1 1 16,1 2-2-16,0 0 0 16,0 0 0-16,3 0-1 15,-3 0 1-15,4 0 2 16,2 0-3-16,2 0 0 16,3 0 0-16,0 0 0 0,6 0 0 15,5 0 0-15,0-3 0 16,2-1 0-16,3 0-1 15,1-2 1-15,3-1 1 16,-1 0-1-16,-1-2 0 16,-1 1 0-16,-4 0-1 0,-4 3 2 15,-3 1-2-15,-8 1 0 16,-1 3 0-16,-6 0 0 16,-1 0 0-16,-4 0 0 15,-2 9-4-15,0 0-8 16,-8 0-32-16</inkml:trace>
  <inkml:trace contextRef="#ctx0" brushRef="#br0" timeOffset="4226">14324 7354 58 0,'0'0'3'15,"0"0"0"-15,0 0 6 16,0 0-15-16,0 0 8 0,0 0 6 16,43-2 3-16,-15-5 5 15,5 0-10-15,5-3-2 16,1 0-2-16,5-2 1 16,0-1-2-16,0 1 0 15,-1-1-1-15,0 1-1 16,-4-1-15-16,0 0-48 0</inkml:trace>
  <inkml:trace contextRef="#ctx0" brushRef="#br0" timeOffset="4895">14490 7335 42 0,'0'0'31'0,"0"0"-22"0,0 0 6 0,0 0-8 15,0 0-4-15,0 0-2 16,0 0-1-16,0 0-2 15,40-13 4-15,-27 11-2 16,4 0 2-16,0-2-2 0,5 1-1 16,3-2 2-16,0-1 0 15,4-3 0-15,3 2 0 16,3-2 0-16,0 0 0 16,1-3-1-16,0 4 2 0,0-2 0 15,-5 3-1-15,-1-1 0 16,-4 0 1-16,-1 2-1 15,-1 1 0-15,1-1 0 16,-1 0-1-16,1-1 1 16,2 1-1-16,0 0 1 15,-2-2-1-15,1 4 1 0,-1-2-2 16,-8 2 2-16,-1 1-1 16,-4 2 0-16,-2-1 0 15,-3 2 0-15,-4 0 0 16,1 0-1-16,-2 0-1 15,0 0-1-15,-2 0-1 0,0 0-7 16,0 5-8-16,-4 0-7 16,-4-2-31-16</inkml:trace>
  <inkml:trace contextRef="#ctx0" brushRef="#br0" timeOffset="5427.91">14501 7385 47 0,'0'0'1'0,"0"0"2"0,0 0 3 0,0 0 0 15,0 0 10-15,0 0 4 16,0 0-4-16,0 0-15 16,0 0 0-16,0 0 7 15,27-9-7-15,-4 4 1 16,1-2-1-16,3 0-2 0,2-1 2 16,2 0 2-16,2 0-3 15,3 0 0-15,2-2 0 16,2-1 2-16,-1 0-3 15,1-1 3-15,-2 1-2 16,-4-2 1-16,-1 3 0 16,-4-1 1-16,0 2-2 0,-2 2 1 15,-5-3-1-15,3 2 1 16,-1-1-1-16,-1 2 0 16,-2 0 1-16,0 2-1 15,-3-1 0-15,-5 1 0 16,-4 3 0-16,-3 0 0 0,-3 2 0 15,-1 0 0-15,-2 0 0 16,3 0-2-16,-3 0 1 16,0 0 0-16,2 0 1 15,0 0 0-15,0 0 0 0,1 0-1 16,1-6-84-16</inkml:trace>
  <inkml:trace contextRef="#ctx0" brushRef="#br0" timeOffset="8106.06">14043 12082 1 0,'0'0'14'0,"0"0"5"0,-2 0-3 0,2 0-7 15,0-2 2-15,0 1-6 16,0-1 3-16,0 2-2 16,0-1-3-16,-1 1-3 15,1-1 0-15,0 1 2 16,0 0-2-16,-1 0 0 0,1-2 0 16,-2 2 0-16,2 0 1 15,-1 0-1-15,1 0 1 16,0 0 0-16,0 0 1 15,0-1-2-15,0-1 0 16,0 2 0-16,0-1 0 16,2 0 0-16,-1 1 0 0,1-2 0 15,-2 2 0-15,0 0 0 16,2 0 0-16,-2 0 0 16,0 0 1-16,0 0-1 15,0 0 1-15,0 0-2 0,0 0 1 16,0 0 0-16,2 0 0 15,0 0 1-15,0 0-1 16,-1 0 0-16,2 0 0 16,1 0 0-16,0 0 0 15,-2 0 0-15,1 0 0 0,3 0 0 16,-2 0 1-16,2 0-1 16,3 0-1-16,1-1 1 15,1-2 1-15,-1-2-1 16,3 1 0-16,1-1 1 15,-2 0 2-15,1 0-1 16,2 0-1-16,-2 1 0 16,1 0 0-16,0 1-1 0,2 0 0 15,0 0 1-15,2 2-1 16,0 0 0-16,2-1 0 16,3 2 0-16,2-1 1 15,4-1-1-15,0 1 1 16,6-2-1-16,-2 0 0 0,1 0 0 15,-1 1 1-15,-1-1-1 16,3 0 0-16,-3 0 0 16,3-1 0-16,3-1 0 15,1-1-1-15,5-2 3 16,-1 1-2-16,2-3 1 0,2 0 1 16,-1-2-2-16,-1 1 1 15,2 0 0-15,0 3 0 16,-2 1 3-16,4 1 0 15,-5-1-2-15,-2 5-1 16,-1 1-1-16,-1-1-1 0,-4 0 2 16,-1-1-1-16,-3 1 0 15,-1-2 1-15,-2 1-1 16,-6 0 1-16,-1-1-1 16,-6 3 0-16,-1-1 0 0,-4 1 0 15,-6 1-2-15,-5 0-2 16,0 0-14-16,-5 0-68 15</inkml:trace>
  <inkml:trace contextRef="#ctx0" brushRef="#br0" timeOffset="8987.6">14256 12153 4 0,'2'0'12'0,"0"-2"-2"0,2 0-3 16,0 1-5-16,-2 1 1 0,2 0 1 16,2 0 1-16,-1-1-1 15,3 1-1-15,2 0 2 16,2 0-3-16,3 0 0 16,6-3-3-16,2 0 2 15,4-1 9-15,2 0-7 0,5-1 0 16,1-2 0-16,1 0 0 15,2 0 1-15,3-2-1 16,-1 1 0-16,2-2-1 16,0 0 0-16,1 0-2 15,2 2 0-15,-1-2 0 16,-4 1 3-16,3-2-1 0,-3 3 1 16,2-1-1-16,-3 1-1 15,3-1 0-15,2 0 1 16,-1-3 1-16,-3 2 2 15,-5 0-1-15,-1 0-2 0,-7 1 4 16,-6 4-1-16,-1-1 3 16,-5 3-3-16,-7-1-3 15,1 2-1-15,-5 1 0 16,0 0-1-16,-2-1-2 16,-2 2 4-16,0 0 5 15,0 0-4-15,0 0-3 0,0 0-2 16,-5 0-11-16,-1 0-21 15,-3 0-18-15</inkml:trace>
  <inkml:trace contextRef="#ctx0" brushRef="#br0" timeOffset="12734.44">19982 12098 33 0,'0'0'2'0,"0"0"-1"0,0 0-1 0,0 0-2 15,0 0-1-15,0 0-2 16,0 0 4-16,0 0 2 16,-2 0 4-16,1 0-1 0,0 0-1 15,0 0 4-15,1 0-2 16,-2 0-1-16,2 0 3 15,0 0 1-15,0-1 4 16,0 0-4-16,-2 1 0 16,1-2 1-16,0 1-1 15,0 1 1-15,0 0-5 0,-2-1-2 16,2-1 2-16,-1 2-1 16,2 0 2-16,0 0 2 15,0 0-4-15,0 0-1 16,0 0-2-16,0 0 1 15,0 0-2-15,0 0 1 0,0 0 0 16,0 0 1-16,0 0 0 16,0 0-1-16,0 0 0 15,0 0 0-15,0 0 0 16,4 0 0-16,4 0 0 16,-1 0 0-16,1-1 0 0,4 1 0 15,-4-3 2-15,4 0-2 16,1 2 0-16,-1-1 0 15,3-1 1-15,-1 3-1 16,3-4 0-16,-1 3 0 0,2-1 0 16,-2 2 1-16,2-2-1 15,-3 0 0-15,3 1 0 16,-1 0 0-16,2-1 0 16,1 0-1-16,1-1 1 15,3 1 1-15,0-1-1 16,3 0 0-16,0 0 0 0,2 1 0 15,0-1 0-15,0 1 0 16,1-1 0-16,1-1 0 16,2 0 0-16,-2-1 0 15,2 1 0-15,1 0 0 16,0-2 0-16,3 2 0 0,2-2 0 16,3-1 0-16,-2 1 0 15,2 0 1-15,-1-2-2 16,1 1 1-16,-1 0 0 15,3 0 0-15,-1 0 0 16,2 0 0-16,-1 2 0 0,-2-2 0 16,-1-1 0-16,-3 5 1 15,-2-4-2-15,-1 1 2 16,-4 1-1-16,-1 0 0 16,-2 1 0-16,-4 1 0 15,-2-1-1-15,-5 2-3 16,-3 0-6-16,-5 0-11 15,-3 1-24-15</inkml:trace>
  <inkml:trace contextRef="#ctx0" brushRef="#br0" timeOffset="13257.59">20334 12112 106 0,'0'0'9'0,"0"0"11"0,0 0-14 0,6-2-3 0,4-1-2 16,3 0 1-16,2-1-1 15,2 1-1-15,6-1 1 16,3 1 0-16,3-1-1 16,1 0 0-16,7-1 0 0,-1-2 0 15,9 1 1-15,0-5-1 16,10 1 0-16,0-4-1 15,5-3 1-15,5-1-2 16,1-5-12-16,-1-4-33 16</inkml:trace>
  <inkml:trace contextRef="#ctx0" brushRef="#br0" timeOffset="14453.72">20100 7494 113 0,'0'0'14'0,"0"0"-9"0,0 0-3 0,0 0 0 15,0 0 0-15,0 0-1 0,0 0 0 16,0 0-1-16,38-8 1 15,-31 8-1-15,4 0 0 16,2 4 0-16,4-1 0 16,6 0 0-16,6-2 0 15,2-1 1-15,8 0-1 16,3 0-1-16,3-1 0 0,4-5 1 16,3-1 1-16,0-2 0 15,3 1-1-15,3-1 3 16,2-1 0-16,-3 2-1 15,2 1 1-15,-3 0-2 16,-4 0-1-16,-1 1 1 16,-10 0 1-16,-2 2-4 0,-4-2 2 15,-6 3 2-15,-6 1-2 16,-4 0 0-16,-6 2 0 16,-4 0-6-16,-6 0-28 15,-3 0-42-15</inkml:trace>
  <inkml:trace contextRef="#ctx0" brushRef="#br0" timeOffset="14845.04">20457 7513 46 0,'0'0'0'0,"0"0"3"0,56 1-2 0,-26-1 0 0,5 0-1 16,8-5 0-16,-1-3 6 15,6-2 6-15,2 0 2 0,4-1 3 16,0-2-2-16,2 1-2 15,-1-1-2-15,1 1-1 16,0 1-4-16,0 0 1 16,-5 2-3-16,-3 2-3 15,-5 0-1-15,-5 3 1 0,-7 1-1 16,-6 0 0-16,-4 0 0 16,-5 3 0-16,-3-1-3 15,-5 1-14-15,0-3-22 16,-4 1-31-16</inkml:trace>
  <inkml:trace contextRef="#ctx0" brushRef="#br0" timeOffset="20292.43">15377 5960 3 0,'0'0'5'0,"0"0"-4"0,0 0 0 0,0 0-1 15,0 0 14-15,0 0 16 16,0 0-18-16,0 0 0 15,0 0-1-15,0 0-5 16,0 0-4-16,0 0-2 16,5-21-1-16,-7 21-8 0,-1 0-8 15,0 0-5-15,0 3-4 16</inkml:trace>
  <inkml:trace contextRef="#ctx0" brushRef="#br0" timeOffset="24470.45">15377 5960 8 0,'-51'-1'19'0,"51"1"-13"16,0 0-4-16,0 0-1 16,0 0-1-16,0 0-1 15,0 0 1-15,0 0-1 16,0 0 2-16,2 0-1 16,-1 0 1-16,2 0-1 15,2 0 0-15,-1 0 1 0,-1 0-1 16,4 1 0-16,-3 2 1 15,1-1-1-15,1 0 0 16,-1 3 1-16,4-2-1 16,-3 2 0-16,3-1 0 0,-2 2 0 15,3 0 0-15,-2 1 0 16,1 0 0-16,0 0-1 16,2 3 0-16,-4-1 0 15,1 1-2-15,-3-2-1 16,4 3 3-16,-4-2 1 15,1 1 0-15,-1-2 0 0,0 0 1 16,3-1 1-16,-3 1 0 16,1-2-2-16,-1-2 2 15,1 0-1-15,0 1 0 16,-2-1-1-16,0 0 1 16,0-1 2-16,-2 2 0 0,0 0-1 15,1-1 0-15,1 0-1 16,-2-1 0-16,0 1 0 15,1-2-1-15,0 2 0 16,1-1 0-16,-2 1 1 0,0-1-1 16,1 3 1-16,0-2-1 15,2 2 1-15,-3-2-1 16,3 2 2-16,2-1-2 16,-2 0 0-16,3 0 1 15,-1 1-2-15,2-1 1 16,-1 0 0-16,1 1 0 0,0 1 0 15,-1-2 0-15,0 4 0 16,-2-1 0-16,-1 2 0 16,0-1 1-16,-2 2-1 15,1-1 1-15,0 3 0 16,-1-2 1-16,1-1 0 0,0 3-1 16,-1-3 1-16,3 0-2 15,-1 1 0-15,-1-1 0 16,1 0 0-16,-1-1 1 15,1 1-1-15,-1 0 0 16,3 1-1-16,-2 0 2 0,1-1-1 16,-1 2 0-16,0-1 0 15,3-1 0-15,-3 0 0 16,3-2 2-16,-3 0-2 16,3 0 0-16,-1 1 1 15,0-1-1-15,-1-1 1 0,1 3-1 16,-3-3 0-16,2 3 1 15,-2-1-1-15,1-1 2 16,-1 2 0-16,2 0-1 16,-1-3 1-16,4 3 1 15,-3 0-2-15,1-3 0 16,1 0 0-16,0 2 0 16,1-2-1-16,-2 0 0 0,3 3 0 15,-2-3 1-15,0 0-1 16,3 0 1-16,-1 1-1 15,-2 0 0-15,1-1 0 16,1 0 0-16,-3 0 0 0,1 1 0 16,-1 1 0-16,4 0 0 15,-4-2 1-15,2 0-2 16,1 2 2-16,2-1-1 16,-3 1 0-16,0-1 0 15,4 2 0-15,-2 0 0 0,-2 0 0 16,1 1 0-16,0 1 0 15,4 0 0-15,-3 0 0 16,-1-1 0-16,3 1 1 16,2-1-1-16,1 0 0 15,-1-1 1-15,1 1-1 0,0-2 0 16,2 2 1-16,1-2-1 16,-1-1 4-16,2 3-1 15,0-2-3-15,-2 1 1 16,1 1-1-16,-2 1 1 15,-2-1-1-15,-1-1 0 0,-1 2 0 16,1-1 1-16,-3 2-1 16,3-2 0-16,-1 3 1 15,-1-1-1-15,0 1 1 16,0 2-1-16,2-2 0 16,-1 5 2-16,1-2-2 0,-2 1 0 15,0 1 0-15,2-1 0 16,-2-1 0-16,2 0 0 15,-1-1 1-15,-1 0-1 16,1-1 0-16,-3-1 0 16,3 3 1-16,0-2 0 0,1 0 0 15,-1 1 0-15,-1-1 0 16,1 0 0-16,0 0 0 16,0 1 0-16,0 0 0 15,-2 0-1-15,1 0 1 16,-1-2-1-16,1 3 2 15,-1-4-2-15,-1 0 0 0,4-2 1 16,-3 2-1-16,-2-3 1 16,2 0 1-16,1-1-2 15,1-1 0-15,-4 5 1 16,2-5-1-16,1 2 1 0,-1 2 0 16,1-3-1-16,0 2 1 15,1-3-1-15,3 2 0 16,-3-2 1-16,3 0-1 15,-1-1 0-15,1 0 0 16,-1 0 0-16,0 0 0 16,-2 1 1-16,-2-2-1 0,0 4 0 15,0 0 1-15,-5-1-1 16,4 1 2-16,-3 1-1 16,1 2-1-16,1-2 1 15,-1 3-1-15,0-2 1 0,-1 2 0 16,2-2-1-16,2 0 0 15,-4-1 1-15,1 1-1 16,2 2 0-16,-3-3 0 16,1 2 0-16,-1-2 1 15,2-1-1-15,-1 2 0 0,0-2 1 16,2 0-1-16,-2 1 0 16,1 0 1-16,1-1-1 15,0 1 0-15,1 1 0 16,0-1 0-16,0 2 1 15,0 0-2-15,-2-2 1 16,1 2 0-16,0 0 1 16,-3-2-1-16,3 1 0 0,0-1 0 15,-1 0 0-15,2 2 0 16,0-1 0-16,0 0 0 16,1 1 0-16,-2 1 0 15,0-1 0-15,4 1 0 0,-3-3 0 16,1 2 0-16,0 0 0 15,1 0 0-15,1-1 0 16,-3 3 0-16,4-3 0 16,-1 0 0-16,2 2 0 15,-3-1 0-15,2 0 0 16,1 0 0-16,-1-1 0 0,2 1 1 16,0 1-1-16,1-1-1 15,-2 0 2-15,-1 1-1 16,1-1 0-16,-2 1 0 15,0 0 0-15,-1-1 2 16,-2 3-2-16,2-1 0 0,-4-3 1 16,0 3 0-1,1-2 0-15,2 1 0 0,-4-1-1 16,4 0 1-16,-2-2-1 16,2 2 0-16,0-3 0 15,-2 1 1-15,2-1-1 16,-2 1 0-16,2-2 2 0,0 2-2 15,-1 1 0-15,1-2 1 16,0 0-1-16,0 1 0 16,1-1 1-16,-2 0-2 15,0 0 2-15,1 1-1 0,-1-1 1 16,0 2 1-16,0 0-2 16,0 0 0-16,-3 0 1 15,3 3 0-15,-3-2-1 16,-1-1 1-16,3 4-1 15,-2-2 0-15,-1-1 0 16,1 1 1-16,1 0-1 0,-1-1 0 16,0 1 0-16,0-2 1 15,2 2-1-15,-1-3 0 16,0-1 0-16,2 2 0 16,0-1 1-16,-1 0-1 0,2-1 0 15,0 0 2-15,1 1-2 16,0-2 0-16,1 2 0 15,0 1 0-15,1-1 0 16,-1 0 0-16,1 2 1 16,1-3-1-16,-1 5 0 0,1-1 1 15,-3 0-1-15,3-1 1 16,-1 2-1-16,0 1 2 16,1-2-2-16,1 3 1 15,0-2-1-15,-1 0 1 16,-1 0 0-16,0-1-1 15,-2 1 0-15,3-1 1 16,-1-1-1-16,2 1 0 0,1-3 0 16,-2 1 0-16,2-1 0 15,-1 1 0-15,2-1 0 16,-1 0 1-16,1 1-1 16,1-1 0-16,0 0 0 0,2-1 0 15,0 3 0-15,0-3 0 16,0 1 0-16,-1 2 0 15,0 1 0-15,-2-1 0 16,1 4 0-16,-2-1 0 0,2-1 1 16,0 4-1-16,-2-1 0 15,2-2 0-15,-2 1 0 16,2 2 1-16,0-1-1 16,-2-1 0-16,4 0 0 15,-2-1 0-15,2 2 0 16,-2-2 0-16,3 0 0 0,-3 0 0 15,0 0 0-15,-1 1 0 16,0 0 0-16,-3 1 0 16,-1 1 1-16,0 1-1 15,0-2 1-15,0 2-1 16,0 0 0-16,0 0 1 0,-1-1-1 16,1-1 2-16,-2 1-2 15,3-2 0-15,-1-2 1 16,-1 2-1-16,1-3 1 15,2-1-1-15,-2 0 1 16,3 1 0-16,-1-1 0 0,-1 1-1 16,-1 2 1-16,1-1-1 15,-1 2 0-15,0 0 1 16,-1-1-1-16,1 1 1 16,0 0-1-16,0-1 0 15,1 1 0-15,0-2 1 0,-2 2-1 16,1-1 1-16,-1 0-2 15,2-1 2-15,-2 1-1 16,1-2 0-16,-2-1 1 16,1 2-1-16,1-2 2 15,0 0-2-15,1 1 1 16,-1 2 1-16,1-2-2 0,-1 0 0 16,0 2 0-16,-1-2 1 15,0 3-1-15,-2-1 1 16,2-1 0-16,-2 0 0 15,1 0 0-15,3 1 2 0,-1-1-1 16,2-3-1-16,0 5 0 16,1-3 0-16,1 0 0 15,-1 2 0-15,2-2-1 16,1 2 1-16,0-2 0 16,1 2 0-16,1-2 0 15,1 0 0-15,0 0 2 0,-2-2-2 16,1 1 0-16,-2-1-1 15,-1 2 2-15,1-1-1 16,-2 1 1-16,2 2 2 16,1-2 0-16,-1 3-1 0,-2-2-2 15,1 0 1-15,2 2-1 16,-5-2 0-16,2 1 2 16,-2-1-1-16,0 0 0 15,-1-1 1-15,1-1 0 16,0 3-1-16,-3-2 3 15,1-1-5-15,-1 0 1 16,-3-1 0-16,-2 1 0 0,1-2 0 16,0 1 0-16,-3 1 0 15,3-1 1-15,0 0 1 16,-2 1-2-16,4 1 0 16,-1 0-1-16,2 2 1 0,1 1-1 15,-1 1 1-15,1 1-1 16,1 0 0-16,2 2 1 15,0 2-1-15,3-3 0 16,-1 4 0-16,2 0 0 16,1 1 0-16,2-2 0 0,0 1 0 15,2-2 0-15,-2 1 0 16,1 0 0-16,2-2 0 16,-1 2 1-16,2-2-2 15,1 3 2-15,-2-1-1 16,2-2 0-16,2 3 0 0,0-2 0 15,-1-1 0-15,0 1 0 16,0-1 0-16,-3 0 0 16,2-2 0-16,-3 0 1 15,-1 0-1-15,1-1 0 0,-2 1 0 16,2-1 0 0,-2 1 0-16,0 0-1 0,0 0 2 15,0-1-2-15,-1 2 2 16,1-1-1-16,0-1-1 15,-3 2 2-15,2-3-1 16,-1 3 0-16,-4-3 0 16,2 0 0-16,0 1 0 0,-3 0 0 15,1-1-1-15,0-2 1 16,-2 2 1-16,2-1-1 16,-3-2 0-16,0 0 0 15,0-2 0-15,-2-1 0 0,0-1 0 16,-1 1 0-16,-1-1 0 15,-2-2 0-15,-2 1 0 16,-1-2 0-16,-1-1 0 16,-1 0 0-16,-1-2 1 15,-2 0-1-15,0-1 1 16,-1 0 1-16,0 1 3 0,0-1 2 16,0 2-4-16,0 0-3 15,0 4-4-15,-6 0-2 16,-4-6-47-16</inkml:trace>
  <inkml:trace contextRef="#ctx0" brushRef="#br0" timeOffset="43691.19">20076 8714 16 0,'0'0'17'0,"0"0"-10"0,0 0 1 0,0 0 1 0,0 0-2 16,0 0 0-16,0 0 0 15,0 0-1-15,0 0-2 16,0 0-1-16,0 0 0 0,0 0-3 15,0 0-3-15,0 0 2 16,0 0 0-16,0 0-1 16,0 0 2-16,0 0-1 15,0 0 1-15,0 0 0 16,0 0 0-16,0 0 0 0,0 0-1 16,0 0 1-16,0 0-1 15,2 0 2-15,-2 0-1 16,2 0 0-16,-1 0 1 15,2 0-1-15,-3 0 0 0,0 0 0 16,2 0 0-16,-2 0 0 16,0 0 0-16,0 0 1 15,0 0 1-15,0 0 4 16,0 2 2-16,0-2 1 16,0 0 0-16,0 0-3 0,0 0-1 15,0 1-4-15,0-1 0 16,0 0-1-16,0 0 0 15,0 0 1-15,0 0 0 16,0 0 2-16,0 0-2 16,0 0 0-16,0 0-1 15,0 0-1-15,0 0-9 0,0 0 3 16,3 0 4-16,2 0-14 16,-1 0-12-16</inkml:trace>
  <inkml:trace contextRef="#ctx0" brushRef="#br0" timeOffset="44950.49">21269 7168 31 0,'-2'0'4'16,"2"0"-3"-16,-1 0 7 0,0 0-4 0,1 0-1 15,0 0 0-15,0 0 2 16,0 0 0-16,0-3 2 16,0 1-7-16,6-2 6 0,0-1-5 15,4 0-2-15,1-2 2 16,0 1-1-16,0 1 5 16,2-2-4-16,-1-2 0 15,2 3 0-15,0-1 0 16,1-1-1-16,0-1 2 0,0 2-2 15,-1 1 3-15,-1 1-1 16,0-1-1-16,-1 3-1 16,-1-1 0-16,-1 2 0 15,-2 1 0-15,2-2 1 16,-4 2-3-16,-1 0-1 16,-1 1-1-16,-2 0-12 0,-2 0-27 15</inkml:trace>
  <inkml:trace contextRef="#ctx0" brushRef="#br0" timeOffset="45272.49">21303 7171 16 0,'0'0'15'0,"0"0"2"0,0 0 1 0,0 0-12 16,0 0-3-16,0 0-5 0,0 0 20 16,0 0-15-16,0 0 4 15,52-26 4-15,-33 16-8 16,2 0 7-16,2-1-7 15,0 1-1-15,4 1-2 16,0 2 3-16,-1 0-2 0,-1 1-10 16,-6-1-42-16</inkml:trace>
  <inkml:trace contextRef="#ctx0" brushRef="#br0" timeOffset="51900.83">19088 13195 51 0,'-2'-4'6'0,"-1"2"7"0,1-2-6 0,0 1-1 16,1 1-3-16,0 0 0 0,-2-1 3 15,3 1 0-15,0 0 1 16,0 1-2-16,0-3 1 15,0 2-5-15,0-1-1 16,3 0 0-16,3 0-6 16,-1 1 12-16,1 0-5 15,-2-1-1-15,1 3-1 0,2 0 0 16,-2 0-1-16,1 0 1 16,0 2 0-16,3 2 0 15,-1 3 0-15,1 3-1 16,-2-2 2-16,2 4 0 15,1 1 0-15,-3 1 0 0,1 1 0 16,-1 3 0-16,0 3 0 16,-3 0 2-16,-2 4 0 15,-1 3 2-15,-1 3 0 16,0 2 1-16,0 3 1 16,0 3-1-16,-2 2-2 15,-2 1 0-15,3-2-2 0,-3-1 1 16,0-4-1-16,3-4 1 15,-1-6-1-15,2-4 0 16,0-4 0-16,0-4-1 16,3-5 3-16,1 0-2 0,0 0-1 15,0 1 0-15,3 5 0 16,-2 3 0-16,6 8-1 16,-3 8-2-16,5 4 1 15,4 8 1-15,0 2 3 16,-1 6-1-16,1 1 0 15,-2 0 1-15,-2 2 1 16,-3 0 0-16,-4-3 0 0,-2-1-4 16,-4-5-24-16,-6-5-33 15</inkml:trace>
  <inkml:trace contextRef="#ctx0" brushRef="#br0" timeOffset="93829.22">17500 7124 19 0,'0'-2'1'0,"0"1"2"0,0-2 3 0,0 0 0 16,0 2-2-16,0-1-1 15,0 2-1-15,0-1-2 16,0-1 1-16,0 2 1 0,0 0 1 16,0-1 0-16,0-1 4 15,0 2-1-15,0 0-1 16,0-2 1-16,0 2 1 15,-2-2-1-15,-2 2-1 16,1 0-1-16,-1 0-4 16,-2 0 1-16,2 0 2 0,-2 0 0 15,0 0-2-15,2 0 1 16,-1 0-2-16,-1 0 1 16,1 0 2-16,-2 0-1 15,2 0-1-15,1 0-1 16,-3 0 0-16,1 0 1 0,-1 0-1 15,2 0 2-15,-3 0-1 16,3 0 0-16,-2 0 1 16,0 2-1-16,1 0 0 15,-1 1 0-15,0-1-1 16,2-1 1-16,-1 2 0 0,0-3-1 16,3 3 1-16,-1-3 0 15,0 3-1-15,1-2 0 16,0-1 0-16,2 3 0 15,-5-3 2-15,3 3-2 16,-1-2 0-16,1 1 0 0,-1 0 0 16,0 0 1-16,1 1-1 15,-1-2 1-15,-3 2-1 16,2 1 0-16,0-1-1 16,0 1 1-16,2-1 0 15,-2 2 0-15,0-1 0 0,3-1 0 16,-2 1 1-16,-1-1-1 15,2 0 0-15,0 1 0 16,-2-2 0-16,2 2 0 16,-3-2 0-16,4 1 0 15,-2 0 0-15,1 0 0 16,1-1 0-16,0 0 1 0,0 2-1 16,-2-2 0-16,0 2 0 15,2-1 0-15,-1-2 0 16,0 2 0-16,3-2 0 15,-4 2 0-15,2-2 1 16,1 1-1-16,0 0 0 0,0 2 0 16,-1-3 0-16,0 1 0 15,-1 0 0-15,2 0 0 16,-1 1 0-16,1-2 0 16,-1 2 0-16,0 1 0 15,0-1 0-15,-3 2 0 0,2 0 0 16,1 1 0-16,-2-2 0 15,-2 0 0-15,3 1 0 16,-1-2 0-16,0 2 0 16,0-1-1-16,1-1 2 15,0 1-1-15,0-2 0 0,1 1 0 16,0 1 0-16,0-2 0 16,0 0 0-16,2 0 0 15,-2-1 0-15,0 3 0 16,-2-1 0-16,2 0 0 0,-1 1 0 15,2-1 0-15,-1 0 0 16,0 0 0-16,2 1 0 16,-4 0 0-16,2-1 0 15,1 1 0-15,-1-2 0 16,2 2 0-16,-2-1-1 16,2 0 0-16,0 1 1 0,0-1-1 15,0 1 1-15,0-1 0 16,0 1 0-16,0 1 0 15,0-1 0-15,0-1-1 16,0 1 1-16,0 0-3 16,0-1 4-16,0 0-1 15,0 0 0-15,0 0 0 0,2 3 2 16,-2-2-4-16,1 0 4 16,0 0-2-16,0 2 0 15,-1-2 0-15,2 3 0 16,0-2-2-16,0 1 4 15,0 0-4-15,0-2 2 0,1 2-1 16,0-2 1-16,1 2-1 16,0 0 1-16,-3-2 0 15,2 0 1-15,0 2-1 16,1-2 0-16,-2 2 1 0,0-1-1 16,1 1 0-16,0-1 0 15,-1 0 2-15,2 1-2 16,-2 1 0-16,-1-1 0 15,1-1 0-15,0 1 1 16,2 1-1-16,-4-1 0 0,2 0 0 16,0 2 0-16,-1-2 0 15,1 1 0-15,0 0 0 16,3-1 0-16,-3-1 0 16,-2 2 0-16,2-2 0 15,0 2 0-15,0-2 0 16,-1 0 0-16,3 0 0 0,-2 2 0 15,0 0 1-15,0-1-1 16,0 0 0-16,1 1 0 16,2-1-1-16,-3-1 1 15,1 2-1-15,-1-1 2 16,1 1-1-16,2 0 0 0,-4 2 0 16,2-1 1-16,0-2-2 15,1 3 2-15,-2-1-1 16,2-1 0-16,0 0 0 15,0 0-1-15,1 1 0 16,-1-1 1-16,2 0-2 16,-3 0 4-16,3-2-2 0,1 1 0 15,-4 1 0-15,3-3 0 16,-1 2 0-16,0 0 1 16,1 1-1-16,-1-1 1 15,0 1-1-15,1 1 1 0,0-2-1 16,1 1 0-1,-3 0 0-15,1 0 0 0,1-1 0 16,-3 1 0-16,3 0 0 16,-1 0 0-16,-2 2 0 15,0-1 1-15,2 0-1 0,-1 1 0 16,1-1 1-16,1 0-2 16,-1-1 2-16,2 3-2 15,-1-2 1-15,3 1 0 16,-3 1 0-16,2-2 1 0,-1 1-1 15,1-2 1 1,-3 2-2-16,4-1 2 0,-4-1-2 16,1 3 1-16,1-3 0 15,1 2 1-15,0-2-2 16,-1 3 2-16,1-2-1 16,-1 2 0-16,0-1 0 0,-1-2 0 15,3 4 0-15,-4-2 0 16,2-2 0-16,-1 4 0 15,1-2 0-15,-1-1 0 16,-1 2 0-16,4-3 0 16,-2 4 0-16,0-3 0 15,-1 0 0-15,3 1-1 0,0 0 1 16,-2-1-1-16,1 0 1 16,0 0 0-16,0 0 1 15,-1 1-1-15,1-1 0 16,2 1 0-16,-4-1 0 15,1 1 0-15,-1 1 1 0,2-2-1 16,-2 1 0-16,1 0 1 16,-2 0-1-16,3-1-1 15,-2 1 2-15,2 0-1 16,-3-1 0-16,5 2 0 16,-4 0 0-16,2-1 0 0,-1-1 0 15,1 2 0 1,-1 0 0-16,0-1 0 0,0 1 0 15,1-2 0-15,-3 3 0 16,4-2 0-16,-1 0 0 16,0 2 0-16,0-3 0 15,0 2 0-15,0-1 0 0,0-1 0 16,1 2 0-16,1 1 0 16,-1-2 0-16,0 1 0 15,2 0 0-15,-3 1 0 16,0-1 0-16,3 2 0 0,-5-2 0 15,1 1 0-15,0 0 0 16,2-1 0-16,0 2 1 16,-4-1-2-16,5 0 2 15,-2 1-1-15,1-1 0 16,1-1-1-16,-1 1 2 16,1-1-1-16,2 0-1 0,0 0 2 15,-1 3-2-15,0-3 2 16,2 3-1-16,-1 0 0 15,1-1 0-15,-1 0 0 16,0 0 0-16,2 0 0 0,-1 0 0 16,1 0 0-1,0-1 0-15,2-1 0 0,-1 2 0 16,3 0 0-16,-1-2 0 16,-1 0-1-16,-1 2 1 15,2-1 1-15,-2 0 0 0,1-2 0 16,-1 1 2-16,1 1-3 15,-1-1 1-15,-1 1-1 16,1-1 1-16,0 0-1 16,0-1 0-16,1-2 1 15,-1 2-1-15,3-2 0 0,-3 1 1 16,1-1 0-16,-2 0-1 16,2 1 1-16,-1 0 0 15,1-1-1-15,-3 2 1 16,1-1-1-16,-3 1 1 15,0-1 0-15,0 2-1 16,-2-1 0-16,0 1 0 16,0 1 0-16,-3-1 0 0,1 0 2 15,-1 0 0-15,2 2-2 16,-2-2 0-16,0 2 0 16,0-1 1-16,1 2-1 15,1 0 0-15,-2 1 0 0,1-1 0 16,-2 1 1-16,4-1 0 15,-4 0-1-15,3-1 0 16,-3 0 0-16,4-2 0 16,0-1 0-16,-1 1-1 15,1-2 2-15,0 0-1 16,0-1 0-16,0 0 0 0,-2 0 0 16,2-1 0-16,-1-2-1 15,0 2 2-15,3 0-1 16,-3-1 0-16,0 0 0 15,0-1 1-15,3 0-2 0,-3-1 1 16,0 1 0-16,0-1 1 16,2 3 1-16,-2-3-2 15,-1 1 0-15,3 0 0 16,-1 0 0-16,-1 1 1 16,1-2-1-16,0 2 1 15,0-1-1-15,0 1 0 0,-1-1 1 16,2-1 1-16,-2 4-2 15,0-3 0-15,1 2 1 16,-2-2 0-16,1 0-1 16,-1 1 0-16,2-3 1 15,0 1-2-15,-2 0 5 0,1 0-1 16,2 1 0-16,-3-2 0 16,1 1-2-16,1-1 1 15,0 3-1-15,-2-1 1 16,1 0-2-16,2-1 0 15,-3 3 1-15,1-2-1 0,-1-1 0 16,2 0 1-16,2 1 1 16,-4-1-2-16,4-2 1 15,0 3 1-15,-2-1-2 16,2 0 0-16,-1 1 0 16,2-1 0-16,0 1 0 0,1-1-2 15,1 1 4-15,-1-2-2 16,-2 2 3-16,1-1-2 15,-2 1 0-15,-1-1 0 16,0 0-1-16,-2-1 0 16,0 2 1-16,1-3-1 0,2 3 0 15,-4-2 0-15,3-1-4 16,1 2 6-16,-1-2-2 16,1 1 1-16,2 1 1 15,-3 1 0-15,0 0-2 16,1 1 1-16,-2 0 0 0,0 1-2 15,-1-2 3-15,0 2-1 16,2-2-1-16,-1 0 0 16,1-1 0-16,3 0 0 15,-3 1 0-15,2-1 0 16,0 1 1-16,0-2 0 0,-4-1-1 16,2 2 0-16,-2-3-2 15,1 0 0-15,1 0 1 16,-1 0 1-16,0 0-1 15,1 0 2-15,0 0 0 16,2 0-1-16,-2-3 0 16,-1 2 0-16,2-1 1 0,-3 1-1 15,2-2 0-15,-1 3-1 16,-1-3 2-16,2-1-1 16,-3 1 0-16,3 0-1 15,1 0 0-15,-1-1 2 16,0 0-1-16,2 0 1 15,-1-1-3-15,-1 1 2 0,1-1 0 16,-3 0 0-16,1-2 1 16,-1 3 0-16,1-2 0 15,0 2-1-15,-2-2 1 16,1-1-1-16,1 2 1 0,0-4 0 16,-3 1 0-16,0 0 0 15,0-2-1-15,-1 0 0 16,0 1 1-16,0-3-1 15,-1 3 1-15,-1-2-1 16,1 1 2-16,-1 0-2 0,1 0 0 16,-3-1 0-16,0 4 1 15,0-2 0-15,0 1 0 16,0-2 0-16,0 1-1 16,-2 1 1-16,-1-2 0 0,-1 3 0 15,2-2 2-15,-4-1-3 16,1 0 1-16,2-1-1 15,-3 1 2-15,2-4-2 16,-1 3 0-16,0-1 0 16,-2-1 0-16,1 1 0 15,-1 0 0-15,-2-1 1 0,0 0 0 16,-1 0 0-16,1 0 0 16,0 0-1-16,-1 0 0 15,0 0 1-15,1 2-2 16,-1-2 1-16,0 0-1 15,-1 1 2-15,0 0-1 16,1 1-1-16,-4-2 4 0,1 2-4 16,0-1 3-16,-1 1-1 15,3-2-1-15,-4 1 1 16,4 0-1-16,0-1 1 16,-3 1-1-16,4-1 1 0,-1 1 1 15,0 1-2-15,-2-2 0 16,-1 2 1-16,1-2 0 15,-2 2 0-15,2-2 0 16,-1 3 1-16,2-3 0 16,0 2 0-16,0 0-1 15,3-1 0-15,-1 2 2 0,-1 0-1 16,2 2-2-16,1-3 0 16,-3 2 0-16,4-1 1 15,-3 2 0-15,2-3 0 16,-1 0 0-16,-1 1 0 0,0-1 0 15,-2-2 0-15,1-1 2 16,1 3-2-16,-2-1 1 16,-1-1-1-16,0-1 0 15,2 3 0-15,0-3 0 16,1 0 0-16,-1 0-1 0,1-1 1 16,-2-1 0-16,3 0-1 15,-2 1 0-15,-3-2 1 16,1 1-1-16,-1 0 0 15,-1-2 0-15,-1 3 0 16,-1-2 1-16,-1 1-1 0,3-1 0 16,-2 2 2-16,2 0-2 15,-3 1 0-15,2 0 0 16,2 0 0-16,0 1 1 16,-3 0-1-16,-1 0 0 15,-2 1 0-15,2 0 0 16,-4-1 0-16,2 1 1 0,-2 0-1 15,5 1 0-15,0 0 0 16,-3-1 0-16,3-1 0 16,1 1 1-16,0-1-1 15,-2-3 0-15,3 2 0 16,-1 1 0-16,1-1 0 0,-1-3 0 16,2 3 0-16,0-2 0 15,-1 2 0-15,-1-2 0 16,3 2 0-16,-3 0 0 15,1-3 0-15,-2 1 0 16,2 0 1-16,-1-1-2 0,1 0 1 16,-1 0 1-16,0-1-1 15,1 1 0-15,2-2 0 16,-2 1 0-16,5 2 1 16,-1-1-2-16,-1 0 2 15,2 2-1-15,1 0 0 16,-3 0 0-16,1-2 0 0,1 1 0 15,-3-1 0-15,0 1 0 16,0 0 0-16,-2 0 1 16,0 0-2-16,-1-1 2 15,1 3-1-15,1 0 0 0,-1-2 0 16,0 3 0-16,-3-1 0 16,3 0 0-16,-1 0 0 15,1 0 0-15,1-3 0 16,-1 1 0-16,0-1 0 15,2-1 0-15,-3 2 0 0,3-2 0 16,-2-2 0-16,-1 2 0 16,3 0 1-16,-1 0-2 15,-1 0 1-15,0 0 0 16,2 1 1-16,-2 1-2 0,4-1 2 16,-3 2-1-1,1 2 0-15,0-1-1 0,-1 1 0 16,-1 4 1-16,-1-2-1 15,1 1 3-15,-1 0-2 16,1-1 1-16,-1 2-1 16,2-1 2-16,0-1-2 15,1 2 0-15,-1-2 0 0,2 4 0 16,-1-2 0-16,1-2 0 16,-2 4 0-16,1-3 0 15,0 4-4-15,1 0 3 16,1 1 1-16,0 1 2 15,0-1 1-15,4 0-3 0,0-1 0 16,1 3 0-16,0-4 0 16,0 4 1-16,0-2-1 15,1 2 0-15,-3-2 1 16,0 1-1-16,0 0-1 16,1 0 0-16,-3-2 2 0,-1 2 0 15,3-1-1-15,-1 0 2 16,-2-1-2-16,0 0 0 15,2 1 0-15,-3-1 0 16,-1 2 1-16,-3-2-6 16,3 5 1-16,-5-2 5 0,1 0-3 15,0 3 1-15,0 0 5 16,-3 0-2-16,-1 6-4 16,-3 9-10-16,-4 2-37 15,-7-4-63-15</inkml:trace>
  <inkml:trace contextRef="#ctx0" brushRef="#br0" timeOffset="105194.02">17823 8815 4 0,'-3'2'7'0,"1"0"-2"0,-2 1 1 0,-2 1-1 16,2 1-1-16,-3-2 2 15,2 1-2-15,0 0 1 16,-4-1 2-16,2 3 0 15,-1-1-1-15,-1 2-3 0,1-1-2 16,-5 1 0-16,3 3 0 16,-2-3-1-16,1 2 1 15,-1-1-1-15,3 1 1 16,-3-2 0-16,0 3 1 16,1-2 0-16,-1 2 2 15,1 0-3-15,-2 2 2 0,-1-1-2 16,-1 0 1-16,-1 1 0 15,2-1 1-15,-1 2-1 16,1-2 0-16,-1 2 1 16,0-2-1-16,-2 2 1 0,2-2-3 15,2 1 1-15,-3-2-1 16,0 1 1-16,0 0-1 16,2-1 0-16,-2 3 0 15,1-3 1-15,-2 3-1 16,-1 1 0-16,0-1 1 0,0 1-1 15,1 0 0-15,-1-1 0 16,1 3 0-16,0-4 0 16,2 1 0-16,-1-1 0 15,3-1 1-15,-5 0-1 16,0 1 0-16,2-1 1 0,-2 0 0 16,1-1 0-16,0 2 1 15,1-2 0-15,2-2 0 16,1 2 1-16,1-3-1 15,2-2 0-15,2 1-1 16,0-2 0-16,2-2 2 16,-1 1-1-16,3 0 1 15,2-3 0-15,-2 3 0 0,1-2-2 16,0 0 0-16,1 0 0 16,1 0-1-16,-2-1 1 15,1 0 1-15,1 0 2 16,0 0 3-16,1 0 3 0,-1 0-7 15,1 0-2-15,0 2 0 16,0-2-1-16,-1 1 0 16,1 0-1-16,0 2 0 15,-1 0-2-15,0 0-7 16,-1 1-1-16,-1 1-12 0,1 0-3 16,-2-4-4-16</inkml:trace>
  <inkml:trace contextRef="#ctx0" brushRef="#br0" timeOffset="106025.87">17052 9211 6 0,'-4'3'4'0,"1"0"3"0,-2-2-1 16,3 1-2-16,-1-1 5 16,1 2-5-16,0-1 1 0,-2 1 1 15,0 1-1-15,1 1 0 16,-1 0-2-16,-3 0-1 16,4 2 2-16,-3 2-3 15,0-2 1-15,1 0 1 16,-2 3 3-16,0-3-3 15,-1 3-1-15,1 0 0 0,0-1 0 16,-1 0-2-16,2 1 3 16,2-1-2-16,-3 0-1 15,3-1 1-15,2-1-1 16,-3 0 1-16,3 0-1 16,1-2 0-16,1 0 0 0,0-2 0 15,0 2-1-15,0 0 1 16,0-2 0-16,6 0-2 15,-2 0 3-15,2 1 0 16,2-1 3-16,2 0-1 16,0-1 1-16,1 2-4 15,3-2 2-15,-1 2-2 0,0-2 0 16,1-1 2-16,-1 2-1 16,1-3-2-16,-2 0 5 15,0 0-2-15,-5 0 1 16,1 0 2-16,-3 0-1 0,1 0-1 15,0 1-2-15,0 1 2 16,-1 1-1-16,1 1 1 16,0 0 1-16,-5-1-32 15</inkml:trace>
  <inkml:trace contextRef="#ctx0" brushRef="#br0" timeOffset="106671.6">16935 10356 59 0,'0'0'1'0,"0"0"6"0,0 0 3 0,0 0-1 0,0 0 1 16,0 0-2-16,0 0-3 15,0 0 6-15,0 0-5 16,0 0 1-16,-42-10-4 16,30 20 0-16,2 6-2 0,0 2 0 15,1 5 4-15,2 3-4 16,3 2 0-16,4-2 2 16,0 0-2-16,0-2-1 15,6-3 2-15,4-6 1 16,3-4 0-16,1-2-3 0,3-7 1 15,2-2 1-15,-2 0 3 16,4-11 0-16,1-4 2 16,2-6 0-16,-3-4-4 15,1-4-8-15,-4-3-30 16,-2-2-21-16</inkml:trace>
  <inkml:trace contextRef="#ctx0" brushRef="#br0" timeOffset="106976.21">17053 10076 88 0,'0'0'1'15,"0"0"4"-15,0 0-8 0,0 0 2 16,0 0 1-16,-4 36 6 15,4-16 5-15,0 2 1 16,4 2-6-16,5 1-3 16,0 0-1-16,1-2 0 15,1-1-1-15,0-1-1 16,2-3 0-16,0-1 0 0,-1-3 1 16,-2 3 1-16,0-3 0 15,1 1 1-15,-5-1-4 16,1-5-27-16,-2-7-53 15</inkml:trace>
  <inkml:trace contextRef="#ctx0" brushRef="#br0" timeOffset="107415.83">17291 10248 110 0,'0'0'2'0,"0"0"2"0,0 0 5 15,0 0-5-15,0 0 1 16,-45-25 1-16,36 25-1 16,-3 5 0-16,3 2-2 15,3 5 1-15,-2-1-4 0,3 3 0 16,2 0 0-16,-1 1 0 16,3 0-3-16,1-2 2 15,0-2-1-15,0-1-1 16,5-3 1-16,2-1 4 15,0-4-1-15,2-2 0 0,0 0 2 16,4-2 1-16,0-8-1 16,1-4 0-16,-1 0 0 15,1-5 1-15,-4 2-2 16,-1 1-1-16,-2 1 0 16,-2 3 0-16,-3 1-1 15,-1 4 3-15,-1 4 4 0,0 2-3 16,0 1-1-16,0 1-11 15,0 9 9-15,0 1-2 16,0 0 2-16,0 1-4 16,0 0-12-16,0-4-6 15,0-3-16-15,0-3-39 16</inkml:trace>
  <inkml:trace contextRef="#ctx0" brushRef="#br0" timeOffset="107854.13">17552 10031 42 0,'0'0'3'0,"0"0"8"0,-49-2 3 0,33 2-6 15,-5 7 3-15,2 3-1 16,3 0-2-16,1 2-1 15,-4 1-1-15,7 0-2 16,2 0-1-16,2 2-2 16,3-4 4-16,1-1-4 15,4-3-1-15,0 0-5 0,2-3 4 16,7-1 1-16,5-1 1 16,3-2 2-16,3 0-2 15,2 0 1-15,-1-3-2 16,1-2 1-16,-2 1 1 0,-2 0-2 15,-2 0 1-15,-6 2 0 16,-2 1-2-16,-2 1 2 16,1 0-2-16,-7 3 1 15,0 5 0-15,-9 4 7 16,-2 3-1-16,-5 0-1 16,-1 0 1-16,0 2-4 0,4-5-6 15,-1-2 3-15,4-3-25 16,5-7-8-16,5 0-26 15</inkml:trace>
  <inkml:trace contextRef="#ctx0" brushRef="#br0" timeOffset="108265.93">17659 9960 6 0,'0'0'77'0,"0"0"-76"16,0 0 4-16,0 0 1 15,0 0 1-15,0 0-3 16,0 0-2-16,0 0-2 16,-38-23 4-16,27 33-3 15,0 1-1-15,-1-1 0 16,3 3 2-16,2-2 4 0,-2 2 0 16,5-3-4-16,2 4 2 15,2-4-5-15,0 0-1 16,2-1 1-16,10-3 7 15,1-1-5-15,3-1 1 16,-2-2 0-16,5-2 2 0,-1 0-3 16,-1 0 0-16,-2 0 0 15,-2 0 0-15,-4 0-1 16,-5 1 0-16,-1 2 0 16,-3 3 0-16,-2 2-3 15,-9 5 16-15,-5 1-9 0,-2 3 0 16,-4 2-2-16,3-1 1 15,2-3-4-15,3-3-9 16,5-5-9-16,2-5-21 16</inkml:trace>
  <inkml:trace contextRef="#ctx0" brushRef="#br0" timeOffset="108623.44">17806 9873 106 0,'0'0'-2'0,"0"0"6"0,0 0-1 0,0 0-1 0,0 0 4 16,33-41 2-16,-21 32 0 16,0 1-5-16,0 1-2 15,0 1 0-15,-1 2-1 16,0 1 1-16,-3 3-2 15,0 0-9-15,-5 0-25 0,-3 0-60 16</inkml:trace>
  <inkml:trace contextRef="#ctx0" brushRef="#br0" timeOffset="108842.84">17842 9971 119 0,'0'0'8'16,"0"0"-12"-16,0 0 2 0,0 0 2 15,0 0 1-15,0 0-1 16,45-11 1-16,-32 2 0 16,4-2 0-16,-1-1-3 15,1-1-8-15,1-2-14 16,-3-2-65-16</inkml:trace>
  <inkml:trace contextRef="#ctx0" brushRef="#br0" timeOffset="109185.88">18102 9744 99 0,'0'0'2'0,"0"0"-2"16,0 0 3-16,-40 41 1 15,28-27-2-15,4-1 1 16,3 1 3-16,1-1-2 16,2-2-4-16,2-1 0 0,0-3-1 15,4-1 1-15,3-4 0 16,3-1 1-16,2-1 1 16,3 0 7-16,0-7-2 15,0-4 4-15,3-2-3 0,-1-3-2 16,1-1 0-16,-5 0-2 15,-1 0 3-15,-6 0-3 16,-3 1 0-16,-3 2 1 16,0 3 0-16,-6 2-2 15,-9 5-2-15,-6 4-13 16,-8 0-27-16,-3 11-6 0,-6 2-64 16</inkml:trace>
  <inkml:trace contextRef="#ctx0" brushRef="#br0" timeOffset="110958.35">19746 9993 8 0,'-1'0'3'0,"0"0"2"0,-1 0 0 0,0 0-2 16,0 0-1-16,0 0 1 15,-1-1 8-15,1 1 1 0,0-2-1 16,0 2-3-16,2 0-5 16,0 0-4-16,0 0-20 15,0 0 16-15,0 0 0 16,0 0 3-16,0 0 2 0,0 2 0 15,0 0 1 1,0 1 0-16,0-2 2 0,-2 2-3 16,2 0-1-16,0-2 1 15,0 1-2-15,0-1 2 16,0-1 0-16,0 0 0 16,0 0 3-16,0 2 2 0,0-2 1 15,-1 1-4-15,0-1 6 16,-1 0 1-16,1 0-3 15,1 1-3-15,-2-1-1 16,1 1-1-16,0 1-1 16,0 0 0-16,1-1-1 0,0 2 1 15,0-2 0 1,0 1-1-16,0-1 2 0,0 2 0 16,0-3-1-16,0 0 2 15,0 0 0-15,0 0-1 16,0 0-1-16,0 0 2 15,0 0 0-15,1 0 4 0,3-3 12 16,5-4 2-16,-1 0-6 16,4-4-2-16,4-2-10 15,4-3 2-15,-1-1 0 16,5-4-1-16,3-2 1 16,2-1-2-16,2-4-2 0,5-2 2 15,1-3-2-15,6-1 1 16,-1-3 1-16,3-1-1 15,2 1 1-15,0-2 1 16,2 1-1-16,1 1-1 16,0-1 1-16,0 2-1 15,-2 1 0-15,-4 1 0 0,-2 2 0 16,-5 1 0-16,-7 7-1 16,-1 0 2-16,-2 4-1 15,-5 3 1-15,0 3-1 16,-4 2 1-16,0 1 0 15,-5 3 1-15,1 1 0 0,-3 2-1 16,-3 1-2-16,0 2 2 16,-4 1-2-16,-1 1 1 15,-1 0-1-15,-1 0-1 16,0 0-2-16,-1 2-2 0,0 3-9 16,0-2-25-16,0 1-7 15,0-2 3-15</inkml:trace>
  <inkml:trace contextRef="#ctx0" brushRef="#br0" timeOffset="111314.67">20693 9130 25 0,'0'0'3'0,"0"0"3"0,0 0 6 16,0 0-1-16,0 0-2 15,43-13-2-15,-27 9 2 16,0-1-2-16,5 0 3 0,-1 3-3 16,2 0-3-16,-4 2-3 15,0 0 0-15,-3 11 0 16,-9 7-1-16,-6 3-3 16,-2 4-30-16</inkml:trace>
  <inkml:trace contextRef="#ctx0" brushRef="#br0" timeOffset="111804.65">19536 10335 27 0,'0'0'-1'0,"0"0"-25"0</inkml:trace>
  <inkml:trace contextRef="#ctx0" brushRef="#br0" timeOffset="114249.09">19590 10100 36 0,'0'0'31'0,"0"-1"-19"0,0 1-6 0,0-1-3 15,0-1-2-15,2 2-1 16,-1 0 0-16,1 0 0 15,1 0-2-15,3-3-6 0,-2-2-10 16</inkml:trace>
  <inkml:trace contextRef="#ctx0" brushRef="#br0" timeOffset="115402.55">21050 8721 9 0,'0'0'1'0,"0"0"0"0,0 0-1 15,0 0 1-15,0 0 3 16,0 0 5-16,-40 23 1 16,35-17 0-16,0 1-2 15,1 1 5-15,-1 1-5 0,1 0-4 16,0 2 1-16,1-1-2 15,1 4-1-15,1-1 1 16,0 0 1-16,1 1-2 16,0 0 0-16,0 0 1 15,6-4 2-15,2 1-4 0,0-3 4 16,3-1 4-16,1-3 3 16,1-3 5-16,4-1 3 15,-2 0-6-15,5-1 2 16,0-8-5-16,6-2-5 15,-4-3 0-15,2-2 1 16,0 0-2-16,-4-1-5 0,0-2-22 16,-7-1-19-16,-3-3-25 15</inkml:trace>
  <inkml:trace contextRef="#ctx0" brushRef="#br0" timeOffset="115758.01">21098 8506 79 0,'0'0'7'0,"0"0"-15"0,0 0 8 0,0 0 1 15,0 0 2-15,19 45 1 0,-13-31-2 16,3 0 2-16,1 3 6 16,-1 0 0-16,2-1-2 15,2 2-5-15,-2-2 1 16,0 0 1-16,2 0-1 16,-1-1-1-16,-1-1 0 0,0-3 1 15,-2 1 0-15,1-2 1 16,-1-2 0-16,-1-2 2 15,0 0-3-15,2-3-18 16,-2-3-27-16,0 0-19 16</inkml:trace>
  <inkml:trace contextRef="#ctx0" brushRef="#br0" timeOffset="116708.19">21407 8638 35 0,'0'0'-1'16,"0"0"13"-16,0 0-6 15,0 0 9-15,0 0-3 16,0 0 1-16,-39-25-4 16,33 25-1-16,1 0 3 0,-1 0-2 15,0 0-3-15,-1 7-7 16,0 5 2-16,1 1-2 15,-4 2-4-15,4 1 8 16,1 1-2-16,1-3 0 16,3-1-1-16,1-2 0 0,0-4 0 15,1 0 0-15,6-4 0 16,1-1-1-16,4-2 5 16,-1 0 12-16,2-6-9 15,1-5-2-15,1-1-2 0,-1-2 1 16,-1 0-2-16,-1-4 1 15,0 3-1-15,-2-3 2 16,0 4-2-16,-4 2-1 16,0 4-1-16,-4 3 0 15,-1 3 0-15,-1 2 1 16,0 0-6-16,0 2 1 16,0 5 6-16,0 3 2 0,0 2-3 15,0-1 0-15,0-1 0 16,0 0-1-16,0-3 1 15,3-3-3-15,4-2-8 16,3-2-15-16,1 0-2 0,3-6 7 16,-1-6 12-16,4-4 2 15,1-4 6-15,1 1 2 16,-3-5 0-16,3 2-1 16,-4-1 1-16,-1 3-2 15,-7 0 2-15,0 3-2 0,-5 4 5 16,-2 3 4-16,0 0 7 15,0 5 2-15,-3-1-2 16,-4 3-7-16,1 2-6 16,-7 1 1-16,3 0 5 15,-1 0-15-15,-2 0 10 16,2 7-4-16,0 0 0 0,-1 0-1 16,3 3 2-16,1 1-2 15,2-1-2-15,4-1 1 16,2-2 0-16,0 3-1 15,2-6-4-15,9 0 1 0,2-2 3 16,3-2 11-16,-1 0-3 16,2 0 0-16,-1 0-3 15,-2 0 2-15,-1-3-3 16,-3 3 0-16,-1 0-1 16,-1 0 0-16,-2 0 0 0,-1 0-1 15,0 0 0-15,-3 0 0 16,-1 4-1-16,0-1 2 15,-1 3 3-15,0-1 0 16,0 1 1-16,-6 4 2 16,-4 2-3-16,-4 0 6 0,0 1-5 15,2 0-4-15,0-3-7 16,1-2-5-16,6-4-16 16,4-4-13-16,1 0-17 15</inkml:trace>
  <inkml:trace contextRef="#ctx0" brushRef="#br0" timeOffset="117189.42">21853 8295 70 0,'0'0'7'0,"0"0"-2"0,0 0-2 0,0 0 3 0,0 0-10 16,-38-1 8-16,30 7-4 16,-3 1-7-16,1 1 14 0,-1 2-3 15,3 0-2-15,1 0 3 16,0-1-1-16,3 0 2 16,2-1-2-16,2-1-1 15,0-2-2-15,0 1-2 0,6-2-2 16,4 1 0-16,1-3 9 15,3 1-2-15,0-3-1 16,-1 0 0-16,0 0 1 16,-2 0-2-16,0 1-1 15,-4 1-1-15,-1-1 0 16,-1 1 0-16,-1 1 0 0,-2 0-1 16,0 1 1-16,-2-1 3 15,0 1-1-15,0 2 3 16,-2-1 1-16,-8 2 4 15,-1 2-1-15,-4 1 4 16,-2-1-9-16,-2 2 0 16,-2 1 0-16,3 0-4 0,0-2 3 15,5 0-3-15,1-2-7 16,3-1-16-16,7-7-11 16,-1 0-22-16</inkml:trace>
  <inkml:trace contextRef="#ctx0" brushRef="#br0" timeOffset="117553.21">21980 8261 99 0,'0'0'1'0,"0"0"7"0,0 0-10 15,0 0 8-15,0 0 4 0,0 0 8 16,0 0-5-16,0 0-3 15,0 0-1-15,0 0-4 16,46-18-3-16,-35 13-1 16,1 0 2-16,3 2-1 15,-1 0-2-15,-3 2-14 0,-1-1-30 16,-4-1-36-16</inkml:trace>
  <inkml:trace contextRef="#ctx0" brushRef="#br0" timeOffset="117731.18">22047 8327 120 0,'0'0'18'16,"0"0"-18"-16,0 0 10 16,0 0 2-16,0 0-1 0,0 0-7 15,0 0-1-15,50-25-2 16,-33 15-14-16,5-1-47 15</inkml:trace>
  <inkml:trace contextRef="#ctx0" brushRef="#br0" timeOffset="118229.11">22362 8111 73 0,'0'0'3'0,"0"0"5"16,0 0 2-16,0 0-5 16,0 0 0-16,0 0 0 0,3-39-3 15,-3 32-1-15,0-1 0 16,0-1-1-16,0-1 0 15,0-1 0-15,0 1 2 16,0 0-2-16,0 0 0 16,0 2 0-16,0 2 0 15,0 2 1-15,0-1 2 0,0 5 2 16,0 0-1-16,0 0-6 16,0 0-3-16,0 3 0 15,0 3 3-15,0 1-2 16,6 4 2-16,-3-2 1 15,1 2 1-15,2-1 0 16,-1 1 0-16,1-1 0 0,1 2 1 16,-1-1 0-16,0-1 0 15,4 2 0-15,-3 0 0 16,2 1 1-16,-2 0 0 16,0-2 2-16,-1 2-1 0,-1 0-1 15,-3-2 0-15,-2 0-5 16,0 1-12-16,0-1-22 15</inkml:trace>
  <inkml:trace contextRef="#ctx0" brushRef="#br0" timeOffset="118385.96">22362 8288 89 0,'0'0'46'0,"0"0"-22"0,0 0-11 0,0 0 0 0,51-46-6 16,-17 25 3-16,15-1-4 15,8-1-4-15,10 0 0 16,4-2 2-16,1-7-129 16</inkml:trace>
  <inkml:trace contextRef="#ctx0" brushRef="#br0" timeOffset="120119.03">21342 13462 70 0,'0'0'2'0,"0"0"5"0,0 0-1 0,0 0-5 0,0 0-8 15,0 0-6-15,0 0-9 16,0 0 1-16,0 0 13 16,0 0 8-16,0 0 4 15,0 0-1-15,0 0-2 0,-15 10-1 16,15-7-1-16,0-2 1 15,0 0 0-15,0-1 0 16,0 0 19-16,0 0 6 16,-2 0-13-16,2 0 2 15,-3 0 1-15,2 0 1 0,0-1-4 16,1-3-6-16,0 1-1 16,-1-1-1-16,0 1-1 15,0 0-1-15,0 1 3 16,1 0-3-16,-2 0 1 15,1 1-1-15,0 0 1 0,0 1-1 16,1-1 0-16,-2 1-1 16,2 0 0-16,0 0 0 15,0 0 0-15,0 0-3 16,0 0 0-16,0 0-2 16,0 0-4-16,0 0 9 0,2 0 1 15,-1 0-1-15,1 0-2 16,0 1-5-16,0 3-8 15,0-1-9-15,-2 0-8 16</inkml:trace>
  <inkml:trace contextRef="#ctx0" brushRef="#br0" timeOffset="121685.1">21085 13689 87 0,'0'0'5'0,"0"0"0"0,0 0-3 0,0 0 1 16,0 0-2-16,0 0 2 16,0 0 0-16,0 0 0 15,-37 29 6-15,33-28 0 16,1-1 2-16,1 0 2 16,0 0-2-16,1 0-8 0,-1 0-1 15,-2-3-1-15,1-2-1 16,0-1 1-16,0 1 1 15,0-4-1-15,1 2-3 16,0-2 2-16,2 4-1 0,0-3 4 16,0 3-1-16,0-1 1 15,7 0-3-15,-1-1-1 16,3 2 1-16,-2-1 0 16,1 0 0-16,0-1 0 15,-1 2 0-15,-1-1 0 16,1 3 0-16,-2-4 1 0,1 4-1 15,-3 0 0-15,1 3-1 16,-1 0 0-16,2 0-3 16,-1 0-4-16,0 7 7 15,2 2 3-15,-2-1-1 0,5 2 1 16,-4-1-1-16,4 1-2 16,-1-2-2-16,1-1 3 15,3-4 0-15,-5 0-1 16,2-2 3-16,2-1 10 0,-4 0-6 15,1-1-1-15,1-5 2 16,-3-2-4-16,1-3 0 16,-1 0 1-16,-1 0-3 15,0-3 2-15,0-2-2 16,-1 0 0-16,-1-2 1 16,1 0 0-16,-4-2-1 0,0 4 1 15,0 3 0-15,0 2-2 16,0 1 1-16,0 3 0 15,0 4-2-15,-2-1 0 16,0 4-1-16,1 0 2 0,0 0 0 16,1 0-2-16,-1 0 2 15,1 0-4-15,0 0 3 16,0 5-2-16,0 3 1 16,1 2 1-16,5-2-1 15,-1 2-1-15,3 1 1 16,1 1 0-16,1-1 1 15,1 3-1-15,2 1 2 0,-2 1-1 16,2-2-1-16,-1 4 2 16,0-4-1-16,1 2 1 15,-1 1 0-15,-2 0 0 16,3 1 0-16,-6-2 1 0,1 1-1 16,-2 0 2-16,0-1-1 15,-4-1 1-15,-2 2 2 16,0-1 0-16,0 1 2 15,-8-3-1-15,0 4 1 16,-4-3-1-16,-1 0-2 0,0-2 1 16,-2-1-1-16,1-4 0 15,-2-4 0-15,3-2 0 16,-2-2-1-16,1 0 0 16,-1-10 0-16,1-3-1 15,1 0 0-15,1 0-1 0,3 1 2 16,3 0 0-16,0 0-3 15,4 2 7-15,2 1-4 16,0 2-1-16,0 1-2 16,1 1 1-16,6-1-5 15,-1 3-6-15,4-1-12 16,1 1-3-16,-1 0-14 0,0-4-22 16</inkml:trace>
  <inkml:trace contextRef="#ctx0" brushRef="#br0" timeOffset="122139.98">21506 13466 71 0,'0'0'15'0,"1"0"2"0,1 0-4 16,0-4 8-16,0 0 0 15,2-2-6-15,0 2-5 16,1-2-5-16,3 1-2 16,2 0 1-16,-1-2-3 0,2 3 1 15,2-2-2-15,0-1 1 16,1 2 0-16,-1 0 0 15,-1 2-1-15,1 1-1 16,-2 0-10-16,-4 2-21 16,2 0-19-16</inkml:trace>
  <inkml:trace contextRef="#ctx0" brushRef="#br0" timeOffset="122325.03">21667 13509 79 0,'0'0'53'0,"0"0"-20"16,0 0-31-16,0 0 9 16,0 0-7-16,0 0-1 15,38-23 0-15,-23 14 0 16,3-2-1-16,-4 3 1 0,2-2-3 16,-4 1-42-16,-5-1-109 15</inkml:trace>
  <inkml:trace contextRef="#ctx0" brushRef="#br0" timeOffset="123486.97">21971 13280 46 0,'0'0'1'0,"0"0"-1"0,0 0 1 0,0 0 13 16,0 0 18-16,0 0-18 15,0 0 1-15,0 0 7 16,0 0-10-16,0 0-8 16,0 0 0-16,0 0-1 15,0 0 0-15,0 0-2 0,2-14-1 16,-2 13-1-16,4-3 2 15,3-1 1-15,-1-1-1 16,4-1 2-16,3-3-1 16,1-1 2-16,2 0-1 15,1-2 0-15,3 0-2 16,-1 1 0-16,-2 0 2 0,1 2-2 16,-1 2 1-16,0 1-2 15,-2 1 2-15,0 3 0 16,-2-1-3-16,-2 2-22 15,-1-1-48-15</inkml:trace>
  <inkml:trace contextRef="#ctx0" brushRef="#br0" timeOffset="123955.92">22249 12920 85 0,'0'0'6'0,"0"0"18"0,0 0-2 0,0 0-17 16,0 0-5-16,0 0-1 16,0 0 1-16,0 0 0 15,0 0 1-15,0 0 2 16,27 12-2-16,-19-3-1 16,1 5 3-16,1 2 3 0,4 0 0 15,-1 0-2-15,1 0 4 16,0 0-6-16,0-1 3 15,-1 1 0-15,1-2-3 16,-2 0 0-16,-1-1-1 16,-2-2 0-16,0 1 0 15,-2-4 2-15,0 0 0 0,0-3 1 16,1 1 3-16,1-5-3 16,0-1-9-16,1 0-27 15,-2-12-37-15</inkml:trace>
  <inkml:trace contextRef="#ctx0" brushRef="#br0" timeOffset="124404.41">22609 12874 107 0,'0'0'12'0,"0"0"16"0,0 0-1 0,0 0-17 16,0 0-6-16,0 0-3 16,0 0 1-16,32-35 2 15,-16 22 1-15,1-1 1 16,0 0 0-16,0-1-2 0,3 0-1 16,0 0 0-16,0-1-1 15,-1 1-1-15,-1 2 0 16,1 1 0-16,-2 0-1 15,-2 4 2-15,-1 2 0 16,-2 0-1-16,-1 3 1 16,-3 2-5-16,-1 1-26 0,-6 0-47 15</inkml:trace>
  <inkml:trace contextRef="#ctx0" brushRef="#br0" timeOffset="124711.45">22737 12666 147 0,'0'0'-3'0,"0"0"27"16,0 0-1-16,0 0-13 15,0 0-11-15,0 0-6 16,0 0 5-16,0 0 7 15,0 0-3-15,12 46-2 0,-4-30 0 16,1 4 0-16,1 0 1 16,1 1 0-16,-1-3 0 15,2-2 0-15,0 1 3 16,1-4 0-16,-2-4-1 16,2-4 0-16,2-1-11 15,-1-4-38-15,0-5-30 16</inkml:trace>
  <inkml:trace contextRef="#ctx0" brushRef="#br0" timeOffset="125244.17">23024 12540 72 0,'0'0'5'0,"0"0"5"16,0 0-6-16,0 0-1 16,-8 42-2-16,11-31 1 0,4 1 5 15,1 0 3-15,1-1-2 16,1-2 3-16,1 2-5 15,0-5 1-15,1 0-1 16,0-5 3-16,-1 0 0 16,1-1 1-16,-2 0 2 0,1-5 0 15,-1-4-2-15,0-2-5 16,0-2 1-16,-1 0-3 16,-2-2 0-16,1-1 2 15,-5 2-3-15,2 0 0 16,-3-2 0-16,-2 5-1 15,0-2 1-15,0 1 1 0,-4 1-3 16,-4 2 0-16,0 1-1 16,-1 3-2-16,-1 2 4 15,0 1-1-15,1 2 2 16,-1 0 1-16,-1 0-4 16,0 7 5-16,0-1-4 15,2 4 1-15,1-3-1 16,5 1 0-16,-2 1-5 0,5-3-12 15,0 1-24-15,0-6-28 16</inkml:trace>
  <inkml:trace contextRef="#ctx0" brushRef="#br0" timeOffset="125471.51">23299 12421 165 0,'0'0'9'0,"0"0"19"0,0 0-16 0,0 0-7 16,0 0-1-16,0 0-3 0,6-37 0 16,-4 37 0-16,0 0-2 15,0 0-16-15,0-1-26 16,-2-5-56-16</inkml:trace>
  <inkml:trace contextRef="#ctx0" brushRef="#br0" timeOffset="126019.88">23327 12222 121 0,'0'0'-5'16,"0"0"16"-16,0 0-6 15,0 0-4-15,0 0 1 16,0 0 0-16,40-25 1 15,-26 16 2-15,0-1 1 16,2-1 2-16,-1 2-5 0,0-2 0 16,-1 1-2-16,-3 1 0 15,0 0 0-15,-2 4-1 16,-2-2 0-16,-1 4 2 16,-4 2 0-16,1-2-1 15,-1 3-1-15,0 0-1 0,1 0-1 16,0 0-3-16,-1 3 0 15,0 3 3-15,0-1 6 16,0 3-3-16,2 0 1 16,-2 1 3-16,1-1-1 15,0 2 0-15,2 0 1 0,-2 1-2 16,1-1-1-16,0 0 0 16,1 2-1-16,0-1 1 15,1 0 0-15,-2-2-1 16,1-1 1-16,2 2-2 0,-4-3 3 15,0-1 1-15,2 1 2 16,-3-3-2-16,1-2-18 16,-1-2-43-16</inkml:trace>
  <inkml:trace contextRef="#ctx0" brushRef="#br0" timeOffset="126426.75">23676 12014 87 0,'0'0'0'0,"0"0"2"0,0 0 0 0,0 0 1 15,0 0-1-15,3 37 1 16,3-31 2-16,1 1 10 16,2-5 4-16,2 1 2 15,1-2-2-15,2 1-6 16,0-2-6-16,0 1-4 0,0 1-2 16,-1 0 0-16,-4 0-1 15,-1 1-1-15,-1 0 0 16,-1 1 0-16,-4 0 1 15,1 0 0-15,-3 2 2 16,0 1 1-16,-3 2 1 16,-6 0 2-16,-1 3 0 15,-3 1-2-15,-3-2-12 0,1-2-29 16,0-5-49-16</inkml:trace>
  <inkml:trace contextRef="#ctx0" brushRef="#br0" timeOffset="126600.07">23739 11960 226 0,'0'0'1'0,"16"-37"3"16,-5 21-3-16,0 3 1 16,2 3 0-16,-1 2-2 15,-2 3-14-15,0 1-32 16,-1 1-28-16</inkml:trace>
  <inkml:trace contextRef="#ctx0" brushRef="#br0" timeOffset="127214.97">23929 11822 78 0,'0'0'10'0,"0"0"3"15,0 0-10-15,0 0 1 0,0 0 2 16,29-40 6-16,-20 33 0 16,2 1-3-16,1 2-4 15,2 1-2-15,-2 2-3 16,0 1 2-16,1 0-2 15,-3 0 0-15,-3 5-2 16,0 3-2-16,-3 0-1 0,-3 2-1 16,-1-1 14-16,0 1-2 15,0-1 0-15,-5 0-4 16,-3-1 1-16,1-3-1 16,1-1 2-16,1-3-2 0,2-1 1 15,1 0 1-15,-3 0 1 16,3-4-1-16,1-6-2 15,-1 0 8-15,1-1-9 16,0-2-3-16,1-3-2 16,0-1-3-16,0 0 1 0,0 0-1 15,0 3 7-15,0 3 0 16,0 2 0-16,-2 2 3 16,2 3 1-16,0 2 0 15,0 2 1-15,0 0-2 16,0 0-15-16,0 9-5 0,0 1 22 15,0 1-3 1,2 2-1-16,3 0 1 0,4-3-3 16,1 0 2-16,2-3 6 15,2-3-3-15,3 0 1 16,-1-1 2-16,2-3 2 16,4 0-2-16,-3 0-1 15,2-4-18-15,-4-7-38 0,-3-4-43 16</inkml:trace>
  <inkml:trace contextRef="#ctx0" brushRef="#br0" timeOffset="127406.58">24268 11602 99 0,'0'0'99'0,"0"0"-84"0,0 0-17 16,0 0-11-16,0 0 3 0,0 0 6 15,27 39 4-15,-15-14 1 16,5 3 3-16,-2 4 3 16,2 4-3-16,-6 1-26 15,-4 1-49-15</inkml:trace>
  <inkml:trace contextRef="#ctx0" brushRef="#br0" timeOffset="127969.84">22964 13323 85 0,'0'0'4'0,"0"0"3"0,0 0-4 0,0 0 1 16,0 0 0-16,0 0 2 16,0 0 6-16,0 0 8 15,0 0 6-15,0 0 5 0,10-7-10 16,-6 3-12-16,1-3-6 15,5 0-2-15,0-1 0 16,3 0 1-16,3-5-1 16,1-1 0-16,4-2 0 0,-2-1 0 15,0-1-1-15,1-1 2 16,-1 2 1-16,-2 0 0 16,1 4-2-16,-5 3-5 15,-3 0-22-15,-3 2-41 16,-5 1-28-16</inkml:trace>
  <inkml:trace contextRef="#ctx0" brushRef="#br0" timeOffset="128215.6">23073 13130 147 0,'0'0'18'15,"0"0"1"-15,0 0 0 16,0 0-4-16,0 0-17 15,0 0-9-15,0 0 9 16,0 0 4-16,-11 54-1 16,19-33 3-16,4 0-1 0,-1-1-1 15,1 0-1-15,1-3 1 16,0-3 3-16,1 1-2 16,1-6-1-16,1 0-6 15,-1-5-24-15,-1-1-47 16</inkml:trace>
  <inkml:trace contextRef="#ctx0" brushRef="#br0" timeOffset="128653.11">23460 13035 134 0,'0'0'-22'0,"0"0"30"15,0 0 0-15,-40-3-7 16,29 4-1-16,3 6 0 0,-2 3 8 16,3-1 0-16,3 3-4 15,3 2 0-15,1 1 0 16,0-3-4-16,4 1 1 16,8-2 0-16,-1-3-1 15,4-4 1-15,-1-1 1 16,1-3 3-16,1 0 4 0,0-4 0 15,1-6-1-15,-2-3-1 16,0-2-3-16,-1-1 0 16,-1-2-1-16,-3-1 0 15,0 1-1-15,-4-1 0 16,-3 2 2-16,-3 0 1 0,0 1 2 16,-3 4-1-16,-7 0 1 15,-2 5-1-15,0 3-1 16,-3 4-2-16,0 0 0 15,-1 1-5-15,2 10 1 16,2 2-3-16,2 0-3 0,3 3-15 16,5-4-15-16,2-4-34 15</inkml:trace>
  <inkml:trace contextRef="#ctx0" brushRef="#br0" timeOffset="128839.52">23662 12915 222 0,'0'0'5'0,"0"0"10"0,0 0-3 0,0 0-7 16,0 0-3-16,0 0-2 0,0 0 1 16,0 0-6-16,0 0-12 15,14-28-36-15,-14 23-67 16</inkml:trace>
  <inkml:trace contextRef="#ctx0" brushRef="#br0" timeOffset="129290.72">23735 12714 114 0,'0'0'11'0,"0"0"23"15,0 0-22-15,0 0-18 0,0 0 8 16,0 0 1-16,0 0-2 16,39-22-4-16,-25 14 7 15,-1-1-5-15,-2 0 4 16,2 1-1-16,-1 0 0 0,-3 1 2 15,0 1 0-15,-4 3 3 16,-1 2-2-16,0 0-4 16,-1 1-2-16,-1 0-5 15,0 0 6-15,0 5 1 16,1 5 1-16,-1 1 1 16,0 2-1-16,-1 3-1 15,0 1 1-15,0 0 1 0,1-3-1 16,0 3-1-16,2-3 1 15,-1-1-1-15,1 0 0 16,1-2 1-16,2-2 4 16,0-1 0-16,0-2-2 15,2-6-35-15,-1 0-66 0</inkml:trace>
  <inkml:trace contextRef="#ctx0" brushRef="#br0" timeOffset="129614.51">24025 12594 125 0,'0'0'21'0,"0"0"-17"0,0 0-2 15,0 0 5-15,0 0-1 16,0 0-1-16,0 0-2 0,45 22 2 16,-32-17 2-16,1-2-3 15,-2 1-2-15,1 0-1 16,0-2 2-16,-2 1-2 16,-2 1 1-16,0-1 0 15,-1 3 2-15,-5-2 3 16,-3 4-1-16,0 1-6 0,-8 0-37 15,-7-2-34-15</inkml:trace>
  <inkml:trace contextRef="#ctx0" brushRef="#br0" timeOffset="129763.36">24068 12583 189 0,'0'0'9'0,"0"0"5"15,17-40-3-15,-5 29-9 16,1 0-1-16,0-1-23 0,1-1-46 16</inkml:trace>
  <inkml:trace contextRef="#ctx0" brushRef="#br0" timeOffset="130447.68">24362 12362 51 0,'0'0'16'0,"0"0"0"15,0 0-2-15,0 0-4 16,0 0-2-16,38-40-2 0,-29 37-4 16,-4 0-2-16,1 3 0 15,-3 0-1-15,2 0 0 16,-2 4 0-16,-1 6 2 16,1 0-1-16,-2 4 2 15,-1 2-6-15,0-1 5 0,0 1 9 16,0 0-7-16,-4-3-1 15,-1-2-1-15,2-4 3 16,1 2 0-16,0-5 0 16,2-1-4-16,0-2 0 15,0-1 1-15,0 0 3 0,0 0 3 16,0-4 0-16,0-5 0 16,0-2-4-16,0 0 0 15,0-2-1-15,-1-3-1 16,-1-1 0-16,1-1-1 15,0-1 1-15,1 2-1 0,0 1 0 16,0 2 0-16,0 2 0 16,0 3 0-16,0 1 0 15,0 3 0-15,0 1 1 16,0 1 1-16,-2 3-1 16,2 0-2-16,0 0-5 0,0 0-3 15,0 6 2-15,2 1 6 16,3 3 2-16,1 1 0 15,3 2 0-15,-2 1-1 16,2-1 2-16,1 1 0 0,2-1 0 16,-2-2 1-16,0-4-4 15,2-1-4-15,-1-3-7 16,-3 0-11-16,0-3-4 16,-1 0-5-16,-2-1-12 15</inkml:trace>
  <inkml:trace contextRef="#ctx0" brushRef="#br0" timeOffset="130766.49">24553 12350 33 0,'0'0'28'0,"0"0"3"0,0 0-3 0,0 0 5 16,6-38-3-16,-4 33-13 15,1-2-8-15,2 0-7 16,1 3 0-16,1 0-2 16,2 1 0-16,0 0-1 0,-2 3-1 15,0 0-2-15,0 0 1 16,-2 4 2-16,-1 4-2 15,-2 4-1-15,-1 0-1 16,-1 3-2-16,0-1 14 0,0 2-2 16,0 0-2-16,-2-3-3 15,-1-1 0-15,1-2 1 16,-2-4-1-16,3 1 1 16,0-4-1-16,1-2 0 15,0-1-2-15,0 0 3 0,4-3 13 16,6-7 0-16,7-5-2 15,8-5-7 1,15-7-1-16,11-7 0 0,9-13-5 16,10-13-143-16</inkml:trace>
  <inkml:trace contextRef="#ctx0" brushRef="#br0" timeOffset="144778.59">16562 16885 58 0,'0'0'8'0,"-4"0"13"0,2 0-9 0,0 0 0 16,-1-4-2-16,0 0-1 16,0-1 3-16,1 1-4 15,0-2 0-15,1 1 4 16,1-1-4-16,0-3-3 16,0 0-5-16,0-1 2 15,5 0-2-15,4 1 1 0,1-4-1 16,-2 3-2-16,3-1 3 15,0 3 0-15,1-2-2 16,2 4 1-16,-1 0-1 16,1 0 0-16,-1 5 0 15,-2 1-1-15,2 0 0 0,-2 0-1 16,0 9-1-16,-1 0-1 16,-1 4 4-16,-2 3 1 15,-2 1-2-15,-1 1 4 16,-4 1-5-16,0 2 6 15,0-1-1-15,-3 0 1 0,-2-3-1 16,3-3 0-16,0 0-2 16,0-7 1-16,-2-2 0 15,3-2 0-15,0-2 1 16,-1-1 3-16,1 0 1 0,1 0 2 16,0 0-6-1,0-2 3-15,0-5-1 0,0 0-3 16,0-5 1-16,0-1-2 15,0 0 1-15,0-2-1 16,1-2-1-16,2 1 1 0,2-1 0 16,-3-3 0-16,4 0-1 15,0-3 0-15,-1 3-4 16,-1-1 0-16,2 1 1 16,-2 4 0-16,-1 1 4 15,-2 2 0-15,1 6 0 16,0 0 1-16,-2 3-1 0,0 1 0 15,0 0 2-15,0 3-2 16,0-1-2-16,0 1 1 16,0 0-1-16,0 0-5 15,0 0 4-15,0 0 0 16,0 0 2-16,0 4-1 0,0 0 0 16,0 3 2-16,0 0-1 15,0 2 0-15,2 1-1 16,0 0 0-16,0 1 2 15,1 0 0-15,-1 2-1 16,2 0 1-16,-1-2 0 0,-1 1 1 16,1-2 1-16,0-1 0 15,2-1 0-15,-2-1 0 16,0-1-1-16,2-1 1 16,-1 1 0-16,1-3 1 15,1 2-1-15,1-2 0 16,0 0 0-16,0-1 0 0,2-2 1 15,2 0 2-15,-4 0-2 16,3 0-2-16,2 0-10 16,-4-6-25-16,0-1-17 15</inkml:trace>
  <inkml:trace contextRef="#ctx0" brushRef="#br0" timeOffset="145485.51">17034 16727 48 0,'0'0'3'0,"0"0"9"0,0 0-1 0,0 0-3 16,0 0-4-16,0 0-1 15,0 0 0-15,-18 41 0 16,18-35-1-16,0 3 0 16,0-2-2-16,0 1 0 15,0 0 1-15,4 0-1 0,-3 0 2 16,1 0 0-16,1 0 3 16,0 2 0-16,-1-1-2 15,1 1 2 1,0-2-2-16,1 3-1 0,2-2 0 0,-3-2-2 15,1 0 3-15,2 1-1 16,-1-2-1-16,1-1 0 16,0 0 0-16,2 0 0 15,-3-2-1-15,3 1 0 16,0-2 1-16,0 0 0 16,-2-2 3-16,3 0-3 0,-4 0 2 15,2 0 8-15,-2 0-2 16,-1-2-1-16,0-2-1 15,0-3-2-15,-3 0 2 16,1 0-2-16,1-3-2 16,1-3-1-16,-2 2 1 15,0-3-2-15,-2-1 0 0,1 1 0 16,-1 0-1-16,0 0 1 16,0 1 1-16,0 0 1 15,0 1 3-15,0 1-3 16,-5 3 0-16,-4 2-1 0,0 1-1 15,0 1 1-15,-5 3-1 16,3 1 0-16,-3 0 0 16,1 0 0-16,0 0-1 15,-1 0 0-15,-1 0 1 16,2 5-1-16,2 2 0 16,-1 1 1-16,3 1-2 0,0 3 1 15,1 2-8-15,2 0-7 16,0 1-17-16,2-2-14 15,1-2-20-15</inkml:trace>
  <inkml:trace contextRef="#ctx0" brushRef="#br0" timeOffset="146083.17">17302 16612 51 0,'6'-1'9'0,"-2"-6"3"0,3-2 0 0,1 2-6 0,2-1-1 16,-1 2-4-16,1 0 0 16,1 2 1-16,0 1-2 0,2-1 0 15,-5 3-17-15</inkml:trace>
  <inkml:trace contextRef="#ctx0" brushRef="#br0" timeOffset="146240.1">17429 16686 70 0,'0'0'56'16,"0"0"-45"-16,0 0-7 15,0 0 1-15,0 0 0 16,0 0-1-16,42-17-1 0,-26 4-22 15,-3-3-54-15</inkml:trace>
  <inkml:trace contextRef="#ctx0" brushRef="#br0" timeOffset="147161.24">16939 17440 110 0,'0'0'13'0,"0"0"-1"0,0 0-8 0,0 0-4 16,0 0 2-16,-8-37 2 15,8 29-2-15,0-1 5 16,6-2 0-16,0 2-5 16,5-2 0-16,0 3-2 15,3 1 0-15,0 2 0 0,-1 5 0 16,1 0-3-16,-3 0-2 16,3 3 1-16,-5 7 1 15,0 1-1-15,-1 0 2 16,-2 2 2-16,-2-1-2 15,-2-2 2-15,0 0 2 0,-2-3-1 16,0-3 1-16,0-1-2 16,0-1 0-16,0-2 3 15,2 0-1-15,-2 0 5 16,2-5 1-16,1-5-4 16,-1-3-2-16,4-4 0 0,-3-1-1 15,1-3-1-15,-1-1-1 16,-1 2 0-16,0 2 1 15,0 1 0-15,-2 5 0 16,0 3 0-16,0 3 1 16,0 3 0-16,0 0 1 0,0 3-1 15,0 0-3-15,0 0-7 16,0 6 8-16,2 3-1 16,3 2 2-16,1 0 0 15,-1 1 0-15,4-1 0 16,-2-3 0-16,1 1 1 0,-1-3-1 15,1-2 0-15,2-1-1 16,-1-3 1-16,2 0-8 16,0 0-10-16,0-5-7 15,3-6-31-15</inkml:trace>
  <inkml:trace contextRef="#ctx0" brushRef="#br0" timeOffset="147373.13">17335 17188 92 0,'0'0'34'0,"0"0"1"0,0 0-18 0,0 0-22 0,0 0-3 15,0 0 6-15,0 0 5 16,0 0-2-16,25 52 2 16,-18-31-2-16,3 6 0 15,2 2-1-15,1 1 0 16,-1 2 2-16,1 1 1 0,2-3-8 15,-3-6-31-15,-1-7-24 16</inkml:trace>
  <inkml:trace contextRef="#ctx0" brushRef="#br0" timeOffset="147620.84">17574 17227 120 0,'0'0'10'0,"0"0"17"15,0 0-17-15,0 0-6 16,0 0-2-16,0 0-8 15,0 0-27-15,0 0-20 16</inkml:trace>
  <inkml:trace contextRef="#ctx0" brushRef="#br0" timeOffset="147840.9">17693 17217 78 0,'0'0'5'0,"0"0"1"16,0 0-3-16,0 0 0 16,0 0 1-16,0 0-3 15,0 0 0-15,0-5 1 16,0 2 4-16,2-2-2 16,1 0-3-16,5-4-1 15,-1-1 0-15,5-1-2 0,-2-2-35 16</inkml:trace>
  <inkml:trace contextRef="#ctx0" brushRef="#br0" timeOffset="150167.82">17912 16372 3 0,'0'0'17'0,"0"0"-10"0,0 2 1 16,0-1-3-16,2-1 0 15,-2 0-4-15,1 0 3 16,0 0-3-16,0 0 0 16,-1 0 0-16,1 0 0 0,0 0-1 15,0 2 0-15,0-1 0 16,0 0 2-16,2 0-2 15,-3 1 1-15,2 0 0 16,-1 0-1-16,1 2 1 16,1-2 0-16,3 1-1 0,-4 1 0 15,1-1 1-15,1 1-1 16,2-1 0-16,-3 2 0 16,1-1 0-16,0-3 0 15,2 2 1-15,-2-2 1 0,0-1 0 16,0 0 2-16,0 0-2 15,1 0 2-15,-3 0-1 16,0 0 2-16,1-1 0 16,-1-5 3-16,0-1 2 15,0 0 0-15,3-2 0 16,-2-2-1-16,1-2-3 16,3-2 0-16,1-2-2 0,0-2-2 15,2-1 1-15,2-1-1 16,-3-2 0-16,3-1-1 15,1 2 0-15,-3 0 1 16,3 1-2-16,-3 3 0 0,1 2 0 16,-1 4-2-16,0 4-11 15,-3 2-23-15,-5 5-31 16</inkml:trace>
  <inkml:trace contextRef="#ctx0" brushRef="#br0" timeOffset="151071.07">18153 16952 49 0,'0'0'9'0,"0"0"-3"0,0 0-3 0,0 0 1 16,0 0 2-16,0 0 0 15,0 0-1-15,0 0 2 16,0 0-2-16,0 0-1 15,0 0-2-15,0 0-2 16,0 0 0-16,7-12-2 16,-5 12 2-16,1 0 0 0,1 0-1 15,2 1 1-15,-3 3 0 16,2-2 0-16,1 1 1 16,-2-1-1-16,1 2 0 15,0-1 0-15,0-2 2 16,1 2-2-16,-2-1 0 0,1 0 0 15,1-2 0-15,-3 2 1 16,3-2-1-16,1 0 1 16,-2 0 0-16,1 0 1 15,-3-4 0-15,3-2 2 16,0-1 1-16,0-2-1 0,0-1 0 16,-1-4 1-16,3 3 1 15,-3-4 2-15,1-3 0 16,1 0 2-16,2-1 6 15,-2-1-7-15,4-1-1 16,-4-1-3-16,2 3 0 0,2 0-3 16,-5 4-1-1,1 2-1-15,-3 4 1 0,1 4-1 16,-1 2-1-16,-2 3-3 16,-2 0-34-16,0 0-43 15</inkml:trace>
  <inkml:trace contextRef="#ctx0" brushRef="#br0" timeOffset="152174.06">18419 15962 73 0,'0'0'10'0,"0"0"-5"0,0 0-4 0,0 0 0 0,0 0 0 16,0 0 0-16,0 0 1 15,2-36 0-15,1 29 2 16,4 3-1-16,-1-3 1 16,1 1-3-16,2 1-1 0,2 0 0 15,2 0 1-15,-2-1-1 16,3 2 0-16,-1 2-1 15,0-1 2-15,-1 3-2 16,1 0 1-16,-2 0 0 0,0 0-1 16,-1 6-2-16,-4 4 2 15,1 1 1-15,-2 5 0 16,-1 2 1-16,-1 1 1 16,1 4-1-16,-2 2 2 15,0 2-1-15,0 0 0 16,1 0 1-16,1 0 0 15,-2 2-1-15,2-4-1 0,1-1 0 16,0-2-1-16,2-4 2 16,-1-4-1-16,-1-4 2 15,3-4 1-15,-1-3 0 16,0-2 2-16,0-1 2 0,1 0 6 16,-3 0-4-16,4-3-3 15,-4-2-4-15,1 3-1 16,-4-2 0-16,-1 2-1 15,0 1 1-15,-1 1 1 16,0 0 0-16,0 0 1 16,0 0-2-16,-2 4-1 0,-4 4-2 15,1 4 0-15,1-2 0 16,-2 6 1-16,3-2-1 16,3 4 0-16,0-2 0 15,0 5 1-15,1 1 0 16,9-1-1-16,-3 2 1 0,4-2 0 15,1 0 0-15,0-1-1 16,2-1 1-16,-3-4-2 16,2-1 2-16,1 2-3 15,-4-2 3-15,2 1 0 0,2 0-1 16,-3 0 2-16,0 0-1 16,-6-1 2-16,1 0 1 15,-3 2-1-15,-3-3 0 16,0 2 6-16,0-2-4 15,-3 1 5-15,-7 2-3 0,0-5-1 16,-1-1-2-16,0 0-1 16,-1-1 0-16,0-2 0 15,0 0-4-15,0-5-31 16,4-2-124-16</inkml:trace>
  <inkml:trace contextRef="#ctx0" brushRef="#br0" timeOffset="152835.4">19069 16201 33 0,'0'0'0'0,"0"0"-7"0,0 0 7 0,0 0 7 0,5 0 7 16,4-2 2-16,2-2-3 15,-2-1-2-15,5-1-1 16,1 0-3-16,3 0 2 0,1-4 3 16,-1 2-2-16,3-1 3 15,-2 2 10-15,2 0-8 16,0 1-3-16,0-1-8 15,-2 0 0-15,3 1 2 16,-4 0-3-16,2 1-2 16,-4-1 0-16,-3-1 0 0,0 4 0 15,-3-2-1-15,0 0 2 16,0 2-1-16,-1 1-1 16,-1 0-3-16,-1 2-31 15,-2-2-30-15,-2 0-24 16</inkml:trace>
  <inkml:trace contextRef="#ctx0" brushRef="#br0" timeOffset="153098.88">19446 15996 110 0,'0'0'6'15,"0"0"18"-15,0 0-9 16,0 0-7-16,0 0-3 0,0 0-3 16,0 0-1-16,0 0-4 15,0 0 0-15,21-9 3 16,-16 22 2-16,2-1-1 16,-2 3 2-16,-2 2-3 15,0 0 4-15,1-1-2 0,-2-3-14 16,-2-5-53-16</inkml:trace>
  <inkml:trace contextRef="#ctx0" brushRef="#br0" timeOffset="153653.99">19895 15672 79 0,'0'0'11'0,"0"0"5"0,0 0-8 0,0 0 0 15,0 0-2-15,0 0 0 16,0 0 6-16,0 0-1 0,0 0 2 15,0 0-9-15,-35-24-2 16,32 28-3-16,0 5 0 16,1 2 1-16,2 1-1 15,0 3-1-15,0-1 1 16,2-1-2-16,5 0 3 16,3-2 0-16,3-1 1 15,1-4 2-15,2 0 0 0,1-4 6 16,2-2-4-16,0 0 0 15,0 0 0-15,-1-5-3 16,0-4 2-16,-1-1 0 0,-1-4-24 16,-2-2-35-16,-7 0-24 15</inkml:trace>
  <inkml:trace contextRef="#ctx0" brushRef="#br0" timeOffset="153994.51">19982 15395 73 0,'0'0'3'0,"0"0"6"0,0 0 1 16,6 48-4-16,2-32-3 0,3 1 0 16,1 0 0-16,2 2-1 15,-3-4-1-15,2 2 1 16,1 0 3-16,-1 0-2 16,-1-1 0-16,1 1-1 15,-1-3 0-15,1 2 2 0,-2-3-2 16,1-2 0-16,0-4-6 15,-1-3-18-15,-1-4-29 16</inkml:trace>
  <inkml:trace contextRef="#ctx0" brushRef="#br0" timeOffset="154418.09">20319 15540 78 0,'0'0'12'0,"0"0"4"15,0 0-6-15,0 0-4 0,0 0-6 16,0 0-2-16,0 0 9 16,-42-24-1-16,33 24 8 15,2 0 1-15,1 0-5 16,1 0-9-16,1 6-1 16,0-1 0-16,2 4-1 15,0-1 1-15,2 2-1 16,0 0-2-16,0-1 2 0,0-1 0 15,0-2 0-15,4-2-1 16,4-1 2-16,-3 0 0 16,1-3 0-16,0 0 7 15,1 0-3-15,1-3 1 16,-2-3 5-16,0-1-6 0,-1-2-1 16,-1 0 0-16,1 3 1 15,-4 0-2-15,0 2 3 16,0 1 1-16,-1 3 0 15,0 0-6-15,1 0-8 16,1 0 2-16,3 3 3 16,0 2-4-16,3-1-21 0,1-3-9 15,1-1-4-15,2 0-38 16</inkml:trace>
  <inkml:trace contextRef="#ctx0" brushRef="#br0" timeOffset="154807.92">20442 15479 85 0,'0'0'4'0,"0"0"15"16,5-50-7-16,-5 37-2 16,0 2 6-16,0 1 3 0,-3 6-4 15,-4 0-3-15,1 1-4 16,-3 3-6-16,2 0 0 16,-1 0-2-16,3 0 1 15,-4 6 0-15,6 2-1 16,-2 1 0-16,4 0 0 15,1 1-1-15,0-2 0 0,1 0-1 16,6-1-1-16,5-2 2 16,-1-1-2-16,0-3 1 15,2 2 7-15,0-3-3 16,0 0-2-16,-3 0 2 16,-1 0 0-16,-2 0-2 0,0 1 1 15,-4-1-1-15,0 3-2 16,-2 0-2-16,-1 0 3 15,0 1-1-15,0 0 4 16,0 3 1-16,-5 1-1 16,-5 1-1-16,4 0 3 0,-3 1-3 15,1-1-2-15,1-4-9 16,4 1-28-16,0-5-20 16</inkml:trace>
  <inkml:trace contextRef="#ctx0" brushRef="#br0" timeOffset="155388.1">20621 15324 58 0,'0'0'4'0,"0"0"11"0,0 0-1 0,0 0 2 16,0 0 3-16,0 0 10 16,0 0-1-16,0 0-6 15,0 0-8-15,0 0-8 0,-27-27-5 16,23 26 0-16,2 1-4 15,-3 0-2-15,4 0-5 16,-5 4 5-16,3 2 3 16,0 2 1-16,0 3 0 15,-1-2 0-15,3 2 0 16,0-1 1-16,1 0 0 16,0-2 0-16,2-2-2 0,4-1-1 15,1-1 2-15,0-1 0 16,1-2-1-16,0 1 4 15,0-2 2-15,-1 0-1 16,4 0-3-16,-5 0 1 0,1 1 0 16,-1 3-1-16,0-1-2 15,-2 2 2-15,-1 0-3 16,-2 2 3-16,-1 0-2 16,0 1 0-16,0 2 1 15,0 1 3-15,-4 0 1 0,-2-1-3 16,-2 0 3-16,1-1-3 15,1 0 0-15,4-4-15 16,-2-4-38-16,4-1-32 16</inkml:trace>
  <inkml:trace contextRef="#ctx0" brushRef="#br0" timeOffset="155675.22">20826 15265 121 0,'0'0'21'0,"0"0"-5"0,0 0-8 0,0 0 8 16,0 0-8-16,0 0-3 0,0 0-4 16,39-23-1-16,-29 18 0 15,-1 1-3-15,-2 1-25 16,2-1-40-16</inkml:trace>
  <inkml:trace contextRef="#ctx0" brushRef="#br0" timeOffset="155822.6">20890 15354 100 0,'0'0'3'0,"0"0"2"15,0 0-4-15,0 0 1 16,0 0-2-16,0 0 11 0,0 0-19 16,37-27-60-16</inkml:trace>
  <inkml:trace contextRef="#ctx0" brushRef="#br0" timeOffset="156088.65">21139 15104 125 0,'0'0'0'16,"0"0"1"-16,0 0 1 15,0 0 2-15,-4 41-2 0,4-34-1 16,0-2 1-16,0-1-1 15,0-3 3-15,0-1 4 16,4 0 12-16,1 0 6 16,-3 0-3-16,0-3-2 15,0-4-5-15,0 0-8 16,-1 2 0-16,-1-2-1 0,0 1-3 16,-1 0-3-16,-11 6-6 15,-9 0-39-15,-6 0-77 16</inkml:trace>
  <inkml:trace contextRef="#ctx0" brushRef="#br0" timeOffset="156721.67">19056 16374 16 0,'0'0'4'0,"0"0"7"0,0 0 0 0,54 5 0 15,-34-3 2-15,4 1 4 0,4-1-5 16,3-1 2-16,4 0-4 16,5-1-1-16,1 0 2 15,1 0-4-15,4 0-3 16,2 0-3-16,-2-2 1 0,4-3-1 15,0-1 2-15,1 1 3 16,-3-1 5-16,1-3-2 16,-3 3-4-16,-1-2-3 15,-1-2 8-15,-6 1-5 16,1 0-2-16,-3 0-1 0,-4-1-1 16,-3 3 0-16,-4 4-1 15,-3 2 0-15,-7 1-13 16,-3 0-62-16</inkml:trace>
  <inkml:trace contextRef="#ctx0" brushRef="#br0" timeOffset="157119.98">20309 16202 184 0,'0'0'15'0,"0"0"0"16,0 0-7-16,0 0-6 16,0 0 0-16,0 0-3 15,0 0 5-15,0 0-4 16,0 0 2-16,-30 7-2 15,21 7 3-15,6 3-5 16,-1 0 4-16,4 1-1 0,0 1-2 16,0-2 1-16,2-1 0 15,5-3 0-15,5-2 0 16,-1-1-2-16,3-6 1 16,2 0-1-16,1-4 4 15,2 0-2-15,0-1-2 16,3-10 2-16,-2-2-3 0,4-3 0 15,-4-1-30-15,1-4-34 16</inkml:trace>
  <inkml:trace contextRef="#ctx0" brushRef="#br0" timeOffset="157394.26">20534 16006 126 0,'0'0'8'0,"0"0"7"0,0 0 1 16,0 0-1-16,0 0-9 16,0 0-1-16,0 0 5 15,0 0-5-15,0 0-3 16,-32 14-1-16,32 2 1 16,0 0-1-16,3 5-1 0,6 1 2 15,2 0-2-15,0 1 2 16,3-4 0-16,3 1 1 15,-2-3-3-15,0-1-10 16,-2-2-26-16,3-3-6 16,-3-4-4-16</inkml:trace>
  <inkml:trace contextRef="#ctx0" brushRef="#br0" timeOffset="157794.15">20703 16222 28 0,'0'0'33'0,"0"0"-7"15,12-38-1-15,-12 27-4 16,0 0-3-16,0 1 3 0,-2 3 5 15,-6 2-7-15,-2-1-7 16,1 4 0-16,-3 2-2 16,3 0-8-16,-4 0 0 15,2 6-1-15,1 5-2 16,2-1 2-16,-1 4-2 16,5-1 2-16,1 0 1 0,3-2-2 15,0 2 0-15,0-6 0 16,3 1-1-16,6-3-2 15,-1-4-3-15,1-1-2 16,2 0 0-16,-1-6 14 0,2-3-2 16,1-5 1-1,-3 1-3-15,1 1-1 0,-3-2 0 16,-2 4-1-16,-2 3 1 16,-2 3 0-16,-1 1 1 15,-1 3-1-15,0 0-1 0,0 0 0 16,0 0-4-16,0 0-7 15,0 0 1-15,1 0 1 16,1 4 2-16,3 1-8 16,-2-1-18-16,4-3-14 15,0-1-4-15</inkml:trace>
  <inkml:trace contextRef="#ctx0" brushRef="#br0" timeOffset="158153.87">20844 16084 90 0,'0'0'17'0,"0"0"16"0,2-41 2 0,-2 31-4 0,-1 1-18 16,-4 5-5-16,-1 1-6 15,-3 3 5-15,2 0-4 16,-1 0-3-16,2 2 0 16,-3 5 1-16,3 1 0 15,3 1 0-15,0-1-1 0,3-2 1 16,0 2-1-16,0-1 0 15,8-1-2-15,0-1 0 16,2-1 0-16,1-3 1 16,2 1 0-16,-1-2-2 15,0 0 6-15,0 0 3 16,-1 0-3-16,-2 0 0 16,-2 0-3-16,-3 0 1 0,-1 0-1 15,-3 0-4-15,0 1 3 16,0 3 5-16,0 2 2 15,-5 0-4-15,-6 2 2 0,2 2-2 16,0-3-6-16,0-2-12 16,4-5-29-16,5 0-42 15</inkml:trace>
  <inkml:trace contextRef="#ctx0" brushRef="#br0" timeOffset="158473.18">20932 15959 117 0,'0'0'10'16,"0"0"4"-16,0 0 7 16,0 0-1-16,0 0-14 15,0 0 8-15,0 0-15 0,0 0 4 16,0 0-1-16,-12 13 2 16,12-3-3-16,0-2 0 15,0 2-1-15,0-1 0 16,5-1 0-16,-1-2 1 15,3 0 0-15,-1-2-2 0,3-1 1 16,-1-2 3-16,0-1 7 16,-1 2 0-16,1-2-5 15,-4 1-2-15,0 0-2 16,0 1-1-16,-4-1-1 16,2 3 2-16,-2 0-1 0,0 1 4 15,0 2-6-15,-2-3-29 16,0-2-58-16</inkml:trace>
  <inkml:trace contextRef="#ctx0" brushRef="#br0" timeOffset="158628.64">21155 15895 217 0,'0'0'10'0,"0"0"-6"0,0 0-1 15,0 0-3-15,0 0-28 16,37-35-74-16</inkml:trace>
  <inkml:trace contextRef="#ctx0" brushRef="#br0" timeOffset="158758.49">21223 15926 128 0,'0'0'8'0,"0"0"-12"16,0 0-2-16,0 0-17 16</inkml:trace>
  <inkml:trace contextRef="#ctx0" brushRef="#br0" timeOffset="159175.72">21349 15833 124 0,'0'0'22'16,"0"0"-2"-16,0 0 3 16,0 0-7-16,0 0 0 15,0 0-3-15,-5-39 1 16,1 31 3-16,-2-1-4 0,2 2-7 16,1 3-5-16,1-1 0 15,-2 3 1-15,4-1-2 16,0 2-3-16,0 1 0 15,0 0-3-15,6 0-3 16,1 6-5-16,2 3 15 0,3 1 3 16,0 0-1-16,2 1-2 15,0-1-1-15,-1 2-3 16,0-1-3-16,-4 2 1 16,0-2-8-16,0 0-7 15,-6-3 8-15,0-1 1 0,-2-3 4 16,-1 0 5-16,0-2 17 15,0-2 15-15,0 0-8 16,0 0-1-16,4-2-12 16,9-9-8-16,7-5 4 15,8-5-10-15,7-10-35 16,3-8-68-16</inkml:trace>
  <inkml:trace contextRef="#ctx0" brushRef="#br0" timeOffset="162747.64">17677 16518 13 0,'4'0'4'0,"-2"0"12"0,1-1 9 15,2 0-5-15,-1-3-8 16,5-1-3-16,1-5-7 15,9-3-1-15,0-8 1 0,2-8-22 16</inkml:trace>
  <inkml:trace contextRef="#ctx0" brushRef="#br0" timeOffset="163737.69">23409 13590 33 0,'0'0'1'0,"0"0"28"0,0 0 9 0,0 0-19 16,0 0-14-16,0 0-4 15,0 0 0-15,0 0 0 16,0 0-1-16,0 0 0 15,0 0 1-15,0 0-1 0,0 0-1 16,-10 11-2-16,8-10 4 16,-1-1 0-16,1 1-1 15,0 0 1-15,0-1-1 16,-1 0 0-16,1 2 0 16,1-1 0-16,0-1 0 0,1 1-1 15,0 2-1-15,0 0 0 16,0-1-4-16,4 1-10 15,1-2-19-15</inkml:trace>
  <inkml:trace contextRef="#ctx0" brushRef="#br0" timeOffset="167019.01">20315 8339 34 0,'4'0'4'0,"-2"0"-3"0,0 0 0 0,1 0 0 16,0 0-1-16,0-1 1 15,0-1-1-15,1 1 2 16,-1-2-2-16,1 2 0 15,0-1 1-15,-1 1-1 0,1 0 0 16,0 1-3-16,0 0-2 16,-2-2-19-16</inkml:trace>
  <inkml:trace contextRef="#ctx0" brushRef="#br0" timeOffset="168871.09">17777 10637 34 0,'0'0'11'0,"0"0"-8"0,0 0-1 0,0 0 0 15,0 0-1-15,0 0-1 0,0 0 0 16,0 0 0-16,0 2-1 15,0 0-3-15,0 0-10 16</inkml:trace>
  <inkml:trace contextRef="#ctx0" brushRef="#br0" timeOffset="172318.84">21164 14948 13 0,'-2'-5'48'0,"1"0"-43"0,-1 1 5 0,-2-2 1 16,2 2-2-16,1 0 5 16,0 2 2-16,-1-1 3 15,1 0-3-15,1 2-2 16,0-2-9-16,0-1-3 15,4-3-1-15,5-2-1 0,5-2 0 16,-1-5 1-16,2-1-1 16,4-3-1-16,1 0 1 15,1-5-1-15,1 1-1 16,2-1-7-16,-3 3-17 16,0 0-9-16,-3 1-28 0</inkml:trace>
  <inkml:trace contextRef="#ctx0" brushRef="#br0" timeOffset="172923.39">21694 15638 28 0,'0'0'5'0,"0"0"-4"0,0 0 0 0,0 0 0 15,0 0 1-15,0 0 1 0,0 0 3 16,0 0-1-16,0 0 3 16,0 0 2-16,0 0-1 15,42 17 2-15,-37-17 0 16,3-6 2-16,0-9 5 0,3-1 4 15,2-7-1-15,6-4-1 16,5-8-2-16,5-5-4 16,8-7-5-16,1-4-7 15,7-3 0-15,-4-4-4 16,-4-2-53-16</inkml:trace>
  <inkml:trace contextRef="#ctx0" brushRef="#br0" timeOffset="179570.51">8514 15499 6 0,'-3'0'14'0,"3"0"-3"0,-4 0-2 0,4 0 0 16,-2 0 1-16,1 0-2 15,1 0-2-15,-2 0-2 16,0 0-2-16,2-2 1 15,0 2-1-15,0-1-1 16,-2 0 1-16,2 1 1 0,0-2 6 16,-2 2 1-16,0 0 0 15,1 0-2-15,-1 0-5 16,2 0-3-16,-2 0 0 16,-2 2 0-16,1 2 0 15,-1 1 0-15,1 0 0 0,-1-1 0 16,-2 2 0-16,3-1 0 15,-1 1 2-15,-2 0-1 16,2 1-1-16,0 2 1 16,-1 0-1-16,1 0 1 0,2-1-1 15,-2 2 1-15,2-1 0 16,2-2-1-16,0-1-10 16,0-4-26-16</inkml:trace>
  <inkml:trace contextRef="#ctx0" brushRef="#br0" timeOffset="179873.58">8571 15488 23 0,'0'0'17'0,"0"0"-9"0,0 0 3 15,0 0-4-15,-15 38-1 16,9-24-4-16,3 3 0 15,1 4-1-15,-3 2 1 0,3-2-5 16</inkml:trace>
  <inkml:trace contextRef="#ctx0" brushRef="#br0" timeOffset="181231.8">9110 15250 36 0,'0'0'13'0,"0"0"-4"0,0 0-3 0,0 0-4 16,0 0-2-16,0 0 0 15,0 0 1-15,0 0 5 16,0 0-4-16,-4 44 0 15,4-26-1-15,-2 3-2 0,0 1 3 16,0 5 1-16,0 3-2 16,0 1 0-16,0 2 2 15,0 1 0-15,0 3 1 16,-4 0-3-16,3 6 1 16,-1 2 0-16,-3 3-1 0,-2 2-1 15,0 0-1-15,-1 2 4 16,-4-2-1-16,0 0 0 15,0-2-1-15,-1 4 2 16,-3-5-3-16,0-1 3 0,0-6-3 16,1-2 2-1,-1-8-1-15,2-3 2 0,1-7-1 16,3-3-2-16,1-4 1 16,2-3 0-16,2-5 0 15,3-1 0-15,-1-1 1 16,3-3-1-16,-2 0 1 15,4 0 1-15,0 0-4 0,0 0-1 16,0-3 7-16,0 2-2 16,4-2-3-16,3-1 1 15,2-2-2-15,4 2 2 16,3-2-1-16,-1-1-1 0,3 0 1 16,3-1 0-16,-3-1 1 15,2-1 1-15,-1 3-1 16,1 0 2-16,1 0-2 15,-3 1-1-15,2 2 0 0,0 1 0 16,-2 0 0-16,2 3 0 16,-3 0 0-16,2 0-1 15,-1 0 1-15,-3 0 0 16,-1 0-1-16,-1 0-1 16,-2 3 2-16,1 1-2 15,-3 2 2-15,3 0 0 0,-2-1-2 16,-2 1-28-16,1-3-47 15</inkml:trace>
  <inkml:trace contextRef="#ctx0" brushRef="#br0" timeOffset="181529.86">9416 16119 47 0,'0'0'14'0,"0"0"-2"0,0 0-15 0,0 0-1 16,0 0 12-16,0 0-1 16,0 0-4-16,7 39 1 0,-7-21-2 15,2 2 2-15,0-1-2 16,-1-1 1-16,-1-1-3 15,1-3 2-15,-1-1 0 16,1-3-1-16,-1 0 2 16,0 0-1-16,0-2 0 15,0-3-22-15</inkml:trace>
  <inkml:trace contextRef="#ctx0" brushRef="#br0" timeOffset="181715.73">9386 15929 185 0,'0'0'-5'0,"0"0"8"16,-10-41-2-16,9 34-1 0,1 3-13 15,0 2-30-15,0 1-19 16</inkml:trace>
  <inkml:trace contextRef="#ctx0" brushRef="#br0" timeOffset="182462.82">9673 16186 73 0,'0'0'10'0,"0"0"9"0,0 0-8 15,0 0-2-15,0 0 1 16,0 0 0-16,0 0-2 16,0 0-4-16,-11-41-3 15,18 37-1-15,-2 1-1 16,4 3 1-16,-2 0 0 0,3 0 0 15,-1 3-4-15,-2 7-4 16,2 4 4-16,-3 2 5 16,1 2-2-16,-5 1-1 15,0-1 3-15,1-2 0 16,-3 1 0-16,0-5-1 0,0 0 1 16,0-4-1-16,0-2 0 15,0-2 1-15,0 0-1 16,0-4 0-16,0 2 3 15,0-2-2-15,0 0 2 0,0 0-3 16,0-6-9-16,0-4 0 16,0 0 12-1,1-2-3-15,1-6 0 0,2 0 0 16,0-2 0-16,-1-1 0 16,3 0 1-16,0 2 0 15,2 2 0-15,-1 4 1 0,1 3-1 16,0 2 0-16,3 2 0 15,-1 3-1-15,1 2 0 16,1 1-1-16,-1 0 1 16,1 6-3-16,0 6-2 15,-1 6 1-15,-1 1 5 0,-2 5 0 16,1 2 1-16,-2 1 1 16,2 0 0-16,-2 0-1 15,1-2-8-15,-1-3-27 16</inkml:trace>
  <inkml:trace contextRef="#ctx0" brushRef="#br0" timeOffset="182947.81">10165 16291 40 0,'0'0'6'0,"0"0"-4"0,0 0 2 0,0 0 5 16,0 0 2-16,0 0 0 15,0 0-6-15,34-44-3 16,-27 27 0-16,-5 0 0 0,0 0 3 15,-1 0 0-15,-1-3-1 16,0 6-1-16,0 1 0 16,0 3-1-16,-1 3 3 15,-8 3-1-15,4 1 7 16,-3 3-3-16,1 0-10 16,-2 4 1-16,4 4 4 0,-3 4-2 15,3 1-5-15,1 1 3 16,0 5-1-16,1-2-1 15,3 1 5-15,0-1-1 16,0-1-1-16,2-2 1 0,5-1-1 16,2-3 2-16,1 1-2 15,3-1 3-15,1 3-3 16,3-2 2-16,0 4-2 16,3-3-16-16,-2 1-33 15</inkml:trace>
  <inkml:trace contextRef="#ctx0" brushRef="#br0" timeOffset="183914.99">10541 16210 53 0,'0'0'13'15,"0"0"-13"-15,2-45 1 16,-2 35-1-16,-5 2-4 15,-3 2-5-15,1 3 12 16,-2 2 12-16,-2 1-2 0,2 0-2 16,0 1-4-16,-3 6-3 15,2 3-1-15,1 1-2 16,-1 2 1-16,1 3-4 16,3-2 4-16,0 3-4 15,1-3 2-15,4 1 2 0,1-1 0 16,0-3-1-1,0 0 0-15,1-2 2 0,8-3-2 16,-3-1-1-16,3-2-2 16,0-3 0-16,3 0 0 15,-2 0 9-15,2-8-5 16,1-4 0-16,-2-1-1 0,1-1 0 16,-3-3-1-16,1 0 1 15,0 1-1-15,-6 1 0 16,-1 5 1-16,-1 2-1 15,-2 5 3-15,0 3 1 16,0 0 0-16,0 3-8 0,0 8 2 16,0 3 4-16,0 0-2 15,0 3 1-15,4-5 1 16,2 0-2-16,2-3 1 16,1-2-2-16,3 0-1 15,1-3 2-15,-1-1 3 0,1-3-7 16,1 0 7-16,-3 0 7 15,3-1-5-15,-3-8 0 16,-2-1 0-16,2 0 0 16,-2-2 0-16,-3 0-3 15,-1-2 3-15,-3 1-3 0,-2 2 0 16,0 1 0-16,0 2 0 16,0 2-1-16,-5 1-1 15,1 1 2-15,0 0 3 16,-2 1-1-16,4 0-5 15,1 1 5-15,1-1-4 16,0 0-6-16,0-3 10 0,3-1-5 16,7-1 2-16,-1-3-2 15,3 2 2-15,0 0-1 16,2-1 0-16,-2 3 0 16,0 4-1-16,1 2 0 0,-1 1 0 15,-2 0-1-15,-3 0-1 16,1 4-4-16,-1 3 1 15,2 2-1-15,-5 2 8 16,3 3-3-16,-3-1 2 16,-1 4 1-16,1 0-2 15,-2 1 3-15,3-2-2 0,-4 0-2 16,2-2 7-16,2-3-4 16,-1-1 1-16,1-3-1 15,1-2 1-15,3-2-3 16,0-3 2-16,2 0 6 15,3 0 3-15,1-3-7 0,2-9 1 16,0-1-4-16,3-5 2 16,-1-3-3-16,0-5-27 15,-1-2-31-15,-5-4-49 16</inkml:trace>
  <inkml:trace contextRef="#ctx0" brushRef="#br0" timeOffset="184328.03">10957 15390 109 0,'0'-2'26'0,"0"2"-25"0,0 0-7 0,0 3 6 16,0 11-4-16,6 5 1 16,-1 3 4-16,1 7-2 15,1 5 2-15,0 1-4 16,-1 5 4-16,0 4-4 15,2 0 7-15,-5 3-6 16,3-3 6-16,-2 0-6 16,-1-2 7-16,0-3-4 0,2-2 2 15,-1-2-1-15,0-1 0 16,2-1 1-16,-1-3 2 16,3 0-1-16,-3-3-2 0,4-5-31 15</inkml:trace>
  <inkml:trace contextRef="#ctx0" brushRef="#br0" timeOffset="184926.11">11245 15959 210 0,'0'0'0'16,"0"0"-7"-16,0 0 3 15,0 0-4-15,0 0 7 16,14 48 0-16,-11-31 4 15,2 0 1-15,0-2-4 0,1-4 2 16,2-3-2-16,0-5 0 16,3-3 0-16,-1 0 0 15,2-8 2-15,2-6 2 16,0-3-3-16,0-3 2 16,-1-2-2-16,0 0 0 15,-3-1-1-15,0 0 1 0,-4 0-1 16,-2 5 0-16,1 2 0 15,-3 5 0-15,-2 4 0 16,0 4 0-16,0 3 0 16,0 0-5-16,2 0-3 0,-1 10 5 15,3 3 0-15,1 3 4 16,1 3 1-16,1 5-2 16,0 2-2-16,4 5 4 15,-2 9-4-15,-2 6 1 16,2 5-2-16,-5 3-3 15,-1-2 10-15,-3 1-1 0,0-5-3 16,0-5-2-16,-7-1 2 16,-5-2 2-16,-1-2 1 15,-3-1 2-15,1-4-3 16,-1-8-3-16,-1-5 15 16,0-7-11-16,0-6 0 0,1-7 9 15,-2 0 6-15,1-12-3 16,2-8-8-16,0-8-2 15,4-8 3-15,2-5-4 16,5-2-6-16,4-2 0 16,0 3-3-16,13 1 0 0,7 4-1 15,1 2-17-15,5 5-31 16,1-2-43-16</inkml:trace>
  <inkml:trace contextRef="#ctx0" brushRef="#br0" timeOffset="185994.96">12134 15547 108 0,'0'0'9'0,"0"0"-7"0,-2-3-1 0,-4-1 0 15,1 1 0-15,-5-1-1 16,2-2 0-16,-1 3 1 16,-2-1-1-16,0 0 0 0,-1 1 0 15,1 0 1-15,2 2 0 16,-2-1 2-16,2 2-3 15,3 0 0-15,1 5-1 16,-1 3 0-16,3 6 1 16,-1 3-1-16,-1 0 0 15,3 3-1-15,2 0-5 0,0-1 5 16,0-1-1-16,9-1 5 16,4 0-2-16,1-2 0 15,1 0 0-15,2-1-1 16,0 1 1-16,1 1 1 0,-3 0-2 15,-1 5 0-15,-5-1 0 16,-2 0-6-16,-3 4 2 16,-4-4 9-16,0 3 3 15,-3-3-1-15,-5-2 1 16,-5-2 7-16,-1 0-8 16,-1-1 0-16,-1-4 0 0,1 0 0 15,-1-2 0-15,4-1-3 16,0-3 4-16,4-1-4 15,-1-4-27-15,5 0-31 16</inkml:trace>
  <inkml:trace contextRef="#ctx0" brushRef="#br0" timeOffset="186431.21">12273 15922 42 0,'0'0'0'0,"0"0"2"0,0 0 0 0,0 0 0 16,40 12 1-16,-33-12 5 0,1-7 2 16,2-4 0-16,-4-3-2 15,1-2-1-15,-1-1-2 16,-1-1 3-16,-2 4-3 15,-3 0-1-15,0 2 0 16,-5 5 0-16,-2 3 4 0,-3 4-5 16,-1 0-4-16,-2 6-4 15,0 6 3-15,2 4 4 16,0 5-4-16,2 1 4 16,2 3-4-16,2 0 2 15,5 2 1-15,0-4 0 0,1 0-1 16,10-4 1-16,0-5 2 15,2-4-1-15,3-3-1 16,0-6 4-16,2-1 0 16,2-3 2-16,0-8 1 15,3-6-11-15,-1-1-23 16,-5-5-14-16,0-4-52 16</inkml:trace>
  <inkml:trace contextRef="#ctx0" brushRef="#br0" timeOffset="186692.88">12552 15686 50 0,'0'0'23'0,"0"0"14"16,0 0-11-16,0 0-9 15,0 0-19-15,0 0-2 16,0 0-1-16,-9 66 8 16,9-32-1-16,0 5 0 15,0 3 0-15,0 2-1 0,7 3 1 16,-3 1-1-16,1 0 1 15,0-1 0-15,-1-3 0 16,0-6 2-16,0-6-1 16,-4-5 3-16,0-5 0 15,0-5-1-15,0-4-6 16,0-1-22-16,-2-7-3 0,-3-5-7 16,1 0-34-16</inkml:trace>
  <inkml:trace contextRef="#ctx0" brushRef="#br0" timeOffset="186982.25">12511 15863 104 0,'0'0'-5'0,"10"-50"9"0,-3 28 0 16,2 1-1-16,4 5-2 15,0 5 0-15,0 2 0 16,1 8-2-16,-1 1 0 15,1 1-3-15,-3 12 4 16,1 1 0-16,-3 2 3 16,-3 4 0-16,-1-1-1 0,-5-1 2 15,0 2-2-15,-1-2 2 16,-11 1 1 0,0 1-1-16,-2-2-1 0,-1 2-1 15,3-4 0-15,2-4-3 16,2-6-12-16,0-6-50 15</inkml:trace>
  <inkml:trace contextRef="#ctx0" brushRef="#br0" timeOffset="187838.19">12930 15698 57 0,'0'0'21'16,"0"0"3"-16,0 0-14 16,0 0-1-16,0 0 0 15,-40-23-4-15,28 23-5 16,-1 0 3-16,-1 0-2 15,1 4 0-15,0 6-1 0,2 2 0 16,2 2 0-16,0 1 0 16,-1 4 0-16,6 1 0 15,0 2-1-15,2-2 1 16,2 0 1-16,0 0 0 16,4-3-1-16,1-5 3 0,6-1-2 15,0-4-1-15,-3-4 2 16,3-3 2-16,-1 0-1 15,1 0 3-15,-1-10 1 16,-2-2-2-16,1-2-3 16,-3-2 1-16,2-2-1 0,-2 3-2 15,-3 1 1-15,3 1 1 16,-4 3-1-16,1 1-2 16,1 5 2-16,1 4-2 15,-1 0-2-15,1 0-4 0,3 4-3 16,1 6 5-16,1 3 3 15,2-2 4-15,1 1-2 16,-1-1 0-16,-1-1 1 16,1-2-1-16,-5-2 0 15,1-2 1-15,-1-1 0 16,0 1-1-16,-2-1 0 0,-1-3 0 16,0 0 0-16,0 0 1 15,-3 0 3-15,1 0 1 16,2-2 2-16,1-6-1 15,-1-2-3-15,1-5-1 16,-1-2-1-16,1-2 1 0,1 1-2 16,-2 1 1-16,0 1-1 15,4 3-1-15,-4 3 1 16,3 2-3-16,-1 5 13 16,2 3-12-16,-1 0-2 0,3 0-5 15,0 6-1-15,-1 5 7 16,1 2 3-16,-1 2-4 15,3 0 5-15,-1 0 0 16,1 2-1-16,0-3 2 16,-1 1-1-16,3 0 0 15,-3 1 1-15,3-2 1 16,-4 3 0-16,3-3-1 0,1-1-14 16,2-4 4-16,-2-5-24 15,1-4 3-15,3-4-21 16</inkml:trace>
  <inkml:trace contextRef="#ctx0" brushRef="#br0" timeOffset="188211.18">13507 15723 85 0,'0'0'23'0,"0"0"18"0,0 0-6 0,0 0 6 16,0 0-32-16,0 0-6 0,0 0-3 15,-47-24-5-15,34 34 4 16,-1 7-5-16,1 3 7 15,0 0-1-15,3 3-1 16,2-1 2-16,5-2-1 16,1-2 1-16,2-6-1 15,0-4-1-15,5-3-3 0,7-5-4 16,0 0 8-16,3-7 1 16,-1-8 7-16,1-1-7 15,-1-4 2-15,-3 1-2 16,0 2 0-16,-1 3-1 15,0 4 0-15,-3 4 0 0,0 5-1 16,2 1-3-16,-3 0-2 16,3 5 2-16,0 3 4 15,3 0 0-15,-2-1 1 16,2-1 0-16,-1-3 1 0,0-2-1 16,-1-1-3-16,0 0-28 15,1-3-42 1</inkml:trace>
  <inkml:trace contextRef="#ctx0" brushRef="#br0" timeOffset="188798.68">13745 15259 109 0,'0'0'1'0,"0"0"0"0,0 0-2 0,0 0-2 16,0 0 0-16,0 0 3 16,0 0-1-16,-33 57 2 15,32-33-1-15,1 1 3 16,0 1-1-16,0 1 1 0,1-3-2 16,4-1 0-16,-2-4 1 15,2 1-1-15,0-5 1 16,-3-2-1-16,1-2 0 15,0 0 0-15,0-5 0 16,-1 0 1-16,1-3 1 0,2 0-1 16,-1-3 2-16,1 0 0 15,1 0 4-15,2 0 5 16,-2-3 0-16,2-2-7 16,1 0-2-16,0 0-2 15,2 3-1-15,-2 1 0 0,2 1-2 16,3 0-2-16,-5 1-2 15,2 7-1-15,-4 2 0 16,-1 1 2-16,-3 3 4 16,-1 2 1-16,-2 1 2 15,0 2 0-15,-3 0 4 0,-7 3 3 16,-2 1-2-16,-3-2-2 16,-2-1-3-16,2-6 0 15,0-1-2-15,1-6 3 16,0-6 7-16,1-1 5 0,1-4-2 15,1-9-3-15,3-5-4 16,4-6 1-16,4-4-6 16,0 0-13-16,8-4-23 15,6 3-25-15,2 0 0 16,2 4-4-16</inkml:trace>
  <inkml:trace contextRef="#ctx0" brushRef="#br0" timeOffset="189156.18">13954 15212 52 0,'0'0'8'0,"0"0"21"0,0 0-8 0,0 0-7 0,0 0-2 15,0 0-10-15,0 0-3 16,0 0-1-16,0 0 2 16,-7 47-2-16,13-22 4 15,-2 4-2-15,4 2 2 16,-3 3-1-16,3 0 1 16,-3-1 0-16,1 0 2 0,-1-2-1 15,-1-3-1-15,-1-1 0 16,-1 0 0-16,0 4 3 15,-2 1-2-15,0 0 1 16,2 2 2-16,0-4-1 16,2-3-8-16,3-6-26 0,1-9-13 15</inkml:trace>
  <inkml:trace contextRef="#ctx0" brushRef="#br0" timeOffset="189625">14157 15699 77 0,'0'0'12'16,"0"0"-10"-16,0 0 6 15,0 0-5-15,0 0 2 16,0 0-4-16,0 0 2 0,0 0 0 16,27 10 2-16,-22-10 0 15,1 0 1-15,-1 0 1 16,1 0-2-16,-1-3 1 15,-1-1 8-15,-1-3 6 16,-1-2-4-16,0-1-5 0,0 0-7 16,0-1-1-16,-2 0-1 15,0 1-2-15,0 3 1 16,0 2-2-16,-2 1-1 16,-4 2-3-16,1 2-2 15,-4 0 6-15,2 6-1 16,-2 4-1-16,-2 7 3 15,4 0-5-15,-4 5 0 0,3 2 5 16,0 1-3-16,4 1 1 16,1-3 1-16,3-2 2 15,0-2 0-15,0-4 1 16,7-2 1-16,1-6-2 0,3-3 4 16,-1-4 2-16,4 0 2 15,0-8 1-15,2-5-4 16,0-6-2-16,3-2-3 15,-1-4-15-15,0-4-51 16,0-2-22-16</inkml:trace>
  <inkml:trace contextRef="#ctx0" brushRef="#br0" timeOffset="190165.58">14309 14797 56 0,'0'0'10'0,"0"0"0"0,0 41 1 16,0-21-1-16,-2 3-4 0,0 0-2 15,-3 0-2-15,5-2-1 16,-2 0 1-16,2-4-1 16,-1-6 1-16,1-3-4 15,0-6-19-15,0-2-58 16</inkml:trace>
  <inkml:trace contextRef="#ctx0" brushRef="#br0" timeOffset="190316.69">14376 14833 133 0,'0'0'6'16,"0"0"-7"-16,0 0 2 0,0 0 9 15,5 54-7-15,-3-29 2 16,2 4-3-16,-4-4-51 16</inkml:trace>
  <inkml:trace contextRef="#ctx0" brushRef="#br0" timeOffset="193607.86">8994 16732 2 0,'0'0'22'0,"0"0"-4"0,0 0-9 0,0 0 1 16,0 0-7-16,0 0 2 15,0 0 2-15,-40-19 1 16,34 19-1-16,0-1 2 0,2 1-1 15,-3-2-2-15,3 2-1 16,-2 0-1-16,3 0-2 16,1 0 0-16,0 0-1 15,2 0 0-15,0 0-1 16,0 0-3-16,0 0 2 16,0 0 0-16,4 0 1 0,3 0 0 15,0 0 1-15,1 0-2 16,4 0 1-16,-3 0 1 15,4 0-2-15,1 0 1 16,3 0 0-16,3 0 0 16,5 0 0-16,2-4 1 0,4 0-1 15,1-3 1-15,5-2-1 16,3 2 1-16,1-3-1 16,-1 2 1-16,2-1-1 15,3 0 0-15,-3 1 0 16,4-3 1-16,0 1-2 0,3 0 1 15,0-2-1-15,-3 1 2 16,2 2-1-16,-3 1 1 16,-2 1-1-16,0 1 0 15,-1 1 0-15,3 2 0 0,-1 0 0 16,-2 0 0-16,1 2 0 16,0-1 1-16,-1 2-1 15,1-1 0-15,3-2 0 16,-3 0 0-16,3 2 0 15,-1-1 0-15,2 1 0 16,-1 1 0-16,0 0 0 0,3 0 0 16,0 0 0-16,1 1 0 15,3 2 0-15,-2 1 0 16,-1-1 0-16,1 1 0 16,-2-1 0-16,-1-3-1 15,5 0 1-15,-2 0 0 16,0 0 0-16,2-7 0 0,-3 0 1 15,2 0-1-15,-1-1 2 16,1 0-1-16,2 0-1 16,2 2 2-16,0-1-1 15,0 1 1-15,3 2-2 0,-3 3 1 16,2-2-1 0,1 2 0-16,-1 0 1 0,0-3 0 15,2 3 0-15,-4-3 1 16,1-2-1-16,2 3 1 15,-1-1-1-15,2-1 0 16,-1-1 0-16,3 2-1 0,-3-1 2 16,5 2 12-16,-2 0-9 15,3-1-3-15,-2 1-1 16,-1 0 0-16,1 1 0 16,-3-1 1-16,3 0-1 0,-3 1 0 15,0 0 1-15,1 0-2 16,-3 0 1-16,-1 1-1 15,-2-1 1-15,-2 2 3 16,-1-2 0-16,-4 2 0 16,0 0-2-16,0 0-2 0,0 2 1 15,-2 3 0-15,0 1-3 16,-1-2 4-16,-7-1-1 16,-2-3 2-16,-1 0 8 15,-4 0 5-15,-2 0-6 16,0-6-1-16,-2 3-4 15,0-3-1-15,-2 1 1 16,-3 1-5-16,0 1 1 0,-5 0-1 16,-2 0 1-16,-3 2-1 15,0-1 0-15,-3 0 1 16,-1 1-1-16,0 0 0 16,-1 1 0-16,1-1 0 15,-5-1 1-15,2 2-1 0,-1-1 0 16,-4 0 2-16,0-1 0 15,0-1 19-15,0-1-5 16,0-1-12-16,0-4-1 0,0-3-1 16,0-1-1-16,0-4 0 15,2-5 0-15,-1-4 1 16,1-5-1-16,0-5 0 16,2-5-1-16,0-4 1 15,0-2-1-15,1-1 4 16,0 0-7-16,-2-4 6 15,-1 1-3-15,0 0 0 16,0-2 0-16,0-1 0 0,0-2 0 16,0-1 0-16,0-1 0 15,0 2 0-15,0 4 0 16,-1 3-4-16,-1 4 5 0,0 7-1 16,0 5 0-16,0 3 0 15,-4 0 0-15,1 3-1 16,-3 2 0-16,0-1 1 15,1 2 0-15,-4-2-1 16,2 2 1-16,-1 0 1 16,-3 4-2-16,1 0 1 0,-1 5-3 15,-5 0 1-15,3 4 0 16,-5-1 1-16,1 3 0 16,0 2-1-16,-5-2 2 15,4 2-2-15,-5 0 1 16,1 0 1-16,-2-1 0 0,-2 0 1 15,-2 0-1-15,-1-1 0 16,0 2-2-16,-6-1 4 16,1 1-4-16,-7 1 5 15,3 0-5-15,-4 3 5 16,1 0-5-16,-3 2 1 0,4 1 0 16,-5 0 1-16,1 0 1 15,-3 4-3-15,0 3 4 16,-3 0-3-16,0 1 0 15,0 0 2-15,0-1-1 16,-1 3 0-16,0-3 1 0,1 0-1 16,0-1 0-16,0 0 0 15,3 1 0-15,2-1 0 16,1-1-1-16,-1 2 1 16,0 0-1-16,0 0 1 15,-1 2-2-15,-4 0 2 0,4-1-3 16,-4 2 2-16,1 1 2 15,0-1-1-15,-3 3-1 16,1-3 2-16,-2 1-1 16,-1-2 1-16,0 0-1 15,1-1-1-15,-1-1 3 0,0 0-2 16,-4 2 1-16,0-1-1 16,-1 2-1-16,-1 0 0 15,1 0 1-15,-1 0 0 16,1-2 1-16,3 1-1 15,0-2 1-15,2-3-1 16,4 0 0-16,2-3 1 0,-4 0-1 16,1-1 1-16,-3 0-1 15,-2 0 0-15,-1 0 0 16,-1 0 0-16,-3 0 1 16,-2 2-2-16,-2 2 1 0,-1 1 0 15,1 3 0-15,-2 0 0 16,4 1 0-16,1-1-1 15,2-2 1-15,1-1 0 16,3 0 0-16,-2-3 0 16,2 0-1-16,1 2 1 0,-1-1 0 15,-2 1 0-15,2 2 1 16,-1-2-1-16,0-1 1 16,1 3-1-16,-2-1 0 15,-3 1 0-15,1 0-3 16,0 1 2-16,-3 2-2 0,1-1 0 15,2 3-1 1,-1 0 1-16,3 1 2 0,0 1 0 16,2 1 1-16,2-1-1 15,1 2-1-15,1 0 2 16,1-1-2-16,2 0 3 16,1-1-1-16,4-2 0 0,-1-2-3 15,3-3-3-15,-3-1 2 16,2-4 3-16,1-1 1 15,2 0 0-15,-1 0 0 16,6-1 0-16,2-4 0 16,3-1 1-16,3 1-1 15,1 0 2-15,4 1-2 0,1-1 0 16,3 5 0-16,1 0-2 16,-1 0 1-16,5 0-1 15,1 7-1-15,5 3 1 16,0 2 2-16,5-1-2 0,2 3 2 15,0 0 0-15,3 1-1 16,6-1-1-16,4 0 1 16,-2-1 0-16,2 1 0 15,1 1 0-15,-3 0 1 16,-1 3 0-16,0 4-1 0,-3 6 1 16,-1 3-1-16,-4 9 1 15,0 7 0-15,0 5-1 16,-2 5 2-16,0 3-1 15,0 2 0-15,0 2 1 16,0-2-1-16,0-2 1 0,0-3-1 16,0 0 0-16,0-4-1 15,0-1-2-15,0-1 0 16,2-2 2-16,2-1-1 16,-1-4 1-16,3-5 1 0,3-6 0 15,2-4 0-15,0-4-2 16,5-3-3-16,-1-3 2 15,2-2 1-15,4-2 2 16,-2-4-1-16,5 0 1 16,0-3 0-16,5-3 1 15,3-3-1-15,8-2 2 0,0 0 1 16,8-6 0-16,5-7 1 16,9-4-1-16,8-3 0 15,2-1-2-15,10-3-13 16,-2 0-47-16,3-5-65 15</inkml:trace>
  <inkml:trace contextRef="#ctx0" brushRef="#br0" timeOffset="-203174.87">18998 13280 53 0,'-2'0'18'0,"0"0"-1"0,0-3-8 0,2 1 2 15,-2-3-4-15,1 1 2 16,0 0-3-16,0 1 4 0,1 2 0 15,0-2-7-15,0 1-1 16,0 0-2-16,0 1 0 16,0-3 2-16,2 1-2 15,4-1 0-15,2 0-4 0,3-1 8 16,-3 1-3-16,2 0-1 16,0 0 1-16,-1-2-1 15,0 5 1-15,1-2-1 16,1 2 1-16,-2 1 1 15,1 0 1-15,2 0-1 16,-3 0 0-16,-3 2-2 0,3 5 0 16,-3 2 0-16,2 1-2 15,-3 1 2-15,3 2 0 16,-2 1 2-16,2-1-2 0,-3 1 1 16,0 0-1-1,0 2 0-15,-3 0-1 0,-2 2 1 16,0 2 0-16,0 1 1 15,-2 6 0-15,-6 2-1 16,1 3 0-16,-5 3 1 16,2 2-1-16,-1 2 0 15,0 4 1-15,1-1-1 0,3 3 1 16,3 0 0-16,2-1 0 16,2-1-1-16,0-2 0 15,11-7 0-15,0-3 1 16,7-5-1-16,-3-5-1 15,4-3 4-15,3-5-1 0,-4-3-2 16,4-4 1 0,-2-2 2-16,0-3 0 0,-4-1 6 15,-3 0-3-15,-4 0-1 16,-2 0-3-16,-4 0 0 16,-3 0 2-16,0 0 13 15,0 0-13-15,-5 5 0 0,-7 6-5 16,1 3 0-16,0 8 0 15,-1 3 2-15,2 9-1 16,2 5 1-16,2 2-1 16,2 2 1-16,4 0-1 15,0 0 0-15,2-2 1 0,8-1-1 16,0-2 0-16,3 0 1 16,-1 1-1-16,-5 2 0 15,1-1 1-15,-3 0-1 16,-4-1 0-16,-1-2 0 15,0-1 0-15,-6-2 0 0,-6-2 0 16,0-3 0-16,-5 2 0 16,-2-2 0-16,-1-2 0 15,-3-2 0-15,-1 0-1 16,-3-1 1-16,0-3-2 16,-1-6-41-16,1-6-57 15</inkml:trace>
  <inkml:trace contextRef="#ctx0" brushRef="#br0" timeOffset="-195811.48">16788 13109 44 0,'-5'0'6'16,"-4"0"0"-16,3 0-4 0,-4 0-1 0,0 0-1 15,3 0 0-15,-2-2 1 16,0 1 1-16,0-2 13 0,0 0 3 16,-3-1-6-16,1 2-5 15,0 0-2-15,-2 0-2 16,2 2-3-16,-5 0 0 15,3 0 0-15,-4 3 0 16,3 1 0-16,-3 0 0 0,1 2 0 16,-1 1 1-16,-3 0 2 15,3 2-1-15,-2 2 0 16,-2 2 1-16,0 1-2 16,-4 3-1-16,-1 2 0 0,-2-1 0 15,-1-1 0-15,0 2 1 16,1-2-1-16,-1 0 0 15,-2 0 1-15,2 0-2 16,2 0 2-16,0 1-1 16,-1-1 0-16,2 2 0 15,1 2 0-15,-2-4 0 16,3 3 0-16,-3 1 0 0,1 3 0 16,1-2 0-16,0 2 0 15,3 1 0-15,-1-1 0 16,3 2 0-16,-1 0 0 15,2-1 0-15,-1 3 0 16,4-1 0-16,0 2 0 0,3 0 1 16,-1 2-1-16,2 0 0 15,1-1-2-15,-2 3 4 16,3-2-2-16,-2 0 0 16,2 0 1-16,1 2-1 15,2-3 0-15,-2 2 0 0,4 2 1 16,1 4-1-16,-1 1 0 15,2 2 0-15,2 2 0 16,-1-3 0-16,2-2 1 16,0-1-1-16,0-6 0 0,2-1 1 15,3-2 0-15,4 0-1 16,2 0 2-16,-1 2-1 16,0 0-1-16,2 1 1 15,0 0-1-15,-1-1 1 16,3-1 0-16,-3 1 1 15,3-1-2-15,1 1 0 0,-1 2 1 16,1 1-1-16,1 1 0 16,0 2 0-16,4-5 1 15,-1 0-1-15,4-4-1 16,0-5 1-16,3-2 2 16,1-2-1-16,0 0 2 0,2-2-1 15,-1 1-1-15,2 2 0 16,-1 0 0-16,2 1 0 15,-1 1 1-15,1 1-2 16,2-1 0-16,-1-2 0 16,2-2 0-16,2 0 0 15,-3-3 0-15,2-1 2 0,-4-1-1 16,0-2 1-16,-1 3 0 16,-1 1-1-16,0-1-1 15,1 1 1-15,0 0-1 16,2 1 0-16,2-2 0 15,0-2-2-15,2 0 4 0,2 1 1 16,1-4 10-16,1 3 0 16,-2-5-6-16,2 4-4 15,1-1-1-15,-1-2 0 16,-2 0-2-16,2 0 1 16,-4-1 2-16,-1-1 0 0,1 1 2 15,-3 0 1-15,3-1-2 16,-2 2-1-16,5-1-1 15,0 1 1-15,3-1-1 16,-1 0-1-16,-4 1 0 16,3-2 0-16,-1-2 1 0,1 0-2 15,-2-1 1-15,2-1 8 16,-2-1-7-16,1 0-1 16,1 0-1-16,-2 0 1 15,-1 0-1-15,0 0 0 0,-3 0 1 16,0 0-1-16,1 0 0 15,2 0 0-15,-1 0 1 16,4-1-1-16,0-4 0 16,-1 2 1-16,-2-2-1 15,-1-1 0-15,-2 2 1 16,-3 1-1-16,-3-1 0 0,-1 2 0 16,1-1 0-16,-2-3 0 15,1 2 2-15,0-3-2 16,2-1 1-16,-2-2-1 15,3 1 1-15,-3 1-1 16,-1-1 0-16,0 2 1 0,-1-4-1 16,-1 2 0-16,0-2 0 15,3 0 0-15,-1-5 1 16,3-1-1-16,7-3 1 16,-3-1 0-16,5-2-1 0,-2-1 1 15,3 1-1-15,1-1 0 16,-3 0 0-16,1 0 0 15,-4-2 1-15,1 2-1 16,-1-3 0-16,1 1 0 16,-2-2 0-16,-1 1 0 0,0-3 0 15,-3 1 0-15,-6-3 0 16,1-2 1-16,-2 0-1 16,-4-1 1-16,-1-1-1 15,-1-1 1-15,0-1 2 16,-3-1 0-16,1-3-2 15,-5-1 0-15,0-1-1 16,2-1 0-16,-6-1 0 0,1 1 0 16,0-1 1-16,2 1-1 15,-2-2 0-15,-1 0 0 16,1 3 0-16,-1 1 0 16,-1 2 0-16,1 0 0 15,-4 3 0-15,2 1 0 0,-3-2 0 16,1-1 0-16,0-2 0 15,0 0 0-15,-1-2 0 16,0-1-1-16,0 2 1 16,-4 3 1-16,-1 0-1 0,-4 0 0 15,0 5-1-15,2-1 2 16,-6-1-1-16,1 0 1 16,-3 5-1-16,1-1-3 15,-2 3 5-15,-3 3 3 16,1 0-2-16,0 5-1 15,-2 0-2-15,-1 2 3 0,-1-1-2 16,-3 1 0-16,-3 0-2 16,-3-1 1-16,-1 1-1 15,-6-1 1-15,-2 0 0 16,0 2 0-16,-1 1-1 16,-3 1 1-16,-1 0 0 15,-3 5 1-15,3-1-1 0,-5 3-1 16,1 2 2-16,-3 3-3 15,1 0 1-15,-2 3 1 16,-5 1 0-16,0-1 0 16,-1 0 0-16,-5-2 1 0,0-1-1 15,0-3 0-15,-3 0 1 16,2-3 0-16,0 1 0 16,2 2-1-16,-2-1 1 15,0 5-1-15,-1 3 0 16,-1 1 0-16,-3 1-1 15,-7 14-1-15,-2 1 2 16,-1 7 0-16,1 2-1 0,0 1 0 16,-1 2 0-16,2 1-4 15,4-1-2-15,2-2-4 16,1-1-18-16,-3-1-31 16,1-6-25-16</inkml:trace>
  <inkml:trace contextRef="#ctx0" brushRef="#br0" timeOffset="-194940.9">14553 15541 41 0,'2'3'0'0,"0"0"1"0,-1 4-1 0,1-4 2 16,1 3-1-16,0-1 0 15,1-3-1-15,-2 1 2 16,1-3 3-16,4 0 18 0,-3 0 9 15,3-3-1-15,4-10-11 16,9-7-8-16,3-10-4 16,12-11-1-16,14-14 0 15,11-15-2-15,15-11-4 16,12-17-2-16,7-7-57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24:34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4812 8368 19 0,'-2'0'14'0,"-1"0"2"0,2 0 1 15,0 0 2-15,-1 0-8 16,2 0-3-16,0-3-4 0,-2 1-2 15,2 0-1-15,0-3-2 16,0 1 1-16,2-1 0 16,3 0 1-16,1-3-1 15,4-1 0-15,-2-1 0 16,-1 2 0-16,0-1 1 0,4 3-1 16,-2-1 1-16,-1 0 0 15,4 4 0-15,-1 2-1 16,-2-2 0-16,0 3 0 15,2 0-1-15,-2 3 1 16,-1 4 0-16,-2 2-1 16,1 2 0-16,-1 2 1 15,-4 0 0-15,2-1 1 0,-1 1-1 16,-3 1 0-16,0 1 1 16,0-1-1-16,0 0 0 15,0 3 0-15,-9-3 0 16,2 2 1-16,-3-2 3 0,0-3-7 15,1 1 7-15,-2-4-2 16,2 1-1-16,2-5 0 16,1 0 0-16,1-4 1 15,1 0 3-15,2 0 0 16,2 0-2-16,0-7-3 0,0-3 0 16,0 1 1-16,0-2 0 15,4 0-1-15,3-2 0 16,1-1 0-16,0 4 0 15,0-1 0-15,1-2 0 0,2 3 2 16,-1-2-2 0,-1 0 0-16,1 0 0 0,2 0 1 15,-5-1-1-15,3 0 0 16,0-1 0-16,-3 1 0 16,1 0 1-16,-3 3-1 15,2-1 0-15,-3 1 1 0,0 3-1 16,-1 2 1-16,-3-3-1 15,2 4 0-15,-2 0 1 16,0 0-1-16,0 2 1 16,0-1 0-16,0 2 2 15,0-1 2-15,0 2-2 16,0-1 0-16,-2 1-3 0,2 0 0 16,0 0 0-16,0 0 0 15,0 0 0-15,0 0-5 16,-2 0 3-16,0 4 2 15,1 3-1-15,-1 3-1 16,2 0 4-16,-2 2-2 0,0 1-2 16,2-1 2-16,0 1 0 15,0 0 0-15,0 1 0 16,2-3 0-16,2 1 2 16,1-2-1-16,1 1-1 0,-2-1 0 15,3-2 1-15,0 1 0 16,0-3-1-16,4-1 1 15,0-1 0-15,5-3 2 16,6-1-3-16,1-5-20 16,1-11-97-16</inkml:trace>
  <inkml:trace contextRef="#ctx0" brushRef="#br0" timeOffset="111.44">5324 8299 200 0,'0'0'18'0,"0"0"-21"0,0 0 3 0,7 55-2 0,-1-26 2 16,2 3 3-16,-2-7-26 16</inkml:trace>
  <inkml:trace contextRef="#ctx0" brushRef="#br0" timeOffset="1100.83">7421 8300 9 0,'0'0'15'0,"0"0"-6"0,0 0-6 16,45-2-1-16,-36 8 0 15,-1 4 0-15,-3 1 3 16,4 2-1-16,-7 0-2 0,0 1 3 16,-2 0 1-16,0 0-1 15,-2 1 2-15,-9-1 4 16,2 1-3-16,-2-2-6 16,1-2 8-16,1-2-8 15,3-2 1-15,0-3 0 0,2-2-2 16,2-2 3-16,2 0 9 15,0 0 16-15,0-7-15 16,5-5-7-16,2-2-5 16,2-3-1-16,-1-3 0 15,2-1 0-15,-3-3 0 0,1-2-1 16,-1-1 0 0,2 2 1-16,-5 0-1 0,1 4 0 15,-3 3 1-15,0 5-1 16,-2 2 1-16,0 5 0 15,0 0 2-15,0 6 0 16,0 0-4-16,0 0 1 0,0 6-3 16,0 5-1-16,-2 6 3 15,2 1 0-15,0 1 1 16,0 5 0-16,0-5 0 16,0 4 1-16,2-4 0 15,2-2-1-15,3-2 1 0,3-3 2 16,-1-2-2-16,6-1-5 15,1-5-26-15,2-2-12 16,-1-2-64-16</inkml:trace>
  <inkml:trace contextRef="#ctx0" brushRef="#br0" timeOffset="1407.04">7691 8372 134 0,'0'0'4'0,"0"0"4"0,0 0-5 0,0 0-1 0,0 0-1 16,36-33-1-16,-27 32 0 16,4 1 0-16,0 0-1 15,-1 4 0-15,-3 5 0 16,0 5-1-16,-3 0-1 16,-2 5 1-16,-4 0 1 0,0-1 1 15,0 1-2-15,-4-3 4 16,-3-3-3-16,3-3 3 15,-2-3 1-15,2-3 0 16,4-1 3-16,0-3 12 16,0 0 3-16,12-3-11 15,9-7-2-15,10-3-1 0,9-5-3 16,7-6-4-16,6-6-26 16</inkml:trace>
  <inkml:trace contextRef="#ctx0" brushRef="#br0" timeOffset="2425.46">10101 8085 12 0,'0'0'9'0,"0"0"-3"0,0 0 3 0,0 0 2 16,0 0 8-16,0 0 0 16,0 0-2-16,0 0 0 15,0 0-10-15,0 0 0 16,0 0-5-16,0-31-5 16,0 31 0-16,0 6 1 15,0 3 1-15,0 1 1 0,0 0 0 16,0 2 0-16,4 0 1 15,2 0-1-15,-1-1 1 16,2-2 0-16,-1-1 0 16,1-2 2-16,0 0-2 15,4-1 0-15,-2-5 1 16,2 0 1-16,3 0 1 0,-1 0-1 16,2-8-2-16,-2-1 1 15,0-2-1-15,-2-2 1 16,-1-1 0-16,0 0 5 15,-4 1-3-15,1-4-2 16,-1 3 0-16,-3 0-1 0,-1 2-1 16,1 2 0-16,-1 3 1 15,-2 2-2-15,2 3 1 16,-2 2 0-16,2 0-3 16,-2 0 0-16,0 4 1 15,2 5 0-15,-1 1 1 0,1 2 1 16,2 0 1-16,0 3-1 15,1-2 0-15,2 3 0 16,0-1 0-16,-1 1 1 16,1 0-1-16,2-2 1 15,-4 3-1-15,1 1 0 0,-2 1 0 16,-1 1 2-16,-1-2-2 16,-2 2 0-16,0 1 0 15,-2-2-2-15,-5-1 2 16,-7-2 2-16,1-2-1 15,-3-3 6-15,-3-2-3 16,0-3 6-16,0-4-2 0,1-2 0 16,5 0 2-16,1-1 4 15,9-10-1-15,3-5-4 16,0-4-4-16,15-4-5 16,8-6-2-16,7-4-38 0,8-4-95 15</inkml:trace>
  <inkml:trace contextRef="#ctx0" brushRef="#br0" timeOffset="8016.87">10899 10676 48 0,'0'0'3'0,"0"0"-2"0,0 0 0 0,0 0-2 16,0 0-7-16,0 0-1 15,0 0 7-15,0 0 2 16,0 0 1-16,0-2 3 0,0 2 4 15,0 0-5 1,0 0-2-16,0 0-1 0,1 0 0 16,0 0 0-16,3 0 0 15,-2 0 0-15,2 0 0 0,-2 0 0 16,3 0 0-16,0 2 0 16,-3 0 0-16,1 1 0 15,0 1 0-15,0-1 0 16,1 3 0-16,-2-2 1 15,0 1-1-15,2-1 1 16,0 0-1-16,0 0 1 16,0-1-1-16,3 0 1 0,-2-2 2 15,2-1-4-15,-1 0 2 16,3-1 13-16,-1-9 6 16,6-3-3-16,2-6-5 15,6-4-2-15,4-5-2 16,3-7-1-16,4 0-3 0,1-2 0 15,1-1-2-15,0 2 1 16,-1 2-3-16,0 6 1 16,2 3-1-16,-3 3-1 15,-4 3-4-15,-5 2-42 16</inkml:trace>
  <inkml:trace contextRef="#ctx0" brushRef="#br0" timeOffset="9793.2">11015 12015 10 0,'2'1'11'0,"0"2"-6"0,2-1-2 0,-2 0-1 0,3 1 0 15,-1-1-2-15,2-2 2 16,0 0 1-16,-1 0 10 0,1 0 3 16,1-6-4-1,4-1-3-15,0-4-1 0,3-2-2 16,1-4 0-16,3-3-1 16,-1-1 3-16,4-2 5 15,-2-1-1-15,4-2-4 16,0 2-1-16,-1 0-2 0,2 1-3 15,1-2 0-15,2 0-2 16,0 0 0-16,2-1 1 16,2 2-1-16,-3 1 0 15,1-1 0-15,-1 4 0 16,-2 2 0-16,-3 4-3 16,-5 2-14-16,-7 5-38 0</inkml:trace>
  <inkml:trace contextRef="#ctx0" brushRef="#br0" timeOffset="10758.75">10898 13168 72 0,'0'0'0'0,"0"0"0"0,0 0 0 0,0 0 0 16,0 0 0-16,0 0 0 15,0 0 0-15,0 0 0 0,14 37 0 16,-11-33 0-16,-1 1 0 16,0 0 1-16,0 1-1 15,2 1 0-15,-2 0 0 16,1 0 1-16,1 1 1 15,2-3-2-15,0 1 0 0,2-3 0 16,-1-2 2-16,2-1-1 16,3 0 1-16,0-10 0 15,2-3 2-15,1-4 0 16,6-7 4-16,-2-3-3 16,6-4 2-16,0-4-1 15,2 2 10-15,-4-3-8 16,1 4-3-16,0 3-2 0,-3 2-2 15,-2 5-1-15,-1 4 1 16,-1 4-1-16,0 4 0 16,-1 3-1-16,-3 7-2 0,-4 0-17 15,-2 12-31-15</inkml:trace>
  <inkml:trace contextRef="#ctx0" brushRef="#br0" timeOffset="11664.06">10848 14381 1 0,'0'0'47'0,"0"0"-45"0,0 0-1 0,0 0 4 15,0 0 0-15,0 0 7 16,0 0-8-16,0 0-3 15,0 0 0-15,0 0-3 16,0 0 4-16,0 0 0 16,8 17-1-16,-6-8-1 0,2-1 0 15,1 2 0-15,-1-1 0 16,-1 0 1-16,1 0-1 16,0 2 0-16,0-5 0 15,-1 1 0-15,2-1 0 16,-1-4 1-16,3 0 0 15,-1-2 1-15,6-2 2 0,-1-9 4 16,5-3-1-16,1-6-1 16,4-4-1-16,0-4 1 15,6-6 1-15,1-3-1 16,3-4-2-16,0-2 3 16,2-1-3-16,0 1 0 0,0 1 0 15,-2 3-2-15,-2 5 2 16,-2 0-4-16,0 6 0 15,0 2 0-15,-1 5 0 16,-6 1 0-16,0 5 0 16,-3 2 0-16,-2 4 0 0,-1 2 0 15,-2 1-2-15,0 2-1 16,-5 3-4-16,-1 1-10 16,-3 0-20-16</inkml:trace>
  <inkml:trace contextRef="#ctx0" brushRef="#br0" timeOffset="14994.36">18048 8811 96 0,'-4'0'3'0,"2"0"4"0,0 0 2 0,1 0-2 0,1 0-3 16,0 0-2-16,0 0-2 15,0 0-1-15,-2 1 2 16,0 6-2-16,0 5 1 16,-2 2 0-16,0 6 1 15,0 4 0-15,-2 6 2 16,2 8-3-16,1 5 1 0,-2 2 0 15,2 5 0-15,1 0 0 16,2 1-1-16,-2 0 1 16,2-3 0-16,0 3-1 15,0 2 1-15,0-3 0 16,0-2 0-16,0-1 3 0,4-2 0 16,0-1 1-16,2-3-2 15,-3-1-3-15,1-3 1 16,2-3 0-16,-3-4-1 15,0-2 1-15,0-6-1 16,0-2 1-16,-1-5 1 0,0-5-2 16,-2-10-38-16</inkml:trace>
  <inkml:trace contextRef="#ctx0" brushRef="#br0" timeOffset="16019.14">18055 8869 61 0,'0'0'5'0,"0"0"0"0,0 0-2 0,0 0-3 15,0 0 0-15,0 0 1 16,0 0 0-16,0 0-1 0,0 0 1 16,0 0 5-16,0 0 1 15,0 0 6-15,0 0-2 16,-5 0-6-16,5 0-7 16,0 0 4-16,3 0-1 15,1 0-1-15,3 3 1 16,-2 0 0-16,5 0-1 0,-3 2-1 15,3 1 0-15,1 0 2 16,1-1 0-16,2 5 0 16,1-3 0-16,2 2 0 15,3 2 1-15,0-2 1 0,4 2 1 16,3 3 0-16,-2 0-2 16,4 2 0-16,2 3 1 15,3 3-2-15,2-1 1 16,4 4-1-16,4 0-1 15,1 0 1-15,4-1 0 0,-4 0-1 16,4 0 2-16,-3-3 4 16,2-1 0-16,-1 1-4 15,4-1 2-15,-1-1-2 16,-1-1-1-16,0-1 1 16,-3 2-1-16,0-4 1 0,-3 0-1 15,1 0 1 1,-5-3-1-16,0-1 0 0,-1-4 0 15,-5 2-1-15,-2-2 1 16,-6 0 0-16,-2-1-1 16,-6 3 1-16,-7 0-2 15,-5-1-10-15,-5 4-39 0,-3-1-38 16</inkml:trace>
  <inkml:trace contextRef="#ctx0" brushRef="#br0" timeOffset="17015.87">18045 9988 39 0,'0'0'10'0,"0"0"3"0,0 0 7 15,0 0-3-15,0 0-8 16,0 0-3-16,0 0-3 16,0 0-3-16,0 0 0 15,0 0 0-15,0 0 2 16,0 0-2-16,0 0 1 0,-3 2-5 15,3-2 3-15,3 0 3 16,5 0-2-16,3-3 2 16,2-2-2-16,1 1 1 15,1-3-1-15,1 0-1 16,2 0 2-16,5-3 2 0,1 0 0 16,3-1 1-16,4 0 0 15,-1-1-2-15,3-2 0 16,2-1 0-16,1 1 2 15,0-1 3-15,0 1 2 16,1-1-3-16,1 4-1 0,-1-2-3 16,0-1-1-16,-3 3 0 15,1-1-1-15,-1 1 0 16,2-2 1-16,-2 2-1 16,2-2 0-16,3 0 1 15,1 1-1-15,1-1 0 16,-3 1 0-16,-1 1 0 0,-1 1 0 15,-7 0 1-15,-1 2-1 16,-2 1 0-16,-6-1 1 16,0 3-1-16,-1-3-1 15,-1 3 2-15,1-1-1 0,-1-1 0 16,-2 0 1-16,4 2 1 16,-3-1 3-16,-2-1 3 15,-2 2-2-15,0 1 1 16,-2 1-3-16,-4 0 0 15,0 2-3-15,-4-2 0 16,0 3 0-16,0 0 1 0,-3 0-2 16,1 0 0-16,-1 0-9 15,0 0-46-15,-5 0-36 16</inkml:trace>
  <inkml:trace contextRef="#ctx0" brushRef="#br0" timeOffset="18160.38">16935 9221 29 0,'0'0'4'0,"0"0"0"0,0 0-1 0,0 0 2 0,0 0-4 16,0 0 4-16,0 0 1 16,0 0 1-16,0 0 2 15,0 0-5-15,0 0 0 16,0 0-4-16,-40-15 0 0,29 15 0 16,6 0-4-16,-3 0 4 15,3 0 1-15,-1-1 0 16,0 0 1-16,2 1 0 15,-1 0 1-15,1-1-1 16,0 1-1-16,-2-2 0 0,3 2-1 16,-5 0 0-16,2 0 1 15,0 0-1-15,-1 0 4 16,-2 0 1-16,3 0 1 16,3 0 0-16,-3 0-2 15,4 0 2-15,0 0-1 0,2 0 5 16,0 0-2-16,0 0-11 15,0 0 3-15,0 0 2 16,0 0-2-16,3 0 0 16,4 0 1-16,0 2 1 15,4-2 1-15,3 0-1 16,4 0 1-16,3 1 0 16,0-1-2-16,6 0 0 0,0 0 0 15,1 0-1-15,4 0 0 16,-1 0 1-16,1 0 0 15,1 0-1-15,-1 0 2 0,-1 0-1 16,2 0 0-16,-4-1 0 16,2 1 1-16,-3 0-1 15,1-2 0-15,0 1 0 16,0 1 1-16,-1-1-1 16,-1-1 2-16,2 0 1 0,0 1-3 15,-4 0 0-15,0 0 1 16,-1-1-1-16,-3 2-1 15,0 0 1-15,-3 0-1 16,0 0 1-16,-2 0 0 16,-1 0-1-16,0 0 1 15,0 3 0-15,-1-3 1 0,-1 1-1 16,0-1 1-16,-2 1-1 16,-2 0 0-16,1 0 0 15,0-1 1-15,-3 0-1 16,1 0 3-16,2 0-1 0,-5 0 0 15,3 0 0-15,-3 0 1 16,0 0-1-16,3-2 0 16,-2 1-1-16,2 0-2 15,2-2 0-15,0 3 0 16,3 0-1-16,-1-1-23 16,-1 0-52-16</inkml:trace>
  <inkml:trace contextRef="#ctx0" brushRef="#br0" timeOffset="19235.25">16814 9865 54 0,'0'-3'15'0,"1"1"-3"0,-1 0-3 0,1 0 0 16,0-1 3-16,0 2-1 16,0-1-4-16,-1 2-1 15,1 0-3-15,0 0-2 0,1 0-1 16,0 0 1-16,3 0-1 16,2 0 0-16,0 0 0 15,4 0 0-15,2 0 1 16,2 0 0-16,2 0 2 15,3 0-2-15,-2 0 1 16,6 0-1-16,-1 0 1 0,0 0 0 16,3 0 0-16,2 0 1 15,1-1-1-15,-1-2-1 16,1 1 1-16,1 0 0 16,-1-1 3-16,1 0 0 15,-1 0-2-15,0 2-2 0,-1 1-1 16,0-1 1-16,-2 1 1 15,1 0-2-15,-2 0 1 16,0-2-1-16,-2 2 0 16,2-1 0-16,-2-1 1 0,-2 1-1 15,3-2 2-15,-4 0-2 16,2 0 2-16,-3 1 0 16,0-1-1-16,1 0 3 15,-4 0-1-15,0 0 2 16,-1 0-2-16,-4 3 0 15,1-2-2-15,-3 0 0 16,2 2-1-16,-2-1 1 0,0 1-1 16,2 0 0-16,-4-2 0 15,1 2 0-15,4-2 1 16,-3 2-1-16,2-1 1 16,1-3-1-16,-2 4 1 0,1-1-1 15,-4-1 0-15,0 2 0 16,-3 0 0-16,-1 0 1 15,-1-1-1-15,-1 1 1 16,0 0 1-16,1 0 4 16,-2 0 7-16,0 0 0 0,0-2-5 15,0 2-3-15,2-1-4 16,0 1-1-16,-1 0 1 16,1 0-1-16,1-3-1 15,3 3 1-15,-4 0 1 16,1 0-2-16,0 0 1 0,2 0-1 15,-3 0-8-15,1-3-19 16,0-2-37-16,1-5-52 16</inkml:trace>
  <inkml:trace contextRef="#ctx0" brushRef="#br0" timeOffset="20922.05">15975 9128 109 0,'-1'0'4'0,"-1"0"3"0,0-2-3 0,-2 1-3 15,0-2 3-15,2 3 1 16,0-1-2-16,0-1 4 16,2 0 2-16,0 0 3 15,0 0-9-15,6-1-1 16,4-1-2-16,0-3 1 0,2 2-1 16,2 0 0-16,-1 0 1 15,1 0 2-15,0 3-1 16,-1 0 1-16,-2 2 0 15,1 0-3-15,-2 1 0 16,-3 7-1-16,3 0 1 0,0 3 0 16,-3-1 0-16,1 3 0 15,-4-2 0-15,-1-1-2 16,-3 0 1-16,0 0 1 16,0-1 0-16,-4-2-1 15,-3 0 3-15,-2 0 0 16,-1-3-2-16,4 0 1 0,-3-2-1 15,5-2 2-15,-1 0-1 16,1 0 1-16,3 0 1 16,1-3-1-16,0-2 1 15,0-1-3-15,0-1 0 16,1-2-1-16,6-1 1 0,-1 1-3 16,3 0 4-16,-2-1-3 15,4 0-2-15,-2 2 1 16,-2-1-3-16,4 0 3 15,-6 1 2-15,1 1 0 16,-3 1 1-16,-1 0 0 0,0 2 0 16,-1 1 1-16,-1 2-1 15,0 1 1-15,0-1 1 16,0 1 5-16,0 0-2 16,0 0-2-16,0 0-5 15,0 0 1-15,0 7 1 0,0 0 0 16,0 1 1-16,1-1-1 15,5 3 0-15,0-3 0 16,2 2 1-16,1-2-1 16,2-3 0-16,1 3 1 15,1-4 0-15,3 0-1 0,0 0-1 16,3-3-13-16,-1 0-22 16,-2 0-17-16,0-3-25 15</inkml:trace>
  <inkml:trace contextRef="#ctx0" brushRef="#br0" timeOffset="21057.4">16404 9093 44 0,'0'0'19'0,"0"0"20"0,0 0-5 0,0 0-10 15,0 0-2-15,0 0-18 16,0 0-8-16,0 0 2 16,0 0 0-16,15 49 2 15,-9-21-11-15,-2-1-41 0</inkml:trace>
  <inkml:trace contextRef="#ctx0" brushRef="#br0" timeOffset="22240.42">16014 10018 19 0,'0'0'3'0,"0"0"-1"16,0 0 5-16,0 0 6 15,0 0 4-15,0 0-1 16,14-37 2-16,-9 29-2 15,1-1 0-15,0 2 4 0,3 1-10 16,-2 2-7-16,0 0-2 16,0 1-1-16,1 2 0 15,-1 1 0-15,0 0-1 16,-1 0 1-16,1 0 0 0,-1 1 0 16,2 3-1-16,-5 3 0 15,1 0 0-15,0 2-1 16,0-1 2-16,-4-1 0 15,0 1 0-15,1-1 0 16,-1 1 0-16,0-2 0 16,0-2 0-16,0 2 0 0,-1-2 0 15,-1 0 2-15,2-2-1 16,-2-2 0-16,2 0 0 16,0 0 2-16,0 0 0 15,0-2-2-15,0-5 0 16,2 0-1-16,2-1 2 0,1-1-2 15,2-1 0-15,0 0 0 16,0-4 1-16,0 3-2 16,1-2 2-16,1 1-2 15,-4 1 1-15,-1 4 0 16,0 0 0-16,-2 3 0 0,-2-1 0 16,0 4 1-16,0 0 1 15,0 1 0-15,0 0-2 16,0 0-3-16,2 0 2 15,-2 5 0-15,0 4 1 16,1-2 0-16,-1 4 0 16,3-1 0-16,-2 0 0 0,2 2 0 15,1-1 0-15,-1 0 0 16,1 1 0-16,2-2-5 16,-3 0-15-16,4-2-1 15,-1-1 1-15,-1-1-2 0,1-3 4 16,0-2 7-16,2-1 7 15,-3 0 3-15,1 0 1 16,0-1 1-16,1-4 3 16,0-3 13-16,-1 2 3 15,1-1-1-15,-3 1-4 16,1 1 5-16,0 0-2 16,0 1-3-16,1 1-3 0,-1 0-3 15,3 2-9-15,-1 1 1 16,4 0-1-16,-2 0 0 15,0 1 0-15,0 7-9 16,-6 0-16-16,1 5 5 0,-4 1 4 16,0 1 10-16,0 1 4 15,-6-1 1-15,-4 0-2 16,1-1 5-16,0-4-1 16,-2-1 6-16,6-2 2 15,1-1 1-15,2-5-2 0,2-1-2 16,0 0 2-16,8 0-1 15,8-3 0-15,10-8-1 16,7-2-4-16,11-7-9 16,6-5-89-16</inkml:trace>
  <inkml:trace contextRef="#ctx0" brushRef="#br0" timeOffset="23599.9">19393 9565 48 0,'0'0'29'0,"0"0"-9"0,0 0-9 0,0 0-8 15,0 0-1-15,0 0 0 16,0 0 6-16,0 0 7 16,0 0-2-16,0 0-5 15,0 0-2-15,1 0-1 0,0 0-2 16,2 0-2-16,-1 0 0 16,1 0-1-16,2 0 0 15,2 0 0-15,3 0 0 16,-1 0 1-16,5 0-1 15,1 0 0-15,3-3 0 0,0 2 1 16,4-2 0-16,1 1 1 16,0-2 0-16,2 1 0 15,2-1-1-15,2 3-1 16,-1-1 1-16,2-1-1 16,0 2 1-16,1-2-1 15,0 3 0-15,-1-3 1 0,-1 3-1 16,0-1 1-16,-2 1-1 15,0-2 1-15,-4 1-2 16,-2 1 2-16,1-3-1 16,-6 2 0-16,2-1 1 0,-4 0 6 15,-1 0-3-15,-2-1 0 16,-1 2-2-16,-5 0 0 16,-1 0-2-16,-1 0 1 15,-1 1 0-15,-2 0 3 16,0 0 12-16,0 0 1 0,0-1-2 15,0 1-11-15,0-2-1 16,0 2-2-16,0 0 1 16,0 0-2-16,0 0 0 15,0 0 0-15,0 0 1 16,0 0-2-16,0 0 1 16,0 0-2-16,0 0 2 15,0 0-1-15,0 0 0 0,0 0 0 16,1 0-9-16,-1 0-7 15,0 0-14-15,0 0-15 16,0 0-9-16</inkml:trace>
  <inkml:trace contextRef="#ctx0" brushRef="#br0" timeOffset="30042.1">19538 9450 67 0,'-2'-1'7'0,"2"-1"4"0,0 2-9 0,-2 0-3 16,2 0 1-16,0 0 0 0,-2 0 0 16,1 0 0-16,0 0 1 15,1-1-1-15,0-1 0 16,0 2 0-16,0-4 0 16,0 4 0-16,0-3 0 15,-1 0 1-15,1 2 0 0,0-2 4 16,-1 1 0-16,0 0 3 15,1 0-4-15,-1 0-1 16,0 1-2-16,-1 0 1 16,2 1 1-16,-2-1-2 15,2 1 0-15,-2 0 2 16,1-2 5-16,0 2-4 0,0 0-1 16,-1 0-1-16,0 0 0 15,1 0-1-15,0 0 0 16,-1 0 1-16,-1 0 0 15,1 0 3-15,0 0-1 0,-1 0-3 16,-1 0-1-16,-2 5 0 16,1 2 1-16,-4-2-1 15,2 1 0-15,1 1 0 16,0-1 0-16,3-2 1 16,-2 2-1-16,2-2 1 15,0 0-1-15,2 0 2 0,1 2-1 16,-2 0 1-16,2 0 1 15,-3 1-3-15,2 0 1 16,1 0-1-16,-1 0 1 16,1 0 0-16,0 0 0 15,0 0-1-15,0 2 0 0,0 0 1 16,-1-3-1-16,1 3 0 16,-1-2 1-16,0 3-1 15,-1-3-1-15,2 2 2 16,0-2-1-16,0-2 0 15,0 1 1-15,0-2 0 0,0-1 2 16,0 1 1-16,0-1 0 16,3 0 4-16,0 0-5 15,1 0 2-15,-1-2 0 16,3 2-4-16,-1-2 2 16,0 2-3-16,0-3 0 0,0 3 1 15,0-3 0-15,2 0 1 16,-3 2 0-16,-1-2-1 15,0 0 2-15,2 0 4 16,-2 0 4-16,2 0-4 0,1 0-4 16,-3 0 0-16,3-2-1 15,0-1 1-15,-2-1 1 16,1 1-1-16,1-1 1 16,-1-2-1-16,0 2 1 15,-1-2-2-15,1 2 0 16,-1-3 1-16,1 3 0 15,0-1-1-15,-1 1-1 0,1-3 0 16,0 2 0-16,0 0-1 16,0 1 1-16,1-2-1 15,-1 2 0-15,-3 1 0 16,1-1 0-16,-2 0 2 0,1 0 0 16,1 0 2-16,-1-1-2 15,-2-1 2-15,1 1-1 16,-1 0-2-16,1 1 1 15,0-2-1-15,-1-1-1 16,0 0 1-16,0 0 0 16,0-3-1-16,0 3 0 0,0-2 1 15,0 2-1-15,0-1 1 16,0 2-1-16,0-1 0 16,0 1 0-16,0 2-1 15,0-2 1-15,-2 3 0 16,1 0-1-16,-1-3 1 0,-1 3 1 15,2 0 0-15,-1 0-1 16,0 0 2-16,0 0 0 16,1-1-1-16,1 1-2 15,-2 2 2-15,-1-3-1 16,0 2 1-16,1-1-1 0,-1 0-1 16,2-1-4-16,-1 1 3 15,-2 1 4-15,2 0-1 16,0-2-1-16,0 4 1 15,1-2-1-15,1 1 0 16,-2-1 0-16,-1 1 0 0,0 0-1 16,1-1 1-16,-2-1-2 15,2 3 3-15,0-4-1 16,-2 3 1-16,1-2-1 16,1 1 0-16,0 1 0 15,-2-2 0-15,2 2-1 0,-1 0 0 16,0 0-2-16,-1 0 2 15,0 1-1-15,1-2 2 16,0 2 0-16,0-1-1 16,-1 1 1-16,1 0-1 15,1 0 1-15,0 0-1 16,2 0 1-16,-2 0 0 0,-1 0 0 16,1 0-1-16,1 0 1 15,0 0 1-15,-1 0-2 16,1 0 1-16,0 0 0 0,1 0 0 15,-1 0 0-15,1 0-1 16,0 0 1-16,-2 0-1 16,2 0 0-16,-2 0 1 15,1 0-2-15,0 1 1 16,-1 1 0-16,2-1 0 16,-2-1-1-16,2 1 2 0,-2 0-1 15,2-1 2-15,-1 0-1 16,1 0 2-16,0 0-2 15,-2 1 0-15,0 1 0 16,2-1-2-16,-2 0 2 16,-1 1 2-16,3-1-4 0,-1-1 2 15,0 2 0-15,1-2 0 16,-1 1 0-16,0-1 2 16,0 0-2-16,1 2 0 15,-2-2-2-15,2 2 4 16,-2-2-2-16,2 0 0 0,0 1 0 15,0-1 0-15,0 1 0 16,0 0 0-16,-2-1 0 16,1 0 0-16,0 2 0 15,0-1 0-15,0 1 0 16,-1-1 0-16,2-1 0 16,-1 3 0-16,0-3 0 0,0 0 1 15,1 0-1-15,0 0 0 16,0 0 0-16,0 0 0 15,0 0 1-15,0 0-2 16,0 3 1-16,0-3-1 16,-2 1 2-16,2-1-2 0,0 3 2 15,-3-2-1-15,2-1 0 16,1 2 0-16,-2-1 0 16,0 1 0-16,1-1 0 15,-1 0 0-15,1 1 1 16,1-2-1-16,-2 1 0 0,0-1 0 15,0 2 0-15,2-2 0 16,-1 1-1-16,1-1 2 16,0 0-1-16,-1 0 0 15,1 2 0-15,0-1 0 16,0 0 0-16,-1 1 0 0,0-1-1 16,0-1 2-16,0 2-1 15,1-1 0-15,0-1 0 16,-1 1 0-16,1 1 0 15,0-1-1-15,0 0 2 16,-2 1-1-16,2 0 0 0,0-1 0 16,-2 1-1-16,1 0 2 15,0-2-1-15,0 2 0 16,0-2 0-16,0 1 0 16,0-1 0-16,0 1 0 15,0 0-1-15,1-1 2 0,0 2-1 16,-2-2 0-16,2 2 0 15,0 0 0-15,0-1 0 16,-2 1 0-16,0 0 0 16,0-1 0-16,1 2 0 15,0 0 0-15,-1 0 0 0,1-1 0 16,0 0-1-16,1 1 2 16,-1-2-1-16,1 2 0 15,0 0 0-15,0-3 0 16,-2 3 0-16,2 0 0 15,-2-2 0-15,0 2 0 16,1 0 0-16,0-1 0 0,-1 2 0 16,0 0 0-16,1-1 0 15,-1 1 0-15,-1-1 0 16,3 1 0-16,-3 0 0 0,1-1 0 16,1 1 0-1,1-1 0-15,-2 0 0 0,2 1 0 16,-1-1 0-16,1 0 0 15,0-2 0-15,-2 2 0 16,2 0 0-16,0-2 0 16,0 2-1-16,-2 0 1 0,2 0 0 15,0-1-1-15,0 0-1 16,0 0 4-16,0 1-2 16,0-1-2-16,0 1 2 15,0 1 0-15,0 0 0 16,0-2 0-16,0 1 0 0,0 0 0 15,0 0 0-15,0 0 0 16,0-1 0-16,0 1-1 16,0 1 1-16,0 1 1 15,0-1-2-15,0-1 2 16,0 2-2-16,0-2 1 16,0 0 0-16,0 1-1 0,0-4 1 15,2 2-2-15,-2-1 2 16,2 1-2-16,-1-1 2 15,1 1 0-15,0-1-1 16,2 0 2-16,-4 1-1 16,5 1 0-16,-4-2 0 0,0 2 0 15,1-2 0-15,-1 1 1 16,1-1-1-16,0 3-1 16,0-4 1-16,0 2 0 15,-1-1 0-15,1 2 0 0,0-1 0 16,0 0 0-16,2 1-1 15,-2-1 1-15,2-1-1 16,-2 2 1-16,0-2 0 16,0 2 0-16,0-3 0 15,0 0 1-15,-1 2-1 16,1-1 0-16,0-1 0 0,-1 0 0 16,0 0-1-16,3 2 0 15,-2-2 0-15,0 1 0 16,2-1 1-16,0 0 0 15,0 0 0-15,-1 0 0 16,-1 0 0-16,1 0 1 0,0 0-1 16,-1 0 1-16,1 0-1 15,-1 0 0-15,0 0 0 16,3 0 0-16,-3 0 0 16,1-1 0-16,-1-1-1 15,1 2 1-15,2-1-1 0,-2-1-1 16,0-1 5-16,2 3-4 15,1-3 1-15,1 2-2 16,-1-2 4-16,0 3-2 16,0-1 0-16,-2-1 0 15,0 0 0-15,-2 2 0 16,0-2 1-16,0-1-1 0,-2 3 0 16,2-3 1-16,-2 1-1 15,1-1 0-15,1 0 0 16,0 0 0-16,2-1 0 15,-2 1 0-15,1-1 0 0,2 0 0 16,-1-1 0-16,0 1 0 16,1 0-1-16,1-2 1 15,-2 0 0-15,2-1-1 16,0 3 1-16,-1-2 0 16,1 1 0-16,-3-1 0 15,3 0 0-15,1-1 0 16,-4 4 0-16,1-4 0 0,2 3-2 15,-3-2 1-15,-1-1-1 16,0 2-4-16,2-1-7 16,-2-1 2-16,-2-1-11 15,3 1-3-15,-3 0 3 16,0-2-1-16,0 0-14 0,0-1 1 16,0 0-29-16</inkml:trace>
  <inkml:trace contextRef="#ctx0" brushRef="#br0" timeOffset="38480.67">18402 11062 51 0,'-6'0'2'0,"2"3"-1"0,-1-1-2 0,0 2-39 0</inkml:trace>
  <inkml:trace contextRef="#ctx0" brushRef="#br0" timeOffset="38779.64">18352 11073 6 0,'0'0'47'16,"0"0"-8"-16,0 0-6 16,0 0 17-16,0 0-11 15,0 0-8-15,0 0-9 0,-11-21-19 16,11 27-4-16,0 9 4 16,0 9 1-16,1 8-2 15,5 8 10-15,0 9-9 16,1 5 1-16,0 4-2 15,-3 3 2-15,-1 3-2 16,-3-3-1-16,0-1-1 0,0-2 0 16,0-4 0-16,-6-7-2 15,0-4-10-15,2-9-9 16,0-10-26-16,3-11-49 16</inkml:trace>
  <inkml:trace contextRef="#ctx0" brushRef="#br0" timeOffset="40280.42">18457 11015 22 0,'0'0'23'0,"0"0"-10"0,0 0 0 16,0 0-2-16,0 0-3 15,0 0 1-15,0 0-2 16,0 0-5-16,0 0 2 16,0 0 1-16,7-18 2 0,-5 17-2 15,2-3-1-15,1 3-2 16,-2-1-1-16,1 0 1 16,2 0 0-16,0 0 0 15,-2 0 0-15,4 2-1 16,-2-1 0-16,2-1 4 0,5 0 11 15,1 0 0-15,3-1-8 16,6-1 0-16,-4 1-5 16,4-3-2-16,-3 5 0 15,2-2 0-15,-1 0 2 16,0 3 0-16,3 0 2 0,2 0 3 16,0 0-1-16,4 0 2 15,3 0-1-15,1 0-5 16,3 6-2-16,0-2 0 15,-1 3 0-15,1 0 0 16,0-1-1-16,1 2 1 0,-1 0-1 16,0 0 0-16,0 1 1 15,-1 2-1-15,1 0 0 16,-4 2 1-16,0 0 0 16,-4 4-1-16,-3 0 0 15,-1 1 3-15,0 4-1 16,-2-1-1-16,2 5 1 0,-2 2-1 15,0 3 0-15,0 1 0 16,1-1-2-16,-6 0 2 16,0-1 0-16,-1-5 0 15,-5 1-1-15,-1-5 2 16,-1 0-2-16,0-2 0 0,-6 1 0 16,0 3 0-16,-2-2 3 15,-1 4-2-15,-1-1-1 16,0 2 0-16,-2 0-1 15,-4 0 2-15,-3-1-1 16,-3-1 0-16,3 2 1 0,-5-3-1 16,1 2 0-16,-2-2 0 15,-4-1 0-15,0-2-1 16,1 1 1-16,-3-2-1 16,1-1 1-16,-3 0 1 0,1-1 1 15,2-2 1-15,-3 2-2 16,2-5-1-16,-3 3 2 15,-1-2 1-15,-1 1-2 16,-1-1 0-16,-2 2 0 16,-1-2-1-16,1 0 0 15,-2 0 0-15,0-2-1 0,1 1 0 16,1-4-1-16,1-2-1 16,1 0 1-16,1-3 1 15,-1 1 2-15,1-3-1 16,4-1 1-16,-3 0 1 15,2 0 2-15,4 0-2 0,-2 0-1 16,1 0-1-16,1-1 0 16,-1-2 1-16,1 0-1 15,0 0 1-15,0 2-1 16,2-2 2-16,0 0-2 16,3 3 0-16,0-3-2 0,1 2 2 15,-1-2 0-15,1 0 2 16,1-1-2-16,-1 0 2 15,0 1 4-15,-3-1-4 16,3 2 0-16,-1-2 1 0,3 1 0 16,-1 0-1-16,2 0-1 15,3-1 0-15,-2 1 0 16,2 0 0-16,0-1-1 16,1 0 0-16,0 0 1 15,1-2-1-15,-2 1 2 16,3 0 4-16,1-1-2 0,-2 1 3 15,2 0-3-15,-1 0-2 16,1 0 0-16,-1 1-2 16,1-2 0-16,-1 2 0 15,1 0 0-15,-2 0 1 16,2-1-1-16,0 1 0 16,-1 0 0-16,0 0 0 0,0 1 0 15,2-1 1-15,0 1-1 16,0-2 0-16,0 1-1 15,0 1 2-15,0-1 0 16,2 1 0-16,-1 2-2 0,1-2 0 16,0 1 0-16,0-2-2 15,0 0-5-15,0-3-14 16,0 0-19-16,0-9-98 16</inkml:trace>
  <inkml:trace contextRef="#ctx0" brushRef="#br0" timeOffset="43663.11">18245 9042 165 0,'0'0'-64'0,"0"0"69"0,0 0 1 15,0 0-3-15,0 0 3 0,43 57-4 16,-31-26 2-16,4 4 1 16,5 3-2-16,1-1-1 15,7 2 0-15,4 1-1 16,1-3 1-16,4-1 0 15,0-4-1-15,-4-5 0 16,1-4-1-16,-5-10 2 0,-1-8-5 16,0-5 3-16,-2-8-3 15,-3-13 1-15,-3-8-5 16,0-5-2-16,-8-3 0 16,-4-4 5-16,-3 2 5 0,-6 2 0 15,0 2 5-15,-1 8 3 16,-10 7 4-16,-2 9 3 15,-3 11 5-15,-9 4-4 16,-6 25-17-16,-12 16 0 16,-7 18 1-16,-7 15 1 0,-1 17-2 15,-6 16 0 1,-1 18-2-16,0 17-19 0,-3 8-21 16,-1 13-30-16</inkml:trace>
  <inkml:trace contextRef="#ctx0" brushRef="#br0" timeOffset="44169.98">18408 11130 165 0,'0'0'17'0,"16"-34"4"0,-5 17 2 0,-1 4-8 16,2 7-8-16,2 6-6 0,3 0 0 15,4 13 0-15,3 7 1 16,3 4-1-16,2 6 1 16,1 3-1-16,1-2 0 15,2-1 0-15,-3-6-1 0,-3-4 2 16,1-9-4-16,-6-9 2 16,-2-2 0-16,-4-16 2 15,-2-11 6-15,-6-8 11 16,-3-9 0-16,-3-3-6 15,-2 1-11-15,-7 6-2 16,-15 12 1-16,-10 21-1 0,-23 23-2 16,-25 46 1-16,-29 46 2 15,-28 45-2-15,-27 46 5 16,-23 44-4-16,-19 30-8 16,-10 12-50-16,-6 2-200 0</inkml:trace>
  <inkml:trace contextRef="#ctx0" brushRef="#br0" timeOffset="45023.99">17879 9157 111 0,'0'0'10'0,"42"29"-9"0,-11-12 1 0,2 5 1 15,7 4 0-15,5 5 0 16,4 2-2-16,5 1-1 0,-2 0 0 16,2-2 2-16,1-3 0 15,-2-2-1-15,0-8 0 16,-2-1 3-16,-3-8-2 15,0-6 1-15,-3-4 2 16,0-4 0-16,-4-13-2 16,-1-3-2-16,-4-6 1 0,-4-3-4 15,-6 0-3-15,-9-2-18 16,-8 1-15-16</inkml:trace>
  <inkml:trace contextRef="#ctx0" brushRef="#br0" timeOffset="45160.01">18761 9187 77 0,'0'0'4'15,"-71"23"-1"-15,21 21 0 16,-10 24 1-16,-11 27 4 16,-11 28 14-16,-8 31-1 15,-7 27-8-15,5 22-10 16,6 15-6-16,7 4-8 16,14-10-37-16</inkml:trace>
  <inkml:trace contextRef="#ctx0" brushRef="#br0" timeOffset="45585.81">18176 11171 258 0,'0'0'-92'0,"0"0"102"16,0 0-6-16,51-38-1 0,-36 38-3 15,4 0 3-15,-1 3-2 16,2 8-1-16,2 6 5 16,3 6-1-16,4 4-1 15,4 5-2-15,4 1 0 16,6 2 0-16,3-2-1 15,-1-4-1-15,3-4 1 16,-4-6-1-16,-2-11-7 0,-5-6 9 16,-6-2 4-16,-6-14 20 15,-9-6 6-15,-5-3-4 16,-9-1 2-16,-2 5-3 16,-23 14-11-16,-18 15-20 0,-31 45-5 15,-32 49-15-15,-36 60 12 16,-39 69 12-16,-40 67-32 15,-29 50-76-15</inkml:trace>
  <inkml:trace contextRef="#ctx0" brushRef="#br0" timeOffset="48240.8">18853 12878 123 0,'-1'0'-12'0,"1"0"18"0,0 0-6 15,0 5 2-15,0 0-1 16,0 7 0-16,1 3 0 0,0 9 1 16,0 6 4-16,0 9 0 15,3 6-3-15,-4 10 3 16,2 3-3-16,0 4 0 16,-2-3-3-16,0 1 0 15,0-4 1-15,-4-4-1 16,-2-7 0-16,2-3 1 0,0-7-1 15,-3-5-1-15,3-5 1 16,-4-6-2-16,2-5-24 16,-4-6-82-16</inkml:trace>
  <inkml:trace contextRef="#ctx0" brushRef="#br0" timeOffset="48788.81">18904 12844 150 0,'0'0'4'0,"0"0"-4"0,0 0 0 15,0 0 1-15,42-4-2 0,-28 11-2 16,0 2 1-16,4 2-1 16,4 4 1-16,-2 3 0 15,5 0 2-15,2 5 3 16,8 1-2-16,-2 0 0 16,7 2 0-16,2-2 1 0,4-1-2 15,4-1 3-15,3-2 11 16,0 0 3-16,5 1-5 15,4-1-6-15,1 2-3 16,2-1-2-16,0-1-1 16,2-2 2-16,-2-2-4 15,-3 0 4-15,-3-3-4 16,-4-1 5-16,-6 1-8 0,-9-2-20 16,-8-1-28-16</inkml:trace>
  <inkml:trace contextRef="#ctx0" brushRef="#br0" timeOffset="49756.18">18779 13789 60 0,'0'0'1'0,"0"0"0"0,0 0-1 0,0 0 2 0,0 0 1 16,0 0 1-16,0 0-1 15,0 0-1-15,0 0 4 16,0 0 1-16,0 0 0 16,0 0-2-16,20 18 0 15,-19-18-2-15,1 0-1 0,-1 2-1 16,2-1 0-16,-3 0 0 16,0 1-1-16,2 0 1 15,-2 1-1-15,2-2 1 16,0 1-1-16,2-2-1 15,2 0 2-15,2 0 12 0,3 0 12 16,2-5-3-16,6-4-5 16,3-2 0-16,3-2-4 15,9-1-5-15,-1-3-2 16,7 0-2-16,0-2-1 16,6 1 0-16,-1-2-1 15,5 0-1-15,-2-1 1 0,3 2-1 16,0-3 0-16,-2 0 0 15,2 1 1-15,1 0 0 16,-1-2 0-16,3 3 1 16,-2 2-3-16,-3-1 1 15,-3 4 0-15,-5 0-1 16,-6 1 1-16,-5 3-1 0,-4 1 0 16,-4 0 1-16,-2 2 3 15,-1 1 4-15,1-1-4 16,-5 4-3-16,-1 0-1 15,-1 1 1-15,-5 0-2 16,0 3 0-16,-5 0-4 0,-3 0-10 16,0 0-32-16,0 0-13 15,-2 4 14-15</inkml:trace>
  <inkml:trace contextRef="#ctx0" brushRef="#br0" timeOffset="50119.89">20105 13334 66 0,'0'0'1'0,"0"0"19"0,40 0 3 0,-18 0-6 16,3 0 0-16,6 0 2 15,2-5 1-15,7-1 5 16,4-2-4-16,6-2-5 16,0 2-3-16,4-2-4 0,1 1-4 15,3 0-1-15,-2-1-2 16,3 3-1-16,-3 0 0 15,-3 0 0-15,-4 2 0 16,-7 4-9-16,-7-1-17 16,-12 1-37-16,-11 1-28 0</inkml:trace>
  <inkml:trace contextRef="#ctx0" brushRef="#br0" timeOffset="50881.11">17608 13168 114 0,'0'0'87'0,"0"0"-74"0,0 0 2 0,0 0-9 15,0 0-9-15,0 0-2 16,0 0 5-16,0 0 0 16,42 15-1-16,-15-10-2 0,5-2 2 15,7 1 0-15,5-4-2 16,4 0 2-16,4 0 2 16,8 0-4-16,1-7 4 15,6-2 5-15,1 0-6 16,4-3 7-16,-1 2 2 0,-2 0-9 15,-4 2 3-15,-4 1-1 16,-6 2-1-16,-5 1-3 16,-7 4-16-16,-4 0-29 15,-9 0-30-15</inkml:trace>
  <inkml:trace contextRef="#ctx0" brushRef="#br0" timeOffset="51273.15">17502 13628 160 0,'0'0'6'0,"0"0"-6"0,0 0-1 0,0 0 14 0,56-1 5 15,-25-3 1-15,5-3-10 16,7 1 2-16,6-2-8 15,5-1 10-15,4-1-7 16,3 0-1-16,5 0-8 0,1 0 6 16,3 0-3-16,0-1-6 15,2-1-32-15,3 0-28 16,-4-5-45-16</inkml:trace>
  <inkml:trace contextRef="#ctx0" brushRef="#br0" timeOffset="53645.11">18843 14601 124 0,'0'-3'8'0,"0"-1"31"0,0 3-10 0,0-1-3 0,0 2-13 16,0 0-3-16,0 0-5 15,0 0-3-15,0 5-3 16,1 10 2-16,1 7-3 16,2 10-3-16,-3 11 15 15,0 8-4-15,2 10-4 0,-1 9 1 16,3 5-3-16,-2 4 1 15,1 6-1-15,2 2 0 16,-4-1 0-16,-1-4-1 16,1-7-2-16,0-7-22 15,-2-11-14-15,0-14 1 0,0-15-14 16</inkml:trace>
  <inkml:trace contextRef="#ctx0" brushRef="#br0" timeOffset="54839.84">18950 14624 94 0,'0'0'29'0,"0"0"-24"0,0 0 3 0,0 0 2 15,40-3-6-15,-26 2-3 16,4-3 0-16,2 2-1 0,-2-1 1 16,3 0-2-16,-1-1 2 15,4 1 0-15,3 0 6 16,1-1 4-16,3 1-7 15,4-1-3-15,0 1 0 16,4 3-1-16,1 0 0 16,1 0 1-16,-1 0-2 0,2 4 2 15,-1 6-1-15,0 0 1 16,2 2-1-16,-1 2 2 16,2 3 0-16,-1 1 2 15,-1 1-1-15,0 2-1 16,-2 2 3-16,-2 0-5 15,-1 2 2-15,-2 2-1 0,-2 0 0 16,-3 4 0-16,-4 2 0 16,0 5-1-16,-6 2 1 15,-2 4-1-15,-4 4-3 16,-5 2-8-16,0 1-17 16,-6-1 30-16,-2-3-2 0,-1-3 0 15,0-4 1-15,-4-3 1 16,-7-2 9-16,-4-2 2 15,-4-2-4-15,-4-1-8 16,-5 1 0-16,-1-1 0 16,-7 0-1-16,2-5 1 0,-4 1 2 15,0-3 8-15,-1-2-1 16,-3-1-4-16,-1-2-4 16,-2-1 0-16,-2-1-2 15,-1-3 1-15,-1-2-2 0,1-2 1 16,1-2 1-16,-1-2 0 15,4-1 1-15,-2-1 4 16,4 0-2-16,-2 0-4 16,6-1-12-16,2 1-5 15,1-2 8-15,4-1 4 16,4 0 5-16,2 0 2 0,6-1 1 16,2-4 1-16,3 2 5 15,3 0 0-15,1 0-3 16,5 1-4-16,0-2-6 15,3-1-41-15,0-2-64 16</inkml:trace>
  <inkml:trace contextRef="#ctx0" brushRef="#br0" timeOffset="55480.31">17369 14945 191 0,'-9'-7'7'0,"-3"1"26"0,5-1-3 0,3 3-14 0,2 1-7 16,2 0 3-16,0 1-4 16,0 1-7-16,0 0-3 15,8-1 2-15,5 1 1 16,4 1-1-16,2 0-3 0,7 0 1 15,4 1 2-15,4 5 0 16,5-1-2-16,3 0 0 16,7-2 2-16,5 0 0 15,3-3 0-15,7 0-2 16,2 0 4-16,6 0-2 0,3 0 0 16,2-4-2-16,0-2 0 15,0 0-3-15,-1 0-1 16,-4 1 2-16,-5 1-10 15,-6 1-11-15,-8 3-30 16,-8 0-6-16,-8 0-4 0</inkml:trace>
  <inkml:trace contextRef="#ctx0" brushRef="#br0" timeOffset="55915.63">17445 15544 127 0,'0'0'19'0,"0"0"19"0,0 0 2 0,-41 3-22 15,39-3-15-15,2 0-3 16,0 0-17-16,2 0-11 16,10 0 27-16,3-3 1 15,4-2 3-15,6 2 0 0,5-1-2 16,4-1 1-16,8 4-2 15,2-1 1-15,10 1 0 16,3 1 0-16,7 0 4 16,5 0 4-16,4 0-6 15,8 0 0-15,3 3-2 16,5-2-1-16,5-1-19 0,3 0-57 16</inkml:trace>
  <inkml:trace contextRef="#ctx0" brushRef="#br0" timeOffset="56558.96">20243 15128 11 0,'0'0'-3'0,"0"0"5"0,0 0 13 0,0 0-1 16,-42 4-7-16,33-3-3 0,2 0-3 15,-2-1-1-15,5 2-1 16,-1-2-1-16,1 0-2 16,2 0 4-16,0 0 10 15,2 0 31-15,-2 0 10 16,2 0-10-16,-1 0-4 0,1 0-25 16,0 0-9-16,0 0-2 15,0 0-1-15,0 0 0 16,0 0-4-16,0 0 0 15,0 0 8-15,3 0 0 16,2 0 5-16,2 0-6 16,2 0 1-16,1 0 1 0,3-3-2 15,2 1 7-15,5-4-1 16,5 2-1-16,4-4-1 16,5 0-2-16,9-3-3 15,3 1-1-15,6-4 0 16,6 1 4-16,0-2 1 0,9-1-2 15,4 0 1-15,-1 2 3 16,4 1-3-16,2-1-1 16,2 4-2-16,-4 1-1 15,-3 2 0-15,-1 2 1 16,-5 1-2-16,-8 2-3 0,-6 2-11 16,-8 0-17-16,-13 0-21 15,-12 0-97-15</inkml:trace>
  <inkml:trace contextRef="#ctx0" brushRef="#br0" timeOffset="60484.65">20190 13230 120 0,'0'-2'20'0,"0"-4"7"0,0 3-18 0,-1 0-5 16,0-1-1-16,-1 1-1 16,1-1 0-16,-4 1 1 0,1 1 5 15,0-2 5-15,1 2 0 16,-2 0 0-16,2 1-3 15,-1 0-8-15,3 1-1 16,-4 0-2-16,1 0 0 16,1 0-2-16,-1 4 1 0,0-1 1 15,0 1 0-15,1-1 1 16,1-2 0-16,-1 3 0 16,-1-1 1-16,2 1-1 15,-1 2 0-15,-1 0-1 16,0 0 1-16,0 1 0 15,3 0 0-15,-3 0 0 0,2-1 0 16,0 2 0-16,0-1 0 16,-1 2 0-16,0 1 0 15,-3 0 1-15,1 3-1 16,-2-1 0-16,2-2 0 16,-1 1 0-16,2-1 1 15,1-2-2-15,0 0 1 0,2-2 0 16,-1-1 1-16,0 0-1 15,0-1 0-15,1 0 0 16,1-1 0-16,0 1 0 16,0 2-1-16,0 0 0 15,0-1 2-15,0 2-1 0,1 0-1 16,3 0 1-16,-1 0-1 16,3 1 0-16,0-3 0 15,2 1 0-15,-1-1-1 16,3 0-2-16,-1-2 8 15,0 1-4-15,2-2 1 0,-4-1 0 16,2-1-1-16,-2 0-3 16,-1 0 1-16,0 0 5 15,3-6 1-15,-1-1 1 16,2 0-1-16,3-3-3 16,0-1 0-16,0 1-1 0,0 1-2 15,-2 1-6-15,-3 2 3 16,-2-1 2-16,-3 0 2 15,-1 3 2-15,-2-1 3 16,1 0-1-16,0-1 0 16,-1 2-2-16,0-2 0 0,1 0 0 15,-1-2-1-15,0-1 2 16,0-1-2-16,0 1 2 16,-1-3 0-16,-5-1 4 15,0 1 1-15,-2-1-2 16,-1-1 1-16,2 0-4 0,-5 2 1 15,2 0-3-15,-3 4-5 16,-1 0-27-16,-4-1-58 16</inkml:trace>
  <inkml:trace contextRef="#ctx0" brushRef="#br0" timeOffset="61488.3">20230 15098 104 0,'-4'-2'-1'0,"1"-1"-6"0,-2 0-23 16,0 1-20-16</inkml:trace>
  <inkml:trace contextRef="#ctx0" brushRef="#br0" timeOffset="61909.72">20230 15098 16 0,'-36'-15'48'16,"30"13"-11"-16,3 2-9 16,-2 0-8-16,-1 0-10 15,3 0-10-15,-1 0 0 16,0 3-1-16,2 0 0 0,-2 1 1 15,1 2 1-15,-2 1 0 16,3-3 2-16,-2 6-2 16,1 0 1-16,0 0-2 15,1 3 0-15,1-2 0 16,1 2 0-16,0-2 0 0,0 1 0 16,4-2 0-16,1 0 1 15,0-2 1-15,3 2 1 16,-3-4 0-16,3 1 1 15,-3-2 0-15,3-2-1 16,0 0-1-16,3-1 0 16,-1-2 0-16,2 0-1 0,1 0 0 15,1-5-1-15,-3-3 3 16,0 0-4-16,1 0 1 16,-4 1 3-16,-3-3-2 15,-1 2 2-15,0 0 7 0,-4-1 5 16,0-1 1-16,0-1-5 15,0-1-6-15,-6-1 0 16,-1-1 0-16,1-1-3 16,-3 3 1-16,1-3-1 15,0 2-1-15,0 0-1 16,-3 1-7-16,0 0-15 0,-3 2-54 16</inkml:trace>
  <inkml:trace contextRef="#ctx0" brushRef="#br0" timeOffset="63783.25">18165 13066 122 0,'0'0'2'0,"0"0"13"0,0 0 5 0,0 0-13 0,4 0-7 0,2 0-1 16,6 0 1-16,1 0 0 15,3 4 0-15,2 5 0 16,6 2 0-16,1 6 1 16,2 6 0-16,4 8 0 15,3 6-1-15,6 8 2 16,7 12-1-16,4 9 0 15,5 10 2-15,5 14-1 0,7 8 0 16,5 15 1-16,4 2-3 16,4 6 2-16,6 3 1 15,5 1 1-15,1-3 3 16,1-4 0-16,-1-7 3 0,2-9 3 16,-5-11-2-16,-4-8-2 15,-7-12 2-15,-4-11 1 16,-7-7-5-16,-9-9-3 15,-7-11 4-15,-4-5 0 16,-4-7 0-16,-5-4-3 0,-3-6-3 16,-2-3-2-16,-2-4-3 15,-3-4-4-15,-2-1-22 16,-6-17-31-16,-4-17-58 16</inkml:trace>
  <inkml:trace contextRef="#ctx0" brushRef="#br0" timeOffset="64336.08">19894 12430 101 0,'0'0'-15'0,"0"0"19"0,0 0 1 0,-40 25 2 16,22-6 1-16,-1 3 2 0,-4 8 6 15,-4 6-2-15,0 13-5 16,-4 11-2-16,-2 15 1 16,-3 19-4-16,-2 20-3 15,-5 18 0-15,-5 21-1 16,-6 19 0-16,-9 17-1 0,-7 11 1 16,-5 6-1-16,-8 6 0 15,1-9-1-15,1-13-1 16,1-15-8-16,3-22-20 15,-6-26-99-15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25:47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2932 8964 10 0,'0'0'23'0,"0"0"-7"0,0 0-5 0,0 0 2 0,0 0-2 15,0 0-4-15,0 0-4 16,0 0-3-16,0 0 1 0,0 0 0 16,0 0 0-16,-4 7-1 15,6-4 0-15,2 0 0 16,0 1 2-16,0 2-2 16,0 0 0-16,0-1 0 15,3 0 0-15,2-1 0 16,0-1 1-16,0-2-1 0,0-1 0 15,2 0 2-15,2 0 0 16,-2-3 1-16,1-5 2 16,1-4 2-16,3-2 1 15,0-6 2-15,4-1-1 16,0-5 4-16,0-5 3 0,3-1-1 16,3-5-6-16,1-3 3 15,0-3-7-15,-1 2 7 16,1-2-4-16,-4 5-2 15,-1 4-1-15,-4 1-2 16,2 9-1-16,-2 3-1 0,0 7-2 16,2 5-2-16,-5 6-24 15,-3 3-62-15</inkml:trace>
  <inkml:trace contextRef="#ctx0" brushRef="#br0" timeOffset="793.86">2619 11316 2 0,'0'0'5'0,"0"0"0"0,0 0-2 0,0 0-2 0,0 0 0 15,28 39 1-15,-20-30-2 16,0-4 1-16,0-1-1 16,1-1 0-16,-2 3 1 15,4-4 0-15,-2 0 1 16,2-2 0-16,3 0 8 0,-1 0 10 15,3-10 3-15,1-6 4 16,2-5-5-16,3-6 4 16,5-9-1-16,-1-5-20 15,3-3 4-15,4-6-3 16,2-3 1-16,1-4-2 16,6-2-3-16,5 1-2 0,-5-6-3 15,0-4-113-15</inkml:trace>
  <inkml:trace contextRef="#ctx0" brushRef="#br0" timeOffset="1843.6">7273 8383 11 0,'12'-8'29'0,"3"-4"-3"0,1-5-4 0,4-4-3 15,2-3-2-15,3-2-1 16,1-3-2-16,2-3 4 16,1 1-2-16,-1-1-2 15,1 3-3-15,-2-1 23 16,0 3-32-16,0 5-2 15,0 3-1-15,0 2-12 0,-4 3-31 16,-2 2-30-16</inkml:trace>
  <inkml:trace contextRef="#ctx0" brushRef="#br0" timeOffset="4092.02">4880 6084 3 0,'4'4'10'0,"-2"-4"3"0,2 0 8 16,1 0-2-16,2-7 1 0,4-7 1 16,4-9 1-16,6-7-7 15,8-7-2-15,6-8-4 16,10-5-2-16,9-5-5 15,8-8-1-15,10-2-1 16,8-9-4-16,1-10-135 16</inkml:trace>
  <inkml:trace contextRef="#ctx0" brushRef="#br0" timeOffset="8445.29">15788 7585 46 0,'0'-3'31'0,"0"-1"-27"0,0 1 1 0,0 0-4 16,0 2 0-16,0-1-1 16,-1 0 0-16,0-1-2 15,-1-1 3-15,0 1-1 16,-1-1 0-16,-1 2 1 0,1-2-1 16,0 2 1-16,0 0 0 15,1 2-1-15,-2 0 1 16,-1 0-2-16,1 0 1 15,-5 0 0-15,2 4 0 0,0 1 0 16,-4-1 0-16,4 1 0 16,-2 1 1-16,1-1 0 15,0 2-1-15,-2 0 2 16,3 2-2-16,-2 0 0 16,0-1 1-16,4 1-2 0,-4-1 2 15,3 4-2-15,-3 0 1 16,0 1 1-16,1 1-1 15,-3 5 0-15,3-1 0 16,-3 1 0-16,-1 2 0 0,2 3 0 16,-2 3 0-16,1 0 0 15,0 3 0-15,1 0 0 16,0 0 0-16,3 2 0 16,0-1 1-16,1 1 0 15,-4-1 1-15,4 3-1 16,-4 3 1-16,0 0-1 0,1 6 0 15,-2 2 1-15,1 1 0 16,0 3 0-16,1-2-1 16,1 1 0-16,3-1-1 15,-2-1 1-15,4-1-1 0,-1 1 0 16,4-1 0-16,-2-1 1 16,-1-4-1-16,2-1 0 15,0-2 0-15,0 0 0 16,1 0 1-16,-1 0 0 15,1 3 2-15,0 1-2 0,0 1 0 16,0 0-1-16,-1-2 1 16,1-1-1-16,-1-2 1 15,1-1 0-15,0-1 1 16,0 1-1-16,0 2 0 16,-2-2 1-16,2 2 0 15,-2-1 0-15,2-3 1 0,-4 0 4 16,3 0 2-16,-1 0-1 15,2-4-3-15,0 6-1 16,0-1-2-16,0-1-2 16,0 2 1-16,0-2-1 15,0-3 1-15,0-1 0 0,0-3-1 16,0-2 0-16,0-3 2 16,2-1 8-16,-2 0-1 15,2 1-5-15,1 1 0 16,-1 1-3-16,2 3 2 15,-1 1-3-15,1 3 1 0,2 0 0 16,-1 1 0-16,2-2-2 16,-2-1 2-16,3-1-1 15,-3-2 1-15,3 0-1 16,-2-1 1-16,2-2-1 0,-3 1 0 16,1-2 1-16,1-2-2 15,4 0 2-15,-2-1 0 16,0 1-1-16,4-1 1 15,-2-2-1-15,3 1 1 16,-1 2-1-16,1-3 1 16,1 0-1-16,-1-1 1 0,2-1-1 15,1 0 0-15,1-3 2 16,1 1-1-16,-2-1-1 16,1-1 1-16,-1-2-1 15,-2 0 0-15,-2-3 0 16,0-2-2-16,-2-1 3 0,-1-1-1 15,2-1 2-15,-2-1-1 16,4 0 0-16,-2 0 1 16,1-1-2-16,3-5 3 15,-3-1-3-15,2-2 3 16,1-1-1-16,3-2 0 0,-1 0-1 16,1-3 1-16,2 0 1 15,-2-2-2-15,2-3 1 16,-2-1-2-16,-2 1 1 15,1-4-1-15,-3-3 0 16,1 0 1-16,-1-3-1 16,-1 2 0-16,-1-3 0 15,1 1 1-15,-3 0-2 0,0 0 2 16,-5 0 0-16,0 2-1 16,0-4 1-16,-3-3 5 15,-1 2-2-15,2-6-2 16,3 0-1-16,-3-3 0 0,3 2-1 15,-1-2 0-15,1 0 0 16,-1-2 0-16,0 2 0 16,-2-1 0-16,-2-1 0 15,0 4 0-15,0-1 0 16,1 1 1-16,-3 1-1 16,2 0 1-16,0-1 2 0,-2-1 3 15,2-2-3-15,1 0-1 16,2-2-1-16,-1 0 0 15,-1 0 0-15,1-1 0 16,-2-2-2-16,-2-2 2 0,0 1-1 16,0-1 2-16,0-3-2 15,-6-1 0-15,1 0 1 16,-4-3-1-16,2 1 1 16,-2-4-1-16,-4-1 1 15,2 1 0-15,0-1-1 0,-3 0 0 16,0-3 1-16,-1 0 0 15,0-1 0-15,-1 3 5 16,0-1-1-16,-5 2 2 16,1 3 0-16,-3 1 0 15,-3 3 4-15,-1 0-4 16,-1 4-1-16,2 2-2 0,0 3-2 16,2 2 1-16,0 2-4 15,3 5-3-15,-1 8 0 16,-3 5-7-16,-3 6-32 15,-9 3-72-15</inkml:trace>
  <inkml:trace contextRef="#ctx0" brushRef="#br0" timeOffset="9930.61">15683 8204 37 0,'0'0'22'0,"0"0"1"0,0 0-8 0,0 0-3 16,0 0-2-16,0 0-2 0,0 0-1 16,0 0 3-16,0 0-4 15,0 0-1-15,0 0-1 16,0 0-3-16,0 0-2 16,0 0 2-16,-7-15-2 15,17 12 3-15,3-1 2 16,3-1-1-16,2 0-1 0,4-2-1 15,-2 0 0-15,4 1-1 16,1-1 1-16,2 0 0 16,0 1-1-16,0-1 1 15,1 0-1-15,-1 1 0 0,-2 0 0 16,-3 2 0-16,-1 1 0 16,-6-1 0-16,-2 1-2 15,-1 3-14-15,-7 0-22 16,-2-2-22-16</inkml:trace>
  <inkml:trace contextRef="#ctx0" brushRef="#br0" timeOffset="10215.42">15735 8271 89 0,'0'0'5'0,"0"0"-2"0,0 0-1 0,0 0 0 16,0 0 6-16,0 0 10 15,0 0 1-15,39 6-2 16,-14-12-6-16,9-1-5 0,7-1-2 15,9 0-3 1,11 0-1-16,6-6-20 0</inkml:trace>
  <inkml:trace contextRef="#ctx0" brushRef="#br0" timeOffset="11395.66">21280 7922 66 0,'0'0'12'0,"0"0"0"0,0 0-1 0,0 0-6 16,0 0-1-16,0 0 3 15,0 0 9-15,0 0-9 16,0 0 4-16,0 0-4 15,0 0 0-15,0 0-2 0,0 0-4 16,0-16-2-16,0 16-1 16,2 0 0-16,-2 5-2 15,2 0 1-15,-1 1 3 16,2-1 1-16,0 1-1 16,4 0 0-16,-2-2 1 0,1 0-1 15,1 0 0-15,2-2 2 16,-2-1 0-16,2-1-4 15,3 0 2-15,0 0 2 16,-1 0-2-16,5-1 0 16,-1-6 0-16,2 0 0 0,0-3 0 15,6 0-2-15,3-3 2 16,1-1 5-16,3-3-1 16,3 0-1-16,2-2 1 15,5-2 1-15,-3-2 0 16,7 2 1-16,-4-2-1 0,5 1 1 15,-3 2-1-15,-4 1-3 16,-2 4-2-16,0 2 1 16,-6 3-1-16,-4 3 0 15,-2 1 0-15,-2 3-1 16,-3 3-1-16,-8-3-44 16,-4 1-105-16</inkml:trace>
  <inkml:trace contextRef="#ctx0" brushRef="#br0" timeOffset="12335.31">15648 9017 78 0,'0'0'4'0,"0"0"2"0,0 0 0 0,0 0-4 0,0 0-1 16,0 0 1-16,0 0-2 15,0 0 0-15,0 0 2 16,0 0 4-16,0 0 4 15,6 0-1-15,2 0-1 0,2-2-4 16,3-2 2-16,3 0-4 16,3 0 1-16,2-1-2 15,0 1-1-15,2 0 0 16,2 1 0-16,0-3 1 0,0 1-2 16,-1-1 1-16,0 0 1 15,-3 2 1-15,0 0-2 16,1 1 1-16,-7 0-1 15,1 3-2-15,-5-1-24 16,-5-1-71-16</inkml:trace>
  <inkml:trace contextRef="#ctx0" brushRef="#br0" timeOffset="12505.73">15799 9071 153 0,'0'0'-6'0,"0"0"9"16,0 0-6-16,0 0 3 16,38 8 0-16,3-13 1 15,8-11 2-15,12-4-16 16,10-7-80-16</inkml:trace>
  <inkml:trace contextRef="#ctx0" brushRef="#br0" timeOffset="13338.89">21282 8579 104 0,'0'0'21'0,"0"0"4"0,0 0-14 0,0 0-7 15,0 0-4-15,0 0 1 16,0 0-1-16,0 0-1 16,0 0 1-16,0 0 0 0,0 0 0 15,4 25 0-15,0-18 0 16,2 0 0-16,-2-3 0 15,1 0 0-15,1-4 1 16,-1 0 0-16,6 0 7 16,2 0 4-16,3-7 3 0,4-6-2 15,7-4-3-15,4 0-1 16,3-4-1-16,7-4 2 16,2-1-1-16,4 0 0 15,7-4 0-15,2 2-6 16,4-1-3-16,5 3 1 0,2 1-2 15,-3 6-1-15,-3 3-21 16,-12 3-55-16</inkml:trace>
  <inkml:trace contextRef="#ctx0" brushRef="#br0" timeOffset="14229.84">15713 9792 134 0,'0'0'-14'0,"0"0"28"0,0 0 0 0,0 0-10 16,0 0-3-16,0 0 0 16,0 0-1-16,0 0 0 15,0 0-1-15,42-14 1 0,-29 10 5 16,1-3 2-16,3-2-1 16,4 0 0-16,-1 0 0 15,4-1-4-15,1 1-1 16,-1 1-1-16,-1 2 1 15,-3 2-1-15,-2 1-1 16,-5 3-11-16,-4 0-23 0,-4 0-5 16,-5 0-21-16</inkml:trace>
  <inkml:trace contextRef="#ctx0" brushRef="#br0" timeOffset="14415.57">15764 9825 135 0,'0'0'6'0,"0"0"-1"15,0 0-7-15,0 0 2 16,69-15 4-16,-22 0-3 16,10-5 1-16,10-4-21 15,12-3-104-15</inkml:trace>
  <inkml:trace contextRef="#ctx0" brushRef="#br0" timeOffset="15153.29">21436 9289 70 0,'0'0'40'0,"0"0"-26"0,0 0 10 0,0 0-5 0,0 0-8 16,0 0 3-16,0 0-2 16,0 0-7-16,0 0-4 15,0 0-2-15,-6-4 1 16,6 9 0-16,0 3 0 0,0-1 0 16,0 0 0-16,0-3 0 15,0 1 1-15,0-4-1 16,4-1 1-16,4 0 1 15,7-3 3-15,6-10 5 0,8-4 4 16,10-5-4-16,6-7 0 16,10-5-4-16,11-6 4 15,12-2-3-15,10-5-3 16,12 0-4-16,11 0 1 16,1 0-5-16,-3 5-48 15</inkml:trace>
  <inkml:trace contextRef="#ctx0" brushRef="#br0" timeOffset="15894.09">15820 10481 36 0,'0'0'8'0,"0"0"1"0,0 0-2 0,0 0 0 16,0 0-3-16,0 0-4 0,0 0 0 16,-38-3 0-16,29 3 1 15,4 0 8-15,-3 0 10 16,3 0 14-16,3 0-30 16,-3 0 3-16,4 0 10 15,1 0-6-15,0 0-8 16,4 0 0-16,5 0-4 0,4-3-2 15,7-4 12-15,1 0-6 16,3-3-2-16,2 2 1 16,2-2-1-16,1 1 0 15,1-2 1-15,0 1-2 0,-2 1-1 16,-3 2-27-16,-5 0-23 16</inkml:trace>
  <inkml:trace contextRef="#ctx0" brushRef="#br0" timeOffset="16050.4">15810 10569 165 0,'0'0'17'0,"0"0"-9"16,0 0-22-16,46-11 16 0,0-6-5 15,10-9-15-15,14-8-20 16</inkml:trace>
  <inkml:trace contextRef="#ctx0" brushRef="#br0" timeOffset="16914.07">21546 10053 86 0,'0'0'20'0,"0"0"-13"0,0 0 5 15,0 0-7-15,0 0-3 16,0 0-2-16,0 0 0 0,0 0 0 15,0 0-2-15,0 0 4 16,0 0-1-16,-6 0-1 16,6 0 1-16,0 3-1 15,0-1 1-15,0 1 0 16,0 0 0-16,2 1-1 0,0 1 1 16,0 0-1-16,0-1 0 15,0-1 0-15,-1 0 1 16,1-2 0-16,2-1 0 15,0 0 5-15,3 0 9 16,3 0 9-16,4-10-2 0,4-3-9 16,6-4-3-16,2-4-3 15,10-6-2-15,6-3 1 16,6-5-4-16,7-5 0 16,8-1-3-16,0-4-3 15,3-4-66-15</inkml:trace>
  <inkml:trace contextRef="#ctx0" brushRef="#br0" timeOffset="25325.55">22571 7554 86 0,'0'0'3'0,"0"0"3"0,0 0-2 0,0 0-3 0,0 0 0 15,0 0-1-15,-41 0 1 16,31 0-1-16,2 0 1 16,3 0-1-16,-1-1 1 15,3-1 3-15,2-1 1 16,1 0 5-16,0-1 2 0,2 3-12 16,8-1 2-16,1 0-2 15,1 0 0-15,1 1 1 16,3 1-1-16,-1 0 0 15,1 0 1-15,-3 0-1 0,1 5 0 16,-1 4 0 0,0 1-1-16,1 2 1 0,-3 0 0 15,1 1 0-15,-1 1-1 16,-2-1 1-16,2 1-1 16,-6 0-1-16,-1 2 0 0,-2 1-3 15,-2 1 4-15,0 2 0 16,-6 3 2-16,-6 2 1 15,-1 2-1-15,-1 0 0 16,-1 3-1-16,0-1 0 16,1 3 0-16,1 1 0 15,2 0 0-15,3-1 0 0,-2 4 3 16,2-2-2-16,3 0 0 16,1 0-1-16,2-1 0 15,1-1 1-15,1-2-2 16,0 0 2-16,5-6 0 0,0-1-1 15,6-5 2 1,0-5 0-16,3-1 2 0,-1-5 0 16,0-3 0-16,1-3 1 15,-5 2-2-15,0-3 1 16,-3 0-3-16,-1 0 0 16,-5 0 2-16,0 0-1 0,0 2-1 15,0 0-6-15,-8 4 8 16,-2 1-6-16,1 5 5 15,-6 2-4-15,1 3 1 16,1 4 0-16,-3 3 0 16,-2 5 1-16,4 2-3 15,-3 4 3-15,4 5-2 0,0 1 2 16,1 3-1-16,3-1 1 16,-2 2-1-16,2-1 1 15,2-1-1-15,0 4 1 16,2 3-2-16,-2 2 2 0,2 1 0 15,0 1 2-15,-1 0-2 16,1 1 0-16,-4 1 1 16,4 0-1-16,-1 1 0 15,1-3 0-15,3-3-1 16,0-4-1-16,2-4 1 16,0-4 0-16,0-3 2 0,0-2-1 15,-2-4 0-15,0 1 0 16,1-4 1-16,-2-3 1 15,0 2-1-15,2-2 0 16,-1-1 0-16,-4-1-1 0,0 2 1 16,-1-1 0-16,-3 0 0 15,-1-2 1-15,-1-1-1 16,-1-2 0-16,1-3 3 16,-4 0 2-16,2 0 0 15,-2-1 0-15,-5 6-2 0,-4 4-1 16,-6 4 1-16,-7 3-5 15,-7 0-52-15</inkml:trace>
  <inkml:trace contextRef="#ctx0" brushRef="#br0" timeOffset="29046.43">18732 12579 46 0,'0'0'15'0,"0"0"9"0,0-2-3 16,0 0 1-16,0 0-10 15,0 1 0-15,0-2-4 16,0 2-1-16,0-1-2 16,1 0 0-16,5 0-4 0,-3 0-2 15,2 2 2-15,2-1-1 16,0 1-1-16,1 0 0 15,2 0 0-15,-2 0 1 16,2 0-1-16,2 0 1 16,0 1 0-16,0 5-2 15,-3 1 0-15,0 3-3 0,2 3-1 16,-6 1-2-16,0 3 4 16,-2 3 8-16,-1 4-5 15,-2 3 5-15,0 3 1 16,-4 4-6-16,-4 4 4 0,-2 4-2 15,1 0 2-15,-4 6-8 16,1 2 8-16,-1 3-1 16,0 2-2-16,4 0 1 15,4 0 0-15,1-4 0 16,2-2-1-16,2-5 0 0,0-5 0 16,4-6 2-16,4-4-2 15,2-5-2-15,1-8 0 16,0-3 1-16,-4-5 9 15,4-5-6-15,-2-1 6 16,-4-2 2-16,0 0 0 16,1 0-2-16,-3-2-3 0,-2 1-3 15,-1 1 3-15,0 0-1 16,-1 0-6-16,-8 11 5 16,-1 7 4-16,-5 8-7 15,-2 5-1-15,0 8-2 16,1 3 4-16,0 5-1 0,1 1-1 15,4 3 1-15,-2 1 0 16,5 0 0-16,2-2 0 16,2 1 0-16,0 2 0 15,3 0-2-15,1 2 2 16,0 1 0-16,0 1 2 0,0-1-4 16,3-4 2-1,1-5 0-15,-2-7-1 0,0-3 0 16,0-3 1-16,0 0 0 15,-1-3 1-15,-1 2 5 16,0-2-4-16,0 2-1 16,0 1 0-16,0-2 0 0,-1 1 0 15,-3 1 1-15,0 0-2 16,-2 3 1-16,1-3-3 16,2 2 5-16,-4-2-2 15,1-2 1-15,-3-3-1 0,2-1-1 16,-1-4 0-16,-1-2 1 15,-1-2-1-15,0-2 0 16,1 2 0-16,-2-4 1 16,3-1 0-16,0-2-1 0,3 0 1 15,-3-2-1-15,4 1 1 16,0 2 0 0,-3 1-1-16,1 5-3 0,-5 0-43 15,0 0-2-15,-2-3-36 16</inkml:trace>
  <inkml:trace contextRef="#ctx0" brushRef="#br0" timeOffset="37446.44">18694 12539 19 0,'0'0'-2'0,"0"0"-3"0,0 0 1 0,0 0 2 0,0 0 2 16,0 0 4-16,0 0 9 0,0 0 8 16,0 0 2-16,39-24-8 15,-32 21-6-15,-1 1-1 16,0 1-4-16,-2 1-1 15,-1 0-1-15,1 0 1 16,-2 0 0-16,1 0-2 0,-2 0 1 16,1 1 0-16,0 3-1 15,2 1 0-15,0 1 0 16,-2 1-1-16,1 1 1 16,3 2 1-16,-3 0-1 15,2 2-1-15,-3-1 1 0,2 6-1 16,-1-1 1-16,-1 2-1 15,-2 2-1-15,1 0 1 16,-1 3 1-16,0 1 5 16,0 1-6-16,-2 2 2 15,-2 3-1-15,-5 0 1 16,1 1-1-16,0 3 0 0,0 2 2 16,0-2-2-16,0 1 0 15,3 1-1-15,3 1 0 16,-2-3 1-16,4 1-1 15,0-2 0-15,0-2 1 16,2-5-2-16,5-3 0 16,1-4-1-16,0-6-4 15,2-5 5-15,-3-3 1 0,0-1 0 16,-1-3 2-16,-1 0 0 16,-3-1 2-16,-1 0-1 15,-1 0 1-15,0 0 5 0,0 1-2 16,-7 3-3-16,-1 1-1 15,-5 3-1-15,1 2-2 16,-2 4 0-16,1 3 1 16,0 1-1-16,3 3-1 15,3 2 1-15,-2 4 0 0,4 1-1 16,1 2 0-16,-2 1 1 16,1 0 0-16,1 2 0 15,-1-2 0-15,2 3 0 16,1 0 0-16,0 3-1 15,-1 0 1-15,2 4 1 0,-1 1-1 16,1 0 0 0,1-2 0-16,0 1-1 0,0-4 1 15,0 1 0-15,0-2 0 16,3 1 0-16,3 3 1 16,-1 1-2-16,2 0 2 15,-3 0-1-15,0 0 0 0,1-1 0 16,-3-3 1-16,0 0-1 15,-1-1 0-15,0 2 2 16,-1 1 0-16,0 3 0 16,0 0 0-16,0 1 0 15,-4-2-1-15,-2-1 0 16,1 0 1-16,-3-2-1 0,-2-1 0 16,1-1 2-16,-3 0-3 15,1-2 1-15,-1-4 1 16,-1-3-2-16,3-4 2 15,-1-4 8-15,-3-4 3 0,1-1-1 16,0-1-4-16,0-2-3 16,-1-1-3-16,-1 0-2 15,-1-2 2-15,-4 1-1 16,1-2 0-16,0 0 1 16,-3 1 0-16,3-1-1 15,-2 1-1-15,2 1 0 16,-1 0-1-16,0 2-9 0,-2-1-30 15,1-2-135-15</inkml:trace>
  <inkml:trace contextRef="#ctx0" brushRef="#br0" timeOffset="39140.81">18640 12675 81 0,'-6'0'2'0,"2"0"0"0,4 0-1 16,0 0-2-16,0 0-35 16</inkml:trace>
  <inkml:trace contextRef="#ctx0" brushRef="#br0" timeOffset="138443.79">19312 13895 28 0,'0'0'10'0,"0"0"14"0,0 0-8 0,0 0-2 0,0 0-5 16,0 0-1-16,0 0 0 15,0 0 3-15,0 0 12 16,0 0-9-16,0 0-13 16,0 0-2-16,0 0-1 15,0 0 1-15,26-21-1 0,-20 25-3 16,-3 2 0-16,1 0 1 15,3-1 2-15,-4 1 2 16,2-2 0-16,0-1 4 16,-1 1-1-16,3-4 5 0,-1 0 5 15,6 0 4-15,3-11 8 16,10-10-3-16,14-6-9 16,11-12-8-16,18-10 0 15,17-12 0-15,21-13-4 16,14-6 0-16,11-15-14 0,10-10-90 15</inkml:trace>
  <inkml:trace contextRef="#ctx0" brushRef="#br0" timeOffset="143290.94">5547 7009 87 0,'-8'0'2'0,"-1"0"3"0,0 0 0 0,2 0-3 0,-2-2 0 16,-1 2 3-16,-2 0 4 15,3 0 3 1,-3 0-1-16,-1 0-1 0,0 0-2 16,-1 7-4-16,1 3-3 15,-3 2 1-15,1 4-2 16,-1 3 0-16,1 1 0 0,3 4 0 15,1 3 0-15,0 3 0 16,4 1-2-16,1 2 0 16,3 1 0-16,1 0 1 15,2 3 0-15,0 1-1 16,2 0 2-16,7 1 0 0,3-2 2 16,3-2-2-16,5-2 0 15,5-5 0-15,0-2 0 16,1-5 0-16,3-4 0 15,2-1 0-15,0-5-3 16,3-2 3-16,1-3 5 16,0-4 1-16,-2-2 0 15,1 0 3-15,-3-11 2 0,0 0 0 16,-4-6-1-16,0-5 3 16,-5-3-2-16,-1-4-4 15,-4-2 1-15,-3-6-3 16,-4 0 0-16,-4-4-1 15,-6 1-2-15,0-2 0 0,-8-4-2 16,-9 2 0-16,-3 0 0 16,-3 0 0-16,-6 3 0 15,-1 5 1-15,1 5-1 0,1 9-1 16,-1 5 1-16,2 6-1 16,1 7-6-16,0 4-44 15,2 0-65-15</inkml:trace>
  <inkml:trace contextRef="#ctx0" brushRef="#br0" timeOffset="143740.45">6127 7074 109 0,'0'0'1'0,"0"0"12"0,0 0-2 0,0 0-8 15,0 0 5-15,0 0 7 16,0 0 12-16,0 0-11 16,49-29-6-16,-32 20-4 15,4 0-1-15,1-4-2 0,0 2-1 16,3-2 0-16,2 0-1 15,-3 0 1-15,1-1 1 16,1 0 0-16,1 0-2 16,0-2-13-16,0-2-38 15,2-5-39-15</inkml:trace>
  <inkml:trace contextRef="#ctx0" brushRef="#br0" timeOffset="143946.32">6772 6477 218 0,'0'0'6'16,"0"0"1"-16,0 0 1 15,0 0-16-15,0 0-9 16,0 0 8-16,0 40 8 0,0-3 2 16,1 9-1-1,7 10 1-15,2 11 2 0,-1 10 3 16,3 8 5-16,2 5-21 15,-5 2-110-15</inkml:trace>
  <inkml:trace contextRef="#ctx0" brushRef="#br0" timeOffset="145062.21">5489 8301 107 0,'0'0'3'0,"0"0"4"0,-2-47 0 16,-9 35-5-16,-3 1-4 15,-5 0-7-15,-2 0-5 0,-2 2 3 16,2 2 22-16,-2 0-9 16,3 1-1-16,0 3-1 15,2 3-1-15,-2 0 2 16,2 8 1-16,-2 7-8 16,1 9 14-16,-2 6-2 0,1 6-5 15,4 6 1-15,0 5 0 16,7 6-2-16,6 3 0 15,3 3 0-15,8 0-2 16,10-2 2-16,7-3-1 16,3-10-1-16,6-6 2 0,2-13 0 15,2-7 7-15,-4-9-3 16,3-7 4-16,-1-2-1 16,2-1 10-16,0-12-4 15,-2-4 0-15,0-7 0 16,-1-5-5-16,-3-6-2 0,-5-2 0 15,-3-7 0-15,-6-1 0 16,-7-1 2-16,-8-2 1 16,-3 1 0-16,-5-1-1 15,-15 1-4-15,-2 3-2 16,-9 4-2-16,-6 5-3 16,-1 6 2-16,-4 8 1 0,1 7 0 15,-1 7 2-15,2 5-30 16,-3 2-77-16</inkml:trace>
  <inkml:trace contextRef="#ctx0" brushRef="#br0" timeOffset="145562.78">4658 8045 117 0,'0'0'2'0,"0"0"0"0,0 0 1 0,0 0-2 16,37-27 0-16,-23 24-1 15,-3 2 0-15,3 1-1 16,-3 0 1-16,1 6-2 16,-1 4-1-16,-2 2-3 0,2 0 5 15,-6 8 9 1,-1 2-6-16,-4 2-1 0,0 2 2 15,0 3-1-15,0-2-1 16,-5-2-1-16,1-5 0 16,-1-3 3-16,2-4-2 15,3-5 1-15,0-5-2 16,1-3-1-16,15 0 18 16,4-17 9-16,9-7-4 0,11-9-14 15,7-5-2-15,13-7-1 16,1-5-6-16,1-7-51 15</inkml:trace>
  <inkml:trace contextRef="#ctx0" brushRef="#br0" timeOffset="146605.78">5478 9121 71 0,'0'0'4'0,"-40"-8"0"0,18 6 1 0,-1 2-1 15,-1 0-2-15,4 0 2 16,-1 7 2-16,4 3 3 16,1 2 1-16,1 4-7 15,1 3 0-15,1 5-3 16,1 6 0-16,1 8-2 0,2 3 0 15,2 13 0-15,5 1-1 16,2 6 2-16,0 5 1 16,14 2 0-16,6 0-1 15,8-4 1-15,9-1-1 0,3-8 0 16,7-10-2-16,6-9 1 16,1-11-2-16,2-10 11 15,-1-8-3-15,-1-7 2 16,2 0 1-16,-4-8 3 15,1-10 5-15,-3-3 3 16,-1-9-6-16,-5-3-3 0,-4-4-1 16,-5-5-2-16,-7-1 0 15,-8-1 0-15,-6 1 6 16,-7 0 8-16,-7-2-4 16,-6 0-2-16,-11-1-8 15,-8 1-1-15,-6 0-2 0,-9 3-2 16,-5 4-1-16,-4 8-3 15,-6 6 2-15,0 7-1 16,-1 10-4-16,1 7-8 16,-3 0-38-16,0 16-52 0</inkml:trace>
  <inkml:trace contextRef="#ctx0" brushRef="#br0" timeOffset="147015.62">4824 9808 66 0,'0'0'0'0,"0"0"3"0,13-37 3 16,-5 24 3-16,2 2-3 16,-1 1-1-16,0 4-3 15,2 3-2-15,-4 3 0 16,1 0 0-16,-1 3-2 0,2 10 1 16,-2 6 2-16,-3 7 3 15,-2 1-2-15,-2 5 4 16,0-1-2-16,0-2-4 15,0-3 10-15,-2-7 2 0,0-7 1 16,2-6-5-16,0-6-9 16,18-3 6-16,14-25 23 15,16-13-18-15,17-19 0 16,20-17-5-16,20-22-81 16</inkml:trace>
  <inkml:trace contextRef="#ctx0" brushRef="#br0" timeOffset="180353.83">4205 8253 33 0,'0'0'14'0,"0"0"-1"0,0 0-7 0,0 0 1 0,0 0-3 16,0 0 0-16,0 0 1 16,0 0 0-16,0 0 3 15,0 0-3-15,0 0 2 16,0 0-3-16,-25-27 1 0,23 25-1 15,-3 2 0-15,0-3 1 16,-1 2-3-16,-1 1 1 16,-3 0-1-16,0 0-2 15,-1 0 1-15,0 0-1 16,-1 0 0-16,1 0 0 16,1 0 1-16,2 0-1 0,-2 0 2 15,1 0-2-15,-1 0 1 16,1 0 1-16,-3 2 2 15,-2 0-1-15,1 0 1 0,1 2-3 16,-1 0-1-16,-5 0 1 16,4 2-1-16,-2 1 0 15,1 0 0-15,-1 2 0 16,1-1 1-16,2 0-1 16,-3 1 1-16,5-2-1 15,-3 2 1-15,3-2 1 0,-3 2-2 16,4-1 1-16,-2-1 0 15,1 0 0-15,0 0 1 16,2-1 0-16,-3 1 1 16,2-1 0-16,-1 1-2 15,-1 1 2-15,-1 1-2 0,-1-1-1 16,3 3 1-16,-2-1-1 16,1 0 0-16,2 1 0 15,1 0 0-15,-1-1 0 16,2 0 0-16,-1 1 1 15,0-2-2-15,2 2 2 16,0 0 0-16,3-2 0 0,-2 3-1 16,0-1 0-16,2 3 0 15,-3-1 1-15,3 1-1 16,-2 0 0-16,1 0 0 0,-2-1 0 16,1 3-1-16,3-2 1 15,-1-1 0-15,2 4 0 16,-2 0 0-16,3 0 0 15,-1 6-1-15,0-2 2 16,-3 2-1-16,2 1-1 16,1 0 1-16,0-3 0 0,0 2 0 15,2-2 0 1,0-2 0-16,-2 2 0 0,2-1 0 16,0 1 0-16,0-1-1 15,0 0 1-15,0 1 0 16,4-1 0-16,0 0 0 15,4-1-1-15,1-1 2 16,-1-1-1-16,4 0 0 0,-3-3-1 16,2 0 1-16,0 1 0 15,0-1 0-15,0 0 0 16,1-1 1-16,1 1-2 16,0 2 1-16,1-1 0 0,-1 1 0 15,3-2 0-15,-1 0-1 16,1 1 1-16,-1-2 0 15,0-2 0-15,0 0-1 16,1-1-1-16,-1 0 1 0,1-1 1 16,1-2-1-1,-1-2 1-15,-3 2-1 0,3-2 2 16,-1-1-1-16,2 0 0 16,-4 2 1-16,1-2-1 15,1-1 0-15,1 0 0 16,3-2-1-16,0-1 0 15,3 0 0-15,3 0 1 0,-1-7 0 16,3-3-1-16,-2-1 1 16,1-2 0-16,-1 0-2 15,-3-2 2-15,-2-1 0 16,1 2 0-16,-6-3 1 16,1 1 0-16,-1 1-2 0,-1-4 6 15,-1-1-2-15,3-1 0 16,-3-2-1-16,4-1 0 15,0 0-1-15,-1-2 0 16,1 2 0-16,1-1-1 0,0 2 0 16,-2 0 1-1,-1 3-1-15,1 3 0 0,-5 3 2 16,1 1-2-16,-3 3 0 16,-1 3 0-16,-1-3 1 15,0 3-1-15,-2-1 0 16,1-3 0-16,1-1 0 0,-1-1 0 15,1-1 2-15,-2-2-2 16,-1-2 0-16,-2 0 0 16,0-4 0-16,-2 2 1 15,0-4 0-15,0-3 0 0,-2 0 0 16,-4-1-1-16,-1-4 2 16,-3 1-1-16,0 0 0 15,-1 0 2-15,-1 0-1 16,-1 2 1-16,-3 2-1 15,1 3 1-15,-1 4 0 0,5 5-3 16,2 4-1-16,2 4-6 16,1-1-59-16</inkml:trace>
  <inkml:trace contextRef="#ctx0" brushRef="#br0" timeOffset="182019.92">5299 8182 82 0,'-15'1'3'0,"1"-1"1"0,3 3-1 0,1 3 0 16,-2-1-4-16,-1 2 2 16,1 2-1-16,-3 0 1 15,1 0 0-15,3 0 1 16,2 2-1-16,0 2 0 0,2 4-1 15,5 1 0-15,0 5 0 16,2 4 1-16,0 3-1 16,2 4 0-16,10 2 0 15,1 2 0-15,3 2-1 16,2 2 1-16,6-1 0 0,-1-4-1 16,-1-1 0-16,5-5-1 15,-1-5 0-15,3-5 2 16,1-5 0-16,3-4 2 15,0-2 0-15,5-5-2 0,1-1 3 16,-1-4-2-16,-1 0 0 16,-1 0 2-16,-2-11 2 15,-1-4-8-15,0-3 5 16,-4-4 3-16,0-6 0 16,1-3 3-16,-5 0-3 15,-3-2-2-15,-5-1 2 0,-3 0 0 16,-7 2 1-16,-5 1 1 15,-2 0 3-15,-4 0 0 16,-9 1-1-16,-6-1-6 16,-1 1 3-16,-2-1-4 15,-5 4 2-15,0 0-2 0,1 4 2 16,1 3-3-16,-2-1 1 16,3 7 0-16,-1 0 0 15,0 2 0-15,-2 5 2 16,0 1-3-16,-1 2 3 15,0 4-4-15,3 0 0 0,0 0 6 16,2 0-8-16,0 4 4 16,6-1-2-16,-1 3 1 15,1-2-1-15,3-1 1 16,3-2-1-16,1 1 0 16,2-1 1-16,3-1-1 15,1 0 1-15,-1 0-1 0,3 0 0 16,-3 0 1-16,3 0-1 15,-2 0 1-15,1 0 1 16,1 0 1-16,-2 0 0 16,-3 0 0-16,3 0-2 0,-1 0 0 15,0 0-2-15,-1 3 1 16,0 1-1-16,1 2 1 16,-1 0 0-16,0-2-1 15,0 3 0-15,-3 0 1 16,-2 3-1-16,-2-1 1 15,1 3 0-15,-2 0 1 16,2 0-2-16,0 1 1 0,3 0 0 16,-1-2 0-16,3 2-1 15,-1 0 1-15,4 1-2 16,2-1 2-16,-3 4 0 16,3 1 0-16,0 1 0 0,0 5-1 15,0 2 1-15,0 2 0 16,2 1 0-16,-2 2-1 15,2 0 1-15,0 0 0 16,0-1 0-16,8-3-2 16,3-3-1-16,5-1-1 0,-1-3 1 15,6-3-1 1,1-2 2-16,2-3 1 0,1-1 0 16,4-2 0-16,0-1 1 15,0-1-1-15,5-1 2 16,-1-2-1-16,3 0 1 0,0-2-2 15,0-2 1-15,-1 0-3 16,1-7 2-16,-2-6 1 16,-1-7-1-16,-1-3 1 15,-3-5-3-15,-1-2 0 16,-2-5 1-16,-2-5-27 0,-7-7-66 16</inkml:trace>
  <inkml:trace contextRef="#ctx0" brushRef="#br0" timeOffset="183921.2">13229 16379 104 0,'0'0'15'0,"0"0"17"0,0 0-7 0,0 0-8 0,0 0-5 16,0 0-5-16,0 0-4 16,0 0-2-16,-17-38 0 15,17 31 1-15,0-2-2 16,6 2 2-16,2-2-4 15,2 2 2-15,3 3-1 16,3 0 2-16,-2 4 1 0,4 0-1 16,2 2-1-16,-3 8 1 15,2 2-1-15,-2 4 0 16,1 0 0-16,-4-1 2 16,1-1-2-16,-2-2 1 15,1-4-1-15,-5-3 0 0,0-3-1 16,0-2 1-16,-3 0 0 15,1-4-1-15,-2-5 1 16,1-3 2-16,-2-2 1 16,2-4-1-16,-2 0 1 15,-4 1-2-15,2 0 0 16,-2 1 0-16,0 4 0 0,0 3 0 16,0 3 1-16,0 2-1 15,3 4-1-15,3 0-1 16,1 0 0-16,4 5 0 15,0 7 0-15,0 1 1 0,3 3 0 16,1 3 1-16,-1 3-1 16,-1 1 1-16,-1 1 0 15,-1 1-2-15,-3 2 1 16,-2 0 0-16,-2 0 3 16,-4 0-2-16,0-1-1 15,-7-1 1-15,-6-3 1 0,-4-1-1 16,-4-1-1-16,-5-5 2 15,0-2 0-15,-1-6 7 16,-4-1 4-16,0-5-3 16,1-1 3-16,-1 0-7 0,0-5 3 15,3-4-5-15,7-1 1 16,1-1-7-16,6 0 0 16,9 2-10-16,3-2-15 15,2-1-23-15,2 1-77 16</inkml:trace>
  <inkml:trace contextRef="#ctx0" brushRef="#br0" timeOffset="184376.36">13968 16386 178 0,'0'0'-1'0,"0"0"2"0,0 0 1 0,39-11 1 0,-25 4-1 16,4 0-1-16,4 0-1 16,-4 1 1-16,4 2-2 15,-4 1-19-15,-4 0-45 16</inkml:trace>
  <inkml:trace contextRef="#ctx0" brushRef="#br0" timeOffset="184526.08">14045 16605 54 0,'0'0'79'0,"0"0"-85"15,0 0 8-15,0 0-2 16,58 9-4-16,-33-11-35 16,2-5-43-16</inkml:trace>
  <inkml:trace contextRef="#ctx0" brushRef="#br0" timeOffset="184946.09">14834 16294 23 0,'0'0'30'0,"0"0"-10"0,0 0-8 0,0 0-6 16,0 0-5-16,0 0-2 15,-38 2-29-15</inkml:trace>
  <inkml:trace contextRef="#ctx0" brushRef="#br0" timeOffset="187659.98">14835 16240 67 0,'0'-3'14'0,"0"0"16"0,0 2-9 0,-2 1-4 15,1-1-7-15,1 1-4 16,0 0-6-16,0 0 0 0,0 0 1 16,0 0 0-16,0 0 0 15,0 0 1-15,0 0-4 16,0 0 2-16,0 4 2 15,0 3 0-15,0 2 0 16,0 0-5-16,0 3 9 0,0-1-5 16,0 3-1-16,0-1 1 15,0 1 0-15,0-1-1 16,0 0 0-16,0 0 0 16,0-2 0-16,0 1 3 15,0 0-2-15,0-2-1 0,0 0 0 16,0-1 0-1,1-1-2-15,4-1-1 0,2-1 3 16,-1 1 0-16,4 0-1 16,-4-2 1-16,1-1-1 15,2-1 1-15,-2-1-1 16,0 0 2-16,-2-1-1 0,1-1-1 16,0 0 1-16,-4 0 0 15,3-1 2-15,0-5 0 16,-3 0 4-16,0-2-2 15,1-2-2-15,-1 2-1 16,2-2-1-16,-2 1 2 16,2-1-1-16,0-1-1 0,0 0 0 15,1 0 0-15,-1 1 0 16,2-2 2-16,-3 2-4 16,1 1 4-16,3 1-2 0,-5 2 0 15,-1 0 0-15,0 3 0 16,0 1 0-16,-1 0 1 15,0 2 0-15,0-2 0 16,0 0 0-16,0 2-1 16,0 0 1-16,0 0-1 0,0 0 1 15,0-1-2-15,0 1 1 16,0 0-1-16,0 0-3 16,0 0 2-16,0 0 1 15,0 0-1-15,0 0 2 16,0 0 0-16,0 0-1 0,0 0 2 15,0 0-1-15,0 0 0 16,2 1 0-16,-2 5 3 16,4-1-1-16,-2 0-2 15,-2 0 0-15,3 1 0 16,-1 1 0-16,2 0 0 16,0 0 0-16,1 2 1 0,2-1-1 15,-3 1-1-15,3 1 1 16,1 0 1-16,-1-2-1 15,1 1-1-15,0-2 1 16,2 0 0-16,0-1 0 16,1-1 0-16,-1-2 0 0,0 0-2 15,-1-3 1-15,3 0 1 16,-5 0 1-16,2 0-5 16,-1-4 3-16,-1-3 10 15,0-3-1-15,-3-2 0 16,-1 0 5-16,-3-1 2 0,0-3-4 15,0-1-2-15,0 0-2 16,-3-2 0-16,-1-3-1 16,-2-1-2-16,2-2-4 15,0 3 1-15,4 1-2 16,0 3-1-16,0 3-3 0,0 7-12 16,0 1-25-16,4 3-47 15</inkml:trace>
  <inkml:trace contextRef="#ctx0" brushRef="#br0" timeOffset="188209.66">15333 16368 111 0,'-1'-6'3'0,"-1"2"2"0,1 1-3 0,0 3 1 15,-1 0-1-15,0 0-4 0,-1 6 5 16,1 5-2-16,-2 3-1 16,3 2 1-16,-1 4-1 15,2 1 1-15,0 1 1 16,0 0-2-16,0-2 1 16,4-4-1-16,4-2 0 0,-2-4 1 15,1-2-1-15,0-4 0 16,4-2 1-16,-2-2 3 15,0 0-2-15,3 0 1 16,0-7 11-16,-1-7 3 16,1-3-5-16,-4-2 1 15,-1-2 2-15,-4-2-5 0,-3 1 4 16,0 0-4-16,-1 1 2 16,-9 1-1-16,-3 6-4 15,-3 0-4-15,0 4-1 16,-6 4-3-16,3 6-10 15,2 0-14-15,-3 9-24 16,4 3-25-16</inkml:trace>
  <inkml:trace contextRef="#ctx0" brushRef="#br0" timeOffset="188695.05">15982 16267 115 0,'0'0'5'0,"0"0"5"0,0 0-3 0,0 0-8 16,0 0-2-16,0 0 4 15,0 0-3-15,0 0 5 16,0 0 3-16,0 0 4 15,0 0 6-15,51 7-4 16,-32-7-5-16,-1 1-2 16,-1-1-1-16,2 1-3 15,1-1 1-15,-2 0-2 0,4 0 0 16,-3 0 1-16,0-1 0 16,0-1 0-16,-1-1 0 15,1 0-1-15,-5 3 1 16,-3-3-4-16,-4 3-21 15,-6 0-37-15</inkml:trace>
  <inkml:trace contextRef="#ctx0" brushRef="#br0" timeOffset="188925.15">16092 16152 210 0,'0'0'3'0,"0"0"11"16,0 0-10-16,0 0-11 15,0 0 7-15,-7 61-1 16,7-25 4-16,4 5-3 16,2 3-2-16,-2 4-3 15,-1 0-13-15,0-3-47 0,2-7-49 16</inkml:trace>
  <inkml:trace contextRef="#ctx0" brushRef="#br0" timeOffset="189495.24">16837 16084 177 0,'0'0'1'0,"0"0"12"15,0 0-1-15,0 0-11 16,0 0 0-16,0 0 0 15,0 0-2-15,0 0 6 16,0 0-4-16,-27 7 0 16,20 14-1-16,5 4 1 0,0 3-1 15,0 0 1-15,2-1-1 16,0-3 0 0,0-1 0-16,6-6 0 0,3-3 0 15,0-3-2-15,3-3 1 16,-1-3 0-16,2-4 1 0,2-1-1 15,-1 0 0-15,2-1 2 16,-2-6 1-16,0-4-1 16,-2 1 1-16,-2-1 1 15,0-2 5-15,-6-5 5 16,-1-1 0-16,-1-1-2 16,-2-3-3-16,0-2 1 0,-5-2-2 15,-4 1-1-15,-2 2-3 16,0 3-1-16,-2 2-1 15,-3 5-2-15,3 6 2 16,-3 5-2-16,2 3-8 16,1 7-12-16,0 9-22 0,1 1-14 15,1 1-41-15</inkml:trace>
  <inkml:trace contextRef="#ctx0" brushRef="#br0" timeOffset="189772.52">17185 16213 212 0,'0'0'2'0,"0"0"19"0,0 0-5 0,0 0-11 0,0 0-4 16,0 0 0-16,0 0-1 15,0 0-1-15,0 0-2 16,0 0-15-16,-6-20-70 16,6 13-11-16</inkml:trace>
  <inkml:trace contextRef="#ctx0" brushRef="#br0" timeOffset="190285.61">17323 16099 159 0,'0'0'-10'0,"0"0"47"16,0 0-13-16,0 0-22 16,0 0-1-16,0 0-6 15,0 0 0-15,-21-40 3 16,28 35 1-16,3 1 1 16,0 1 1-16,1 0-2 15,1 3 5-15,0 0-3 0,1 4 0 16,-1 5-1-16,-4 2 0 15,0 2 0-15,-3 4 0 16,-2-1-1-16,-3 2-2 16,0 2 6-16,-4 1 0 15,-3-1-2-15,-6 0-1 16,1 3 0-16,-1-5-3 0,0-2-1 16,2-5 2-16,4-2 1 15,1-3 2-15,4-4 0 16,2 0 0-16,0-2-2 0,0 0 2 15,1 0 3-15,8 0-2 16,0-3 0-16,5-1 5 16,3-2-1-16,1 0-3 15,2 2-1-15,0 0-2 16,3 1 1-16,-1 0-1 16,2 2 0-16,-1-3-6 0,-4-1-55 15</inkml:trace>
  <inkml:trace contextRef="#ctx0" brushRef="#br0" timeOffset="190891.43">17840 16061 141 0,'0'0'-12'0,"0"0"18"0,0 0 3 0,0 0-3 0,2-42 11 16,1 34 7-16,-1 2 0 16,1 0-8-16,3 1-5 15,-1 0-5-15,3 3-6 16,0 2 1-16,2 0-2 0,1 0 2 16,-1 10-2-16,-1 2 1 15,-1 2-1-15,-3 2-3 16,-1 1 6-16,-4 1-2 15,0-1-1-15,0-3 0 16,0 0 0-16,-3-2 2 16,-1-2 0-16,0-4-1 0,1-2 1 15,2-3-1-15,0-1 3 16,1 0-2-16,0-7-1 16,0-6-1-16,3-4 0 15,4-4-1-15,2-3 4 16,-1-2-2-16,1 1-2 0,-3 2 2 15,2 0 2-15,-5 6-2 16,-1 2 1-16,-1 3 0 16,-1 2 0-16,0 5 0 15,0 0 1-15,0 3 0 0,0 2-1 16,0 0 0-16,0 4-6 16,-3 7 4-16,2 3 1 15,-1 5 0-15,2 1 1 16,0 1-1-16,0 0 0 15,2-1 0-15,7-3 0 16,-1-1 0-16,5-2 0 0,-1-1-1 16,2-3 0-16,4-3-1 15,2-3-4-15,-1-3-10 16,2-1-51-16,-4 0-34 16</inkml:trace>
  <inkml:trace contextRef="#ctx0" brushRef="#br0" timeOffset="191082.96">18275 16041 212 0,'0'0'35'0,"0"0"-29"0,0 0-7 0,0 0 1 15,0 0 3-15,4 48-2 16,-3-22 0-16,0 4 0 16,-1 7-1-16,2 3 0 15,-2 1 1-15,0 3-1 16,3 3-1-16,0-2-1 15,2-1-23-15,1-7-41 0,4-8-71 16</inkml:trace>
  <inkml:trace contextRef="#ctx0" brushRef="#br0" timeOffset="191460.42">18828 16070 158 0,'0'0'-17'0,"0"0"18"16,0 0 5-16,50-23 4 15,-26 12 12-15,0 1 10 16,3 0-2-16,1 1-14 16,5 2-8-16,-5 0-5 0,1 2-2 15,1 1-1-15,-3 2 0 16,-2 0 0-16,-1 2-5 15,-6-1-19-15,-4-1-22 16,-6-2-39-16</inkml:trace>
  <inkml:trace contextRef="#ctx0" brushRef="#br0" timeOffset="191679.97">19016 15886 213 0,'0'0'6'16,"0"0"10"-16,0 0-10 16,0 0-6-16,0 0 0 15,0 0 1-15,-16 56 0 16,16-23-1-16,0 5 1 0,3 1 0 16,3 4-2-16,1 0-1 15,-3-2-32 1,1-10-90-16</inkml:trace>
  <inkml:trace contextRef="#ctx0" brushRef="#br0" timeOffset="192122.36">19606 15858 60 0,'0'0'-9'0,"0"0"9"15,0 0-1-15,0 0 4 0,-41 17 18 16,30 0 7-16,3 2 2 16,1 4-15-16,2 2-9 15,5-1-4-15,0 0-2 16,0-2 0-16,7-5 2 15,4-4-2-15,2-5-2 16,1-3 2-16,0-5 4 0,4 0 2 16,-3-2 4-16,5-8-5 15,-4-2 1-15,0-3-2 16,0-1-1-16,-4-2 4 16,-2-1-1-16,-2-1 1 15,-3 2 5-15,-5-2 0 0,0 0 1 16,-9 2-5-16,-1-1 0 15,0 4-5-15,-4 3-1 16,1 4-2-16,-1 6 0 16,3 2-3-16,-2 3-23 15,0 10-20-15,3-2-24 0</inkml:trace>
  <inkml:trace contextRef="#ctx0" brushRef="#br0" timeOffset="192294.28">19801 15929 226 0,'0'0'1'16,"0"0"0"-16,0 0-2 16,0 0-21-16,0 0-15 15,0 0 4-15,0 0 1 0</inkml:trace>
  <inkml:trace contextRef="#ctx0" brushRef="#br0" timeOffset="192841.86">20115 15715 99 0,'0'0'7'0,"0"0"36"16,0 0 1-16,-6-36-13 16,-1 29-7-16,-2 1-11 15,-2 4-8-15,0 0-4 16,-3 2-2-16,1 0 0 0,0 4 0 16,-4 6-2-16,5 0 1 15,-2 3 2-15,1 0-1 16,2 1 1-16,3 2 0 15,3-1 0-15,2 0 0 16,3-1 0-16,0-2 0 0,0-1-1 16,7-1 0-16,4-2 1 15,3 2-1-15,1-3 1 16,3 0 0-16,2 2 0 16,-4 0 1-16,2 1-1 15,-3 2 0-15,-1-1 0 16,-4 2 0-16,-1-1-1 0,-5 0 1 15,-3 0-1-15,-1-3 1 16,-3 1 0-16,-11-1 1 16,-3-5-2-16,-4 0 1 15,0-3 1-15,-2-1 1 16,6 0 5-16,1-5 3 0,6-8 10 16,2-1-1-16,5-1-9 15,3-4-8-15,4-2 3 16,10-5-5-16,8 2-3 15,7 1-8-15,2-1-25 16,2 3-34-16,-1-1-81 0</inkml:trace>
  <inkml:trace contextRef="#ctx0" brushRef="#br0" timeOffset="193460.19">20477 15736 142 0,'0'0'9'0,"0"0"17"0,0 0-3 0,0 0-12 16,0 0-4-16,0 0-1 16,0 0-2-16,-29-42-4 15,40 30 3-15,1 2 0 16,1 0-2-16,3 2 1 15,-1 1-3-15,3 1 3 0,-3 3-4 16,1 3 4-16,-4 0-2 16,0 3 0-16,-4 8-1 15,-5 3-1-15,-1 3-4 16,-2 4 2-16,0 0 5 16,-3 0 1-16,-3-2-1 15,-3-4-1-15,2-1 2 16,2-2-2-16,1-5 0 0,1-2 0 15,1-3 0-15,1-2 0 16,1 0 0-16,0-2 1 16,0-9-2-16,4 1 2 15,1-7 2-15,1 2-2 0,0-3 0 16,1-3 0-16,0 1 0 16,-2 0 2-16,1 0 0 15,0 3-1-15,2-1-2 16,-4 2 0-16,0 5 0 15,-2 1 0-15,0 4 1 0,-1 2-1 16,-1 2 1-16,0 2 4 16,0 0-3-16,0 0-5 15,0 6 2-15,0 6 2 16,0 1 2-16,2 3-1 16,0 2-1-16,3 0-1 0,2 0 2 15,2 1-2-15,3-2-2 16,2-2 0-16,2 1-14 15,2-5-22-15,-3-2-27 16,1-2-1-16</inkml:trace>
  <inkml:trace contextRef="#ctx0" brushRef="#br0" timeOffset="193795.71">20809 15782 22 0,'0'0'39'0,"0"0"4"0,0 0 24 0,0 0-26 0,0 0-19 15,0 0-5-15,0 0-9 16,0 0-2-16,15-36-5 0,-5 29-1 15,2 1 0-15,0 1 0 16,4 2 1-16,-4 1-1 16,2 2 0-16,-5 0 0 15,-2 9 0-15,-1 4-3 16,-3 3-10-16,-3 3-7 16,0 5 13-16,-12-1 5 0,-5 1 2 15,-2-3 1-15,-1-2 1 16,2-5 4-16,2-3 0 15,4-2 4-15,7-5-1 16,5-2-3-16,9-2-4 0,14-6-4 16,16-10 7-1,15-6-2-15,14-4-1 0,12-5-2 16,5 1 2-16,2 0-2 16,0 9-3-16,-10 1-15 15,-8 4-51-15,-16 5-111 16</inkml:trace>
  <inkml:trace contextRef="#ctx0" brushRef="#br0" timeOffset="196316.02">16922 15801 91 0,'-8'0'-12'0,"4"0"14"0,0 0-2 0,0 0-20 0,1 0-17 16,1 0 23-16,0 0 44 15,-4 0 9-15,3 0-6 16,0 0-8-16,-1 0-17 16,0 3-8-16,0-1-1 15,1 1-6-15,-1 1-2 16,0-2 5-16,-1 2 5 0,0-1-1 16,-3 0 0-16,-1 2 2 15,-1-1-1-15,-3 2 1 16,0 1-2-16,-1-2 2 15,1 1-2-15,1 1 0 16,0 0 1-16,3-2-2 0,-1-1 2 16,1 3-1-16,1-3 0 15,0 2 1-15,0-2 0 16,3 2 1-16,-1-2-2 16,0 3 0-16,0 0-1 15,-1 0 1-15,1-1 0 16,0 1-1-16,-1-1 0 0,0 1 1 15,0 0 1-15,-1 0-1 16,0 3 0-16,-1 0 0 16,-3 1 0-16,1 2 0 15,-2 1 0-15,1-1 0 0,-2 4 0 16,3-2 0-16,2 0 0 16,-2-1 0-16,4 0 0 15,0 1-3-15,3-1 6 16,0 0-2-16,-1 0-1 15,3 2 0-15,1-2 0 0,-1 2 0 16,0-4 0-16,2 1 1 16,0 1-1-16,0-2 0 15,0-1 1-15,0 3-1 16,0-1 2-16,4 2 0 16,2 0-2-16,2 1 2 15,-3 1-2-15,4 0 0 0,2 1 0 16,-2-2 0-16,2 2-2 15,3-2 2-15,-2 0 0 16,1-1 2-16,0 2-1 16,0-1 2-16,2-2 0 15,-2 3-1-15,1-1-1 0,0-2-1 16,0 4 0-16,1-5 0 16,2 1 0-16,-1-3 0 15,2-2-1-15,-2-2 1 16,2 0 2-16,-1-1 4 15,3-2-2-15,-2 2-3 0,2-2 0 16,-1 3 0-16,5-4-1 16,-5 1 2-16,4-2-2 15,0-1 0-15,0 1-2 16,0-2 4-16,0 0-1 16,-2 3 0-16,3-2-1 0,-2 2 1 15,1-2 0-15,-1 1-1 16,-1-2 0-16,2 0 0 15,-4 0 0-15,0-3 1 16,2-4-1-16,1-3-1 16,-3-1 9-16,4-1-1 0,2-2-4 15,-2-1-2-15,1-3 1 16,1 1-1-16,1-4-1 16,-1 5 2-16,-6-4-2 15,0 2 0-15,-1 1 0 16,-5-2 0-16,-1 2 3 0,-1-1 7 15,-2 0-3-15,2 0 1 16,-3 0-3-16,-1 1 0 16,-3 1-1-16,-1-1 3 15,-2 0-2-15,-1 1 2 16,0 0 3-16,0-3-2 16,0-1-3-16,-3-3-1 0,-1-1 0 15,1-1-3-15,-2-2-1 16,0 1 1-16,-3-1-1 15,1 3 0-15,-2 0 1 16,-4 0-1-16,1 0 1 0,-3 0 2 16,-2 1-2-16,-2 1 5 15,0 3-3-15,0 0-2 16,-1 2 0-16,1 3-1 16,2 5 1-16,2 2-2 15,1 3 2-15,1 4-7 0,1 0-12 16,2 7-24-16,5-1-50 15</inkml:trace>
  <inkml:trace contextRef="#ctx0" brushRef="#br0" timeOffset="197042.13">17917 15695 91 0,'-2'-4'3'0,"-3"1"-2"0,-4 1 0 0,0 2 2 15,0 0 7-15,-5 0 9 16,1 0-1-16,-3 7 2 16,1 0-7-16,-3 4-10 0,2 1-3 15,-2 2 0-15,-1 4-2 16,-2 0 2-16,0 3 2 16,2 0-2-16,-3 3 0 15,3 0 1-15,2 1-1 16,0 2 1-16,3 2-1 15,2 0 0-15,3 2 0 0,0 2 0 16,5 2-1-16,-1 0 1 16,5 0 0-16,0 2 0 15,3-4 0-15,5-1-1 16,4-2 1-16,2-2 0 16,1 1 1-16,3-2-1 0,2 1 1 15,2-2-1-15,1 0 1 16,2-1 0-16,0 2-1 15,2-4 1-15,1-2-1 16,1 2 0-16,-2-3 1 16,1-5-1-16,2-2 0 15,-1-3-1-15,4-6 2 0,-1-4 1 16,3 0-2-16,3-6 2 16,3-7-2-16,0-6 1 15,-2-1-5-15,0-4 6 16,-4-3 0-16,-4-3-2 0,-4-1 3 15,-6-2 11-15,0-2 1 16,-4-2 5-16,-4-5-1 16,0-1-8-16,-2-6-4 15,-4-2-1-15,-1 0-4 16,-4 0-2-16,-2 7 1 0,0 3-2 16,-2 7-9-16,-8 4-31 15,-2 6-64-15</inkml:trace>
  <inkml:trace contextRef="#ctx0" brushRef="#br0" timeOffset="198550.98">19848 15546 82 0,'0'0'34'0,"0"0"-29"0,0 0 1 0,0 0-4 15,0 0-1-15,0 0-1 0,0 0 2 16,-37-26 8-16,29 22 13 16,1 0-5-16,-1-1-8 15,-1 3-5-15,1-1-3 16,-4 1-1-16,-1 1-1 0,0-1 0 16,-1 2 1-16,0 0 0 15,-2 0 4-15,2 0 1 16,-4 0-4-16,2 0-1 15,-2 3-2-15,2 2 2 16,-3 0-2-16,1 1 1 16,0 2 0-16,-3 1 0 15,1-1 0-15,0 3 0 0,1 0 0 16,1 1 0-16,0 0 0 16,0 2-1-16,1-1-2 15,1 1-1-15,-4 0-1 16,1 2 4-16,2 0 1 0,-1 1 0 15,2 3 0-15,-1 2-6 16,1 4 6-16,0-1-3 16,0 2 3-16,3-1-1 15,2-1 0-15,0-1 1 16,6-4 0-16,-1 1 1 16,4 0-1-16,0 0 1 0,1 0-1 15,1 1 0-15,0 3 0 16,0-1 0-16,3 5 2 15,2 0-4-15,4 1 2 16,3 0 2-16,-1-3-2 0,0 1-2 16,5-5 2-1,3-1 2-15,0-4-4 0,3-2 1 16,3-2 1-16,0-1 1 16,-3 1 1-16,2 0-1 15,1-1 1-15,-4-1-2 16,0-1 0-16,1-3 0 0,1-1-3 15,2-3 3-15,1-2 1 16,-1-1 2-16,4 1 1 16,-2-2 1-16,0 0-5 15,0 0 1-15,-4 0-1 16,-1 0 2-16,2-5-2 0,-4 1 2 16,0-3-1-16,-1 0 0 15,-1-3 1-15,1 1-1 16,-2-2-1-16,0-1 3 15,0-1-3-15,-2-3 1 16,2 2 0-16,-2-2 4 16,-1 2 7-16,-1-4 0 0,-1-2-3 15,0 1-2-15,0-1-4 16,0 0-2-16,-3 2-1 16,1-1 2-16,-2 3-2 15,0-2 0-15,-2 3 1 0,3-1-1 16,-1-1 0-16,1-1 0 15,3-1 0-15,0-1 0 16,-1-1 0-16,-2 1 0 16,-1 0 0-16,-3 3 0 15,-3 0 0-15,-2 1 1 16,0 2 1-16,0 0 1 16,-1 0 7-16,-5 0 0 0,-1 0-4 15,1-2-1-15,-1 0-1 16,0-1-2-16,0 2-1 15,-1-1 0-15,-2 0-1 0,2-1 1 16,-1 3 2-16,0 0 3 16,1 0-2-16,-3 2-2 15,0 1 0-15,2 2-2 16,0 1-1-16,-1 3-1 16,2 3-1-16,1 2-9 0,3 0-16 15,-3 0-37-15,5 0-28 16</inkml:trace>
  <inkml:trace contextRef="#ctx0" brushRef="#br0" timeOffset="199597.36">20746 15366 112 0,'-12'-4'11'0,"2"0"0"0,-1 1-7 0,1 2-3 0,0-2 6 15,3 3 12-15,0-1 2 16,0-1-1-16,3 2-7 16,1 0-8-16,-3 0-4 15,1 0-1-15,-1 2-1 0,-3 3 0 16,1 3 1-16,-2 1 0 16,-2 1 0-16,-1 3 0 15,-3 1 0-15,-1 2 0 16,-1 1 1-16,-2 0-1 15,-1 3 0-15,1-2 0 16,-1 1 0-16,2-1 0 0,-1 2 0 16,4-2 0-16,1 0 0 15,1 2 0-15,1 1 0 16,0 0 0-16,4 2 1 0,-1 1-2 16,2-1 1-16,3 4 0 15,-1-3 0-15,3 1-1 16,2 1 0-16,1-1-5 15,0 0 0-15,0-1 0 16,0 0 3-16,6-2 1 16,1-1 1-16,3 1 1 0,2-2-2 15,-1 0 4-15,4 3-2 16,-1-1 0-16,2-1 1 16,-1 1 2-16,1 0 0 15,-1-1 0-15,1 0-1 16,-1-4 1-16,0 0 0 0,2-1 0 15,-1-5 0-15,3-1 1 16,2-3-1-16,2 0-1 16,-1-4 2-16,4-2-2 15,1-1-3-15,-2 0 3 0,0 0-1 16,2-1-2-16,-1-7 2 16,3-1-1-16,-2-1 4 15,-1-3 2-15,0-1-2 16,-2 1 0-16,-4-3-2 15,0 4 1-15,-7-4-1 16,3 4 0-16,-5-3 2 0,-1-1 2 16,1 0-2-16,0-3-1 15,3-3-1-15,2-1-2 16,1-3 0-16,0 0 1 16,-1-1-1-16,-3-1 0 15,-1 1 0-15,-3 0 2 0,-2 0-1 16,-3 2-1-16,0-1 2 15,-4 1 1-15,0-1 1 16,0 2 1-16,-5 0-1 16,-3-2 0-16,-3 2 1 0,-3 1-2 15,-2-1 1-15,-3 0-1 16,-1 1 3-16,-4-1-2 16,-1 3-1-16,0-2 0 15,-4 5 0-15,1-2-4 16,-2 4-2-16,0 5-2 15,1 1-8-15,-2 6-13 0,0 2-18 16,4 2-47-16,1 0-71 16</inkml:trace>
  <inkml:trace contextRef="#ctx0" brushRef="#br0" timeOffset="205406.51">20532 16104 17 0,'-5'1'30'0,"-3"-1"-30"0,3 0 1 16,2 2-11-16,-3-2-4 0,3 1 12 16,-1-1 4-16,-1 2 5 15,0-1 6-15,3 0-1 16,0-1-5-16,-1 1-4 15,2 0-3-15,1 0-10 16,0-1-1-16,0 0-15 0,0 2 11 16,0-2 20-16,0 0 26 15,0 0 7-15,0 0-2 16,0 0 0-16,0 0-12 16,0 0-15-16,0 0-5 15,4 0-4-15,-1 0-5 0,4 0 5 16,2 0-2-16,2-2 2 15,2-1-1-15,3-1 1 16,2 0 0-16,3-1 0 16,4-3 1-16,0 1-1 15,2-2 0-15,2-1 0 16,2-1 4-16,-2 1-3 0,-2 2 1 16,0-1 1-16,-1-1 3 15,-3 2-1-15,0 1 0 16,-3 0-1-16,-1 1-2 15,-1 0 0-15,0 0-2 16,2 1 0-16,-1 0 0 0,2 0 0 16,0-1 0-16,2 4 0 15,-2-2-2-15,0 2-12 16,-1-1-19-16,-3 2-5 16,-3 1 0-16,-7-1-13 15</inkml:trace>
  <inkml:trace contextRef="#ctx0" brushRef="#br0" timeOffset="205991.96">20491 16175 26 0,'0'0'24'0,"0"0"-4"0,0 0-9 0,0 0-4 16,49-2 1-16,-33-2-2 16,-2-1 1-16,4-1 0 15,1 0 7-15,-1-1 6 16,1 0 6-16,3 0-4 15,2-2-11-15,1 1-7 16,6-1-2-16,-1-1-1 0,4-1-2 16,-2 4 2-16,-1-2-1 15,-2 2 0-15,-2 0 0 16,-3 1 0-16,3 1 1 16,-4-1-1-16,2 0 0 0,-1 1 0 15,-4-1 0-15,0 3 0 16,-3-1 0-16,-5 2-1 15,-1 0 0-15,-6 0 0 16,-2 1-7-16,-2 1-13 16,-1 0-34-16,-2 0-12 15</inkml:trace>
  <inkml:trace contextRef="#ctx0" brushRef="#br0" timeOffset="206430.86">20668 16122 52 0,'0'0'11'0,"0"0"11"0,49-20-7 0,-27 13-7 0,0-1-3 15,3-1-2-15,-1-1 1 16,1 3 3-16,-1-3 6 0,1 2 6 15,0-1-1-15,-1-1-11 16,1 3-5-16,-1-3-2 16,-2 3 0-16,0 1 0 15,0-1 0-15,-4 1 0 16,-1 1 0-16,-3 1 0 0,0 1 0 16,-5 1-2-16,1 1-16 15,-7 1-16-15,-2 0-2 16,-1 0-31-16</inkml:trace>
  <inkml:trace contextRef="#ctx0" brushRef="#br0" timeOffset="206604.91">20986 16011 57 0,'0'0'27'15,"0"0"24"-15,0 0-4 0,0 0-4 16,0 0-21-16,0 0-21 15,0 0 1-15,0 0 0 16,23-12-2-16,-9 7-24 16,-1-2-67-16</inkml:trace>
  <inkml:trace contextRef="#ctx0" brushRef="#br0" timeOffset="208068.54">17612 16516 1 0,'-4'1'37'0,"-2"0"-8"15,4 0-14-15,1-1-6 0,-2 1 4 16,3-1-3-16,0 0-7 16,0 0 0-16,0 0 1 15,0 0 0-15,0 0 4 0,0 0-3 16,0 0-4-16,0 0-2 16,0 0 2-16,0 0-2 15,0 0 1-15,0 0 1 16,5 0-1-16,0-1 2 15,1 0-2-15,-1-1 1 0,3-1 0 16,2 1-1-16,-3-2 1 16,4 1-2-16,2-1 1 15,0-1 2-15,4 0 0 16,0-1 1-16,5-1 1 16,-2 0-3-16,2 0 0 15,-1-1 1-15,1 0-1 16,0 1 2-16,-1-1-2 0,1 1 0 15,-4 0 0-15,4-2-1 16,-4 2 2-16,0 0-2 16,0 2 1-16,-1-1-1 0,-3 0 0 15,-1 2 0-15,-1 0 0 16,-5 2 0-16,1-1 0 16,-3 2 0-16,2 0 0 15,-5 0-1-15,1 0-6 16,-1-2-27-16,-2 2 1 15,0 1-42-15</inkml:trace>
  <inkml:trace contextRef="#ctx0" brushRef="#br0" timeOffset="208304.27">17754 16497 152 0,'0'0'5'15,"0"0"-7"-15,0 0-18 0,0 0 15 0,0 0 5 16,0 0 2-16,50-17-2 16,-28 9 1-16,2-1 0 15,1-5-2-15,0 1-90 16</inkml:trace>
  <inkml:trace contextRef="#ctx0" brushRef="#br0" timeOffset="209301.54">21486 14634 48 0,'0'0'25'0,"0"0"-23"0,0 0 1 0,0 0 16 16,0 0 9-16,0 0 15 15,0 0 0-15,0 0-6 0,0 0-9 16,0 0-14-16,0 0-10 16,4-19-3-16,-4 19-4 15,0 1-11-15,0 9 5 16,0 3 4-16,0 3 5 0,0 3 0 15,1 2 0-15,3 0 0 16,1 1 1-16,2-3-1 16,1-3-1-16,-1-2-5 15,1-4-1-15,0-3 0 16,1-2 4-16,1-4 2 16,-3-1-1-16,3 0 3 0,-1-6-1 15,1-4 1-15,2-3 0 16,-2-2 0-16,1 1 0 15,0-2-1-15,-2 2 0 16,-2 1 0-16,-1 6 0 16,2 1 0-16,-3 5 0 0,0 1 0 15,2 0-3-15,-1 10 0 16,3 1 3-16,-1-1 0 16,1 3 0-16,1-2 0 15,0-4-2-15,-2-1 1 16,0-4-1-16,1-1 1 15,-2-1 2-15,0 0-1 0,1-3 2 16,-1-5-1-16,0-2 4 16,-1-5-1-16,-1 0 4 15,-1-2-1-15,-1-3-2 16,1 0-3-16,-4 3-1 16,0 1 0-16,0 2-2 0,0 4-4 15,0 2-31-15,0 1-87 16</inkml:trace>
  <inkml:trace contextRef="#ctx0" brushRef="#br0" timeOffset="209440.77">21913 14671 104 0,'0'0'2'0,"38"-13"-23"0,-16 3-55 0</inkml:trace>
  <inkml:trace contextRef="#ctx0" brushRef="#br0" timeOffset="209887.97">22026 14600 83 0,'0'0'33'0,"0"0"12"15,0 0-10-15,8-40-17 16,-8 33-8-16,-2 2-9 0,-6 4-3 16,-1 0-2-16,-1 1 1 15,-2 0 1-15,3 5 2 16,-2 4 0-16,0 1 1 15,2 3-2-15,3 1 4 16,1 0-2-16,0 2 0 0,2-2 1 16,3 2-1-16,0-2-1 15,0-1 1-15,1-2 0 16,8-2 0-16,-2-4 0 16,3-1 0-16,2-1 0 15,1-3 2-15,0 0-2 16,1-1 1-16,-1-5-1 0,1-2 1 15,-1-2-2-15,1-2 1 16,-7 1 0-16,1-2 0 16,-5 2 0-16,0-1 0 15,-2 0 7-15,0 2-4 0,0 1 0 16,-1 2-1-16,0 3-2 16,0 0-1-16,0 4-1 15,0 0-3-15,0 0-5 16,0 4 6-16,0 4 3 15,0 1 0-15,0 0 2 16,0 2-1-16,5-2 0 0,2 0 0 16,4-2-1-16,2-1 0 15,1-2-5-15,2-4-6 16,-1 0-23-16,-1-3-42 16</inkml:trace>
  <inkml:trace contextRef="#ctx0" brushRef="#br0" timeOffset="210025.26">22126 14452 248 0,'0'0'-5'0,"0"0"7"0,0 0 0 0,0 0-34 16,0 0-84-16</inkml:trace>
  <inkml:trace contextRef="#ctx0" brushRef="#br0" timeOffset="210979.61">22368 14547 200 0,'0'0'3'0,"0"0"-2"15,0 0 0-15,0 0 0 16,6-41 1-16,-9 33 11 16,-7 3-2-16,0 3-4 0,1 2-6 15,-3 0 0-15,-1 0-1 16,0 6 2-16,2 5-2 16,0 0-1-16,3 1 0 15,3-1 1-15,2 0-1 0,3-1 0 16,0-4-1-16,2-1-3 15,5-2 4-15,6 1 1 16,-3-4 0-16,4 0 1 16,0 0 2-16,0 0-3 15,-1 0 2-15,-2 2-2 16,0 2 0-16,-2 5 0 0,-2 2-1 16,-1 2 0-16,-1 3 1 15,-1 3 1-15,-1 4-1 16,-1 0 1-16,-2-1-1 15,0 0 1-15,0-3-2 16,-3-2-1-16,-5-2-1 0,-2-2 2 16,-1-4-4-16,0-1 5 15,0-3-3-15,0-3 5 16,1-2 1-16,4 0 0 16,1 0-3-16,4-9 0 15,1-2-19-15,0-5-2 0,7-2-3 16,7-5 6-16,1-4 11 15,3-4-2-15,3-2-3 16,-2-4 6-16,1 3-7 16,-4 1 11-16,-1 1 3 15,-2 3 2-15,-1 2 7 16,-7 5 3-16,-2 3-1 16,-2 2-1-16,-1 2 2 0,0 4 7 15,0 4-2-15,-1 3-2 16,-2 3-8-16,1 1-7 15,-1 0-2-15,0 4 3 0,1 6-1 16,2 4 0-16,0 2-1 16,0 2 2-16,0 2-2 15,0 0 0-15,5 1 1 16,-2-2 1-16,3-2-2 16,0 0 0-16,-1-4 1 15,1-2-1-15,-1-1 0 0,0-3-3 16,-1-1 2-16,-1-2-3 15,-1-4 2-15,1 0-1 16,-1 0 3-16,1-3 2 16,2-5-2-16,0-4 0 15,3 0 0-15,-1 0 1 0,2-2-3 16,0 3 3-16,0 1-1 16,1 2 2-16,1 2 0 15,1 3 1-15,-1 1-3 16,2 2 0-16,-2 0 0 15,-1 4 0-15,1 4-2 16,-5 3-2-16,-1-1-15 0,-1-2-37 16,-1-2 0-16</inkml:trace>
  <inkml:trace contextRef="#ctx0" brushRef="#br0" timeOffset="211252.96">22786 14316 135 0,'0'0'0'0,"0"0"3"0,0 0-1 0,0 0-2 16,0 0 0-16,0 0 4 15,0 0 7-15,0 0 5 16,28 50-1-16,-23-32-6 0,0 1-6 15,-1 0-1-15,2 0-1 16,-2-1-1-16,-2-2 0 16,0-1-1-16,-2-2-16 15,0-3-43-15,0-4-49 16</inkml:trace>
  <inkml:trace contextRef="#ctx0" brushRef="#br0" timeOffset="211607.3">22720 14500 190 0,'0'0'1'15,"0"0"-3"-15,0 0-5 16,56-20-15-16,-35 15 4 16,2-1 14-16,-1 2 4 15,1 0 1-15,-1-1 0 16,3-3 4-16,-3 5 1 0,-2-3 1 15,2 1-4-15,-3-2 1 16,-4 2 1-16,-2 1 2 16,-4 0 0-16,-4-2 0 15,-4 3 19-15,-1 1 10 16,0 1-18-16,-6 1-17 0,-3 0-4 16,-4 0 5-16,1 5-1 15,-1 3-2-15,2 2-1 16,3 1-1-16,3 1-4 15,1-1-5-15,4-1-10 16,0 0-13-16,4-3-9 16,9-3 6-16,3-2-4 0</inkml:trace>
  <inkml:trace contextRef="#ctx0" brushRef="#br0" timeOffset="211961.5">23215 14419 111 0,'0'0'24'0,"0"0"31"15,0 0-30-15,0 0-17 16,0 0-7-16,0 0-11 16,0 0 0-16,0 0 6 15,0 0 0-15,-47 23-1 16,36-10 1-16,1-3-4 0,5 0-19 16,-1-2-8-16,6-2 15 15,0-3-3-15,7-3-5 16,5 0 21-16,5 0 9 15,0-9 4-15,3-2 1 16,-2-2 12-16,2-3 9 0,-6 0 13 16,-1-1 18-1,-6-3-15-15,-3 0-10 0,-4-3-5 16,0-1-11-16,-4-2-6 16,-7 2-8-16,-1 1-2 15,-2 1 0-15,-1 3-1 0,3 5 0 16,0 5-3-16,2 5-6 15,-1 4-18-15,2 0-34 16,2 2-34-16</inkml:trace>
  <inkml:trace contextRef="#ctx0" brushRef="#br0" timeOffset="212419.18">23789 14113 191 0,'0'0'7'0,"0"0"19"0,0 0-12 0,-9-36-12 15,0 32-5-15,-1 3-2 16,-4 1 1-16,1 0 1 15,-2 4 2-15,2 4 4 16,-2 3-1-16,3 2 0 16,1 2-2-16,1 2 0 0,6-2 0 15,3 4-2-15,1-2 0 16,5 0-1-16,9 0 1 16,1-3 2-16,4-2 1 15,-1-1 0-15,3-2 0 16,-4 0 0-16,-2-3 1 0,-1 1-1 15,-4-3-1 1,-6 2 0-16,-4 1 0 0,0 1-3 16,-8 0 1-16,-9-1 3 15,-2 1-1-15,-5 2 1 16,1-2 0-16,3-2-3 16,4-3 1-16,3 0-25 0,6-3-32 15,6 0-45-15</inkml:trace>
  <inkml:trace contextRef="#ctx0" brushRef="#br0" timeOffset="212795.67">23843 14234 173 0,'0'0'11'0,"0"0"27"16,0 0-22-16,0 0-14 15,0 0-6-15,0 0 3 16,0 0 2-16,0 0 1 0,0 0 0 15,3 46-1-15,-3-36 0 16,7-3 0-16,1-1 0 16,2-2-1-16,3-2-1 15,0-2 1-15,1 0 2 0,1-2-3 16,2-7 4-16,-2 1-3 16,-2-3 0-16,0 0 0 15,-4-2 2-15,-2 3-2 16,-2 1 2-16,-3-1 5 15,-2 5 3-15,0 0-2 16,0 4-6-16,-2 1-1 0,-3 0-3 16,1 3 4-16,3 5-2 15,-1 2 0-15,2 2 1 16,-3-1-1-16,3 2 0 16,0-2-5-16,3-1-19 15,2-3-18-15,4-2-40 16</inkml:trace>
  <inkml:trace contextRef="#ctx0" brushRef="#br0" timeOffset="213395.76">24098 14236 115 0,'0'0'15'0,"0"0"35"0,0 0-22 16,0 0-15-16,15-38-8 15,-10 38-2-15,-4 0-1 16,3 0-2-16,1 0 0 0,-1 8 0 15,-1 1 0-15,-1 2 1 16,1-1-1-16,-1 0 0 16,1 1 0-16,-3-2-4 15,0-2-6-15,0-1 0 16,0-3 0-16,0-2 0 16,0-1 6-16,0 0 6 0,0 0-1 15,0-6 1-15,0-1 1 16,0-3 1-16,0 0 0 15,0-1 4-15,1 1-1 16,5 0 4-16,2 0-2 16,1 3-3-16,3 0 0 0,1 4-4 15,-1 2-1-15,2 1-1 16,-1 0 0-16,-2 0 0 16,0 4 0-16,-4 5-1 15,-1 0 1-15,-2 0-1 16,-3-1 0-16,-1 1-2 15,0-2-7-15,0-1-3 0,-3-2 2 16,-5-2 4-16,1-2 7 16,-2 0 5-16,4-1 5 15,-1-6 1-15,5-1 4 16,1-2-1-16,0-1-2 16,5-1-3-16,7 0-4 0,2 1 0 15,3 2-1-15,-1 1 0 16,3 3-4-16,1 3 1 15,2 2 0-15,-1 0-1 16,-3 9 0-16,-2 6 0 16,-3 4 0-16,-7 6-1 0,-6 4-4 15,-2 4-10-15,-15 1-29 16,-8-1-61-16</inkml:trace>
  <inkml:trace contextRef="#ctx0" brushRef="#br0" timeOffset="213735.01">23268 14773 82 0,'0'0'5'0,"0"0"0"0,53-16 2 16,-22 7 5-16,7-3 5 16,5-1 8-16,8-2 8 15,5-4-5-15,8 1-5 0,4-1-7 16,1 3-11-16,0 0-4 15,1 1-1-15,-5 4-4 16,-3 1-16-16,-7 3-10 16,-5 0-16-16,-11 3-11 15</inkml:trace>
  <inkml:trace contextRef="#ctx0" brushRef="#br0" timeOffset="213954.59">23726 14715 86 0,'-41'13'1'0,"8"-5"0"0,10-1 0 16,8-3 1-16,11-4 18 15,4 0 23-15,15 0-15 16,14-11-12-16,14 0-11 16,10-5-3-16,7-2-11 0,10-1-26 15,4 1-3-15,6 0 21 16,4 0 14-16,4 4 6 15,4-3-2-15,0 3-6 16</inkml:trace>
  <inkml:trace contextRef="#ctx0" brushRef="#br0" timeOffset="-210727.89">16879 15833 53 0,'0'0'4'0,"0"0"-2"0,0 0 0 16,0 0-2-16,0 0 0 15,0 0 0-15,0 0 0 16,0 0 0-16,0 0 1 16,0 0-1-16,41-26 2 0,-34 23 7 15,3-4 2-15,-2 1-4 16,3-1-2-16,-2 0-4 15,1 3 1-15,-1 0-2 16,0 1 0-16,0 0 0 16,-1 2 0-16,4-1 0 0,0-1 1 15,3 0-1-15,1-2 1 16,4-1-1-16,-3 0 1 16,0 0 0-16,1 1 3 15,-1-1 4-15,-1 2 0 0,-3 1-4 16,1-1-2-1,-1 1-1-15,-2 2 1 0,5-2-2 16,-6 2 0-16,2 0 1 16,-2 1-1-16,0 0 0 15,-3 0 0-15,2 0 0 16,-2 0 0-16,0 2 0 16,3 1 0-16,0 0 0 15,-1 0 0-15,4-1 0 0,-4 1 0 16,0 1 0-16,0-1 0 15,2 0 0-15,-5 2 0 16,1 0 0-16,-1-1 0 16,2 1-1-16,-4 0 1 0,0 0 0 15,1 0 1-15,0 1 0 16,-1-2-1-16,0 2 0 16,1-2 0-16,-1 0 0 15,-1-1 1-15,1 1-1 16,-2-2 0-16,1-1 0 15,0 2 1-15,0 0-1 0,3-1 1 16,-2 2 0-16,2 0 0 16,-1 1-1-16,-1 2 0 15,2-2 0-15,-1 2 0 16,-1 0 0-16,-1 1-1 0,1 0 1 16,-1 0 0-16,1 2 0 15,-2 1 1-15,0 0-1 16,0 1 0-16,-1 2-1 15,-1-1 0-15,0 1-4 16,0-1 2-16,0 0 2 0,-1-1 0 16,-1 0 2-16,0 0-3 15,-2 0 8-15,0 1-4 16,3 0 0-16,1 0 0 16,-2 2-1-16,2-2 0 15,0 1-1-15,0 1 0 16,0 1 0-16,0-1 0 0,0-1 1 15,-2 2 0-15,2 1-13 16,-3-2 15-16,2 2 1 16,1-3 3-16,-1 1-6 15,1 0 0-15,-1-2-1 16,1 0 1-16,0-2 0 0,-3 2-1 16,0-3 1-16,1 1 0 15,-2-1 3-15,-1 3 12 16,3-2-3-16,-5 0-7 15,3 0-4-15,-1 3-1 16,-1-3 0-16,2 3 1 16,-1 1-2-16,-2-1 1 0,0 0-1 15,-1 0 0-15,-1 0 0 16,0 0 2-16,-2-1-2 16,-1 0 0-16,1-3 0 15,-2 1 0-15,0-2 1 0,0 0 2 16,-1-1 3-16,0-1 0 15,-1 0 1-15,-1 0-3 16,1-1 2-16,0 0-3 16,0 0-1-16,-4 0-1 15,3 3 0-15,-2-2-1 0,0 2 0 16,-4 1 0-16,-3 0 0 16,2 2 1-16,-4 0-1 15,3-2 0-15,1-2 1 16,3-1-1-16,1-1 0 15,3-5 1-15,1-1 0 0,-1 0 1 16,2 0 3-16,-2-1-3 16,1-8-1-16,-6 2 1 15,3-3-1-15,-4-1-2 16,0 1 0-16,-3-4 0 16,-1 0-1-16,-1-2 1 15,0-1 0-15,1-1 1 0,-1-1 1 16,1 1-2-16,4-1 2 15,0 1 0-15,2-1 0 16,1 1-1-16,5-1-2 16,0 1 3-16,7-2-2 15,-1 1 2-15,5-2-4 0,1 2 5 16,2-2-3-16,0 1 1 16,0-1 0-16,4 2-1 15,7 0 2-15,1-2-1 16,1-1 0-16,3 0 0 0,0-1 1 15,4 0-1-15,-1-1 0 16,0 0-1-16,3 1 0 16,-4-1 1-16,4 3 0 15,-1-2 0-15,0 0 0 16,0 1 0-16,-1 0 0 0,-3 4 0 16,1-1 1-16,-2 2-1 15,0 3 0-15,-1 1 0 16,-1 0 0-16,-5 2 0 15,3 0 0-15,3-1-7 16,-2-2 6-16,3 3 6 16,1-2-3-16,0 0-1 0,1-1-2 15,1 4 2-15,-3 3-1 16,-1 0-1-16,0 1 1 16,0 3-2-16,-1 0 2 15,1 2-1-15,1 0 1 16,1-1 0-16,1 1 0 0,-1-1 1 15,1 2-1-15,-2 0-1 16,0 0 1-16,-3 0-1 16,1 0 0-16,-3 0 1 15,0 0-1-15,-1 0 2 0,2 1-1 16,0 1 0-16,-3 1 0 16,2 0 1-16,0 1-3 15,0 2 0-15,-3 1-2 16,1 3 0-16,-1 1 0 15,-1 2 3-15,1 0 1 16,0 1 0-16,0 0 1 0,-1 2-1 16,2-1 0-16,0 2 0 15,-2 1-1-15,1 0 1 16,-1 3 0-16,2-1 0 16,-4 3 1-16,3 1-2 15,-2 3 2-15,1 3-1 0,-1-2 0 16,0 2 0-16,-1-1-1 15,-3 1 2-15,0-1-36 16,-2 1 49-16,0-3 4 16,0 0-17-16,-7-2 0 15,-2-2 0-15,0 0-1 16,0-5 0-16,-1-5-1 0,2-7-43 16</inkml:trace>
  <inkml:trace contextRef="#ctx0" brushRef="#br0" timeOffset="-209096.97">19934 15572 125 0,'0'0'8'0,"0"0"-5"0,0 0-2 0,0 0 0 16,0 0-1-16,0-2 0 16,0-2 1-16,0 2 6 15,0 1 8-15,0-2-11 16,-2 0-3-16,0 0-2 0,0 0-7 16,-1-1-13-16,-1 1 5 15,-1 0 9-15,-1 1 8 16,-2-1 2-16,1-1 8 15,-1-1 1-15,2 2-1 0,-5-1-3 16,1-1-6 0,-1-1-1-16,0 1-2 15,0 0 1-15,-3-1 0 0,0 1 0 16,0 0 0-16,-2 2 4 16,-2 2 11-16,1-2 0 0,-1 3 0 15,2 0-6 1,2 0-3-16,-3 0-5 15,3 0-1-15,1 4 1 0,2-1-1 16,-3 1-1-16,3 1 2 16,-3 0-1-16,1-2 0 15,0 4 0-15,1-1 1 0,0 1-1 16,0 0 0-16,1 0-1 16,-3 2 1-16,1-1 0 15,0 2 0-15,-5-1 0 16,3 2 0-16,-3-1 0 15,1 0-2-15,-2 0 4 0,2 1 0 16,1-2 0-16,-1 2 2 16,4 1-3-16,1-1-2 15,0 2 2-15,3 2-1 16,1-2-2-16,-1 4-1 16,3 0 4-16,-2 2-1 15,0-1 2-15,1 2-2 16,3-2 1-16,-2 0 0 0,4 0-1 15,-1-1 1-15,1 2-1 16,2 1 0-16,-3 1-1 16,1 2 2-16,0-1 0 15,0 2-1-15,2-1 0 0,0 1 0 16,0-3 0-16,0-2 1 16,9 2-2-16,0-1 1 15,2 0 1-15,3 0 0 16,1 1 0-16,0-2-1 15,-1 2 0-15,4-3 0 0,-3 2 0 16,2-1 0-16,-2-2 0 16,1 1 0-16,0-2 0 15,3-1 0-15,-2-1 0 16,4-2-3-16,1-3 2 16,2-2-2-16,1-3 0 0,0 0-2 15,0-2 4-15,2-1 0 16,-1-1 1-16,0 0 0 15,1 0 0-15,-2 0 0 16,0-7-1-16,2 0 1 16,-4-2 1-16,1-1 0 0,-2-4 0 15,2 3-1-15,-2-3-1 16,2-3 2-16,-5-2-4 16,4-1 5-16,-3-4-1 15,0-3-1-15,-2-3 2 16,0-4-1-16,2 2 4 15,-4-4-4-15,0 1-1 0,0 2 0 16,-1 3 0-16,-4 0 1 16,-2 5 0-16,-6 2 3 15,-1 2 4-15,-2 0 4 16,0 2-1-16,-5-2-2 16,-5-1 0-16,0 2-2 0,-1-2-5 15,-1-1 0-15,-3 0-1 16,1 1-1-16,-3 0 1 15,-1 0-1-15,3-1 0 16,-2 5 0-16,2 1 0 16,-3 1-2-16,1 2 0 0,0 2-3 15,4 2-3-15,-3 3 0 16,3 3-8-16,-1 0-23 16,1 2-39-16</inkml:trace>
  <inkml:trace contextRef="#ctx0" brushRef="#br0" timeOffset="-174640.7">16135 11144 6 0,'0'0'57'0,"0"0"-48"0,0 0 6 0,0 0-3 0,0 0-4 0,0 0-1 16,0 0 2-16,0 0 1 15,0 0-4-15,-31-18 1 0,26 15-2 16,-1 3-1-16,-4-2 2 16,-2 1 3-16,-5 1-12 15,-4 0 1-15,-6 0-1 16,-4 3-12-16,-1 0 15 15,-3 1-1-15,1-2-1 0,0-1 4 16,2-1 2-16,1 0-2 16,-3 0 4-16,1 0-1 15,-3 0 0-15,1 0 0 16,-1-3-1-16,-1-1-1 16,-2-3 2-16,1 2-2 0,0-3 4 15,-1 1-1-15,-1 0-2 16,-2 1 1-16,-3 0-3 15,-1 2-1-15,-4 0 0 16,1 0-1-16,-2 1 0 16,2-1 1-16,2-1 0 0,-2 0-1 15,2-2 0-15,-2 1 1 16,4-3-1-16,-6 2 2 16,4-3 2-16,-3 3 1 15,3-2-2-15,-3-2-2 16,-1 1 2-16,3 0-3 0,-6 0 0 15,1 2 0-15,1-2 1 16,0 3-1-16,-1 1 0 16,-1-1 1-16,1 4 0 15,-1-3-2-15,0 2 2 16,0 3-1-16,1-2 0 16,-2 3 0-16,-1 0 1 0,-1 0-2 15,-3 3 1-15,0 6 0 16,1 2 1-16,-1 1-2 15,0 0 1-15,4 1-1 16,-2-1 2-16,2 1-1 16,0 0-1-16,2-3 2 15,2 3-2-15,2-2 1 0,2 1 0 16,2-1 0-16,-1 1 0 16,3 2 0-16,1 1 0 15,-2-1 0-15,1 2 0 16,1 0 1-16,0 2-1 0,1 0-1 15,0 3-4-15,0 2 9 16,0 3-6-16,1 2 2 16,3-1-2-16,2 0 1 15,-3 0-4-15,5-1 4 16,2-2 0-16,2-1-1 0,4-2 2 16,0 1-1-16,5-1 1 15,1 0-2-15,4 0 0 16,4 2 1-16,2-3 1 15,3 3-1-15,1-2 0 16,3-1-1-16,2 1 2 0,1 0-3 16,0-1 0-16,0-3 2 15,3 2-1-15,6-5-2 16,0 2 0-16,3-2 4 16,3-3 3-16,1 2-3 15,1-2 0-15,3-1 0 0,1 3 0 16,1-3 1-16,1 1-1 15,1-1 0-15,-2 2 1 16,1-1-1-16,1 0 0 16,-1 1 0-16,-2 0 0 15,4-3-1-15,2 1 1 0,2-1 0 16,1-2-1-16,5 1 1 16,0-1 1-16,4-2-1 15,1 0 1-15,0-1-3 16,0 1 2-16,-1-1 1 15,3 0-1-15,0-1 1 0,2 0-2 16,2 0 2-16,3 1-1 16,-1-1 0-16,0 0 0 15,2 1 1-15,-1 0-2 16,2-1 2-16,-2 4-1 0,1-4 0 16,1 3 0-16,-2-1 0 15,2 1 0-15,-1 0-1 16,0 1 1-16,3-3 0 15,2 2 0-15,3-2 0 16,3 1 0-16,-1 0 0 16,3-2-1-16,-2 1 2 15,3 0-1-15,-4-1 1 0,3 1-1 16,0-1 0-16,3 1 1 16,2-2-1-16,1-2 1 15,4 0-5-15,1 0 5 16,3 0-1-16,0 0 1 0,-2-4-1 15,0-3 0-15,-3-1 1 16,0 1-1-16,1-3 0 16,-4 1-2-16,3-3 4 15,-3-1-2-15,-2-1 1 16,2 0-1-16,-5-3 2 0,-1 0-2 16,-3 1 0-16,-1-2 1 15,-1-2-1-15,-2 1 0 16,-4 2 2-16,-3 0-1 15,0-1-1-15,-4 1 2 16,-4 1 0-16,-2-1 0 16,-7 3 0-16,1-3 2 0,-4 0-2 15,-2-3 0-15,0 2 0 16,-7-1-1-16,2-1 0 16,-6 0 2-16,-3 0 0 15,-4-1 0-15,-1 1 2 16,-4 2 1-16,-2-1 1 0,-2 1-1 15,0-2-3-15,0 2-3 16,0-1 2-16,-3-1-2 16,-1 0 1-16,-1-1-1 15,-3 2 0-15,3-2 1 16,-4 1-2-16,-2 0 1 16,-2-2-1-16,-3-1 1 0,-2 0-1 15,-5 2 1-15,-4-3 0 16,-4 2 3-16,-11 1-2 15,-10 1-1-15,-12 6-1 16,-10 4-6-16,-24 6-18 0,-14 4-30 16,-25 0-54-16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27:18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14128 12539 142 0,'2'3'20'0,"3"-2"-22"0,5 2 3 0,5 1-1 15,5 1 1-15,2-1-15 0,2-4-50 16</inkml:trace>
  <inkml:trace contextRef="#ctx0" brushRef="#br0" timeOffset="8795.26">16481 8370 46 0,'0'0'1'0,"2"0"0"0,-2 0 3 0,0-1 2 16,0-2 2-16,0 3 1 15,0-1 2-15,0 0 2 16,0 0-10-16,-4 1 1 15,-2-1-1-15,1 0-1 16,-2 1 0-16,0-2-2 0,-1 2 0 16,1 0 0-16,-4 0 0 15,0 0-1-15,-1 0 2 16,-2 0-1-16,0 0 0 16,-1 2 0-16,1 0 1 15,1 0 2-15,-2-1-1 0,1 2 1 16,0-1 0-16,0-1-2 15,0 3-1-15,-1 2 0 16,-1-1 1-16,1 0-2 16,-5 1 2-16,5-1-1 15,-2 4 0-15,2-2-1 0,1 1 0 16,-1 2 3-16,-1 2-1 16,3 0-1-16,1 1 0 15,1 0 1-15,1-2 0 16,2 1-1-16,1-2 0 15,3 0 0-15,-2-2 2 16,2-1-2-16,1 2 0 0,-2-1 1 16,1 1-1-16,1-1 1 15,1 1-1-15,0 1 0 16,0 0 0-16,0 1 0 16,2-1 1-16,0 3-1 0,0-2 0 15,0 1 0-15,0 0 0 16,0 1 0-16,0 1 0 15,0-1-1-15,0-1 1 16,1 2 0-16,2-3 1 16,1-1 0-16,-2 0-1 15,1-1 1-15,1 0-1 0,1 0 1 16,-1-2-1-16,1 4 0 16,-1-2 1-16,1 2-1 15,1 2 0-15,-2 0 0 16,0-2 0-16,0 3 0 15,0-1 0-15,-1 1 1 0,-1 0-1 16,4 1 0-16,-4-1 0 16,0 0 0-16,2 0-1 15,0-1 2-15,0 1-2 16,0-1 2-16,3 1-1 16,-3-2 0-16,3-1 0 15,0 3 0-15,0-1 1 0,0-3-1 16,1 1 0-16,0 1 0 15,2-4 0-15,-3 2 0 16,3 0 1-16,0-1-1 16,-3-1 2-16,2 1-2 15,0-1 0-15,-2-2 1 0,1 1-1 16,-3 0-1-16,4 0 2 16,-2 1-1-16,1 1 0 15,1 0 0-15,1 1 0 16,1 1 0-16,2 2 0 15,-2-2 0-15,0-1 1 16,2 1-1-16,-1 1-1 0,2-4 0 16,-2 1 1-16,2-1 0 15,0-2 1-15,-3 1 0 16,2 2-1-16,-2-2 1 0,0 0-1 16,-3 0 0-16,0 0 1 15,-1 0-1-15,1 3-1 16,-2-3 1-16,0 2 0 15,0-1 0-15,1 1 0 16,0-1 0-16,2 1 0 0,-2-1 1 16,1-1-1-16,-3-1 0 15,2 1 0-15,-1-3 0 16,-1 1 0-16,-1 1 0 16,-1-1 0-16,3 1 0 15,-2 1 0-15,2 0 0 0,0 0 0 16,-1 0 0-16,0 3 0 15,0-1 0-15,1 1 0 16,-3-2-1-16,2 2 1 16,-2-1 0-16,1-1 0 15,2-1 0-15,-3 0 0 16,4 2 0-16,-1-1 1 0,0 2-2 16,1 0 2-16,2 0-1 15,-2 2 0-15,2-1 0 16,-2-1 0-16,1 0 0 15,-1-2 0-15,2 0 0 16,0-1 0-16,-3 0 1 0,4 0-1 16,-1 0 0-16,1 0 0 15,1 2 0-15,1-1 0 16,2 3 0-16,-3-1 1 16,-2 2-2-16,2-2 2 15,0 1-2-15,0-1 2 0,-1 0-2 16,1-1 1-16,0-1 0 15,3 3 0-15,-1-1 1 16,1 0-2-16,-2 0 1 16,2 3 0-16,-3-3 0 15,2 1 0-15,-2-1 0 0,1-1 0 16,-3-1 0-16,4-1 0 16,-4 2 0-16,-1-2 0 15,2 0 1-15,-3 0-2 16,3 0 1-16,0-1 0 15,-4 1 1-15,1-3-2 0,-1 3 1 16,1 0 1-16,0-2-2 16,0 2 1-16,-1-1 0 15,3-1 1-15,-1 4-1 16,0-2 0-16,1 0 0 16,-2 0 0-16,2 0-1 15,-4 2 1-15,3 1 0 16,-5 0 0-16,1-2 0 0,0 2 0 15,1-2 0-15,-3 1 0 16,1-1 0-16,0-2 0 16,2 3 0-16,-2-2 0 15,3 3 0-15,-1 0 0 0,4 1 1 16,-2 0-2-16,1 2 1 16,-2 0 0-16,2 0 0 15,-1-2 0-15,1-1 0 16,-2 0 0-16,2 1 1 0,-1-1-1 15,1 0 0-15,-1-1-1 16,1 1 2-16,-2 0-1 16,0-2 0-16,-1 1 0 15,1-2 0-15,0 0 0 16,-2 0 0-16,2-4 0 0,-1 3 0 16,3-1 0-1,-3 2 0-15,4 2 0 0,-1 2 0 16,2 3 0-16,3-1 0 15,-2 1 0-15,0-2 0 16,3-1 0-16,-4-4 0 16,2 0 0-16,-2-1 0 15,2 0 0-15,0 1 0 0,-1 0 0 16,2 0 0-16,-1 2 0 16,1-1 0-16,1-1 1 15,-1 0-2-15,1 2 2 16,-1-1-1-16,3 2 1 15,-2 2-1-15,3 2 0 0,-2 0 0 16,1 0 0-16,-3-1-1 16,3 1 2-16,-3 0-1 15,0-4 0-15,-1-1 0 16,-1-1 0-16,-2-1 0 0,2-1 1 16,-4-3-1-16,-1 3 0 15,0-2 0-15,2 1 0 16,-1 0 1-16,1 1-1 15,1 2 1-15,0-1-2 16,1 2 2-16,0 2-1 16,0 3 0-16,-1-1 0 0,-1 1 0 15,2-1-1-15,-3 1 2 16,-1-2-2-16,0-3 1 16,-1 0 1-16,4 0-1 15,-3 0 0-15,3 2 0 16,3 0 0-16,-1-1 0 0,2-2 0 15,0 2 0-15,-1-4 0 16,0-1 0-16,0-1 0 16,0 0 2-16,1 0-2 15,0 3 0-15,1 1 0 0,0-2 0 16,2 1 0-16,-1 0 0 16,0-1 0-16,0 0 0 15,1-3 0-15,0 1 1 16,-5 1-1-16,5 0 0 15,-1 1 0-15,1-1 0 16,1 1 1-16,-1-2-1 0,3 1 0 16,-2-1 0-16,-1-3 0 15,-2-1 1-15,1 1-1 16,-3 0 0-16,0 0 0 16,0 0 1-16,1-1 0 15,1 0 2-15,-1 0-3 0,3 1 1 16,0 1 0-16,2 0-1 15,-1 0 0-15,1 1-1 16,-3-3 2-16,-1 0-1 16,-1 0 0-16,-1 0 0 15,-3 0 1-15,-1 0-1 0,2-3 2 16,-3-3 0-16,1 1 2 16,-1-2 0-16,0 0 0 15,-1-3-2-15,-1-1-1 16,-1-1 0-16,-2-1 1 15,-1-1 3-15,-1-4-4 16,1-1 1-16,0-2 1 0,-1 1-1 16,0 0-2-16,0 0 0 15,0 2 1-15,0 0-1 16,0 1 0-16,0 2 1 16,0-2 0-16,0 3 5 0,0-2-4 15,0 1 0-15,0-1-2 16,0 2 1-16,0 0-1 15,-2-1 1-15,-3 3-2 16,0-2 1-16,0 1 0 16,-3-1-1-16,2 2 1 0,-1 1 0 15,1-2 1-15,1 3 0 16,-2-3-1-16,3 0 0 16,-1-1 0-16,-1 0 0 15,1-1 0-15,-3-2 1 16,2 1-1-16,-2-3 0 0,1 1-1 15,-2-1 2-15,0 1-1 16,0 0 0-16,-3 0 0 16,1 0 0-16,0 3-1 15,0-1 2-15,2 0-1 16,-1 2 0-16,1 0 0 16,1-1 0-16,0 1 0 0,-1 0-1 15,-3-3-2-15,-1-1 1 16,-3-1 2-16,0-2 0 15,-1 0 1-15,0-1 0 16,0-2 0-16,2 1-1 16,-1-1 0-16,3 0 1 0,-2-1-1 15,3-1 0-15,-6 2 0 16,1 0-1-16,-2 1 1 16,-3 0 0-16,0 0 0 15,-1 2 0-15,-1-2 2 16,1 1 2-16,1 0-1 0,0-2-1 15,3 3-1-15,-1-2-1 16,0-1 0-16,0 0-1 16,-1 1 1-16,-2-1 1 15,-2-1-2-15,-2 0 2 16,-2 1-2-16,-1 0 2 0,1 1-1 16,0-1 0-16,2 4 0 15,0-3 0-15,2 1 0 16,-2 2 0-16,4 0 0 15,1 2 0-15,-3-2 0 16,1 1 0-16,1 1 1 16,-2-3 1-16,2 2-2 0,0-1 0 15,0 4 1-15,0-2 1 16,4 1-1-16,-1 2 0 16,3-1 0-16,2 0 0 15,1-2 0-15,0-2-1 0,1 1 1 16,0-2-1-16,0 0 0 15,0 0 0-15,-2-1 0 16,2 1 0-16,-3 1 0 16,3 3 0-16,-2-3 0 15,1 4 0-15,0-1 0 0,0 3 0 16,-2-3 0-16,1 4 1 16,-1 1-2-16,-1 0 1 15,-1 1 0-15,0 2 0 16,-2-2-2-16,-1 2 1 15,0-1 0-15,-2-1 2 16,0 2 0-16,-1 0 1 0,4-3-1 16,-5 1 0-16,2 0 0 15,1-1 1-15,-4 1 1 16,1-3-2-16,-2 0 0 16,-4-1 0-16,0 1 0 15,-1 0 0-15,-1 1 0 16,0 0-1-16,2-1 0 0,1 4 2 15,3 0-1-15,0 0 0 16,1 2-1-16,1 2 0 16,3 2 0-16,-1 2-5 15,-4-2-31-15,-2-3-70 0</inkml:trace>
  <inkml:trace contextRef="#ctx0" brushRef="#br0" timeOffset="10563.32">14613 15682 63 0,'0'0'8'0,"0"0"10"0,0 0-5 0,0 0 0 16,0 0-2-16,0 0-2 16,0 0-4-16,0 0 0 15,0 0-2-15,0 0-3 16,0 0 0-16,-13-8 4 0,13 15-3 16,0 5-1-16,0 0 1 15,3 1-1 1,2 2 0-16,-2 1 0 0,0 0 0 15,0 2-2-15,-1 3 0 16,1-2 1-16,-1 3-1 16,1 2 0-16,-1 1 4 0,0 0-1 15,2 5 0-15,-2-3-1 16,2 3-1-16,-2 1 2 16,1-1 0-16,2 2 0 15,-3 1 1-15,2 0-2 16,1 0 1-16,-3-2-1 15,0-4 1-15,0 0-1 0,-2-6-1 16,1 0 2-16,-1-5-1 16,0 0-1-16,0-1 2 15,0-1-2-15,-1-1 2 16,-3-3 1-16,-1 0 0 16,2-1-1-16,1-4 0 0,-1 0-1 15,3-3 1-15,0 1-1 16,0-3 1-16,0 0-5 15,0 0-9-15,0 0 7 16,3 0 12-16,3-3-5 16,2-4 1-16,4 0-1 0,1 0-1 15,1 2 1-15,-1-3-1 16,3 1 0-16,0 2 0 16,2-1 1-16,1 0 0 15,0 2 0-15,1 0-1 0,-3 2 1 16,2-1-1-16,0 2 0 15,-3 1 0-15,-3 0 0 16,-1 0 0-16,-3 0 0 16,1 0 0-16,-2 1 0 15,-1 2 0-15,1 2-1 0,-1 0 0 16,2-1-12-16,-5-3-41 16</inkml:trace>
  <inkml:trace contextRef="#ctx0" brushRef="#br0" timeOffset="10853.95">15167 16205 99 0,'0'0'11'0,"0"0"-10"0,0 0-6 16,0 0 7-16,0 0 3 16,0 0 2-16,0 51-4 15,0-35 1-15,0-1 1 0,0-1 1 16,0 2-4-16,2-3 0 16,1 0 0-16,-1-2-1 15,0 0 0-15,-1-1 1 16,0-6-17-16,-1-4-83 15</inkml:trace>
  <inkml:trace contextRef="#ctx0" brushRef="#br0" timeOffset="11010.5">15137 16115 205 0,'0'0'-21'16,"0"0"32"-16,0 0-6 15,0 0-4-15,-14-35-4 16,14 32-40-16,1-1-21 16</inkml:trace>
  <inkml:trace contextRef="#ctx0" brushRef="#br0" timeOffset="11587.32">15310 16294 70 0,'0'0'21'0,"0"0"5"16,0 0-4-16,0 0-14 15,0 0-3-15,0 0-2 16,0 0-3-16,0 0 0 0,2-37-2 16,8 36 1-16,0 1-1 15,1 0 1-15,2 0 0 16,1 4 0-16,0 6-1 16,-1 1-1-16,-2 2 1 15,-1 2-1-15,-3 1 3 16,-1 0 0-16,-2-2 1 0,-4 0-1 15,0-2-1-15,0-3-1 16,0-2 5-16,0-2-1 16,0-3 0-16,0-2 0 15,-2 0 3-15,-1 0-4 16,2-9 9-16,-1 0-5 0,2-5 2 16,0-3-4-1,0-1 1-15,0-1 2 0,4 2-4 16,3 0-1-16,4 3 0 15,-1 1 0-15,1 3-1 16,1 3 0-16,-1 4 0 16,1 3 0-16,1 0-2 0,-2 1-2 15,3 8-2-15,-5 3 3 16,2 2-1-16,2 0 0 16,-4 1 0-16,0 0-12 0,2-4-15 15,-2-1-43-15</inkml:trace>
  <inkml:trace contextRef="#ctx0" brushRef="#br0" timeOffset="11972.55">15715 16300 124 0,'0'0'2'0,"0"0"0"0,0 0-1 0,0 0 0 16,0 0-1-16,0 0 2 0,0 0-1 15,0 0 0-15,0 0 4 16,26-43 5-16,-23 33-4 16,-1 0-1-16,3-2-2 15,-5-1-1-15,0 1-2 16,0 2 0-16,0 1 0 16,0 3 0-16,-7 3 0 0,2 0 5 15,-1 3 2-15,1 0-2 16,1 3-8-16,0 6 2 15,0 3 1-15,2 3 0 16,0 3 0-16,0-2-1 16,2 1 0-16,0-2 1 0,0-2 1 15,0 1-1-15,3-1 0 16,6-2 1-16,0-2-2 16,4 2 0-16,3-4-5 15,3-2-19-15,-1 0-8 16,3-5-13-16</inkml:trace>
  <inkml:trace contextRef="#ctx0" brushRef="#br0" timeOffset="12719.33">16003 16268 6 0,'0'0'33'0,"0"0"-5"16,0 0 1-16,0 0-3 15,2-38-1-15,-6 34-6 16,-3 1-3-16,2 0-6 15,-2 3-3-15,0 0-6 16,0 0 0-16,-1 3-2 16,0 4-1-16,3 3 6 15,-2 0-3-15,2 3 0 0,1 1 0 16,2-1 0-16,-1 1-1 16,3-1 0-16,0-3 2 15,3-3-4-15,3 0 1 16,2-1-3-16,1-4 1 0,0-1-2 15,4-1 4-15,-4 0-1 16,1 0 3-16,1-3-1 16,-1-3 0-16,-4-1 1 15,2 0 2-15,-2 0 0 16,-1-2 0-16,-3 2 0 0,1 0 1 16,-1 1-1-16,0 2-2 15,-1 0-1-15,2 1 1 16,-1 2-1-16,2-1 0 15,0 2-1-15,2 0 0 16,-1 0-2-16,3 0 1 0,3 4 1 16,-1 2 4-16,1 3-5 15,2-1 1-15,0 3 2 16,-1 0-1-16,-3 0-2 16,2 0 2-16,-3-2 0 15,0 2 1-15,0-4-1 0,-3-1 1 16,-1-3-1-16,-2-1 0 15,0-2 0-15,-1 0-2 16,2 0 8-16,-1-7-1 16,2-3-4-16,-2-4 0 15,2 0 0-15,3 0-1 16,-1 0 0-16,4-1 1 0,-1 1-1 16,2 3 0-16,1 1 2 15,0 1-4-15,2 5 2 16,-3 1-1-16,2 2 1 15,-1 1-2-15,0 0 1 0,3 1-1 16,-2 4 2-16,0 3-1 16,-2 0 1-16,-1 0-1 15,0 0 2-15,-2-1-1 16,-2 0 0-16,1-1 1 16,-1-3 0-16,2-1-4 15,0-2-13-15,-1-3-14 16,1-9-21-16</inkml:trace>
  <inkml:trace contextRef="#ctx0" brushRef="#br0" timeOffset="13061.5">16419 15591 53 0,'0'0'3'0,"0"0"18"0,0 0 15 0,0 0-5 0,0 0-17 16,0 0-17-16,0 0 3 15,-36 17-1-15,32 13 1 16,4 6 9-16,0 5-2 16,0 5-3-16,6 2-2 0,-1 1 1 15,4 4 1-15,-2-4-1 16,1 2 0-16,-2-5-1 15,2 2 0-15,-2-4 1 16,3-3-1-16,0-5-2 16,0-5 3-16,3-4-1 15,-1-5 1-15,3-4-3 0,-2-5-6 16,2-6-53-16,-3-7 25 16</inkml:trace>
  <inkml:trace contextRef="#ctx0" brushRef="#br0" timeOffset="13505.8">16587 16267 91 0,'0'0'47'0,"0"0"7"16,0 0-24-16,0 0-10 16,0 0-17-16,0 0-8 15,0 0 1-15,0 0 2 16,13 0 3-16,-7 7 1 0,0 2 1 16,2-2-2-16,-3-3 0 15,3-2 0-15,2-1-1 16,-1-1 2-16,1 0 0 15,-3-6 0-15,2-2 0 16,0-5-1-16,-5-1 0 0,0-2 1 16,1-4-1-16,-3 2 0 15,-2 2 0-15,3 5-1 16,-3 1 0-16,1 6 0 16,2 2 0-16,2 2-3 15,-1 6-3-15,2 7 0 16,2 4 5-16,3 1 1 0,0 6-1 15,-2 0 2-15,3-1 0 16,1 4-1-16,0-1 0 16,-2 2 1-16,0 2-2 15,-3 0 0-15,-2-3-6 16,-4 3 8-16,-2-5 1 16,0-5-3-16,-2-1 2 0,-10-4 5 15,1-2-2-15,-2-3 2 16,-2-3-2-16,2-6-1 15,0-1-3-15,3-9-25 16,3-14-79-16</inkml:trace>
  <inkml:trace contextRef="#ctx0" brushRef="#br0" timeOffset="14050.32">17626 15507 50 0,'0'0'49'0,"0"0"-44"0,-16-38 6 0,5 28 0 16,-1 5-2-16,0 1-5 16,-2 4 1-16,1 0-5 15,4 6 1-15,-5 6 0 16,5 3-1-16,-4 4 3 16,4 3-3-16,2 1-1 0,0 3 2 15,4-1-2-15,3 1 2 16,0-1 0-16,4-2-1 15,9 0 0-15,2-2 1 16,1 1 1-16,3 0 0 16,0-2 2-16,1 0-2 15,-1-1 2-15,0 0-3 0,-3 0 0 16,-3 1 2-16,1 0-1 16,-5 1 2-16,-3 0 0 15,-4 2 3-15,-2-1 4 16,0 0-4-16,-2 1 3 15,-9-4-3-15,-2 1-2 16,1-4 0-16,0 1-3 0,-1-6 2 16,5-1-2-16,2-3-1 15,2-5-3-15,3-2-31 16,1-2-74-16</inkml:trace>
  <inkml:trace contextRef="#ctx0" brushRef="#br0" timeOffset="14428.46">17829 15973 79 0,'0'0'5'0,"0"0"-1"0,50-1 0 0,-31-6-1 0,-3-2-2 16,-2-2 0-16,1-3 1 15,-2-2 1-15,-1-1 9 0,-5-3 4 16,1 0-4-16,-4 3-2 15,-3-1-3-15,-1 4-1 16,0 3 4-16,-2 4 4 16,-5 3 1-16,-1 4-8 15,-2 3-4-15,3 11-4 16,-3 5 2-16,2 5 3 0,1 4-3 16,3-1-1-16,4 3 3 15,0-4-3-15,0-2 1 16,3-2 0-16,8-6-1 15,0 0-1-15,2-5 1 16,3-2 1-16,1-2 0 16,-2-3-1-16,4-4-6 0,1 0-52 15,-3-10 55-15,2-6-34 16,-1-8-23-16</inkml:trace>
  <inkml:trace contextRef="#ctx0" brushRef="#br0" timeOffset="14690.36">18223 15752 99 0,'0'0'45'16,"0"0"-37"-16,0 0-9 15,0 0 13-15,6 48-1 16,-6-18 2-16,2 4-2 0,-1 4-4 16,2 5-1-16,2 1-1 15,0 6-2-15,-1 4 1 16,1 1-3-16,1-1 0 15,-1 0 1-15,2-3-1 16,0-3 0-16,0-5 1 0,-1-5-2 16,0-5 0-16,0-7 1 15,2-7-2-15,-2-7-11 16,1-9-27-16,-2-3-18 16,-1-16 25-16</inkml:trace>
  <inkml:trace contextRef="#ctx0" brushRef="#br0" timeOffset="14996.03">18323 15969 111 0,'0'0'9'16,"2"-43"4"-16,3 26-2 15,4 0-6-15,-2 3 1 16,2 1 1-16,1 3-2 15,0 4-1-15,1 1-3 0,-1 5 0 16,2 0-1-16,1 0-1 16,-1 8-1-16,-5 5-1 15,1 3 2-15,-4 1 1 16,-3 1 1-16,-1 0-1 16,-1 2 4-16,-9-4 0 0,-1 3 1 15,-3-3 1-15,1-1-2 16,1-2-1-16,3-2-1 15,1-5-17-15,3-5-58 16</inkml:trace>
  <inkml:trace contextRef="#ctx0" brushRef="#br0" timeOffset="16649">18686 15843 39 0,'0'0'55'0,"0"0"-14"15,0 0 4-15,0 0-11 16,0 0-24-16,0 0-8 0,-40-24-3 16,26 30 1-1,2 6 1-15,-2 2 0 0,2 4 0 16,3 1 0-16,-1 4 1 15,4 0-2-15,2-1 0 16,3-2 0-16,1-2 0 16,0-3 1-16,3-4-2 0,5-4-2 15,2-1-2-15,0-6-7 16,2 0 6-16,2-3 2 16,-2-8 3-16,1-4 1 15,-3 1 0-15,-3-1 1 16,2 2 0-16,-3 1 0 0,-1 3 2 15,0 2 1-15,-1 4 0 16,0 1-3-16,1 2 0 16,1 0-1-16,0 0-2 15,0 9 2-15,1-1 1 16,4 2-1-16,-5 3 1 0,3-1 0 16,-1 0-1-16,2-3 1 15,-1-1-1-15,-2-1 0 16,1-4 0-16,1-1 0 15,-1-2-1-15,2 0 1 16,-1-3 0-16,0-7 1 0,0-3 2 16,-1-3-2-16,2-1 0 15,-3-1 0-15,1-1 0 16,2 2 0-16,-3 0 4 16,2 2 0-16,1 3-3 15,2 2-1-15,-5 2-1 0,1 2 0 16,2 5 0-16,-3 1-1 15,3 0-1-15,-5 5-2 16,4 6 3-16,-3 2 1 16,1 4 0-16,-2-2 0 15,3 2 1-15,0-1 1 16,2-1-1-16,-3-2 0 0,4-3-1 16,2-1-2-16,1-3-5 15,1-5-4-15,4-1 6 16,-1 0-2-16,2-7 5 15,0-5 2-15,0-2 0 16,0-2 1-16,-5-1-1 0,2-3 2 16,-4 2 6-16,0-2 0 15,-4 1-6-15,-6 2-1 16,-1 2 6-16,-2 6 6 16,0 1 1-16,-8 3-2 15,0 3-3-15,-5 2-8 16,0 0-2-16,-1 8 0 0,1 5-1 15,-2 2 4-15,3 3-2 16,2 0-1-16,3-1 3 16,1-1-2-16,3-1 0 15,3-2 1-15,0-4-1 0,0-1 0 16,7-4-2-16,1-2-4 16,2-2 4-16,1 0 0 15,3-3 3-15,-3-5 1 16,-4 0-1-16,2 4-1 15,-4-2 0-15,-1 4 2 0,-2 2-1 16,0 0-1-16,1 0-1 16,2 0-1-16,3 4 2 15,0 3 0-15,0 1 2 16,4 1 0-16,-2-2-2 16,-1-1 1-16,2-2-1 0,2-3 1 15,1-1-2-15,0 0 1 16,0 0-1-16,0-8 1 15,-2-3 0-15,-2-4-1 16,0-3-4-16,-3-4 0 16,-2-4 2-16,0-6 2 15,-1-2-1-15,0-5 2 0,-2-3-1 16,2-2 1-16,-2-2 0 16,-2-1-1-16,1-2 0 15,-1 4-1-15,0 1 2 16,0 5-2-16,0 5-2 15,0 8 3-15,-3 10 1 0,-2 5 0 16,0 7-6-16,1 4 6 16,0 4-3-16,-2 11 0 15,3 8 0-15,-4 8 2 16,2 3 1-16,3 2 3 16,0 2-3-16,2-1 1 0,0-2-1 15,0-6 1-15,6-3-1 16,0-4 0-16,2-3 0 15,1-7 0-15,2-3-1 16,2-4 3-16,4 0 1 16,0-2 0-16,3 2-3 0,2 1 2 15,1 1 0-15,-3 3-2 16,3 3 0-16,-5 2 0 16,0 0 1-16,-1 2-1 15,-1 1 2-15,-7-1-3 0,1-1 2 16,-8 1-2-16,-2-3 0 15,-2 0 1-15,-13-1 2 16,0 1 0-16,-7-2-2 16,1-3 2-16,-1-1 0 15,2-3 1-15,0-3 2 16,5-2-2-16,1 0 2 0,3-6 1 16,4-4 0-16,0-3-1 15,7-4-2-15,0 0 0 16,0-4-3-16,7-3-1 15,6-2-7-15,2-1-8 16,3 0-6-16,3-3-13 16,-3-1-34-16,2 3-23 0</inkml:trace>
  <inkml:trace contextRef="#ctx0" brushRef="#br0" timeOffset="17200.61">19734 15283 97 0,'0'-29'2'0,"0"7"37"0,-2 3 12 16,-3 7-14-16,1 4-15 16,1 4-15-16,0 3-6 15,1 1-1-15,0 1-6 0,-1 12 1 16,0 7 1-16,2 7 4 16,1 6 3-16,0 6-4 15,0 6 3-15,3 1 0 16,4 1-1-16,4-1-1 15,-2-4 1-15,0-3-1 0,2-5 1 16,-1-2-1-16,0-3 1 16,1-1-1-16,0-4 1 15,0 0 1-15,3-4 0 16,-3 0 0-16,7-2 1 16,-3-3-2-16,2-4 1 0,0-1-2 15,3-4 0-15,-1-2 1 16,-1-4 0-16,1 0 2 15,-2-5 0-15,0-7 1 16,0-4-1-16,-1-3 1 16,-3-4-2-16,-1 0-1 0,-5-1-1 15,-1 4 2-15,-4 2-2 16,-2 3 1-16,0 5 1 16,-2 3 0-16,-6 6-1 15,-1 1-1-15,-2 0-5 16,-1 8 1-16,1 7 2 0,-1 3 2 15,2 5 0-15,3-1 0 16,2 0 1-16,5-2-1 16,0-3 1-16,5-3 2 15,5-2-3-15,6-4 0 16,4-5-3-16,5-3-6 16,-1-6-30-16,3-13-64 0</inkml:trace>
  <inkml:trace contextRef="#ctx0" brushRef="#br0" timeOffset="17451.5">20282 15043 97 0,'0'0'0'0,"0"0"23"16,0 0 1-16,0 0-18 0,0 0-4 15,0 0-2-15,0 0 1 16,0 0 0-16,-15 45 0 0,15-33 1 16,7-4-7-16,3-5-41 15</inkml:trace>
  <inkml:trace contextRef="#ctx0" brushRef="#br0" timeOffset="17552.66">20367 15063 146 0,'0'0'20'0,"0"0"5"0,0 0-21 15,0 0 1-15,0 0-7 16,0 0-63-16</inkml:trace>
  <inkml:trace contextRef="#ctx0" brushRef="#br0" timeOffset="19282.33">14792 15202 141 0,'0'0'-4'0,"0"0"8"0,0 0 5 0,-41-9-5 15,30 5-3-15,-1 3 1 16,-1 1-1-16,-1 0-1 16,-2 0-1-16,0 0 1 15,1 7 0-15,-2 2 0 0,-2 2-3 16,-2 0 3-16,-1 2 0 16,0 2 0-16,-5-3-1 15,2 5 0-15,-4-3 2 16,0 3-1-16,-4 2 2 15,2 2 1-15,1 4-1 0,-4 1-1 16,2 3-1-16,0 2 1 16,-1-1-1-16,1 1 1 15,-3 0-2-15,0 0 1 16,0 3-1-16,1 3 8 16,-2 4-4-16,3 3-2 0,2 6 0 15,-2 1 0-15,4 6 0 16,2 3-1-16,0 2 0 15,7 3 0-15,-1 1 0 16,5 1 1-16,4-2-1 16,7 2 3-16,5-5 1 15,0 1-2-15,13-4 0 0,10 1-1 16,8-2 0-16,9-1 1 16,5 3-2-16,11-2 0 15,9 2 7-15,6-4-7 16,10-3 0-16,6-5 1 0,11-5 0 15,3-5-1-15,7-8 2 16,9 1 1-16,6-8-2 16,4 0 3-16,6-3-1 15,3-2-1-15,7-1 1 16,7 0 2-16,4-2 3 0,2-1 2 16,8 0-4-16,5-3-2 15,2-5-1-15,5-5 0 16,0-1 1-16,5-15-1 15,1-7-3-15,3-6 2 16,3-6-1-16,-1 1 2 16,-2 2-1-16,-1 3 1 0,-3-1-2 15,-2 5 0-15,-4-3 0 16,0-1-1-16,0-2 0 16,-1-6 1-16,-4-5-1 15,-1-3 0-15,-6-5 2 0,-4-3 5 16,-8-3-1-16,-7-2-1 15,-9-4 1-15,-12 0-1 16,-8-3 1-16,-12 0-2 16,-8 1 0-16,-6-5-2 0,-10-3 2 15,-10-2-3 1,-10-1-1-16,-6-2 1 0,-15-1-1 16,-11 4 0-16,-13 3 1 15,-11 8-2-15,-3 1 0 16,-17 7 0-16,-14 3 1 15,-10 2-5-15,-8 3 7 0,-7 3 10 16,-8 0-6-16,-5 3-1 16,-7 2 0-16,-1 3 0 15,-8 4-5-15,-4 5 1 16,-5 2 1-16,-4 4-2 16,-1 3 0-16,-6 5 1 15,0 3 3-15,-5 3 0 0,1 2-1 16,-3 2-3-16,-4 2 2 15,3 0-3-15,-2 0 3 16,-3 0-1-16,3 0-1 16,0 0 1-16,-1 0-1 15,1 0 1-15,-1 0 0 16,2-4 0-16,-7-1 1 0,1 3-1 16,-1 0 0-16,-2 2-1 15,-4 0 0-15,2 0 0 16,-1 2 2-16,0 3-1 15,-3-1 0-15,2 1-1 16,-4 1 0-16,0 1 0 16,-6 1 0-16,2 4 0 0,-6 0 0 15,-1 2-1-15,0 2 2 16,-1 4-1-16,0 3 0 16,0 2 1-16,-2 3-2 0,4 3 1 15,0 4 0-15,-1 2 1 16,0 3-2-16,-1 2-3 15,1 5 3-15,2 0-2 16,-2 4-2-16,-1 6-9 16,2 0 1-16,0 1-18 0,-4-4-49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31:17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5834 4486 89 0,'-43'16'3'0,"5"-2"2"0,-2 0 8 0,4 3 4 15,3-1-5-15,3 1-1 16,1 1-1-16,3 1-4 15,2 1 0-15,3 1-4 16,-1 0-1-16,6 3-1 16,2 2 0-16,-1 4 0 0,2 1 1 15,1 6-1-15,1 4 0 16,3 2 1-16,1 2 0 16,4 2 0-16,3-2 0 15,0 0 1-15,5-1-1 16,8 1-1-16,5 2 1 0,2 3-1 15,3 1 1-15,4 1-1 16,4 2 1-16,1-1 0 16,5 1 1-16,1-2-1 15,2 1 0-15,7-5-1 16,-2-4 4-16,8-4-3 0,3-6 1 16,1-7-2-16,5-4 1 15,0-6 3-15,5-3-1 16,0-5 1-16,4-1-3 15,4-4 2-15,1 0-1 16,6-4-1-16,-1 0 1 0,1 0 1 16,5-11 1-16,1-4 4 15,1-6-3-15,1-4 0 16,-1-6-1-16,-1-5-1 16,-2-4 0-16,-5-4 0 15,-6-4 2-15,-2-3-1 16,-6-1 1-16,-3-4-1 0,-7 1 2 15,-2-5 2-15,-6 0-3 16,-4-2 2-16,-7-4 0 16,-7 0 0-16,-4-5 0 15,-7 0 1-15,-6 1-1 0,-6-2 1 16,-8 2-3 0,0-1-1-16,-13 0 1 0,-7 2-4 15,-11-1 2-15,-7-2-3 16,-10 3 0-16,-7 1 0 15,-12 0 1-15,-3 3-1 16,-11 2 0-16,-5 1 2 0,-7 7-2 16,-4 2 2-16,-11 4-5 15,-4 6 5-15,-3 6 0 16,-8 8-3-16,-12 12 2 16,-5 15-5-16,-10 10 0 15,-15 34-2-15,-12 27-7 16,-10 27-22-16,-15 22-66 0</inkml:trace>
  <inkml:trace contextRef="#ctx0" brushRef="#br0" timeOffset="1388.15">5816 6633 62 0,'-9'0'4'0,"-2"0"-1"0,4 0 1 0,-2-1 1 16,-3 0 0-16,4 1 0 16,-1-2 4-16,-3 1 0 0,4 0 4 15,1-2 0-15,-1 0-6 16,3 0 8-16,0 0-7 15,1 2-3-15,2-1-4 16,1 2 1-16,1 0-4 16,0 0-5-16,5 0 7 15,6 0 0-15,5 0 1 16,2 2 0-16,7 1 2 16,6-2-1-16,3 5 5 0,6-1-5 15,7 1 0-15,6 4-1 16,3-3 1-16,9 0-2 0,9 0 1 15,1-1-1-15,8 1 1 16,7-3-2-16,6-4 2 16,2 0-1-16,5 0 1 15,11-11-1-15,-2-2 0 16,4-1 1-16,4-4-2 16,-1 0 0-16,-1 0-1 0,-5 4-6 15,-4 2-7-15,-6 3-11 16,-14 5-6-16,-7 4-16 15,-12 0 11-15</inkml:trace>
  <inkml:trace contextRef="#ctx0" brushRef="#br0" timeOffset="1929.04">5713 6628 148 0,'0'0'1'0,"61"-14"0"0,-19 8-1 0,4 0 0 0,8 2 0 0,6 1 1 16,8-1-1-16,10 3 0 15,5 1 0-15,4 0 0 16,12 0 0-16,7 0-1 15,5 0 1-15,11 0 0 16,4-2-1-16,9-5-2 0,2 0-10 16,-1-3-21-16,-4-6-53 15</inkml:trace>
  <inkml:trace contextRef="#ctx0" brushRef="#br0" timeOffset="2508.51">5950 7636 163 0,'49'0'-2'0,"1"-8"3"0,9-1 2 15,5 1 0-15,7-1 1 0,4-2-2 16,6 2 1-16,5-2 0 16,5 1-1-16,5 1-1 15,0 0 0-15,2 2-1 16,-2 2 0-16,-2 2 0 0,-2 2-1 16,-3 1 0-16,-6-2-3 15,-7 2-3-15,-6 0-6 16,-8 0-16-16,-7 0-34 15</inkml:trace>
  <inkml:trace contextRef="#ctx0" brushRef="#br0" timeOffset="2903.52">5825 7832 162 0,'0'0'-2'0,"51"0"1"0,-9-7 2 16,10-1 10-16,9-2-6 16,12-2-2-16,6-2 1 15,10-1-1-15,5 0 0 0,4-2-2 16,3 3 0-16,0 0-1 15,-3-2-2-15,-6 1-22 16,-10-4-45-16</inkml:trace>
  <inkml:trace contextRef="#ctx0" brushRef="#br0" timeOffset="3788.67">5878 6676 232 0,'0'0'2'0,"0"0"-1"0,0 0 7 16,0 0-6-16,9-42 3 15,7 32-4-15,7 0-1 16,5 0 0-16,13 0 2 16,9 1-2-16,13-1 1 0,9 3-1 15,8-1 0-15,7 2-1 16,5 0-3-16,0 2-8 16,-1-1 0-16,-1 0-4 15,-2 0 5-15,-3-1-1 16,-6-2 2-16,-2-1-1 0,-4-1 1 15,-6 2-15-15,-6-1-5 16,-7 2-16-16</inkml:trace>
  <inkml:trace contextRef="#ctx0" brushRef="#br0" timeOffset="4334.88">5618 7686 58 0,'0'0'147'0,"0"0"-143"0,0 0-9 0,0 0 0 0,0 0 4 0,46 3 2 16,-17-6 2-16,5 0-2 16,7-1 1-16,9 0-2 15,0-1 1-15,3 1-1 16,7 1 2-16,-2-2-2 16,7-1 0-16,3-1 0 0,3-6-2 15,2 2 1-15,6-4 2 16,1-2 1-16,0-1 1 15,1 1-2-15,-1-2 0 16,1 1 0-16,-5 2 0 16,-2 1-1-16,-5 1 0 15,-4 2 0-15,-7 1 0 0,-6 2-10 16,-10 2-30-16,-11 1-23 16</inkml:trace>
  <inkml:trace contextRef="#ctx0" brushRef="#br0" timeOffset="4647.03">6106 7909 151 0,'0'0'-24'16,"0"0"23"-16,0 0-21 16,0 0 9-16,0 0 21 0,52 10 0 15,-15-10 8-15,13-4-1 16,8-5 0-16,9-2-6 16,7-3-4-16,13-1-1 15,6 1-2-15,13-2-1 16,6 0-1-16,10-2-1 0,1-3-23 15,2-3-105-15</inkml:trace>
  <inkml:trace contextRef="#ctx0" brushRef="#br0" timeOffset="7375.43">22303 4989 219 0,'0'0'0'0,"0"0"9"0,-6-37 16 0,6 27-16 0,0-1-7 15,1 1 1-15,4 0-1 16,2 1 1-16,0 2-4 15,4-1 2-15,3 1-3 16,1 1 1-16,5 0 1 16,6 5-10-16,1-2 15 15,4 3-11-15,4 0-4 0,-1 7-2 16,2 6 1-16,1 1 2 16,-2 6 5-16,2 5 2 15,-2 4 2-15,-1 2 0 16,-4 5 0-16,-1 3 1 15,-5 4-1-15,-2 2 0 16,-4 5 3-16,-5 4-2 0,-6 4 0 16,-1 2 0-16,-4 5 0 15,-1 2 2-15,-1 5-2 16,0 2 1-16,0-1-1 16,0-1 1-16,0 2-1 0,3-6-1 15,6-1 1-15,4-7 1 16,6-5-2-16,4-4 3 15,4-4-2-15,2-8-1 16,1-5-1-16,-4-5-1 16,-1-3 2-16,-3-6-1 15,-2-3 2-15,-7-4-2 0,-2-3 2 16,-2-2-1-16,-2-1 0 16,-5-1 0-16,0 1 0 15,-2 3 0-15,0 1-1 0,-4 5-3 16,-10 4-23-16,-6 3 16 15,-4 5 6-15,-4 3 1 16,-1 3 4-16,1 3 0 16,2 4 2-16,5 6-2 15,1 3 0-15,5 2 0 16,2 5 1-16,5 1-1 0,0 4 0 16,2-2 0-16,4 3 0 15,2-2 1-15,0 0-1 16,0 0 0-16,7-1 1 15,0 1-1-15,1-3 0 16,1 0 1-16,1-2-1 0,-1-2 2 16,-2-4 1-16,-3-2-1 15,-4-1 1-15,0-2-1 16,-17-2-1-16,-10-1 0 16,-11-1 0-16,-14-1 0 0,-17 0-2 15,-14-2 1 1,-13-2-14-16,-14-8-84 0</inkml:trace>
  <inkml:trace contextRef="#ctx0" brushRef="#br0" timeOffset="8456.91">23638 6163 99 0,'2'0'4'0,"1"0"0"0,3 0-3 16,-3 0-2-16,1 0 2 15,0 0-2-15,1 0 0 16,-4 3-2-16,1-1 1 0,-2 2 2 15,1 3 0-15,-1-1 0 16,0 1 1-16,1 1-1 16,0 2 0-16,0 0 0 15,3 3 1-15,-1-3 0 0,2 1 2 16,2 0 1-16,-1-2 9 16,2 0 7-16,-3-4 4 15,3-2 1-15,0-3 1 16,0 0 3-16,3-1 0 15,6-13 3-15,9-9-6 16,2-10-7-16,13-15-10 0,15-10-2 16,14-16-2-16,21-17-5 15,23-17-4-15,19-11-12 16,16-15-31-16,9-9-52 16</inkml:trace>
  <inkml:trace contextRef="#ctx0" brushRef="#br0" timeOffset="43629.53">16007 8054 6 0,'0'0'14'15,"0"0"8"-15,0 0 0 0,0 0-5 0,0 0-7 16,0 0-5-16,0 0 0 16,0 0 3-16,0 0-4 15,0 0-1-15,0 0-3 16,0 0 0-16,0 0-4 0,0 0 3 16,0 4 2-16,0-1 0 15,0 3-1-15,0 1 0 16,0-2 0-16,0 1-2 15,-1 1 1-15,0 0 0 0,-1-2 0 16,0 2 1-16,2-3 0 16,-2 3 0-16,0-2-4 15,-1-1-4-15,2-2 0 16,-1 1 4-16,2-3 2 16,-1 0 2-16,-1 0 5 15,1 0 3-15,1 0 0 0,0 0-1 16,-2 0-5-16,2 0-2 15,0 0 0-15,0 0-1 16,0 0 1-16,0 0-1 16,0 0 0-16,0 0-1 15,0 2 2-15,0-1 0 0,0 2 0 16,-2 0 0-16,0 1 0 16,1-2-1-16,0 3-6 15,-1-2-4-15,0 1-2 16,1-1-6-16,-1 1-9 0</inkml:trace>
  <inkml:trace contextRef="#ctx0" brushRef="#br0" timeOffset="45782.83">16604 8088 113 0,'0'0'3'0,"0"0"-5"0,0 0-2 0,0 0 4 16,0 0 0-16,0 0 0 16,0 0 0-16,0 0 1 15,0 0 4-15,0 0 3 16,0 0-3-16,-8 41 2 16,11-34-5-16,0 0-1 15,1 0 0-15,-2 0-1 0,0-1 1 16,0 0 13-16,0-1 3 15,-1-2-3-15,-1 2-2 16,0-1-5-16,0 0 0 16,0-1-5-16,0 0-1 15,0-2 0-15,0-1 2 16,0 0 7-16,0 0 13 0,0 0-14 16,-1-4-8-16,-1-6 3 15,2 1-1-15,0-6 3 16,0 1-4-16,0-2-1 15,0-2 1-15,0-1-1 0,0-2 0 16,0 1 0-16,0 0-1 16,1 0 0-16,2 2 0 15,1-1-1-15,-1 4 0 16,5 2 0-16,-1 2 0 16,4 1 0-16,0 4-1 0,0 0 0 15,3 2 2-15,1 4-2 16,1 0 0-16,-1 0 2 15,0 8-1-15,0 3 1 16,1 3 0-16,-4 1 0 16,1 2-1-16,-1 3 2 15,-1-3-1-15,-4 3 0 0,0-4 0 16,-2-2 0-16,1 0 0 16,-2 0 0-16,-3-2 0 15,1-1 0-15,1-1 0 16,-3 0-1-16,0-2 1 0,0 1-4 15,0-4-29-15,0-1-44 16,0-4-54-16</inkml:trace>
  <inkml:trace contextRef="#ctx0" brushRef="#br0" timeOffset="46032.54">16660 8116 139 0,'0'0'20'0,"0"0"8"0,0 0 14 0,0 0-12 0,0 0-18 16,0 0-9-16,0 0 1 15,0 0-3-15,0 0 1 0,46-2-1 16,-25 1 0-16,-3 1-13 15,3 0-22-15,-2-1-43 16,0-2-43-16</inkml:trace>
  <inkml:trace contextRef="#ctx0" brushRef="#br0" timeOffset="46501.24">16948 8085 101 0,'0'0'18'0,"0"0"-5"16,0 0 28-16,0 0 2 16,0 0-14-16,0 0-12 0,0 0-13 15,0 0-1-15,21-20 2 16,-1 20-2-16,-2-1-1 15,2 1-1-15,1 0 0 16,-2 4 0-16,1 3-1 16,-4 3 0-16,0 1 0 15,-1 1 0-15,-2 0 1 0,-4 0 0 16,-2-2-1-16,0 0-1 16,-5-3 2-16,-2 3-1 15,0-3-2-15,0-3-2 16,0-1 12-16,-4 0-5 0,-3-3-2 15,2 0 1-15,1 0 0 16,0 0 1-16,0-6 2 16,1-2 1-16,3-5-3 15,-2 3 4-15,2-3-7 16,0-1-2-16,2 1-1 16,7 1-1-16,2 0-8 15,6 2-7-15,2 0-15 0,0 3-49 16,2 0-71-16</inkml:trace>
  <inkml:trace contextRef="#ctx0" brushRef="#br0" timeOffset="46836.02">17427 8062 27 0,'0'0'90'16,"0"0"-87"-16,0 0 3 0,0 0 2 0,0 0 6 16,0 0-5-16,0 0 0 15,0 0-2-15,-45-8-3 16,33 8 2-16,0 0 3 16,-2 6 10-16,3 3-8 0,-3 1-2 15,3 3-1-15,2-3-4 16,3 2 0-16,4 0-1 15,2-2 1-15,0 0-1 16,0 0 5-16,9-3-4 0,3 0-4 16,6-3 2-1,4-2 1-15,3-2-1 16,3 0 0-16,3-2-39 0,0-10-96 16</inkml:trace>
  <inkml:trace contextRef="#ctx0" brushRef="#br0" timeOffset="47676.61">17629 7899 190 0,'0'0'5'0,"0"0"3"0,-35-3-1 15,24 3-5-15,0 0 0 16,0 2 0-16,4 6 0 15,1 1-1-15,3 4-1 0,2 2 0 16,1 2-1-16,0 3 5 16,2-2-1-16,4 1 0 15,1 0 1-15,4-3 3 16,-5 1-3-16,2-1-3 16,0-3 3-16,0 0-2 15,0-2 0-15,-4 0-1 0,0-4 0 16,1-1 0-16,-3 0 0 15,-2-4 0-15,0 0 1 16,0-1 1-16,0-1 0 16,0 0 4-16,0 0 14 15,0-1-7-15,0-5-13 16,0-2 0-16,0-2-1 16,0 0 0-16,3 0 0 0,6 0-2 15,-2 0 0-15,4 3 0 16,2 0 0-16,0 0 2 15,3 1-3-15,-1 2 3 16,2 1 0-16,2 3 0 0,-1-1 0 16,-2 1 0-16,0 0-1 15,-3 0 1-15,-1 4 0 16,-2 2-2-16,-3 1 2 16,0 0-1-16,-3 0 1 15,-1 1 0-15,1-2 0 0,-2 1 0 16,0-1 0-16,2 1 0 15,1-3-1-15,1 1 1 16,2-1 0-16,-2-3-1 16,3 2 1-16,1-3 0 15,-1 0 1-15,1 0-1 16,2 0 0-16,-1-4 1 16,0-3 0-16,1-2 1 0,-2-1-2 15,-1 0 2-15,-1 1 0 16,-4 0 0-16,0-1 0 0,-2 3 1 15,-2 0 4-15,0 1-4 16,0 0 0-16,0 4-1 16,0-1-1-16,0 1 0 15,0 2-4-15,0 0 1 16,0 0 6-16,0 7-5 16,0 2-1-16,0 2-1 15,0 2 0-15,0-1 1 0,5-1 1 16,3-1 0-16,1-1-1 15,2-2 1-15,1-1 0 16,2-3-4-16,1-3-8 16,0 0-20-16,-2 0-41 15</inkml:trace>
  <inkml:trace contextRef="#ctx0" brushRef="#br0" timeOffset="47840.1">18052 7924 258 0,'0'0'10'0,"0"0"-7"0,0 0 3 0,-42-18-5 0,36 18-1 16,2 0-10-16,0 0-43 0,2 0-45 16</inkml:trace>
  <inkml:trace contextRef="#ctx0" brushRef="#br0" timeOffset="48145.94">18314 7902 123 0,'0'0'6'16,"0"0"25"-16,0 0-12 15,0 0-13-15,0 0-2 0,-25 44 2 16,25-29 5-16,0 5-1 16,0-3-4-16,3 2-2 15,3-3-3-15,-3-1-1 16,2-2 2-16,-1 1-2 15,-4-4-44-15,0-3-53 0</inkml:trace>
  <inkml:trace contextRef="#ctx0" brushRef="#br0" timeOffset="48665.26">18140 8051 285 0,'0'0'-9'0,"0"0"10"16,0 0-7-16,0 0 4 0,0 0 3 15,56 0 1-15,-33 0 0 16,4 0-1-16,0 0-1 16,1 0 1-16,2 0-2 15,-2 0 0-15,0-2 2 16,0-2 1-16,-1 1 0 0,0-4-1 15,-2 0 0-15,-2 0 0 16,-6 0 0-16,-2 1 0 16,-3 1 0-16,-5-1 0 15,-2 2 2-15,-3 0 2 16,-2-1-1-16,0 2 3 16,0-1-1-16,-2 1-7 0,-7-1 4 15,-1 3 2-15,-3 1-6 16,0 0 1-16,0 0-1 15,-2 1 0-15,-1 6 1 16,3 0-2-16,4 3 2 0,-3-1 0 16,2 2-1-16,3 0 0 15,-1 0 1-15,4 1-1 16,2-2 1-16,2 1-3 16,0-1-3-16,0-1 2 15,4-1 4-15,6-1-2 16,3 1 1-16,5-3 1 15,2 1 0-15,7-2 1 0,1-2-12 16,4-2-77-16,-1 0-108 16</inkml:trace>
  <inkml:trace contextRef="#ctx0" brushRef="#br0" timeOffset="48942.38">18867 7983 192 0,'0'0'19'0,"0"0"-15"0,-40-3 2 0,24 3-4 16,-1 0 1-16,-2 6-2 15,1 4 1-15,2 1 0 16,3 0-2-16,2 2 1 16,4 0-2-16,3-3 1 15,4 3-2-15,0-3 0 16,1-2 11-16,10-1-4 15,3-1 1-15,6-2 0 0,3-2-3 16,2 0 2-16,3-2-2 16,6 0-2-16,-4 0-10 15,0-7-28-15,-2 0-56 16</inkml:trace>
  <inkml:trace contextRef="#ctx0" brushRef="#br0" timeOffset="49192.81">19063 7864 186 0,'0'0'13'16,"0"0"7"-16,0 0-15 16,0 0-5-16,0 0 2 15,0 0 4-15,-9 38 5 0,9-20-4 16,0 2-4-16,3 1 0 15,3 2 0-15,0-3 0 16,-2 1-1-16,4-3-2 16,-6-3 0-16,-1 1-19 15,-1-8-38-15,0-1-40 16</inkml:trace>
  <inkml:trace contextRef="#ctx0" brushRef="#br0" timeOffset="50308.33">18942 8018 254 0,'0'0'3'16,"0"0"10"-16,0 0-6 16,0 0-6-16,0 0 0 15,0 0-1-15,52-8 1 0,-30 5 0 16,2 2-2-16,0-2 2 15,1-2-2-15,0 1 0 16,-3 0 1-16,-3 0 3 16,-3-1-1-16,-3 1-1 15,-3 1 0-15,-2 3-1 0,-4 0 2 16,-2 0-1-16,-2 0-1 16,0 0 0-16,0 8-1 15,0 2-3-15,0 2 5 16,0 1 4-16,0 1-5 15,3-1-1-15,3-3-2 0,0 0 2 16,4-3 1-16,-1 0-1 16,2-3 0-16,1-1 2 15,2-3-1-15,1 0 2 16,0 0-2-16,-1-3 2 16,-1-5-1-16,2-2-1 0,-2 0 2 15,-2-2-2-15,1 1 1 16,-6-2 0-16,1 4 0 15,-4 3 3-15,-3 1 9 16,0 3 2-16,0 2-6 16,0 0-12-16,0 0 1 0,0 7 2 15,0 1 0-15,0 2-3 16,0 1-5-16,3-1 2 16,4-3 3-16,2-2 1 15,3 2 2-15,0-4-1 16,1-2 0-16,2-1 2 15,1 0 1-15,2 0-1 0,-3 0-2 16,0-4 2-16,-1-3 0 16,-3 0 3-16,-4-2 0 15,0-2 0-15,-5 1 3 16,-2-3-1-16,0 2-3 16,-4 1-4-16,-6-2 0 15,1 4 5-15,1-2-3 0,-1 4 1 16,4 1-1-16,1 2-1 15,2 0 0-15,2 0-6 16,0 3-12-16,6-1 10 0,5-1 5 16,1 2 3-16,2 0-1 15,0 0 0-15,-2 0 1 16,2 2 0-16,-5 2 0 16,2 7 0-16,-6-1 0 15,0 0 0-15,0 2 0 16,-3-1 0-16,1-1 1 15,-1-2-1-15,2 2 0 0,2-2-1 16,0 0 1-16,3 0 0 16,2-2 1-16,3 0-1 15,0-2 1-15,3 2 0 16,3-5 1-16,0 2 0 0,2-3 1 16,-1 0-1-16,0 0-1 15,0-1 1-15,-1-5 0 16,-4-4 3-16,2 1 1 15,-5-5 3-15,1 0-2 16,-6 1-3-16,-4 1 3 0,-2 0-4 16,-2 1 1-16,0 2-2 15,-3 3-2-15,-6 1 9 16,-2 2-5-16,1 3-4 16,-1 0 0-16,-3 0-1 15,2 10 0-15,1 0 1 0,3 4-1 16,2-1-1-16,4 1-1 15,2 2-4-15,0-2-2 16,8-1 7-16,8-2-8 16,4-4-26-16,7-7-28 15</inkml:trace>
  <inkml:trace contextRef="#ctx0" brushRef="#br0" timeOffset="51094.08">20500 7670 302 0,'0'0'2'0,"0"-1"0"0,1 1 0 16,-1 0-3-16,0 8-2 15,0 10 2-15,-3 7 0 16,-8 9 0-16,-1 10 3 16,-4 11 2-16,-1 9-2 0,-5 7-1 15,0 5-2-15,1 5 2 16,-3-2-30-16,5-11-60 16,7-11-55-16</inkml:trace>
  <inkml:trace contextRef="#ctx0" brushRef="#br0" timeOffset="51677.3">20755 8102 132 0,'0'0'34'0,"0"0"-34"0,0 0-4 0,0 0 21 0,0 0 4 16,0 0-21-16,0 0 0 16,0 0 1-16,26-48-1 15,-19 30 1-15,-4-3 3 16,2-1 8-16,3-2-2 15,-3 0-1-15,3-1 2 16,-3 4-6-16,4 1-2 0,-2 5-1 16,0 3 2-16,-1 5 0 15,1 4-4-15,0 3 3 16,0 0-2-16,-1 0-2 16,2 6 1-16,2 4 2 0,-1 4-2 15,0 2 1-15,-1 0-2 16,1 2 1-16,-2 0-1 15,0-1 2-15,-1 0-3 16,-2 3 3-16,-2-4-7 16,-2 0-27-16,0-4-38 0</inkml:trace>
  <inkml:trace contextRef="#ctx0" brushRef="#br0" timeOffset="51891.47">20809 8003 306 0,'0'0'1'0,"0"0"-4"16,0 0-4-16,0 0 12 0,0 0-4 16,0 0-1-16,48-14-2 15,-27 14 3-15,3 0-1 16,2 0-13-16,-1 0-42 15,2 0-62-15</inkml:trace>
  <inkml:trace contextRef="#ctx0" brushRef="#br0" timeOffset="52167.6">21117 7783 234 0,'0'0'6'0,"0"0"5"16,0 0 2-16,0 0-5 15,0 0-4-15,0 0-4 16,0 0 0-16,0 0 4 0,-30 57 1 16,29-31-5-16,0 4 3 15,1 0-3-15,0 0 0 16,5-2 0-16,0-2 1 15,3-2 0-15,2-4-7 16,2-5-25-16,3-7-40 0,1-4-39 16</inkml:trace>
  <inkml:trace contextRef="#ctx0" brushRef="#br0" timeOffset="52712.55">21361 7920 257 0,'0'0'7'16,"0"0"-4"-16,-45 0-3 16,27 8 0-16,-2 4-2 15,2 5 2-15,2 0 0 0,4-1-1 16,1 1-1-16,5-3-2 16,4-2-1-16,2-3 1 15,0-3-2-15,4-3-6 16,7 0 5-16,3-3 7 15,1 0-7-15,1-9-9 16,-1-2 6-16,2-5 9 0,-3 1 2 16,-1-4 1-16,-2 4 3 15,-3 2 1-15,-1 2 8 16,-4 2 10-16,-1 5 1 16,0 2-6-16,-2 2-6 0,0 0-15 15,0 0-1-15,0 10 3 16,0 3 0-16,0 1 3 15,0 5-5-15,0-1 2 16,2-1 2-16,2 4-4 16,1-5 2-16,1 3-1 0,1-2 2 15,-1-2-1-15,-2 1 0 16,2-2 0-16,-3-2 0 16,-1-1 0-16,-1-1 0 15,-1-2 2-15,0-2-5 16,-4 0 1-16,-7-1 3 15,-5-2 9-15,-5 1-4 16,-3-1-4-16,-2-3-1 0,-1 0 0 16,0 0 1-16,4 0-4 15,4 0-5-15,5-5-18 16,4-4-53-16,9-4-106 16</inkml:trace>
  <inkml:trace contextRef="#ctx0" brushRef="#br0" timeOffset="53320.41">21559 7953 158 0,'0'0'5'0,"0"0"5"0,0 0 0 16,-46 18-7-16,32-9 1 0,3 1 4 15,-3 1-3-15,4 1 1 16,2 0 0-16,3 1-6 15,4-3 3-15,1 0 0 16,0-1-3-16,7-2 1 16,6-3-2-16,5-1 4 15,-1-3 2-15,2 0 2 16,3 0-4-16,-4-3-1 0,1-4 0 16,-3-3 4-16,-2 0 7 15,-5-1-3-15,-1-2 2 16,-2 0 1-16,-6 0-6 15,0 0-2-15,0 2-4 0,-8 1 1 16,-5 2-6-16,-3 3-7 16,-1 4 5-16,-2 1-10 15,3 0-11-15,1 1-63 16</inkml:trace>
  <inkml:trace contextRef="#ctx0" brushRef="#br0" timeOffset="53710.38">21698 7947 192 0,'0'0'1'16,"0"0"-1"-16,0 0 0 15,44 0 2-15,-33 0-2 16,1 4 0-16,-1 2-2 0,1 4 4 15,-1 3-1-15,2 0 4 16,-2 1-2-16,0 0-2 16,-6-1-2-16,4-2 3 15,-7-2-2-15,-1-1 2 16,-1-1-5-16,0-2 4 0,0-2-1 16,-8-3 0-16,0 0 17 15,-1 0-4-15,2 0-6 16,-3-2 4-16,6-4 0 15,-2 1 0-15,5-5-1 16,0 3 1-16,1-4-6 16,0-1-6-16,5-1-2 0,3 3 4 15,4-1-6-15,1 1-7 16,3 1-20-16,-1 1-52 16</inkml:trace>
  <inkml:trace contextRef="#ctx0" brushRef="#br0" timeOffset="53947.23">22037 7945 200 0,'0'0'-2'0,"0"0"-9"0,0 0 7 16,0 0 1-16,0 0 0 15,0 0 18-15,-13 44-1 16,9-32 2-16,2 1-7 15,2-1-5-15,0-2-2 16,0-1-2-16,0-3 0 0,2 0-1 16,5-2 0-16,1-3 4 15,0-1-19-15,2 0-78 16</inkml:trace>
  <inkml:trace contextRef="#ctx0" brushRef="#br0" timeOffset="54103.61">21977 7836 272 0,'0'0'4'0,"0"0"-2"16,0 0-2-16,-37-11-6 16,31 11-51-16,3 0-46 15</inkml:trace>
  <inkml:trace contextRef="#ctx0" brushRef="#br0" timeOffset="54360.35">22157 7807 288 0,'0'0'-2'0,"0"0"0"15,0 0 3-15,0 0 2 16,0 0-5-16,24 47 5 16,-24-27-1-16,2 1 0 15,1 0-2-15,-2-1 1 0,2 1-2 16,-3-2-3-16,2-5-17 16,-2-3-24-16,0-6-68 15</inkml:trace>
  <inkml:trace contextRef="#ctx0" brushRef="#br0" timeOffset="54949.78">22086 7930 293 0,'0'0'-8'0,"0"0"-2"0,0 0 6 16,0 0 5-16,53-4 4 15,-32-2-5-15,1 1-5 16,2-2-8-16,-1-2 2 0,0-1 2 16,-3 0 7-16,-2-4 2 15,-4 1 1-15,0-1 2 16,-4-2 1-16,-4 1 0 16,0 0-3-16,-2 3-1 15,-3 2 2-15,-1 3 2 16,0 1 7-16,0 6-2 15,0 0-10-15,0 0 1 0,-1 9-1 16,-6 3 1-16,3 3 0 16,1 0-2-16,1 2 2 15,-1 2 0-15,2-2 0 16,1-1 0-16,0 0 0 16,0-2-1-16,2-1 1 0,2 0 1 15,-1-4-1-15,0-1 2 16,1-2-2-16,-2-3-2 15,0-2 2-15,0-1 0 16,0 0 0-16,1 0 6 16,1 0 2-16,1-6-3 0,1-2-2 15,2-2 0-15,-1 1-2 16,1 1 2-16,2-2-3 16,-2 4 1-16,2 1-2 15,0 2 1-15,1 1 1 16,-2 2 0-16,3 0-1 0,1 3-1 15,-2 4 1-15,3 3-1 16,-2 1-2-16,1 1-1 16,-1 1-8-16,-4-3-13 15,1-2-27-15,-2-1-27 16,-2-4-5-16</inkml:trace>
  <inkml:trace contextRef="#ctx0" brushRef="#br0" timeOffset="55518.71">22583 7936 74 0,'0'0'15'0,"0"0"21"0,0 0 0 0,0 0 3 0,25-37-3 16,-21 34-6-16,3 2-13 15,-4 1-9-15,5 0-7 16,-4 0-2-16,2 7 1 16,3 0 0-16,-3 3 0 15,0 1-1-15,-3-1 2 16,0-1-3-16,-2-1-2 0,-1-2-2 15,0-2 4-15,0 0-5 16,-4-3-4-16,-1-1 9 16,-1 0 15-16,-1 0-6 15,3-5-2-15,2-3 4 0,1 0-3 16,1-3-1-16,0 1-3 16,7-1-5-16,3 0 5 15,2 2-1-15,3-1 0 16,1 3-2-16,2 3 1 15,1 2-2-15,2 2 2 0,-4 0 1 16,-1 0-2-16,-1 9 1 16,-4 2 0-16,0 0 0 15,-5 2-1-15,-3 3-1 16,-3-1 1-16,0-2 2 16,-7 0-1-16,-4-2-1 15,-1-4-3-15,-1-1 9 16,2-1 0-16,-1-3-3 0,4 0-6 15,3-2-1-15,5 0 5 16,0-3-6-16,1-4-11 16,11-4 11-16,4-4 6 15,3 2 0-15,3-1 6 16,-2 2-2-16,1 1 0 0,-2 2 0 16,-1 3 0-16,-3 6-3 15,1 0-1-15,-3 2 0 16,-3 9-1-16,-3 3-10 15,-2 1-62-15,-2-2-118 0</inkml:trace>
  <inkml:trace contextRef="#ctx0" brushRef="#br0" timeOffset="56912.79">18896 8504 111 0,'0'0'3'0,"0"0"-2"0,0 0-1 0,0 0 4 0,0 0 5 16,0 0 9-16,0 0 4 16,0 0-1-16,0 0-7 15,0 0-11-15,0 0-7 16,0 0 6-16,2 15-1 15,-2 1 2-15,0 7 0 0,0 1 0 16,0 6-1-16,2 0-1 16,2 2-1-16,-2-2 1 15,1-1 0-15,-1-2 2 16,0-4-1-16,0-2 0 0,-2-4-1 16,0-2 0-16,0-2 0 15,0-2 1-15,0-2-2 16,-4 0-5-16,0-1 1 15,1-2 3-15,-4-1-12 16,2-2-30-16,-3-1-36 16</inkml:trace>
  <inkml:trace contextRef="#ctx0" brushRef="#br0" timeOffset="57162.77">18814 8860 198 0,'0'0'5'0,"0"0"-5"15,0 0-4-15,0 0 8 16,0 0-4-16,0 0 0 0,0 0 6 16,0 0-2-16,0 0-1 15,17 19-1-15,-11-12-1 16,3-3-3-16,0-1 3 15,2 0-5-15,0-2-21 16,0-1-31-16,1 0-17 0</inkml:trace>
  <inkml:trace contextRef="#ctx0" brushRef="#br0" timeOffset="57282.59">18933 8876 77 0,'0'0'43'16,"0"0"13"-16,0 0-13 16,0 0-7-16,0 0-6 15,0 0-3-15,0 0-15 16,13-31-14-16,-17 46 0 0,-3 4 0 15,-1 5-9-15,-4 4-48 16,-1-2-99-16</inkml:trace>
  <inkml:trace contextRef="#ctx0" brushRef="#br0" timeOffset="57859.39">17742 9282 189 0,'0'0'35'0,"0"0"7"0,0 0-17 0,0 0-8 0,0 0-16 16,0 0-3-16,0 0 1 15,0 0 0-15,-7 56 0 16,7-28 1-16,0 3-1 16,0 3 1-16,3-1 0 15,0-2 0-15,0-1 0 0,-1-1-1 16,0-5-7-16,-2-3-9 16,0-2-12-16,0-5-35 15,0-6-43-15</inkml:trace>
  <inkml:trace contextRef="#ctx0" brushRef="#br0" timeOffset="58222.42">17789 9329 101 0,'0'0'6'15,"0"0"15"-15,0 0-5 16,0 0 5-16,7-39-4 16,-1 33-7-16,1 0 1 15,2 2 0-15,4-2 1 0,-2 5 3 16,3-1-3-16,1 2-6 16,-3 0-3-16,1 0-3 15,-6 6 0-15,2 4-1 16,-5 1-5-16,-3 2 4 0,-1 0 3 15,0 1-3-15,-3-1-2 16,-8-2 0-16,1 2 12 16,0-2-3-16,-7 1-5 15,3-2 0-15,-2 1 2 0,0 0-18 16,2-2-23 0,3-4 0-16,5-3-27 0</inkml:trace>
  <inkml:trace contextRef="#ctx0" brushRef="#br0" timeOffset="58621.35">17981 9301 185 0,'0'0'14'0,"0"0"-12"0,0 0 5 15,45-14 0-15,-30 12-4 16,-2 2-3-16,0 0 1 16,0 0 1-16,-2 4-1 15,-2 2-1-15,0 7 0 0,-1 0-3 16,-2-2 2-16,-2 2 5 16,0 2 0-16,-4-5-3 15,0 0-5-15,0-1 0 16,0-5-1-16,-5 0 1 15,0-2 16-15,1-2-6 0,-2 0 8 16,2 0 9 0,3-6-2-16,-1-2-6 0,2-5-11 15,0-1-4-15,0-2 2 16,2-2 0-16,5-1 0 16,4 2-1-16,3 1-3 15,4 2-11-15,1 0-27 0,-3 1-89 16</inkml:trace>
  <inkml:trace contextRef="#ctx0" brushRef="#br0" timeOffset="58983.45">18292 9332 238 0,'0'0'5'0,"0"0"-31"15,0 0 26-15,0 0 0 0,0 0 0 16,0 0-2-16,38 14 2 16,-31-14 3-16,-2-6 5 15,0-2 1-15,2 0-2 16,-3-2 3-16,1-2-5 16,0 2-3-16,-4-1 1 15,-1 1-1-15,0 0-1 0,0 4 0 16,-1 1-5-16,-8 2 6 15,2 3 3-15,-3 0 3 16,-2 1-5-16,3 9 0 16,2 6-4-16,-1-1 2 15,4 3-1-15,4 0-3 0,0-1 1 16,1-3 1-16,10 0-7 16,3-4-17-16,3-3-30 15,1-7-38-15</inkml:trace>
  <inkml:trace contextRef="#ctx0" brushRef="#br0" timeOffset="59232.45">18634 9244 276 0,'0'0'16'16,"0"0"-9"-16,0 0-7 15,0 0-2-15,-47 0 10 16,31 11-9-16,0 2 2 15,3 1-1-15,4 1-1 16,3 0-1-16,4-1-5 16,2-2 0-16,0-1 4 0,6-2-1 15,3-2-5-15,3-4-10 16,3-2 8-16,-1-1-8 16,5 0-26-16,-3-9-16 15,-2-6-20-15</inkml:trace>
  <inkml:trace contextRef="#ctx0" brushRef="#br0" timeOffset="59487.91">18673 9068 226 0,'0'0'22'16,"0"0"-6"-16,0 0-10 15,0 0-2-15,0 0-2 16,0 0-7-16,0 0-1 15,0 0 5-15,-6 27-4 16,6-4 3-16,0 5 3 16,0 2 0-16,0 1-1 0,4 0-1 15,2-1 1-15,0-3 0 16,-1 2 0-16,1-8 0 16,-2 0-7-16,-1-4-16 0,3-5-4 15,0-5-37-15</inkml:trace>
  <inkml:trace contextRef="#ctx0" brushRef="#br0" timeOffset="59675.64">18822 9279 313 0,'0'0'5'15,"0"0"-11"-15,0 0-2 16,0 0 7-16,0 0 0 15,0 0 1-15,0 0 0 0,15 43-9 16,-12-33-19-16,3 0-29 16,-2-6-35-16</inkml:trace>
  <inkml:trace contextRef="#ctx0" brushRef="#br0" timeOffset="59814.74">18865 9153 292 0,'0'0'-10'0,"0"0"-3"0,0 0-24 15,0 0-86-15</inkml:trace>
  <inkml:trace contextRef="#ctx0" brushRef="#br0" timeOffset="60115">19125 9217 202 0,'0'0'-4'16,"0"0"11"-16,0 0 26 0,0 0-9 15,0 0-18-15,0 0-6 16,0 0 9-16,-52-3-8 15,38 15 0-15,2 2 0 16,0 3-2-16,6 0 1 0,2-2-3 16,4 1-6-16,0 0 8 15,2-5 1-15,9 1-2 16,3-3-1-16,4-2 1 16,6-4 10-16,1-3-11 15,2 0-40-15,4-3-56 0</inkml:trace>
  <inkml:trace contextRef="#ctx0" brushRef="#br0" timeOffset="60349.61">19402 9084 257 0,'0'0'7'16,"0"0"-7"-16,0 0-2 15,0 0 2-15,-33 51-3 0,27-31 1 16,4 1-1-16,1 0 6 16,1 3-1-16,0 1 0 15,0 0 1-15,1-2-3 16,3-2-2-16,0-3-22 16,-4-3-25-16,2-7-25 0</inkml:trace>
  <inkml:trace contextRef="#ctx0" brushRef="#br0" timeOffset="60634.5">19300 9260 71 0,'0'0'193'0,"0"0"-196"15,0 0-6-15,0 0 5 16,36-16 6-16,-16 10 0 15,0 1-4-15,4-1 1 0,-3 1 1 16,1 1-5-16,0 2 5 16,-4 0 4-16,-4 2-1 15,-1 0-2-15,-2 10-1 16,-5 4 3-16,-1-1-5 16,-1 4 5-16,0 0 2 0,-2-3-4 15,1 0-5-15,2-5-20 16,-1-3-47-16,3-5-79 15</inkml:trace>
  <inkml:trace contextRef="#ctx0" brushRef="#br0" timeOffset="60784.05">19665 9137 330 0,'0'0'-8'0,"0"0"16"16,0 0-8-16,0 0 0 15,0 0-33-15,0 0-35 16,-41-12-37-16</inkml:trace>
  <inkml:trace contextRef="#ctx0" brushRef="#br0" timeOffset="61153.18">19738 9253 126 0,'0'0'44'0,"0"0"-46"15,0 0 5-15,0 0-8 16,0 0 6-16,-20 46 2 16,18-37-5-16,2-1 0 15,0 0 4-15,2-3-2 16,7 1-2-16,2-5 1 0,1-1 4 15,5 0 2 1,2 0-7-16,-3-7 3 0,1-1 7 16,-4-5 10-16,-2 2 0 15,-4-1 7-15,-3-2 14 0,-4 1-9 16,-2 1-18-16,-9 3-1 16,-3 1-5-16,-4 4-12 15,-3 3 8-15,-2 1-4 16,2 2 1-16,4 7-9 15,-1 3-21-15,9-2-42 16,2-2-59-16</inkml:trace>
  <inkml:trace contextRef="#ctx0" brushRef="#br0" timeOffset="61524.44">19897 9221 274 0,'0'0'0'16,"0"0"-3"-16,0 0 1 16,0 0 0-16,0 0-4 15,0 0 7-15,26 37 2 0,-26-21-1 16,1-1-3-16,0 1-11 16,0-2-5-16,0-2 7 15,0-4-5-15,0-2 2 16,0-5 9-16,1-1 0 15,2 0 2-15,0-4 13 0,0-6-9 16,3-4-1-16,3-2 8 16,2-1 0-16,1 0-3 15,3 0-1-15,-1 4 3 16,1 2 2-16,-1 4-2 16,1 4-2-16,0 3-4 0,2 0-1 15,0 5-1-15,-1 6-1 16,-1 3 2-16,-2 0-4 15,-2-1-32-15,-1-3-60 16</inkml:trace>
  <inkml:trace contextRef="#ctx0" brushRef="#br0" timeOffset="61937.58">20375 9258 38 0,'0'0'73'0,"0"0"-72"0,43 0 8 0,-19 0 10 0,1 0 15 16,6 0-9-16,0 0 4 16,5-3-4-16,2-1-13 15,4 1-5-15,1 1-5 16,-3 0-1-16,-2 1 0 0,0 0-1 15,-8 1 1-15,-5 0 0 16,-2 0 0-16,-4 0-1 16,-6 0-3-16,-7 0-44 15,-1-4-95-15</inkml:trace>
  <inkml:trace contextRef="#ctx0" brushRef="#br0" timeOffset="62120.38">20775 9160 294 0,'0'0'0'15,"0"0"-6"-15,0 0 3 16,0 0 4-16,42 27 1 16,-34-14-2-16,-1 7-2 15,-7 3-6-15,0 2-33 0,-11-1-55 16</inkml:trace>
  <inkml:trace contextRef="#ctx0" brushRef="#br0" timeOffset="62557.17">21191 9095 279 0,'0'0'6'16,"0"0"7"-16,0 0-12 16,0 0-1-16,0 0 0 15,0 0-1-15,31 38 0 16,-21-19 2-16,-2 1-2 0,-2 0 1 15,-1-1-4-15,1-1-11 16,-5-3-15-16,-1-1-7 16,0-4-11-16,0-3-20 15</inkml:trace>
  <inkml:trace contextRef="#ctx0" brushRef="#br0" timeOffset="62961.02">21220 9068 165 0,'0'0'9'0,"0"0"20"16,24-37-9-16,-13 26-7 15,3 2-8-15,1 3-3 16,2 2-2-16,-1 4 0 16,0 0-1-16,0 0 0 15,0 3 0-15,-1 4 1 16,0 4 3-16,-2 2-2 0,2 1-1 15,-6 2 0-15,-2 1-1 16,-5 0-1-16,-2 0-11 16,0 0-11-16,-7-1 4 15,-4-5-2-15,-4 1 7 16,1-4 12-16,0-4 17 16,2 0-4-16,3-2 4 0,1 0-9 15,1-1-4-15,3 1 0 16,2 0 3-16,2 1 2 15,0 2 8-15,0 0-4 16,5 2 2-16,7-3 1 0,2 2-4 16,7 1-4-16,-1-1-3 15,6-2-1-15,-1 0 3 16,-2-4-15-16,-2 0-128 16</inkml:trace>
  <inkml:trace contextRef="#ctx0" brushRef="#br0" timeOffset="63334.42">21657 9211 72 0,'0'0'198'0,"0"0"-211"0,0 0 0 0,0 0 8 0,0 0 8 16,0 0-2-16,0 0-2 15,46-4-3-15,-34-3-3 0,1 0 5 16,-2-2 2-16,-1 1 2 16,-2-1-2-16,-4 2 0 15,-4-1 1-15,0 2-1 16,-2 2-8-16,-8-1 5 16,-5 4 16-16,-1 1-2 0,-2 0 0 15,2 2-6-15,-1 6-4 16,-1 3 1-16,5 2-2 15,3 0 1-15,2-1-4 16,5 0 5-16,3 2-2 16,0-4-3-16,8 1-3 15,11-2 2-15,0-5 5 0,7-2-49 16,1-2-98-16</inkml:trace>
  <inkml:trace contextRef="#ctx0" brushRef="#br0" timeOffset="63857.62">22026 9153 250 0,'0'0'25'0,"0"0"-2"15,0 0-19-15,0 0 0 16,0 0-6-16,-50-34 7 16,27 34-6-16,0 0 5 0,0 7-3 15,4 4-1-15,0-1-2 16,6 3 1-16,5-1-3 15,0-1 0-15,7-1 0 16,1-3-3-16,0 0-8 16,9-3-3-16,2-2 13 0,4-2 0 15,1 0 7-15,-2 0 0 16,4-7-1-16,-2-2 0 16,1-1 1-16,1-1 1 15,-5-1 2-15,0 3-2 16,-1 0-1-16,-6 3 0 0,-1 2 4 15,-1 1 1-15,-2 3 0 16,-1 0-5-16,-1 0-5 16,3 7-3-16,-2 3 6 15,2 6 5-15,1 1-4 0,-1 3 0 16,3 1-1-16,1 1-1 16,0 0 1-16,-1 0 1 15,-2 0-1-15,0-2 1 16,-1-3 0-16,-1 1-2 15,-2-3 1-15,0-4 0 0,0-2 1 16,-5-1-2 0,-3-5 3-16,-6 0 1 0,-4-3-5 15,-1 0 12-15,-2 0-11 16,0-3-18-16,2-3-13 16,2-5-20-16,7-2-25 15,2-3-34-15</inkml:trace>
  <inkml:trace contextRef="#ctx0" brushRef="#br0" timeOffset="64213.82">22099 9160 83 0,'0'0'134'0,"0"0"-130"0,43-20 1 15,-31 18 4-15,2 2-3 16,-3 0 0-16,2 0-6 15,0 4 4-15,-4 4 3 0,5 2 0 16,-3 4-5-16,0-1-2 16,-2 0 0-16,-4 1-1 15,-2-3-3-15,-1-1-8 16,-2-5-12-16,0-1 8 16,0-2 14-16,0-2 12 15,-1 0 13-15,-3-4-2 0,1-4-6 16,-1-4 2-16,1 0-4 15,1-2-1-15,2-1-5 16,0 0-2-16,0-1-4 16,2 2 0-16,6 0-2 15,2 3-5-15,1 3-10 0,1 0-15 16,3 5-43-16,-1-1-89 16</inkml:trace>
  <inkml:trace contextRef="#ctx0" brushRef="#br0" timeOffset="64511.74">22470 9139 90 0,'0'0'93'16,"0"0"-92"-16,0 0 2 0,40 3 3 16,-28-6 0-16,-2-4-4 15,-2 0 0-15,-2-5-1 16,-1 4 3-16,-2-3 3 15,-3 2 12-15,0 0-5 16,-2 2-8-16,-6 2-2 16,-4 3-5-16,-4 2 1 0,-1 0 8 15,0 7-5-15,-3 5-1 16,5 2-2-16,4 1-2 16,2 0-1-16,6-1 3 15,3-3-1-15,0 1-5 16,6-3-10-16,6-3-21 0,2-2-23 15</inkml:trace>
  <inkml:trace contextRef="#ctx0" brushRef="#br0" timeOffset="64903.77">22815 9042 216 0,'0'0'-2'15,"0"0"15"-15,0 0 9 16,9-37-16-16,-14 32-3 16,-2 1-3-16,-3 2-7 0,-2 2 11 15,1 0-1-15,0 0 3 16,0 6-6-16,0 2 0 16,3 1-2-16,3 2-5 15,1-1 5-15,4-1 0 0,0 0-2 16,8 0-2-16,3 0 5 15,2-1 10-15,2-1-8 16,-1 2 1-16,-1-1-2 16,-2-1 0-16,-1 2 0 15,-5-2 0-15,0 2-1 16,-4-4-1-16,-1 1 0 0,0-2 2 16,-4 0 2-16,-3-1 1 15,-6-3 1-15,-3 2 9 16,0-2-11-16,-1 0 1 15,3 0-7-15,3 0-54 0,4-2-65 16</inkml:trace>
  <inkml:trace contextRef="#ctx0" brushRef="#br0" timeOffset="65465">23091 8942 115 0,'0'0'15'0,"0"0"10"16,0 0-20-16,0 0 7 0,0 0-5 15,-48-15-3-15,35 15 4 16,-1 0-6-16,2 4 0 16,3 2-1-16,-1 1 1 15,4 0-2-15,4 2 1 16,2-2-1-16,0 2 2 15,0-1-3-15,6 2 4 0,7-3 8 16,1 3-7-16,2-1 0 16,1 1-2-16,0-2 1 15,-2 1-1-15,-1 0 1 16,-4 0-3-16,-3 1 2 16,-2 1-2-16,-3-2-3 0,-2 1-1 15,0-2 3-15,-11-2 1 16,0-3 0-16,-5 1 0 15,0-4 11-15,-2 0-6 16,3 0 2-16,3 0-6 16,2 0 1-16,5-4-1 15,4-2 0-15,1 0-10 0,5-5 1 16,8 1 18-16,3-2-9 16,3 0 0-16,0 2 0 15,1 2-1-15,-2 3 1 16,0 3 0-16,-5 2 1 0,1 0 0 15,-2 4-1-15,0 4 1 16,-2 2 1-16,0 2-1 16,-2-1-2-16,0-1 0 15,-2 0 0-15,-1-2-6 16,-3-3-24-16,-2-2-40 0,0-3-5 16</inkml:trace>
  <inkml:trace contextRef="#ctx0" brushRef="#br0" timeOffset="65614.76">23238 8953 279 0,'0'0'5'0,"0"0"15"0,0 0-6 0,0 0-11 16,0 0-4-16,0 0-27 15,0 0-53-15,0 0-26 0</inkml:trace>
  <inkml:trace contextRef="#ctx0" brushRef="#br0" timeOffset="66297.23">23424 9007 258 0,'0'0'9'0,"0"0"1"15,0 0-6-15,0 0-3 16,0 0-8-16,0 0 0 0,0 0 6 16,0 0 9-16,-36-14-8 15,22 19 2-15,2 4-2 16,3-1-1-16,3 2-5 16,2 0 0-16,4 0-1 15,0-3 2-15,0-1-4 0,5 1 0 16,4-3 6-16,1 2-4 15,1-4-7-15,2 0 2 16,0 0 2-16,1-2 6 16,-1 0 3-16,-1 0 2 15,-2 0 1-15,-1-2 2 0,-1-1 4 16,-3-1 6-16,2-1 6 16,-3-1-2-16,-1 0-6 15,1 0-5-15,0-1-2 16,-1 0 0-16,0 0-1 15,1 3-2-15,2-2-1 16,-1 3 2-16,3 1-2 0,-3 2-1 16,3 0-1-16,0 0 0 15,0 1-1-15,-1 6 0 16,1 4 1-16,0-1-1 16,-3-1 1-16,-1 1 0 15,-1 0 0-15,0-2-3 16,-3-1 4-16,0-1 2 0,2-3 0 15,-2-3-4-15,0 0-4 16,2 0 6-16,1 0 5 16,4-3-3-16,0-4 2 15,4-3 0-15,3-1 1 0,1 2-1 16,3-2-3-16,-2 5 2 16,2 1 1-16,-5 4 0 15,2 1 0-15,-4 0-3 16,-3 10-2-16,0 3-1 15,-4 6 0-15,-3 2-1 0,-1 2-12 16,0-1-44-16,-12-2-123 16</inkml:trace>
  <inkml:trace contextRef="#ctx0" brushRef="#br0" timeOffset="70119.32">17411 10231 28 0,'-16'0'-28'0</inkml:trace>
  <inkml:trace contextRef="#ctx0" brushRef="#br0" timeOffset="71240.52">17323 10046 78 0,'0'0'6'16,"0"0"-5"-16,0 0-1 15,0 0-1-15,0 0 1 0,0 0 6 16,0 0 23-16,0 0 5 15,0 0-3-15,0 0-15 16,-12-24-14-16,20 20-1 16,-1-2-2-16,2 2 1 15,0 1 1-15,2 2-1 0,1-1-1 16,0 2 0-16,3 0 0 16,0 0 2-16,1 3-1 15,-2 5 0-15,0 1 0 16,-2 4-1-16,-2-1 0 15,-3-1-3-15,-2 4-3 16,-5 0 3-16,0-2-8 0,-6-1 14 16,-2 0-2-16,0-4 0 15,1-1 3-15,0-1-1 16,4-5 4-16,2-1 2 16,1 0 15-16,0 0-15 0,0-3-1 15,0-2-7-15,0-4-2 16,0 2 2-16,0-3-4 15,0 0 1-15,0 0 0 16,0 0 2-16,3-2-3 16,5 2 5-16,0-2 2 15,2 0 2-15,2 0-4 0,0 2 1 16,0 0-5-16,-3 0 7 16,0 2-3-16,0 2 0 15,-4 0-1-15,-1 2 0 16,0 0 2-16,-2 1 1 15,-2 2 2-15,0-1 0 16,0 2-2-16,0 0-1 0,0 0-1 16,0 0-1-16,0 0-1 15,0 0-1-15,0 0 7 16,0 0-9-16,0 0-1 16,0 0 3-16,0 6 3 0,0 1-1 15,0 0 0-15,0 2-2 16,2-1 1-16,-2 2 5 15,1 0-4-15,1 1 1 16,0 0 2-16,1-2-1 16,3 0 0-16,-2 1-2 15,3-2 1-15,-1-1-2 0,3-1 0 16,5-2-1-16,1-1 6 16,1 1-5-16,3-3-29 15,-2 0-32-15,-1-1-75 0</inkml:trace>
  <inkml:trace contextRef="#ctx0" brushRef="#br0" timeOffset="71425.2">17831 10049 139 0,'0'0'54'16,"0"0"-11"-16,0 0-14 0,0 0-27 0,0 0-7 0,0 0 15 15,-17 45-10-15,9-19 4 16,2 7-3-16,-2 4-2 16,3 1-26-16,0-5-82 0</inkml:trace>
  <inkml:trace contextRef="#ctx0" brushRef="#br0" timeOffset="72394.09">18726 10028 53 0,'0'0'30'0,"0"0"-3"0,0 0 7 0,0 0-4 0,0 0-9 16,0 0-3-16,0 0-6 16,0 0-10-16,2-41-2 15,7 35 4-15,-3-1-4 16,3 1 3-16,2 1-3 16,-1 2 6-16,1 0-1 15,0 1-1-15,2 2-2 0,0 0-1 16,-1 0 0-16,-3 6-1 15,0 2 0-15,0 4-2 16,-4-1-2-16,-2 2 0 16,-2 0 0-16,-1 4-1 15,0-3-2-15,0-1 3 0,-2 0 5 16,-3-2 0-16,-2-3-1 16,4-1 1-16,1-2 0 15,2-4 0-15,0 0-3 16,0-1-7-16,0 0 10 15,0-2 2-15,3-5-6 0,6-3 4 16,-2-1 3-16,1-5-3 16,0 3 0-16,1 0-1 15,-3-1 2-15,0 0-1 16,-2 1 0-16,1 4 1 16,-3-1 1-16,-2 2 27 0,0 1-26 15,0 3 5-15,1-2-3 16,-1 2 3-16,0 1-11 15,1 2-14-15,-1-2 14 16,0 3 1-16,0 0 1 16,0 0-17-16,0 0-2 0,0 7 20 15,0 4 0-15,0 2-1 16,0 1 1-16,0-1 2 16,1 2-2-16,6 1-1 15,0-3 0-15,3 1-1 16,-1-4-16-16,1 0-17 15,1-3-20-15,0-4-75 16</inkml:trace>
  <inkml:trace contextRef="#ctx0" brushRef="#br0" timeOffset="72806.68">19072 10046 206 0,'0'0'20'0,"0"0"6"0,0 0-21 15,0 0-3-15,0 0 0 16,46-39-1-16,-36 37-1 0,2 2 2 16,-2 0-2-1,-1 0 0-15,2 3 0 0,-2 6 0 16,-2 2-5-16,1 0-3 16,-5 2-2-16,-1 0-3 15,-2 1-1-15,0 3 1 16,-2-5-1-16,-5 3 6 0,-1-2 13 15,-1-2-3-15,-1-2-1 16,2-2 0-16,1-1 0 16,1-2 0-16,3-3 0 15,0-1 1-15,0 2 3 16,3-2 9-16,0 0 5 0,0 0-7 16,0 0-3-16,7 0-5 15,3-3 8-15,-1-1-3 16,5-3-2-16,3 2-2 15,2 0-2-15,5 0 0 16,-1 1-1-16,7 0-2 16,2-2-9-16,3-3-52 0,-1-3-121 15</inkml:trace>
  <inkml:trace contextRef="#ctx0" brushRef="#br0" timeOffset="74024.91">20055 9923 61 0,'-4'0'15'0,"1"0"5"0,1 0-5 0,-3 0-3 0,2 0-1 16,0-3 4-16,1 0-1 0,0-1 2 16,2 3 3-16,0-1-5 15,0-1 8-15,0 0-21 16,0-1-5-16,7 3 1 15,2-2 2-15,3 1 5 16,2 2-3-16,-1 0-1 0,1 0 2 16,-1 0-1-16,-1 6-1 15,-4 1 0-15,-1 5-3 16,-4 1 2-16,-2-1-6 16,-1 2 2-16,0 1 0 15,-1-1 2-15,-6-3 5 16,0 2 2-16,-3-3-5 15,2 0 3-15,0-4-1 0,3-1-1 16,1-1 0-16,4-4 2 16,0 0-6-16,0 0 2 15,0-2 5-15,4-6-4 16,3-3 5-16,3-2-1 0,-2 0 4 16,1-1-6-16,1-3 1 15,-3 2-1-15,2-1 0 16,-3 3-1-16,-1 0 1 15,-1 2-1-15,-1 4 4 16,1 1 3-16,-4 2 1 0,0 0 2 16,0 4-2-16,0 0-5 15,0 0-5-15,0 1-3 16,0 8 3-16,2 2 4 16,-2 2-1-16,4 2-2 15,1 1 1-15,3 0-1 0,0-1-11 16,3 0-8-16,0-4-17 15,1-1-28-15,2-3-58 16</inkml:trace>
  <inkml:trace contextRef="#ctx0" brushRef="#br0" timeOffset="74501.17">20391 9995 50 0,'0'0'127'15,"0"0"-90"-15,0 0 6 0,0 0-22 0,0 0-13 0,20-40-3 16,-14 35-3-16,-1 2-1 16,4 2-2-16,-2 1 1 15,6 0 0-15,-1 0-1 16,0 7 0-16,0 1 2 16,-1 5-4-16,-4 1-14 15,-4-1-3-15,-3 3 0 0,0-1 13 16,-3-1 0-16,-7-2 3 15,-1-1 14-15,0-1-3 16,1-4 1-16,1-2 0 16,4-1-1-16,2-2-3 0,1-1 3 15,2 0 4 1,0 0-3-16,0 0 2 0,2-1-7 16,3-2-1-16,3 0 5 15,1 2-4-15,1 1-3 16,-1 0 1-16,2 0-2 15,-4 3 0-15,1 5 1 16,-4-1-2-16,-1 3-1 0,-3 0 1 16,0-1 0-16,0 1 1 15,-7-2-5-15,-6 2 8 16,-3-1 1-16,-1 0 1 16,-1-3-4-16,2 0-7 0,1-2-1 15,2-2-14-15,3-2-29 16,6-2-35-16</inkml:trace>
  <inkml:trace contextRef="#ctx0" brushRef="#br0" timeOffset="75437.45">21175 9728 102 0,'0'0'8'0,"0"0"18"0,0 0 6 0,0 0-7 15,0 0-2-15,0 0-4 16,0 0-6-16,0 0-11 16,0 0-3-16,0 0-4 15,0 0 3-15,0 0 3 16,1 12-1-16,-1-1 1 0,0 1-1 16,0 0 0-16,2 0 0 15,1-1 0-15,2-1-1 16,1-3 0-16,4 1-1 15,-1-2 0-15,1-3-2 16,3 0 6-16,-1-3-3 16,1 0 4-16,1 0-2 15,-2-3-1-15,2-4 2 0,-2-3 0 16,-3 2-1-16,1-2 0 16,-2 0 1-16,-3 1-1 15,0-2 1-15,-2 2 0 16,-1 1 1-16,-2 1 6 15,0 1-1-15,0 3-1 0,0 0 2 16,0 3-6-16,0-1-1 16,0 1-2-16,0 0-3 15,0 1-1-15,0 5 0 16,0 5 5-16,0 1 0 0,0 3-1 16,0 2-1-16,4 1 0 15,1 1 1-15,2 1 0 16,-2 0 0-16,2 1 0 15,-2-1 0-15,-1 2 0 16,-2-1 0-16,0 0 0 0,-2-1 0 16,0-2 0-16,0 1-1 15,-6-3-3-15,-2-2-1 16,-4-4-1-16,1-2 7 16,-3-4 6-16,3-1-4 15,-1-3 2-15,3 0-1 0,2-3 0 16,2-4 5-16,4-4 4 15,1 1-6-15,0-5-5 16,8 3-5-16,6-3 1 16,4 0-20-16,1 2-41 15,0-2-135-15</inkml:trace>
  <inkml:trace contextRef="#ctx0" brushRef="#br0" timeOffset="76729.59">17179 10508 39 0,'-1'0'67'0,"0"0"-41"0,1 0 3 0,0 0-17 16,0 0-12-16,0 2-6 16,0-1 2-16,0 1 2 0,4 0-2 15,2 1 2 1,4 0 2-16,-1-2 2 0,4 2-4 15,3-3 2-15,1 0 2 16,1 1-4-16,5-1 1 16,0 0 5-16,3 0-2 15,5 0 3-15,1 0 1 16,1 0-3-16,5-1 1 0,2-2-3 16,0 2 0-16,4-1 1 15,0 1-1-15,5-2-1 16,1 2 0-16,2-1 1 15,2 0 0-15,-1 0 0 0,4-1-1 16,0-1 3-16,4 2 3 16,1-1-2-16,4-3 2 15,4 1-2-15,1-2-1 16,2 3 0-16,1-3-1 16,-3 1 0-16,2-1 0 0,3 0-1 15,0 0-1 1,3 1 1-16,2 0-1 0,2-1 0 15,6 3 1-15,-2-2-1 16,1 2 2-16,1 0-2 16,-2 0 1-16,4 1-1 15,-1 0 0-15,2-1 1 0,3 0 0 16,1-1 2-16,1 1 0 16,-1-2-2-16,1 1 0 15,0 0 0-15,0-2-2 16,-1 3 1-16,0-2 4 15,0 2 8-15,-6-2 1 0,-1 2-5 16,0 1-4-16,-2 0-2 16,-2 3-1-16,-7-2 0 15,-3 2 1-15,-9 0 0 16,-12 0-2-16,-12 0-5 0,-12 0-17 16,-13 2-19-16,-16-2-40 15</inkml:trace>
  <inkml:trace contextRef="#ctx0" brushRef="#br0" timeOffset="77771.95">18187 9774 85 0,'3'-6'2'0,"2"3"2"0,2 1-3 15,-2 0 1-15,2 1-2 0,-2 1 1 16,1 0 4-16,0 0-1 16,-3 0 0-16,1 5-1 15,3 8 0-15,-2 1 0 16,3 6 1-16,0 4-1 16,3 5-2-16,-1 5 0 15,1 4-1-15,1 8 0 0,-5 3-2 16,3 4 2-16,-3 1 1 15,2-3 0-15,0 1-1 16,-2-2 0-16,3-3 2 16,-3 1 8-16,0 5 6 0,-1 3-2 15,-1 4 4-15,-1 7-4 16,-2 6-6-16,-2 4-4 16,0 3-3-16,0-2-1 15,0-1 1-15,0 1-1 16,0-4 0-16,3-3 1 15,2-3 0-15,-2 2 0 0,2-1-1 16,2 1 1-16,-1-2 5 16,2 0 1-16,-2 0 0 15,3-2-5-15,1-1 0 16,-1 2-2-16,0-5 1 0,2-1-1 16,0-1 1-16,-2 0 0 15,0-3 7-15,2-1 3 16,-2 1-1-16,0 2-4 15,0-2-3-15,-4 2-1 16,1 2 1-16,-2-3-2 16,-2 0 0-16,-2-1 0 15,0-1 0-15,-2-4 1 0,-6-2-1 16,-2-5 1-16,-1-4-1 16,2-8 2-16,0-3-1 15,2-10-1-15,3-7-6 16,0-8-12-16,4-5-29 0,0-18-58 15</inkml:trace>
  <inkml:trace contextRef="#ctx0" brushRef="#br0" timeOffset="78603.48">19555 9819 81 0,'0'0'9'0,"0"0"21"0,0 0-10 0,0 0 1 0,0 0-7 15,0 0-4-15,8-40 0 16,-8 35-2-16,0-1 4 16,0 3-3-16,0-1-2 15,0 3-3-15,0 1-2 0,-2 0-2 16,2 0-6-16,-5 11-2 15,1 5 2-15,0 7 6 16,-2 6 11-16,3 5-7 16,-2 6-2-16,2 7-1 15,2 6-2-15,-1 9 1 0,2 3 0 16,0 5-2-16,0 5 4 16,0 5-2-16,-1 2 0 15,0 3 0-15,-1 5-2 16,2 3 4-16,0 3-2 0,0-3-3 15,0 0 0 1,1-1 4-16,4-5 2 0,3-2 0 16,0-3 2-16,-1 5-1 15,1 2 1-15,-3-1-3 16,2-1 0-16,-3 4-1 16,0-2 0-16,0-2-1 0,1-5 0 15,-3-2 0-15,0-3 1 16,0-5-1-16,-1-4 0 15,2-7 2-15,-1-7 4 16,0-4-1-16,0-8 0 16,1-6-4-16,-1-5 0 0,0-7 0 15,2-3-1-15,0-8-2 16,2-5-20-16,5-8-42 16,2-3-5-16,5-19-30 15</inkml:trace>
  <inkml:trace contextRef="#ctx0" brushRef="#br0" timeOffset="79493.86">20822 9724 99 0,'0'0'5'0,"0"0"12"0,0 0-8 0,0 0 7 16,0 0 1-16,0 0-8 16,0 0-7-16,0 0-3 15,0 0 1-15,0 0 1 16,0 0 0-16,1 54-1 0,0-30 3 15,1 6-1-15,0 5-2 16,-2 5 2-16,0 3-2 16,0 2 0-16,0 4-2 15,0 3 1-15,-5 2 2 0,-1 1 1 16,0-2-4-16,0 3 5 16,-1-1 1-16,2 4 1 15,0 0 2-15,-2 5-2 16,1 2 1-16,-2 4-4 15,2 5-1-15,0 1 1 0,2 0-1 16,4-1-2-16,0-2 1 16,0-1 0-16,5-3 1 15,4-3 0-15,2-2 0 16,1 0 0-16,-1-1-1 16,1-1 5-16,1 2-2 0,0 1 1 15,-1-1-4-15,-1 4 3 16,0-1-2-16,-2 2-1 15,-1-2 1-15,-1 0 0 16,-1-3-1-16,-1-1 0 16,0-7 0-16,0-6 0 0,-1-6 2 15,3-7 4-15,-3-3 1 16,3-5-3-16,-2-5-3 16,3-6-1-16,2-8-8 15,-2-7-52-15,-2-3-81 16</inkml:trace>
  <inkml:trace contextRef="#ctx0" brushRef="#br0" timeOffset="80693.81">17480 12989 112 0,'-1'0'12'0,"1"0"21"0,0 0-15 0,0 0-19 0,0 0 9 15,6 0-6-15,-1 0 2 16,3-1-1-16,2-2 2 16,1 3-2-16,0 0-2 15,5 0 0-15,1 0 0 0,4 0-1 16,3 0 0-16,3 0 0 16,4 0 0-16,3 0 0 15,4 0 0-15,4 0 0 16,2 0 0-16,3 0 6 15,1 0 1-15,5 2 0 0,5-1-1 16,5-1 0-16,2 0-3 16,6 0-4-16,2 1 3 15,6-1-2-15,-3 2 2 16,3 0-2-16,1 0 1 16,0-1-2-16,3-1 0 15,3 0-1-15,0 0 4 0,9 0 2 16,2 0 4-16,0 0 3 15,1 2-3-15,2 0-3 16,-4 0-2-16,1 1-2 16,-4 0 1-16,3 1 2 0,0-1 3 15,-1 0 2-15,0-2-1 16,1 2-4-16,-1 0-1 16,-2 0-2-16,-7-1 1 15,-1 0 0-15,-6-1 0 16,-6 1-2-16,-8-2 1 0,-6 0 0 15,-6 0-1-15,-5 0 0 16,-4 0 1-16,-7 0-1 16,-3-5-3-16,-3-2-13 15,-4-4-15-15,-6-3-56 16</inkml:trace>
  <inkml:trace contextRef="#ctx0" brushRef="#br0" timeOffset="82265.17">21730 9595 95 0,'0'-2'0'0,"0"-2"1"0,0 3 0 0,0-1-1 0,0 1 2 16,0-1 6-16,0 1 13 16,0 1 4-16,0 0-17 15,0 0-9-15,0 0 6 16,0 3-3-16,0 1-1 16,0 6-1-16,0-1-1 15,0 2 0-15,1 3 2 0,1 3 2 16,3 0-3-16,-3 3 1 15,0 3 0-15,0 1 0 16,-1 3 0-16,-1 2-1 16,0 2 1-16,0-1-1 15,0 2 1-15,0 1 1 0,0 1-1 16,-2 1 0-16,1 2 1 16,0 6 1-16,0 2-1 15,-1 5 0-15,0 0-1 16,0 1 1-16,1 0 1 0,1 0-3 15,0-1 1 1,0 1-2-16,3 0 1 0,1-1-2 16,1 1 2-16,1-3 2 15,0 1-1-15,-2-4-1 16,-2 5 8-16,0-3 0 16,-2 1-1-16,0-2 0 0,0 2-2 15,0-3 0-15,0 2-2 16,0 0-2-16,0 0 4 15,0 1 0-15,0 2 0 16,0 0-3-16,-4-1 2 16,2-1 0-16,2-1 1 15,-1 2 0-15,1 0-3 0,0 1 0 16,0 0 1-16,0-1-2 16,0-2-1-16,1 0 1 15,-1-1-1-15,0-1 0 16,0 2 0-16,0 0 1 0,0 1 0 15,-2-1-1 1,0 0 0-16,0-2 2 0,0 2-2 16,0 0 0-16,-2-2 0 15,-2 2 0-15,1-3 1 16,-1-1-1-16,-2-6 1 16,2-2-1-16,1-4 1 0,1-2 1 15,0-2 4-15,3-1 1 16,1-2-5-16,0 0-1 15,0-3 0-15,0-1-1 16,0 1 1-16,3-1-1 16,-1 0 0-16,2 0 1 0,0 1-1 15,-1-1 0-15,0-4 0 16,0 1 0-16,0-3-1 16,-1-2 1-16,-2-1-1 15,0-1-2-15,0 1-7 16,-1-1-11-16,-9-3-39 0,-1-4-133 15</inkml:trace>
  <inkml:trace contextRef="#ctx0" brushRef="#br0" timeOffset="83842.56">17054 9742 29 0,'2'7'4'0,"0"1"-2"0,2-1 1 16,-3 3 3-16,1-2-2 16,0 2 0-16,2-1 1 0,-1 1 2 15,-1 2 2-15,-1 0-4 16,0 2 2-16,0 0-1 16,-1 3 2-16,0 3 3 15,0 0-1-15,1 3-4 0,0 1-3 16,0 3 1-1,2 1-2-15,-1 6-1 0,-2 3 0 16,0 5 1-16,0 2 0 16,0 2 3-16,-4 2 3 15,-3 2 4-15,-2 1 2 16,0-1-6-16,1 4 0 0,1-1-2 16,0 2 0-16,2 0 0 15,1-2-4-15,0 2-1 16,1-1 0-16,-1 3-1 15,-1 0 1-15,2-2-1 16,2 2 2-16,1 2-4 16,0-1 4-16,0 0-2 0,9 2 0 15,0-1 0-15,1 0 0 16,2 0 0-16,-1-1 0 16,-1 3 1-16,0-2-2 15,-1 0 2-15,0-2-1 0,1 0 0 16,0-3 4-16,-1-3 1 15,0-4 8-15,3 3-3 16,-2 0-5-16,-2-1 0 16,1 2-4-16,1 3-1 0,-5 1 1 15,4 4 0 1,-5 0 0-16,0 0-1 0,-1-1 0 16,-1-3 1-16,0-4-1 15,-2-4 0-15,0-3 0 16,0-1 1-16,0-2-1 15,0-1 0-15,0 1 0 16,0-4 0-16,0 0 0 16,0 0 0-16,0-2 0 0,0-1-9 15,0-5-11-15,-2-2-9 16,-1-6-12-16,0-7-4 16,-1-8-47-16</inkml:trace>
  <inkml:trace contextRef="#ctx0" brushRef="#br0" timeOffset="85388.02">17223 9647 66 0,'5'0'3'0,"2"0"4"0,0 0 0 0,1 0-3 16,-2 0-2-16,4 0 1 15,-3-1 9-15,1 0 6 16,2 1 1-16,-1-2 0 0,2 2-7 16,4 0-5-16,-1 0-4 15,4 0-1-15,1 0-1 16,2 0-1-16,3 0 1 15,1 0-1-15,-1 0 0 16,5 0 2-16,0-1 9 0,-1-1 1 16,5 2-7-16,2-1-4 15,4 1 0-15,1 0 0 16,4 0 1-16,1 0-2 16,1 0 1-16,2 0-1 15,-3-2 0-15,2 0 0 0,-1 0 0 16,1-1 0-16,4-1 0 15,1 0 0-15,0 2 1 16,2-2 0-16,2 1 0 16,-1 0-1-16,-1-1 0 15,2-1 0-15,-3 2 3 0,-1-2 4 16,0 1-2-16,-1 0-3 16,-1 0 1-16,1-1-1 15,2 1 0-15,-2 0 0 16,3-2-2-16,0 2 1 15,0 1 0-15,-1-1 0 0,1-2-1 16,0 5 0 0,-2-1 1-16,0 0-1 0,-2 1 1 15,-1 0-2-15,-1 1 2 16,1 0-1-16,-1 0 0 16,4-1 0-16,-1-1 1 0,4 2-1 15,-1-3 0-15,0 2 0 16,2-2 0-16,-3 0 0 15,-1 0 0-15,0 1-1 16,-2 0 2-16,-2 1-1 16,0-1 0-16,-1 0 0 15,3 1 0-15,-5 0 0 0,6 1 1 16,-4 0-1 0,2-3 0-16,-1 3-1 0,1-1 2 15,1-1-2-15,-2 0 2 16,1 0-1-16,-2-1 1 15,-2 2-1-15,-3 1 0 16,-4 0 0-16,-1 0 2 0,-3 0-4 16,-3 0 2-16,2 0 0 15,-3 0 2-15,0 0-2 16,-1 0 0-16,-3 0-3 16,0 0 6-16,0 0-3 15,-4 0 0-15,-2 0 1 0,2 0-1 16,-4 0 2-16,-1 0-2 15,-1 0-2-15,-2 0 1 16,2 0 2-16,-4 0-1 16,2 0 2-16,-4 0 0 0,-2 0 2 15,-2 0-3-15,-2 0 0 16,0 0 1-16,-4 0-2 16,0 0 2-16,2 0-1 15,-1 0-2-15,2 0-9 0,0 3-7 16,3 0-39-1,-1-2-71-15</inkml:trace>
  <inkml:trace contextRef="#ctx0" brushRef="#br0" timeOffset="86177.93">17447 12972 140 0,'-21'3'-12'0,"3"-2"5"0,1 1-27 0</inkml:trace>
  <inkml:trace contextRef="#ctx0" brushRef="#br0" timeOffset="86263.65">17284 12979 74 0,'0'0'-14'0,"0"0"1"0,-38 9-20 15</inkml:trace>
  <inkml:trace contextRef="#ctx0" brushRef="#br0" timeOffset="87182.86">17139 13018 73 0,'0'0'0'15,"0"0"-1"-15,0 0 1 16,0 0-11-16,0 0-10 16,0 0 14-16,0 0 10 0,19 18 8 15,-17-18 8-15,1 3-3 16,4-3-4-16,0 1-4 16,2-1 0-16,5 0 2 15,1 0-5-15,7 0-3 16,-3 0-1-16,6 0 0 15,2-1 0-15,2-2 1 0,2 2 0 16,5-1 4-16,2 2 8 16,1-1-2-16,5-2-2 15,2 1 2-15,1-2-1 16,4 0-2-16,2 1-4 0,2-4-2 16,0 3 2-16,1-1 1 15,0 0 2-15,-1-1-2 16,0 1-4-16,1 0-1 15,1 1 0-15,0 1 1 16,2 0-1-16,-1-1-1 16,-3 1 0-16,2 0 0 15,1 1 0-15,-2 0 1 0,1 1-1 16,0-1 0-16,-4 2 0 16,3 0 0-16,0 0 0 15,0 0 0-15,0 0 0 16,2 0 0-16,-2 0 1 0,2 0-1 15,2 2 1-15,-4-1-1 16,0 1 0-16,-2 2 1 16,-4-1-1-16,1 0-1 15,-3 1 1-15,1-3 0 16,3 2-1-16,-1-2 2 0,0 1-1 16,1-2 1-16,-1 1 1 15,-2-1-2-15,-1 0 0 16,-1 1 1-16,0 1-1 15,-2-2 1-15,2 0-1 16,1 2 3-16,-1-1 0 16,3-1-1-16,1 0-2 0,2 0 0 15,1 2 1-15,2-2-1 16,-1 0 0-16,2 0 0 16,-1 0 1-16,-5 0-1 15,2 0-1-15,-2-2 1 16,-3 1 5-16,-1-1 7 0,-3 0-4 15,1 1-1-15,-2 1-2 16,4-1-3-16,-3 1-1 16,3 0 0-16,-2 0 0 15,-3 0 0-15,1 0-1 0,-3 0 0 16,-2 1 1-16,1 2-1 16,-1-1 0-16,-1-1 0 15,-2 2 0-15,-1-2 1 16,-1 1-1-16,-4 0 1 15,-3-2-1-15,-3 2 0 16,-7-2 1-16,-3 0-1 16,-3 0-8-16,-10 0-24 0,0-2-66 15</inkml:trace>
  <inkml:trace contextRef="#ctx0" brushRef="#br0" timeOffset="88149.63">19787 12509 90 0,'0'0'10'0,"0"0"5"0,0 0-10 0,0 0-4 16,0 0 0-16,0-3 0 15,0 2 2-15,0 1 10 0,0-1 9 16,0 1 1-16,-1 0-6 15,0 0-10-15,1 0-4 16,0 0-3-16,0 0 0 16,-3 5-2-16,3 1 1 15,0 0-2-15,-2 1 0 16,1 0-1-16,0 1-4 0,0 2 5 16,0-1 3-16,0 2 0 15,0 2 0-15,0 1 1 16,0 3-1-16,1 2 0 15,0 4-1-15,-1 2 2 16,1 2-2-16,0-1 0 0,-4 2 1 16,3-3 0-16,0-1 1 15,1-5 1-15,0 1 0 16,0-6 2-16,0 3-1 16,0-4 0-16,0-2-3 15,0-1 1-15,0 0-1 0,0 0-2 16,0-3-8-16,1-1-17 15,-1-3-20-15,0-3-23 16</inkml:trace>
  <inkml:trace contextRef="#ctx0" brushRef="#br0" timeOffset="88889.64">20874 12384 49 0,'0'0'33'0,"0"0"-8"0,0 0-6 0,0 0-9 0,0 0-6 16,0 0 2-16,0 0 1 15,0 0 5-15,0 0 5 16,0 0-1-16,0 0-8 16,0 0 0-16,31-6-5 0,-29 12 1 15,0 1-3-15,0 3 2 16,0 4-1-16,-1 1 2 16,1 3 0-16,0 5 0 15,0-1-2-15,3 4 0 16,-3-1-1-16,1 3 0 0,-1 0-1 15,0-1 0-15,2 0 3 16,-4-1-3-16,2-1 0 16,0-2 0-16,-1-3 1 15,-1-3 3-15,0-3 5 16,0-3 1-16,0-1-3 0,0-5-1 16,0 0-2-16,0-1-2 15,0-2-1-15,0 1-7 16,0-3-12-16,0 0-36 15,-1-2-79-15</inkml:trace>
  <inkml:trace contextRef="#ctx0" brushRef="#br0" timeOffset="98836.44">20363 13360 47 0,'0'-1'3'0,"0"-1"-3"0,0 2-3 0,0-1-7 0,0-1-7 0,3 1 7 16,0 0 12-16,-1 0 11 15,-2 0 10-15,1-2-1 16,0 2-11-16,-1-1-8 16,0 1-2-16,0-1 0 15,0 1-1-15,0 1 0 0,0 0 3 16,0-1 3-1,0 1 3-15,0 0 8 0,0 0-3 16,0 0-8-16,0 0-6 16,0 0-1-16,0 1 2 15,0 6-1-15,0 0 1 16,0 3-1-16,0 0 0 0,0 2 2 16,-2 0-1-16,-2 4 1 15,2-1 2-15,1 3 3 16,1 0-3-16,0 2 0 15,0 3 0-15,0-1-1 16,2 1-1-16,5 1-1 16,-2 2 0-16,1-1 1 0,0 0-2 15,-3-1 1 1,1 0-1-16,-3-3 2 0,1 2-1 16,-2-6 2-16,0 0 6 15,0-3 0-15,0 0-1 0,-3-2-4 16,-1-1-2-16,1-1 1 15,-3-3-1-15,2 0 0 16,1 0-1-16,1-2-1 16,0 0 0-16,0-1 0 15,2-1 0-15,0-3-12 16,-2 0-44-16,-1 0-64 0</inkml:trace>
  <inkml:trace contextRef="#ctx0" brushRef="#br0" timeOffset="100053.66">20236 13832 23 0,'5'0'6'0,"0"0"9"0,-1 0-2 0,-1 0-1 16,-1 0-4-16,0 0-3 16,-1 0-1-16,1 1 2 0,1-1 3 15,-1 0-3-15,0 0 0 16,1 1 1-16,1-1 1 15,3 2 1-15,-3-1-4 16,1 2-2-16,2 0-3 0,1-1 0 16,-2 3 1-16,4-2 0 15,-4 1-1-15,4 0 1 16,1-1-1-16,-4 1 1 16,3-1 1-16,0-1 0 15,-1 1-1-15,-2-1-1 0,0 0 0 16,0 2 1-16,-1 0-1 15,0-1 0-15,-4 0 0 16,1-2 0-16,-1 2 2 16,0-3-2-16,0 3 1 15,1-2 0-15,-2 2-1 16,0-1 0-16,-1-1 1 0,1-1-1 16,-1 0 1-16,0 2-1 15,1-1 0-15,0 0 1 16,-1-1-1-16,1 2 1 15,0-2-1-15,-1 0 2 16,0 1-2-16,1-1 1 0,0 0 0 16,1 0 0-16,-2 0 1 15,0 0-1-15,0 0 1 16,2 0 5-16,-2 0 9 16,0 0 1-16,0 0-1 15,0 0-9-15,0 0-3 0,0-1 3 16,0-2-2-16,0-1-1 15,0-1-2-15,0 1 2 16,0-3-2-16,0 0 0 16,0-1 1-16,3-2 0 15,1 1 0-15,2-3-2 16,0 0 0-16,-1 0 0 0,2 0 0 16,-2 1-2-16,1 0 2 15,-1 3-1-15,2-1 0 16,-3 4 0-16,0 1 0 15,1 1-2-15,-3 1-5 16,1 2-16-16,-1 0-18 0,0 0-30 16,-2-1-8-16</inkml:trace>
  <inkml:trace contextRef="#ctx0" brushRef="#br0" timeOffset="100739.99">20286 13857 83 0,'2'0'11'0,"-1"0"-3"0,2 0-1 16,-3 0-1-16,0-1 11 0,2-2 1 16,0 1-3-16,2 1 5 15,4-2-6-15,-1 0-5 16,2 0-5-16,2 1-1 15,4 0-3-15,-1-2 1 16,0 1-1-16,1 2 0 16,0-1 0-16,-1-1 0 0,0 2 0 15,-1-1 0-15,1 0 0 16,-3 1 0-16,1 1-1 16,-3 0-12-16,-2 0-34 15,-2 0-5-15,-1 0-51 16</inkml:trace>
  <inkml:trace contextRef="#ctx0" brushRef="#br0" timeOffset="101022.54">20348 13860 44 0,'0'0'29'15,"0"0"-5"-15,0 0-14 0,0 0-6 16,0 0 0-16,0 0 4 16,0 0-1-16,0 0 2 15,36-17 4-15,-25 13 2 16,3-1-6-16,0 1-6 16,0 0-3-16,2 1 0 15,-2 0 0-15,-2 1 0 0,-2 0-4 16,1 1-21-16,-7 0-15 15,-1 1-26-15</inkml:trace>
  <inkml:trace contextRef="#ctx0" brushRef="#br0" timeOffset="101211.15">20380 13891 33 0,'0'0'16'15,"0"0"1"-15,0 0 0 0,0 0-8 16,0 0-1-16,37-7-4 16,-26 3-1-16,1-1-2 15,1 1-1-15,-1 1-1 16,-1-1-6-16,-3 0-43 16</inkml:trace>
  <inkml:trace contextRef="#ctx0" brushRef="#br0" timeOffset="101359.82">20415 13865 85 0,'0'0'14'16,"0"0"8"-16,0 0-17 16,0 0-4-16,0 0-2 15,0 0-28-15</inkml:trace>
  <inkml:trace contextRef="#ctx0" brushRef="#br0" timeOffset="101516.45">20434 13840 82 0,'0'0'2'0,"0"0"-2"16,0 0-10-16,0 0-4 15,0 0-45-15</inkml:trace>
  <inkml:trace contextRef="#ctx0" brushRef="#br0" timeOffset="101693.45">20434 13840 115 0,'29'-10'4'0,"-29"10"-3"0,1 3-1 16,0 0 0-16,-1 0-4 16,0 1 0-16,0 0-6 15,0 0-2-15,0-1-16 16</inkml:trace>
  <inkml:trace contextRef="#ctx0" brushRef="#br0" timeOffset="101958.94">20311 13908 20 0,'0'0'63'0,"0"0"-62"15,0 0 0-15,0 0 0 16,0 0 0-16,0 0 0 16,39 0 3-16,-28 0 3 15,-1 0-6-15,1 0 0 16,-2 0-3-16,2 0-59 0</inkml:trace>
  <inkml:trace contextRef="#ctx0" brushRef="#br0" timeOffset="102205.08">20384 13907 38 0,'0'0'49'16,"0"0"-45"-16,0 0 6 15,0 0-4-15,40 21-3 16,-31-13-2-16,-3-2 0 16,-1 3-1-16,-3-2 0 15,0 0 0-15,-2-1 0 16,0-1-4-16,-1-1-31 0</inkml:trace>
  <inkml:trace contextRef="#ctx0" brushRef="#br0" timeOffset="102469">20296 13924 58 0,'0'0'2'15,"0"0"2"-15,0 0 1 16,0 0-2-16,36 22-1 16,-26-17 2-16,0 0 1 0,1 2-1 15,1-1-2-15,-2 1-1 16,0 0-1-16,1-1 0 16,-4-2-24-16</inkml:trace>
  <inkml:trace contextRef="#ctx0" brushRef="#br0" timeOffset="103358.45">20547 13782 45 0,'0'0'19'0,"0"0"-2"0,0 0-16 0,0 0 1 16,0 0 3-16,0 0 2 0,-13 44-4 15,4-25-2-15,-1 0-1 16,2 3 1-16,1-1-2 16,-3-3-7-16,4-2-12 15,-2-5-32-15</inkml:trace>
  <inkml:trace contextRef="#ctx0" brushRef="#br0" timeOffset="103659.3">20294 13865 106 0,'0'0'2'0,"0"0"0"16,0 0 0-16,43 19-1 15,-27-12-1-15,-2 3 0 0,1 0 0 16,-2 0 0-16,3 1 1 15,-3-4-2-15,1-1-13 16,-2-3-57-16</inkml:trace>
  <inkml:trace contextRef="#ctx0" brushRef="#br0" timeOffset="105587.39">17621 14509 10 0,'-9'1'13'0,"0"-1"12"0,2 0-7 15,0 0 10-15,3 0-8 16,0 0 1-16,1-1-2 0,0-1-1 16,2-2-6-16,0 1-3 15,1-1-1-15,0 0-5 16,0 0-1-16,0-1 1 15,0 0-2-15,2 0 2 16,4 0-3-16,0 0 1 16,1 1 0-16,1 0-1 0,2 0 0 15,-1 1 2-15,-1 0-2 16,0 3 1-16,0 0-1 16,-1 0 0-16,1 0 0 15,-2 3-1-15,-5 7-1 16,1 1 0-16,0 2 3 0,-2 1 0 15,0 4 0-15,1 0 0 16,0 1-1-16,3 0 1 16,-2-2-1-16,1 0 0 15,2-5 0-15,1-3 0 0,0-3 0 16,3-3 1-16,0-3-1 16,1 0 2-16,3 0-1 15,3-3-1-15,1-7 0 16,-1-1 2-16,0-3-1 15,2-1-3-15,-4 0 3 16,0-3-1-16,-3 3 1 0,-2-2-1 16,-1 1 1-16,-2 0-1 15,-2 1 1-15,-2 2-1 16,-1 2 1-16,-1 2 0 16,0 0 1-16,0 3 3 0,0 3 0 15,0 0 1-15,0 3-4 16,0 0-1-16,0 0-3 15,0 0-2-15,0 6 3 16,0 5 0-16,0 2 1 16,0 5 1-16,0-1-1 15,0 5 0-15,0 1 0 16,0 2 0-16,4-1 1 0,0 2-1 16,-1-2 0-16,2 0 0 15,-1-1 0-15,-2 0 0 16,-2-1 0-16,0-2 1 15,0-1-1-15,0-1-1 0,0-2 1 16,-11-1-2-16,2-3 0 16,-2 1 2-16,-6-2-1 15,1-1 1-15,-3-3-1 16,-1 0 2-16,0-3 1 16,-2-1-1-16,-1 1 1 0,1-1-1 15,-1 0 1-15,3 0-2 16,-2-3 1-16,3 0 0 15,2 0 1-15,4 0 1 16,-1 0 1-16,4-6 6 16,2-1-7-16,2 1 0 15,2-1-3-15,-1 0-2 0,3 0-9 16,2 1-27-16,0-2-48 16</inkml:trace>
  <inkml:trace contextRef="#ctx0" brushRef="#br0" timeOffset="106212.51">18173 14593 34 0,'2'0'2'0,"1"0"6"0,2 0 6 0,1 0 3 16,-2 0 4-16,1 0 6 15,0 0 22-15,1 0-9 0,3 0-16 16,0 0-11-16,-1 0-8 15,4-2-4-15,0 1 1 16,0-2-2-16,2 3 1 16,-1-3-1-16,3 3 0 15,-2-1 0-15,2 1-2 16,-3 0-13-16,-1 0-34 0,-2 0-37 16</inkml:trace>
  <inkml:trace contextRef="#ctx0" brushRef="#br0" timeOffset="106402.27">18296 14695 39 0,'0'0'67'16,"0"0"-65"-16,0 0 0 0,0 0 2 15,0 0-2-15,48 13 1 16,-30-13-3-16,4 0 0 15,4 0-15-15,1-4-26 16</inkml:trace>
  <inkml:trace contextRef="#ctx0" brushRef="#br0" timeOffset="107855.13">18884 14475 2 0,'0'0'85'0,"0"0"-77"0,0 0-4 0,0 0-4 15,0 0 1-15,0 0 6 16,0 0 10-16,0 0 5 15,0 0 4-15,0 0-6 16,0 0-12-16,0 0-5 16,0 0-3-16,-2-16 0 15,2 16-1-15,0 2 2 0,0 3-1 16,0 2 0-16,0 2 0 16,0-1 0-16,0 3 1 15,0 2-1-15,0 0 0 16,0 0 1-16,2 3 0 15,2-2-1-15,0 0 2 0,2 0-2 16,1-3 1-16,0 0-1 16,3-3 1-16,2 0 0 15,-2-4 0-15,2 0 0 16,-1-3 0-16,0-1 0 16,1 0 0-16,-1 0-1 15,2-3 1-15,-5-2 0 0,1-4 2 16,2-1-2-16,-3 1-1 15,1-3 0-15,-1-1 0 16,-1 3 0-16,0 0 0 16,-4-1 0-16,0 5 1 0,-2 1 0 15,-1 2 4-15,0 0 1 16,1 3-1-16,0 0-2 16,-1 0-4-16,1 0-2 15,2 8 0-15,-1 4-2 16,1 0 3-16,1 1 2 15,3 0 0-15,-2 1 0 16,3-2 2-16,0 0-2 0,5-3 0 16,-1 1 0-16,2-3 0 15,1-1 0-15,1-4-4 16,0-2 0-16,0 0 2 16,-3 0 0-16,3-4 1 0,-3-4 1 15,0-5 1-15,-1 3 5 16,-5-3 5-16,1-1 2 15,-4-3 0-15,0 3 3 16,-3 0 0-16,-1-2-4 16,0 3-6-16,0-1-1 15,0 5-4-15,0 0-1 0,0 4-1 16,-1 1-3-16,1 4-16 16,-1 0-42-16,1 0-70 15</inkml:trace>
  <inkml:trace contextRef="#ctx0" brushRef="#br0" timeOffset="108435.42">19469 14579 146 0,'0'0'0'0,"0"0"1"0,0 0 0 0,0 0-4 16,0 0-6-16,0 0 8 15,0 0 11-15,0 0 0 0,0 0 3 16,0 0-3-16,0 0-3 15,0 0-4-15,-25 41 0 16,22-29-2-16,2 0 0 16,-1-1 1-16,0 2-1 15,0-2-1-15,2-1 2 0,0-1-2 16,0-2 4-16,0 1 0 16,1-2-1-16,4 0-1 15,2-2 1-15,0 0-1 16,0-1-5-16,1-3 4 15,4 0 3-15,-4 0 0 16,2 0 0-16,2-3-1 0,1-4 4 16,-3 0-3-16,0-3 3 15,-1 2 0-15,-1-4 4 16,-4 2-1-16,-2-1-1 16,0 0 4-16,-2-1-2 15,0-1-3-15,-2-1-1 0,-4 3-3 16,-3 0 0-16,-1 1-2 15,-2 4-3-15,0 2-1 16,-2 2-2-16,1 2 0 16,3 0-11-16,-2 6-28 15,2-2-30-15</inkml:trace>
  <inkml:trace contextRef="#ctx0" brushRef="#br0" timeOffset="108896.78">19843 14543 95 0,'0'0'4'0,"0"0"8"0,0 0 3 0,0 0-3 16,0 0 7-16,0 0 1 15,38-3-4-15,-31 3-3 0,3 0 3 16,3 0-7-16,-1-1-4 16,5-1-3-16,-2 1-1 15,2-2 0-15,-1 1 0 16,2-2-1-16,-3 2 1 0,2-2 0 16,-2 2-1-16,-1-1 0 15,-2 1 0-15,-3 1 0 16,-1 0-6-16,-4-1-22 15,-2 1-28-15,-2-2 2 16</inkml:trace>
  <inkml:trace contextRef="#ctx0" brushRef="#br0" timeOffset="109187.42">19926 14437 203 0,'0'0'18'15,"0"0"3"-15,0 0-9 16,0 0 0-16,0 0-3 0,0 0-6 16,0 0-4-16,0 0 0 15,0 0 2-15,0 22-2 16,-1-5 2-16,-1 3 0 15,2 0 0-15,-2 3-1 16,2-3-8-16,0-2-14 0,0-2-21 16,2-4-28-16,3-3-26 15</inkml:trace>
  <inkml:trace contextRef="#ctx0" brushRef="#br0" timeOffset="109971.08">20412 14371 109 0,'0'0'33'0,"0"0"4"15,0 0-2-15,0 0-11 16,0 0-11-16,0 0-10 16,0 0-5-16,0 0-1 15,0 0-1-15,-4 10 6 0,2 0 1 16,0 2-2-16,0 3-1 15,2-2 1-15,0-2-1 16,0 3 1-16,0-1-1 16,0-3 1-16,2 1-1 15,3-3 0-15,3 0-1 0,-1-4 0 16,4 0-1-16,0-2 1 16,0-2-1-16,3 0 2 15,-4 0 0-15,0-2 0 16,2-5 0-16,-2 0 1 15,-3-3 0-15,2 2 0 16,-4-1 0-16,1 1 0 0,-4-1-1 16,-1 1 0-16,0 4 1 15,-1 1 2-15,0 0 0 16,0 2 0-16,0 1-4 16,0 0-8-16,1 0 1 0,2 5 6 15,3 1 2-15,-1 4-1 16,3-3 0-16,1 0 0 15,5-1 1-15,0-1 0 16,3-2-1-16,0-1 0 16,0-2-1-16,0 0 2 15,1 0 0-15,-5 0 0 0,1-2 0 16,-4-5-3-16,-2 1 7 16,0-1 5-16,-3-1 7 15,-2-2 1-15,-2 1-2 16,-1 1-3-16,0-2-1 15,0 1-6-15,-4-1-3 0,-3 2 1 16,1 0-2-16,-1 2-1 16,2 1-2-16,1 1 0 15,-3 3-6-15,3 1-14 16,-5 0-15-16,5 0-21 16,2 1-40-16</inkml:trace>
  <inkml:trace contextRef="#ctx0" brushRef="#br0" timeOffset="110271.53">20928 14436 115 0,'0'0'80'0,"0"0"-60"0,0 0-19 0,0 0-1 15,0 0 0-15,0 0 2 0,6 35 2 16,-6-20 0-16,0 2 1 16,0 2-2-16,2 2-1 15,0 0 0-15,0 2-2 16,0-1 0-16,1-3-10 15,1-3-55-15,4-6-15 16</inkml:trace>
  <inkml:trace contextRef="#ctx0" brushRef="#br0" timeOffset="110691.57">21088 14368 136 0,'0'0'9'0,"0"0"23"16,0 0-22-16,0 0-10 15,0 0 4-15,0 0-3 16,49-22 2-16,-31 22 0 0,2 0 10 16,0 0-2-16,2 1-1 15,-1 5-3-15,-2 5-4 16,-1 0-3-16,-4 1 0 16,-2 2 0-16,-4 0-1 15,-4 2 1-15,-3-3-2 0,-1 1-1 16,0-3 1-16,-5-1-1 15,-6-3 7-15,-5 0-2 16,3 0-1-16,-5-4-1 16,5 0-9-16,3-3-15 15,4 0-23-15,6 0-24 0</inkml:trace>
  <inkml:trace contextRef="#ctx0" brushRef="#br0" timeOffset="111011.52">21392 14361 137 0,'0'0'7'16,"0"0"4"-16,0 0-8 15,16-39-2-15,-16 33 1 16,0 1 13-16,0 1 1 16,0 0-2-16,0 4-2 0,0-1-5 15,0 1-6-15,-1 0-4 16,-4 1 5-16,0 10-2 15,0-1 1-15,-1 3-1 16,0 1 1-16,2 3-1 16,2-1 1-16,2-2 2 15,0 2-2-15,0-4 2 0,1 1 0 16,7-4-1-16,1 2 0 16,-1-2-1-16,2-1 0 15,4-1 0-15,-2-2 1 16,3-1-1-16,0-3-18 0,0-1-65 15</inkml:trace>
  <inkml:trace contextRef="#ctx0" brushRef="#br0" timeOffset="111242.88">21586 14444 173 0,'0'0'5'0,"0"0"2"15,0 0-6-15,0 0-1 16,0 0 0-16,0 0-1 0,9 46 5 16,-9-29 0-16,0 2 1 15,0-1-3-15,0 4 0 16,0-2-2-16,0-1 1 16,0-3-1-16,7 0-12 15,-4-3-47-15,5-6-22 16</inkml:trace>
  <inkml:trace contextRef="#ctx0" brushRef="#br0" timeOffset="111653.7">21841 14412 149 0,'0'0'8'0,"0"0"19"16,0 0-18-16,0 0-7 15,0 0 1-15,0 0 0 16,0 0 5-16,0 0 7 16,38-9-1-16,-25 8-4 15,1 0-5-15,3-2-1 16,2 3-3-16,1-1 2 0,4-1-3 16,-3 1 1-16,1-2-1 15,2 3 0-15,-2-2 0 16,-1 1 0-16,-1 0-1 15,0 1-12-15,-4-3-25 0,-2 0-48 16</inkml:trace>
  <inkml:trace contextRef="#ctx0" brushRef="#br0" timeOffset="111980.88">22028 14273 139 0,'0'0'1'15,"0"0"4"-15,0 0-3 16,0 0-2-16,0 0 1 15,0 0 1-15,19 49 5 0,-19-35 4 16,0 1-2-16,0 4-2 16,0-2-5-16,0-1-1 15,0 1 0-15,0-1 0 16,0-4-1-16,0 1 1 16,6-2-1-16,1-4-14 0,2-4-40 15</inkml:trace>
  <inkml:trace contextRef="#ctx0" brushRef="#br0" timeOffset="112671.38">22335 14273 202 0,'0'0'8'15,"0"0"17"-15,0 0-18 16,0 0-2-16,0 0-4 16,0 0 0-16,0 0-1 0,0 0-1 15,0 0-2-15,14-17 1 16,-13 24 1-16,2 1-1 15,-1 1 0-15,0 1 0 16,-1 2 0-16,1-1 2 16,1-1 0-16,2-2 0 0,-1 2 1 15,2-3-2-15,0-1 2 16,0 1-4-16,3-3-8 16,-3-1-5-16,2-3 13 15,-1 0 2-15,0 0 1 16,2 0 1-16,-2-4 0 0,1-3 2 15,-3 1 0-15,1-1 0 16,0 2-2-16,-3-1-1 16,-1 0 1-16,-1 1 2 15,-1 1 7-15,0 2-2 16,1 2-4-16,-1 0-4 0,0 0-3 16,0 0-2-16,1 8 5 15,0 2 0-15,4 0 0 16,-2 2 0-16,6 0-2 15,-2-2-1-15,2-1-1 16,1-3 0-16,0-2 3 16,1-3 1-16,0-1 2 0,0 0 7 15,0 0 8-15,-2-4 2 16,0-3-3-16,-4-3 6 16,-1 1-3-16,0-3-7 15,-4 0-5-15,0-1-5 16,0 1 0-16,0 0-1 15,0 2-2-15,0 2-3 0,-5 2-9 16,0 3-13-16,2 0-32 16,-5 2-45-16</inkml:trace>
  <inkml:trace contextRef="#ctx0" brushRef="#br0" timeOffset="113197.08">22699 14373 155 0,'0'0'16'0,"0"0"18"0,0 0-16 0,0 0-15 16,0 0 3-16,0 0 0 16,44-19 0-16,-32 19 0 15,-3 0-2-15,3 0-1 0,-2 3-3 16,-1 4 0-16,0 0 0 16,-2 4 0-16,-4-2-2 15,-1 4-2-15,-2 1-6 16,0 0-3-16,-2-1 6 15,-6 3 2-15,-1-2 1 0,-3-1-5 16,0-1 7-16,-3 0 1 16,4-4-1-16,-1-1-1 15,1-1 3-15,3 0 1 16,5-5 1-16,-2 2-2 16,3-2 3-16,2 0 0 15,0-1 4-15,0 0 4 0,0 0 3 16,2 0 8-16,7 0-5 15,2 0-4-15,3 0-8 16,1 0-4-16,2 0 0 16,2 0-2-16,2-1-4 0,-1-1-28 15,0-4-46-15,-1-1-72 16</inkml:trace>
  <inkml:trace contextRef="#ctx0" brushRef="#br0" timeOffset="113781.58">22942 14295 59 0,'0'0'36'0,"0"0"-32"0,0 0 5 0,19-38 2 0,-12 29 17 16,2 1 12-16,2 4-9 15,0-2-10-15,1 4-9 16,2 0-7-16,1 2-3 0,-1 0-1 16,-1 7-1-16,0 3 0 15,-5 2-1-15,-2 2 1 16,-3 0-2-16,-1 3 0 16,-2-3-3-16,0-1-1 15,0 0 1-15,-4-3 2 0,-2-3-5 16,0-1-5-16,-2-4 5 15,3-2 10-15,-1 0 1 16,2 0-1-16,1 0 1 16,3-4 0-16,0-4-3 15,0-1 4-15,3-1-5 16,5-1 4-16,4-1-1 0,-1-2 2 16,-1 3-1-16,2-4 0 15,-4 1-1-15,0 2 0 16,-1 1-2-16,0 2 0 15,-3 2 0-15,-1 0 1 16,0 2-1-16,-3 3 1 0,0 0-1 16,0 2 1-16,0 0-1 15,0 0-2-15,0 4-2 16,0 3 4-16,0 3 2 16,0 0-2-16,2 3 1 15,3 0 0-15,1 4-1 0,2-3 0 16,1 3 0-16,1-1 0 15,2-2-11-15,-3-1-40 16,2-3-23-16</inkml:trace>
  <inkml:trace contextRef="#ctx0" brushRef="#br0" timeOffset="114146.02">23270 14376 126 0,'0'0'24'0,"0"0"30"0,0 0-27 0,0 0-15 15,0 0 0-15,0 0-6 0,0 0-3 16,0 0-3-16,42-30 1 16,-34 30-1-16,1 0 0 15,-1 5 0-15,-2 5 0 16,-2-1-1-16,-1 2-2 16,-3-1-8-16,0 4-10 0,-3 0 3 15,-7-1-1-15,-4 0 1 16,0 1 4-16,-2-2 11 15,1-1 4-15,-3-3-1 16,5-2 1-16,2-1 5 16,2-1-3-16,4-2 4 0,2-1-2 15,2-1 5-15,1 0 6 16,0 0 1-16,6 0 2 16,6 0-7-16,1 0-7 15,5-3-3-15,2-2-1 16,5 2-7-16,3-1-19 0,2-3-33 15,3 0-29-15</inkml:trace>
  <inkml:trace contextRef="#ctx0" brushRef="#br0" timeOffset="114501.61">23568 14290 191 0,'0'0'7'0,"0"0"6"0,45 0 0 0,-27 0-5 16,2-3 1-16,2 2 6 15,-1 1 1-15,0-3 1 16,0 3-7-16,-2 0-5 16,0 0-3-16,-5 0-2 0,-5 0-1 15,-3 0-5-15,-4 0-35 16,-2 0-66-16</inkml:trace>
  <inkml:trace contextRef="#ctx0" brushRef="#br0" timeOffset="114706.19">23649 14250 161 0,'0'0'14'0,"0"0"-15"0,0 0 7 15,0 0-3-15,0 40-2 16,0-27 0-16,0 4-1 16,0-3 0-16,0 2 1 15,2-3-11-15,3-5-42 16,4-2-72-16</inkml:trace>
  <inkml:trace contextRef="#ctx0" brushRef="#br0" timeOffset="115398.4">23958 14125 166 0,'0'0'19'0,"0"0"0"0,0 0-14 16,0 0-2-16,0 0-2 16,0 0-2-16,0 0 1 15,0 36-1-15,0-23 1 16,0 0 1-16,0 1-1 15,1 0 0-15,3 0 1 16,2-1-1-16,1-2 0 16,1-1 1-16,1-3-1 0,-1 0 0 15,3-4 1-15,-1 0-2 16,2 0 0-16,-2-3 1 16,0 0 0-16,-1 0 0 15,0-7 0-15,-1-2 1 0,-3 1-1 16,1-1 2-16,-3 1-1 15,1 1 1-15,-3 1 3 16,0 0-2-16,-1 3 1 16,1 2-3-16,-1 1-1 15,0 0-1-15,0 0-3 0,2 7 4 16,1 3-1-16,0-1 1 16,4 3 0-16,0-1 0 15,4-2 0-15,1 1 1 16,4-3-1-16,1-2 0 15,0-2 0-15,-2-3 0 0,0 0 0 16,-4 0 1-16,-2-5 13 16,0-3 8-16,-4-4-4 15,-1-2-2-15,0 0-5 16,-2-2-4-16,-2-1-4 16,0 2-2-16,0 0 0 15,0 5-1-15,0 1 0 0,0 3-1 16,0 4-9-16,0 2-25 15,0 0-67-15,-2 0-31 16</inkml:trace>
  <inkml:trace contextRef="#ctx0" brushRef="#br0" timeOffset="116045.7">24288 14333 95 0,'0'0'28'0,"0"0"-1"0,0 0-2 0,0 0-15 15,0 0 5-15,40-24 2 16,-25 18 1-16,-1 3-3 16,2 1-1-16,-1 2-7 0,-1 0-1 15,0 0-4-15,-2 4-1 16,-2 3-1-16,-1 3-1 16,-7 2 0-16,-1 0-1 15,-1-1-3-15,0 3-2 16,-1-1-3-16,-8-3 1 0,-2 1 4 15,2-1 1-15,-3-3-3 16,0-1 3-16,1 0 5 16,4-3 0-16,-2 0-1 15,6-1 1-15,-1-2-1 16,3 0 1-16,1 0 6 0,0 0 1 16,5 0 1-16,3 0-3 15,2-3 0-15,2 1-4 16,0 0 0-16,0 2-2 15,-1 0 0-15,-1 0 0 16,-2 0 0-16,-3 4 1 0,1 1-2 16,-4 2 1-16,0 4-1 15,-2 1-1-15,0-1 1 16,0 0 1-16,-4 1 1 16,-4-3 0-16,-2 0-2 15,-1-1 1-15,-2-2-1 0,-3 0 1 16,0-3 0-16,-3-2 1 15,0 0 0-15,-2-1-1 16,4 0-18-16,2-2-36 16,5-8-60-16</inkml:trace>
  <inkml:trace contextRef="#ctx0" brushRef="#br0" timeOffset="116804.95">24581 14130 97 0,'0'0'57'0,"0"0"-46"0,0 0 20 0,41-19-17 0,-28 15 1 16,-2 0 2-16,4 1 3 15,-1 1-7-15,6 1-2 16,-5 1 0-16,2 0-7 15,0 0-3-15,-3 5-1 0,1 3 1 16,-4 0-1-16,-2 4-2 16,-5 1 2-16,0-1-2 15,0 2 0-15,-4 1-2 16,0-4-3-16,-6 3-4 16,0-4 0-16,-5 0 1 0,0-3 5 15,1-3 0 1,1-2 4-16,0-1 0 0,3-1 1 15,0 0 2-15,2 0 3 16,4-3-3-16,0-3-1 16,0-2 0-16,5 1-2 0,4-3 2 15,2-1-1-15,-1-1 1 16,3-3-1-16,-2 2 1 16,0 0-1-16,0 0 0 15,1-1 1-15,-5 3-1 16,3 0 0-16,-4 2 0 15,-1 1 0-15,-1 0 0 0,-2 5 0 16,-1-1 0-16,0 3 1 16,-1 1 0-16,0 0 0 15,0 0-3-15,0 1-1 16,-5 6 3-16,-1 2 2 16,0 2 0-16,0 1 1 0,2 0 0 15,1 3-1-15,2-1 1 16,1 0 0-16,0 3-1 15,0-3-1-15,5 2-2 16,6 0 1-16,0-1-10 0,0-6-54 16,2-1-96-16</inkml:trace>
  <inkml:trace contextRef="#ctx0" brushRef="#br0" timeOffset="117369.89">24932 14273 108 0,'0'0'4'0,"0"0"6"0,0 0-2 0,0 0-1 15,0 0 7-15,0 0 5 16,0 0 10-16,0 0-6 0,0 0-3 16,45-23-6-16,-33 21-6 15,-1 0-4-15,1 1 0 16,-2 1-2-16,-1 0-1 15,-1 0-1-15,-2 0 1 0,2 5-1 16,-1 2 0-16,-1 2 0 16,-3 0 0-16,-1 2-1 15,-1-2 0-15,-1 3-4 16,0-1-9-16,-6-2 1 16,-2 0 8-16,-4-1 5 15,1-2 0-15,2 0 1 16,-1-1 0-16,3-2 0 15,0-2 0-15,5-1 0 0,2 3-1 16,0-3-3-16,0 0-5 16,1 0 5-16,7 0 6 15,3 0-2-15,-2 0 1 16,2 0 1-16,2 0 2 0,-3 0 2 16,0 3-4-16,0 3-2 15,-2 0-2-15,-2 1 1 16,-2 1-1-16,-1 2-1 15,-1 1 0-15,-2-1 0 16,0-2 0-16,0 0 1 0,-5-1-2 16,-3 0 4-16,-2-1-2 15,-4-2 4-15,1-2 3 16,-4-1 0-16,-5 0 2 16,0-1-3-16,-3 0-4 15,-2 0-1-15,-6 0-6 0,5-9-145 16</inkml:trace>
  <inkml:trace contextRef="#ctx0" brushRef="#br0" timeOffset="124262.83">19141 14988 71 0,'1'0'1'0,"1"0"0"0,0 0-14 0,-1 0-34 15</inkml:trace>
  <inkml:trace contextRef="#ctx0" brushRef="#br0" timeOffset="124313.49">19141 14988 6 0,'0'0'51'16,"0"0"-41"-16,0 0-8 15,0 0-11-15</inkml:trace>
  <inkml:trace contextRef="#ctx0" brushRef="#br0" timeOffset="124917.34">19194 14965 81 0,'0'0'36'0,"0"0"-12"16,0 0-14-16,0 0-7 15,0 0 0-15,0 0-3 16,0 0 1-16,0 0-1 0,0 0 0 16,0 0 2-16,0 0 0 15,0 0 2-15,0 0-2 16,0 0 0-16,0 1-2 15,0 2 0-15,0 1 0 16,0-1 0-16,2 3 0 0,1-2 0 16,-1-1-2-16,1 3 0 15,-1-3 1-15,-2 1 1 16,2-2 0-16,-1 1-2 16,1-2 4-16,-1 0-2 0,1 0 0 15,3-1 0 1,-3 0 1-16,2 0-1 0,2 0 2 15,-1 0-2-15,0-3 2 16,2 0-2-16,0-3 0 16,3 1 0-16,0-2 0 15,3 1 0-15,1-3-2 16,-1 1 4-16,3-3 2 0,0 1-2 16,2-1 2-16,-1-1-1 15,-1 1-1-15,1-2 0 16,-3 2-2-16,0 1 0 15,-2 0 0-15,0 1 0 16,-3 1-1-16,-1 1-18 0,-2 0-45 16</inkml:trace>
  <inkml:trace contextRef="#ctx0" brushRef="#br0" timeOffset="125799.87">20486 14777 8 0,'0'0'2'0,"0"0"-2"0,0 0 0 0,0 0 0 0,0 0 0 16,0 0 1-16,0 0 14 15,37 12 6-15,-33-11-12 16,-2 2-7-16,1 0-2 16,-1-2 1-16,0 2-1 15,0-2 0-15,0 2 0 16,-2-3 1-16,2 3 0 0,-2-3 2 15,1 0 7-15,1 2 6 16,-1-2-6-16,1 0-2 16,1 0-2-16,2 0 2 15,0 0 0-15,1 0 1 16,1-2 2-16,2-5 0 0,4 0 3 16,-2-3 0-16,3 0 8 15,1-1-9-15,1-3-3 16,-1 0-3-16,3-1-4 15,0 2 1-15,0 0-4 16,-2-1 0-16,1 4-1 0,-1 0-8 16,0 1-54-16</inkml:trace>
  <inkml:trace contextRef="#ctx0" brushRef="#br0" timeOffset="126675.89">22405 14668 23 0,'0'0'17'0,"0"0"-16"0,0 0 2 0,0 0-1 16,0 0 2-16,4 40-2 0,0-35 2 15,-3 1 2-15,3 0 3 16,0-2-2-16,0-1 3 16,-1-1-3-16,3 0-1 15,-1-2 7-15,0 0 6 0,3 0-2 16,-1 0-1-16,4-3-2 16,0-2-4-16,1-2 0 15,1-1-1-15,0-1-2 16,3-1-1-16,-2-2 0 15,3 0 0-15,1 0-4 16,3-1-1-16,5-1-2 0,-2-2-11 16,3-1-108-16</inkml:trace>
  <inkml:trace contextRef="#ctx0" brushRef="#br0" timeOffset="127537.14">23890 14564 60 0,'0'0'14'0,"0"0"-10"0,0 0-1 0,0 0-3 0,0 0 2 16,0 0 3-16,0 0-2 16,0 0 6-16,0 0 2 15,0 0 2-15,0 0-2 16,0 0-5-16,30 34-2 0,-28-31-4 15,0 3 1-15,0-2-1 16,0 1 0-16,0-1 1 16,-1 0 0-16,3-2-1 15,0 0 1-15,-1-2 2 16,1 0 20-16,-1 0-2 0,4 0-6 16,-2 0-2-16,3 0-1 15,4-7-3-15,3 2-1 16,5-3-4-16,3 0-2 15,3-2-2-15,2-1 0 16,2-2-5-16,1-1-58 0</inkml:trace>
  <inkml:trace contextRef="#ctx0" brushRef="#br0" timeOffset="128845.2">18225 15561 128 0,'-3'0'6'0,"2"0"-4"0,-1 0-1 15,2 0 4-15,0 0 3 16,0 0 12-16,0 0 9 16,0 0 0-16,0 0-7 0,0 0-13 15,0 0-4 1,2 0-4-16,4 0 1 0,-1 0-1 15,1 0-1-15,4 0 0 16,-2 0 0-16,1 0 0 16,2 0 0-16,0 0 0 15,1 0-1-15,1 2 1 0,-2-1-9 16,0 1-26-16,-2-2-36 16,-2 0-28-16</inkml:trace>
  <inkml:trace contextRef="#ctx0" brushRef="#br0" timeOffset="129037.41">18231 15666 121 0,'0'0'14'15,"0"0"-12"-15,0 0 1 16,0 0 3-16,0 0 0 15,0 0-4-15,45 12-1 16,-29-12-4-16,4 0-43 16</inkml:trace>
  <inkml:trace contextRef="#ctx0" brushRef="#br0" timeOffset="129794.7">18808 15524 112 0,'0'0'4'16,"0"0"2"-16,0 0-4 15,0 0 1-15,0 0 0 0,0 0 3 16,0 0 2-1,0 0-5-15,0 0 1 0,-24-2-1 16,19 2 0-16,-1 5-2 16,-2 0 0-16,2 2 0 15,-1 1-1-15,1 1 1 16,-1-1-1-16,1 2 0 16,2 0 1-16,1 0-1 0,2 0 1 15,1 0-1-15,0 1 2 16,0-2-2-16,0-2 0 15,1 1 0-15,4-2 1 16,3 0-1-16,-3-1 1 16,3-2 2-16,-1 0-1 0,2 0 0 15,0-2-1-15,-1-1 1 16,2 0-1-16,3 0 4 16,-2 0 1-16,3 0-2 15,-1-4 1-15,-2-2-4 16,1-1 5-16,-3-1 3 0,-1-1 3 15,0 1-3-15,0-1 1 16,-5-2 0-16,-1 1-3 16,-2-3 0-16,0 3 2 15,0-1-2-15,0-2 0 16,-5 3-2-16,-3-1 1 0,2-1-2 16,-2 3 0-1,3 1-3-15,-3 1-2 0,3 2 0 16,-5 3 0-16,1 2-3 15,1 0-3-15,-5 0-13 16,1 9-22-16,1-1-33 16,0-2-33-16</inkml:trace>
  <inkml:trace contextRef="#ctx0" brushRef="#br0" timeOffset="130112.08">19083 15604 211 0,'0'0'16'0,"0"0"-9"0,0 0-2 0,0 0-3 0,0 0 1 16,0 0 4-16,0 0 3 15,0 0-1-15,0 0-1 16,0 0-6-16,0 0-3 16,0-22-2-16,0 21-25 0,0 0-71 15,0-3-50-15</inkml:trace>
  <inkml:trace contextRef="#ctx0" brushRef="#br0" timeOffset="131047.02">19283 15519 138 0,'0'0'13'16,"0"0"-12"-16,0 0-5 0,0 0-10 15,0 0-4-15,0 0 10 16,0 0 7-16,0 0 2 15,0 0 14-15,-31 10 9 16,25-10-11-16,-1 0-3 16,3 0-4-16,-3 0-3 15,3 0 1-15,-1 0-3 0,3-2 0 16,-2-1 1-16,2-1 6 16,1 0 9-16,1 0-2 15,0-1-6-15,1 0-5 16,5-1 0-16,1-1-1 15,2 4-2-15,0-3-1 0,0 2 1 16,-1 1-1-16,1 3 0 16,0-1 0-16,0 1 0 15,-1 0 0-15,0 0 0 16,-2 0 0-16,1 4-1 16,-2 0 1-16,0 2-1 0,1-2-2 15,-5 3 3-15,1 0 1 16,0-1-1-16,-2 3 2 15,0-2-2-15,0 1 0 16,0 1 0-16,-2-1 0 16,-3 1-2-16,-5-3 4 15,2 2-2-15,-1-1-3 0,-1-4 3 16,0 2 5-16,3-3-4 16,0 2 1-16,2-2-1 15,1-1 0-15,1-1 0 16,3 0 0-16,0 0 1 15,0 0-3-15,0 0-2 0,3 0 2 16,3 0 2-16,2 0 2 16,-1 0-1-16,3 0 1 15,0 0-1-15,-2 0-2 16,2 0 0-16,1 1 0 0,-5 4 0 16,3 1 0-16,-3 0 0 15,2 3-2-15,-6-2 2 16,1 2 2-16,-2-1-2 15,-1-2-2-15,0 1 2 16,0-3 0-16,-2 2 0 16,-2-4 2-16,-6 0 2 15,2-2 6-15,-1 1 4 0,-3-1-2 16,2 0-1-16,-1 0-1 16,1 0-3-16,0-2 1 15,1-4-1-15,3 3-2 16,-2-1-3-16,4 1 0 0,1-1-3 15,1 3-2-15,2-1-9 16,0 2-23-16,0-3-44 16,0-2-77-16</inkml:trace>
  <inkml:trace contextRef="#ctx0" brushRef="#br0" timeOffset="131481.89">19696 15598 145 0,'0'0'50'0,"0"0"-9"0,0 0-23 16,0 0-11-16,0 0-3 15,0 0-2-15,0 0-2 16,48-12 1-16,-32 10 0 15,0 1 0-15,2-1 1 16,-1 2 0-16,-1-3-2 0,0 3 1 16,1-1-1-16,0 1 0 15,0-1 0-15,-1 1 0 16,-3-1-5-16,0 1-14 16,-1 0-21-16,-6-1-23 0,-3-1-3 15</inkml:trace>
  <inkml:trace contextRef="#ctx0" brushRef="#br0" timeOffset="131751.01">19801 15493 196 0,'0'0'25'16,"0"0"4"-16,0 0-27 16,0 0-5-16,0 0 3 15,0 0 0-15,0 0 0 16,-1 48 0-16,4-28 0 0,0 0 1 16,0 3-1-16,-1-2-1 15,-2 3-25-15,0-1-43 16,2-7-25-16</inkml:trace>
  <inkml:trace contextRef="#ctx0" brushRef="#br0" timeOffset="132324.7">20230 15533 144 0,'0'0'4'0,"0"0"24"15,0 0-4-15,0 0-1 16,0 0-3-16,0 0-7 15,0 0-7-15,0 0-3 16,0 0-1-16,-16-21-2 0,13 21-1 16,-3 7 0-16,1 1 1 15,1 4 0-15,-4 1 0 16,5 1 0-16,-2-2 0 16,5 1 0-16,0 0 0 15,0-4-1-15,0 0 1 16,6-2-5-16,4-4 1 0,0-1-1 15,3 0-1-15,4-2 6 16,-3 0-2-16,1 0 3 16,1-4 1-16,-3-3 1 15,-2 0-2-15,-1-3 0 16,-1 1 2-16,-3-2 0 16,-2 0 3-16,-3 0-1 0,-1-1-1 15,0-1 2-15,-1 2 2 16,-7 0 4-16,-2-1-10 15,-1 4 1-15,0-2-3 16,-1 7-1-16,-2 0-2 0,1 3 2 16,-1 0-19-1,1 4-14-15,1 2-25 0,1 0-42 16</inkml:trace>
  <inkml:trace contextRef="#ctx0" brushRef="#br0" timeOffset="132570.46">20438 15557 275 0,'0'0'18'0,"0"0"5"0,0 0-13 0,0 0-5 0,0 0-4 16,0 0 0-16,0 0-2 16,0 0-12-16,0 0-42 15,0 0-25-15,8-3-20 16</inkml:trace>
  <inkml:trace contextRef="#ctx0" brushRef="#br0" timeOffset="133112.24">20603 15527 28 0,'0'0'53'16,"0"0"-6"-16,0 0 13 15,0 0-20-15,0 0-15 0,0 0-16 16,0 0-7-16,0 0-4 16,-9-34 6-16,16 30-2 15,2 2-1-15,4 1-1 16,-2 1 1-16,-1 0 0 16,3 0-1-16,-2 0 1 0,1 2-2 15,-2 5 1-15,-2 2-4 16,2-1-6-16,-6 0-4 15,-1 2 8-15,-2-1 3 16,-1 3-2-16,0-2 0 16,-4 1-5-16,-5-2 0 15,-2 1-4-15,1-1-4 0,-2-2 11 16,2-2 7-16,3-2 1 16,-1 0 3-16,4-3 3 15,2 0 7-15,1 0 4 16,1 0 2-16,0 0-11 15,0 0-4-15,0 0-1 16,1 0 5-16,5 0-3 0,4 0-1 16,1 0-1-16,3-3 1 15,1 3-4-15,2-2 0 16,0 1 0-16,2 1-1 0,-1 0-1 16,2 0-2-1,-1 0-47-15,-2-1-64 0</inkml:trace>
  <inkml:trace contextRef="#ctx0" brushRef="#br0" timeOffset="133711.16">20946 15520 107 0,'0'0'0'0,"0"0"2"0,0 0 0 0,17-38 12 15,-13 29 24-15,0 2 5 16,1 0-13-16,4 3-13 16,2-1-8-16,0 4-7 15,5 0-1-15,-2 1 0 16,4 0-1-16,-3 2 0 0,-1 7-1 16,-2 2 0-16,-2 1-1 15,-3 1-4-15,-1 1-1 16,-2-1-5-16,-4-1-10 15,0 0-9-15,0-2 8 16,0-3 15-16,-4-1 7 16,-2-2 2-16,2-2 1 0,-2-2 6 15,2 0 5-15,2 0 1 16,0 0-2-16,2-2 0 16,0-3-4-16,0-2-4 15,0 0 1-15,0-3-5 16,6-1 1-16,3 0-2 15,0-2 1-15,4-3-10 0,-3 2-13 16,-1 0 5-16,-1-1 11 16,-3 4 6-16,1 1 3 15,-3 3-2-15,-3 3 1 0,0-2 0 16,0 5 2-16,0-1 3 16,0 2 5-16,0 0-7 15,0 0-2-15,0 0-2 16,-3 9 0-16,-1 2 2 15,4 2 2-15,0 4-1 16,0 0 1-16,0 0 0 16,2 2-1-16,6-4-2 0,-1 2 0 15,3-2-1-15,2-2-9 16,-1-4-27-16,1-3-35 16</inkml:trace>
  <inkml:trace contextRef="#ctx0" brushRef="#br0" timeOffset="133924.36">21394 15566 31 0,'0'0'72'0,"0"0"-65"0,0 0-4 0,0 0 1 0,0 0 5 15,0 0 9-15,-23 49 3 16,20-33 0-16,0 0-9 0,3 2-9 15,0-1-1-15,0 1-2 16,0-2-11-16,3-2-44 16,1-4-20-16</inkml:trace>
  <inkml:trace contextRef="#ctx0" brushRef="#br0" timeOffset="134237.2">21616 15533 115 0,'0'0'18'0,"0"0"34"16,53-2-18-16,-34-2-17 16,5 1-9-16,2 1-1 15,-2 0-4-15,0 2-1 0,-3 0-1 16,0 0-1 0,-1 0 0-16,-7 0-1 0,0 0-15 15,-4 0-65-15</inkml:trace>
  <inkml:trace contextRef="#ctx0" brushRef="#br0" timeOffset="134464.4">21766 15451 148 0,'0'0'68'0,"0"0"-55"0,0 0-11 16,0 0-4-16,0 0 2 15,0 0 0-15,-15 53 2 16,13-33 1-16,-2 3-1 16,2-1 0-16,2 0-1 15,0 2 0-15,0-5-2 16,4-2-30-16,4-6-30 0,2-4-23 16</inkml:trace>
  <inkml:trace contextRef="#ctx0" brushRef="#br0" timeOffset="134906.95">22110 15443 88 0,'0'0'15'0,"0"0"9"16,0 0-9-16,0 0-4 16,-30 37-1-16,25-22-7 15,4 2-2-15,1-2 2 0,0 1-2 16,6-2 0-16,1-3 0 16,7-2 1-16,-1-3-1 15,4-2 1-15,1-2 2 16,-1-2-1-16,1 0-1 15,0 0 4-15,-1-5 4 16,-2-2 1-16,-1-2 6 0,-3-2 2 16,-4 1 5-16,-1-3-10 15,-4-1-8-15,-1 1 1 16,-1-2-6-16,0 2-2 16,-1 0 5-16,-6 3 0 15,-1 2-3-15,-1 3-1 0,-2 4-1 16,0 1-2-16,-3 0-8 15,1 4-22-15,2 4-13 16,-3-3-35-16</inkml:trace>
  <inkml:trace contextRef="#ctx0" brushRef="#br0" timeOffset="135153.8">22397 15493 256 0,'0'0'14'0,"0"0"10"0,0 0-14 0,0 0-6 0,0 0-4 16,0 0-3-16,0 0-11 15,0 0-61-15,0 0-47 16</inkml:trace>
  <inkml:trace contextRef="#ctx0" brushRef="#br0" timeOffset="135724.75">22496 15432 213 0,'0'0'12'15,"0"0"12"-15,0 0-12 16,0 0-1-16,0 0 0 0,41-38-1 16,-29 35-5-16,2 0 0 15,1 3-4-15,0 0 0 16,-1 0-1-16,1 0 0 15,-3 7 0-15,-1 0-1 16,-4 3 0-16,-2 2-3 0,-3-2-2 16,-2 2 1-16,0 1-5 15,-4-3-3-15,-2-1 3 16,-3-4 6-16,3 1 4 16,0-3 0-16,2-2 1 15,0 1 1-15,3-2 2 16,1 0 2-16,0 0 0 0,0 0 0 15,0 0-4-15,5 0-1 16,4 0 2-16,0 0-2 16,3 0 1-16,-1 1-2 15,-1 2 0-15,3-2 1 16,-2 3-1-16,-2 1 0 0,0 1 0 16,-3-1-1-16,0 2 1 15,-4 2-3-15,-2-2 3 16,0 1 0-16,0-2 0 15,-7-2-1-15,-2 1 1 16,-5-1 2-16,-1-1-1 16,-5-1 1-16,3 0 2 0,-2-1-3 15,-1-1 2-15,6 0-2 16,1 0-1-16,6 0-4 16,3 0-30-16,4-3-50 15</inkml:trace>
  <inkml:trace contextRef="#ctx0" brushRef="#br0" timeOffset="136293.77">22885 15392 190 0,'0'0'36'0,"0"0"-4"0,0 0-22 0,0 0 0 16,43-29-4-16,-30 24-1 15,0 2-1-15,1 3 2 16,-1 0-2-16,1 0-3 16,-5 5-1-16,0 3 0 0,-1 5-2 15,-3 0-1-15,-1 1 1 16,-2 0-6-16,-2-2-3 15,0-1 4-15,0-1 6 16,0-3 1-16,0-3-1 16,-2 0 0-16,-2-1 1 0,1-3 1 15,0 0-1-15,-1 0 1 16,2 0 0-16,0-3 0 16,2-4 1-16,0-1-1 15,0-2-1-15,0-2 0 16,4 1 1-16,0-2-1 15,0-1 0-15,-1 3 1 0,2 1-1 16,-3 1 2-16,0 1 2 16,-1 2 1-16,1 3-2 15,-2 2-1-15,0-1-1 16,1 2 2-16,0 0-5 16,1 5 2-16,-2 3-1 0,0 6 1 15,2-2 0-15,0 5 0 16,2 0 1-16,4-1-2 15,-2 1-1-15,2-2-21 16,5-2-20-16,-6-4-41 16,2-2 13-16</inkml:trace>
  <inkml:trace contextRef="#ctx0" brushRef="#br0" timeOffset="136649.3">23130 15493 135 0,'0'0'66'0,"0"0"-20"0,0 0-18 0,0 0-12 0,0 0-4 15,27-37-7-15,-20 36-3 16,3 1-1-16,-1 0-1 16,0 0 0-16,2 7-1 15,-2 1-1-15,-3 1-5 16,0 1-8-16,-5 1-9 0,-1 2 1 16,0 1 2-16,-3 0-8 15,-7-1-9-15,-4 1 0 16,-1-1 10-16,0-3 6 15,0 0 12-15,-2-3 10 16,3 0 5-16,3-4 15 0,1 1 8 16,3-3-9-16,2 0-6 15,3-1-5-15,2 0 11 16,0 0 14-16,0 0-16 16,6-1 3-16,5-4-11 15,3 1-3-15,3 0-4 0,4-1-1 16,3 1-1-16,2-2 0 15,2 1-11-15,3-1-89 16</inkml:trace>
  <inkml:trace contextRef="#ctx0" brushRef="#br0" timeOffset="136964.34">23439 15469 8 0,'0'0'146'0,"0"0"-124"0,45-3 3 0,-27 0-15 15,2-1-4-15,1 1 0 16,-2 2-1-16,2-2 1 16,-4 3 0-16,1 0-1 15,0 0-2-15,-3 0-4 0,-4 0-9 16,-2-2-38-16,-2-3-63 16</inkml:trace>
  <inkml:trace contextRef="#ctx0" brushRef="#br0" timeOffset="137191.66">23549 15399 94 0,'0'0'5'15,"0"0"6"-15,0 0 9 16,-5 37 9-16,1-21 0 15,1 4-19-15,0-3-7 16,1 4-2-16,2-4 2 16,0 0-3-16,0-2-1 0,7-4-25 15,3-4-32-15</inkml:trace>
  <inkml:trace contextRef="#ctx0" brushRef="#br0" timeOffset="137632.16">23881 15391 136 0,'0'0'4'16,"0"0"9"-16,0 0-5 15,0 0 1-15,0 0-2 16,0 0-6-16,0 0 0 15,-37-9-1-15,31 18 3 16,-1 2 1-16,1 3-1 16,2-1 0-16,2 3 0 0,2-2 0 15,0 0-3-15,1-4 1 16,7 2 1-16,3-3-1 16,2-4 0-16,2-1 0 15,3-1 3-15,-1-3-1 0,5 0 2 16,-6 0 0-16,1 0 2 15,0-6 5-15,-4-4-3 16,-2-1 4-16,0-2 5 16,-5-2-6-16,-3-3-3 15,-1 1-2-15,-2-1-5 16,0 2 1-16,-2 3 0 0,-6 2-4 16,-5 4-3-16,0 3-6 15,-3 4-19-15,1 0-2 16,-1 0-17-16,3 0-42 15</inkml:trace>
  <inkml:trace contextRef="#ctx0" brushRef="#br0" timeOffset="137867.59">24153 15414 255 0,'0'0'9'0,"0"0"11"0,0 0-11 0,0 0-5 16,0 0-4-16,0 0-3 16,0 0-20-16,0 0-23 15,0 0-24-15,0 0-39 16</inkml:trace>
  <inkml:trace contextRef="#ctx0" brushRef="#br0" timeOffset="138549.42">24270 15344 103 0,'0'0'1'0,"0"0"6"15,0 0-4-15,40-14 0 16,-30 11 3-16,3 1 5 16,1 0 7-16,-1 0 16 15,2 2-6-15,0 0-8 16,0 0-12-16,-3 0-2 16,0 6-4-16,-2 1-2 15,-6 4-2-15,-4 1-8 0,0 1-3 16,-2-1 9-16,-11 0 4 15,-2 1 0-15,-2-2 1 16,2-2-1-16,-2-2 0 16,4 0 1-16,-1-2-1 0,5-2 1 15,5-2-1-15,0 0 1 16,4-1 0-16,0 0 1 16,7 0 4-16,4 0-4 15,4 0 2-15,-1 0-2 16,1 0 3-16,0 0-3 0,-2 0-1 15,1 0 1-15,0 0-2 16,-3 1 0-16,-4 3 0 16,-1 2 0-16,-1 0 0 15,-4-1-1-15,-1 4 1 16,0-3 1-16,-5 1 0 16,-3 0-1-16,-4-2 1 0,0 1 0 15,-3-3 0-15,-1 1 1 16,0-2-1-16,-2-1 1 15,3 0-1-15,-3-1-1 16,5 0-1-16,-1 0-9 0,5 0-19 16,4-1-76-16</inkml:trace>
  <inkml:trace contextRef="#ctx0" brushRef="#br0" timeOffset="139490.09">24410 15301 135 0,'0'-2'12'0,"0"0"39"0,0 0-34 0,0 2-6 16,0 0-6-16,0 0-1 15,-2 6-1-15,-6 5 1 0,1 2-1 16,-5 3 0-16,-3 5-2 16,0-1 0-16,-3 3-1 15,3 0 0-15,-1-2 1 16,4-2-2-16,4-4 2 0,-1-3-1 16,6-2 0-16,1-5 0 15,2 0 0-15,0-4 1 16,5-1-1-16,7 0-1 15,2 0 6-15,4 0-2 16,2 0 3-16,-1-3 0 0,5 0-1 16,-5 0 0-16,3 0 0 15,0-2 0-15,-2 2-4 16,0 0-1-16,-2-1-1 16,-3 2-8-16,-1-2-15 15,-7 0-33-15,-1-5-92 0</inkml:trace>
  <inkml:trace contextRef="#ctx0" brushRef="#br0" timeOffset="139715.74">24416 15325 129 0,'0'0'1'0,"0"0"2"15,0 0 2-15,0 0 16 0,5 43 12 16,-3-27-9-16,2 5-6 16,2 2-10-16,2 0-5 15,0 1 0-15,-1-2-4 16,3-3-3-16,0-3-53 16,-1-5-41-16</inkml:trace>
  <inkml:trace contextRef="#ctx0" brushRef="#br0" timeOffset="140649.64">24701 15351 223 0,'0'0'6'0,"0"0"-1"15,38-17 3-15,-21 14-6 0,2-1 2 16,-3 4 0-16,1 0 6 16,-2 0-2-16,-1 4-3 15,-1 6-3-15,-6 3-2 16,-1-1 0-16,-3 4-2 16,-3 1 2-16,-2 2-1 0,-6-3-9 15,-1-1-12-15,-1-2-2 16,-2-3 4-16,5-3-11 15,0-3 19-15,3-1 10 16,-2-3 2-16,4 0 0 16,2 0 1-16,0 0-1 0,2-7-6 15,7 0-14-15,1-2-4 16,-2-2 3-16,3 0 10 16,1-1 11-16,-2-1 3 15,-1-1 18-15,-1 0 10 16,-2 1 5-16,-1 0 2 0,-2 1-10 15,-2 3-7-15,0 1-7 16,2 2-7-16,-3 3 0 16,0 2-4-16,0 1-2 15,0 0 0-15,0 0-2 0,0 5 1 16,0 5 0-16,0 3 1 16,4 2-1-16,-1 1 0 15,2 1 0-15,2 2-1 16,1-4-23-16,5-2-19 15,-2 0-4-15,2-3 16 16,-1-3 13-16,-2-3 7 0,0-2 10 16,-1-2 1-16,-3 0 3 15,-1 0 10-15,2-4 13 16,-1-2 13-16,-5-1 1 16,3 0-7-16,-1-2-12 15,2 3-9-15,2-1-2 0,2 0-6 16,2 3-2-16,0 1 0 15,2 0-1-15,1 3 1 16,-2 0-1-16,-1 0 0 16,-3 3-2-16,-3 4 0 15,-1 3-1-15,-4 1-1 0,0 1-4 16,-3-1-2-16,-7-1 0 16,-3 0 1-16,-1-3 3 15,-1 2 5-15,1-5 0 16,5 2 2-16,1-3-1 15,4-1-1-15,-1 1 0 16,5 1 0-16,0-1-1 0,0 0 1 16,6 1 3-16,2 2 2 15,0 1 1-15,0 0-4 16,-3 1 0-16,-4 1-2 16,-1 2 0-16,-1 1 1 15,-13 0 1-15,-9 0-2 0,-8-1 0 16,-7 2 0-16,-9-3-6 15,-7-1-34-15,-5-8-72 16</inkml:trace>
  <inkml:trace contextRef="#ctx0" brushRef="#br0" timeOffset="142755.89">17554 15537 84 0,'-7'0'7'0,"3"0"13"0,0 0-6 0,-3 0 6 0,2 0-3 15,0 0 7-15,1 0-8 16,0 0-6-16,0 0 1 0,0 0-3 16,0-1-3-16,0 1-4 15,1-2 1-15,1 1 0 16,1-1-1-16,1-2 1 15,0 0-3-15,0-3 1 16,3 1 2-16,4 0 3 16,0-1-3-16,2-1 0 0,2 5-2 15,-1-1 1-15,-1 1 0 16,2 2-1-16,3 1 0 16,-3 0 0-16,1 0-1 15,2 4 1-15,-3 1-1 0,-2 3-1 16,0 2 1-16,-5 1-2 15,-1-1 3-15,1 1 1 16,-2 3-1-16,0-4 0 16,0 2 1-16,3-4-1 15,1-1-1-15,1-1-3 16,1-2 1-16,3-4 0 0,0 0 1 16,-2 0 1-16,4-4 1 15,-1-4-1-15,0-2 2 16,1-2 0-16,-1 2-1 15,-4-5 0-15,0 2 0 16,-3 0 1-16,-1 0 0 16,-2 2 1-16,-2 2 7 0,0 1-1 15,0 2 1-15,0 5-1 16,0 1-2-16,0 0-7 16,-4 1 0-16,2 6 0 15,0 6 1-15,-1 1-1 0,1 2 1 16,2 1 1-16,-2 1-2 15,2 0-1-15,-2 1-3 16,0 1 0-16,-1 0-3 16,-2-3 1-16,-2 3 4 15,-1-4 0-15,-4-1 3 16,-3-2-3-16,-1-2 5 0,-3-1-2 16,0-1 2-16,-5-1-2 15,2-1 2-15,-1-2-4 16,-1-3-38-16,-1-2-51 15</inkml:trace>
  <inkml:trace contextRef="#ctx0" brushRef="#br0" timeOffset="145072.59">17141 15384 38 0,'0'8'8'0,"0"-1"8"0,0 3 5 0,0 0-10 0,0 0 1 16,0 0-7-16,0 3 0 15,0 1-1-15,0 0-1 16,0 1-2-16,4 2 2 16,0-2-1-16,1 2-1 0,0 3-1 15,0 0 2-15,3 1-2 16,-3 1 1-16,1 0-1 16,-2 1 1-16,0 3-1 15,2-2 0-15,-4 3 0 0,0-3 0 16,0 0 0-16,-1 1 0 15,0-2 0-15,-1 0 1 16,0-1-2-16,0-1 1 16,0 1 0-16,0-1 0 15,0-3 0-15,-2 0 0 16,1-2 0-16,1-2 0 16,0 2 0-16,0-2 1 15,0-3-1-15,0 4 0 0,0-3 0 16,0 1 0-16,0-2 0 15,0-1 0-15,0-2 0 16,0-2 0-16,0-1 0 16,0-1 0-16,0 0 1 0,0-1-1 15,1 1 0-15,1-1 1 16,1 2-1-16,-1-1-1 16,2 1 2-16,1-2-1 15,1 3 1-15,2-2 1 16,1 0 3-16,3-1-1 0,0-1-2 15,-1 1 0-15,3-3-1 16,-1 0 3-16,2 0 4 16,3 0 1-16,-1 0-4 15,4-3-1-15,0-2-3 0,3 1-1 16,1 0 1-16,-1 1-1 16,0-1 0-16,0 1 0 15,2 0 0-15,-1 0 0 16,-3 2 0-16,2-2 1 15,1 0-1-15,2 2 0 16,-2-1 0-16,1-2 0 0,3 3 1 16,0-1-1-16,1-2 3 15,4 3-1-15,0-2 1 16,1-1 0-16,0 1 0 16,1-2 0-16,1 1 1 15,0-1-2-15,5 0-1 0,-1 2 0 16,1-2-1-16,-1 0 0 15,1 0 4-15,0-1 1 16,0-1 1-16,-1 4-2 16,2-1 0-16,-1-1-2 15,2 1-2-15,-1 1 0 0,-1 1 1 16,-2 0-1-16,-2 0 0 16,1 0 0-16,0 1 0 15,0-1 1-15,3-1-1 16,1 0 0-16,2 2 0 15,-2-2 0-15,3 0 0 0,-4 1 1 16,0 0-1-16,1 1 0 16,-1-2 0-16,-1 0 1 15,2 0-1-15,-3 2 0 16,0-2 0-16,0 0 0 0,-5 2 0 16,2-1 0-1,0-1 0-15,-2 0 2 16,3 2 2-16,0 0 0 0,1 1-1 15,-3 0-2-15,5 0 0 16,-3 0-1-16,2 0 0 16,-1 0 0-16,0 0 1 0,-1 0-1 15,0 0 0-15,-1 0 0 16,4 0 0-16,-3 0 0 16,-2 0 0-16,2 0 1 15,2 0-1-15,-2 0 0 16,0-2 0-16,2 0 0 15,1 1 0-15,1-3 2 0,2 3-4 16,-1-1 4-16,1-1-2 16,2 2 0-16,-2-2 1 15,3 3-1-15,-4 0 0 16,1 0-1-16,-4 0 2 16,-1 0-1-16,-2 0 0 15,-5 0 2-15,1 0-1 16,0 0 3-16,0 2 1 0,2-2-1 15,0 0-1-15,3 0-1 16,1 0 0-16,3 0 2 16,-1 0-2-16,1 0 0 0,3 0 0 15,-1 0-2-15,3 0 0 16,-1 0 0-16,4 0 0 16,-4 0 0-16,1 0 0 15,-2 0 0-15,1 0 2 16,-2 0-2-16,3-2 0 15,0 1 0-15,5 0 2 16,3 0 0-16,4 1-2 0,0 0 1 16,2 0-1-16,-1-1 0 15,-1 1 0-15,-4 0 0 16,-1 0 0-16,-3 0 0 16,-2 0 1-16,0 0-2 0,1 0 1 15,1 0 1-15,-1 0-1 16,1 0 0-16,0 0 0 15,-2 0-1-15,-2 0 1 16,-3 0 0-16,-2 0 0 0,-1 0 0 16,1 0 1-16,-2 0-1 15,4 0 0-15,-1 0 0 16,2 0-1-16,3 0 1 16,0 0 0-16,2 0-3 15,1 0 3-15,1 0 0 16,1-3 0-16,2 3 2 0,3-1-2 15,1 1 1-15,2 0-1 16,1 0 0-16,-1 0 0 16,2 0 1-16,2 0 0 15,0-2 5-15,0 1 7 16,3 1-1-16,0-2-2 0,2 2-4 16,-3 0-5-16,-3 0 0 15,-1 0-1-15,-3 0 0 16,-1 0 0-16,-3 0-1 15,-2 3 1-15,-6 0 0 16,-4 1-1-16,-5-1-3 0,-9 1-11 16,-11-3-23-16,-12-1-25 15,-7 0-62-15</inkml:trace>
  <inkml:trace contextRef="#ctx0" brushRef="#br0" timeOffset="147398.38">17023 15324 42 0,'2'0'4'0,"4"0"-2"0,-1 0 16 0,0 0 1 16,2 0-2-16,-2-1 0 0,2-1 4 15,-1 1 0-15,4 0-4 16,-1 0-4-16,0 1-3 16,5-2-6-16,1 2-3 15,3 0 1-15,-1 0-2 16,3-2 0-16,2 2 0 16,-1-1 0-16,4 0 0 15,4-1 1-15,2-1-1 0,4 0 1 16,4-2 1-16,4-1-2 15,3 0 2-15,4 1-1 16,2-1 0-16,2-1-1 0,3 0 0 16,2 2 0-16,2-2 0 15,0 2-1-15,3-1 1 16,-1 0 0-16,1-1 0 16,1 0 0-16,0 1 1 15,1-1-1-15,-1 1 0 16,2-1 0-16,-1 1 0 0,1 1 0 15,-1-1 1-15,3 0-2 16,-2 1 2-16,1 2-2 16,-1 0 1-16,-1-1 1 15,1 3-1-15,-2-2 0 0,2 0 1 16,-1-1-1-16,0 1 1 16,0-1-1-16,-1 1 0 15,-1 0 0-15,2 0 2 16,-5 2-2-16,2-1 0 15,-1 2 0-15,0-4 0 0,3 3 2 16,0-3 2-16,0 2 5 16,1-1-6-16,1 0-2 15,-2 2-1-15,0-1 1 16,-2 1-1-16,-3-2 0 16,3 2 1-16,-5-2 0 15,1 0 7-15,2 0-1 0,-1 0-3 16,3-1-2-16,-3 3-2 15,3-2 0-15,0 0 0 16,4 0 0-16,-2-1 0 16,0 2 0-16,1-2 0 15,0 2 1-15,1-1-1 0,-1 0 0 16,4 1 0-16,-3-2 0 16,2 1 1-16,-3-1-1 15,2 0 0-15,2 1 0 16,-3-1 0-16,1 1 0 15,-3-3 0-15,0 2 0 0,-2-2 0 16,1 2 1-16,-3-1-1 16,1 1 1-16,-1-1-1 15,1-1 0-15,-1 3 0 16,2-1 0-16,1-2 0 16,1 1 0-16,1 0 0 15,1 2 0-15,1-2 0 0,-1-1 1 16,-4 2-1-16,1 1 0 15,2-1 0-15,-5-1 0 16,3 1 0-16,-3 1 0 16,1-1 0-16,1 1 1 15,-3 0-1-15,1 2 1 0,-2-2-1 16,-1 2 1-16,0-1 1 16,-1 1 0-16,1-2 0 15,-2 2 1-15,0-1-1 16,-2 2-1-16,2 0 0 0,-1 0 0 15,-3 0-1-15,-1 0 2 16,-2 0-2-16,-1 0 0 16,-2 0 0-16,3 0 0 15,-3 0 1-15,1 0-1 16,0 0 0-16,-2-1 0 0,2 1 0 16,-9 0 0-16,3-2 0 15,-3 2 0-15,-3-1 0 16,-1-2 1-16,-2 3-1 15,0-3 1-15,-3 2 1 16,1-1 0-16,-2 1 0 16,-2 0-2-16,-1-1 0 0,-3 2 0 15,-1 0 0-15,-2 0 0 16,0 0 0-16,-3 0 0 16,0 0 0-16,-1 0 0 15,-2 0 0-15,0 4 0 0,-2-1 1 16,-3 0-2-1,0 0 1-15,-2 1 0 0,-1 0-2 16,0-1 4-16,-2 3-1 16,2-2 0-16,0 2-1 15,-3 0 0-15,1-1 0 16,2 1 2-16,-3 0-2 0,0 1 0 16,1 0-2-16,1 1 2 15,-1 1 0-15,0 0 0 16,0 0 0-16,-1 3 0 15,1-1 0-15,0 2 2 16,-1-1-2-16,1 2 0 0,0 0 1 16,1 0-1-16,-1 0 0 15,-1 0 0-15,0 0 0 16,-1 2-1-16,1-2 1 16,-2 3 0-16,0 2 0 15,0-2 0-15,0 4 0 0,0-3 1 16,0 4-1-16,1-2 0 15,-1 0 0-15,0 2 0 16,0 0 1-16,0 0-1 16,0 0-1-16,0 0 1 0,0 1 0 15,0 0 0-15,0-2 1 16,0 2-1-16,0-2 0 16,0 1 0-16,0-1 0 15,0 0 0-15,0 0 0 16,0-2 0-16,0 2 0 15,0-1 0-15,0 2 0 0,0-4 0 16,0 2-2-16,-1-3-1 16,-3-2 0-16,0 0 0 15,-2 0 1-15,-1-1 1 16,-3-1 0-16,-4 1 1 16,0 2 0-16,-5-2-3 0,-8 3 2 15,-6 2-4-15,-8-2-24 16,-13 0 10-16,-13 0-3 15,-18-4-39-15,-16-4-17 16</inkml:trace>
  <inkml:trace contextRef="#ctx0" brushRef="#br0" timeOffset="157403.62">19101 15828 112 0,'0'0'3'0,"0"0"1"0,0 0-4 0,0 0 0 0,0 0-2 15,0 0 1-15,0 0 2 16,0 0 3-16,0 0 12 16,0 0 2-16,0 0-6 15,0 0-3-15,0 0-1 16,0 0 0-16,0 0-2 0,0 0-6 16,0 2 0-16,0 1 0 15,0 2 0-15,0 2 0 16,0-1 0-16,3 1 0 15,3 0 0-15,-1 2 0 16,1-2 1-16,-1 0-1 0,1 0 1 16,1 2 0-16,0-1 1 15,0-1 1-15,-1 3-1 16,0 0-2-16,0 2 1 16,0 0 0-16,-3 1 0 15,0 0 0-15,0 0 0 0,1-1 0 16,-2 1 0-16,0-1 2 15,1-1 2-15,2 0-1 16,-1 3 0-16,1-5-4 16,1 5 1-16,-2-4 1 15,0 2-2-15,1-1 1 16,0-1 0-16,-3 0 0 0,1-3 0 16,-1 0 0-16,-1 0 0 15,0-3 0-15,1 1-1 16,0 0 2-16,-2-1-1 15,0 1-2-15,0 0-23 16,0-3-63-16</inkml:trace>
  <inkml:trace contextRef="#ctx0" brushRef="#br0" timeOffset="158059.96">19166 16181 90 0,'0'0'5'0,"0"0"-1"0,0 0 6 0,0 0-2 0,0 0-5 16,0 0-3-16,0 0 0 15,0 0 2-15,0 0 3 16,0 0 8-16,0 0 0 16,0 0 1-16,0 0 4 15,29 20-5-15,-24-19-10 0,1 2 1 16,-3-3 4-16,3 1 0 15,-2-1-3-15,1 0 0 16,1 0-4-16,0 0 1 16,0 0-2-16,0 0-17 0,0-8-66 15</inkml:trace>
  <inkml:trace contextRef="#ctx0" brushRef="#br0" timeOffset="158965.98">20554 15761 91 0,'0'0'33'0,"0"0"-21"0,0 0-10 0,0 0 0 16,0 0-2-16,0 0 1 15,0 0-1-15,9 43 1 16,-5-32-1-16,-1 1 0 15,2 2 2-15,2-1-1 16,1 1 0-16,1 0 0 0,2 1 0 16,2 0 1-16,-4-1-1 15,2 2 0-15,1-2 1 16,-1 0-1-16,0 0 4 16,0 1 3-16,-2-3 1 15,3 0-1-15,-2-1-4 0,-3-1 2 16,1-3 1-16,-5-1 0 15,2 1-5-15,-3-3 2 16,0 1 4-16,-2-3 0 16,0 0 2-16,0-1 4 15,0 2-5-15,0-3-7 0,0 3-1 16,0-3-10-16,0 0-50 16</inkml:trace>
  <inkml:trace contextRef="#ctx0" brushRef="#br0" timeOffset="159627.74">22250 15811 108 0,'0'0'42'0,"0"0"14"0,0 0-23 0,0 0-8 16,0 0 1-16,0 0-6 16,0 0-9-16,0 0-6 15,0 0-1-15,0 0-4 0,0 0-3 16,14 4 2-16,-8 5 0 16,-1 3 0-16,4 2 2 15,-2 1-1-15,3 1 0 16,1 2 0-16,0 1 1 0,2-1-1 15,2 1 0-15,2-1 0 16,-1-1 1-16,2 0-1 16,-2-1 0-16,0-2 0 15,-2 0 0-15,-1-2-1 0,0 0 0 16,-3-3 1-16,0 1-1 16,-4-2 1-16,1 1-11 15,-5-2-31-15,1-3-42 16,-1-4-100-16</inkml:trace>
  <inkml:trace contextRef="#ctx0" brushRef="#br0" timeOffset="160359.94">24132 15772 184 0,'0'0'2'0,"0"0"3"0,0 0 2 0,0 0-7 0,0 0 1 16,0 0 0-16,0 0 1 16,0 0 2-16,0 0 3 15,0 0-3-15,42 25-3 16,-35-9 0-16,1-1-1 15,0 4 2-15,-1-1-1 0,1 1 0 16,2 1-1-16,-1-1 1 16,2-1 0-16,3 0-1 15,1-1 1-15,0 0 0 16,-1-3-1-16,2 1 1 16,-3-1-1-16,0-3 1 0,-2-2-1 15,-4 0 2-15,0-2 9 16,-3-3 3-16,-1 0-3 15,1-3-3-15,-4 1-3 16,2-1-2-16,-2-1 0 0,0 0 1 16,0 0-1-16,0 0-1 15,0 0 0-15,0 0-2 16,0 0 1-16,2 4-1 16,1-4-5-16,1 0-39 15,1-1-153-15</inkml:trace>
  <inkml:trace contextRef="#ctx0" brushRef="#br0" timeOffset="161852.83">18152 16710 53 0,'1'2'113'0,"-1"-2"-105"0,1 0-7 15,1 1 0-15,2-1 2 16,-1 2 3-16,3 0 2 16,0-2 5-16,4 2-2 15,0-2-5-15,3 0-2 16,2 0-2-16,0 0 0 0,3-7-2 15,-3-3 0-15,-1 1 0 16,-3-2 0-16,0-2 0 16,-3 0 1-16,-2-2-1 15,-2-1 0-15,-1 3 2 0,0-1-2 16,-2 3 0-16,-1 2 1 16,0 3 0-16,0 2-1 15,0 1 0-15,0 3-1 16,0 0-5-16,0 3-5 15,0 7 9-15,0 6 1 16,0 2 1-16,0 4 1 0,7 2-1 16,-4-1 0-16,2 2 0 15,2-2 0-15,0 0 1 16,1-2-1-16,-2 0 1 16,0-1-1-16,-3-3-7 15,-1 2-6-15,-2-4 3 0,0-1 5 16,0 0 1-16,-1-3 4 15,-5-2 0-15,-4 0 3 16,-2-2-3-16,-1 0 4 16,-3-2-3-16,2-1 2 15,-4 0-1-15,2-1-1 16,0 0 1-16,2-2-2 0,0 1 0 16,7-2-9-16,-2 0-61 15</inkml:trace>
  <inkml:trace contextRef="#ctx0" brushRef="#br0" timeOffset="162229.55">18585 16568 153 0,'0'0'0'0,"0"0"5"0,0 0 4 16,2 41 2-16,0-26-3 15,1 2 1-15,0 1 2 0,2 2-5 16,-2-1-2-16,1 0 1 16,-1 0-3-16,3-1 1 15,-5-2 0-15,1 2-1 16,0-2-1-16,-2-2-12 0,0-1-21 16,0 0-7-16,0-6-32 15</inkml:trace>
  <inkml:trace contextRef="#ctx0" brushRef="#br0" timeOffset="162470.94">18352 16825 202 0,'0'0'-2'15,"0"0"2"-15,0 0 0 16,0 0 1-16,0 0 2 16,47-17 1-16,-29 14 3 15,3-2 2-15,5-1-6 16,1 0-2-16,2-2-1 0,3-2-42 16,-1 3-144-16</inkml:trace>
  <inkml:trace contextRef="#ctx0" brushRef="#br0" timeOffset="162834.29">18870 16713 103 0,'0'0'62'0,"0"0"-56"16,0 0-4-16,0 0-1 15,0 0-3-15,-39 48 3 0,27-34-1 16,1 2 0-16,0-1 1 15,4-1 1-15,3 3-1 16,2-6 1-16,2 0-1 16,0-2-1-16,8-3 2 15,2-3-1-15,1-3-1 16,2 0 1-16,3 0 1 0,-3-5 2 16,1-2-2-16,-1-1 2 15,-2-1-1-15,-2-1 2 16,-6 0 6-16,-1 0 5 15,-2-1-4-15,0 1-2 0,0-1-1 16,-3 2-5-16,-3 0-1 16,-1 4 0-16,-2 1-3 15,0 4-3-15,0 0-19 16,-3 0-27-16,2 4-25 16</inkml:trace>
  <inkml:trace contextRef="#ctx0" brushRef="#br0" timeOffset="163488.81">19073 16742 124 0,'0'0'37'0,"0"0"-14"0,0 0-15 0,0 0-8 15,0 0 3-15,0 0-2 16,0 0 1-16,-1 43-1 16,0-30 1-16,1 0 0 0,0 1 1 15,0-1-1-15,0 1 0 16,0-2-1-16,0-2 0 15,1 1 1-15,4-4 1 16,1-1 1-16,-1-3-2 16,3-2 0-16,-3-1 1 0,6 0 0 15,-4-3 2-15,2-5-2 16,2-4-1-16,-4 2-1 16,1-1 1-16,1 1 3 15,-3 2-2-15,-2-1 1 16,2 5 1-16,-4 1-2 15,0 1-2-15,-1 2-2 0,2 0 1 16,0 0-2-16,-1 5-1 16,2 3 3-16,0 2 0 15,4 0 2-15,-3 0-2 16,3-3-2-16,2 0 0 0,1-1 0 16,0-5 1-16,4-1 0 15,-1 0 1-15,0-1 0 16,0-9 1-16,1 0-1 15,-2-3 1-15,0-1 1 16,-1-2 2-16,-2-1-1 16,-3 2 3-16,0-5 8 15,-5 6 1-15,-1-2-2 0,-1 1-6 16,0 3-5-16,0 1-3 16,-5 6-3-16,-6-1-18 15,1 3-32-15,-3-2-69 16</inkml:trace>
  <inkml:trace contextRef="#ctx0" brushRef="#br0" timeOffset="163917.06">19881 16588 185 0,'0'0'-3'0,"0"0"3"0,0 0 0 0,0 0 1 0,0 0 3 16,0 0 15-16,0 0 6 16,0 0-17-16,0 0-11 15,0 0-4-15,0 0 12 0,5 27-3 16,-3-13-1-16,-1 3 0 16,2 2 1-16,0-1-1 15,-1 4 0-15,-1-4-1 16,0 2 1-16,0-3 1 15,-1 0-2-15,0 2-4 0,0-4-26 16,-4-2-26-16,0-6-60 16</inkml:trace>
  <inkml:trace contextRef="#ctx0" brushRef="#br0" timeOffset="164506.55">19796 16712 228 0,'0'0'0'0,"0"0"0"0,0 0 0 15,44-6 0-15,-29 2 0 16,0 1 1-16,1 0 2 16,-1 0 6-16,3 0-1 15,-1-1-2-15,1 1-5 16,0 1 0-16,0 1 0 16,-1-1-1-16,-2 0 0 0,-1 2 0 15,-4 0 0-15,-3 0 0 16,-3 0 0-16,-2 0-1 15,-2 7 0-15,0 3-2 16,0-1 5-16,-2 6-1 16,-2-2 0-16,1 4 0 0,2-3 0 15,1-1-1-15,0 0 2 16,1-3-1-16,8-1-2 16,3-4 2-16,-1 1-2 15,4-5 1-15,1-1 0 16,0 0-3-16,-2-1-1 15,0-8 0-15,0 0 3 0,-3-2 2 16,-1-3 0-16,-2 2 0 16,-3-3 6-16,-1 1 3 15,-4 1 4-15,0-1-2 16,-2 3 0-16,-6-1-11 0,-4 3 0 16,-3 4-4-16,-1 4 0 15,-4 1-15-15,-1 0-13 16,-2 6-15-16,2 3-42 15</inkml:trace>
  <inkml:trace contextRef="#ctx0" brushRef="#br0" timeOffset="165283.33">20919 16675 41 0,'0'0'35'0,"0"0"-33"0,0 0 3 0,0 0 19 16,-35-23 18-16,29 19-9 15,0-2-1-15,0 1-9 16,2 0-6-16,0 2-3 16,1-1-1-16,-1 3-8 15,2-1-1-15,-2 2-4 0,-2 0-2 16,-1 2-1-16,-3 5 2 15,0 4 0-15,2 2 2 16,-3 1 0-16,6 0-2 16,3 1-5-16,2-3-11 0,0-2 5 15,2-1 5-15,7-2 3 16,5-3 3-16,-1-4-1 16,5 0 4-16,-3 0-3 15,2 0 4-15,-3-4 0 16,1-3 2-16,-2-2-2 0,-1 1 2 15,-2-2 1-15,-2 4-3 16,-1 0 1-16,-3-1 9 16,-1 4 0-16,-2 2 0 15,-1 0-4-15,0 1-5 16,1 0-4-16,0 0-3 16,1 7-1-16,0 4 3 0,0 3 6 15,1 3-4-15,0 3 0 16,2 1-1-16,-3 2-2 15,2 0 1-15,-2 0 1 16,0-2 0-16,-2-1-3 16,0-3 1-16,0-3 2 0,0-3-1 15,-2-2 0-15,-4-2-2 16,-3-2 4-16,-2-3 2 16,-2 0 0-16,-1-2-1 15,-2 0-1-15,1 0 0 16,-1-2 0-16,2-3-1 0,2-4-3 15,2-1-29-15,4-4-28 16,4-3-54-16</inkml:trace>
  <inkml:trace contextRef="#ctx0" brushRef="#br0" timeOffset="165690.68">21100 16730 152 0,'0'0'5'0,"0"0"-3"0,40 0-2 0,-28-1 0 0,0-2-1 15,-1 0-6-15,-4 0 5 16,1-1 3-16,-3 0 2 16,2-2 5-16,-4 0-1 15,-2-1 0-15,0 0 5 16,-1 0 4-16,0 0 2 0,0 1-4 15,-4-1-5-15,-2 4 4 16,-1-1 1-16,0 3-5 16,0 1-10-16,-3 0 2 15,3 0 0-15,-4 5 0 0,0 4-2 16,4 2 1-16,-1 1 0 16,3 2 0-16,1-1 1 15,4-1 0-15,0 1 1 16,0-2 2-16,6-1-2 0,5-1-1 15,1-2 1-15,2-3-1 16,5-2 1 0,1-2-2-16,3 0-5 0,1-4-36 15,-2-6-42-15</inkml:trace>
  <inkml:trace contextRef="#ctx0" brushRef="#br0" timeOffset="165909.18">21372 16563 35 0,'0'0'147'0,"0"0"-119"16,0 0 10-16,0 0-21 15,0 0-12-15,0 0-6 16,0 0-2-16,0 0 2 16,0 0 3-16,-2 35-1 15,2-18 1-15,0 4 2 16,0-1-2-16,1 0 1 0,2-1-3 15,1-1-13-15,-1-4-15 16,-2-4-48-16</inkml:trace>
  <inkml:trace contextRef="#ctx0" brushRef="#br0" timeOffset="166110.95">21343 16679 231 0,'0'0'5'0,"0"0"-1"0,0 0 0 16,0 0 0-16,37-20-1 15,-22 18-2-15,2 1-1 16,5 0 0-16,1 0 0 16,5-1-5-16,1-2-44 15,3-2-76-15</inkml:trace>
  <inkml:trace contextRef="#ctx0" brushRef="#br0" timeOffset="166392.83">22105 16463 254 0,'0'0'3'16,"0"0"16"-16,0 0-7 0,0 0-10 16,0 0-3-16,0 0-3 15,0 0 3-15,0 0 1 16,-16 23 1-16,13-5-1 16,2 2 0-16,-1 2 1 15,2 0 2-15,0 1-2 16,0 0-10-16,2-2-22 0,2-4-36 15,-4-1-32-15</inkml:trace>
  <inkml:trace contextRef="#ctx0" brushRef="#br0" timeOffset="167061.36">21935 16612 241 0,'0'0'3'0,"0"0"-6"16,0 0 3-16,0 0 0 16,45-17 0-16,-26 16 1 15,0-1-1-15,3 2 1 16,1-1 5-16,1 0-1 0,0-2-2 16,1 0-3-16,2-1 1 15,-4 0-1-15,-1 0 0 16,2-3 0-16,-7-1-1 15,-2-1-2-15,-5 1 2 16,-3-1 1-16,-4 1 1 16,-3-1 0-16,0 2 1 0,0 1-1 15,-7 1-3-15,2 2-6 16,-3 2 4-16,1 1-1 16,1 0 4-16,0 0 0 15,1 2 0-15,2 6 1 16,1 2 0-16,1 1 0 15,1 0 0-15,0 3 2 16,0 1-1-16,2 0 1 0,3-1 0 16,2 1-1-16,-1 0 2 15,1-1-3-15,-2-1 1 16,1-1 0-16,-3-4-1 0,1-1 1 16,-3-1-1-16,0-3 0 15,-1-2 1-15,0-1-1 16,0 0 1-16,0 0 0 15,0-5-1-15,0-3-4 16,0 0 5-16,3-2 2 16,2-2 3-16,3 1-1 0,1 1-2 15,3 2 2-15,0-1 2 16,2 4-2-16,-1 0 1 16,2 4-1-16,-1 1 2 15,0 0-1-15,1 0-2 16,-3 7 1-16,1 1-4 0,0 3 1 15,-6 0 0-15,1 2-1 16,-2 1 0-16,0 0-14 16,-4-5-26-16,-1 0-24 15,2-3-94-15</inkml:trace>
  <inkml:trace contextRef="#ctx0" brushRef="#br0" timeOffset="167387.95">22597 16683 189 0,'0'0'3'0,"0"0"22"0,0 0-10 0,38-18-3 16,-32 12-3-16,2 2-5 15,-3 0 1-15,0-3 0 16,-1 1-2-16,-1 0-1 16,-1-1 1-16,-2 0 0 15,0 0-1-15,0-2 1 0,0 2 6 16,-6 0 6-16,1 3-12 15,-2 1-5-15,-2 2 1 16,1 1-1-16,0 0 3 16,-1 1-3-16,-1 9 2 15,1 1 1-15,4 2-1 0,-4 0 1 16,7 1 1-16,1-1 0 16,1 0 0-16,0-2-2 15,8 0-5-15,2-3-16 16,4-4-7-16,4-1-21 15,-2-3-73-15</inkml:trace>
  <inkml:trace contextRef="#ctx0" brushRef="#br0" timeOffset="167739.93">22874 16590 160 0,'0'0'7'15,"0"0"32"-15,0 0-10 16,9-39-16-16,-9 32-7 15,0 1-2-15,-2 2 4 16,-1 1-4-16,-1 2 1 16,2 0-3-16,-1 1 0 0,1 0-2 15,2 0 0-15,0 5-2 16,0 1 3-16,0 1 0 16,0 1 0-16,1 1-1 15,6-1 1-15,1 1-1 16,0 0 1-16,2 1 0 15,1-1-1-15,-1 0 2 0,2-2-1 16,-6 3-1-16,1-3-1 16,-4 0-3-16,-1 0-2 15,-2-1-4-15,0 0 3 16,-5-2 1-16,-6-2-1 16,-4 0 5-16,1 0-15 0,-2-2-30 15,3 0-58-15</inkml:trace>
  <inkml:trace contextRef="#ctx0" brushRef="#br0" timeOffset="167921.14">22882 16590 270 0,'0'0'4'16,"0"0"4"-16,0 0-2 15,0 0-15-15,0 0-5 0,0 0 3 16,-42 18 11-16,24-4 1 15,1 2 1-15,1 1-2 16,3-3 1-16,1 0-19 16,6-4-69-16</inkml:trace>
  <inkml:trace contextRef="#ctx0" brushRef="#br0" timeOffset="168313.65">23128 16595 206 0,'0'0'7'0,"0"0"14"16,0 0-15-16,0 0-5 0,0 0 0 15,0 0 0-15,0 0 0 16,0 0 0-16,27-30 6 15,-27 29-4-15,0-2-1 16,0 3-3-16,0-2-3 16,-6 0 0-16,-1 0 1 15,-1 2 2-15,2 0 5 0,-4 0 3 16,2 0 0-16,0 5 0 16,1 2 2-16,2 0-3 15,2 2 1-15,2-1 0 16,1 2 1-16,0-4-2 15,4 1-1-15,7-1 2 0,4-2 1 16,4-1-2-16,8-3-2 16,1 0-2-16,4-2-36 15,0-8-102-15</inkml:trace>
  <inkml:trace contextRef="#ctx0" brushRef="#br0" timeOffset="169437.69">21493 17295 226 0,'0'-4'0'16,"0"-1"1"-16,0 2 0 0,0 1-1 0,0 2 1 0,3 0-1 15,1 0 0-15,1 7 0 16,1 3 6-16,0 4 6 15,1 1-6-15,2 2-2 16,0 1-2-16,1-2 0 16,0-2-1-16,1 2-1 15,-4-6 0-15,3-3 0 0,-1-2 0 16,1-2 0-16,-1-3-1 16,1 0 2-16,2-2 1 15,-4-6 6-15,2-3 2 16,2-5-2-16,0-1-7 15,2-4 0-15,-3-2-2 0,0-2-6 16,0 2-3-16,-4 3-6 16,-2 3-15-16,-3 4-19 15,-2 5-52-15</inkml:trace>
  <inkml:trace contextRef="#ctx0" brushRef="#br0" timeOffset="169911.11">21917 17355 195 0,'0'0'3'0,"0"0"1"16,0 0 7-16,0 0-5 15,0 0 0-15,18-38 0 0,-25 33 4 16,-4 1-3-16,-5 4-3 15,-1 0 1-15,0 0 4 16,0 0-4-16,-1 10-1 16,-1 1-1-16,3 2-2 15,1 0 0-15,5 2-1 16,3 0 0-16,5-5-1 0,2 0-6 16,0-2 0-16,7-5 3 15,5 1 0-15,2-4-1 16,2 0 2-16,1 0 1 15,2-7 3-15,-4-3-2 16,0-1 1-16,0 0 1 16,-5-1 3-16,0 1 3 0,-4 2 5 15,-3 2 0-15,-1 3 0 16,0 1 0-16,0 3-2 16,-2 0-8-16,2 0-3 15,-1 0 1-15,3 5 1 16,2 0 0-16,1 2 0 15,2 0-2-15,2-2-10 0,2-4-32 16,-2-1-48-16</inkml:trace>
  <inkml:trace contextRef="#ctx0" brushRef="#br0" timeOffset="170241.31">22005 17063 214 0,'0'0'47'0,"0"0"-44"0,0 0-5 0,0 0 2 0,0 0-1 16,0 0 2-16,0 0-1 15,11 51 2-15,-9-32 2 16,-1 0 2-16,-1 5-3 0,0-1 0 16,0 0-1-1,1-2-1-15,1 2 0 0,2-4-1 16,-1-2 1-16,3 1-3 16,1-4-12-16,0-5-20 15,0-3-42-15,2-4-67 16</inkml:trace>
  <inkml:trace contextRef="#ctx0" brushRef="#br0" timeOffset="170638.59">22130 17261 306 0,'0'0'2'15,"0"0"-12"-15,0 0 7 16,0 0 3-16,0 0-1 15,0 0 0-15,11 37 1 16,-8-24 1-16,2 0-1 0,-2-2 0 16,4-1 1-16,2-1-1 15,-1-4 0-15,3-2 0 16,0-3-2-16,1 0 1 16,0-1 0-16,0-9 2 0,-1 0 1 15,-3-2 1-15,0-2-1 16,-4 0 0-16,-1 0-2 15,1 0 1-15,-4 1-1 16,0 2 1-16,0 3-1 16,0 3-1-16,0 3 3 15,0 2-2-15,0 0 0 16,0 2-3-16,0 5 3 0,0 4 0 16,4 2 0-16,3-2 1 15,1 1-1-15,4-3-3 16,2 0-5-16,0-4-17 15,1-3-55-15</inkml:trace>
  <inkml:trace contextRef="#ctx0" brushRef="#br0" timeOffset="171019.96">22474 17249 71 0,'0'0'232'0,"0"0"-228"16,0 0 0-16,0 0-2 15,0 0 0-15,0 0-4 16,0 0-2-16,0 0-4 16,0 0-12-16,2-26-2 15,-1 23 4-15,2 0 5 0,-1-2 10 16,-1-1 4-16,1 2 0 16,-2-2 0-16,0 0 0 15,0 2 1-15,0-2 3 16,-1 4 0-16,-5-1-3 0,0 3-2 15,-4 0-2-15,1 0 2 16,-1 6 0-16,-2 3 1 16,3 1-1-16,1 2 1 15,3 0-1-15,1 1 1 16,4-3 2-16,0 2 0 16,0-1 0-16,8-1-1 15,3-2-1-15,5-1-1 0,2-2 1 16,6-4-1-16,-1-1-13 15,2 0-70-15</inkml:trace>
  <inkml:trace contextRef="#ctx0" brushRef="#br0" timeOffset="171444.12">22742 17120 173 0,'0'0'15'0,"0"0"9"0,0 0 1 0,0 0-13 0,0 0-7 16,0 0-2-16,0 0 1 15,0 0 3-15,0 0-1 16,0 0-5-16,-12-33 2 15,6 37-3-15,0 3 2 16,1 3-1-16,0 0-1 16,3 1 1-16,2-2 1 0,0-1 0 15,2 2 1-15,7-3 0 16,2 2 2-16,3-2 0 16,-3 0 0-16,0-1-2 15,1 1-1-15,-3-1-2 16,-1-1 1-16,-3 2 1 0,-3-2-1 15,0-1-2-15,-2 0 1 16,0 0-2-16,-5 2-1 16,-5-3-6-16,-2 1-21 15,-2-2-17-15,0-2-74 16</inkml:trace>
  <inkml:trace contextRef="#ctx0" brushRef="#br0" timeOffset="171614.32">22693 17156 267 0,'0'0'8'0,"0"0"-7"16,0 0-1-16,-31 41 0 16,12-22-1-16,-2 5-2 15,-3-3-18-15,-2 1-41 0</inkml:trace>
  <inkml:trace contextRef="#ctx0" brushRef="#br0" timeOffset="186168.06">16530 17392 159 0,'0'0'8'0,"0"0"17"0,0 0-6 0,-1 0-11 16,0 0 1-16,1 0 6 16,0-1 0-16,-1 0-4 0,1-1-1 15,0 2-6 1,0 0-1-16,0 0-3 16,-1 0-1-16,1 2-2 0,0 6 4 15,0 2-1-15,0 2 1 16,0 1-1-16,0 3 0 15,0 1 0-15,4 0 0 16,1 1 1-16,0-2-2 0,-1-2 0 16,3-1-5-16,-1-2 1 15,1-4 3-15,-1-1 1 16,3-2 1-16,-1-2-2 16,1-2 2-16,1 0-1 0,-1 0 0 15,-1-9 0-15,2 0-1 16,-3-2-1-16,2-1 3 15,-4-1 0-15,1 3 3 16,-1 0-1-16,-2 1-2 16,3 2 2-16,-3 3-1 0,0 1 0 15,1 3-1-15,1 0 0 16,1 0-2-16,1 3 2 16,1 7 1-16,1-1-1 15,3 1 0-15,0-2 0 16,-5 2 0-16,3-4 0 15,2-1 0-15,-5-2 0 0,2-1 0 16,0-2 0-16,-1 0 1 16,1 0-1-16,-2-3 0 15,0-6 0-15,-2 2 3 16,-1-1 1-16,0-4 3 16,-4-1 17-16,0-1 0 0,0-1-19 15,0-1-2-15,0 1-2 16,-2 3-1-16,-3 2 1 15,2 2-3-15,1 5-2 16,1 1-17-16,1 2-24 0,-3 0-79 16</inkml:trace>
  <inkml:trace contextRef="#ctx0" brushRef="#br0" timeOffset="186625.31">16935 17538 141 0,'0'0'29'0,"0"0"13"0,0 0-22 0,0 0-12 15,0 0-5-15,0 0 4 16,0 0-1-16,-9 41-4 0,8-29-1 16,0 2 1-16,1 0-2 15,0-1 1-15,0-1-1 16,0-1 2-16,0-1-2 16,3-5 0-16,3 1 0 15,-2-3 0-15,1-2 0 16,4-1 0-16,-4 0-2 0,1 0 2 15,-1-4-1-15,0-6-1 16,0 0 7-16,-2 0 2 16,-3-3 1-16,0-1 2 15,0 0-1-15,0 1-2 16,-5 0-3-16,-3 2 0 0,3 4-2 16,-2 1-2-16,0 4 0 15,-1 2-11-15,3 0-42 16,-1 0-85-16</inkml:trace>
  <inkml:trace contextRef="#ctx0" brushRef="#br0" timeOffset="186858.53">17108 17462 247 0,'0'0'17'0,"0"0"-10"0,0 0-1 0,0 0-4 0,0 0-2 0,46-15 0 16,-30 13-4-16,-3-3-30 15,1 2-67-15</inkml:trace>
  <inkml:trace contextRef="#ctx0" brushRef="#br0" timeOffset="187015.37">17215 17565 312 0,'0'0'6'15,"0"0"-12"-15,0 0-2 16,0 0-13-16,39-17-39 15,-21 3-94-15</inkml:trace>
  <inkml:trace contextRef="#ctx0" brushRef="#br0" timeOffset="187234.95">17541 17409 239 0,'0'0'20'0,"0"0"-17"16,0 0-3-16,0 0-1 16,0 0 4-16,0 0-1 15,36-6 0-15,-28 5 0 0,1-2 0 16,3-1 0-16,3 0-1 16,1-2-2-16,1-4-1 15,1-3-62-15</inkml:trace>
  <inkml:trace contextRef="#ctx0" brushRef="#br0" timeOffset="187415.02">17792 17252 303 0,'0'0'36'0,"0"0"-35"15,0 0-2-15,0 0 0 0,-14 54 2 16,13-23-2-16,-5 7 1 15,0 10-1-15,-3 9-1 16,-1 4-40-16,-5 2-24 16</inkml:trace>
  <inkml:trace contextRef="#ctx0" brushRef="#br0" timeOffset="188125.61">16789 17987 150 0,'0'0'48'0,"0"0"-36"0,0 0 9 0,0 0-13 0,0 0-5 16,0 0-3-16,0 0-7 16,0 0 3-16,0 0 10 15,-13 19-1-15,13-5 0 16,0 7-3-16,0-4 0 16,1 1-1-16,5-3 1 15,-1-2-2-15,4-5 1 0,-2-1-3 16,3-7-6-16,1 0-6 15,-3 0-4-15,0-7 10 16,-1 0 7-16,-1-3 6 16,-1 3 3-16,-2 1 9 0,1 1 1 15,-2 0-3-15,1 5-7 16,3 0-6-16,1 0 0 16,4 0 0-16,0 0 0 15,3 0-1-15,-1 4-1 16,-2-4 1-16,3 0 0 15,-2 0-1-15,1 0 2 0,-3-4-2 16,1-4 1-16,-1-1-2 16,-1-3 2-16,-1-3 0 15,-2-2-2-15,2 0 2 16,-6 0-2-16,-1 0-3 16,0 3-2-16,-1 4 1 0,0 1-11 15,0 5-18-15,0 3-22 16,0 1-30-16</inkml:trace>
  <inkml:trace contextRef="#ctx0" brushRef="#br0" timeOffset="188289.14">17085 18024 224 0,'0'0'4'0,"0"37"10"0,2-14 5 15,0 2-13-15,-1 2-4 16,1 0 0-16,-1 2-2 0,1-1 1 15,1-4-4-15,-3 2-15 16,0-6-38-16,0-5-73 16</inkml:trace>
  <inkml:trace contextRef="#ctx0" brushRef="#br0" timeOffset="188496.54">17219 18028 297 0,'0'0'1'16,"0"0"-1"-16,43-37 1 16,-23 22-2-16,1 1-6 0,2 1-30 15,-3 1-2-15,-2 1-51 16</inkml:trace>
  <inkml:trace contextRef="#ctx0" brushRef="#br0" timeOffset="188659.56">17343 18076 308 0,'0'0'4'0,"0"0"-4"16,0 0-4-16,0 0-2 15,0 0-15-15,39-4-5 0,-19-10-28 16,-1-3-71-16</inkml:trace>
  <inkml:trace contextRef="#ctx0" brushRef="#br0" timeOffset="188938.55">17543 17910 205 0,'0'0'39'0,"0"0"0"15,0 0-24-15,0 0-10 16,-2 37-5-16,-5-14 1 15,3 1 0-15,3 0 0 16,1-1-1-16,0-6 1 16,0-1 0-16,3-5 0 15,6-5-1-15,-2-4-1 0,2-2 0 16,4 0 2-16,-6-11 2 16,1-2-3-16,-1-4 1 15,-3-4 2-15,0 1-3 16,-4 0 2-16,0-1-1 0,0 4 1 15,-1 0-1-15,-8 4 0 16,3 3 0-16,-1 6-2 16,1 1-15-16,-4 3-15 15,3 0-85-15</inkml:trace>
  <inkml:trace contextRef="#ctx0" brushRef="#br0" timeOffset="189114.69">17655 17993 209 0,'0'0'128'16,"0"0"-134"-16,0 0 9 16,0 0-6-16,40-16-23 15,-31 6-47-15,0-1-48 0</inkml:trace>
  <inkml:trace contextRef="#ctx0" brushRef="#br0" timeOffset="189428.91">17823 17845 268 0,'0'0'-4'0,"0"0"2"15,0 0-1-15,0 0 6 16,0 0-1-16,0 0-2 0,40-16 1 16,-34 16-2-16,-2 0 1 15,1 3 1-15,0 7 1 16,0 1-2-16,-2 3 0 16,2 2 1-16,-3 0-1 0,-2 4 1 15,0 1-1-15,0 1 0 16,0 1 1-16,0 0-1 15,-2 0 0-15,-3-2-2 16,2-3-17-16,0-3-13 16,3-7-32-16,0-6-29 15</inkml:trace>
  <inkml:trace contextRef="#ctx0" brushRef="#br0" timeOffset="189677.68">18042 17895 336 0,'0'0'3'0,"0"0"-3"15,0 0-1-15,0 0 1 16,0 0 0-16,0 0 1 16,0 0 0-16,4 48 3 0,0-31 1 15,2 3-2-15,2-2 0 16,-1 2-3-16,2 0 0 15,-3-3 1-15,1 0-2 16,-5-1-5-16,-2-3-18 16,0-5-43-16,-4-1-101 0</inkml:trace>
  <inkml:trace contextRef="#ctx0" brushRef="#br0" timeOffset="189823.08">18039 17908 309 0,'0'0'2'0,"33"-43"-1"16,-9 20-1-16,1 1 1 15,-4 4-12-15,-5 3-74 16</inkml:trace>
  <inkml:trace contextRef="#ctx0" brushRef="#br0" timeOffset="190558.7">16881 18505 173 0,'0'0'2'16,"0"0"2"-16,0 0 7 15,0 0 20-15,0 0 3 16,0 0-7-16,0 0-4 0,0 0-9 16,0 0-9-16,-4-28-5 15,4 28-4-15,0 9 4 16,0 2-1-16,2 3 4 16,3 2 0-16,4 1-2 15,-2 0-1-15,1-1-3 16,4-5-4-16,-4 0-2 0,2-5 0 15,0-5 5-15,-2-1 2 16,1 0 0-16,-2-4 2 16,1-7-1-16,1-2 0 15,-2-1 7-15,1-2-5 0,-2 5-1 16,2 0 0-16,-3 3 0 16,1 4-1-16,-2 3 0 15,-2 1-4-15,3 0 3 16,2 1 1-16,-2 3 5 15,5 1-3-15,-1-1-1 16,1-1 1-16,-1-2-1 0,-1 1 0 16,0-2 0-16,-2 0 1 15,-2 0-2-15,-3-2 1 16,1-5 6-16,0-2 10 16,0-2 1-16,2-6-13 15,-1 0-2-15,5-2-2 16,2 0 0-16,2 2-2 0,3 3-13 15,0 3-7-15,1 6-4 16,1 5-10-16,-1 0-8 16,-3 9-12-16,-3 3 0 15</inkml:trace>
  <inkml:trace contextRef="#ctx0" brushRef="#br0" timeOffset="190751.12">17228 18635 225 0,'0'0'11'0,"0"0"11"0,0 0 8 0,0 0-19 0,0 0-11 16,0 0-2-16,0 0 7 15,0 0 2-15,0 0 1 16,0 0-4-16,43-13-2 16,-23 2-2-16,0 1 0 0,4-3-2 15,-5 3-21-15,0 0-40 16,-7 1-52-16</inkml:trace>
  <inkml:trace contextRef="#ctx0" brushRef="#br0" timeOffset="190971.8">17482 18426 171 0,'0'0'5'0,"0"0"-1"16,0 0 18-16,38-41-9 16,-28 35-5-16,-1 0-7 15,-2 2-1-15,1 2-1 16,-3 1-6-16,0 1-24 0,1 0-38 16,-3 0-18-16</inkml:trace>
  <inkml:trace contextRef="#ctx0" brushRef="#br0" timeOffset="191421.08">17268 18548 25 0,'0'0'245'0,"0"0"-235"0,0 0 4 16,0 0-5-16,0 0-5 16,25-38-2-16,-10 33 0 15,0 3 0-15,0 2 0 16,-1 0-2-16,-2 5 0 15,-6 9-6-15,-1 6-17 16,-5 7-27-16,0 2-14 16,-9 1-1-16,-3-2 41 0,-2-2 24 15,1-5 24-15,1-4 36 16,3-6-17-16,3-1-43 16,4-3 0-16,2-2 0 15,0-2 19-15,0-1-8 0,8 0 2 16,5-2-2-1,5 0 1-15,2 0 2 0,5-11 1 16,3-5-4-16,2-4-8 16,-1-7-157-16</inkml:trace>
  <inkml:trace contextRef="#ctx0" brushRef="#br0" timeOffset="191585.16">17618 18442 331 0,'0'0'6'0,"0"0"9"16,0 0-7-16,0 0-14 15,0 0-1-15,0 0-3 16,0 0-20-16,0 0-92 16</inkml:trace>
  <inkml:trace contextRef="#ctx0" brushRef="#br0" timeOffset="191735.55">17647 18598 346 0,'0'0'5'0,"0"0"-7"16,0 0-5-16,0 0-11 16,0 0-22-16,0 0-4 15,37-19-60-15</inkml:trace>
  <inkml:trace contextRef="#ctx0" brushRef="#br0" timeOffset="192013.27">17756 18471 200 0,'0'0'90'16,"-10"40"-88"-16,10-17 3 0,0-2-4 16,0 3-1-16,2-5 0 15,4-2 1-15,2-4-3 16,-2-3 2-16,3-4-3 15,1-6-1-15,-3 0 2 16,3 0 7-16,-3-9-3 16,0-3 2-16,-5-2 4 0,-1-1 4 15,-1-1 1-15,0-1-3 16,-3 0-5-16,-6 1-3 16,2 3-2-16,-3 2 0 15,3 1-9-15,0 4-14 16,2-1-24-16,0 0-93 15</inkml:trace>
  <inkml:trace contextRef="#ctx0" brushRef="#br0" timeOffset="192189.58">17821 18530 255 0,'0'0'60'0,"0"0"-66"15,0 0 1-15,0 0 4 0,0 0-5 16,39-25 6-16,-28 14-2 16,3-2 0-16,-1-1-42 15,3-4-45-15</inkml:trace>
  <inkml:trace contextRef="#ctx0" brushRef="#br0" timeOffset="192576.7">18052 18371 115 0,'0'0'23'0,"0"0"-1"16,0 0 0-16,0 0-4 15,0 0-1-15,0 0-3 16,0 0 0-16,0 0-5 15,36-3-5-15,-25-1 0 0,1-1-1 16,1 1-2-16,-2 0-1 16,0 1 1-16,-2 2-1 15,-1 1 0-15,0 0 1 16,-3 0-1-16,-1 0 1 16,1 8-1-16,-3 5 11 15,-2 2-1-15,0 4-1 0,0 2-3 16,-4 3-2-16,-3 0 4 15,4 2-5-15,-3-2-1 16,4-1-2-16,0 0 0 16,2-5 1-16,0 0-3 15,0-5-8-15,2-6-37 0,6-7-77 16</inkml:trace>
  <inkml:trace contextRef="#ctx0" brushRef="#br0" timeOffset="192851.31">18315 18409 187 0,'0'0'-2'0,"0"0"2"0,0 0 1 15,0 40 6-15,0-26 19 16,0 2 11-16,4-1-13 15,0 2-6-15,0 0-7 16,0 0-4-16,2 1-5 16,-4-2-2-16,0 1 1 15,-2-1-1-15,0-2 0 16,0-2-3-16,-2 0-8 0,-5-3-11 16,-2-7-18-16,0-2-65 15</inkml:trace>
  <inkml:trace contextRef="#ctx0" brushRef="#br0" timeOffset="192978.71">18302 18337 331 0,'0'0'-1'0,"35"-52"1"0,-14 21 0 16,5-7-29-16,1-5-152 15</inkml:trace>
  <inkml:trace contextRef="#ctx0" brushRef="#br0" timeOffset="193777.9">18777 17342 177 0,'0'0'22'0,"0"0"-15"0,0 0-8 15,0 0 2-15,0 0-1 16,0 0 2-16,0 0 2 0,0 0 8 15,0 0 2-15,0 0-7 16,0 19 0-16,0-6-3 16,2 8 2-16,-2 9-4 15,0 7 0-15,2 7-1 16,-1 5 0-16,0 7 0 16,2 2-3-16,0 2 4 15,2-2-1-15,1 0-1 0,0 0 1 16,-1-3-1-16,1 0 1 15,-1 1 1-15,0 1-1 16,1 0-1-16,-2 0 0 16,-1-6 0-16,-1-4 0 0,2-3 1 15,-2-7-1-15,1-9 3 16,0-4 7-16,3-5-5 16,-4-5-2-16,1-5-2 15,-2-4-1-15,0-1-1 16,0-2-5-16,-1-2-10 0,0 0-8 15,0 0-16-15,-1 0-61 16</inkml:trace>
  <inkml:trace contextRef="#ctx0" brushRef="#br0" timeOffset="194004.69">18706 18624 265 0,'0'0'9'0,"0"0"-11"0,0 0-6 0,0 0 5 0,0 0 6 16,0 0-2-16,0 0 0 16,0 0-1-16,37 2 0 15,-25-2 0-15,1 0-15 16,-2 0-30-16,-2 0-49 0</inkml:trace>
  <inkml:trace contextRef="#ctx0" brushRef="#br0" timeOffset="194160.48">18839 18524 318 0,'0'0'3'0,"0"0"-3"16,0 0 0-16,0 0-1 15,-2 48-9-15,0-36-21 16,-3-2-34-16,-1-6-105 0</inkml:trace>
  <inkml:trace contextRef="#ctx0" brushRef="#br0" timeOffset="194624.33">18677 17401 179 0,'0'0'19'0,"0"0"7"0,0 0-9 0,0 0-15 0,0 0-1 15,0 0-1-15,0 0 0 16,-27 51 0-16,17-33 0 16,-1 5-1-16,-2 0-11 15,-1-2-16-15,1-2-26 16,0-7-1-16</inkml:trace>
  <inkml:trace contextRef="#ctx0" brushRef="#br0" timeOffset="194827.27">18694 17413 241 0,'0'0'3'15,"0"0"8"-15,0 0 4 16,0 0 0-16,36-4-6 15,-24 4-4-15,0 0 3 16,2 4-4-16,-3 3-2 16,4-1-2-16,-1 4 0 0,-1-3-14 15,-3-2-54-15,-1-4-130 16</inkml:trace>
  <inkml:trace contextRef="#ctx0" brushRef="#br0" timeOffset="196499.93">19212 17430 61 0,'0'0'40'0,"0"0"-38"0,0 0 8 0,0 0 0 16,-1 44-4-16,1-34 4 16,0 0 2-16,0 2 2 15,4-4-4-15,2 2-5 16,0-3-2-16,3 0-2 0,1-4-1 16,1-1 1-16,3-2 0 15,-2 0-1-15,1-9-2 16,-1-5 1-16,-2 2 2 15,-1-3 3-15,-4 2 17 16,-2 2 2-16,-2 1-12 0,0 4-6 16,-1 1-4-16,0 2 1 15,0 3-2-15,0 0 0 16,3 0-9-16,3 7 6 16,2 1 3-16,0 1 1 15,1-1-1-15,2-1 0 0,-1-1 1 16,-1-2-1-16,-2-1 1 15,2-3-1-15,-4 0 1 16,0 0 0-16,0-5 7 16,-3-3 7-16,0-3 6 15,-2 0-3-15,0-4-7 16,0 1-7-16,0 1-4 0,-1 1 1 16,-1-1-3-16,0 4-8 15,1 4-17-15,1 1-25 16,0 1-80-16</inkml:trace>
  <inkml:trace contextRef="#ctx0" brushRef="#br0" timeOffset="196910.32">19592 17480 165 0,'0'0'2'0,"0"0"-3"0,0 0 2 15,0 0-1-15,0 0 0 0,0 0 0 16,12 40 1-16,-12-24-1 15,2 1 0-15,-1-2-13 16,-1-1-68-16</inkml:trace>
  <inkml:trace contextRef="#ctx0" brushRef="#br0" timeOffset="198236.15">20209 17395 175 0,'0'0'7'0,"0"0"19"0,0 0-6 16,0 0-10-16,0 0 1 0,0 0 8 15,0 0-8-15,0 0-2 16,0 0-5-16,0 0-3 15,0 0-2-15,0 0 2 16,0 0-2-16,17-16 1 16,-5 16 0-16,0 0-1 0,-2 7 0 15,0 2-1-15,4 1 0 16,-3 1 2-16,2 3 0 16,-2 1 0-16,-3 2 0 15,2-2 0-15,-1 1 0 16,-4 0 0-16,1-1 0 0,0-1-1 15,-4 2-2 1,0-5 0-16,1 3 2 0,-2-2 0 16,-1 1 1-16,0-1-1 15,2 0 2-15,-2-2-10 16,2 5-10-16,-2-3-4 16,0 1-3-16,0 2 3 0,-4 0 6 15,-3 0 12-15,0 3 5 16,0 2 2-16,-2 0 1 15,0 3 2-15,-1 0 1 16,1 3-2-16,1-1-3 16,1 0 0-16,4-1-1 15,2 1 0-15,1-1 1 0,0 1-2 16,6-2 1-16,5 4 1 16,-1-1-1-16,3-2 1 15,1 1-1-15,-1 2 3 0,3 0 0 16,-3-1 4-16,4 1-1 15,-3-2-6-15,1 2 4 16,-1-1-1-16,-4 1-3 16,-2 1 0-16,-5 1-12 15,-3-1-11-15,-4 2 5 16,-10-2-4-16,-4-1 15 16,-2-1 4-16,-5-1-1 0,0-2-9 15,2-4-44-15</inkml:trace>
  <inkml:trace contextRef="#ctx0" brushRef="#br0" timeOffset="199118.38">20734 17601 157 0,'0'0'-2'0,"0"0"24"0,0 0 7 0,0 0-14 16,0 0 0-16,0 0-6 15,0 0 0-15,0 0-4 16,0 0 6-16,0 0-5 15,0 0-3-15,0 39-2 16,0-26 0-16,0-3 0 0,3 0-1 16,0 0 0-16,-1-1 0 15,0-2 1-15,2-2-2 16,-3-1-1-16,2-3 0 0,0 0-2 16,3-1-2-16,-3 0 4 15,3-4-2-15,0-5 7 16,-1 0-2-16,2 0-1 15,-2 0 1-15,-2 4 0 16,3-1-1-16,-3 5 0 16,1 1 0-16,2 0-1 0,-1 0-2 15,3 7 3-15,0 0 0 16,1 1 0-16,1 0 0 16,0 0 0-16,1-2 0 15,0-2 0-15,0-2 0 16,-1-2 0-16,0 0 1 15,0 0-1-15,-3-8 0 0,0-2 1 16,-2 2 4-16,-3-4 6 16,0 1 2-16,-2-2-5 15,0-1-2-15,0 1-5 16,-4 2 0-16,0-2-3 0,1 4-3 16,-1 3-8-16,1 3-16 15,1-1-35-15,0 1-83 16</inkml:trace>
  <inkml:trace contextRef="#ctx0" brushRef="#br0" timeOffset="199701.7">21027 17683 67 0,'0'0'53'0,"0"0"-3"0,0 0-9 15,0 0-15-15,0 0-14 16,0 0-10-16,0 0-1 15,0 0 0-15,0 0-1 16,-1 47 0-16,1-35 1 16,0 0-2-16,0-1 1 0,0-2 0 15,0 0-1-15,4-2-3 16,2-3-10-16,3-3-2 16,1-1 8-16,0 0 3 15,-2-7 5-15,1-1 1 16,-4-5 12-16,-2 2 11 15,-1-2-6-15,-2-1-9 0,0 0-2 16,-2-1-5-16,-4 3-3 16,-2 4-8-16,-1 1-11 15,0 3-7-15,1 3-47 16,-5 1-36-16</inkml:trace>
  <inkml:trace contextRef="#ctx0" brushRef="#br0" timeOffset="200996.63">21978 17693 126 0,'0'0'-4'0,"0"0"14"0,0 0 11 0,0 0-3 0,0 0 4 16,-18-38 0-16,18 32-3 16,3-1-9-16,8 5-4 15,1-2-2-15,1 4 0 16,1 0 0-16,-1 0-2 15,1 4-2-15,-3 7 0 0,-1 3 0 16,-1 2 0-16,-5 6-2 16,-1 2 2-16,0 5-4 15,-3-2 0-15,0 1-1 16,0-1 1-16,-5 0 3 0,2-4 2 16,2-1-1-16,1 0 0 15,0-5 0-15,0-2-1 16,5-2 2-16,3-3 1 15,2-5-2-15,0-3 4 16,1 0 4-16,2-2-3 16,0 0-2-16,-2 0 0 15,0-4-2-15,-4 2-1 0,-1-1 1 16,-4 2-1-16,-2 1 2 16,0 0 1-16,-4 0 2 15,-4 5-5-15,-1 5 0 16,-3 2 1-16,3 2-1 0,-1 3 0 15,2 0 0-15,3 3 0 16,2 0 0-16,2 2 0 16,1 0 1-16,0 1-1 15,0 1 1-15,5 1-1 16,3-1 0-16,0 2 1 0,0 0 1 16,-1 0-2-16,-1-1 0 15,0 0-3-15,-4-4-4 16,-2-1-1-16,0-1 5 15,-2-4 2-15,-6-3 3 16,-3-2 2-16,-2-3 0 0,-2 0-3 16,1-3-1-16,-5 2 0 15,1-2-2-15,1-1-4 16,-1-2 2-16,2 0 3 16,0-1-6-16,3 0-23 15,0 0-45-15,4-7-32 16</inkml:trace>
  <inkml:trace contextRef="#ctx0" brushRef="#br0" timeOffset="202526.32">22686 17842 71 0,'-4'0'54'0,"-1"0"-52"0,3 0-2 15,1 0-5-15,-3 0-6 16,2-1 6-16,-2-2 3 0,2 3 5 16,-1 0 1-16,-1 0 6 15,1 0 4-15,1 0-4 16,1 0-7-16,-2 0-3 16,3 0 0-16,0 0-10 15,0 0 1-15,0 0 7 0,0 0 2 16,0 0 1-16,0 0 3 15,0 0 1-15,0 0 2 16,0 0 1-16,0 0-1 16,5 0-4-16,1 0-2 0,1 0-1 15,1 0 2-15,-1 0-2 16,2 0 0-16,-2 0 13 16,0 0 9-16,2 0-4 15,-2 0-4-15,3 0-5 16,-1 0-2-16,3 0-5 15,-1 3-2-15,4-2 0 0,-1-1-5 16,1 2-2-16,1-1 0 16,2-1 2-16,-3 0 5 15,2 0 0-15,0 0 1 16,4 0-1-16,-1-3 1 16,1-1-1-16,0 1 0 0,2-1 0 15,-2 2 0-15,2-1 0 16,1-1 0-16,-1 1 3 15,-3-1 6-15,2 0 3 16,-3 1 0-16,-2 1-2 16,-1-2-4-16,-1 3-2 0,-2-2-3 15,-1 2-1-15,-1-1 0 16,-1 1 0 0,-3 1 1-16,-2 0-1 0,0 0 0 15,-3 0-2-15,0 0-6 16,3 0-7-16,-5 0-11 0,1 0-18 15,-1 0-31-15,0-3-41 16</inkml:trace>
  <inkml:trace contextRef="#ctx0" brushRef="#br0" timeOffset="203167.92">23122 17663 76 0,'0'0'31'0,"0"0"-30"0,0 0 0 16,0 0-1-16,0 0 0 15,0 0 0-15,0 0 1 16,0 0 4-16,0 0 8 0,0 0 4 16,0 0 0-16,0 0-8 15,6 37-7-15,0-31-1 16,2 1 0-16,-3-1 0 16,3 1-2-16,1 0 3 15,1 0 3-15,0 0 11 0,1-1-1 16,1 0-5-16,-1 0-6 15,-2-1-3-15,2 2-1 16,-4-1 0-16,0 2 1 16,-3-2-1-16,0 1 0 15,1 0 2-15,-5-1-2 0,0 4 1 16,-4 0 5-16,-4 2 3 16,-5 4-2-16,-3 1 0 15,1 4-1-15,-5 2-4 16,3 0 0-16,-2 0-2 15,2-2 1-15,7-1-2 0,-1-3-15 16,3-6-38-16,5-7-60 16</inkml:trace>
  <inkml:trace contextRef="#ctx0" brushRef="#br0" timeOffset="203792.86">23556 17497 231 0,'0'0'10'0,"0"0"-10"0,0 0 1 16,0 0 0-16,0 0 3 16,6 40 4-16,-6-23 1 15,0 4-4-15,0 3 0 16,0 3-4-16,0-2 0 15,4 0 0-15,-2-4-3 0,0-3-17 16,1-6-20-16,-1-6-53 16</inkml:trace>
  <inkml:trace contextRef="#ctx0" brushRef="#br0" timeOffset="204440.46">23473 17499 157 0,'0'0'8'0,"0"0"5"16,47 0-1-16,-27 0-9 15,1 0-3-15,1 0-3 0,-2-2-10 16,-1-2 2-16,-3 1 6 16,-2-3 5-16,-1-1 0 15,-2 0 0-15,-6 2 0 16,0-1-3-16,-3 0-15 16,1 0 3-16,-3 4 10 0,0-1-2 15,0 3 11-15,-6 0 8 16,0 0-3-16,-1 8-6 15,1 5 0-15,-2 1 0 16,2 3 2-16,1 3 0 16,1 1 0-16,4-2 4 0,-1 1-4 15,1-1 2 1,0 0-3-16,2-2-3 0,5-1-1 16,-4-2-5-16,2-4-18 15,1-2-3-15,-3-3 11 16,-1-4 2-16,0-1 6 15,-1 0 7-15,-1 0 1 0,0-7 2 16,0 0 13-16,0-6 6 16,0 2 0-16,0-1 3 15,3-1-2-15,2 2-8 16,1 0-7-16,4 1-6 0,-1 3 0 16,1 3 1-16,1 2 3 15,-1 2 0-15,0 0 3 16,2 0-2-16,-5 7-1 15,1 2-1-15,-1 3-2 16,1 0-1-16,-1 0-2 16,-2-1-13-16,-1 2-12 0,-1-5-18 15,-1-1-45-15</inkml:trace>
  <inkml:trace contextRef="#ctx0" brushRef="#br0" timeOffset="204796.59">23870 17663 210 0,'0'0'-9'0,"0"0"-5"0,0 0 4 0,0 0-12 0,0 0 13 16,0 0 7-16,0 0 3 15,41-8 6-15,-36 2 14 16,3-1 2-16,-3 1-9 15,-1-1-9-15,0 0-3 16,-2 0 0-16,-2 0 1 0,0 2-2 16,-2 0-3-16,-6 2 2 15,-2 3 0-15,-1 0 6 16,0 0 7-16,0 8 1 16,0 1-4-16,2 1-3 15,3 4 2-15,3-1 0 0,1 0-3 16,2-2-2-16,0 2-2 15,8-3-2-15,4-2 0 16,5-3-11-16,4-5-29 16,-1 0-63-16</inkml:trace>
  <inkml:trace contextRef="#ctx0" brushRef="#br0" timeOffset="205059.64">24145 17412 234 0,'0'0'13'0,"0"0"14"16,0 0-6-16,0 0-8 0,0 0-8 15,0 0-5-15,0 0 0 16,0 0 2-16,-6 46-2 15,6-24 1-15,0 2-1 16,0-4 0-16,0 3-7 16,4-5-19-16,0-6-20 0,-1-3-47 15</inkml:trace>
  <inkml:trace contextRef="#ctx0" brushRef="#br0" timeOffset="205314.52">24121 17419 224 0,'0'0'5'0,"0"0"10"15,0 0-3-15,22-38-2 16,-11 32-6-16,4 1 1 16,1 4 2-16,-2 1-3 0,-2 0 0 15,1 0-1-15,0 6-2 16,-4 2-1-16,1 1 0 15,-4 4 0-15,-2 1-3 16,-4 0-7-16,0 2-7 16,-3 2-12-16,-9-1-24 0,-4-2-15 15,-2 0-17-15</inkml:trace>
  <inkml:trace contextRef="#ctx0" brushRef="#br0" timeOffset="205550">24147 17543 51 0,'0'0'5'0,"0"0"10"16,0 0-9-16,0 0-1 0,0 0 10 15,54-10 5-15,-36 8 16 16,-2 2 9-16,1 0-12 16,-4 0-9-16,-1 2-11 15,-2 5-7-15,-5 1-4 0,0 2 1 16,-5 2-3-16,0-1-1 16,-5 2 0-16,-5 1 1 15,-6-4 1-15,-2 1-2 16,-2-2-2-16,-5-1-7 15,-1-1-13-15,-1-4-7 16,5-1-8-16,0-2 4 0,8 0-6 16,5 0-59-16</inkml:trace>
  <inkml:trace contextRef="#ctx0" brushRef="#br0" timeOffset="205927.82">24378 17554 116 0,'0'0'-6'16,"0"0"-8"-16,0 0 4 16,0 0 8-16,0 0 8 15,0 0 23-15,0 0 11 16,0 0 1-16,0 0-15 15,32-27-9-15,-32 20-8 16,0 0-5-16,1-2-3 0,-1 2 1 16,0 1 3-16,0 1 1 15,0-1 2-15,-1 5-4 16,-2-1 2-16,-5 2-1 16,2 0-1-16,-4 10-3 0,1 0 0 15,1 4-1-15,-1 2 2 16,5-2-2-16,-1 3 0 15,5-5 0-15,0-1-2 16,1 0-8-16,6-2-22 16,3-5-21-16,2-4-51 15</inkml:trace>
  <inkml:trace contextRef="#ctx0" brushRef="#br0" timeOffset="206294.59">24546 17462 244 0,'0'0'3'16,"0"0"0"-16,0 0 1 16,0 0-3-16,1-39 3 15,-8 39-4-15,-1 0 5 16,-3 0-4-16,-1 8 0 0,6 1 0 16,-5 1-1-16,4 2 1 15,4-1-2-15,1-1 1 16,2 0-2-16,0 1 1 15,0-2 1-15,9 1 0 16,1-2 1-16,1 2 2 0,2 0 4 16,1-3-1-1,-3 2-3-15,1-1-1 0,-2-1 0 16,-4-1-2-16,-1 1 1 16,-4 0 1-16,-1-1-2 15,0-2 0-15,-7 3 1 16,-4-2 0-16,-3-1 0 0,1-1-4 15,-2-1-6-15,2-2-12 16,3 0-41-16,3-6-66 16</inkml:trace>
  <inkml:trace contextRef="#ctx0" brushRef="#br0" timeOffset="206567.01">24671 17383 269 0,'0'0'-7'0,"0"0"9"0,0 0-4 16,0 0 4-16,0 0-8 16,0 0 6-16,0 0 1 15,0 0-1-15,-2 43 3 0,1-23-1 16,1 1-2-16,0 3 0 15,0-1 1-15,0-1-1 16,0 0 0-16,4-5 0 16,1 0-1-16,2-4-26 15,-2-3-42-15,-2-5-28 0</inkml:trace>
  <inkml:trace contextRef="#ctx0" brushRef="#br0" timeOffset="206731.69">24693 17541 199 0,'0'0'0'16,"47"-17"1"-16,-18 13-1 16,-1-2-2-16,-1 2-42 0,-3 2-26 15</inkml:trace>
  <inkml:trace contextRef="#ctx0" brushRef="#br0" timeOffset="207757.08">23855 17148 94 0,'0'0'-7'0,"0"0"19"0,-51-29-4 0,35 25 2 15,-3 0 17-15,4 1 7 16,0 0 3-16,4 0-5 15,1 3-7-15,-3-1-14 16,1 1-8-16,0 0-3 16,-2 0 0-16,-4 4-5 0,-3 6-5 15,0 2 6-15,-4 3 3 16,-4 6 1-16,-2 4 0 16,0 4 1-16,-1 5-1 15,0 3 1-15,2 3 2 0,3 4 3 16,4 0-2-16,2 3-1 15,5 4-1-15,4-1 0 16,5 2 1-16,7 1 3 16,0-2-1-16,4 2-1 15,9 1 0-15,3 0-1 0,4 2 0 16,3-2-2-16,3 3-1 16,3 0 0-16,3-1 0 15,3-3 0-15,5-4-2 16,4-6 0-16,5-5 0 15,1-6 2-15,5-10 0 0,2-4 1 16,3-7 11-16,2-5 2 16,3-4 4-16,3-2 5 15,1-1-5-15,-1-10-3 16,-1-3-7-16,-2-5-4 16,-4-3-3-16,-5-4 0 0,-5-1-1 15,-6-5 0-15,-3-3 0 16,-5-3 0-16,-2 1-1 15,-4-7 0-15,-2-1 0 16,-6-5-2-16,-4-4-2 16,-5-3-1-16,-10-4-7 15,-4-3 2-15,-4-5 1 0,-16-1-1 16,-8-3 6-16,-13-2 5 16,-9 0 0-16,-15 1-3 15,-12 0-12-15,-13 6-20 16,-20 0-42-16,-11 7-96 15</inkml:trace>
  <inkml:trace contextRef="#ctx0" brushRef="#br0" timeOffset="209015.9">18486 17284 196 0,'-5'0'4'0,"1"-4"9"0,0-2-5 16,2-1-10-16,2 1-3 16,0 1-6-16,0-1-1 0,0-1 8 15,6 4 3-15,-1-1 1 16,4-2 1-16,2 3 3 15,-2 0 3-15,4 2-4 16,-1 1-2-16,-1 0 0 16,2 0-1-16,-4 0 0 15,0 0 0-15,0 7 0 0,-4 3 0 16,1-1 1-16,-2 3 0 16,-1 4 2-16,-1 0-1 15,1 2 0-15,1 2 0 16,-2 0-2-16,0 3 1 15,-1-1-1-15,1 2 0 0,0 1 0 16,-2 2 1-16,1 1-2 16,-1 3 1-16,1 0-1 15,-1 2 1-15,0 1-1 16,0-1-8-16,2-2 10 16,2-4 0-16,1 0-1 15,5-7 0-15,0-6 2 0,5-2-2 16,2-7 1-16,2-2 0 15,-1-3 0-15,1 0 0 16,0-3-1-16,-5-2 0 16,-5-1 2-16,-3 0 5 15,-3 5 3-15,-2-1 7 0,-1 2 10 16,0 0-16-16,-6 0-12 16,-3 9-1-16,-4 6-2 15,-3 5 2-15,1 6 0 16,1 5 2-16,1 5 0 0,1 5 0 15,4 3 1-15,3 3-1 16,5 1 1-16,0 5 0 16,0 1-1-16,7 2 1 15,2 1 0-15,3 4 0 16,0-1-1-16,0 0-1 16,-3-2 1-16,-1-3-8 0,-5-5-25 15,-3-6-36-15,0-9-40 16,-5-8 109-16,-7-11 0 15,-2-10 0-15</inkml:trace>
  <inkml:trace contextRef="#ctx0" brushRef="#br0" timeOffset="210167.8">20036 17329 132 0,'17'-4'2'0,"4"3"-1"0,-1-1 1 0,1 0-2 0,-2 2 0 16,-2 0 0-16,-3 2-1 15,-3 5 1-15,-2 2-1 16,-4 2 3-16,1 4 3 16,-4 0 7-16,-2 5-1 0,0 3-8 15,0 3 0-15,-2 3-2 16,-7 2-1-16,0 2 0 16,2 0 1-16,-2 2 0 15,3-4 0-15,1 2 12 0,1-2 10 16,4-4-6-1,0 0-8-15,0-4-3 16,0 0 3-16,7-3-2 0,0-3 2 16,5-3 1-16,3-3 0 15,2-1-1-15,3-5 0 16,-2 0 1-16,4-5-3 16,1 0-3-16,-1 0 0 0,0 0-3 15,-4-3 0-15,-2-2-1 16,-4 0 1-16,-2 1-1 15,-6 2 0-15,-3 1 0 16,-1 1-2-16,0 0 0 16,-5 6-3-16,-8 8-12 0,-1 3 7 15,-1 6 0-15,-1 4-9 16,2 1-2-16,3 2-1 16,3-1-6-16,6-2-5 15,2-2 21-15,0-2 11 16,8-2 2-16,6-2 6 15,1-1 12-15,4 1 1 0,2-1-6 16,1 2-1-16,2-1-1 16,0 3-7-16,0-2-4 15,-3 3 0-15,-3 1-1 16,-3 3 0-16,-3-1 0 0,-7 3 2 16,-4 0-2-16,-1-1-2 15,-8 0 4-15,-11-3-2 16,-6-1 1-16,-4-6 0 15,-6 1 0-15,1-4-2 16,-1-5-12-16,4-7-34 0,3-3-76 16</inkml:trace>
  <inkml:trace contextRef="#ctx0" brushRef="#br0" timeOffset="211191.83">21930 17627 16 0,'-6'0'151'0,"2"0"-136"0,1 0 1 0,1 0-13 0,-2-1-2 16,2-1 0-16,2-3-1 15,0 1 0-15,0 0 3 16,0 1 7-16,0-3-4 16,2-1 0-16,4 3-5 0,1 0 1 15,3-1-2-15,3 3 0 16,1 1 0-16,3 1 0 15,2 0 0-15,-2 0 0 16,-1 0 0-16,-1 7 0 0,-2 0 0 16,-2 5 0-16,-4 2 0 15,-3 5 0-15,-4 2 0 16,0 3-2-16,0 6-5 16,-8 1-10-16,-1 2 2 15,-1 1 4-15,-1 0 10 16,1 2 1-16,0-4 1 15,4-2 2-15,3 0 2 0,3-5 0 16,0-5-2-16,5-3-2 16,6-4 1-16,5-6-1 15,2-1 2-15,1-6 0 16,0 0 2-16,-2 0 0 0,1-6 4 16,-5-4-1-16,-3 0 3 15,-3-1-5-15,-3 0-4 16,-4 2-1-16,0 2-1 15,-1 1-1-15,-5 2-1 16,-6 4 4-16,-1 0-2 0,2 7-1 16,-1 5 2-16,2 5-1 15,2 3 0-15,2 2 1 16,4 5-1-16,2-1-1 16,0 2 2-16,1 2-1 15,8-3 2-15,2 3 5 0,1-3-3 16,-2 1-3-16,1-2 0 15,-2-2-1-15,-2-4 0 16,-3-2 0-16,-4-4-2 16,0-5-6-16,-11 0-12 15,-2-7-43-15,-1-2-49 16</inkml:trace>
  <inkml:trace contextRef="#ctx0" brushRef="#br0" timeOffset="212160.33">23766 17037 157 0,'0'0'4'0,"0"0"12"0,0 0-6 0,0 0-5 0,0 0 1 16,0 0 1-16,0 0 5 16,0 0-3-16,0 0-1 0,0 0-5 15,0 0-3-15,0 0-2 16,0 0-5-16,0 0-7 16,29-35 0-16,-15 34 9 15,5 1-1-15,-2-2 0 16,4 0 3-16,0 1 5 15,5 0-1-15,-2 0 0 0,0 1 1 16,2 0 5-16,0 0 1 16,0 0 1-16,-3 6 0 15,1 2 3-15,1-2-2 16,1 3 2-16,1 2-1 16,2-1-5-16,0 1-4 0,2 1-2 15,0 1 2-15,-1 0-2 16,-1 2 0-16,-1-1 0 15,-1 2 0-15,1-2-2 16,-3 3 2-16,0-1-1 16,-3-1 1-16,-1 2 1 0,-1-1-2 15,0-2 2-15,-6 3-2 16,3 0 0-16,-4 0-2 16,-1 0 1-16,-1 3 1 15,-2 0 1-15,0 0 0 0,-1 3 0 16,0 1 0-16,0 0 1 15,-2 2 0-15,3 1 0 16,-1 1 0-16,1 3 2 16,-1-1 0-16,-1 4 0 15,0 0 0-15,-2 0 3 16,-1 3 3-16,-2-1 2 16,0 1-6-16,0-1 3 0,-2 0-1 15,0-2-1-15,-5 3-1 16,-5 0-3-16,-7 3-1 15,-6 1-1-15,-11 6-3 16,-10-3-37-16,-10-3-59 0</inkml:trace>
  <inkml:trace contextRef="#ctx0" brushRef="#br0" timeOffset="-201852.04">20297 17362 63 0,'0'0'1'0,"0"0"1"0,0 0-5 0,0 0-19 0</inkml:trace>
  <inkml:trace contextRef="#ctx0" brushRef="#br0" timeOffset="-201119.16">20198 17287 77 0,'0'0'6'16,"0"0"15"-16,0 0-9 16,0 0-15-16,0 0-7 0,5-38 6 15,4 32 2-15,2 0 0 16,-3 3-3-16,2-1 3 16,2 4 1-16,-2 0 2 15,-1 0 3-15,1 0-9 16,0 0 7-16,-3 7 5 0,2 3-3 15,-4 1 0-15,1 1 16 16,-3 5-12-16,1 0-5 16,-2 3-2-16,0 1 0 15,0 3 0-15,-2 2 0 0,0 2 1 16,0 3 1-16,0 2-1 16,0 3-2-16,0 2-1 15,0-1-3-15,0 3 2 16,0 2-2-16,0 1-1 15,0-1 7-15,-2-2-1 16,2 0-1-16,0-2 1 16,0-5-1-16,6-2 1 15,6-4-1-15,1-3 1 0,6-6 1 16,3-3-5-16,-1-5 3 16,3-4 0-16,0-6 1 15,-1 0 2-15,-3-3 0 0,-1-6 9 16,-3-6 4-16,-2 5-9 15,-4 0-4-15,-3 1-1 16,-5 4-2-16,-2 3 2 16,-2 2 10-16,-9 0-2 15,-2 10-6-15,-6 6-4 16,0 4 0-16,1 4 1 16,-2 2-1-16,4 3 0 0,1 3 2 15,0 3-2-15,4 1 2 16,5 0-1-16,-1 1 0 15,4-1 0-15,3-4 0 16,0-2 1-16,0 0 1 0,4-1 1 16,2 0-1-16,-4-1-2 15,1 1 1-15,-3-2-2 16,0 0 1-16,0-1-1 16,-7-5 1-16,-8 3 1 0,-6-4-4 15,-4 1-10-15,-3-9-25 16,-3-1-60-16</inkml:trace>
  <inkml:trace contextRef="#ctx0" brushRef="#br0" timeOffset="-194727.42">23484 17098 114 0,'0'0'-18'0,"0"0"16"0,0 0-4 0,0 0 3 16,0 0-5-16,0 0-7 0,0 0 7 16,0 0 4-16,0 0 4 15,0 0 1-15,37-3-1 16,-31 3 0-16,0 0 0 15,4 0-7-15,0-3 2 16,-1-1 6-16,3 1 1 0,1-1 5 16,1 2 8-16,3-3 3 15,1 1-4-15,-1-1-3 16,2 1-1-16,0 1-1 16,-1-3-3-16,-1 3-1 15,-1 1 0-15,3-2 4 16,-4 1 3-16,4 0-2 0,0 1-1 15,0-2-5-15,5 0-1 16,-4 1-2-16,3-1 0 16,3 3-2-16,-1-1 2 15,0 2-1-15,0 0 0 0,2 0 0 16,0 0 0-16,-1 0 0 16,3 0 0-16,-1 2 0 15,0-1 0-15,0 6 0 16,0-4 1-16,-3 3-2 15,0-1 2-15,0 1-1 0,-4 1 0 16,1 1 0-16,0-2 0 16,-1 4 0-16,1-3 0 15,-3 2 0-15,1-1 0 16,-2 1 0-16,0-1 0 16,0 1 0-16,1 0 0 15,-1 0 1-15,3 1-2 16,-1 1 1-16,1 1 0 0,-2-1 1 15,0 3-1-15,1-1-1 16,-5 3 1-16,2 0 1 16,-4 2-2-16,0 0 0 15,-2 2 0-15,-3 2 0 0,0 0 0 16,-2-1 1-16,-1 1-1 16,-3 2 2-16,1 0-1 15,-3-2 5-15,2 2 1 16,0 1-3-16,2 0-2 15,-1 2 0-15,0 1-1 0,0 0 1 16,-2 4-1-16,-1-1 0 16,0 0 0-16,0 3 0 15,-5-4 0-15,0 1 0 16,-3-1-2-16,3 0 4 16,-5-2-2-16,2 2 0 15,0-3 1-15,-1 0-2 0,-1-1-2 16,0-1 1-16,-1 2 1 15,-3-4 1-15,1 1 0 16,-1-1 0-16,-1-3 0 16,-2 2 1-16,1-4-1 0,-1 2 0 15,1-2 1-15,0-3-1 16,1 0 0-16,-1-3 1 16,-1 1-1-16,-1-3 1 15,-1 0 1-15,-2 0 1 16,-2 0 0-16,-1-2 0 0,-1-2 0 15,1 1-1-15,-4-1 1 16,0-1-1-16,-5-2-2 16,-1 0 1-16,-3-1 0 15,-6-2 0-15,0 0 1 0,-4 0 3 16,2 0-1 0,-6-3-4-16,1-4 19 15,2-2-18-15,-1 1-1 0,5-4 1 16,1-4-1-16,6 0 2 15,4-3-2-15,4-3 0 16,4 0 1-16,2-3 1 16,3-1-2-16,0-1 0 0,1 1 0 15,2 0 0-15,-1-1 1 16,1 1 0-16,3 0 1 16,-1 1-2-16,3 1 1 15,1 1-1-15,2 0 1 0,-1 3 0 16,5 3-1-16,-2-1 0 15,4 1 0-15,1-3-2 16,2 0-1-16,0-1-12 16,2-4-7-16,4 0-6 15,1-2-8-15,0 0 3 16,-2 0 3-16,-1 1 9 0,-1 2 13 16,1 0 9-16,2 1 0 15,1 2 9-15,5-1 1 16,3 0 1-16,3-1-1 15,3 2-1-15,1-1 0 16,-2 0 0-16,1 3 3 0,1-2 0 16,-2 1-1-16,0 0-3 15,1-1-4-15,-1 0-3 16,2 1 0-16,2 0-2 16,0 3 1-16,2-1-1 15,4 2 0-15,1 2 0 0,1 0-1 16,1 4 1-16,0 0 0 15,2 4 0-15,-1 1 0 16,1 3 0-16,-1 2 0 16,3 0 0-16,-3 0 0 0,-1 0 0 15,2 5 0-15,-2 1 0 16,-1 2 0-16,1 1 1 16,-2 2-1-16,2 2-1 15,-5 2 1-15,1 3 0 16,0 2 1-16,-2 1-1 15,-1 5 0-15,-1 0 0 0,1 2 2 16,-7 0-2-16,0-1 0 16,0 0 0-16,-4 2 1 15,0-1-1-15,-3 2 0 16,1 0 1-16,-3 2 2 16,0 1 0-16,1 0-1 0,-2 2 1 15,-4 1-1-15,-1-2-1 16,0 0 0-16,-4 0 0 15,0 0-1-15,-3 0 0 16,-6 2 0-16,-4-1 1 0,-2 1 0 16,-6-2-1-1,0 1 0-15,-3-2 0 0,-2-2 0 16,-2-4 1-16,-1-3-1 16,-1-4 0-16,1-5 0 15,-2-4 0-15,1-4-1 16,1-4-18-16,3-3-22 0,-2-2-11 15,3-12-45-15</inkml:trace>
  <inkml:trace contextRef="#ctx0" brushRef="#br0" timeOffset="-193985.73">24057 16923 4 0,'0'0'30'0,"0"0"8"0,1 0-14 0,-1 0-14 16,1 0-3-16,2 0 8 16,0 0-1-16,1 0-2 15,3 0 0-15,-1 0 0 16,4 0-3-16,4-1-1 16,3-6-2-16,8-4-1 0,8-5 0 15,9-7-4-15,12-7-1 16,16-11-12-16,6-10-76 15</inkml:trace>
  <inkml:trace contextRef="#ctx0" brushRef="#br0" timeOffset="-187739.3">1352 8139 12 0,'0'0'62'0,"0"-1"-46"0,-2-1 2 16,2 2-2-16,0 0-6 0,0 0-8 15,0 0-2-15,0 0-1 16,0 0 1-16,0 6 1 15,0 0-1-15,0 2 0 16,0 2 0-16,0 3 1 16,0 0 0-16,0 2 0 0,0 2-1 15,0 1 1-15,0-2-1 16,0 3 1-16,0 1-1 16,0-2 1-16,0-1 1 15,0 0-2-15,0 0 1 16,0-2-1-16,2 0 1 15,1-2-1-15,-1 0 0 16,0 2 0-16,0-3 1 0,0 2-1 16,0-5 0-16,-1 0 1 15,1 0-1-15,1-3 0 16,-1-2 1-16,0-1 2 16,0-2 0-16,2 2 2 0,1-2 0 15,2 1 1-15,0-1-3 16,1-1-1-16,-1 3-2 15,2-3 0-15,2 0 3 16,-2 0 0-16,2 0-1 16,1 0 0-16,1 0-2 0,1 0 2 15,-3 0-1-15,1 0 0 16,0 0 0-16,-1-1-1 16,-2-1 1-16,1 1-1 15,-2 1 0-15,-2 0-1 16,1 0-39-16,-2-4-95 15</inkml:trace>
  <inkml:trace contextRef="#ctx0" brushRef="#br0" timeOffset="-187129.46">1815 8435 114 0,'0'0'6'0,"0"0"-11"0,0 0 7 0,0 0-2 0,0 0 2 16,0 0-1-16,0 0 0 15,0 0 4-15,0 0 9 16,0 0-2-16,38-9-4 16,-31 2-3-16,2-3 2 15,-5 1-2-15,1 2 7 16,-1-1-1-16,-4 1-6 0,0 0 1 16,0 1-1-16,0 2-3 15,0-3-1-15,-6 4 1 16,1 1-4-16,-4 1 1 15,-2 1 2-15,2 0-2 16,-2 0 2-16,-3 3-2 0,4 2 2 16,0 2-2-1,1-1 1-15,1 0 0 0,1 1 0 16,-2 1 0-16,4 1 0 16,-2 1 1-16,3 1 1 15,0-2-2-15,0 1 1 0,2-2-1 16,2 2 1-16,0-1 0 15,0-1 1-15,0-1 0 16,4-1-1-16,2 0 1 16,3-2 1-16,-1 2-1 15,6-2 0-15,-1-1-1 0,3 0 0 16,4-2-1 0,1 0 1-16,3 1-2 0,-1-2-36 15,1 0-37-15,-2 0-49 16</inkml:trace>
  <inkml:trace contextRef="#ctx0" brushRef="#br0" timeOffset="-186117.7">2204 8335 88 0,'0'0'11'0,"0"0"6"0,0 0-9 0,0 0-7 0,-41-3 2 16,31 3-2-16,1 4 2 15,-1 2-1-15,2 1 1 16,-1 0 1-16,1 1 0 15,0 0-1-15,2 1-1 0,1-1-1 16,3 2 0-16,0-2 1 16,2 1 1-16,0-3-1 15,0 3 1-15,0-1-2 16,0-1 1-16,4-1-2 16,-2 1 0-16,2-2 2 0,1 1 1 15,2-2 0-15,-2-2 1 16,3-1-2-16,-1 2 2 15,5-3-1-15,-2 0 3 16,1 0-3-16,3-4 0 16,-1-2-3-16,-1-4 4 15,1 0-2-15,-2 0-1 0,-2-1 0 16,-2-1-1-16,0 2 2 16,-1 1-1-16,-2 0-1 15,-2 3 0-15,-2 2 0 16,2 1 1-16,-2 2-1 0,0 1-1 15,0 0-6-15,0 0-3 16,0 4 16-16,0 5-6 16,0-1 0-16,4-1 1 15,0 3 0-15,1-3 0 16,3-1 0-16,-1 0 0 16,4-2 0-16,0-3 0 0,1 1 3 15,3-2-1-15,-2 0 6 16,3 0-4-16,-1-7-2 15,1-3 2-15,1 1 0 16,-2-2 0-16,1-2 1 0,-3 0-2 16,-2-2 0-16,-2 0 0 15,-2 1-2-15,-5 1-1 16,-2-2-1-16,0 6 0 16,0 2 1-16,-7 1-3 15,-4 2 2-15,0 4-2 16,0 0-2-16,-1 0 2 0,1 3 0 15,3 3 0-15,2-1 0 16,2 0 0-16,4-1-1 16,0-1-2-16,0-3-1 15,4 3 3-15,6-3 3 0,3 0 0 16,1 0 3-16,1-3-2 16,6-4 1-16,-2 2-1 15,2-2 1-15,1 2-2 16,1 0 0-16,-2 1 0 15,-2 3 2-15,-2 1-2 0,-1 0 0 16,-3 0-1-16,-1 4 2 16,-3 4-2-16,-3 2 0 15,-1-1 0-15,2 5 0 16,-3-2 2-16,-2 3-1 16,3-3 2-16,-1 3-1 15,0-1 0-15,3-1-1 0,0-1-19 16,2-3-85-16</inkml:trace>
  <inkml:trace contextRef="#ctx0" brushRef="#br0" timeOffset="-185583.87">2895 8317 134 0,'0'0'-8'0,"0"0"10"0,0 0-1 0,0 0-1 16,0 0 1-16,0 0-5 16,0 0 3-16,0 0 1 15,0 0 1-15,0 0 1 16,0 0 0-16,0 0 2 0,18 37 1 16,-16-26 0-16,-2-1-2 15,0-2 0-15,0-1 0 16,2-1 1-16,-2 1-3 15,0-2 0-15,0-1-1 16,0-3 0-16,0 1 1 16,0-2 0-16,0 0 5 15,-2 0 16-15,2 0-11 0,0-6 0 16,0-2-4-16,0-1-2 16,0-1-5-16,2-1 1 15,3-1-1-15,1 1-1 16,4-1 2-16,-2 1-1 15,1 3 0-15,-2-1 0 0,4 2 0 16,-2 1 1-16,0 1 0 16,2 3-2-16,-2-1 1 15,-2 3-1-15,1 0 1 16,0 0 1-16,0 7-1 0,-1 1 0 16,-1 3-1-16,-2-1 2 15,2 1-3-15,0-1 2 16,-1 2 2-16,1 0-2 15,-1-2 0-15,4-1-15 16,-2-2-49-16,3-3-25 0</inkml:trace>
  <inkml:trace contextRef="#ctx0" brushRef="#br0" timeOffset="-185357.26">3246 8304 163 0,'0'0'19'0,"0"0"10"0,0 0-19 16,0 0-9-16,0 0-6 15,0 0 6-15,0 0 0 16,0 0 2-16,0 0-1 0,4 41-1 16,-2-30-1-16,1 2 1 15,1-3-1-15,0 0 1 16,-1-3-7-16,3-4-70 15,-1-3-63-15</inkml:trace>
  <inkml:trace contextRef="#ctx0" brushRef="#br0" timeOffset="-185185.67">3270 8226 167 0,'0'0'-5'15,"0"0"16"-15,0 0 1 16,0 0-7-16,0 0-4 16,0 0-2-16,0 0-52 15,0 0-37-15</inkml:trace>
  <inkml:trace contextRef="#ctx0" brushRef="#br0" timeOffset="-184716.05">3409 8317 172 0,'0'0'27'0,"0"0"-23"16,0 0-6-1,0 0 3-15,0 0 0 0,0 0-1 16,0 0 0-16,0 0 0 15,6 29 1-15,-6-22-1 16,1 3 1-16,-1-4-2 16,0 1 2-16,0 2-2 15,0-5 0-15,0 2 1 0,0-2 0 16,0-2 1-16,0-1 0 16,0-1-1-16,0 0 7 15,0-6-5-15,0-4 0 16,6-4 0-16,0-2 1 15,2-1-2-15,0 0 0 0,3-1 5 16,-1 4-3-16,3-1-3 16,0 4 4-16,1 0 0 15,1 2-1-15,3 3 4 16,-2 4-4-16,0 2-1 16,2 0-2-16,-3 0 1 15,-1 9-2-15,-5 3 1 0,1 2 0 16,-1 0-1-16,-3 2 0 15,0 4 0-15,0-5-35 16,-1-2-52-16</inkml:trace>
  <inkml:trace contextRef="#ctx0" brushRef="#br0" timeOffset="-184085.75">3938 8292 198 0,'0'0'-6'0,"0"0"19"0,0 0 0 0,1-45-9 16,-8 38-4-16,-5 1 0 15,3 3 0-15,-3-1 1 0,0 4 2 16,1 0-3 0,0 0 5-16,-3 7-2 0,3 4-3 15,-1 2 0-15,4 3 1 16,3-2-2-16,1 2 1 15,4-1 0-15,0 0-3 16,0-4 0-16,7-2 0 16,3-1 2-16,4-5-4 15,-1-3 4-15,2 0 1 0,0 0 1 16,1-9 1-16,-5 1-1 16,2-2 0-16,-2-1 0 15,-2 1 0-15,-3 0 1 0,-2 2 2 16,0 2 0-1,-4 3-1-15,0 1-1 0,0 1-2 16,0 1-2-16,2 0 0 16,-2 1-2-16,0 6 4 15,2 2 0-15,-2 5 2 16,2 0-1-16,-1 5 0 0,0 2-1 16,2 0 0-16,-3 3 1 15,0-1-1-15,0 1 1 16,0 2-1-16,0-2-1 15,0 0 2-15,0-1-2 16,-5-2 1-16,-1-1 0 0,-4-3-2 16,-1-3 3-16,-2-1 0 15,-1-3-1-15,-1-6 2 16,1-1 3-16,-1-3 0 16,-1-1 8-16,5-11 1 15,-1-2 0-15,4-4-2 16,3-2-4-16,5-3-3 0,0-1-7 15,7 0-1-15,9-2-40 16,3-1-71-16</inkml:trace>
  <inkml:trace contextRef="#ctx0" brushRef="#br0" timeOffset="-183546.95">4484 8342 180 0,'0'0'11'0,"0"0"-1"0,0 0-2 0,0 0 2 0,0 0-5 15,0 0-2-15,0 0-1 0,0 0 4 16,0 0-1-16,2-50 3 16,2 35-3-16,1-3 1 15,1 1-1-15,-1-4-1 16,2 0-2-16,-4 4-2 15,3-1 0-15,-2 2 0 0,1 2 1 16,-1 1-1-16,1 5 0 16,-1 2 0-16,-1 1 0 15,1 3-1-15,2 0 0 16,-1 2 1-16,4 0-1 16,-2 5 0-16,4 6 0 15,-2 0 0-15,4 3 1 0,-2 2 0 16,3 0 0-16,-3-2 0 15,0 4 1-15,-1-2-1 16,2-2 0-16,-3 2 0 16,-2-2 0-16,0 2-1 15,-5-3-13-15,0-2-39 0,-2-3-50 16</inkml:trace>
  <inkml:trace contextRef="#ctx0" brushRef="#br0" timeOffset="-183335.65">4519 8251 253 0,'0'0'4'0,"0"0"-2"0,0 0-4 0,0 0 4 0,45-27 0 15,-25 24-1-15,3 2-2 16,2 0 1-16,1-1 1 15,3 2-1-15,0-1-8 16,0-2-29-16,0-3-52 0</inkml:trace>
  <inkml:trace contextRef="#ctx0" brushRef="#br0" timeOffset="-183020.62">4889 7974 87 0,'0'0'-3'0,"0"0"3"16,0 0-2-16,0 0 1 16,0 0 2-16,0 0 4 15,-17 40 9-15,15-21 4 16,0 0-2-16,0 4-2 15,0-3 2-15,2-1 4 16,0 2-9-16,0-3-6 0,2 1-2 16,6-1-1-16,2 1 2 15,1-1-2-15,3-1-1 16,1-1-1-16,1 0-3 16,-1-4-60-16,6-3-9 15</inkml:trace>
  <inkml:trace contextRef="#ctx0" brushRef="#br0" timeOffset="-182459.83">5168 8190 151 0,'0'0'-1'15,"0"0"16"-15,0 0 11 16,-19-37-16-16,7 34-6 16,-2 1-5-16,-1 2 7 15,1 0-2-15,-2 0-3 16,1 6-1-16,3 3 1 15,1 2 1-15,3 0-1 0,3 1 1 16,2-2-1-16,3 3 1 16,0-4-2-16,2 0 1 15,8-3 0-15,3-3 1 16,1-3 1-16,-1 0-3 16,2 0 4-16,1-3-5 15,3-5 1-15,-6-2 4 0,0 0-3 16,-1 0 1-16,-2-2-1 15,-3 4-1-15,0-1 1 16,-5 4 0-16,-1 2 3 16,-1-1 2-16,0 2 1 0,0 2-3 15,0 0-8-15,0 3-1 16,0 5 5-16,-1 3 1 16,1 3 0-16,0 3 0 15,0 0 1-15,0 4 1 16,2 2-3-16,5-1 0 15,-2 3 1-15,3-1-1 0,-2-1 1 16,2-2-1-16,-3-3 1 16,1 1 0-16,-2-5-1 15,-4 2 0-15,0-3 0 16,0-1 0-16,-4-1-3 16,-9 0 0-16,-3-3 5 0,-2-1-1 15,-4-3 0-15,-3-1 0 16,2-3 0-16,4 0-1 15,-1 0 0-15,7-4-6 16,8-7-24-16,2-5-72 0</inkml:trace>
  <inkml:trace contextRef="#ctx0" brushRef="#br0" timeOffset="-181995.97">5436 8143 51 0,'0'0'7'0,"0"0"10"0,-45 6-6 0,34 1 0 16,-3 2 0-16,4 2-3 15,3 3 1-15,0 0-2 16,2 3 0-16,3-2 1 0,2 2-4 16,0-2 4-16,7-2-2 15,4-2-3-15,2-2 4 16,3-3 4-16,-1-5 7 16,6-1-5-16,-1 0-3 15,0-4-2-15,1-6-1 0,1-3 2 16,-3-1-2-16,0-3 1 15,-4 0 0-15,-5 0-2 16,-2-3-1-16,-6 1 7 16,-2 1-6-16,0 2-1 15,-12 2-3-15,-2 3-3 0,-2 2 0 16,-2 4 1-16,-4 4 2 16,2 1-3-16,-1 1-7 15,1 9-17-15,5 1-24 16,4-3-54-16</inkml:trace>
  <inkml:trace contextRef="#ctx0" brushRef="#br0" timeOffset="-181228.29">5660 8143 72 0,'0'0'23'0,"0"0"-6"0,0 0-14 0,0 0 4 16,0 0 1-16,44-7 0 16,-32 7 2-16,-2 6 0 15,3 1 6-15,-1 1-8 16,-1 4-3-16,1-1-2 15,-4 2-2-15,-1-2-1 16,-3 2 2-16,-2-3-2 0,-2 1 0 16,0-4-1-16,0 1 2 15,-6-3 4-15,-3-2 2 16,-2 0-1-16,2-2 2 16,0-1-2-16,-1 0 0 0,2 0 0 15,1-6 5-15,1-2 5 16,2-1-5-16,1-2-2 15,3 0 1-15,0-2-6 16,0 0-3-16,0 1 2 16,5-1-1-16,1 0-3 15,3 3 0-15,5 0 0 0,-1 3-1 16,1 2-3-16,3 0-9 16,1 1-17-16,-3 2-10 15,4 1-6-15,-4 0 3 16,-1 1 13-16,-1-2 19 15,-1 2 12-15,-4 0 0 16,-3 0 3-16,-3 0 5 0,0 0 6 16,0 0-2-16,-2 0 11 15,0 0 8-15,0 0-9 16,0 0-17-16,0 0-1 0,-2 0-2 16,-2 4 1-16,-1 2 1 15,3 1 0-15,-2 2-1 16,0 1 1-16,0 1 2 15,4-1-2-15,0 3 1 16,0-3-2-16,0 0 1 16,0-2-3-16,4-1 2 15,2-1 0-15,3-2 2 0,0-2 1 16,4-2 0-16,0 0-3 16,1 0-2-16,1 0 0 15,-1-6-1-15,0-4-2 16,-1 2-27-16,0-4-9 0,-4-1-16 15,-3-1-9-15</inkml:trace>
  <inkml:trace contextRef="#ctx0" brushRef="#br0" timeOffset="-181084.8">5928 7977 240 0,'0'0'-13'0,"0"0"17"0,0 0-4 15,0 0-13-15,0 0-34 0,0 0-12 16,0 0-1-16</inkml:trace>
  <inkml:trace contextRef="#ctx0" brushRef="#br0" timeOffset="-180786.94">6162 7996 109 0,'0'0'3'16,"0"0"2"-16,0 0-1 16,0 0 1-16,0 0 1 15,0 0 0-15,0 0 0 16,0 0-1-16,-4 49-1 15,4-33 1-15,4 0-3 0,0-1 0 16,2 1-2-16,-2 1 1 16,-2-2 1-16,0 1-2 15,-1-2-2-15,-1-2-14 16,0-4-24-16,0-2-53 16</inkml:trace>
  <inkml:trace contextRef="#ctx0" brushRef="#br0" timeOffset="-180110.42">6041 8122 178 0,'0'0'-11'16,"0"0"14"-16,41-16-2 15,-23 11 4-15,6 1-4 16,-1-1 0-16,2 1 0 15,-2-2 2-15,2 1 1 0,0-3 3 16,-4 3 2-16,-2-2-1 16,-1-2 1-16,-5-1-5 15,-3 0 1-15,-4 2-2 16,-1-3 2-16,-5 2 4 16,0 1-2-16,0 0-5 0,-7 1-1 15,-4 4-3-15,2 0 3 16,-4 2 0-16,3 1 0 15,-1 0-2-15,3 0 1 16,-2 4-1-16,3 6 0 16,3 2-1-16,0 0 1 0,2 1 0 15,2 4 1-15,0-1 0 16,0-1 1-16,0 4 0 16,4-3-1-16,1 2 1 15,3 2-1-15,-4-3 0 16,4 0 0-16,-2 0 1 15,-1-3-1-15,1-1 0 0,-3-4 0 16,2-2 0-16,-1-3 1 16,-4 0-1-16,2-3 0 15,-2-1 1-15,0 0 1 16,0 0 3-16,0 0-2 16,-2-6-3-16,0-2 1 0,-4-1-1 15,4-2 0-15,0 2 0 16,2-3-1-16,0 2 0 15,0 0 1-15,3 2 0 16,6 0 0-16,2 2 0 16,-1 1-2-16,3 1 4 0,0 1-2 15,2 3 0-15,0 0 2 16,2 0-1-16,-2 0 0 16,-3 7-1-16,-1 2-1 15,-3 2-2-15,-3 2-9 0,0 0-31 16,-3-2-25-16,-2-1 11 15</inkml:trace>
  <inkml:trace contextRef="#ctx0" brushRef="#br0" timeOffset="-179412.33">6535 8157 176 0,'0'0'25'0,"0"0"6"0,0 0-16 15,0 0-7-15,7-38-1 16,-6 34 0-16,1 2-2 0,-2 0-3 16,2 2-1-16,0 0-3 15,0 0 2-15,2 4-1 16,3 6 1-16,-2 0-2 16,2 1 2-16,-1-1-1 15,-1 3 1-15,-3-6 0 16,0 3 1-16,0-3-1 0,-2-1 0 15,2-2 0-15,-2-1-2 16,0-2 1-16,0-1 0 16,0 0 2-16,0 0 0 15,0 0 3-15,0-3-2 0,0-4-2 16,0-1 1 0,0-2-1-16,0 1 0 0,0-2 1 15,0 1-1-15,5 0-1 16,0 2 2-16,0 1-1 15,3 1 0-15,-2 1 1 16,3 3-1-16,-1 0-1 0,1 2 2 16,1 0-1-16,-3 2 0 15,2 6-1-15,-4 1-1 16,-1 2 1-16,0 3 1 16,-2 0 0-16,-1 1 1 0,-1-4-2 15,0 0 0-15,0-2 1 16,0-3 0-16,0-4 0 15,0 1 0-15,0-3-2 16,0 0 7-16,0-4-2 16,0-5 0-16,0-2-2 15,0 1 0-15,4-4-1 0,3 3 0 16,2-2-1-16,-1 1 1 16,4 1-1-16,1 4-1 15,-2-1 5-15,1 3-4 16,1 2 3-16,1 3 2 15,1 0-2-15,1 0-2 0,1 9 0 16,-1 4 1-16,2 2-1 16,-4 1 1-16,-4 7-2 15,-1-1-1-15,-9 5-12 16,0 0-30-16,-21 3-73 16</inkml:trace>
  <inkml:trace contextRef="#ctx0" brushRef="#br0" timeOffset="-177847.57">1426 8866 27 0,'0'0'9'0,"0"0"-8"0,3 0 1 0,1 0 1 16,-1 0 2-16,1 0-2 15,2 0 7-15,-3 0 12 0,3 0-2 16,1 0-1-16,2-1-4 16,0-1-3-16,5 1-5 15,-3 0-4-15,4 0-2 16,1 1 0-16,2-2 0 15,2 0 1-15,4 0 0 16,3 1 1-16,2 1 0 0,1-1-2 16,5 0 0-16,3 1-1 15,0 0 1-15,3 0-1 16,1 0 0-16,5 0 1 16,-3 0-1-16,6 0 0 0,-2 0 0 15,4 0 0-15,0-2 1 16,-1 2 0-16,3 0 6 15,2-1-2-15,0-1-2 16,4 1-2-16,0-1 1 16,1 1-1-16,1-2 1 0,1 0-2 15,0-1 0-15,1 0 2 16,-1 0-2-16,1-1 1 16,1 0 0-16,-2-1-1 15,2 0 0-15,1 1 0 16,1 0 0-16,-1-2 1 0,1 0-1 15,2 0 0-15,0 1 1 16,-2 1-1-16,3-2 0 16,1 1 0-16,2-1-1 15,2 0 1-15,-2 0 1 16,1-1-2-16,0 1 1 0,-3 0 2 16,-4 0-2-16,-1 0 0 15,-4 1 3-15,-5 2 4 16,-1 0 0-16,0 0-2 15,-4 1-1-15,4 0-4 16,-3 0 1-16,5 0-1 0,-2 3 2 16,1-3-2-16,1 0 0 15,-2 2 1-15,1-1-1 16,-3 1 1-16,2-2 0 16,0 1 4-16,0-1 1 15,2 0-2-15,0-3-1 0,4 1 0 16,-1-1 1-16,3-1-2 15,2 0-1-15,-4 1 2 16,3 0-1-16,-2 2 0 16,1-2 0-16,-1 2-2 15,-3 3 1-15,1-3-1 16,-1 2 0-16,-2 1 1 16,0-1-1-16,0-1 2 0,-2 1 0 15,0-1 2-15,0 0 4 16,-2 0 2-16,-1-1-5 15,1 1-1-15,-2-3-3 16,1 3 0-16,-4-1 1 0,-2 1-2 16,-4-2 1-16,-1 0 1 15,-2-1 3-15,-4 1 5 16,-3-1-5-16,-3 2-1 16,-3-3-2-16,-3 5-1 15,-8-1-1-15,1 0 0 0,-5 1-1 16,-4-1-4-16,0 2-12 15,-2-3-26-15,-2-3-54 16</inkml:trace>
  <inkml:trace contextRef="#ctx0" brushRef="#br0" timeOffset="-177562.17">7217 8075 208 0,'-2'-4'3'0,"1"-2"17"0,1 3-10 0,0 2-8 15,-1 0-1-15,1 1-1 16,0 0-2-16,0 0-8 16,0 2 3-16,4 4-36 0,1-3-56 15</inkml:trace>
  <inkml:trace contextRef="#ctx0" brushRef="#br0" timeOffset="-177392.12">7289 8243 292 0,'0'0'1'16,"0"0"0"-16,0 0-1 15,0 0 1-15,0 0-1 16,0 0-2-16,0 0-30 16,11 13-21-16,-7-11-33 15</inkml:trace>
  <inkml:trace contextRef="#ctx0" brushRef="#br0" timeOffset="-175389.55">24484 17105 87 0,'5'0'4'0,"-4"0"-3"0,1 0 2 0,2 0 1 0,-3 0 8 15,0 0 7-15,-1 0 11 0,1 0-4 16,-1 0-11-16,0 0-5 16,2 0-8-16,0 0-3 15,-1 0-1-15,1 0-5 16,0 0-4-16,0 0 4 16,0 3 6-16,-1-2 0 0,-1 1 2 15,0-1-2-15,0 2 1 16,0-2 1-16,0 1 1 15,0-1-1-15,0-1-1 16,0 0 1-16,3 0 6 16,3 0 10-16,4-8-12 0,3-2 3 15,4-4 4-15,2-5-1 16,8-1-4-16,6-4-4 16,8-1 0-16,6-7-5 15,9-4-52-15</inkml:trace>
  <inkml:trace contextRef="#ctx0" brushRef="#br0" timeOffset="-173568.58">3549 9133 60 0,'0'0'23'0,"0"0"-4"0,0 0-4 16,0 0 2-16,0 0-2 0,0 0-3 15,0 0-3-15,0 0-3 16,0 0 0-16,0 0 0 15,0 0 2-15,0 0-2 16,-8-8 1-16,6 8-5 16,-1 0-1-16,1 0-4 15,-2 4 3-15,-1 3-1 0,0-1-2 16,1 2 0-16,-1-1 3 16,1 1 0-16,0 2 0 15,-1-1 0-15,1 3-1 0,-1 2 1 16,0-3 1-16,3 3-1 15,0-1 0-15,2 0 1 16,0 1-1-16,0-2 0 16,0-1 1-16,0-1-1 15,5 0 0-15,4-2 0 0,-3-2-2 16,3 0 0 0,2-5 0-16,3 0 0 15,-1-1 4-15,3 0-2 0,-1-1 2 16,1-3-1-16,-2-3 1 15,0 0-3-15,-2-2 3 16,-3 2 0-16,0-3 0 16,-2 2 1-16,-2-1-2 15,-1-2 1-15,-2-1-1 0,0 0 2 16,-2 0 1-16,0 2 1 16,-7-1 2-16,-3 0-4 15,-4 2 0-15,-1 2-2 16,-4 1-1-16,-2 3-2 0,-2 3-1 15,-1 0 3-15,1 2-5 16,-2 6-3-16,5 5-24 16,2-3-20-16,5 2-15 15</inkml:trace>
  <inkml:trace contextRef="#ctx0" brushRef="#br0" timeOffset="-172792.98">3755 9092 76 0,'0'0'3'0,"0"0"2"15,0 0 6-15,0 0 11 0,0 0 9 0,0 0 3 16,0 0-4-16,0 0-10 16,0 0-3-16,0 0-9 15,0 0-7-15,0 0-3 16,-7-27 0-16,7 38 1 15,3 2-1-15,1 3 0 16,0 1 1-16,1 3-2 0,-3-2 2 16,5 1 2-16,-6-1 1 15,3-2-2-15,0-2 0 16,0-1 0-16,-2-2 1 16,1-1-1-16,1-3 0 0,-2 0 0 15,0-4-1-15,0 0-1 16,0-2-1-16,0-1-3 15,-2 0 1-15,2 0 6 16,0-3 1-16,0-4-2 16,2 0 0-16,-1-1 0 0,3-2 0 15,1 3 0-15,2-2-3 16,0 2 3-16,5 0 0 16,-3 1 1-16,0 1 1 15,1 0 0-15,0 4 0 16,-1 0 0-16,-1 1-2 0,-1 0 0 15,-1 1 0-15,0 6 0 16,-2 0-1-16,-2 3-1 16,1 1 1-16,-5-2-1 15,0 2 0-15,0-1 2 16,0 0 3-16,0-2-2 16,-7-1 1-16,-1 1-3 0,-2 0 3 15,-5-2 0-15,-2 1-1 16,0-1 1-16,1-3-2 15,-1-2 3-15,1-1-1 16,5 0 0-16,3 0 2 0,2-4 3 16,2-3-4-16,4 0-1 15,0-2-5-15,2-1-24 16,7-4-65-16</inkml:trace>
  <inkml:trace contextRef="#ctx0" brushRef="#br0" timeOffset="-172102.48">4145 9207 94 0,'0'0'3'0,"0"0"-1"0,0 0-4 0,0 0 2 0,0 0 2 16,0 0 2-16,0 0 10 15,0 0 1-15,0 0-9 0,0 0-5 16,0 0-1-16,0 0 0 16,0 0 6-16,0-2 3 15,2 11 2-15,0 4-1 16,0 0-2-16,2 4-2 15,-2 1-4-15,1 1 0 16,1 2 1-16,0 2-1 16,1 1 0-16,-2 1 1 0,1 4-1 15,2-1 1-15,-1 2-1 16,1 1-1-16,-1-4-1 16,2 2 1-16,-3-4-1 0,-1-1 1 15,-1-5-1-15,0 1 1 16,-2-6-1-16,0 1 1 15,0-3 0-15,0-2 1 16,-6-2 4-16,-1-2 1 16,-5-1 0-16,-1-3 4 15,-1-2 1-15,1 0-3 0,-2-7 1 16,1-2 4-16,1-3-4 16,-3-3-5-16,5-1-3 15,-1 0-3-15,6-1-1 16,-1 0-2-16,5-2-18 0,2-2-29 15,0-6-71-15</inkml:trace>
  <inkml:trace contextRef="#ctx0" brushRef="#br0" timeOffset="-171872.01">4063 9035 266 0,'0'0'-2'0,"0"0"16"0,0 0-1 0,0 0-9 0,0 0-4 16,0 0-4-16,0 0-44 15,0 0-57-15,0 0 25 16</inkml:trace>
  <inkml:trace contextRef="#ctx0" brushRef="#br0" timeOffset="-171327.29">4314 9210 112 0,'0'0'33'0,"0"0"-32"16,0 0 4-16,0 0 11 16,0 0 2-16,0 0 6 15,0 0-4-15,0 0-2 0,29 6-8 16,-23-9-3-16,2-3-4 15,-2 0-1-15,1 1 0 16,-3-1 3-16,0-1 4 16,-3 1-1-16,0 0-4 15,-1 1-2-15,0-1 1 0,0 3-2 16,0 1-1-16,-4 0-4 16,-2 2 0-16,-3 0-2 15,-1 0 3-15,2 3 2 16,-1 1 1-16,-1 5 0 15,2-1-2-15,-1 2 7 0,5 0-4 16,-2 0 0-16,3 3 1 16,3-2-1-16,0 1 1 15,0 0 0-15,0-2-1 16,2 0 0-16,5 0-1 16,2-1-1-16,7-2 1 15,1-2-1-15,4 0 1 16,3-3-3-16,3-2-24 0,-3 0-24 15,3 0-30-15,-2-5 18 16,-3-3 12-16,-2-2 30 16</inkml:trace>
  <inkml:trace contextRef="#ctx0" brushRef="#br0" timeOffset="-170978.75">4611 9182 140 0,'0'0'12'0,"0"0"19"0,0 0-10 0,0 0-3 0,0 0-3 15,0 0-10-15,0 0-6 16,0 0-1-16,0 0 5 0,-37 1-2 16,31 9-1-1,0 1 1-15,1 2 0 0,3-1 1 16,0-1-1-16,2 4 0 15,0-3 0-15,0-1 0 16,4-1-1-16,3-3 0 16,1 0 2-16,4-2-2 0,-1-2 3 15,3-2-2-15,3-1 4 16,2 0-2-16,-1-3-2 16,1-6-2-16,4-1-16 15,-3-4-29-15,0-3-3 16,-2-1 20-16,-2-1 13 0,2-2-4 15,-5-4-20-15</inkml:trace>
  <inkml:trace contextRef="#ctx0" brushRef="#br0" timeOffset="-170764.33">4849 9001 108 0,'0'0'14'0,"0"0"35"0,-17-37-12 16,11 30-21-16,0 4 0 15,0 2-7-15,2 1-4 16,-1 0-6-16,3 7 6 15,2 7-4-15,0 5 1 16,0 3 1-16,0 3-3 0,2 0 1 16,3 2 1-16,-1-1-2 15,2-1 0-15,0-3 0 16,0-1-3-16,-3-3-13 16,3-3-24-16,-2-3-41 15,0-6 7-15</inkml:trace>
  <inkml:trace contextRef="#ctx0" brushRef="#br0" timeOffset="-170262.03">4734 9181 149 0,'0'0'10'16,"0"0"16"-16,0 0-20 15,0 0 1-15,0 0-3 16,0 0 2-16,0 0 4 0,0 0 1 16,52-7-3-16,-32 3-1 15,4-2-3-15,1 0-1 16,0 1 1-16,-4-2-2 16,2 1 2-16,-4 2-1 15,0 0-2-15,-1-2-1 0,-3 5 1 16,-3-2 0-16,-3 3-1 15,-1 0 0-15,0 0 1 16,-6 0-1-16,0 0-1 16,0 3 0-16,-2 1-3 15,0 3 0-15,-2 0 4 0,-8 3 1 16,2 0-2-16,-1 2 7 16,-1 0-6-16,4-2 1 15,-1 0-1-15,3 2 1 16,2 0-1-16,2-3 1 15,0 2 0-15,0-1-1 0,0 0 0 16,2-3-1-16,5 0 0 16,1-4 1-16,4-2 3 15,1-1-1-15,5 0 2 16,0 0-1-16,2-4-3 16,-2-3 1-16,2-4-12 0,-2-3-29 15,-5-1-50-15</inkml:trace>
  <inkml:trace contextRef="#ctx0" brushRef="#br0" timeOffset="-170103.62">5137 8984 219 0,'0'0'15'0,"0"0"15"0,0 0-14 15,0 0-12-15,-38-28-4 16,34 28-2-16,0 0-14 0,2 5-38 15,0 3-41-15</inkml:trace>
  <inkml:trace contextRef="#ctx0" brushRef="#br0" timeOffset="-169249.9">5230 9126 95 0,'0'0'24'0,"0"0"23"16,0 0-5-16,0 0-11 16,0 0-6-16,0 0-13 15,0 0-4-15,0 0-8 0,-6-21-1 16,6 26 0-16,2 2 1 15,3 5 0-15,1-1 0 16,0 2 0-16,2 1 0 16,-2 0 0-16,1-2 0 15,-3-1 1-15,1-1-2 16,-1-2 2-16,-1-3-1 0,-1-1 0 16,0-1 1-16,-2-2-1 15,2-1 1-15,-1 0 3 16,0-2-2-16,4-5-4 15,-1-2 2-15,1-4 1 0,4 1-2 16,-2-1 0-16,3 0-2 16,2 2 1-16,-1-1 1 15,2 2 1-15,3 2-1 16,-3-1 3-16,3 3-1 16,-1 1-1-16,-1 1 1 15,0 2-1-15,1 2 1 0,-3 0-1 16,0 0 2-16,0 0-2 15,-6 0 0-15,1 0 1 16,-2 0-1-16,0 0 0 16,-1 0 1-16,-2 0-1 15,0 0 1-15,-1 0 2 0,-1-4 7 16,1-2-4-16,-1-1-1 16,0 0-3-16,0-3 0 15,0 3-1-15,-1-2 0 16,-2 2-1-16,-1 3-1 15,-1 0-1-15,2 2 1 0,-3 2-4 16,0 0-6-16,1 0 1 16,-3 1 8-16,2 5 1 15,-2 2 1-15,3 0 0 16,-4 4 0-16,2 0 0 16,-2 1 0-16,1 1 0 15,1-1 0-15,0 1 0 0,0-4 0 16,3 3 0-16,2-3 0 15,-1 0 1-15,2-3-1 16,1 2 1-16,0-2 1 16,0 0 0-16,0 0-2 0,4-2 0 15,2 1-1-15,-2-3 1 16,4 3 1-16,-1-2 2 16,3-3-3-16,-1 3 0 15,5-2 0-15,1-2-2 16,1 0-77-16</inkml:trace>
  <inkml:trace contextRef="#ctx0" brushRef="#br0" timeOffset="-168224.95">5989 9156 12 0,'1'0'5'0,"0"0"4"0,-1 0 2 0,0 0 8 0,0 0 17 16,0 0-1-16,0 0 3 0,0 0-3 15,0 0-23-15,0 0-5 16,0 0 1-16,0 0 0 16,0 0-3-16,0 0 0 15,0 0 4-15,0 0-5 16,0 0-4-16,4 0 0 16,2 0 1-16,1 0-1 0,3 0 0 15,3 0-1-15,2 0 2 16,3 0-2-16,2 0 2 15,0 0-1-15,2 0 0 16,3 0 3-16,0 0-3 16,-1 0 2-16,3-3-2 0,0 2 1 15,2-2 0-15,-2 1-1 16,2 0 1-16,-4 0-1 16,0 1 0-16,0 1 0 15,-2-2 1-15,-1 1-1 16,1 1 0-16,-1-1 0 0,0 1 0 15,1-1 0-15,2-1 0 16,-5 0 0-16,2 1 0 16,-1-2 0-16,0 2 1 15,-2-1-2-15,1 1 1 16,-3-2 0-16,2 2 0 16,-4-1 0-16,1 1 0 0,-3 1-2 15,-4 0-2-15,2 0-7 16,-4 0-14-16,-1 0-11 15,-3 0-28-15,-1-2-58 16</inkml:trace>
  <inkml:trace contextRef="#ctx0" brushRef="#br0" timeOffset="-167619.44">6685 8950 97 0,'0'0'17'0,"0"0"-9"0,0 0-7 0,0 0 0 16,0 0-1-16,0 0 0 15,0 0 0-15,0 0 1 16,0 0 1-16,0 0 3 16,0 0 5-16,31 37 5 15,-24-34-6-15,2 1-5 0,-2 2-2 16,1-2-1-16,2 0 0 15,-1-1-1-15,-2 3 1 16,3-2-1-16,2-1 1 16,-4 1 0-16,2 0 0 0,1-1-1 15,-2 0 1-15,-1 1 0 16,-3-2 1-16,2 1-1 16,-4-1-1-16,-1 1 0 15,0 0 0-15,0 0-1 16,-2 1 4-16,0 1 1 15,0 0 3-15,0 0-2 0,-2 3 2 16,-3-1-1-16,-2 0-1 16,-2 4 0-16,-2-2-1 15,-2 4-1-15,0-2 0 16,0 3-1-16,-1-1-1 16,3 0-1-16,-1 1 1 15,1 0-1-15,4-1 1 0,1-4-4 16,4-4-67-16</inkml:trace>
  <inkml:trace contextRef="#ctx0" brushRef="#br0" timeOffset="-166951.33">7531 8693 204 0,'0'0'9'0,"0"0"21"0,0 0-14 0,0 0-11 15,0 0-4-15,0 0-2 0,0 0-1 16,0 0 1-16,0 0-1 15,0 0 0-15,0 0-13 16,0 0-18-16,0 37-36 16,0-32-15-16</inkml:trace>
  <inkml:trace contextRef="#ctx0" brushRef="#br0" timeOffset="-166833.13">7531 8693 198 0,'52'17'7'0,"-50"-17"9"15,2 0-15-15,0 0-12 16,0 0-54-16</inkml:trace>
  <inkml:trace contextRef="#ctx0" brushRef="#br0" timeOffset="-166356.95">7928 8828 216 0,'0'0'9'0,"0"0"6"0,0 0-8 0,0 0-6 15,0 0-6-15,0 0 3 16,0 0 2-16,0 0 0 16,-7 47 1-16,7-29-1 15,0 2 0-15,0 0-8 16,-2-2-21-16,2-3-37 0,-5-5-28 15</inkml:trace>
  <inkml:trace contextRef="#ctx0" brushRef="#br0" timeOffset="-165606.07">7750 8781 85 0,'0'0'2'15,"0"0"-1"-15,37-4 5 16,-20 4 4-16,4 0 6 16,1-2 4-16,3 1-9 0,0-1-4 15,-1 1-3-15,-1-2-1 16,1-1-3-16,-3 0 0 15,-2-2 0-15,-2 2 0 16,-2-2 1-16,-1-1-1 16,-4 0 2-16,-1 1 2 15,-3-1 7-15,-3 1 12 16,-2 1-6-16,-1-1-9 0,0 3-4 16,0 1-4-16,0 0 0 15,0 2 1-15,-2 0-3 16,0 0 2-16,0 8 2 15,2 4-2-15,-2 1 0 0,2 4 1 16,0 0-1-16,0-1 0 16,2 2 1-16,6-1-1 15,-2-3 0-15,1 3 1 16,-1-3-1-16,-2-1 0 16,4-2 0-16,-4 1 0 0,1-4-1 15,-1 2 2-15,-2-4-2 16,0 0 1-16,-2-1-4 15,0-1-4-15,0-1-1 16,0 0 1-16,0-1 0 0,-2-2 5 16,0 0 5-1,0 0 0-15,0-2 2 0,0-5 4 16,2-1-6-16,0-1 0 16,0-1-1-16,6-1 1 15,2-1-4-15,3 1 6 16,1 3 0-16,2-1 4 15,-1 1 0-15,2 2 1 0,0-1-2 16,3 1 1-16,-1 3-5 16,1 3-2-16,-2 0 0 15,-2 0-1-15,-1 0 0 16,-1 3 2-16,-2 3-4 16,-3 2 2-16,-1-1-1 0,-4 3-1 15,0 0-1-15,-2 0-16 16,0 1-16-16,0-5-27 15,0 1-9-15</inkml:trace>
  <inkml:trace contextRef="#ctx0" brushRef="#br0" timeOffset="-164988.48">8442 8843 76 0,'0'0'48'0,"0"0"-27"0,0 0-20 15,0 0 3-15,0 0 8 16,0 0-6-16,0 0 2 16,0 0 3-16,0 0 2 0,0 0 2 15,43-7 2-15,-36 3-1 16,1 0-6-16,3 1-1 15,-3-3-5-15,2 2-1 16,-1-3 0-16,0 3-1 0,-2-2 2 16,-1 0 1-16,-2-1-2 15,1 3-1-15,-3 0-1 16,-2-1 2-16,0 3-3 16,0 0 0-16,0 1-2 15,-2 1-5-15,-6 0-10 16,1 0 11-16,-4 0 6 0,-1 1 0 15,2 3 2-15,0 1-2 16,-3 1 1-16,4 1-1 16,-5 0 0-16,3 0 0 15,0 3 0-15,2-2 1 0,0 2-1 16,0 0 0-16,3-3 0 16,1 2 0-16,2-1 0 15,2 1 1-15,0 1 0 16,1-3 0-16,0 0 1 15,0 0-1-15,0-3 0 0,0 2-1 16,1-2 1-16,5-2-1 16,-1 0 2-16,4 0 2 15,-1-2 4-15,5 0 4 16,0 0-4-16,1 0-2 0,2 0-2 16,3-2-4-16,-2-2 0 15,2 3-1-15,0-3-6 16,1-1-35-16,1-5-107 15</inkml:trace>
  <inkml:trace contextRef="#ctx0" brushRef="#br0" timeOffset="-164120.3">9173 8649 81 0,'0'-4'20'0,"-2"-2"14"0,1 2-2 0,1 1-17 0,-1 0 8 16,1 0-3-16,-1-1-11 15,1 4 2-15,-1 0 3 16,1 0-6-16,-1 0-9 0,1 3-1 16,-2 8 0-16,2 3 1 15,0 5 4-15,0 2-3 16,0 3 1-16,0 0-2 16,0-1-9-16,0-2-5 15,3-1-8-15,-1-4-6 0,-1-5-16 16,-1-1-8-16</inkml:trace>
  <inkml:trace contextRef="#ctx0" brushRef="#br0" timeOffset="-163453.17">9140 8650 86 0,'0'0'23'16,"0"0"-18"-16,0 0 8 0,53-21-1 16,-37 14-5-16,4 3 2 15,-3-2 13-15,2 2 0 16,3 2-5-16,-7 0-4 15,0 2-7-15,-3 0-4 16,-3 7-1-16,-2 3-1 16,-6 2-1-16,-1 4 1 0,0-1-1 15,-1 3-1-15,-9 0-1 16,-2 0 1-16,-2-1 4 16,-3-1-1-16,-2-2-2 15,-2-2 1-15,2-1 0 16,1-4 0-16,1-1 0 15,2-1-2-15,7-3-3 0,3 0-1 16,5-2 4-16,0 0-3 16,5-2 2-16,8-2 3 15,5-1 1-15,0-2 1 16,4 0 1-16,-1 3 1 16,2-1 0-16,-2 0-2 0,-1 5 2 15,-3 0-1-15,-2 0-2 16,-2 0 1-16,-4 3-2 15,-5 4 0-15,1 0-2 16,-5 3 2-16,0 0-1 0,-6 0 1 16,-3-1-2-16,-9 2 4 15,-1-4-2-15,-3 2 0 16,-2-1 1-16,-6-1 1 16,2-4 0-16,1 1 0 15,2-1 1-15,3-2 0 16,2-1 3-16,4 0-3 0,5 0-2 15,4 0 0-15,3 0-2 16,4 0-18-16,0-5-77 16</inkml:trace>
  <inkml:trace contextRef="#ctx0" brushRef="#br0" timeOffset="-162979.92">9470 8771 170 0,'0'0'7'0,"0"0"-5"0,0 0-2 0,0 0 1 0,0 0-1 15,0 0 3-15,0 0-2 16,0 0 2-16,38 11-1 15,-27-11 2-15,3-1 5 16,-1-4 1-16,1-1-3 16,-1-3-1-16,-2 2-4 15,-1-1-1-15,-2-1 2 0,-2-1-2 16,-1 4 3-16,-5-1-1 16,0 0 2-16,0 1 3 15,-7 2-6-15,-3 0 0 16,-2 4-2-16,-1 0-1 0,-5 0 3 15,2 3-3-15,-4 7 2 16,1 1-2-16,2 2 2 16,4 2-1-16,0 0 1 15,6-3-1-15,3 1 1 16,4-1 2-16,0-1 0 16,4-2 0-16,5-1-2 0,9-2 0 15,1-1-2-15,4-2 0 16,4 0-23-16,2-3-37 15,0 0-38-15</inkml:trace>
  <inkml:trace contextRef="#ctx0" brushRef="#br0" timeOffset="-162565.04">9881 8649 119 0,'0'0'16'0,"0"0"17"0,0 0-15 0,0 0-14 0,0 0 1 16,0 0-4-16,-49-16 1 16,36 22-4-16,-5 1 5 15,5 3-1-15,0-3 0 16,3 2 0-16,2 1-1 0,3 0 2 16,3-2-1-1,2 2 1-15,0 0-1 0,2-3 1 16,5 3 0-16,5-2 1 15,2-2-2-15,0 1 7 16,1 0 1-16,-2-1-4 0,0-1-3 16,-3 1-2-16,-3 0-1 15,-1 0 0-15,-4 0-1 16,-2 0 1-16,0-1-2 16,-4-1 0-16,-7 2 3 15,-5-2 1-15,-3 2-2 0,-4-1 1 16,-2 1 0-16,-4-2-2 15,2 1 2-15,1-2-2 16,2 1 0-16,7-4-6 16,4 0-16-16,7 0-61 15</inkml:trace>
  <inkml:trace contextRef="#ctx0" brushRef="#br0" timeOffset="-162240.18">9940 8584 99 0,'0'0'5'0,"0"0"18"0,0 0-6 0,0 0 1 16,0 0-15-16,0 0-3 15,0 0 8-15,0 0 2 16,4 42-1-16,0-23-2 16,0-1-1-16,4 0-1 15,-3 1-1-15,1-2-1 0,0-3 1 16,1 2-2-16,-3-3-1 16,2-2 0-16,-2 0-1 15,-2-1-1-15,0-3-13 16,-2-4-57-16,0-1-60 15</inkml:trace>
  <inkml:trace contextRef="#ctx0" brushRef="#br0" timeOffset="-162083.24">9942 8724 254 0,'0'0'20'16,"0"0"-8"-16,0 0-9 15,0 0-2-15,51-21-1 16,-27 15-15-16,6-1-68 16</inkml:trace>
  <inkml:trace contextRef="#ctx0" brushRef="#br0" timeOffset="-161442.36">10661 8552 121 0,'0'0'6'0,"0"0"8"16,0 0-6-16,0 0 0 15,0 0-3-15,0 0 8 16,0 0 12-16,29-38-12 16,-29 35-1-16,0 2-3 15,0-1-4-15,-4 2-7 0,-7 0-3 16,-3 2 1-16,-1 6-5 15,-7 2 5-15,3 2 1 16,-1 2 2-16,2 1 0 16,3-2 1-16,1 3 1 15,5-3-2-15,5-2 2 16,2-1-1-16,2-2-2 16,0 1 3-16,11-5 0 0,5 3-1 15,-1-4 2-15,3 1 1 16,0 1-1-16,2-1-2 15,-3 0 3-15,-2 3-1 16,-2-1 0-16,0 1-1 16,-4 0-1-16,-3 3 0 15,0-1 0-15,-4-1 0 0,0 1-2 16,-2-2 2-16,0-3-1 16,-9 0 1-16,-3-1 0 15,-2 0 2-15,-5-2 0 16,-1-1 0-16,-2 0 0 0,0 0-1 15,3 0 1-15,4 0-2 16,3 0 0-16,6 0-7 16,6 0-55-16,0-8-97 15</inkml:trace>
  <inkml:trace contextRef="#ctx0" brushRef="#br0" timeOffset="-161037.99">10882 8630 157 0,'0'0'-3'0,"0"0"-5"0,0 0 3 16,0 0 4-16,0 0 2 15,-40 33 0-15,30-24 7 0,5 0 2 16,-2 0 0-16,5 1-3 15,2 0 0-15,0-3-6 16,1 0 1-16,9-2 0 16,1-3-1-16,3 0 4 15,3-2 5-15,1 0-2 0,2-4 0 16,1-4 0-16,1-2 2 16,-6 0-1-16,-2-1-1 15,-2 1 3-15,-5-1-3 16,-3 0 3-16,-4 0 2 15,0 1-5-15,-2 1-6 16,-9 2-1-16,-4 2-4 0,-5 4-1 16,-1 1 4-16,-2 0-6 15,4 5-3-15,-3 1-13 16,8-3-35-16,3-2-93 16</inkml:trace>
  <inkml:trace contextRef="#ctx0" brushRef="#br0" timeOffset="-160646.73">11091 8352 170 0,'0'0'17'0,"0"0"6"0,0 0-20 0,0 0-2 15,0 0 0-15,0 0-1 16,0 0 1-16,9 48 0 15,-5-28 0-15,0-1 2 16,1 3-2-16,1 1 0 0,-2 1 0 16,4-1-1-16,-6 0 0 15,1 2 1-15,-1-1-1 16,0-1 0-16,-2 2-4 16,0-4-40-16,0 0-27 15</inkml:trace>
  <inkml:trace contextRef="#ctx0" brushRef="#br0" timeOffset="-160232.25">11262 8639 137 0,'0'0'9'16,"0"0"32"-16,0 0-28 15,0 0-11-15,0 0-1 16,0 0 0-16,0 0 3 0,0 0-2 16,-2 35 2-16,2-26-2 15,7-2 4-15,0 0-1 16,4-3 2-16,2-1 0 16,0-1-4-16,2-2 1 15,-1 0-2-15,1 0-1 0,-2-6 0 16,0-1-1-16,0-3 1 15,-4 1-1-15,-2-2 0 16,0 2 1-16,-2 1 1 16,-2 1 1-16,0 4 5 15,-1 0 3-15,-2 3 3 16,2 0-12-16,0 0-4 0,-1 6 2 16,4 5 1-16,3 1 0 15,-3 0-2-15,5 0-2 16,2-1-17-16,1-4-15 15,-1-4-65-15</inkml:trace>
  <inkml:trace contextRef="#ctx0" brushRef="#br0" timeOffset="-159933.97">11692 8366 38 0,'0'0'28'0,"0"0"-21"0,0 0 8 0,0 0 3 16,0 0 1-16,-16 43-3 16,16-26 1-16,0 3-5 15,2 1-5-15,3 0 0 16,4 1-4-16,-4-1-1 0,1-1-1 15,0 0 0-15,-3-2 0 16,4-1-1-16,-5-2 0 16,-2-3-4-16,2-2-44 15,-2-3-48-15</inkml:trace>
  <inkml:trace contextRef="#ctx0" brushRef="#br0" timeOffset="-159656.24">11630 8581 178 0,'0'0'7'15,"0"0"-4"-15,0 0-1 16,41-17-1-16,-20 11 6 16,0 2 1-16,4 1 8 15,0-1-7-15,0 2 2 16,-3 2-4-16,0 0-3 0,-5 0-1 15,-1 5-1-15,-2 2 2 16,-4 1-2-16,1 2-1 16,-7 0-1-16,0 3 1 15,-1-1-2-15,-3-1 1 16,0 0 0-16,0-4-12 16,0-1-63-16</inkml:trace>
  <inkml:trace contextRef="#ctx0" brushRef="#br0" timeOffset="-159498.3">11938 8457 313 0,'0'0'8'16,"0"0"1"-16,0 0-9 15,0 0-10-15,0 0-83 16,0 0-32-16</inkml:trace>
  <inkml:trace contextRef="#ctx0" brushRef="#br0" timeOffset="-159129.81">12065 8560 135 0,'0'0'5'15,"0"0"-6"-15,0 0 3 16,0 0 9-16,0 0 9 0,0 0-7 16,-25 39-5-16,21-30-3 15,2-1-2-15,2 1 1 16,0-5-1-16,0 2 0 16,6-4-2-16,3 0 4 15,2-2 0-15,3 0 5 16,2-1-3-16,-3-5-1 0,1-1 3 15,-4-3 3-15,-1 1 2 16,-2-2 3-16,-2 1-3 16,-5-1-1-16,0 1-2 15,0 0-7-15,-10 1-5 0,-3 4-2 16,-5 3-2-16,-2 2 1 16,-2 0 0-16,-1 7-21 15,4 0-29-15,5-1-80 16</inkml:trace>
  <inkml:trace contextRef="#ctx0" brushRef="#br0" timeOffset="-158709.41">12205 8543 321 0,'0'0'10'0,"0"0"-9"16,0 0-1-16,0 0 0 15,0 0-1-15,0 0-3 16,41 2-1-16,-38 11 0 16,3 1-3-16,-2 0 1 15,-2 2 2-15,0-2 5 0,-1-2-3 16,-1-2 3-16,0-2 0 16,0-3-3-16,-3-2-6 15,-6-1-4-15,1-2 1 16,-2 0-2-16,2 0 5 15,2-3 4-15,5-5-2 0,1-2 0 16,0 0 5-16,4-2 0 16,8 1-1-16,3-2-3 15,1 5 4-15,2-1 2 16,1 2 0-16,-2 2 0 16,1 1 0-16,-1 2 2 0,-1 2-1 15,-3 0 1-15,1 3-2 16,-1 5 1-16,-4 1-1 15,-3 1 0-15,-3-1-3 16,-3 1-53-16,0-3-12 16</inkml:trace>
  <inkml:trace contextRef="#ctx0" brushRef="#br0" timeOffset="-158425.37">12468 8281 130 0,'0'0'123'0,"0"0"-119"0,0 0-7 0,0 0 3 0,0 0-2 16,0 0-6-16,0 0-25 15,-1 41-40-15,1-34 18 16</inkml:trace>
  <inkml:trace contextRef="#ctx0" brushRef="#br0" timeOffset="-158325.63">12521 8315 140 0,'0'0'55'0,"0"0"-25"16,0 0-27-16,0 0-19 16,0 0-85-16</inkml:trace>
  <inkml:trace contextRef="#ctx0" brushRef="#br0" timeOffset="-156353.31">7888 9548 20 0,'0'0'38'0,"0"0"-9"0,0 0-10 0,0 0-12 15,0 1-6-15,0 2 0 16,-3 1-1-16,-3 1 0 16,-1-1-3-16,-2 2 2 15,2 1 1-15,-3-2 0 0,3 2 9 16,-3 2 5-1,4-2-2-15,1 2-1 0,1 1-5 16,2 1-3-16,0 0 1 16,2-1-2-16,0 0 0 15,0-1 1-15,8-1-1 16,1-2 1-16,3-2-1 16,1-4 1-16,3 0 0 15,-1 0 5-15,2 0-5 0,-1-4 4 16,3-2-4-16,-4 0 1 15,-1-5-1-15,-1 4 1 16,-4-4 0-16,0-1 1 16,-4 1 0-16,-1 0 2 0,-2-2 1 15,-2 0-2-15,-2 0 1 16,-7 2-4-16,-5 2 1 16,-1 0-3-16,-3 4-4 15,-2 5 0-15,-4 0 3 16,1 0-1-16,0 10-11 0,2 0-35 15,2 2-60-15</inkml:trace>
  <inkml:trace contextRef="#ctx0" brushRef="#br0" timeOffset="-156006.51">8062 9545 95 0,'0'0'0'0,"0"0"1"0,0 0 2 0,0 0 7 16,0 0 0-16,0 0 4 15,-25 54-3-15,25-34-3 16,0 6-1-16,0 1-5 16,0 4 0-16,1-1 0 15,3-1-1-15,0 1-1 0,1-7-1 16,-2-2-15-16,1-4-1 16,0-4 8-16,-2-5-8 15,0-4-40-15</inkml:trace>
  <inkml:trace contextRef="#ctx0" brushRef="#br0" timeOffset="-155646.21">8002 9572 216 0,'0'0'-18'15,"0"0"19"-15,0 0 0 16,49-35 0-16,-33 29-1 16,4-1 1-16,-1 1-1 0,0 3 3 15,1 0 6-15,-2 2-2 16,0 1-5-16,-3 0-2 16,-4 4 0-16,-2 3 0 15,-2-1-1-15,-5 4 0 16,0-3-4-16,-2 3 0 15,0-3-2-15,-10 3 6 0,-4-3-3 16,0 2 7-16,-8-2 3 16,-2 3-5-16,-5-2 1 15,-2 1-2-15,2-1-10 16,2 1-17-16,6-3 11 16,6-2-7-16,6-4-31 15</inkml:trace>
  <inkml:trace contextRef="#ctx0" brushRef="#br0" timeOffset="-155318.56">8368 9351 154 0,'0'0'6'0,"0"0"-3"0,0 0 4 0,0 0-1 0,-8 49 2 16,8-29-2-16,0 3-3 0,0 3 0 15,0 0-1-15,4 1-2 16,0-4 0-16,1 1 1 15,1-4-2-15,-1-1 1 16,2-5 0-16,-3-1-14 16,-2-3-34-16,0-5-62 15</inkml:trace>
  <inkml:trace contextRef="#ctx0" brushRef="#br0" timeOffset="-154958.69">8252 9568 110 0,'0'0'51'0,"0"0"-52"15,0 0-4-15,0 0 2 16,0 0 2-16,56-23 1 0,-31 20-2 16,2-2 6-16,-2-1 1 15,5 0 2-15,-1 2-1 16,0-2 5-16,-4 2-8 15,0 3-2-15,-3 1-1 0,-6 0 0 16,-1 0 0-16,-4 4-1 16,-2 4-2-16,-5 2-1 15,-3 0 8-15,1 3 1 16,-2-3 0-16,0 0 1 16,0 0 0-16,0-1 0 15,0 0-1-15,0 0-1 0,2-2-1 16,1 3-2-1,1-2-1-15,1-2 1 0,3 0-4 16,4-5-23-16,-3-1-46 16</inkml:trace>
  <inkml:trace contextRef="#ctx0" brushRef="#br0" timeOffset="-154793.02">8565 9393 259 0,'0'0'-1'15,"0"0"2"-15,0 0-6 16,0 0-84-16</inkml:trace>
  <inkml:trace contextRef="#ctx0" brushRef="#br0" timeOffset="-154053.48">8677 9556 231 0,'0'0'-2'0,"0"0"4"0,0 0-1 15,0 0 1-15,0 0-1 16,0 0-1-16,0 0 0 16,0 0 0-16,42 9-1 15,-36-2 1-15,-2 2-2 16,2-1 2-16,-2-1 0 0,-1 0 0 16,1 0 2-16,-4-5-2 15,2 1 0-15,-2-1 0 16,0-1-6-16,0-1-3 15,0 0 11-15,0 0-8 16,0-5-34-16,0-2 6 0,0-3 26 16,0 1 7-16,2-2 1 15,4 1 1-15,5 1 2 16,-1-1 7-16,6 2 3 16,-3 1-4-16,4 0 0 15,2 4-3-15,2-1-3 16,-1 4-1-16,-1 0-1 15,0 0-1-15,-2 6 1 0,-3 1-1 16,-3 2 0-16,-3 2 0 16,0-1-1-16,-6 0 3 15,-2 0-3-15,0 1 2 16,-2-1-2-16,-6 0-1 16,-2-3 1-16,1 0 0 15,-1-3 0-15,2-1-1 0,3-3 3 16,1 0 1-16,0 0 5 15,4-7 3-15,0 0-7 16,0-2 2-16,0-3-3 16,6-1 1-16,1 0-1 0,5-1-1 15,0 0 1-15,1 2-2 16,3 0 1-16,-1 0 0 16,2 4 0-16,1 1 3 15,-3 2 3-15,3 5-1 16,-2 0-3-16,2 0-2 0,-3 2 1 15,-1 11-1-15,-3-1-2 16,-3 1-1-16,0 1 0 16,-4 2-2-16,-2-3-11 15,0-2-26-15,3-1-45 16</inkml:trace>
  <inkml:trace contextRef="#ctx0" brushRef="#br0" timeOffset="-153626.34">9427 9528 204 0,'0'0'15'0,"0"0"-8"0,0 0-1 0,7-41-3 0,-10 34-7 16,-7 2-8-16,-3 2 7 15,-3 3 1-15,-4 0 4 0,0 2 2 16,-3 7 0-16,-1 2 3 15,4 3-2-15,-3 0-1 16,7-1-1-16,3-1-1 16,3 1 1-16,6-4 0 15,4-2 3-15,0-1-3 0,6-2-2 16,6-1 1-16,5-3 3 16,2 0 1-16,0-2-2 15,0-4-3-15,1-3 3 16,-3 2 4-16,0-1-2 15,-3 2-2-15,-4 0-1 0,-1 3 0 16,1 0-1-16,-3 3 0 16,1 0 0-16,-1 0 0 15,2 0 0-15,-3 0 0 16,3 5-1-16,-2 2 0 16,0-2-5-16,0 1-15 0,0 0-6 15,3-3-12-15,0-2-10 16</inkml:trace>
  <inkml:trace contextRef="#ctx0" brushRef="#br0" timeOffset="-153363.76">9636 9229 4 0,'0'0'116'0,"0"0"-108"0,0 0 14 16,-13 46 11-16,11-26-18 16,2 7-9-16,0 0-4 0,2 6 0 15,8-2-1-15,-1 2-1 16,5-5-32-16,-1-5-69 15</inkml:trace>
  <inkml:trace contextRef="#ctx0" brushRef="#br0" timeOffset="-152935.99">10107 9360 249 0,'0'0'4'0,"0"0"-4"16,0 0 2-16,0 0-2 15,0 0-1-15,33 43 1 0,-21-24 0 16,-1 3 0-16,3 2 0 16,-1-4 0-16,3-1 0 15,-3-4 0-15,0-5 0 16,-1-3 0-16,-1-4 1 16,-1-1-1-16,0-2 3 15,-3 0 0-15,1 0 2 0,-3-7 6 16,2-5 2-16,-3-2-6 15,-1-3 1-15,0-3-3 16,2-1-4-16,0-1-1 16,4 1-4-16,-3 0-24 15,3 2-52-15</inkml:trace>
  <inkml:trace contextRef="#ctx0" brushRef="#br0" timeOffset="-152480.5">10624 9403 228 0,'0'0'3'16,"0"0"7"-16,0 0-10 16,0 0-4-16,0 0-4 0,-52-16 5 15,35 12 3-15,-2 4-1 16,4 0 1-16,-2 0 3 15,5 4 0-15,2 5-3 16,-1 1 0-16,5 1 1 16,1 0 1-16,3 0 0 15,2 0 0-15,0-1 1 0,0-2-3 16,7-2 0-16,2-2 0 16,5-1 3-16,1-3-2 15,5 0 1-15,-3 0 0 16,2-5 0-16,1-3-2 15,-3 0 1-15,-2-2-1 0,-2 3 1 16,-1 0-1-16,-2 2 1 16,-6 2-1-16,1-1 2 15,1 4 0-15,-2 0-2 16,2 0 0-16,2 0 0 16,-1 4 0-16,1 2 0 15,2 0 0-15,1 1 0 0,0 0-2 16,-1 0-17-16,0-5-56 15,1-2-28-15</inkml:trace>
  <inkml:trace contextRef="#ctx0" brushRef="#br0" timeOffset="-152137.49">10782 9089 124 0,'0'0'46'0,"0"0"-48"0,0 0-3 0,0 0 7 0,0 0-2 16,0 0 0-16,-5 51 3 15,6-34 2-15,3 2-1 16,2 2 2-16,-1 3 0 15,2-1 1-15,0 3 0 16,1-2 1-16,-3 3-6 0,2-3 0 16,-2 3-1-16,1-4 0 15,-2-1-1-15,-1-1 0 16,3-2 1-16,-1-2-1 16,-3-3-1-16,1-5-44 15,1-5-93-15</inkml:trace>
  <inkml:trace contextRef="#ctx0" brushRef="#br0" timeOffset="-151179.09">10967 9353 264 0,'0'0'3'0,"0"0"0"16,0 0-8-16,0 0-9 15,0 0 6-15,0 0 6 0,0 0 3 16,0 0 0-16,3 44 0 16,4-31 0-16,-1-1 1 15,3-1-2-15,0-1 0 16,2-3 0-16,0-1 1 16,0-2 0-16,1-3-2 0,-1-1 2 15,-2 0 1-15,2-1-2 16,-4-6 3-16,1-3-2 15,2-1 0-15,-5-2 0 16,3 0-1-16,-3-1 1 16,1 1 0-16,-1 0-1 0,-3 3 5 15,-1 3-1-15,-1 1 2 16,0 2-4-16,0 3-1 16,0 1-2-16,0 0-1 15,0 0-6-15,0 0 4 16,0 6 1-16,0 3 5 0,0 3-2 15,0 1 0-15,0 1 0 16,0 1 0-16,0-2 0 16,6 1 0-16,0-1-4 15,3-2 2-15,3-2 0 16,-2-5 1-16,3-1 1 16,2-2-1-16,3-1 2 0,-1 0 1 15,0-4 0-15,2-4 0 16,1-1-1-16,-1-5 1 15,2 2-2-15,-4-3 0 16,0-3 1-16,-2 3-1 16,-3 0 0-16,-1-1 0 15,-8 5 2-15,-1 1 1 0,-2 1 1 16,0 4-1-16,-5 1-3 16,-5 2-4-16,0 2 1 15,-1 0 0-15,-1 2-4 16,3 6 3-16,1 2 0 15,1 1 0-15,4 2-2 0,1 1-1 16,2 0 0-16,0-1-3 16,0 1 3-16,3-2 0 15,6-2 4-15,1-2-4 16,2-1 3-16,4-2-4 0,1-3 9 16,1-2 1-16,-1 0-2 15,-1 0-2-15,1-4 1 16,-2-3 8-16,-1-2 13 15,-1-3 5-15,-3 0-7 16,2 0-3-16,0 0-5 16,-2 1 0-16,2 0-4 0,-1 2-4 15,-2 2-2-15,2 2 0 16,-4 3 1-16,0 0-1 16,2 2 0-16,-4 0 0 15,1 0 0-15,0 6 1 16,0 3-2-16,2 3 1 15,-6 0-1-15,-1 0 0 0,-1 1-2 16,0 0-7-16,-8-2 1 16,-5-1 4-16,-3-1-24 15,5-5-16-15,0-4-48 16</inkml:trace>
  <inkml:trace contextRef="#ctx0" brushRef="#br0" timeOffset="-150289.23">12259 9231 123 0,'-12'0'17'0,"2"2"8"0,1 2-23 0,0 1-1 0,1 3-1 16,0 0 2-16,4 2-1 15,1 0 0-15,3 0 0 16,0-3 0-16,3 3 3 15,4-4 4-15,6-2 1 16,1 0 5-16,4-1 4 0,2-3-4 16,-2 0-7-16,1 0-5 15,-1 0-1-15,-4-7 1 16,-3-1-1-16,-4-2 2 16,0-2 7-16,-7-1-1 0,0-1-6 15,0-2-2-15,0-1-1 16,0-1 2-16,-5 1-1 15,4 1 0-15,0-1 0 16,1 3-1-16,0 4 0 16,0 2 1-16,7 0-2 0,0 4 1 15,3 3-1-15,2 1 1 16,1 0-1-16,-2 1 0 16,1 8 1-16,-2 7-2 15,-1 2 2-15,-1 5-2 16,-2 5 1-16,-4 5-1 15,-2 2-2-15,0 4 0 0,0-2 5 16,0-1 0-16,2-3 0 16,1-6 0-16,3-2 0 15,0-7-1-15,4 0 2 16,-1-8-2-16,1 0 1 0,1-6 1 16,1-2-1-1,-1-2 0-15,1 0 0 0,-1 0 0 16,0-3-1-16,-2-6 0 15,-4-2 1-15,1 0 0 16,-6-4-2-16,0 1 0 16,0 0-10-16,-11-3-15 0,-5 3 8 15,-4 1 5-15,-2 0 10 16,-3 2 7-16,-2 1-3 16,5 1 2-16,4 4 4 15,5 0 7-15,2-2 6 16,8 3-2-16,3 0-1 0,0 2-5 15,5-2-2-15,13 1-4 16,5-1-3-16,7 1-2 16,6 0-1-16,4-1-11 15,0 1-21-15,1-1-6 0,-1-3-39 16,-2-1-80-16</inkml:trace>
  <inkml:trace contextRef="#ctx0" brushRef="#br0" timeOffset="-149755.35">12993 9139 76 0,'0'0'140'0,"0"0"-133"0,0 0-1 16,0 0-8-16,0 0 1 0,0 0 1 15,0 0 0-15,0 0 0 16,-41 24 0-16,38-11 1 15,2 1 0-15,1 0 2 16,0 1-2-16,0 0-2 16,9-2 2-16,0-2-1 15,3-1 0-15,1-3 2 0,1-4-2 16,0-3 3-16,-2 0-2 16,2 0 4-16,-2 0 0 15,-1-8 4-15,-3-1-1 16,2 1-3-16,-7-1 1 15,1 3-4-15,-2-1 3 0,0 3 4 16,-2 1-2-16,0 1-2 16,0 1-6-16,0 1 3 15,2 0-6-15,0 0-3 16,2 6 6-16,2 0-1 16,5 1 0-16,3 0 1 0,-1-3 1 15,7 0 0-15,0-2 0 16,1-2 2-16,1 0 2 15,-3 0 4-15,0-4 3 16,-1-5 3-16,-3 2 4 16,-4-6-2-16,-1 2 9 0,-4-5-3 15,-2 1-6-15,-4-2-10 16,0 1-7-16,-10 0-5 16,-7 5-13-16,-8 2-22 15,-6 4-37-15,-5 0-126 16</inkml:trace>
  <inkml:trace contextRef="#ctx0" brushRef="#br0" timeOffset="-148460.07">9044 10135 91 0,'-3'-2'56'0,"-1"1"-54"0,-3 1 3 0,4 0 1 15,-1 0-1-15,2 4-4 0,-3 4 4 16,4 4-4-16,0 1 2 16,1 2 2-16,0 1 0 15,0 2-2-15,0-1-1 16,0-3 0-16,3-2 2 0,5-1-2 16,1-5 2-16,1-3 2 15,5-2-2-15,0-1-3 16,1 0 3-16,2-1-3 15,-2-9-10-15,0-3 21 16,-1 1-11-16,-1-3 0 16,-1-1-1-16,-2 4 1 0,-2 2 0 15,-5 3-1-15,1 4 0 16,-1 3-1-16,-2 0-5 16,0 6 4-16,2 5 1 15,2 0 5-15,0 4-1 16,3-3-3-16,1 0 1 0,1-4 0 15,4-2 1-15,1-5-1 16,-1-1 1-16,1-2 8 16,2-10 4-16,-2-1-2 15,-1-1 0-15,-3-5 4 16,-2 0 6-16,-2-4-3 0,-6 3-4 16,-2-3-3-1,0 3-4-15,-2 1-8 0,-8 2 1 16,-1 4-6-16,-3 6-7 15,-3 3-8-15,1 4-24 16,-1 0-37-16,2 0-54 0</inkml:trace>
  <inkml:trace contextRef="#ctx0" brushRef="#br0" timeOffset="-147933.36">9551 9886 185 0,'0'0'-1'0,"0"0"3"0,0 0-3 0,0 0 0 16,0 0 2-16,0 0 2 15,26 40 1-15,-19-19-1 16,0 2 0-16,0 2-3 15,1-1 1-15,1 3 0 16,-2-4 0-16,0 2 1 0,-3-3-2 16,-1-1 1-16,-2-2-1 15,-1-2 0-15,0-4-1 16,0-2 1-16,-4-1 0 16,-2-4 2-16,-4-1 1 15,0-5 2-15,1 0 3 0,2 0 0 16,0-5-1-16,3-4 1 15,2-2-1-15,2-2-4 16,2-1-1-16,11-2-3 16,0 2 0-16,5-3-3 0,2 4 4 15,-1 0-1-15,3 2 1 16,-4 2 1-16,4 2 1 16,-5 3 1-16,-1 3 1 15,-2 1 1-15,0 0-1 16,-2 3-4-16,-4 8 2 15,-2 0-3-15,-5 5 2 0,-1-1-1 16,0 1-1-16,0 1 0 16,0-1-10-16,0-4-21 15,-1-4-65-15</inkml:trace>
  <inkml:trace contextRef="#ctx0" brushRef="#br0" timeOffset="-147734.17">9923 10076 244 0,'0'0'12'0,"0"0"4"0,0 0-16 0,0 0-1 0,0 0-1 16,0 0 0-16,0 0 4 15,8 40-3-15,-4-26-6 16,-1-1-13-16,1-3-19 15,0-5-39-15</inkml:trace>
  <inkml:trace contextRef="#ctx0" brushRef="#br0" timeOffset="-147577.74">9946 9944 299 0,'0'0'0'0,"0"0"4"16,0 0-6-16,0 0-54 16,0 0-82-16</inkml:trace>
  <inkml:trace contextRef="#ctx0" brushRef="#br0" timeOffset="-147228.84">10107 10068 168 0,'0'0'2'0,"0"0"1"15,0 0-2-15,0 0-2 16,0 0 0-16,0 0 3 15,0 0 3-15,0 0 2 16,-33 4-1-16,28 7 0 16,-1 2 0-16,3-2 2 0,3 2-1 15,0 0 5-15,0-3-3 16,9-1-4-16,5-1 0 16,1-5 1-16,4 1-3 15,4-2 2-15,2-2-5 16,0 0 1-16,0-3-22 0,0-6-33 15,-4-1-26-15</inkml:trace>
  <inkml:trace contextRef="#ctx0" brushRef="#br0" timeOffset="-146744.25">10280 9921 212 0,'0'0'0'0,"0"0"20"15,0 0-3-15,0 0-7 0,0 0-5 16,0 0-5-16,0 0-3 16,0 0 1-16,-21 2 4 15,21 11-1-15,0 2 1 16,4 2-2-16,2 2 0 16,0-1 0-16,-1 1 1 15,1-1-1-15,0-2 0 16,-4-1 0-16,3-2 1 0,-2 0-1 15,-1-4 0-15,0-1 1 16,0-1-1-16,-2-4 0 16,0 0 0-16,0-3 0 15,2 0-1-15,1 0 2 0,1-6 3 16,-2-4-1-16,3 0-1 16,2-4-1-16,-2 3 0 15,1-3-1-15,2 2-1 16,4 0 0-16,-1 3 1 15,0-1 0-15,3 3 0 16,1 1 0-16,3 3 1 0,-4 2 0 16,4 1 0-16,-4 0 0 15,1 4 0-15,-4 6 0 16,0 6 1-16,-4 1-1 16,-5 1 0-16,-2 6-2 15,0-2 4-15,0 2-26 16,-7-6-19-16,0-2-59 0</inkml:trace>
  <inkml:trace contextRef="#ctx0" brushRef="#br0" timeOffset="-146010.25">11187 10052 176 0,'0'0'22'0,"0"0"-9"0,0 0-6 0,0 0 1 0,0 0-3 16,0 0-1-16,0 0 0 15,0 0-2-15,0 0 1 16,0 0 1-16,42 4-2 16,-33-4-1-16,-2-5-1 0,4-4 1 15,-5-1-1-15,1-3 0 16,-5-1 1-16,-1-3 0 15,-1-2-1-15,0-2 0 16,-3 1-1-16,-9-4 1 16,0 2-5-16,0-2-1 0,-1 2 1 15,2 2 0-15,0 5 4 16,1-1-1-16,4 6 2 16,-2 3 2-16,3 4-1 15,0 2 3-15,0 1-3 0,3 1-1 16,0 12 1-16,0 1-1 15,2 5 1-15,0 2 0 16,0 3 1-16,6 2-1 16,6-2-1-16,-1 1 1 15,5-1 3-15,-1-1-3 16,5 0 0-16,3 0 0 0,-1-1 0 16,5-6-3-16,-3 0-39 15,2-8-73-15</inkml:trace>
  <inkml:trace contextRef="#ctx0" brushRef="#br0" timeOffset="-145597.12">11497 10029 145 0,'0'0'-4'0,"0"0"-1"0,0 0 2 0,0 0 0 16,0 0 6-16,0 0 2 16,0 0 7-16,50 3 3 15,-35-7-8-15,-1-6-2 0,-1 3 2 16,0-3 4-16,-2 1-4 16,-1-2-3-16,-4 1 0 15,-3 0-3-15,-2 3 0 16,-1 0 1-16,0 3 7 15,-3 1 0-15,-4 2-3 16,-3 1-3-16,-2 0 0 0,-2 0 2 16,2 7-2-16,-1 3-1 15,-2 1 0-15,5 0-1 16,1 1-1-16,3 0 4 16,4 0-1-16,2-2-1 15,0 0 2-15,4-2-5 0,7-1 3 16,3-1-2-16,6-3-3 15,0 1-30-15,5-4-62 16</inkml:trace>
  <inkml:trace contextRef="#ctx0" brushRef="#br0" timeOffset="-145227.88">11866 9928 190 0,'0'0'22'16,"0"0"9"-16,0 0-21 15,0 0-8-15,0 0-5 0,0 0 0 16,0 0 2-16,-36-21 1 16,23 25 0-16,1 2-1 15,1 1 3-15,5 2-2 16,0-2 1-16,4 0-1 16,2 1 1-16,0-2 0 0,2 1 0 15,8 0 0-15,3-1 0 16,5-1 0-16,1-1 1 15,-2 1-1-15,2 1 1 16,0 1-1-16,-3-1-1 16,-5 1 2-16,-2 1-2 0,-2-2-2 15,-5 1-1-15,-2 0 0 16,0-3 1-16,-2-1 0 16,-10 2 2-16,-1-4 1 15,-9 3 2-15,0-1-2 16,-5 1 0-16,2-2-11 0,1-2-80 15,8 0-46-15</inkml:trace>
  <inkml:trace contextRef="#ctx0" brushRef="#br0" timeOffset="-144777.72">12156 9893 129 0,'0'0'3'0,"0"0"-1"0,0 0-2 0,0 0-1 15,0 0-5-15,0 0 5 16,0 0 2-16,0 0 1 16,-51-24-1-16,34 24 6 15,-2 6 3-15,1 2-3 0,1 1-1 16,-1 1-1-16,6-2-5 15,4 1 1-15,1 0-1 16,5-3 1-16,2-1-1 16,2-1 3-16,10-1-1 15,1-2 2-15,7 3 0 16,0-2 4-16,2 1 2 0,0 1-4 16,1-1 3-16,-4 2-3 15,2 1 0-15,-3 1 0 16,-4-1 0-16,-2 0-4 15,0 0-1-15,-8 0-1 16,-3 0 0-16,-1-2-2 0,-3 3 6 16,-13 0 3-16,-4-1-2 15,-6 1-2-15,-5 2-1 16,1-2 0-16,-3-3-11 16,6-1-83-16</inkml:trace>
  <inkml:trace contextRef="#ctx0" brushRef="#br0" timeOffset="-142145.09">10715 10170 122 0,'0'-4'18'0,"-2"-2"7"0,-3 3 1 0,3-1-3 16,0 1-13-16,-2 0-6 0,-3 0-3 15,2 2 1-15,-3 1-2 16,1 0 1-16,-3 0 2 16,0 0-2-16,-1 6 0 15,-1 2-1-15,1 6 0 0,0-1 1 16,2 4-1-16,4 0 0 15,3-2 0-15,2-1 1 16,0-4-1-16,0-2 2 16,7-1-3-16,2-4 0 15,0-3 2-15,0 0 1 0,1 0-1 16,2-4 0-16,-1-5-1 16,-1-2 3-16,-2 2-3 15,-4-2 2-15,1 1-1 16,-3 2 6-16,-2 3 3 15,0 1 0-15,0 1-2 0,2 3-3 16,-2 0-5-16,2 3-1 16,1 8-2-16,2 5 3 15,2 5 4-15,1 6-3 16,0 2 0-16,3 5-1 16,-1-1 1-16,-4 3-1 15,-1 0 1-15,-1 2-1 16,-4-2 0-16,0-4 0 0,0-6 0 15,-4-5-1-15,-5-6 0 16,-3-6 0-16,-2-4 2 16,-2-4 1-16,0-1-2 15,1 0 1-15,-2-6 1 0,5-6-1 16,0-7 0-16,3-1 2 16,5-5-4-16,4-1 1 15,0-2-3-15,0 1 3 16,11 0-1-16,0 0-4 15,3 4 3-15,2 1 1 0,1 0 2 16,1 2-5-16,-1 2 7 16,0 2-2-16,0-1-1 15,-3 3-1-15,-3 1 2 16,-4 3-1-16,2 3 0 16,-7 1 0-16,-2 5-1 0,0 1 2 15,-7 0-5-15,-2 4 4 16,0 3-1-16,-1 6 1 15,2 0 0-15,2 0 1 16,4-2-1-16,2 0 3 16,0-1-1-16,0-2 1 0,10-3-3 15,2 1 0-15,1-5 0 16,5 2 0 0,-4-3-10-16,2 0-35 0,-3-8-99 15</inkml:trace>
  <inkml:trace contextRef="#ctx0" brushRef="#br0" timeOffset="-141995.11">10827 10142 243 0,'0'0'5'0,"0"0"6"0,0 0 0 0,0 0-6 0,0 0-6 0,0 0-47 15,0 0-40-15,0 0-3 16</inkml:trace>
  <inkml:trace contextRef="#ctx0" brushRef="#br0" timeOffset="-141754.13">10865 10244 186 0,'0'0'9'15,"0"0"-6"-15,0 0-2 0,2 42 0 16,0-27 0-16,-2-1-1 15,2-3 0-15,-1-1 0 16,1-3 1-16,-1-1 0 16,2-5-1-16,-3-1 6 15,4 0 14-15,-1-4 6 0,-1-3-19 16,-1-3-5-16,3 0-2 16,-2-3 1-16,0 1-2 15,0-1-15-15,3-4-92 16</inkml:trace>
  <inkml:trace contextRef="#ctx0" brushRef="#br0" timeOffset="-141008.32">12925 9768 141 0,'0'0'-14'0,"0"0"16"0,0 0-1 0,0 0-1 16,0 0 3-16,0 0 13 16,0 0 17-16,0 0-6 0,36-40 1 15,-36 34-6-15,0 2-5 16,0 0-12-16,0 1-4 15,-8 3-3-15,-5 0-9 16,-3 0-5-16,-5 0 12 16,-2 7 0-16,-4 3 7 15,2-1-6-15,0 5 7 0,4-1-2 16,4 1-1-16,3 0 0 16,5-1 0-16,5-3 0 15,4 1 1-15,0-4 0 16,5 2-2-16,5-6 5 15,4 1-4-15,1-3 3 16,2-1 1-16,2 0 0 0,-1 0-2 16,-2 0-2-16,-2 0-1 15,-2 0 1-15,-2 0-2 16,-6 0 1-16,-2 0 0 16,-2 3-3-16,0 5 1 0,-13 1-4 15,-1 4 6-15,-4 3-1 16,1-2 1-16,-3 1 3 15,7 0-2-15,2-4 0 16,5-2 1-16,4 1 0 16,2-2 2-16,0-1 0 0,3 0-4 15,12-1 1-15,-2-2-1 16,8-1 2-16,0 1-5 16,2-4-36-16,-2 0-43 15,3 0-50-15</inkml:trace>
  <inkml:trace contextRef="#ctx0" brushRef="#br0" timeOffset="-140642.28">13015 9894 229 0,'0'0'7'0,"0"0"4"0,0 0-10 0,0 0-1 16,44-5 3-16,-30 5-3 15,1 0 1-15,-1 6 0 16,-3 3-1-16,0 0 0 16,-5 4-1-16,2 1 0 0,-5-3 0 15,0-1-1-15,-1 0 1 16,-2-1-4-16,0-5 0 16,0-1-1-16,-2-3 2 15,-4 0 8-15,-5 0-1 16,1 0-2-16,0 0 0 0,0-4-1 15,2-3 3-15,3-1 10 16,3-2 1-16,2 2-4 16,0-3-4-16,4-2-3 15,9 3-2-15,1-2-2 16,3 2 1-16,4 1-6 0,4 0-16 16,-2 2-22-16,0 0-73 15</inkml:trace>
  <inkml:trace contextRef="#ctx0" brushRef="#br0" timeOffset="-140244.11">13345 9849 245 0,'0'0'6'0,"0"0"9"15,0 0-15-15,0 0 2 16,0 0-1-16,0 0 0 15,39 7 0-15,-30 3-2 16,-1 0 1-16,2 4 0 16,-4-1 0-16,3-1 0 15,-5-1 0-15,-1-1 0 0,1-2-1 16,-4-2 0-16,0-2 0 16,0-1-2-16,-3-2-2 15,-3-1 7-15,-5 0-1 16,-1 0 1-16,1 0-1 15,3 0 1-15,-2-3 0 0,4-4 4 16,1 2 1-16,3-4 5 16,2-1-3-16,0 1-5 15,0-2-1-15,9 0-4 16,5-2 3-16,-1 2-2 16,5 2 0-16,2 2-1 15,1 0-7-15,1 3-26 0,-2-2-38 16,2-1-101-16</inkml:trace>
  <inkml:trace contextRef="#ctx0" brushRef="#br0" timeOffset="-139584.6">13659 9832 204 0,'0'0'22'0,"0"0"-21"16,0 0-4-16,0 0 3 15,0 0-6-15,-41 41 3 16,32-28 1-16,3-2 2 0,0-1 0 16,5 0 0-16,1-1 1 15,0-1 0-15,0-2 1 16,1-2-2-16,5-2 5 16,1-1-4-16,3-1 3 15,-2 0-3-15,1 0 0 0,1-3 1 16,-3-2-2-16,2-2 0 15,-3-2 3-15,1-1 2 16,-2 1 5-16,0-2-3 16,-3 0-2-16,-2-1-4 0,0 3-1 15,0 1 4-15,-9 0 1 16,0 2-4-16,0 0 3 16,-2 4-4-16,2 0 0 15,2 1 0-15,1-1 0 16,1 2 1-16,4 0-1 15,-1-1 0-15,2 1 2 0,0-2 0 16,2-2-3-16,8 0 1 16,1 0 1-16,3-4 1 15,1 2 0-15,-1-1 2 16,-4 2 2-16,0 1 3 0,-2 1-3 16,-1 3 0-16,0 0-4 15,-3 0-3-15,-3 12 0 16,2 0 0-16,0 5-1 15,-1 0 4-15,2 2 0 16,0-2-1-16,2-3-1 0,-2-1 0 16,2-5 0-16,3-2 1 15,-1 0 0-15,1-6-1 16,1 0 2-16,2 0 1 16,-1 0 6-16,-2-6 2 15,3-1-2-15,-4-2 0 16,-1 1-3-16,-1-5-6 15,-1 3-1-15,-3-4-10 0,-2-6-30 16,0-1-124-16</inkml:trace>
  <inkml:trace contextRef="#ctx0" brushRef="#br0" timeOffset="-137774.69">13929 8532 166 0,'-4'-4'-3'0,"1"0"10"0,1-1-6 16,-2 1-1-16,1 2 0 15,1-1 0-15,0 1 0 16,-3-2 2-16,3 3 4 0,-2-1 2 16,3-1-2-16,-1 2 2 15,0 0-3-15,2 0-2 16,-2 1-3-16,2-1 2 16,0 1 0-16,0-1-9 15,0 1-3-15,4 0 12 0,3 0-1 16,2 0-1-16,2 0 0 15,3 0 2-15,1 0-2 16,1 0 0-16,2 1-1 16,2 2 1-16,1 4 0 15,0-1 1-15,-3-2-1 16,2 3 0-16,-2 0 0 16,-2 0 0-16,-2 1 0 0,-2 0 0 15,0 1 0-15,-4 0 0 16,-1-1-1-16,-3 3 0 15,0 0 0-15,0 0 1 16,-2-1-3-16,-2 2 4 0,0 1-1 16,0-1 2-1,0 3 0-15,0 0 0 0,0 2-1 16,0 1 1-16,-2 3-1 16,-2 0-1-16,0 0 2 15,0 0-2-15,2 1 0 16,-2-1 0-16,1-1 1 0,1 3-1 15,1-5 0-15,0 3 0 16,1-2 0-16,0 1 0 16,0-2 2-16,0 2 0 15,4-1-2-15,3 1 2 0,0-2-1 16,2 1 0-16,0-2-1 16,0-2 0-16,2-2 0 15,0-2 1-15,0-1 0 16,-1-4-1-16,1 0 3 15,0-2 2-15,2-1-1 0,-4 0-3 16,-1-1 3-16,2 0-3 16,-1-1-1-16,-5 1 0 15,-1-2 1-15,1 1-1 16,-3-1 0-16,0 1 0 16,-1-1-1-16,0 2-4 0,0 2-3 15,0-1 6-15,-2 2 2 16,-3 1 0-16,-1 3 0 15,-1 0 0-15,-1 2 0 16,1-1 1-16,2 4-1 16,-2 0 0-16,3-1 0 15,2 1 0-15,-1-1 1 16,2 4-1-16,1 0 1 0,0-1-1 16,0 1 0-16,2-2 0 15,4 2 1-15,-3-2-1 16,3 3 1-16,-2-1-1 0,-1 4 0 15,4-2 0-15,-3 2 1 16,0 0-1-16,1 0 0 16,-1-2 0-16,0 2 0 15,-1-2 0-15,4 1 0 16,-4-2 1-16,1 1-1 16,2-1 0-16,-1-1 2 0,1 2-2 15,1 0 1-15,0 0-1 16,-3 2 2-16,0 0-1 15,1-2-1-15,-3 2 1 16,-2-2 0-16,0-2 0 16,0 0 0-16,0-1 0 0,0 1 0 15,0-2 0-15,-6 2-1 16,2 0 1-16,-3-1-1 16,1-2 0-16,0 0 0 15,-2-1 0-15,-1-3 0 16,2-1 2-16,-5-2 3 15,0 0 0-15,-2-1-1 16,-1-1 1-16,-2-2-5 0,-3 1 0 16,0-1 0-16,-4-3 0 15,-2 0 0-15,1 0 1 16,-2 0-1-16,-4-6 0 16,1-1-9-16,-1-5-67 0</inkml:trace>
  <inkml:trace contextRef="#ctx0" brushRef="#br0" timeOffset="-136163.85">13860 8561 75 0,'-2'0'9'0,"-1"-1"4"0,1-3-7 0,0 0 0 16,-1 2-1-16,1-3 4 0,-1 2 1 15,0-4 3-15,0 3-1 16,0-1 5-16,2 0 4 16,1 1-9-16,0-2 1 15,0 3-6-15,4-1-4 16,4 3 0-16,2-2-2 15,3 1 0-15,1 1-1 0,1 1 1 16,2 0-2-16,5 0 2 16,-4 0-2-16,6 3 2 15,-3 4-2-15,3 1 1 16,0 2 0-16,-3 0 0 16,2 4 1-16,-2-1-1 15,-1 3-1-15,-6 1 1 0,1 1 0 16,-4 1 0-16,-1 2 0 15,-5 1-1-15,-1 0 1 16,-2 1-3-16,-2 0 3 16,0-2-1-16,0 0 1 0,-2-2-4 15,-3 2 4-15,-5-1 0 16,4 1 1-16,-3 1 0 16,0 0-1-16,0 0 0 15,-2 0-2-15,-3 1 2 0,0 1 1 16,1 0 0-16,1 0 1 15,1-4-2-15,4 0 0 16,3-3 0-16,1-1 0 16,3-3 0-16,0-2 1 15,5-1-2-15,3-2 1 16,4 2 3-16,2-4-2 16,5 0 0-16,-1-2 1 15,1-1-1-15,0-2 0 0,-1 1 1 16,-2-2-2-16,-2 0 0 15,-2 0 1-15,-3 0 0 16,-1-1 0-16,-2-4 3 0,-4 2-1 16,0-2-2-16,-2 0 0 15,0 2-1-15,0 1-6 16,-4 1 7-16,-3 1-2 16,0 0 0-16,-2 0 2 0,0 0-1 15,1 5 0-15,-1 2 0 16,2 0-1-16,1 2 1 15,1 2 0-15,0-1 0 16,2 3-2-16,2 0 1 16,1 1-1-16,0 1 1 0,2 2 1 15,5-1-1 1,-1 1 1-16,1 0 0 0,-1 1 1 16,2 0-1-16,-1 1 1 15,1 3 0-15,-1-1-1 16,2 5 0-16,-3-2 0 15,2 4 0-15,0-2 0 0,-2 2 0 16,0 0 1-16,-2 1-1 16,-2 2 0-16,-1-4 0 15,-1 5 0-15,0-1-1 16,0 0 2-16,-5-2-1 16,-1-1 0-16,-2-3 0 0,0-1 1 15,-1-3-2-15,-1-1 2 16,-1-2 1-16,-2-1 1 15,-3-2 0-15,-6 1 1 16,2-2 3-16,-5-1-6 16,-6 1 2-16,-5-2-2 15,-7 2 1-15,-6 1-2 0,-9-2-10 16,-4-3-41-16</inkml:trace>
  <inkml:trace contextRef="#ctx0" brushRef="#br0" timeOffset="-120346.29">3905 11225 53 0,'0'-1'1'0,"0"0"1"0,0 1-18 16,0 0 10-16,0-1 7 15,0 1 4-15,0-1-1 16,0 0 0-16,0-1 5 0,0-1 4 16,0 2 9-1,0-2 0-15,0 2 9 0,0-1-16 16,0 2-5-16,0 0-7 15,0 0-2-15,0 0-2 16,0 0-2-16,0 0-1 0,0 3 4 16,0 4 0-16,0 0 1 15,0 1 0-15,0 3 1 16,0 0-2-16,2 2 0 16,-2 1 0-16,2 2 0 15,-2 1 1-15,0 0-1 0,0 0-1 16,0 3 1-16,0-3 1 15,0-2-1-15,0 2 0 16,0-2 1-16,0-4-1 16,0 4 1-16,0-3-1 15,0-2 0-15,0-2 1 16,0-1-1-16,2-1 0 0,0 0 0 16,3-3 1-16,-1 0 0 15,2-1 0-15,2 0 1 16,1-1-1-16,-1-1 2 15,4 0-3-15,-1 0 1 16,5 0 1-16,-1 0-2 16,4 0 1-16,-2-3 2 0,1-1 0 15,3 1 2-15,-6-1-2 16,1 1 4-16,-3-1 1 16,-2 0-3-16,-1 4-3 15,-4-2 0-15,0 2-1 0,-1 0-1 16,2 0 0-16,-5 0-2 15,-1 0-47-15,3-1-123 16</inkml:trace>
  <inkml:trace contextRef="#ctx0" brushRef="#br0" timeOffset="-119812.73">4316 11410 104 0,'0'0'9'0,"0"0"0"0,0 0 1 0,0 0 3 16,0 0 2-16,0 0-4 15,0 0-7-15,0 0-2 16,-38 7-2-16,38-3 1 16,-4 1 1-16,4 2-2 0,0 0 0 15,0 0-1-15,0 1 1 16,4-1 0-16,1 2 3 16,1-2-3-16,2 0 2 15,2-1-3-15,-1-3 2 16,-1 1 2-16,4-4-1 15,-1 1 1-15,1-1 3 0,-1 0-1 16,-2 0-2-16,2-1 0 16,-2-5-2-16,-3-1 4 15,-1-3 1-15,2 2 1 16,-5-4 2-16,-2 1 3 16,0 0-2-16,0-1 3 0,0-2 5 15,0 3-7-15,-7-1-3 16,1 4-2-16,1-1-2 15,-3 6-3-15,1 3-4 16,-3 0-1-16,-1 2-11 16,-3 8-24-16,0 3-16 15,2-1-42-15</inkml:trace>
  <inkml:trace contextRef="#ctx0" brushRef="#br0" timeOffset="-119172.05">4680 11357 86 0,'0'0'18'0,"0"0"16"0,0 0 0 0,0 0-6 0,0 0-12 15,0 0-1-15,0 0-7 16,0 0-5-16,0 0-3 16,-40-27 0-16,34 27 0 15,-2 0 0-15,0 2 0 0,-1 3 0 16,3 4 1-1,-2-5-2-15,2 6 2 0,1-3-2 16,3 0 1-16,0-1 0 16,0 1 0-16,2-1 0 15,0-2-1-15,0 0 0 0,2-1 0 16,3 1 2-16,3-1 1 16,-3 0 0-16,6-3-2 15,-2 2 1-15,0-1 2 16,2 0-3-16,-2-1 1 15,-2 2 0-15,2-1-1 16,-2 1 0-16,-1 0 1 16,-1 1-1-16,1 0 0 0,-4 2 0 15,3 0-1-15,-5-2 0 16,1 4 0-16,-1 0 2 16,0-3 0-16,0 2-1 15,-1-3 1-15,-6 1-1 16,0 0 1-16,-5-2 4 0,-1 2-5 15,0 0 1-15,-1-2 0 16,4-1-1-16,-1 1 2 16,1-2-2-16,6 0 1 15,0 0-6-15,4 0-25 0,0 0-72 16</inkml:trace>
  <inkml:trace contextRef="#ctx0" brushRef="#br0" timeOffset="-118537.76">4960 11337 89 0,'0'0'18'0,"0"0"10"0,0 0 3 0,0 0 1 16,0 0-11-16,0 0-5 15,0 0-11-15,0 0-1 0,0 0 0 16,0 0-2-16,0 0-3 16,-31-32 0-16,24 32 2 15,0 0-1-15,-2 0 0 16,2 7 2-16,-1 0-2 15,1 0 0-15,-1 0 0 0,4 0 0 16,0 0 0-16,0-1 1 16,4 0-1-16,0-1 0 15,0 0 0-15,0-1-2 16,0-1 3-16,6 1 0 16,-1-1-1-16,4 0 1 15,-4 0-1-15,3-1 1 0,-1 1 0 16,2 0-1-16,-2 0 0 15,1 1 0-15,1-1 0 16,1 2 1-16,-2 0-1 16,-1-1 0-16,2 1 0 0,-4 0 1 15,1 2-2-15,-4-1 1 16,0-2 0-16,-1 1 0 16,1 0 0-16,-2-2-1 15,0 0-1-15,-2 0 1 16,-5-2 1-16,-2 3 2 0,-4-2-3 15,-1-1 1-15,-1 0 2 16,2-1 2-16,-1 0 1 16,5 0-2-16,0 0-1 15,1 0-1-15,5 0 1 16,3-2-7-16,0-7-58 0</inkml:trace>
  <inkml:trace contextRef="#ctx0" brushRef="#br0" timeOffset="-117851.15">6012 11021 124 0,'0'0'9'0,"0"0"18"0,0 0-4 15,-11-43-16-15,5 30-6 16,-4 2 0-16,-1 0-1 16,-2-1 4-16,-3 2 4 15,1 3 0-15,-3 3-2 0,-2 1 3 16,2 3-8-16,-4 0-2 15,4 0 1-15,0 9 0 16,-1 1 0-16,5 1 0 16,1 3 0-16,5 3 0 15,-1 0-1-15,5 0 1 16,0 2 0-16,3 1-1 0,1 0 0 16,0 2 1-16,0 1 0 15,5 1 1-15,1 2-1 16,1 1 1-16,-1-2-1 15,2 6 1-15,-4-1-1 0,1 3 0 16,-1-2 0-16,-2 3 1 16,2-5-2-16,-3-4 2 15,1-2-1-15,3-5 0 16,-3-2 0-16,-2-3 0 16,2-2 0-16,0-1 0 0,-1-1 1 15,-1-4-1-15,0 1 0 16,0-2-1-16,0-1-24 15,-3-3-53-15</inkml:trace>
  <inkml:trace contextRef="#ctx0" brushRef="#br0" timeOffset="-117542.77">5633 11364 110 0,'0'0'32'0,"0"0"-1"0,0 0-17 0,0 0-6 16,0 0 0-16,40-18-3 15,-25 15-4-15,3 2 0 16,2-1-1-16,3 1 1 16,-2 1-1-16,4-3 0 0,2 3 1 15,0-3-2-15,0-1-44 16,2-3-121-16</inkml:trace>
  <inkml:trace contextRef="#ctx0" brushRef="#br0" timeOffset="-117057.16">6135 11238 66 0,'0'0'29'0,"0"0"-8"15,0 0-1-15,0 0-5 16,0 0-6-16,-37 43-3 16,36-30 1-16,-1-1-2 0,2 2-1 15,0-1 0-15,0 0-1 16,0-4 0-16,7 0 3 16,2-1-1-16,2-4 2 15,0 3-2-15,5-4-2 0,-3-3 0 16,1 0 1-16,-1 0-1 15,1-2 0-15,-1-3 0 16,-2-4-2-16,-1-1 0 16,-2 0 0-16,-2-1 0 0,1-2 0 15,-5 2 0-15,2-1 0 16,-2 3-1-16,0 2 1 16,-2 2 2-16,0 2 7 15,0 3 3-15,0 0-6 16,0 0-10-16,0 6 7 15,0 2-4-15,0 4 0 16,2 2-2-16,4-2-7 0,1 0-8 16,2 0-19-16,2-3-29 15,0-3-18-15</inkml:trace>
  <inkml:trace contextRef="#ctx0" brushRef="#br0" timeOffset="-116559.1">6453 11279 117 0,'0'0'23'0,"0"0"-22"0,0 0-3 0,0 0 1 0,0 0 3 16,0 0 2-16,0 0-3 15,19 40 0-15,-11-30-1 0,-4-2 1 16,1 1 0-16,-1-2-1 16,0 0 0-16,-3-2 1 15,3-1-1-15,-4-3 0 16,0 1 0-16,0-1 1 16,0-1-1-16,0 0 13 0,0 0 28 15,0-2-31-15,0-4-6 16,0-2-1-16,2-3-2 15,0 0-2-15,4-2 1 16,2-1 0-16,1 2 0 16,0-2 1-16,4 4 0 15,0 0 0-15,1 2 1 0,1 2-2 16,0 2 1-16,4 2-1 16,-3 2 0-16,1 0 0 15,-1 0 1-15,-3 4-1 16,-1 5-1-16,-3 4 0 0,-3 0 1 15,1 2-1-15,-2 1 2 16,-3-2-1-16,2 2-2 16,1-3-19-16,-1-2-36 15,3-6-47-15</inkml:trace>
  <inkml:trace contextRef="#ctx0" brushRef="#br0" timeOffset="-116182.14">7020 11223 44 0,'0'0'43'0,"0"0"-16"0,0 0 9 0,0 0 0 0,0 0-22 0,0 0-9 15,0 0-1-15,-42-25-2 16,31 25-1-16,2 0 2 16,0 3-2-16,-5 4 1 15,3 3-1-15,3 1 1 0,-4 1-2 16,3 1 1-16,5 1 0 16,2-3 2-1,2 3-2-15,0-2 0 0,2 1 0 16,9-2 1-16,3-1 1 15,1-2-2-15,5-1 0 16,3-2 0-16,1-4-2 16,5-1-3-16,-2 0-12 0,2-3-47 15,0-7-12-15</inkml:trace>
  <inkml:trace contextRef="#ctx0" brushRef="#br0" timeOffset="-115861.35">7282 11058 106 0,'0'0'3'0,"0"0"-1"16,0 0-2-16,0 0 1 15,0 0 0-15,0 0 5 16,0 0-3-16,0 0 1 15,0 0 3-15,-29 32 5 16,29-15-5-16,1 2-1 0,5 2-2 16,0 1 0-16,-3 0-2 15,3-2 0-15,1 4 0 16,-4-5-1-16,1-1 0 16,0-1-1-16,-2-1 1 15,-1-2 0-15,-1-2-2 16,0-3-11-16,0-1-24 0,0-4-31 15</inkml:trace>
  <inkml:trace contextRef="#ctx0" brushRef="#br0" timeOffset="-115512.66">7175 11268 142 0,'0'0'7'15,"0"0"-6"-15,0 0 1 0,0 0-2 16,45-31 1-16,-28 25 17 16,2 0 0-16,2-1 2 15,0 3-7-15,3 1-6 16,-1 0 0-16,-3 2-5 16,2 1 0-16,-4 0-2 15,-2 0 1-15,-2 0-1 0,-4 5 0 16,-3 1 0-16,-1 1-1 15,-3 3 2-15,-1-1 1 16,-2 2 0-16,0-1 0 16,0 3 0-16,0-2 0 15,0-1-1-15,3 2 0 0,-1-4 0 16,2 2 0-16,3-3 0 16,2-1-2-16,4-5-20 15,0-1-76-15</inkml:trace>
  <inkml:trace contextRef="#ctx0" brushRef="#br0" timeOffset="-115327.82">7591 11102 141 0,'0'0'3'16,"0"0"6"-16,0 0-1 15,-43-12-4-15,36 12-3 16,-3 0-4-16,2 6-22 16,2 1-21-16</inkml:trace>
  <inkml:trace contextRef="#ctx0" brushRef="#br0" timeOffset="-114864.28">7702 11214 119 0,'0'0'4'0,"0"0"5"0,0 0-7 16,0 0 1-16,0 0 1 15,-38 11 4-15,25-1-5 16,-1 1-1-16,3 0 3 15,2 3-4-15,0 0 1 16,5 0 1-16,0-1-1 0,4 0 1 16,0-2 1-16,2-4-3 15,7 0 1-15,4-3 3 16,2-1 0-16,0-3 0 16,4 0 1-16,-1 0-6 15,-2-7 5-15,0 0 1 0,-3-3 3 16,0 0 5-16,-2-2 8 15,-6-3-2-15,-1 2-1 16,-2-1-4-16,-2 0-4 16,0 1-7-16,-2-1-1 15,-5 3 1-15,-1-1 0 16,-1 5-2-16,-3 3-3 16,0 2 0-16,0 2-2 0,1 0 2 15,0 7-11-15,3 2-27 16,2 1-22-16,2 0-34 15</inkml:trace>
  <inkml:trace contextRef="#ctx0" brushRef="#br0" timeOffset="-114259.26">7886 11211 196 0,'0'0'7'0,"0"0"-4"0,0 0-1 16,0 0 4-16,0 0-2 16,0 0-6-16,0 0 0 15,0 0 2-15,0 0-1 0,11 18 2 16,-9-5-1-16,1 0 1 16,-1 1-1-16,2-1 0 15,-2 1 1-15,0-4 0 16,0 2-1-16,-1-4 0 15,1 1 0-15,-2-2 0 16,2-2 0-16,-2-3 0 16,0 2 0-16,0-4 1 0,0 0 0 15,0 0 2-15,0 0 9 16,0 0 15-16,0-4-20 16,2-3-7-16,-2-2 1 15,2-2-1-15,3-2-2 16,-2 0-3-16,3-4-2 0,1 3 5 15,1-3 1-15,2 4 2 16,-3 0-1-16,3-1 0 16,2 4 2-16,-3 0-1 15,2 3 0-15,2 0-1 0,-2 2 0 16,2 0 0-16,1 2 0 16,-1-1 1-16,1 4-1 15,-1 0 0-15,1 0 0 16,-3 0 0-16,0 0 0 15,0 9 0-15,-2 0 0 16,-2 3 0-16,2-1 0 0,-6 2 0 16,1 1 0-16,-2-2 0 15,-2-1 1-15,0 3-2 16,0-1-2-16,-5 0 1 16,-2-2-6-16,-3 2-14 0,3-5-44 15,1-3-38-15</inkml:trace>
  <inkml:trace contextRef="#ctx0" brushRef="#br0" timeOffset="-113931.45">8395 11093 201 0,'0'0'4'0,"0"0"-4"0,0 0 1 15,0 0 2-15,0 0-3 16,0 0 0-16,0 0-8 16,0 0-34-16,0 0-1 0,0 0-6 15</inkml:trace>
  <inkml:trace contextRef="#ctx0" brushRef="#br0" timeOffset="-113731.19">8377 11285 203 0,'0'0'5'0,"0"0"-7"16,0 0 2-16,0 0 3 0,0 0-2 16,0 0-1-16,0 0 1 15,0 0-1-15,0 11-2 16,4-11-18-16,-3 0-29 15,6 0-41-15</inkml:trace>
  <inkml:trace contextRef="#ctx0" brushRef="#br0" timeOffset="-113597.06">8460 11251 265 0,'0'0'13'0,"0"0"-14"16,0 0-4-16,0 0 4 15,0 0-29-15,42-4-98 16</inkml:trace>
  <inkml:trace contextRef="#ctx0" brushRef="#br0" timeOffset="-111005.38">9359 11123 107 0,'0'-2'12'0,"0"-2"21"0,0 1-2 0,0-1-9 16,0 2-10-16,0 1-5 0,0 1-3 15,-1 0-1-15,-1 1-3 16,2 8 1-16,-2 6-1 16,2 2 0-16,0 3 0 15,0 2-1-15,0-2 1 16,0 0-5-16,0-3-15 0,0-4-19 16,4-3 9-16,-2-5 4 15,3-5-18-15</inkml:trace>
  <inkml:trace contextRef="#ctx0" brushRef="#br0" timeOffset="-110555.31">9358 11051 161 0,'0'0'2'0,"0"0"14"15,9-39-4-15,3 31-7 16,3 1-3-16,5 2-2 15,0 2 0-15,1 2 1 16,1 1 0-16,-1 0 1 16,-2 4-1-16,-1 3-1 15,-3-1 1-15,-1 4-1 0,-5-2 1 16,-2 1-1-16,-1 1 0 16,-4-3 0-16,-2 2-1 15,-2-1-1-15,-9 1 1 16,-4-1 2-16,-5 1 2 15,-3-2-3-15,-2 2 0 0,1 0 0 16,-2 0 3-16,5-2-3 16,2 2 1-16,5-2 0 15,5-2-1-15,2 1 1 16,6-2-1-16,1 1 0 16,0-1-3-16,5 1 3 15,5-2 1-15,2 2 0 0,2-1 1 16,1-1 3-16,1 1 5 15,2 0-1-15,0 0-3 16,2-1-3-16,0 3-3 16,-1-2 2-16,0 1-5 0,-1-3-29 15,-2-2-96-15</inkml:trace>
  <inkml:trace contextRef="#ctx0" brushRef="#br0" timeOffset="-110177.56">9740 11154 223 0,'0'0'2'0,"0"0"0"0,0 0-4 16,0 0 1-16,0 0 1 0,0 0 1 16,0 0-2-16,0 0-1 15,0 0 4-15,0 0-1 16,33 0-1-16,-19-4 1 15,0-2 0-15,0-1 0 16,-1 0 0-16,-1 0-1 16,-2-2 0-16,-5 2 0 0,-3 2 2 15,-2 0-2-15,0 1 0 16,0 4 0-16,-7 0 0 16,-4 0-3-16,-3 0 6 15,-1 10-5-15,1 1 4 16,3 1-1-16,1 1-2 0,4-1 1 15,4 1 1-15,2-1-1 16,0 0 2-16,12-2-5 16,3-1 3-16,4-4-2 15,7 0-35-15,3-5-84 0</inkml:trace>
  <inkml:trace contextRef="#ctx0" brushRef="#br0" timeOffset="-109640.36">10226 11066 191 0,'0'0'37'16,"0"0"-6"-16,0 0-24 15,0 0-7-15,-45-15 0 16,24 15 2-16,1 5-3 16,-1 4 2-16,3 1-2 15,4 1 3-15,1-1-1 16,4 1-1-16,4-2 1 0,5 1 0 15,0-3-1-15,1 0 0 16,9-3-1-16,4-2-1 16,2-2 0-16,3 0 1 15,-1 0-1-15,1-5 3 16,1-3-1-16,-5 0-1 0,1-1 2 16,-5 1 0-16,-2 2-1 15,0 0 0-15,-6 2 1 16,0 1 1-16,-2 2 1 15,1-1 4-15,-2 2-2 16,0 0-5-16,0 0-4 0,0 7 3 16,0 3 0-16,0 3 1 15,2 3 0-15,-2 1 1 16,2 1-1-16,0 2 0 16,-1 0 0-16,1-2 1 15,-1 3-1-15,0-5 0 0,-1 1 1 16,0-2-2-16,0-1 1 15,0-3-2-15,-2-2 1 16,-3-1 1-16,-5-2-2 16,-2-2 2-16,-1-2 2 15,-3-1-1-15,2-1 0 0,-1 0-1 16,2-3-24-16,4-7-59 16,1-4-43-16</inkml:trace>
  <inkml:trace contextRef="#ctx0" brushRef="#br0" timeOffset="-109289.86">10311 11139 100 0,'0'0'46'0,"38"-13"-26"0,-18 8 9 0,-3 1-20 15,1 4-5-15,-5 0-4 0,1 0 1 16,-5 6-1-16,-1 4-1 15,2 3 1-15,-6 1 0 16,1 0 1-16,-1 0-1 16,-1-1 1-16,-1-2 0 15,2-2-1-15,-4-4 1 0,0-1-1 16,0-3 0-16,0-1 1 16,0 0 31-16,0-3-21 15,0-3-3-15,0-5 2 16,-2 0 0-16,2-2-1 15,0-3-1-15,0 1-3 0,0-1-3 16,9-1 0-16,0 2-2 16,2 3-1-16,3-1-3 15,3 3-17-15,0 3-21 16,1 1-47-16</inkml:trace>
  <inkml:trace contextRef="#ctx0" brushRef="#br0" timeOffset="-108946.21">10731 11144 204 0,'0'0'25'15,"0"0"-26"-15,0 0 2 16,0 0 1-16,0 0-1 16,0 0 1-16,0 0-1 15,0 0 1-15,0 0-1 0,36 2 0 16,-32-11 1-16,-2 1 10 15,0-1-3-15,-2-1-3 16,0 3-2-16,0 0-1 16,-6 0-4-16,-1 1-2 15,-4 4 1-15,2 1 1 16,-2 1 2-16,-1 0-1 0,0 6 0 16,2 4 0-16,3 0 0 15,1 1 1-15,2 2-1 16,4 0 2-16,0-2-2 15,0 2-1-15,8-2-1 16,4-1-10-16,3-4-11 0,1-2-50 16,2-2-64-16</inkml:trace>
  <inkml:trace contextRef="#ctx0" brushRef="#br0" timeOffset="-108561.15">11028 11066 209 0,'0'0'7'16,"0"0"20"-16,0 0-14 16,6-37 0-16,-6 33-12 15,-9 2-2-15,-1 2-1 16,-2 0 0-16,-1 0 1 0,-3 3 1 16,3 6 0-16,0-1 0 15,-1 2 0-15,5 2 0 16,0-1 0-16,4 2 0 15,5-3 0-15,0 1 0 16,0-2-2-16,6 1-2 0,4-5 4 16,1 2 1-16,3-2 1 15,-3-2-1-15,0 2 1 16,1-2-2-16,-4 1 1 16,-2 1-1-16,-1 0 0 15,-5-1 0-15,0 1-1 0,0 2-1 16,-10-1 1-16,-3-1-1 15,-2 2 7-15,-2-1-7 16,1 0-2-16,-1-2-5 16,7-3-17-16,2-1-48 15,7 0-23-15</inkml:trace>
  <inkml:trace contextRef="#ctx0" brushRef="#br0" timeOffset="-107970.09">11188 11046 79 0,'0'0'78'16,"0"0"-75"-16,0 0 13 15,37-41 1-15,-37 34-5 16,0 1-6-16,-2 2 0 16,-6 1-2-16,-2 3-4 15,1 0 1-15,-5 0 0 0,3 4 0 16,-3 4-1-16,3 0-1 15,-2 5 2-15,4-2 0 16,4 1-2-16,3-2 2 16,2-1-2-16,0 0-2 15,5-2 3-15,6 0 0 16,0 0 1-16,2-1 0 0,1-3 0 16,1 3 1-16,-1-1-1 15,-1 2-1-15,1-1 1 16,-3 1-1-16,-3 3 0 15,0-3 0-15,-5 3-1 0,-3 0 0 16,0-1 0-16,-1 1 0 16,-6-3 1-16,-4-1 1 15,0 0-1-15,-1-3 3 16,-1-1 0-16,3-1 1 0,0-1-2 16,2 0-1-16,5 0 0 15,1-6 3-15,2-2 0 16,0-2-7-16,5-2 7 15,7-2-5-15,4 0-1 16,0 3-3-16,4-2 4 16,-1 2 0-16,-2 2 0 0,3 5 0 15,-3 1 3-15,-2 3 0 16,-2 0 0-16,0 0-2 16,-2 0 1-16,-4 7-1 15,2 0 1-15,-5 2-1 16,-1 1 0-16,1-2-1 0,-4 2-11 15,0-4-27-15,0-3-39 16</inkml:trace>
  <inkml:trace contextRef="#ctx0" brushRef="#br0" timeOffset="-107791.88">11419 10970 271 0,'0'0'-2'0,"0"0"7"0,0 0-3 0,0 0-1 0,0 0-19 15,0 0-67-15,0 0 30 16,0 0-37-16</inkml:trace>
  <inkml:trace contextRef="#ctx0" brushRef="#br0" timeOffset="-107387.06">11627 11038 238 0,'0'0'7'16,"0"0"0"-16,0 0-8 15,0 0-2-15,0 0-4 16,-45-1 3-16,28 6 7 15,-1 2-5-15,4 2 5 16,1 1-3-16,4 1 0 0,2 2 1 16,3-3 0-16,1 0-1 15,3-1-1-15,0-1 0 16,9-3 0-16,2 0 2 16,3-3 0-16,1-2-1 15,2 0 2-15,0 0-1 16,-1-4 3-16,-3-3 0 15,1-2 0-15,-3-2 3 0,-2 1 7 16,-1 2 2-16,-3-3-3 16,-4 2-1-16,-1-1-5 15,0 4-3-15,-3 1-4 0,-9 0-5 16,0 5-5-16,-2 0-13 16,1 0-20-16,4 0-8 15,-1 3-56-15</inkml:trace>
  <inkml:trace contextRef="#ctx0" brushRef="#br0" timeOffset="-107016.96">11705 11044 200 0,'0'0'9'0,"0"0"4"0,0 0-9 15,0 0 1-15,41-5-5 16,-37 8 1-16,0 4-1 15,1 4 3-15,-5 1-3 16,2 1 0-16,-2-2-1 16,0 0 3-16,0-1-1 0,0-2-1 15,-2-3-1-15,0-2 0 16,0-2 2-16,2-1 0 16,0 0 2-16,0 0 1 15,0-5-1-15,0-4 0 16,1-1-2-16,4-1 0 15,1 0 1-15,4-1 0 0,-2 0 0 16,4 1 2-16,0 4-2 16,1 0 2-16,1 3-2 15,1 4 0-15,0 0-3 16,-1 6 0-16,0 8 0 16,-1 4-3-16,-3 5-25 0,-6 2-54 15</inkml:trace>
  <inkml:trace contextRef="#ctx0" brushRef="#br0" timeOffset="-106333.95">10829 11664 86 0,'0'0'22'0,"0"0"27"0,0 0 0 16,0 0-19-16,0 0-17 15,0 0-4-15,0 0-6 16,0 0-5-16,0 0 2 0,0 0 0 16,-37-7 0-16,35 14 0 15,2 2 0-15,0 4-1 16,0 2 1-16,8 1 0 15,1 2-1-15,3-1 0 16,3 0 1-16,5-1-1 0,0-2 2 16,5-1 0-16,3-2-1 15,1 2 0-15,7-3 1 16,-2-2 0-16,5-2 4 16,2-2-5-16,-3-2 2 15,0-2 0-15,-2 0-2 16,0 0 1-16,-5 0 0 0,-4 0-1 15,-1-2 0-15,-6-2-1 16,-4-2-26-16,-2-1-90 16</inkml:trace>
  <inkml:trace contextRef="#ctx0" brushRef="#br0" timeOffset="-106190.86">11374 11796 259 0,'0'0'21'0,"0"0"-30"15,0 0 13 1,0 0-4-16,36 27 1 0,-22-17-1 16,0 0-27-16,-3-3-119 15</inkml:trace>
  <inkml:trace contextRef="#ctx0" brushRef="#br0" timeOffset="-105137.1">12548 11585 97 0,'0'0'15'0,"0"0"1"0,0 0 0 0,0 0-7 0,0 0 9 16,0 0 3-16,0 0 3 16,0 0-9-16,0 0-5 15,0 0-9-15,-27-2-1 16,23 10 1-16,-1 3-1 16,2 1 1-16,2-2 0 0,1 3 1 15,0 0-1-15,0-2-1 16,2 1 0-16,7-1 1 15,2-1 1-15,2-3-1 16,3-1 2-16,3-2-3 0,-1-1 3 16,3-3-2-16,-3 0-1 15,2 0 2-15,-2-3-1 16,-2-3 1-16,1-2-2 16,-1-2 3-16,-2-1-2 15,-1 1 1-15,-2-2-1 16,1-1-1-16,-4 1 0 0,-2 0 1 15,-1 2-1-15,0 1 2 16,-5 0-2-16,0 3 1 16,0-1 1-16,0 4 4 15,0-1 0-15,-2 4-6 0,-5 0 1 16,2 0-3-16,3 0 4 16,-4 10-2-16,4 1 1 15,2 3-2-15,0 1 1 16,0 3 0-16,0 3 0 15,6-1 0-15,-1 3 0 16,3-3 1-16,-1 1-2 0,0-4 1 16,1 2 0-16,-1-3 1 15,-1-1-1-15,0-2 0 16,-4-2 0-16,0-1 0 16,-2-1 0-16,0-2 1 0,-8-2-2 15,-6 0 0-15,-1-1 2 16,-4-1-2-16,-2 0-1 15,-2-2 2-15,2-1 1 16,-2 0 0-16,5 0-1 16,1 0 2-16,4-1-1 15,2-4 0-15,4 0 2 16,3 0-2-16,4-2-1 0,0 2-9 16,4-1-12-16,6-3-31 15,4 1-93-15</inkml:trace>
  <inkml:trace contextRef="#ctx0" brushRef="#br0" timeOffset="-104738.77">13017 11664 132 0,'0'0'21'0,"0"0"-13"0,0 0-7 0,0 0 12 16,0 0-1-16,0 0-4 15,0 0 1-15,36 0 2 16,-23 0 0-16,1 0-2 16,5 0-5-16,0 0-1 0,3 0-2 15,1-3-1-15,2 3 0 16,1-3-15-16,0-2-78 15</inkml:trace>
  <inkml:trace contextRef="#ctx0" brushRef="#br0" timeOffset="-103969.59">13509 11489 132 0,'0'0'33'0,"0"0"0"16,0 0-30-16,0 0-6 15,0 0 3-15,0 0-3 16,0 0 4-16,0 0-1 15,4 43-1-15,3-33 5 16,0 1 1-16,6-2 1 0,-2-2 3 16,3 0 0-16,-1-1 0 15,5-5-2-15,-2 2 1 16,4-3-3-16,-3 0-1 16,1 0-1-16,1-4 1 15,-2-2-1-15,-3-1 1 0,-3-1-1 16,-2-1 0-16,0-1 1 15,0 0 14-15,-4 0-17 16,-1 2-2-16,-3-1 1 16,-1 3 0-16,0 1-1 15,0 3-4-15,-2 2 5 16,-4 0 1-16,-1 0-5 0,0 0 7 16,-1 6-3-16,3 3 0 15,-1 2 0-15,2 0 0 16,3 4 0-16,1 3-3 15,0-1 2-15,0 2 0 16,6 0 0-16,2 0 2 16,4 2-1-16,0-2 1 0,-3 2-1 15,0-3 0-15,0 1 0 16,-2-2 0-16,-1-2 0 16,-1-2 1-16,-1 0-1 0,1-3 0 15,-5-2 0-15,0 0 0 16,0-3 0-16,-5 1 0 15,-2-3-1-15,-4-2 0 16,-3 2 2-16,0-3 0 16,-3 0 0-16,4 0 3 15,0-3 0-15,2-1 2 0,4-3 3 16,0 0 3-16,5-2-5 16,2-1-4-16,0 2 1 15,5-2-2-15,5 0-2 16,4 1-1-16,0 2-6 15,-1-1-12-15,2 0-25 0,-2 0-53 16</inkml:trace>
  <inkml:trace contextRef="#ctx0" brushRef="#br0" timeOffset="-103500.32">13524 11315 217 0,'0'0'8'0,"0"0"-9"0,0 0-1 0,0 0 3 15,0 0 0-15,0 0-1 0,0 0 0 16,0 0 3-16,0 0 12 16,0 0 4-16,0 0-10 15,0 0 6-15,0 0-3 16,12-40-8-16,-10 27 2 15,1 1-2-15,-1 1 1 16,0 0 0-16,0 4 0 0,0 1 0 16,-2 2-2-16,2 4-2 15,1 0-2-15,1 0-2 16,5 7 2-16,0 6 1 16,2 4-3-16,5 4-6 15,-1 1-20-15,3-2-25 16,-2-2-47-16</inkml:trace>
  <inkml:trace contextRef="#ctx0" brushRef="#br0" timeOffset="-103059.14">13958 11244 146 0,'0'0'22'0,"0"0"-17"0,0 0 9 15,47 0-2-15,-31 0 8 16,1 4-7-16,2 3-4 16,-2 3 0-16,-1 4 0 15,1 3-1-15,0 2-6 16,0 5-1-16,-1 3 3 0,-1 4-4 16,-1 3 3-16,-3 3-2 15,0 3 1-15,-3 1-2 16,0 3 1-16,-6 0 0 0,-2 1-1 15,0-2 1-15,-6 1 1 16,-11-2-2-16,-7 0-2 16,-9-2 3-16,-7-1-34 15,-5-6-45-15</inkml:trace>
  <inkml:trace contextRef="#ctx0" brushRef="#br0" timeOffset="-102461.28">12313 11318 127 0,'0'0'7'0,"0"0"20"0,-54 1-20 0,32 9-5 16,0 4-1-16,-3 7-1 15,-2 2 1-15,0 8 1 16,0 6 8-16,0 2 6 16,1 11-6-16,4 4-4 15,-1 2-3-15,8 2 0 0,1 2-2 16,8-2 4-16,6-1-2 16,8-1 3-16,15-5 1 15,10-1 2-15,10-5-3 16,11-4-1-16,10-7-2 15,12-8-2-15,9-9 1 16,8-9-3-16,6-8-40 0</inkml:trace>
  <inkml:trace contextRef="#ctx0" brushRef="#br0" timeOffset="-101592.25">14215 11012 117 0,'0'0'18'0,"0"0"-5"0,0 0-9 0,0 0 1 0,0 0-2 16,0 0 2-1,0 0 4-15,0 0 7 0,0 0 5 16,0 0-3-16,-31-1-6 16,29-3-3-16,2-1-4 15,0 0-1-15,0 0-2 16,0 2-1-16,2 1 1 15,0 0-1-15,3 2-1 16,1 0 0-16,-3 0 0 0,2 0 0 16,3 0 1-16,-5 6-2 15,3 0 1-15,-4 1 0 16,2 1 0-16,-3 1-1 16,-1-1 1-16,0 2-2 0,0-1-2 15,0-1-3-15,0 2 0 16,-1 0 2-16,-5-3-2 15,0 2 3-15,1-2 2 16,-2 1 1-16,0-3 1 16,-1 2 0-16,3-3 0 15,-2 2 1-15,4-5-1 0,1 2 0 16,2-2 0-16,0 1-2 16,0-2-3-16,0 0 9 15,4 0 0-15,4 0-2 16,1 0 0-16,1 0-1 0,2 0 1 15,-3-2-1-15,4 1 0 16,-3-2 1-16,2 2 2 16,2-2 1-16,-1 2 1 15,1-1-2-15,1 2-3 16,0-3 0-16,2 2-1 16,1 1 2-16,-4 0-2 15,0 0 0-15,0-2 1 0,-3 2-1 16,1 0 0-16,1 0 0 15,-4 0 0-15,1 0-1 16,-4 0-34-16</inkml:trace>
  <inkml:trace contextRef="#ctx0" brushRef="#br0" timeOffset="-99085.68">8708 11658 41 0,'0'-4'25'0,"0"1"8"0,0-1-7 16,-4 3-6-16,0-1-7 15,2 1-1-15,1-1 1 16,1 2 0-16,0 0-3 0,-3-1 2 16,3 1 1-16,0 0-6 15,0 0-4-15,0 0-2 16,0 0-2-16,0 4 1 15,0 8-2-15,0 3 3 16,0 4-2-16,0 3 1 16,3 2 0-16,2 2 0 0,1 1 0 15,-2-1 0-15,-1-1 1 16,1-1-1-16,-2-1 0 16,2 0 0-16,-3-3 0 15,2-2 0-15,1-1 0 0,0-2 1 16,-1-3-1-16,1 1 0 15,2-4 0-15,-3-1 0 16,4-1-1-16,-3-3-2 16,2-1 0-16,1-3 3 15,2 0 3-15,0 0 0 16,0 0 1-16,2-1 2 0,3-5-2 16,-3 2-1-16,5-2 1 15,-3 2-3-15,3 0 1 16,1 1-2-16,-1-1 0 15,4 1-2-15,-2-2-16 16,1 0-49-16,-2-2-35 0</inkml:trace>
  <inkml:trace contextRef="#ctx0" brushRef="#br0" timeOffset="-98730.42">9090 11919 200 0,'0'0'3'0,"0"0"-1"0,0 0-3 16,0 0 1-16,0 0 0 16,0 0 0-16,-35 43 0 0,34-32 0 15,1 1-1-15,0-3-1 16,5-1 0-16,4-1 2 16,2-2 4-16,2-3 1 15,1-2 0-15,1 0 0 16,-1 0-1-16,1-5-1 15,1-4 3-15,-5-2 2 0,3-1 0 16,-7-2 1-16,-1 0 2 16,-3 0-1-16,-2-3-2 15,-1 1-1-15,0 2-1 16,-4 0-1-16,-4 2-4 16,-2 4-1-16,-1 2 0 0,-2 6-6 15,-1 0-1-15,3 0-10 16,-2 7-20-16,6 3-26 15,1-1-35-15</inkml:trace>
  <inkml:trace contextRef="#ctx0" brushRef="#br0" timeOffset="-98297.67">9386 11864 64 0,'0'0'3'16,"0"0"20"-16,0 0 0 15,0 0-4-15,0 0 6 16,0 0-3-16,0 0-3 0,-44-25-14 16,33 25-4-16,-1 1-1 15,2 6 0-15,1-1 1 16,0 1-1-16,5 2 0 15,0-2 0-15,4 1 0 16,0-1-1-16,0-1 2 0,6 1-2 16,3 0 2-16,4-1 2 15,1 2 1-15,-1-1-1 16,3 1-2-16,-3-4 0 16,-1 4-1-16,-3-1 0 15,-1-2 1-15,-5-2-1 16,-1 1 0-16,-2-3 1 15,0 2-1-15,-5 1 7 0,-6 2-1 16,-7-2-2-16,-1 3-3 16,0-1 0-16,-1 1-4 15,5-2-14-15,4-3-36 16,4-2-46-16</inkml:trace>
  <inkml:trace contextRef="#ctx0" brushRef="#br0" timeOffset="-97898.66">9586 11820 158 0,'0'0'0'0,"0"0"1"0,0 0-1 0,0 0 0 0,0 0-4 0,0 0 1 15,0 0 3-15,-38-19 0 16,19 27 2-16,1-1 4 15,5 2-3-15,0-1-1 16,5 2-2-16,3-4 1 16,4 2-1-16,1-3 0 15,0 0 2-15,8 1 1 0,3-3 1 16,5 4 5-16,2-3-2 16,4 2 0-16,1-2-7 15,1 0 2-15,-4 2-2 16,0-2 1-16,-6-1-1 15,-1 0 0-15,-6 1 1 16,-5-1-1-16,-2 1 3 16,0 0 10-16,-13 1 1 0,-5-1-4 15,-3 3-8-15,-3 0 1 16,-2 0-3-16,1-1-13 16,2-3-51-16,6-3-52 0</inkml:trace>
  <inkml:trace contextRef="#ctx0" brushRef="#br0" timeOffset="-97471.51">10234 11573 142 0,'0'0'3'0,"0"0"-2"0,0 0-2 0,-13-41-14 16,4 33 12-16,0 2 4 16,0 0 5-16,-1 3 7 0,-1 3-1 15,1 0-4-15,-1 3-3 16,-1 7-2-16,-1 7-3 15,2 4 1-15,2 5 1 16,2 5-1-16,3 5 0 16,2 2 3-16,2-1-1 0,0 0-1 15,0-1 1-15,4-1-2 16,2-4 2-16,1 3-1 16,-3-2-2-16,0 0 1 15,0 0-1-15,-4-1 1 16,0-3 0-16,0-1-1 0,0-5 0 15,-9-3-34-15,0-6-25 16</inkml:trace>
  <inkml:trace contextRef="#ctx0" brushRef="#br0" timeOffset="-96708.75">9848 11940 163 0,'0'0'0'15,"40"-12"2"-15,-17 8-2 16,5 0 0-16,4 0 1 16,-1-1-1-16,1 1 0 15,1-2 0-15,-4-1 1 0,0 2 3 16,-6-4 3-16,-4 2 1 15,-3 1-4-15,-5 0-2 16,-2 2-1-16,-4 1 2 16,-3 2 6-16,-2-2 14 15,0 3-9-15,0 0-6 0,0 0-9 16,-4 9 3-16,-4 1-1 16,4 4 0-16,0 0-1 15,4 0 1-15,0 0-1 16,0-2 1-16,4-1 0 15,8-2-1-15,1-4-1 0,-2-2 2 16,5-1 1-16,-1-2-1 16,1 0 1-16,-1-3-2 15,1-4 1-15,-3-3-4 16,-1 0 5-16,-1-3-4 16,-2 3 2-16,0-3 2 0,-4 2-4 15,1 0 2-15,-3 3 0 16,-1 3 2-16,-1 1-1 15,-1 3 2-15,0 1-2 16,0 0-5-16,0 4 0 16,0 4 3-16,0 3 3 15,0-1 0-15,1 2-2 0,3-2 1 16,3-1 1-16,-3 0-2 16,3-3-2-16,2-3 2 15,-2-2 0-15,2-1 0 16,-2 0 0-16,1-1 2 15,-4-6-2-15,1-3 0 16,2 1 1-16,-3-2-1 0,3-1 1 16,-3 1 0-16,3-1-1 15,0 3 1-15,-2 2 1 16,1 2 2-16,-3 3 1 16,3 2-3-16,2 0-1 15,-2 0-1-15,2 7-1 16,1 2 1-16,-1 3 0 0,-2 2 0 15,-1 0-2-15,-3 2-15 16,-2-1-16-16,0-2-48 0</inkml:trace>
  <inkml:trace contextRef="#ctx0" brushRef="#br0" timeOffset="-94764.65">11793 11553 108 0,'0'0'15'0,"0"-4"13"0,2-1 3 0,0 3 0 0,0-1-13 16,0 0-7-16,-2 3-2 16,0-1-5-16,0 1-1 15,0 0 0-15,0 0 0 16,-2 0-2-16,-3 0-1 15,-3 0 1-15,-4 4-1 0,-1 1-1 16,-2 4 0-16,-8 2 1 16,-1-2-3-16,-2 1 6 15,-2 0-3-15,-1 2 0 16,-1-2-3-16,1-1 4 16,0 1 2-16,5 0-4 15,-2 0 1-15,5 0 1 0,2-1 0 16,4 0-1-16,4-1 1 15,4 0 0-15,3-2-1 16,1-1 0-16,3 0-2 16,0-1-2-16,5 0 3 15,7-1 2-15,-2 0-1 0,6 1 2 16,2-2-2-16,1 1 0 16,3 2 0-16,-4-3 1 15,4 3 0-15,-3 0-1 16,0-1 0-16,1 0-1 15,-3 0 2-15,2 1 0 0,1 0-1 16,-5 1 0-16,-1 1 0 16,1 0 0-16,-3 0 1 15,-1-1-1-15,-4 1 0 16,-1-1 0-16,-2 1 0 16,-1 1-1-16,-3-1 1 15,0 2 0-15,0 0-1 0,-3 1 1 16,-3 1-1-16,-3 2 2 15,-2-1-1-15,0 3 0 16,2 0 0-16,-5 1 1 16,3-2-1-16,0 3 1 15,-1-3-1-15,2 1 0 16,1 0 0-16,0-2 0 0,4 0 0 16,-3-2 0-16,5 0 0 15,1-2 1-15,2-2-1 16,0-2 0-16,0 0 0 15,4-2 0-15,5-2 0 0,7 2-1 16,0-3 4-16,8 0 0 16,1 0 1-16,2 0-1 15,6 0-1-15,-3 0-1 16,5 0 0-16,-4 0-1 0,0 0-2 16,1 0-28-16,-3 0-94 15</inkml:trace>
  <inkml:trace contextRef="#ctx0" brushRef="#br0" timeOffset="-92732.51">12603 11342 77 0,'2'0'0'0,"-1"0"0"0,0 0-1 0,1 0-2 0,-2 0 1 16,0 1 2-16,0-1 2 15,0 0 12-15,0 0 19 16,0 0-1-16,0 0-14 15,1 0-14-15,0 3-3 0,1-3-2 16,0 2 2-16,2 0-1 16,-1 1 0-16,1 0 0 15,0 1 0-15,-1 0 0 16,4-2 0-16,-3-1 0 16,-1 2 1-16,1 0-1 0,0 0-1 15,0 0 2-15,-3-2-1 16,1 2-1-16,-1-2 1 15,-1-1 0-15,0 0 1 16,1 0 0-16,-1 0 9 16,0 0 4-16,1 0-12 0,2-4 0 15,0-3-1-15,0 1-1 16,3-1 2-16,1-4-2 16,3 1 0-16,-1-3 1 15,1 1-2-15,2-4 2 16,0 0 0-16,-1-1-1 15,3-2 0-15,-4 1 1 0,4-3-1 16,2 1 1-16,-1 1 2 16,4 1 3-16,-2 1-1 15,1 1 3-15,0 3-1 16,-5 2 2-16,3 0 0 16,-5 4 0-16,-3-1-6 0,0 5-2 15,-2 1-1-15,1 2 0 16,-4 0-5-16,3 0-26 15,-2 3-61-15</inkml:trace>
  <inkml:trace contextRef="#ctx0" brushRef="#br0" timeOffset="-91250.04">13513 11038 39 0,'0'-1'5'0,"0"0"3"0,0 1-6 0,0-1 1 16,0 1-1-16,0 0 1 16,0-1 7-16,0 1 3 15,0 0 1-15,0-2 0 16,0 2-3-16,0 0-2 16,0 0-6-16,0 0-1 0,0 0-3 15,0 0-1-15,0 0-3 16,0 0 5-16,0 0 0 15,0 0 0-15,0 0 0 16,2 0 2-16,0 0-2 0,1 0 1 16,-1 2-1-16,0 0 0 15,0 1 0-15,-1 1 0 16,1-1 0-16,1 3-1 16,-2-2 1-16,2 2 0 15,-3 1 0-15,0-1 0 0,2-2 0 16,-2 0 0-16,2-1 0 15,-2 1 0-15,1-2 0 16,1-2 1-16,0 0-1 16,0 0 3-16,2 0 5 15,-2 0 2-15,1-3-2 16,1-3 0-16,3-1-4 0,-2-1-1 16,3-2 2-16,-2 1 0 15,5-1 0-15,1-3 1 16,-1-1 1-16,3 1 4 15,-1-2-4-15,3-1-4 0,-2 1 2 16,1-1 1-16,-1 2-2 16,0 1-1-16,-1 2 1 15,-1 1-2-15,-2 1-1 16,-4 3-1-16,-1 2 0 16,-1 3 0-16,-4 1-4 0,0 0-25 15,0 0-32-15,0 0-5 16</inkml:trace>
  <inkml:trace contextRef="#ctx0" brushRef="#br0" timeOffset="-85056.29">14462 11596 101 0,'0'0'34'0,"0"0"-11"0,0 0-6 0,0 0-7 16,1 0-9-16,0 0-2 15,-1 0-16-15,0 0-41 0</inkml:trace>
  <inkml:trace contextRef="#ctx0" brushRef="#br0" timeOffset="-83004.09">11869 11533 41 0,'0'0'20'0,"0"0"0"0,0-1-2 16,0-2-7-16,0 2-5 15,0-1-2-15,-3-2-2 0,1 3 1 16,1-2 0-16,-1 0 3 16,0 2 1-16,2-1 5 15,-2 1-2-15,2 1-2 16,-2 0-5-16,-1 0-3 15,0 0-1-15,0 0 0 0,-1 0 2 16,-4 0-1-16,-1 0-1 16,1 1 1-16,-3 3-1 15,0 1 1-15,-2 0 1 16,-2-2 2-16,0 4 1 16,-3-2 2-16,-3-2-2 0,4 2-1 15,-3 1 1-15,0-2 0 16,2 1 0-16,-3-2-3 15,4 2 0-15,-1-1 1 16,0-1-2-16,0 1 0 16,3-1 1-16,1 0-1 0,1-2 0 15,-1 2 1-15,2-2-1 16,-2 2 0-16,3-1 0 16,0-1 0-16,1 1 1 15,1-1 0-15,3 0 2 16,0 0-1-16,3 0-2 0,0 0 1 15,1 1-1-15,2-1 0 16,0 1 3-16,0 0-3 16,0 0 0-16,0 1-2 15,0 1 5-15,0 2-2 16,2-2-1-16,4 3 0 16,0-1-1-16,-1-1 1 0,3 1-1 15,1 1 2-15,2-1 1 16,2 0 0-16,2 1 0 15,0 1-2-15,3-1 0 16,-3 0 1-16,3 0-1 16,-3-1 2-16,-1 1-2 0,-1 0 0 15,1 0 0-15,-5-2 0 16,0 2 0-16,1-1 0 16,-2-1 0-16,-4 2 0 15,1-1 0-15,-1 1 0 0,-2 0 0 16,1 0 0-16,-3 2 0 15,0-2 0-15,0 1 0 16,0 2 0-16,-5 0 0 16,-2 0 0-16,-2 4 1 15,1-2-2-15,-4 3 2 16,0 1-1-16,-1 0 0 0,0 2 0 16,1-1 0-16,-3 0 2 15,3 4-2-15,-2-2 0 16,3 1 1-16,0-2-1 15,1-2 0-15,0-2 0 16,3 0 0-16,0-4 0 0,4 0 0 16,1-1-1-16,0-2 1 15,2 0 0-15,0-3 1 16,0 1-2-16,4 0 1 16,4-2-2-16,3-2 1 15,4 1 2-15,3-1 3 0,1-1-1 16,2 0-1-16,2 0-1 15,0 0-1-15,1 0 0 16,-4 0 1-16,2 0-1 16,-1 0 1-16,-2 0 2 15,-3 0-1-15,-1 0-1 0,-3 0 0 16,-5 0-1-16,-1 0 0 16,-6 0 0-16,0 0-6 15,-2 0-23-15,-11-4-81 16</inkml:trace>
  <inkml:trace contextRef="#ctx0" brushRef="#br0" timeOffset="-81232.8">13653 12005 62 0,'4'0'7'0,"0"0"-6"0,-1 0-1 0,2 0-4 15,2 0-25-15</inkml:trace>
  <inkml:trace contextRef="#ctx0" brushRef="#br0" timeOffset="-80859.84">13719 12002 59 0,'0'0'28'16,"0"0"7"-16,0 0-10 15,0 0-2-15,0 0-1 16,0 0-11-16,0 0 0 15,0 0-1-15,24-10-3 16,-10 5-1-16,-1 0-3 0,3 1-1 16,-1-1-1-16,2 0 0 15,-1 2-2-15,1 3 2 16,-2-1-1-16,-1 1-1 16,-1 0 2-16,-3 0-2 0,-1 0 0 15,-1 0-4-15,-4 0-14 16,-4 3-36-16,0 1-21 15</inkml:trace>
  <inkml:trace contextRef="#ctx0" brushRef="#br0" timeOffset="-80635.6">13647 12085 104 0,'0'0'21'16,"0"0"-18"-16,0 0-4 16,0 0-2-16,0 0 7 15,0 0 0-15,0 0-2 16,52 0 2-16,-32-2-1 16,4 1-2-16,3-2 1 0,-2 1-4 15,-1-3-41-15</inkml:trace>
  <inkml:trace contextRef="#ctx0" brushRef="#br0" timeOffset="-78051.3">13274 12425 84 0,'0'-4'8'0,"0"0"19"0,0 1 1 0,0-1-15 16,0 1-6-16,0-1-3 0,0 1-2 15,0 0 0-15,0 0 7 16,0 0 13-16,0 2-1 15,0-2-5-15,0 3-4 16,0 0-3-16,0 0-9 16,0 0 0-16,2 0-2 0,5 7 2 15,7 0 0-15,1 3 0 16,5 0 2-16,0 1-2 16,2 0 0-16,-1 0 1 15,1 0 0-15,-2-1 0 16,0 0-2-16,-2-2 2 15,0 2-1-15,0-4 1 0,-3 1-1 16,1-2 1-16,-1-1 0 16,0 0-3-16,-2-1-8 15,0-2-30-15,-4-1-72 16</inkml:trace>
  <inkml:trace contextRef="#ctx0" brushRef="#br0" timeOffset="-77815.86">13622 12448 203 0,'0'0'-5'0,"0"0"8"16,0 0-2-16,0 0 1 16,0 0-2-16,0 0 2 15,0 0 2-15,0 0 0 16,0 0 0-16,30 44 1 15,-26-27-2-15,-3-1 0 0,-1-1-1 16,0 1-2-16,-5-3-4 16,-2-2-28-16,-4-4-53 15</inkml:trace>
  <inkml:trace contextRef="#ctx0" brushRef="#br0" timeOffset="-77325.15">13925 12337 216 0,'0'0'2'16,"0"0"-5"-16,0 0 2 16,0 0 1-16,0 0 0 15,0 0-1-15,14 54 2 16,-8-31 0-16,0 1 0 0,-1 3 0 16,4-1 3-16,-4-2-3 15,1-3 0-15,-1 0 1 16,-1-6-1-16,2-4 0 15,-2-1 0-15,-1-3 0 16,0-1-1-16,1-3 2 0,0-1-2 16,3-2 0-16,0 0 3 15,4 0 0-15,2 0 0 16,-1 0 0-16,1 0 4 16,3-2 2-16,-3 0 3 15,2-1 0-15,1 0-6 16,0 2-3-16,-1 1-1 15,-1-3-1-15,4 3-1 0,-7 0-4 16,0 0-26-16,0-1-35 16,-5-3-61-16</inkml:trace>
  <inkml:trace contextRef="#ctx0" brushRef="#br0" timeOffset="-76962.34">14272 12523 186 0,'0'0'16'16,"0"0"-17"-16,0 0-4 16,0 0 4-16,0 0-1 15,0 0 5-15,0 0-1 16,0 0 0-16,39-7 2 0,-32 2 6 16,-1-1-1-16,0-2 2 15,0-1 9-15,-3-1-16 16,-1 0-1-16,-2 1-5 15,0-2-1-15,0 4 1 16,0 1 0-16,-5 4 2 16,-5 2 1-16,2 0-1 0,-1 2 3 15,-2 7-3-15,4 6 0 16,-2 0 1-16,2 0-2 16,4 2 2-16,3-2 0 15,0-1 0-15,0-3-1 16,8 2 2-16,3-6-2 0,1 2 1 15,3-4-1 1,3-3-21-16,0-2-52 0</inkml:trace>
  <inkml:trace contextRef="#ctx0" brushRef="#br0" timeOffset="-76598.53">14566 12398 152 0,'0'0'5'0,"0"0"23"16,0 0-24-16,0 0-3 0,-50-7-1 15,38 16 0-15,0-1 1 16,3 1-1-16,1 2 0 16,3-1 1-16,5 0-1 15,0 0 1-15,0-1 2 16,2-1 1-16,9 2 0 0,-1-3 5 15,5 1-5-15,3 0 3 16,-3-2-2-16,2-2-2 16,-2 1 1-16,-2-2-3 15,-4 0 1-15,-4 0-2 16,-3-2 1-16,-2 1-1 16,0-1 2-16,-10 2 10 15,-2-1-10-15,-6 1-4 0,-1 1-1 16,-1 1-8-16,1-3-16 15,6-1-31-15,1-1-84 16</inkml:trace>
  <inkml:trace contextRef="#ctx0" brushRef="#br0" timeOffset="-76185.98">14752 12408 132 0,'0'0'3'16,"0"0"10"-16,0 0-1 16,0 0-1-16,8-38 0 15,-12 35-7-15,-3 0-5 0,-4 3 2 16,-1 0 0-16,0 0-1 16,-1 3-1-1,3 3-2-15,-1 0 5 0,4 2-2 16,2-1 0-16,3 0-1 15,2 2 0-15,0-2 3 16,4 1-5-16,8-1 14 16,1 0 9-16,4-2-9 0,2 3-6 15,-1-1 1-15,-2-2-3 16,-1 0 0-16,-2 1-1 16,-1 1 0-16,-7-4 0 15,1 1-1-15,-4-1-1 0,-2-1 2 16,0 1 5-16,-9 0 10 15,-3 0-6-15,-3 0-5 16,-2 2-5-16,1 0 1 16,-2-2-12-16,7 0-29 15,1-3-33-15</inkml:trace>
  <inkml:trace contextRef="#ctx0" brushRef="#br0" timeOffset="-75507.04">15245 12286 123 0,'0'0'113'0,"0"0"-110"0,0 0-7 0,0 0-3 0,0 0 10 15,0 0 6-15,0 0 1 16,40-7-7-16,-26 0-1 16,1 0-1-16,-3 0 0 15,-1 0 0-15,-5 0-1 16,-1 1 1-16,-2 0 1 0,-3 3-4 15,0 1-4-15,-10 0-3 16,-3 2 3-16,-3 0 5 16,1 0 2-16,-5 0-2 15,2 5 2-15,0 2-1 16,-1 2-1-16,4 0 2 16,1 5 0-16,2-1-1 0,5-2 0 15,0 1 1-15,5-1-1 16,2 0 1-16,0-1-1 15,4-1 0-15,7-1 3 16,3-1 4-16,4-2-3 16,2-4 0-16,-3 2-1 15,2-3 0-15,-4 0 1 0,-1 0-1 16,-7 0-1-16,-1 0-1 16,-2 0-1-16,-4 0 1 15,0 4-3-15,-7 4-4 0,-3 0 9 16,-2 3 1-16,-3 3-3 15,2-1-2-15,2 0 4 16,3-2-2-16,3 2 0 16,4-3 1-16,1 0-2 15,0-3-1-15,9-1 2 16,4-1 2-16,5-2 2 0,2 0-4 16,2-3-18-16,3 0-30 15,0-1-51-15</inkml:trace>
  <inkml:trace contextRef="#ctx0" brushRef="#br0" timeOffset="-75140.01">15520 12340 160 0,'0'0'3'0,"0"0"2"0,0 0-3 15,0 0-1-15,0 0 0 16,0 0-1-16,40 7 3 16,-32 2 5-16,1 1-2 15,-1 1 3-15,-1-1-3 0,2 1 0 16,-4-1-1-16,1-3-1 16,-4-2 0-16,0-2-3 15,-2-1 1-15,0-2 1 16,0 0 10-16,0 0 29 15,0-4-24-15,0-3-7 0,-4-4 0 16,2-1 0-16,0 0-1 16,2-3-6-16,0 1-3 15,0 1-2-15,6-1-1 16,5 3 1-16,1 1-6 16,2 1-24-16,3 2-38 15,-2 3-99-15</inkml:trace>
  <inkml:trace contextRef="#ctx0" brushRef="#br0" timeOffset="-74741.92">15812 12290 237 0,'0'0'3'16,"0"0"1"-16,0 0 0 15,0 0-1-15,0 0 0 16,41-14-1-16,-32 13-1 0,-2 1 3 15,4 0-1-15,0 0 1 16,-4 0-1-16,4 7 0 16,0 0-2-16,-4 4 0 15,2 1 3-15,-2-1 1 16,-3 3-2-16,-2-1-7 16,-1-2-5-16,-1-3 4 0,0 0 3 15,0-3 2-15,0-4 1 16,0 0-2-16,0-1 7 15,-2 0 10-15,-1 0-9 16,1-2 3-16,-2-4 0 16,2-3-1-16,1 2-1 0,1-6-3 15,0 3-3-15,0-1 5 16,3-3-5-16,6 4-3 16,3-1 0-16,2 2-3 15,0 2-21-15,3 1-29 16,-1 2-25-16,2 0-107 0</inkml:trace>
  <inkml:trace contextRef="#ctx0" brushRef="#br0" timeOffset="-74186.58">16169 12272 136 0,'0'0'62'16,"0"0"-32"-16,0 0-21 15,0 0-9-15,0 0-2 16,0 0 3-16,0 0 0 15,0 0 6-15,-3 38-2 16,3-29-2-16,0-1-2 0,0-2 0 16,1 1 0-16,5-3 3 15,4-1 1-15,0 0-4 16,-3-3 2-16,2 0-1 16,4 0-1-16,-4 0 2 15,-3-6-2-15,2-1 1 0,-4 0 0 16,-2-1 0-16,-1-2 0 15,-1 1 0-15,0-1-2 16,0-1 0-16,-3 1 1 16,-1-1 4-16,-2 1-2 15,3 1 0-15,2 3-3 16,1 2 0-16,0-1-3 0,0 2 1 16,1 1 0-16,8 2 1 15,-2 0 0-15,3 0 1 16,2 0 0-16,-3 0 0 15,0 6 0-15,4 3 0 16,-6 2-2-16,0 3 5 0,1 1-3 16,-2 0 0-16,4-1-1 15,-3-1-2-15,3-3 3 16,0-3 0-16,-1-3 3 16,3-4 0-16,0 0 5 15,0 0 9-15,1-4 0 0,-4-5 4 16,1-2-4-16,-1 0 18 15,1-3-16-15,-2 0-13 16,-1-2-5-16,-2 1-1 16,0-2-16-16,-3-2-58 15,-2-3-91-15</inkml:trace>
  <inkml:trace contextRef="#ctx0" brushRef="#br0" timeOffset="-70356.93">10885 12519 95 0,'0'0'24'0,"0"0"10"0,0 0 2 16,0 0 0-16,0 0-19 16,0 0-7-16,9-40 0 0,-9 36-1 15,-2 1-1-15,-1 2-3 16,0 1-6-16,-3 0-4 16,-1 4 9-16,1 9-4 15,-5 4 0-15,-3 4 0 16,1 6 0-16,-3 2 1 0,-1 3-1 15,-3 4-1-15,1-2-2 16,-1 1-1-16,0-2 3 16,-3-3-1-16,4-5 2 15,0-5-3-15,5-3 1 16,2-4 4-16,1-4-5 16,4-4 5-16,3-2-2 0,1 0 2 15,1-3-1-15,-1 0 0 16,2 0-5-16,-2 0-39 15,1 0-78-15</inkml:trace>
  <inkml:trace contextRef="#ctx0" brushRef="#br0" timeOffset="-70172.57">10518 12830 203 0,'0'0'12'15,"0"0"-15"-15,0 0 8 16,0 0 1-16,0 0-3 16,45 32-2-16,-31-23-1 15,-1-1-3-15,2-3-36 0,-1-1-62 16</inkml:trace>
  <inkml:trace contextRef="#ctx0" brushRef="#br0" timeOffset="-70071.53">10659 12882 134 0,'0'0'66'16,"0"0"-66"-16,0 0 0 0,0 0-26 16,0 0-60-16</inkml:trace>
  <inkml:trace contextRef="#ctx0" brushRef="#br0" timeOffset="-68997.02">10557 13245 86 0,'0'0'5'0,"0"0"12"0,0 0 2 0,0 0 19 16,0 0 10-16,0 0-23 16,0 0-13-16,0 0-9 15,0 0-3-15,0 0 0 16,-5 0 1-16,-6 0-1 0,-2 1-2 16,-4 4 5-16,-3 0-6 15,-4 1 2-15,-3 4 6 16,-5-3-4-16,0 1-2 15,0 1 3-15,1-2-1 16,4 2-1-16,0-1 0 16,7-1 0-16,2-4 2 0,5 2-4 15,1-1 4-15,6-2-2 16,2 1 0-16,4 0-3 16,0 0-3-16,10-1 2 15,5 0 3-15,4 1 2 16,4 0 0-16,3-1 1 15,1 0-2-15,0 3 1 0,0-1 0 16,-3 1-1-16,3 3 1 16,-2 0-1-16,1 1 0 15,-1 2 1-15,-3-1-1 16,-3 1-1-16,1 0 1 0,-9 2 1 16,-1-1-1-16,-2 0-1 15,-6 1 1-15,-2 2 1 16,0 0-2-16,-6 1 1 15,-4 1 0-15,-5 0 1 16,-5 1-2-16,1-1 0 16,-3 0-2-16,0 2 1 15,-3-4-4-15,2 0 5 0,-1-1 0 16,2 0 2-16,0-1-2 16,6-1 2-16,0 1-1 15,7-1 0-15,3-2 0 0,3-2-6 16,3 1-6-16,1-2 2 15,10-3 7-15,3-3 2 16,7-1 3-16,2 0 10 16,3 0 2-16,4 0-1 15,-1-4-4-15,2-1 0 0,-1 2-2 16,-2 1-2-16,-1 1-3 16,-1 1-2-16,-3 0 0 15,-1 0-1-15,-4 1-16 16,-2-1-48-16</inkml:trace>
  <inkml:trace contextRef="#ctx0" brushRef="#br0" timeOffset="-68027.54">11285 13397 117 0,'0'0'4'0,"0"0"17"0,0 0 2 0,0 0-4 16,0 0 0-16,0 0-5 15,0 0-3-15,0 0-11 16,0 0 1-16,0 0 1 16,0 0-2-16,0 0 0 0,0 0 0 15,15 37 0-15,-3-27 3 16,3-3-3-16,0 1 3 16,4-5 1-16,-1 0-2 15,1-2 2-15,2-1-1 16,-2 0-1-16,0 0 0 0,1-5-1 15,-4-3 0-15,-1 0 0 16,-3-3-1-16,-1 1 0 16,-2-3 0-16,-5 0 0 15,-2 2 0-15,-2 1 1 16,0-1 0-16,0 2 2 16,-2 3-1-16,-2 2-2 0,-2 1 0 15,3 0-2-15,-2 3 2 16,1 0-1-16,2 0 2 15,1 6-4-15,1 4 2 16,0 3 0-16,0 1 0 16,0 3 2-16,4 2-1 0,4 1 0 15,-3 2 0-15,3 2-1 16,1 2 2-16,-1 2-1 16,0 0 1-16,-3-2-1 15,-1 1 1-15,0-1 1 0,-4-1-1 16,0 1-1-16,-2-3 2 15,-7 1-2-15,-3-4 0 16,-1-2 0-16,-1-3 0 16,-1-4 0-16,0-4 0 15,1-3 0-15,1-4-5 0,-1 0 2 16,4-4 3-16,3-7 1 16,1-4-1-16,2-2 1 15,2 0 5-15,2 0 1 16,0 0 5-16,0 3-1 15,0 1-2-15,7 0-5 0,2 5-3 16,2 2-3-16,5 0 1 16,-1 2-3-16,6 4-11 15,-1 0-7-15,2 0-10 16,0 0-26-16,1 0-31 16</inkml:trace>
  <inkml:trace contextRef="#ctx0" brushRef="#br0" timeOffset="-67779.15">11886 13576 201 0,'0'0'20'0,"0"0"15"0,0 0-15 0,0 0-4 0,0 0-4 16,0 0-3-16,0 0-3 15,0 0-6-15,0 0 1 16,58 3-4-16,-31-3-59 16,4 0-112-16</inkml:trace>
  <inkml:trace contextRef="#ctx0" brushRef="#br0" timeOffset="-67338.75">12647 13165 208 0,'0'0'2'0,"-40"-4"1"15,21 4 6-15,-5 0-6 16,3 4-5-16,-1 8 7 15,-3 3-6-15,3 4 2 16,-1 5 0-16,2 2-1 16,2 3 2-16,2 4 2 15,1-2 0-15,5 5 0 0,1-1 0 16,8 2-2-16,2-3 3 16,0-1-4-16,4-3 0 15,10-4 0-15,1-2 4 16,4-3-2-16,0-3-2 0,2-2-3 15,0-5-8-15,3-4-44 16,-2-5-38-16</inkml:trace>
  <inkml:trace contextRef="#ctx0" brushRef="#br0" timeOffset="-66749.08">12692 13471 211 0,'0'0'1'16,"0"0"6"-16,0 0 6 16,0 0-7-16,0 0-4 15,0 0-1-15,0 0 2 16,0 0-3-16,0 0 0 16,-21 0 1-16,21 12 2 0,0 1-2 15,0 3 0-15,0-2 0 16,3 0 0-16,5-1 0 15,0-2-2-15,4-4 1 16,1-2 1-16,0-4 1 16,3-1-2-16,-3 0 3 15,2 0-2-15,-3-5 1 0,0-3-1 16,-1-3-1-16,-5 1 2 16,1 0-2-16,-5 0 0 15,1 2 0-15,-3 1 3 16,0 1 6-16,0 4-2 15,0 0-2-15,0 2-4 0,1 0-2 16,1 0-13-16,2 8 9 16,-2 2 4-16,3 0-1 15,1 0 1-15,1 0 1 16,4-1-1-16,0-1 1 16,3-3 0-16,-1-2 0 15,3-1 0-15,-3-2 0 0,2 0 1 16,-3-1 3-16,-2-6 4 15,-1-1 5-15,1-3 5 16,-6-2-3-16,-1-1-1 16,-2 0-4-16,-1-2-5 15,0 3 6-15,0 1-6 16,-1 3-4-16,-2 2-1 0,-1 4-3 16,-2 3-3-16,0 0-8 15,2 0-13-15,1 6-26 16,3 1-28-16</inkml:trace>
  <inkml:trace contextRef="#ctx0" brushRef="#br0" timeOffset="-66341.44">13234 13498 103 0,'0'0'6'0,"-37"14"9"0,18-7 3 0,-3 4 0 0,4-1-1 15,4 3-2-15,1 0-4 16,4-2 2-16,4-1-6 16,5 0 1-16,0 0-8 15,0-3 0-15,8 0 5 16,5-1 1-16,5-3 1 15,-1-1-3-15,3-2 1 0,1 0 1 16,-1 0-4-16,0-2 0 16,-3-4 1-16,-2-2 3 15,-3-1 2-15,-2-1 10 0,-6-2 0 16,-3 0 1-16,-1 1-7 16,-1-1-1-16,-9 1-11 15,-4 2 0-15,-3 5-6 16,-2 1 0-16,-4 3-7 15,1 0-4-15,4 6-25 16,0-2-64-16</inkml:trace>
  <inkml:trace contextRef="#ctx0" brushRef="#br0" timeOffset="-65965.03">13402 13485 152 0,'0'0'3'0,"0"0"24"0,0 0-5 0,0 0 9 16,0 0-2-16,0 0-10 0,0 0-4 16,0 0-3-16,0 0-4 15,0 0-5-15,53-16-3 16,-32 12 1-16,1 1 0 16,6 0 0-16,-3-1-2 15,0 1 1-15,2 1 0 0,-3 0 0 16,-1 0-1-16,-1-2-5 15,-4 2-21-15,-3-4-37 16,-6-1-97-16</inkml:trace>
  <inkml:trace contextRef="#ctx0" brushRef="#br0" timeOffset="-65709.93">13622 13318 232 0,'0'0'3'0,"0"0"-7"16,0 0 5-16,0 0-1 15,0 0 0-15,-26 39 0 16,24-23 3-16,-1 1 0 16,1 1 0-16,2 1-1 0,0 0-1 15,0 1-1-15,2-1 1 16,6 1-1-16,2-3 0 15,1-3-4-15,3 0-8 16,1-5-30-16,3-5-32 0</inkml:trace>
  <inkml:trace contextRef="#ctx0" brushRef="#br0" timeOffset="-65065.6">13878 13323 170 0,'0'0'2'0,"0"0"10"0,0 0-8 15,0 0 3-15,0 0-4 16,0 0-1-16,0 0 1 15,-38 34-2-15,38-21 0 16,0-3 0-16,0 5-2 0,0-3 4 16,8-1-2-16,2 0 3 15,3-3 0-15,0 0 0 16,0-3-1-16,3-3 0 16,0 1-1-16,0-3 1 15,-1 0 0-15,1 0-1 16,-3-3 0-16,-3-2 1 15,-1-1 0-15,-1-1 1 0,-4 0-2 16,-2 2-1-16,-2 1-1 16,0-2 1-16,0 4-2 15,0 0 2-15,0 1-4 16,-1 1-4-16,1 0-2 16,0 0 0-16,0 4 8 0,0 3 0 15,0 2 0-15,7-1 0 16,1 1 2-16,1-2-1 15,3 1 2-15,-2-2 1 16,4-2 1-16,4-1 3 16,-3-3-2-16,3 0 2 0,-1 0-2 15,-2 0-2-15,-2-7 1 16,0 0-1-16,-4-3 10 16,-3-1 0-16,0-1-3 15,-4-2-3-15,-2 0-2 0,0 1-3 16,0 0-6-16,-8 1 6 15,2 3-3-15,-3 0-2 16,1 5 0-16,-2 1-22 16,2 3-40-16,3-1-87 15</inkml:trace>
  <inkml:trace contextRef="#ctx0" brushRef="#br0" timeOffset="-64837.79">14329 13395 218 0,'0'0'25'0,"0"0"-25"0,0 0 1 0,0 0 5 0,5 40 2 16,-5-24-4-16,0 2-1 15,0 1-2-15,0 2 0 16,2-1 0-16,0-1-12 15,1-1-24-15,3-5-34 16,-1-5-33-16</inkml:trace>
  <inkml:trace contextRef="#ctx0" brushRef="#br0" timeOffset="-64250.47">14434 13314 117 0,'0'0'25'0,"0"0"18"0,0 0-10 15,0 0-9-15,43-14-7 16,-29 14-2-16,-1 0-8 15,1 0-3-15,-1 0-3 16,-1 6 1-16,-2 4-4 0,-5 1 4 16,0 2-2-16,0-1-5 15,-5 2-3-15,0-3-3 16,0-1 1-16,-2-2 10 16,-4-3 0-16,1-2-2 15,-4-1 1-15,4-2 4 16,0 0 0-16,2 0 2 0,0-4-2 15,3-2 2 1,-2-2 1-16,2-2-1 0,0-1-1 16,0-1 3-16,0 1-5 15,3-2-2-15,1 2 1 16,-2-2-1-16,2 3-3 0,-1-1 1 16,-1 3 1-16,2 1-4 15,-1 3-8-15,-1 0 7 16,0 1 6-16,-2 3 0 15,1 0 0-15,1 0-3 16,-1 3 2-16,0 7-2 0,3 1 4 16,-2 3-1-16,2 1 2 15,1 0-1-15,4-2 1 16,0 3-1-16,1-1-1 16,3-2 0-16,0 0 0 0,1-2-11 15,-1-3-22 1,-2-2-61-16</inkml:trace>
  <inkml:trace contextRef="#ctx0" brushRef="#br0" timeOffset="-64042.55">14747 13366 153 0,'0'0'32'0,"0"0"17"0,0 0-21 0,0 0-19 0,0 0-8 16,0 0 1-16,0 0 2 15,0 0-2-15,0 0 0 0,13 50 0 16,-8-34-2-16,-2 0 1 16,1 1-3-16,0-5-25 15,-2-4-26-15,-1-2-83 16</inkml:trace>
  <inkml:trace contextRef="#ctx0" brushRef="#br0" timeOffset="-63717.14">14770 13124 179 0,'0'0'19'16,"0"0"9"-16,0 0-2 16,50 5-12-16,-33 4-3 15,-1 6-6-15,1 4-2 16,-2 4-2-16,-1 4 1 16,-6 2 0-16,0 3-2 0,-2 1 1 15,-3-2 0-15,-3-1-2 16,0-2-10-16,-10-3-10 15,-3-4-16-15,-3-6-56 16</inkml:trace>
  <inkml:trace contextRef="#ctx0" brushRef="#br0" timeOffset="-62924.87">14779 12971 34 0,'0'0'61'0,"0"0"-46"0,0 0 9 0,37 0-11 16,-25 0-5-16,-1 0 2 15,0 0-1-15,4 0 0 0,-2 0-4 16,2 0 3-16,-1-3 1 15,3 0 3-15,-2 3-4 16,1-3-5-16,-1 2 0 16,-3-1-3-16,1 2 0 15,-4-1 0-15,1 1 1 16,-2 0-1-16,-4 0 0 0,1 0 2 16,-1 0-4-16,-2 4 2 15,0 1 0-15,-1 2 0 16,2 1 0-16,-2 1 0 15,0 1 0-15,0 1 0 16,2 2 2-16,-3 0-2 0,2-1 1 16,0 3 0-16,-1 0 1 15,1 1-1-15,0 0 2 16,2 1-1-16,-2 1-1 16,0-1 1-16,0 3-1 15,3 0 0-15,0 0 0 0,-2-1-1 16,1 3 1-16,2-1-1 15,-4 0 1-15,-1 2 0 16,1-1-1-16,0 1 1 16,-2 0-1-16,0 0 1 15,0-2 0-15,0 1 0 0,1-3 0 16,0 0 3-16,2-2 0 16,-1-1 5-16,2 1-3 15,-3-5-3-15,0 1 1 16,-1-3 2-16,0 0-2 15,0-1 0-15,0-1-3 0,-2-1 1 16,-9 0-1-16,-5 3-2 16,-8 0 3-16,-10 0-3 15,-8 0-17-15,-10-3-64 16</inkml:trace>
  <inkml:trace contextRef="#ctx0" brushRef="#br0" timeOffset="-61944.84">11187 13183 107 0,'0'0'2'0,"0"0"14"0,0 0-4 0,0 0-3 15,-36 1 2-15,27-1-3 16,-2 1-5-16,0 1 6 15,1 0 2-15,0-1-4 16,0 0-4-16,-1 0-1 0,3 2 0 16,-2-3-1-16,2 3-1 15,1-3 0-15,0 3 0 16,2-2 1-16,-2 1-1 16,3-1 0-16,0 2 1 0,2 0-1 15,-3 0 0-15,2 4 0 16,-1 0 0-16,2 0 0 15,-4 4 0-15,3-1 0 16,-1 3 0-16,0 1 0 16,1 0 1-16,1 1-1 15,0 2 0-15,2 1-1 16,0 1 2-16,0 2 1 0,0 0-2 16,0 3 0-16,4 1 1 15,3 0 1-15,-3 2 0 16,1 1 1-16,-1 0 0 15,1 0 1-15,-5 0-1 0,0 2 0 16,0-1 0-16,0 0 0 16,0 0 0-1,0-1-3-15,0 2 1 0,0-5 1 16,0 1 6-16,0-2 1 16,1-1 1-16,4-3-2 0,5 0-2 15,4-3 3-15,7-2-2 16,6 1 1-16,6-6-2 15,11-1-1-15,8-1-3 16,13-4-1-16,12-1-1 16,7-3-26-16,7 0-117 15</inkml:trace>
  <inkml:trace contextRef="#ctx0" brushRef="#br0" timeOffset="-60927.18">15176 12861 48 0,'0'0'2'0,"0"0"31"0,0 0-3 0,0 0-18 15,0 0-5-15,0 0 1 16,0 0 5-16,0 0 4 16,0 0 2-16,0 0-8 15,0 0-6-15,0 0 1 16,0 0 4-16,-4-34-2 0,4 30 1 15,0 0-4-15,2 1-5 16,3-1 2-16,3 2 2 16,-1 1-3-16,4-1-1 15,-2 2 1-15,1 0-2 16,1 0 1-16,-1 0 0 0,-1 2 0 16,1 3 0-16,-2 0-1 15,-3 3 1-15,3-2-1 16,-5 3 0-16,-1-1-1 15,-2 1 0-15,0-1 2 16,0 3-1-16,0-2 2 16,-2 2-2-16,-5-1 1 0,2-1-1 15,1-1 2-15,-3 1-1 16,2-2 0-16,2 0 0 16,-3 0 1-16,3 0-1 15,1-2-1-15,1-1 3 0,1 0-2 16,0-3 1-16,0 2-1 15,0-3-1-15,0 1 0 16,0-1 7-16,4 0-1 16,4 0 2-16,-3 0-3 15,3 0-1-15,1-2-1 16,2-1 0-16,0-1 1 16,0 1-2-16,1 0 0 0,1 0-1 15,1 0 1-15,1-1 0 16,1 3 0-16,-1-1 0 0,-1 0 1 15,-1 0 1-15,0 2 0 16,-3 0-1-16,-3 0-2 16,-1 0 0-16,-4 0-1 15,-2 0-21-15,0 0-88 16</inkml:trace>
  <inkml:trace contextRef="#ctx0" brushRef="#br0" timeOffset="-56466.49">13017 13820 106 0,'-2'0'3'0,"2"0"1"0,-2 0-4 0,2 0 1 0,0 0-1 16,0 0 1-16,0 0 4 16,0 0 15-16,0 0 23 15,0 0-2-15,0 0-26 16,5-2-11-16,-1 0-2 16,4 1 0-16,-3 0-2 0,5 1-3 15,0 0 1-15,-2 0-5 16,4 0-12-16,0 0-6 15,0 0-8-15,0 0 1 16,-3-1-20-16</inkml:trace>
  <inkml:trace contextRef="#ctx0" brushRef="#br0" timeOffset="-56267.7">13021 13866 121 0,'0'0'6'0,"0"0"16"16,0 0-12-16,0 0 5 15,0 0 1-15,0 0 0 16,0 0-10-16,40 2-5 0,-17-2-2 16,2 0-33-16,2-7-45 15</inkml:trace>
  <inkml:trace contextRef="#ctx0" brushRef="#br0" timeOffset="-42165.99">1996 14115 4 0,'0'6'25'0,"0"0"-12"0,-2 1 2 0,0 0-1 0,-4 2-7 15,2 1 0-15,2 1-1 16,0 4 2-16,0 0-6 16,2 3 1-16,0 3 2 15,0 2-1-15,0 0-1 0,0 0-2 16,0-1 1-16,-2-2-2 15,2 0 1-15,-3 0 0 16,1-3-1-16,-2 0 0 16,0-1 1-16,-1-1 0 15,0 0 0-15,1 0-1 0,-3-6-7 16,3-4-35-16</inkml:trace>
  <inkml:trace contextRef="#ctx0" brushRef="#br0" timeOffset="-41368.88">1949 14100 64 0,'0'0'9'0,"0"0"-5"0,0 0 2 16,0 0-3-1,0 0 0-15,22-41 2 0,-15 35 0 16,3 1 0-16,0 0 8 16,1 1-7-16,-1-2-2 15,3 5-2-15,1-2-1 16,-1 1-1-16,0 2 2 15,5 0-2-15,0 0 0 0,-4 0 0 16,4 3 0-16,-5 3 0 16,3 0 0-16,-5 2 0 15,0-1 0-15,0 0 0 16,-4 3 0-16,-3-1 0 16,-2-1 1-16,-2 2-1 0,0 0 0 15,0 0 0-15,-9 2 2 16,-2 0-1-16,-4 1 2 15,-2 1-2-15,0 0 1 16,-3-2 1-16,2 2-3 16,0-1 0-16,-3-2 2 0,4-1-2 15,-3 0 0-15,3 0 1 16,0-3 0-16,1 0 0 16,1-1 0-16,4-2 1 15,2-1 3-15,2-2 2 16,5-1 2-16,0 0 1 0,2 0 4 15,0 0-8-15,0 0 0 16,0 0-5-16,0 0 2 16,4 0-2-16,3 0-1 15,2 0 1-15,0 0 0 16,2-1 0-16,0 1-1 16,1 0 0-16,0 0-1 0,2 0 1 15,-3 0 1-15,-1 4-1 16,1 1-1-16,-3 0 2 15,-1 2-2-15,0-1 1 16,0 1 0-16,-1 0 0 16,-1 3-1-16,1-1 1 0,0 3 0 15,0-1 1-15,-2 0-1 16,3 0 1-16,1 3-1 16,2-1 0-16,1-1 1 15,7-1-1-15,-3 4-11 0,3-9-62 16,2 0-49-16</inkml:trace>
  <inkml:trace contextRef="#ctx0" brushRef="#br0" timeOffset="-40793.18">2508 14411 31 0,'0'0'35'0,"0"0"-15"0,0 0 4 0,0 0 11 0,0 0-12 16,-20-40 5-16,13 35-9 15,-2 0-6-15,2-2-7 16,1 1-3-16,0 2-2 16,1 0 1-16,-4 1 1 15,4 0 2-15,-4 2 0 0,1 1-4 16,-2 0-4-16,1 0 4 15,-1 6-4-15,-2 3 4 16,1 4-4-16,3 0 6 16,0 1-3-16,3 1 0 15,3 1 0-15,0-1 1 0,2-1-1 16,0 0 0-16,0-3 0 16,3-1-1-16,3-1 0 15,1-3 0-15,2-2 0 16,0-3-1-16,-1-1 2 15,2 0 2-15,1-7-1 16,3-3 1-16,-6 0-2 0,3-3 1 16,-1-2-2-16,-3 1 2 15,1-1-1-15,-4 0 0 16,1 2 1-16,-1 3-1 16,-4-1 1-16,3 5-1 0,-1 0 0 15,-2 2 0-15,0 4 0 16,0 0 0-16,0 0-5 15,2 3-4-15,1 5 6 16,-1 2 4-16,2-1-1 16,0 2-1-16,3 1 0 0,0-1-10 15,0-2-9-15,1 0-30 16,1-6-1-16</inkml:trace>
  <inkml:trace contextRef="#ctx0" brushRef="#br0" timeOffset="-40292.85">2642 14344 89 0,'0'0'2'0,"0"0"7"0,0 0-6 0,0 0-3 0,0 0-1 16,0 0 1-16,0 0 0 15,0 0 0-15,0 0 0 16,31 37 1-16,-28-30-1 16,1 2 3-16,-4-1-1 0,2 2-2 15,-2-4 1-15,0-1 0 16,0 1-1-16,0-2 1 16,0-3 0-16,0 0-1 15,0-1 5-15,0 0 44 0,0 0-29 16,0-4-15-16,0-3-1 15,0-2-4-15,0-1 0 16,0-3-3-16,5 2 1 16,4-2 1-16,-3 0 0 15,3 1 1-15,3 0-1 16,-1 4-2-16,0 1 4 16,3 2 0-16,-3-2 0 0,1 5-1 15,2 0 0-15,-3 2-1 16,1 0 1-16,-3 3-2 15,1 5-2-15,-2 1 3 16,-4 1 0-16,1 1 2 16,-3-1-1-16,0 4 0 15,0-1 0-15,-2-1 1 0,2-1-13 16,1-1-39-16</inkml:trace>
  <inkml:trace contextRef="#ctx0" brushRef="#br0" timeOffset="-39969.33">3073 14324 106 0,'0'0'4'0,"0"0"6"0,0 0-7 0,0 0 1 0,0 0-1 16,-37-11 0-16,25 11 2 15,1 5-1-15,-2 4 0 0,1 1-3 16,1 3 1-16,3 1 0 16,0-1-2-16,4 1 1 15,2 0-1-15,2-1 3 16,0-3 0-16,6-1-2 16,2-2 0-16,3-3 1 15,-2 0-2-15,5-4 3 16,0 0-2-16,1 0 1 0,2-10-2 15,1-5-24-15,-3-4-37 16</inkml:trace>
  <inkml:trace contextRef="#ctx0" brushRef="#br0" timeOffset="-39571.11">3042 13854 34 0,'0'0'3'16,"0"0"8"-16,11 53 0 15,-7-28 3-15,-3-1-3 16,4 3-1-16,-3-1-5 16,0 2-1-16,0-1 0 15,0 2-1-15,-2 1 0 0,0-1 1 16,0 3 4-16,0-1-1 16,0 0-1-16,-4 2 0 15,2-3-3-15,0-2-1 16,-3 0-1-16,5-5 0 0,0 1 0 15,0-4 0-15,0-4-5 16,5 2-19-16,3-6-3 16,1-7-16-16</inkml:trace>
  <inkml:trace contextRef="#ctx0" brushRef="#br0" timeOffset="-39221.81">3217 14393 85 0,'0'0'25'16,"0"0"5"-16,0 0 6 15,0 0-13-15,0 0-20 16,0 0-7-16,0 0 5 16,0 0 1-16,-7-7-2 0,6 15 0 15,1 2-1-15,0 1 1 16,0-1 1-16,0-3-1 16,6 0 1-16,2-1 0 15,1-3 0-15,2-3 1 16,-1 0-2-16,1 0 3 0,2 0 1 15,-4-7-1-15,-2-2 2 16,1-3 6-16,-4-1 6 16,2-3-2-16,-6 2-5 15,0 1-3-15,0-1-3 16,-2 1-3-16,-6 5 1 0,-3 2-5 16,0 3 1-16,0 3-4 15,-2 0-6-15,-1 9-2 16,3 2-11-16,0 2-35 15,1-2-42-15</inkml:trace>
  <inkml:trace contextRef="#ctx0" brushRef="#br0" timeOffset="-38479.18">3366 14365 82 0,'0'0'2'0,"0"0"3"0,0 0-2 0,0 0-1 15,0 0-4-15,0 0 4 16,0 0-1-16,0 0 1 0,0 0 0 16,18 33-2-16,-16-21 2 15,0-2-1-15,-1-1-1 16,-1 1 1-16,2-4 0 15,0 0-1-15,0-1 2 16,-2-2-2-16,0-1 0 0,2 0 1 16,-2-2 1-16,0 0-1 15,3 0 10-15,-3-5 10 16,2-5-19-16,0 1-1 16,3-3 0-16,-1 0 2 15,-1-1-1-15,5 0 5 0,-1 1-3 16,0 1 1-1,2 1 0-15,-1 1-3 0,2 3-2 16,-3 2 0-16,3 1 0 16,2 3 0-16,-3 0-1 0,0 0 0 15,4 6-3-15,-4 2 3 16,0 3 1-16,-1 0 0 16,0 2 0-16,-2-1 0 15,-3 1 0-15,1-2-1 16,0 1 1-16,-4-2 0 15,0 0-1-15,0-2 1 16,0-2-2-16,0 0 0 0,0-4 1 16,-4 1 3-16,-1-3 3 15,1 0-1-15,0 0 9 16,0-3 17-16,3-5-29 16,-2-2-5-16,3-3 5 0,0 0-1 15,0-1 0-15,5-3-2 16,6 1 1-16,0-1 2 15,5 0 0-15,2 0-1 16,2 2-1-16,-1 1 1 16,0 4 0-16,1 4-1 0,-1 0 2 15,-4 6-2 1,-2 0 0-16,1 10-2 0,-6 5-1 16,-1 3 3-16,-2 3-1 15,-3 3 2-15,-1-1-5 16,-1 4-8-16,0-4-15 0,0-1-21 15</inkml:trace>
  <inkml:trace contextRef="#ctx0" brushRef="#br0" timeOffset="-38148.93">4199 14233 147 0,'0'0'3'0,"0"0"-4"0,0 0 1 0,0 0 0 16,0 0-1-16,33 39 1 16,-27-28 0-16,1 3 0 15,-1-1 0-15,-3 1 0 16,0 2 0-16,-2-2 0 0,-1 2-18 16,0-4-18-16</inkml:trace>
  <inkml:trace contextRef="#ctx0" brushRef="#br0" timeOffset="-37891.82">4188 14448 153 0,'0'0'45'0,"0"0"-45"15,0 0 2-15,0 0-3 0,0 0 3 16,0 0-2-16,48-6 2 15,-35 5 1-15,3-1-1 16,1 1-1-16,-2 0 0 16,0 1-1-16,1 0 1 15,-1 0-1-15,-1 0-1 16,-3 0 1-16,-1 0-21 0,0-1-49 16,-5-4-26-16</inkml:trace>
  <inkml:trace contextRef="#ctx0" brushRef="#br0" timeOffset="-37686.17">4104 14268 168 0,'0'0'17'0,"0"0"-12"16,0 0 4-16,0 0-8 15,14-43 1-15,3 36-6 16,1-2 6-16,4 5-1 16,4 1-3-16,0-1-35 15,0 4-41-15</inkml:trace>
  <inkml:trace contextRef="#ctx0" brushRef="#br0" timeOffset="-37047.98">4424 14337 179 0,'0'0'12'15,"0"0"14"-15,0 0-16 16,0 0-5-16,0 0-3 16,0 0-2-16,0 0-2 15,0 0 1-15,2-41 2 0,11 35-2 16,1-1 1-16,-1 4 0 16,3 0 0-16,-3 3 0 15,1 0 0-15,-1 0 0 16,-2 9-2-16,0 0-2 0,-2 3-2 15,-2 1 4-15,-1 0 1 16,-1-2 1-16,-4-1 0 16,0 1-1-16,-1-3 1 15,0-1 0-15,0-1-2 16,0-4 2-16,0 1 0 0,-2-1 0 16,-3-2 1-16,1 0 0 15,2 0 1-15,0-2 2 16,2-6-4-16,0-1-2 15,0-4-2-15,6 0 1 16,2-4 3-16,4 2-1 16,1-4-1-16,3 5 2 0,0-1-1 15,2 2-3-15,0 4 5 16,-3 3-1-16,2 2 0 16,2 4 0-16,-3 0 0 15,-1 0-1-15,-1 3 0 16,-1 6 1-16,-4 1-2 0,0 2 0 15,-4 1 2-15,-1 1-1 16,-2-2 1-16,0 1-2 16,-2-2-4-16,0-3-18 15,0-2-21-15,0-5-40 16</inkml:trace>
  <inkml:trace contextRef="#ctx0" brushRef="#br0" timeOffset="-36815.37">4926 14226 125 0,'0'0'2'0,"0"0"4"0,0 0-2 0,0 0 3 16,0 0-7-16,0 0 2 15,0 0 4-15,0 0-1 0,0 44-1 16,0-28 0-16,0 0-2 15,0 1 1-15,0-2-1 16,0 2 0-16,0-3-10 16,0-5-24-16,0-5-74 15</inkml:trace>
  <inkml:trace contextRef="#ctx0" brushRef="#br0" timeOffset="-36667.07">4841 14130 180 0,'0'0'-44'15,"0"0"41"-15,0 0-24 16,4-39-43-16</inkml:trace>
  <inkml:trace contextRef="#ctx0" brushRef="#br0" timeOffset="-36312.37">5147 14000 25 0,'0'0'92'0,"0"0"-93"16,0 0 2-16,-9 52 1 16,9-33-2-16,0 5 0 0,0-1 1 15,0 4-1-15,5-1 1 16,1 0-1-16,-1-2 1 15,0-3-1-15,-1-3 1 16,1-1 0-16,-3-4-1 16,0-3 0-16,-2-7-7 0,0-1-57 15</inkml:trace>
  <inkml:trace contextRef="#ctx0" brushRef="#br0" timeOffset="-35971.24">4993 14250 129 0,'0'0'6'0,"0"0"-6"16,0 0 0-16,0 0 3 16,52-5 0-16,-30 1 0 0,2-1-1 15,3 2-1-15,2-1 1 16,-2 0 3-16,2-2 0 15,-4 2-3-15,-2 2 2 16,-6 2-4-16,-1 0 0 0,-5 0 0 16,-2 1-4-16,-5 7 3 15,1 2 3-15,-4 1 1 16,1 1-2-16,-1-1 3 16,2 3-2-16,1 0 0 15,0-2-1-15,3 0 1 16,0-1 1-16,2 0 1 0,-2-1-3 15,3-6-16-15,0-4-34 16</inkml:trace>
  <inkml:trace contextRef="#ctx0" brushRef="#br0" timeOffset="-35835.09">5405 14110 235 0,'0'0'-8'0,"0"0"9"0,0 0-24 16,0 0-78-16</inkml:trace>
  <inkml:trace contextRef="#ctx0" brushRef="#br0" timeOffset="-35378.89">5664 14262 128 0,'0'0'10'16,"0"0"13"-16,0 0 3 15,0 0-14-15,0 0-5 16,0 0 0-16,-27-36-3 15,16 33 1-15,-1 3-1 0,-1 0-2 16,1 2-2-16,-2 5 3 16,5 2-3-16,0 3 0 15,0 1 0-15,4 0 0 16,3-2-4-16,2-3 0 16,0 0-3-16,6-5 6 15,8-2 0-15,0-1 1 0,6 0 0 16,-3-3 1-1,4-2-2-15,-1-1 1 0,-3 0 1 16,-1 2 0-16,-2 1 0 16,4 3 1-16,-5 0-2 15,1 0 2-15,1 0-2 0,-1 0 0 16,-1 0 0-16,-4 4 0 16,4-1 0-16,-4-1-2 15,-2-2-9-15,-1 0-62 16</inkml:trace>
  <inkml:trace contextRef="#ctx0" brushRef="#br0" timeOffset="-34868.05">5843 13809 165 0,'0'0'1'0,"0"0"16"0,0 0-4 0,0 0-11 15,0 0-1-15,0 0-1 0,-16 42 0 16,16-15-1-16,0 6 2 16,0 1-1-16,0 0 1 15,7 0-1-15,0-3 0 16,1-1 1-16,1-4-1 0,1 0 1 15,0-2-1-15,1-3 1 16,1-1 0-16,-1-2 0 16,-2-2 0-16,4-5-1 15,0-1 2-15,-1-3 0 16,1-4-1-16,-2-3 1 0,3 0-1 16,-3 0 1-16,3-8 4 15,-3-2-3-15,0-3 0 16,2-1-2-16,-4 0 1 15,0 3-2-15,-4-1 1 16,-1 3 2-16,-3 5 5 0,0 0 14 16,-1 2-6-16,3 2-13 15,-1 0-5-15,0 5 0 16,4 4 3-16,3 1-2 16,1 3 2-16,-2 0-2 15,1 1-5-15,3-1-37 16,-4-6-10-16,3-5-62 0</inkml:trace>
  <inkml:trace contextRef="#ctx0" brushRef="#br0" timeOffset="-34714.92">6191 14020 253 0,'0'0'6'0,"0"0"12"0,-25-41-11 0,19 31-6 0,2 6-3 15,2 2-25-15,2 2-51 16,0-1-100-16</inkml:trace>
  <inkml:trace contextRef="#ctx0" brushRef="#br0" timeOffset="-34105.35">6266 14128 70 0,'0'0'18'0,"0"0"3"15,0 0-8-15,0 0-6 0,0 0 8 16,0 0 1-16,42-13-2 16,-27 11-4-16,1 2-4 15,-1 0-4-15,-1 1-1 16,-3 10-1-16,-2 2-1 16,-2 2 4-16,-5 3-2 15,-2 2 1-15,0-2-2 0,-2 2 0 16,-4-3 0-16,0 0 1 15,4-1 0-15,0-2 1 16,0-4-1-16,2 3 0 16,0-3 0-16,0 0-1 15,6 1 0-15,1 1 1 0,2 0-1 16,2 5 2-16,-1 0-2 16,-2 3 1-16,1-1-1 15,-3 0 0-15,2-3 0 16,-6 0 0-16,-2-2 0 15,0-1 1-15,-2-2 0 0,-10 0 5 16,-3 2-1-16,-7-4 0 16,-3 1 0-16,0-5-1 15,1 0 0-15,-1-4 4 16,1-1-3-16,5-1-1 16,4-8 1-16,1-4 1 0,6-3 1 15,5-1-4-15,3-1-6 16,3-4-20-16,10 0-36 15,3 1-46-15</inkml:trace>
  <inkml:trace contextRef="#ctx0" brushRef="#br0" timeOffset="-33815.83">6603 14229 104 0,'0'0'30'0,"0"0"34"0,0 0-27 0,2-40-14 16,-14 37-9-16,1 1-8 15,-4 2-6-15,0 0 0 16,0 4 0-16,2 3-2 0,0 4 5 16,4 1-3-16,2-2 1 15,3-2-1-15,4 1-1 16,0-2-6-16,7-2-1 15,7-2 0-15,5-3 0 16,4 0-1-16,4 0-20 0,1-8-26 16,-1-5-3-16</inkml:trace>
  <inkml:trace contextRef="#ctx0" brushRef="#br0" timeOffset="-33577.68">6731 13871 146 0,'0'0'1'0,"0"0"10"15,0 0 18-15,0 0-18 16,0 0-10-16,0 0-1 0,-27 41 3 16,27-11-1-16,0 3-1 15,2 1-1-15,6 3 3 16,-2-3-2-16,2-3 0 15,-3 2-1-15,-1-6-1 16,-4-3-33-16,0-6-24 16,0-8-18-16</inkml:trace>
  <inkml:trace contextRef="#ctx0" brushRef="#br0" timeOffset="-33389.23">6712 14101 142 0,'0'0'2'0,"0"0"16"0,0 0 3 15,16-40-9-15,-3 36-4 16,0 3-2-16,5 1-5 16,1 0 0-16,0 7-2 15,2 6 1-15,-1 2-1 16,-7 4 0-16,0 1-1 0,-5-2-6 16,-4-1-40-16,-4-5-7 15</inkml:trace>
  <inkml:trace contextRef="#ctx0" brushRef="#br0" timeOffset="-33265.91">6904 14073 211 0,'0'0'6'0,"0"0"6"16,0-40-5-16,0 36-6 16,0 4-3-16,0 0-18 0,-2 0-106 15</inkml:trace>
  <inkml:trace contextRef="#ctx0" brushRef="#br0" timeOffset="-32240.19">2043 14764 81 0,'0'0'16'0,"0"0"-14"0,0 0-2 0,0 0 0 0,0 0 1 15,0 0-1-15,47 16 1 16,-29-15-1-16,2 1 0 16,3-1 1-16,3 2 0 15,1-1 3-15,2 2-2 0,5-1-1 16,1-1-1-16,5 2 2 15,6-2-2-15,5 1 0 16,7-3 0-16,2 0-2 16,5 0 1-16,2 0 1 15,7-3-1-15,-3 0 2 16,3-1-2-16,2 1 2 0,-1 2-1 16,2-2 1-16,-2 2-1 15,2-1 1-15,1 1-1 16,5-1-1-16,2 0 1 15,2-1 0-15,1 0 1 16,4 0-2-16,1-1 1 0,1 1 1 16,-2 1 1-16,2 0 1 15,2 0 10-15,1 1-3 16,2 1-4-16,3-1-2 16,2 1 0-16,2-1 0 15,5-1 0-15,3-3 2 16,-3 0 0-16,5-4-1 0,3-2 0 15,0-5-1-15,3 0-1 16,3-2-1-16,0-2 2 16,1-1 1-16,-1 0 3 15,-6 1-2-15,-3 3 0 0,-7 2-4 16,-7 2 0-16,-10 5-1 16,-9 4-1-16,-9 2 0 15,-5 2 0-15,-16 5-4 16,-8 7-42-16,-9 1-57 15</inkml:trace>
  <inkml:trace contextRef="#ctx0" brushRef="#br0" timeOffset="-30638.29">4366 14948 64 0,'-3'-6'8'0,"1"0"16"0,0-3 0 0,0 2-2 0,-2 1 18 15,2 0-18-15,0 3-5 0,2 0-10 16,-2 2 0-16,2 1-3 16,-2 0-2-16,0 0-4 15,0 3 2-15,2 7 0 16,-2 3 0-16,1 4 1 16,1 2-1-16,0 1 0 0,0 1 0 15,0 0 0-15,3-1 0 16,3-3 0-16,-2-2 0 15,4-1 0-15,-1-4 0 16,1-1 0-16,1-3 0 16,0-1-2-16,0-2-2 0,2-2-1 15,1-1 2-15,-3 0 0 16,1-7 1-16,2-1 2 16,-5-1 0-16,1-1 0 15,-3 0 1-15,2 2-1 16,-1-1-1-16,-1 4 1 15,1 0-2-15,1 2 2 0,2 2 0 16,0 1-1-16,2 0-1 16,-1 0 2-16,0 4-1 15,1 1 1-15,-1 0-1 16,-4 1 1-16,1 0-1 0,-1-1 1 16,0-2 0-16,0 0 0 15,-2-2 0-15,1-1 1 16,-1 0-1-16,0-1 3 15,0-9 5-15,2-4 3 16,-4-2-4-16,-2-4 2 0,0-2 3 16,0 0-7-16,0 2 0 15,0 0-3-15,0 3-2 16,-2 4-1-16,0 4-2 16,-2 5-14-16,3 2-17 15,0 2-83-15</inkml:trace>
  <inkml:trace contextRef="#ctx0" brushRef="#br0" timeOffset="-30112.63">4764 15066 148 0,'0'0'-9'0,"0"0"10"0,0 0-5 0,0 0-3 15,0 0 1-15,0 0 2 0,0 0 2 16,-32 46 2-16,28-30 0 15,-2 0 2-15,4 1-1 16,0 1 1-16,2-1-2 16,0 2 1-16,0-1 0 15,4-1 0-15,4-1-1 0,0-1 1 16,1-5-1-16,1 0 1 16,1-4-2-16,-2-3 3 15,4-3 2-15,-2 0 2 16,0 0 2-16,1-6 6 15,-4-3-2-15,1-2 2 0,-4-3-2 16,2 1-1-16,-5-2-2 16,-2-1 0-16,0-1-4 15,-2 3 5-15,-10-2-3 16,-1 2-4-16,-5 1-2 16,0 3-2-16,-4 4 0 0,2 2-11 15,2 4-3-15,0 0-9 16,0 5-32-16,3 0-39 15</inkml:trace>
  <inkml:trace contextRef="#ctx0" brushRef="#br0" timeOffset="-29650.36">5067 15007 122 0,'0'0'14'0,"0"0"-13"0,0 0 0 0,0 0-1 15,0 0 3-15,0 0 2 16,0 0 2-16,45 12 0 16,-34-12 1-16,1 0-2 15,2 0-4-15,-2 0-1 16,-1 1-1-16,0 2 0 0,-2 4-17 16,0-3-46-16</inkml:trace>
  <inkml:trace contextRef="#ctx0" brushRef="#br0" timeOffset="-29436.24">5181 15148 134 0,'0'0'50'0,"0"0"-36"15,0 0 2-15,0 0-9 0,0 0-4 16,0 0-2-16,0 0-2 15,0 0-1-15,0 4 7 16,14-4-3-16,3 0 0 16,2 0-1-16,3 0-5 0,-3-5-71 15</inkml:trace>
  <inkml:trace contextRef="#ctx0" brushRef="#br0" timeOffset="-28976.73">5559 14891 97 0,'0'0'2'0,"0"0"0"15,0 0-1-15,0 0-1 16,-43 41 0-16,37-27 0 16,3 3 1-16,-1 0 4 15,4-1 4-15,0 0 2 0,0-1-2 16,4 0-2-16,5-3-3 16,3-2-2-16,1-1 2 15,3-3-1-15,-3-2 0 0,2-3 0 16,1-1 1-1,-1 0 2-15,-1-1-1 0,-1-7 8 16,-1-3-2-16,-3 1 2 16,-2-5 1-16,-1-1 6 15,-1 0-5-15,-5-2-1 16,0-2-1-16,0 2-1 16,-9 1-5-16,-2-1-4 0,0 4-1 15,-5 3-4-15,3 4-3 16,-3 5-19-16,2 2-34 15,-1 0-65-15</inkml:trace>
  <inkml:trace contextRef="#ctx0" brushRef="#br0" timeOffset="-28661.92">6051 15145 174 0,'0'0'3'0,"0"0"7"0,0 0 1 0,0 0-3 16,0 0-1-16,0 0-7 0,0 0 0 16,0 0 1-16,0 53 0 15,-8-25 0-15,-2 4-3 16,-1 1-55-16,-1-1 2 16</inkml:trace>
  <inkml:trace contextRef="#ctx0" brushRef="#br0" timeOffset="-27871.69">6531 14878 168 0,'0'0'-15'16,"0"0"17"-16,0 0 0 15,0 0-2-15,0 0-2 16,0 0 2-16,0 0-2 0,0 0 0 16,0 0 2-16,-2 16 0 15,2-5 2-15,0 3 0 16,0 3 0-16,0-3-1 16,4 2 0-16,0 1-1 15,1-3 0-15,0-3 1 16,0-3-1-16,3 2 1 15,-1-4 0-15,2-4 0 0,2 0 1 16,0-2 0-16,-1 0 4 16,2-5 0-16,2-6 0 15,-1 1-5-15,-2-2 2 16,-1 0-2-16,-2-1 0 0,-3 3 0 16,-1-1 5-16,-2 3 11 15,0 2-1-15,-2 2-7 16,0 2-2-16,1 1-2 15,0 1-5-15,2 0-3 16,2 1-1-16,-1 5 4 16,3 1 2-16,-1 2-2 0,4 0 0 15,-2-3 1-15,2 1-2 16,3-1 2-16,2-2-1 16,-2-4-1-16,2 0 1 15,-2 0 0-15,3-3 0 16,-3-5 1-16,0-4 1 0,-4 0 1 15,-4-2 9-15,-1-1 11 16,-4 1-5-16,0-2-7 16,-4 1-1-16,-5 1-4 15,-3 1-4-15,-1 2-1 16,-2 3-3-16,-3 3-1 0,2 5-7 16,2 0-9-16,1 1-15 15,2 10-11-15,4-1-26 16,3-1-31-16</inkml:trace>
  <inkml:trace contextRef="#ctx0" brushRef="#br0" timeOffset="-27570.51">6983 14939 191 0,'0'0'31'0,"0"0"1"0,0 0-21 15,0 0-11-15,0 0-1 0,0 0 1 16,0 43 0-16,0-27 0 16,0 2 1-16,0 3 0 15,2-4 0-15,2 3 0 16,0-3-1-16,3 0 1 15,-1 0-1-15,2-4-1 16,-1 3-3-16,1-4-17 0,-3 1-31 16,-2-5-43-16</inkml:trace>
  <inkml:trace contextRef="#ctx0" brushRef="#br0" timeOffset="-27288.83">7168 14827 196 0,'0'0'10'0,"0"0"27"15,0 0-28-15,0 0-4 0,0 0-3 16,0 0-2-16,0 0 0 16,49-3 2-16,-33 3-4 15,2-1-5-15,-1 1-29 16,2-2-29-16,-6 1-17 0</inkml:trace>
  <inkml:trace contextRef="#ctx0" brushRef="#br0" timeOffset="-27110.47">7246 14939 213 0,'0'0'16'0,"0"0"-13"16,0 0 0-16,0 0-1 16,0 0-2-16,0 0-5 15,0 0 1-15,0 0-11 16,20 9-12-16,-3-9-21 0,2 0-23 15</inkml:trace>
  <inkml:trace contextRef="#ctx0" brushRef="#br0" timeOffset="-26576.58">7586 14725 45 0,'0'0'4'0,"0"0"13"15,0 0-1-15,0 0-4 0,-28 39-3 16,24-30-4-16,2 2-2 15,2 2 0-15,0-1 0 16,0 0 1-16,0 1-2 16,2 0-1-16,2-2 0 15,2-1 0-15,0-1 0 16,3 0 1-16,-3-4 3 0,4-1-2 16,1 1 4-16,0-3-2 15,3-2-1-15,-1 0 4 16,1 0 2-16,1 0-4 15,-1-7-1-15,1 0 0 16,-3-3 6-16,1 2 5 16,-4-4 1-16,2 0 1 0,-2-3-3 15,-5 0-2-15,-1 0-1 16,-2-2-2-16,-1-1-3 16,0 2 2-16,-2-2-2 15,-6 1-2-15,-3 0-1 0,-1 3-4 16,1 4-1-16,-3 5-4 15,-1 5-1-15,-1 0-22 16,-1 10-29-16,-2 2-33 16,2-1-54-16</inkml:trace>
  <inkml:trace contextRef="#ctx0" brushRef="#br0" timeOffset="-25928.62">8123 14601 70 0,'0'0'37'0,"0"0"-35"0,0 0-3 0,0 0 0 0,0 0-2 15,0 0 2-15,0 0 0 16,0 0 2-16,0 0 0 16,0 0 3-16,0 0 5 15,0 0 9-15,22 35 12 0,-20-35 31 16,5-10-4-16,2-5-36 15,9-6-9-15,4-5-6 16,12-5-3-16,8-6-1 16,10 0-2-16,8-7-3 15,5-8-24-15,4-8-137 16</inkml:trace>
  <inkml:trace contextRef="#ctx0" brushRef="#br0" timeOffset="-22775.98">13401 13853 42 0,'0'-1'-5'0,"-2"0"1"0,-6 1-17 0</inkml:trace>
  <inkml:trace contextRef="#ctx0" brushRef="#br0" timeOffset="-22715.02">13297 13856 15 0</inkml:trace>
  <inkml:trace contextRef="#ctx0" brushRef="#br0" timeOffset="-22348.62">13239 13901 46 0,'0'0'4'0,"0"0"8"15,0 0-8-15,37 6-1 16,-20-5-2-16,4-1 0 16,2 0-1-16,4 0 1 15,2 0-1-15,2-7 4 16,2 3 9-16,3-3 0 0,4 1-2 15,3-1-2-15,1 3-3 16,1-1-1-16,4 1-3 16,-1 1 0-16,-2 0-1 15,1 2 1-15,-4 0 2 16,-2-1-1-16,-4 1 1 16,-6 1 3-16,-4-1-3 0,-4 1-4 15,-6 0 1-15,-3 0-1 16,-3 0 0-16,-6 0-5 15,-2 0-38-15,-3 0-28 16</inkml:trace>
  <inkml:trace contextRef="#ctx0" brushRef="#br0" timeOffset="-21900.47">13484 13955 46 0,'0'0'7'0,"43"0"7"0,-14 0-7 0,2 0-3 16,4 0-1-16,2-3 0 16,1 2 4-16,0-2 4 15,4 3 4-15,1-2 1 16,3 2-5-16,0 0-4 16,4 0 1-16,-1 0-5 0,3 0 1 15,-6 0-2-15,0 0 0 16,-8 0-1-16,-5 0 3 15,-8 0 8-15,-4 0 5 16,-8 0-3-16,-3 0-4 16,-7 0-4-16,1 0-3 15,-4 0 0-15,0 0-2 0,0 0-5 16,-2 0-10-16,-3 0-47 16,-3 0-42-16</inkml:trace>
  <inkml:trace contextRef="#ctx0" brushRef="#br0" timeOffset="-16066.8">5628 15412 27 0,'0'-3'18'0,"0"2"-9"0,0-2 0 0,0 3-6 16,0-1-3-16,0-1-5 15,0 2 2-15,0-1 6 16,0-1 10-16,0 1 12 16,0-2-3-16,0 2-6 15,0-2 0-15,0 0-4 0,0 3-1 16,0-1-2-16,0-2 1 15,0 3 0-15,0 0 3 16,0 0-7-16,0 0-6 16,0 0-2-16,0 3 4 0,-2 4-2 15,2 3 0-15,0 1 2 16,0 1-1-16,0 3-2 16,0 2 3-16,0 0-2 15,0 2 1-15,0-1-1 16,0 2 2-16,2-2-2 15,-2-1 1-15,2-1 1 0,0 4 0 16,1-4-2-16,-3 1 1 16,0 1 2-16,0-1 0 15,0-1 2-15,0 1-2 16,0-2 1-16,0-2-1 0,0 0-2 16,0-3 4-16,-3-3-5 15,2 0 1-15,0-1 0 16,1-2 1-16,0-1-1 15,0 1 0-15,0 0-2 16,0-1 1-16,-2 0-13 16,-2-3-45-16,2 0-34 0</inkml:trace>
  <inkml:trace contextRef="#ctx0" brushRef="#br0" timeOffset="-15793.97">5522 15739 103 0,'0'0'25'0,"0"0"15"0,0 0-10 16,0 0-5-16,0 0-8 15,0 0-10-15,0 0-6 16,0 0 0-16,0 0-1 15,0 0 1-15,-2 20-1 16,8-10 0-16,0-2 1 0,1 1-1 16,1-2 0-16,2-2-3 15,1-2-13-15,-1-3-30 16,3 0-50-16</inkml:trace>
  <inkml:trace contextRef="#ctx0" brushRef="#br0" timeOffset="-15615.44">5677 15694 251 0,'0'0'4'15,"0"0"7"-15,0 0-8 16,0 0-2-16,0 0-2 0,0 0 1 16,0 0 0-16,-33 46-1 15,32-25-3-15,1 1-18 16,-4 1-32-16,0-2-74 15</inkml:trace>
  <inkml:trace contextRef="#ctx0" brushRef="#br0" timeOffset="-14949.08">5879 15845 177 0,'0'0'34'16,"0"0"-33"-16,0 0-2 16,0 0-4-16,0 0 2 0,0 0 1 15,-14 39 2-15,11-24 0 16,3 1 0-16,0 0 1 15,0-2 0-15,0 0 1 16,8-3 1-16,0 0-1 16,3-3-1-16,3-3 0 15,1-3 0-15,0-2-1 0,1 0 2 16,3-3-1-16,-4-7 1 16,1-1 4-16,-1-2-2 15,-1-1 0-15,-3 0 1 0,-4 1 0 16,2-3-3-1,-6 5-1-15,-1 0 1 0,-2 3-2 16,0 0-2-16,0 2 1 16,0 4 0-16,-2 1 8 15,1 1-5-15,-1 0-3 16,2 1 1-16,0 5 0 0,0 4 0 16,0 0 1-16,2 2 0 15,5-1 0-15,2 2 0 16,3-2-2-16,0 2 2 15,2-1-2-15,-1-1-6 16,4-3-24-16,-2-5-46 0,3-3-36 16</inkml:trace>
  <inkml:trace contextRef="#ctx0" brushRef="#br0" timeOffset="-14696.47">6330 15827 224 0,'0'0'3'0,"0"0"8"0,0 0-6 0,0 0-7 0,0 0-3 16,0 0 6-16,0 0 0 15,-41 24 1-15,37-8-1 0,4 1 1 16,-2 4-1 0,2 1 2-16,0 2-2 0,0 1 0 15,0 3 0-15,0 1-1 16,2-1 0-16,-2-5-1 15,0 0 1-15,0-5-8 16,0-7-8-16,0-6-3 0,0-5-36 16,-2 0-26-16</inkml:trace>
  <inkml:trace contextRef="#ctx0" brushRef="#br0" timeOffset="-14440.45">6272 15899 165 0,'0'0'13'15,"7"-42"23"-15,-1 23-18 16,1 4-8-16,4 2-4 16,2 3-5-16,1 3-1 15,-1 3 1-15,1 2-1 0,1 2-1 16,-2 0 0-16,-1 2-3 16,-1 6-2-16,-4 1-3 15,0 1-8-15,-5 2 15 16,-2 1-2-16,0 0 3 15,-4-2 0-15,-8 3 1 0,-3-2 5 16,-3-1-8-16,4-1-25 16,0-3-28-16,6-4-45 15</inkml:trace>
  <inkml:trace contextRef="#ctx0" brushRef="#br0" timeOffset="-14127.09">6614 15804 100 0,'0'0'80'0,"0"0"-76"16,0 0 13-16,0 0 6 16,0 0-2-16,0 0-16 15,0 0-7-15,0 0 3 16,-19 0-1-16,7 10-1 15,-2 2 3-15,3 1 0 16,0 0 0-16,2 0-1 0,6 1-1 16,1-1 1-16,2-3 1 15,0-3-4-15,4-1-1 16,8-3 2-16,3-3 0 16,2 0-3-16,5-3-9 15,-4-10-21-15,4-1-38 0,-3-4-56 16</inkml:trace>
  <inkml:trace contextRef="#ctx0" brushRef="#br0" timeOffset="-13903.08">6730 15557 221 0,'0'0'5'0,"0"0"-4"15,0 0-1-15,0 0 0 16,-24 50 1-16,22-29-1 16,1 3 1-16,1 3 1 15,0 3 1-15,3 3-2 16,5-2-11-16,1-4-43 16,1-4-45-16</inkml:trace>
  <inkml:trace contextRef="#ctx0" brushRef="#br0" timeOffset="-13528.53">6937 15800 99 0,'0'0'2'16,"0"0"7"-16,0 0-7 15,0 0 5-15,0 0-1 16,0 0 14-16,-46-27 0 0,32 27 5 15,1 0-9-15,0 4-9 16,1 5-5-16,0 1-1 16,5 1 0-16,-3 1-1 15,6-1 0-15,2-1-1 16,2-1 0-16,0-3-5 0,8-3 5 16,4-3 1-16,3 0 2 15,2 0 1-15,0-2-1 16,3-5-2-16,-2-1 1 15,0 3 0-15,-4-1 0 16,-3 2 4-16,1 3 1 16,0 1-4-16,-3 0-2 15,0 0 0-15,0 1 0 0,-2 3-4 16,-3-3-8-16,0-1-49 16,1 0-32-16</inkml:trace>
  <inkml:trace contextRef="#ctx0" brushRef="#br0" timeOffset="-13286.44">7104 15526 73 0,'0'0'66'0,"0"0"-43"16,0 0-20-16,0 0 2 15,0 0-4-15,0 0 2 16,-1 55-1-16,1-32 2 0,0 0-1 16,2 1-1-16,5-1-1 15,0-1-1-15,-1-3-21 16,-3-4-22-16,-1-5-44 16</inkml:trace>
  <inkml:trace contextRef="#ctx0" brushRef="#br0" timeOffset="-12987.18">7000 15712 222 0,'0'0'0'16,"0"0"1"-16,0 0 2 15,0 0 2-15,0 0 6 16,47-19-4-16,-24 12 2 15,1 4-2-15,3 1-5 16,-2 0 0-16,3 2-2 0,-3 0 0 16,-4 0 1-16,-4 4-1 15,-1 4 0-15,-7 1-2 16,-2 0 2-16,-1 4 0 16,1-2 1-16,-4 3 0 0,1 0 1 15,-2 2-4-15,2-2-30 16,-3-4-34-16,3-4-16 15</inkml:trace>
  <inkml:trace contextRef="#ctx0" brushRef="#br0" timeOffset="-12850.94">7318 15645 308 0,'0'0'2'16,"0"0"-1"-16,0 0-4 0,0 0-48 15,0 0-99-15</inkml:trace>
  <inkml:trace contextRef="#ctx0" brushRef="#br0" timeOffset="-12040.25">7353 15754 231 0,'0'0'4'0,"0"0"-1"15,0 0-2-15,0 0-1 16,0 0 0-16,0 0 0 16,0 0-2-16,0 0 1 15,11-24 1-15,-1 22 0 0,-1 0 2 16,1 2 0-16,4 0-1 15,0 5-1-15,1 4 0 16,-2 3-1-16,-1 1-2 16,-1-1-6-16,-2 1-1 15,-5-2 2-15,-2-1-1 16,-1-2 6-16,-1-2 0 16,0-1-3-16,0-1 5 0,-1-2-1 15,-3-2 3-15,2 0 0 16,0-2-1-16,-2-6-23 15,4-3-8-15,0 0 21 16,0-6 8-16,4 3 3 16,4 0 2-16,2 1 12 0,-3 0 11 15,3 6-1-15,-1 0-2 16,1 4-7-16,-1 3-5 16,1 0-8-16,2 0 0 15,-4 7-2-15,4 3 0 0,1 0-1 16,0 1 1-16,-1-4 0 15,3 1 0-15,-1-4 0 16,2-1-1-16,4-3 1 16,-3 0-1-16,1-2 0 15,0-6-2-15,0 1 1 16,-5-2 2-16,-3-1 0 16,-2 1 10-16,-6 1 10 15,-2 0 0-15,0 2-9 0,0 2-12 16,-8 1 0-16,-4 3-7 15,-1 0-7-15,-2 0 5 16,-1 9 6-16,3 2 3 0,-1 0-1 16,7 3 1-16,1 0 0 15,2 1 0-15,4-1 0 16,0 2 3-16,0-2-2 16,10 0 0-16,-1 1-1 15,-1-1 1-15,2-2-1 0,-1 1 0 16,-3-2 2-16,-4-1-2 15,-2-1 0-15,0-1-2 16,-2 0 1-16,-12 1 1 16,-5 2 0-16,-6-2 1 0,-1 1-1 15,-1-3-33-15,0-5-25 16,5-2-142-16</inkml:trace>
  <inkml:trace contextRef="#ctx0" brushRef="#br0" timeOffset="-11043.4">8140 15566 193 0,'0'0'2'0,"0"0"-2"0,0 0-2 0,0 0 4 0,0 0-2 16,-36 44 1-16,30-27 1 15,1 1 1-15,5 2 1 16,0-1 0-16,0-1-1 15,9-4 0-15,3-2 0 0,3-3 3 16,3-3 1-16,2-4 3 16,2-2 5-16,3 0-1 15,0-7-4-15,2-3-5 16,-5-3-4-16,2-2 2 0,-3-1-3 16,-6 1 1-1,-3-2 0-15,-6-1 0 0,-3 2 1 16,-3 2 7-16,0-2-2 15,0 3-1-15,-3 1-4 16,-3 3-2-16,0 2-2 16,2 4 2-16,0 2 1 15,1 1-6-15,0 0 2 0,2 4 2 16,1 8 1-16,0 3 1 16,0 2-1-16,0 6 1 15,5 1-1-15,3 0 0 16,2-2 0-16,-1 0 1 0,1-5-2 15,4-1 1 1,-3-5-1-16,0-2 0 0,5-5 1 16,-3-2-1-16,1-2 1 15,-1 0-1-15,1-8 3 0,-1-3-2 16,1-3-1 0,-3-2 3-16,-2 2-1 0,2 1-1 15,-4 1 0-15,-1 4 1 16,-3 1 3-16,0 6 2 15,0 1-4-15,-1 0-2 16,0 0-2-16,3 5 1 16,2 5 1-16,-3 0 2 0,3 3-1 15,0-3-1-15,2-3 1 16,2 0-1-16,-1-2 2 16,5-4 2-16,2-1 1 15,4 0 6-15,1-4-5 16,-2-5-3-16,4-1 1 0,-1-1-2 15,-5 0-2-15,-3 1 0 16,-4 1 0-16,-3-1-1 16,-4 4 1-16,-4 1-1 15,0-1-1-15,0 5-3 16,-6 0 2-16,-2 1-2 0,1 0 6 16,-1 4 0-16,1 5-2 15,2 1 0-15,3 0 1 16,2 0-2-16,0 0 1 15,5 1 1-15,6-5 0 16,2 1 0-16,3-1 1 0,4-3 1 16,2-2-2-16,-1-1 1 15,3 0-13-15,-2 0-41 16,-3-7-60-16</inkml:trace>
  <inkml:trace contextRef="#ctx0" brushRef="#br0" timeOffset="-10885.81">8777 15557 261 0,'0'0'3'0,"0"0"-3"0,0 0-3 0,0 0-39 0,0 0-49 15,0 0 24-15</inkml:trace>
  <inkml:trace contextRef="#ctx0" brushRef="#br0" timeOffset="-10267.57">9481 15502 277 0,'0'0'12'0,"0"0"2"15,0 0-13-15,0 0-2 16,0 0 1-16,0 0 0 15,-27 52 1-15,25-36-1 0,2 1 1 16,0 1-1-16,0-3-1 16,5-1 0-16,6-3 0 15,-2-1-2-15,4-4 1 16,1-3 0-16,-1-2 2 0,1-1-1 16,1 0 4-16,-1-1-5 15,-1-8-1-15,-2 2 6 16,-1-3-1-16,-2 1 3 15,-3 0-3-15,-1 2-1 16,-2 2 0-16,-2 2-1 16,0 2 1-16,0 1 1 0,0 0-2 15,2 0-11-15,2 6 10 16,0 2 1-16,4-1 0 16,1 0 0-16,5 1-2 15,-1-4 2-15,5-1 0 16,0-3 2-16,2 0 4 15,-1 0 9-15,0-6-3 0,1-3-1 16,-7 2-1-16,1-2 4 16,-5 1 3-16,-3 0-5 15,-3-2 0-15,-3 1-5 16,0 0-7-16,0-2-5 0,-7-1-33 16,-2 0-16-16,-2 2-47 15</inkml:trace>
  <inkml:trace contextRef="#ctx0" brushRef="#br0" timeOffset="-9670.53">10042 15526 195 0,'0'0'6'0,"0"0"17"0,0 0-6 16,0 0-10-16,0 0-6 15,0 0-3-15,0 0-1 0,0 0-1 16,0 0 6-16,0 0 3 16,-15-33-2-16,-1 33-1 15,-3 0 1-15,2 0-1 16,-3 9-1-16,1 2-1 15,4 3 0-15,0 0 1 16,4 2-1-16,6 2 0 0,3-3 3 16,2 0-7-16,2-4 8 15,10 0-4-15,3-4 2 16,3-3 0-16,0-1 1 16,2-3 7-16,1 0 6 15,0 0-3-15,0-5-3 16,1-2-6-16,-5-2-1 0,2 0 2 15,-2-1-4-15,-3-1-1 16,-3-1 0-16,-4 2 0 16,0-1-1-16,-5 1-9 15,0 2-2-15,-2 1 1 0,0 2 3 16,-2 2 3-16,-7 3 0 16,4 0 5-16,-1 0 0 15,3 3 1-15,1 6 0 16,2-1 2-16,0 2 1 15,0 0-1-15,5 1 1 16,5-2-2-16,0-2 2 16,3 0-4-16,1-1 2 0,1-5-3 15,3-1-2-15,-1 0-34 16,2-1-55-16</inkml:trace>
  <inkml:trace contextRef="#ctx0" brushRef="#br0" timeOffset="-9540.03">10293 15439 184 0,'0'0'54'15,"0"0"-8"-15,-30-40-28 0,20 35-16 0,3 5-9 0,-2 0-25 0,0 1-34 16,4 6-47-16</inkml:trace>
  <inkml:trace contextRef="#ctx0" brushRef="#br0" timeOffset="-8616.36">10459 15476 254 0,'0'0'0'16,"0"0"2"-16,0 0-1 0,0 0-3 15,0 0-8-15,0 0 6 16,0 0 3-16,0 0 8 15,-32-21 4-15,16 21-2 16,0 1-4-16,0 5-1 16,2 1-2-16,2 0-1 0,5 0 0 15,3-1 0-15,4 2 0 16,0-1-2-16,2 1 0 16,5-1 3-16,5 0-1 15,1 1 1-15,4 2-1 16,-1 2 1-16,2 0 0 15,-3 1-2-15,-1 1 1 0,-3 2-1 16,-6 1 0-16,-1-1 0 16,-4 1-2-16,0-3-2 15,-2-3 8-15,-7-1-8 16,-2-2 3-16,-3-3 3 16,-1-2-2-16,-2-2-1 15,3-1-5-15,1 0-7 0,7-4 0 16,2-7 3-16,4-4-9 15,2-3 12-15,11-3 8 16,5-3 8-16,5-2 0 16,1-2-6-16,5-4-1 0,0 2 0 15,0-4 0-15,-2 2-2 16,-2 2 2-16,-7 0-1 16,-3 3 1-16,-4 6 10 15,-4 0 0-15,-2 5 6 16,-5 2 5-16,0 4-15 0,0 1-1 15,0 3-7-15,-2 2 1 16,-2 4-1-16,-2 0 0 16,2 0-1-16,-3 10 2 15,1 6 0-15,2 5 0 16,1 3 0-16,3 3 0 0,0 2-1 16,0-2 1-16,0-2 0 15,1 0-1-15,2-6 1 16,2-3-1-16,-3-3 0 15,1-3 0-15,0-3 0 16,0-3 0-16,-1-1 0 0,-2-2 0 16,0-1-1-16,0 0 1 15,2 0 0-15,0-1 1 16,1-5-8-16,2-1-5 16,1-1-2-16,-1 0 11 15,3 3 0-15,0 1 5 0,0 3 0 16,1 1 0-16,0 0 0 15,2 0 0-15,1 8-1 16,2-1 0-16,0 1-1 16,0-2 1-16,-3 1-1 15,0-3 0-15,1 0 0 16,-5-3 1-16,1-1-1 0,-1 0-1 16,2 0-12-16,-2-8-30 15,3-3-28-15,0-2-15 16,-3-4-13-16</inkml:trace>
  <inkml:trace contextRef="#ctx0" brushRef="#br0" timeOffset="-8231.72">10882 15345 52 0,'0'0'56'0,"0"-59"8"0,0 35-20 16,0 7-22-16,0 5 2 0,0 5-9 0,0 4-4 0,0 3-8 0,0 0-3 0,0 7-2 15,0 9 2-15,0 4 0 16,0 8 2-16,0 5-2 15,5 2 1-15,2-2-1 16,-2 1 1-16,3-4-2 16,-3-5 1-16,0-5-3 15,1-8 0-15,-4-2 1 0,0-5 2 16,-1-3-1-16,1-2 1 16,0 0 2-16,0 0 5 15,2-1-6-15,1-5 0 16,4-1 0-16,-3 0 1 15,3 1-4-15,3 0 1 16,-1 2 2-16,-2 3 1 0,3 1-2 16,0 0 0-16,-3 0 2 15,3 7 2-15,-2 0-2 16,-1 0 0-16,-1 1-1 16,-4 1-1-16,-1-3 0 0,-3-1-3 15,0 0-7-15,0 0-13 16,-5-5-24-16,-7 0-31 15,2 0-31-15</inkml:trace>
  <inkml:trace contextRef="#ctx0" brushRef="#br0" timeOffset="-7842.85">10972 15333 85 0,'0'0'2'0,"0"0"0"0,0 0 8 0,0 0 4 16,0 0-5-16,0 0 10 15,37-9 14-15,-25 6-5 16,1 2-1-16,4-1 0 15,3-3-9-15,2-1-4 16,4 0 3-16,2-1-1 16,3 0-6-16,0 1-3 15,2-2 2-15,-3 1 0 0,5 3 1 16,-4-1-1-16,-1 2-2 16,-2-1 2-16,-3 3-4 15,-2-1-4-15,-4 2 0 0,-3 0-2 16,-2 3-9-16,-3 4-32 15,-8-4-29-15,-3-3-114 16</inkml:trace>
  <inkml:trace contextRef="#ctx0" brushRef="#br0" timeOffset="-3414.99">8118 14556 14 0,'0'0'47'0,"0"0"-38"0,0 0-12 0,0 0 5 15,0 0-2-15,0 0 6 16,0 0 1-16,0 0-1 15,0 0-2-15,0 0 1 0,0 0 1 16,0 0-1-16,0 0-2 16,18 14-1-16,-14-14 0 15,3 0-1-15,0 0 2 16,0 0 2-16,6-4-1 16,0-6 2-16,2-3 0 0,0-5 8 15,5-2-2 1,-1-6 1-16,4-1-1 0,0 0 1 15,3-1 5-15,1-1-6 16,2 2-10-16,-1 0 0 16,4 3 0-16,-3 7 0 15,-4 2 0-15,-5 5-17 0,-11 7-110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57:40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12756 14925 74 0,'1'-6'11'0,"-1"2"6"0,0 0 0 0,-2 4-7 16,-4-2-4-16,-1 2-1 16,-2 0-1-16,0 0 0 15,-2 3-2-15,0 5-2 16,-1 1 1-16,1 3-1 15,0 2 0-15,0 2 0 16,0 2-1-16,0 3 1 0,4 2 0 16,1 1 1-16,1 2 0 15,5-1-1-15,0 1 1 16,0-1-1-16,6 2 1 16,5-4 0-16,5 1-1 15,2-1 2-15,1-3 0 0,3-3-1 16,1-6 0-16,1-2 1 15,0-6 2-15,1-3 11 16,0 0 12-16,0-12-10 16,0-2-4-16,2-3-7 15,-2-1 1-15,-3-1-1 16,-2-4 0-16,-2 1-4 0,-4-1 1 16,-2-3 2-16,-4-1-3 15,-4-2 0-15,-4 0-1 16,0-1-1-16,-6 0 1 0,-8 2 3 15,-5 5 2-15,-2 2-5 16,-1 5 0-16,-4 5-3 16,1 5-2-16,0 6 0 15,2 0-6-15,2 10-8 16,2 7-14-16,-1 6-32 16,4 1-23-16</inkml:trace>
  <inkml:trace contextRef="#ctx0" brushRef="#br0" timeOffset="712.28">12816 15459 39 0,'0'0'-3'0,"0"0"3"0,0 0 2 16,0 0 4-16,0 0 19 15,0 0-17-15,0 0-2 16,0 0-1-16,0 0 6 0,0 0 1 16,-16 56 2-16,16-31-1 15,0 7-4-15,0 4-3 16,0 11 1-16,0 7 1 16,2 7 3-16,1 8-4 15,-1 6-4-15,-2 4-1 16,0-2 2-16,0-3-1 0,0-5-2 15,-7-5 1-15,3-7 2 16,-3-7 1-16,2-5-1 16,3-5 1-16,-2-4-1 15,0-5-2-15,0-4 1 16,1-3 0-16,1-4 1 0,-4-3-1 16,4-3-2-16,0-1 0 15,0-5-1-15,0-2 0 16,2-2 0-16,0-4 0 15,-3 0 3-15,2 0 3 16,0 0 4-16,-2-4-3 0,0-2-9 16,1-1 5-16,-4 3 4 15,0 2 2-15,-2 2 1 16,-1 0-4-16,-5 10-6 16,-4 7-2-16,-2 7 2 15,-5 4-3-15,-1 6 4 0,-1 1-2 16,0 2 1-16,1 4-3 15,3-2-7-15,0 0-2 16,4-3-3-16,5-5-34 16,1-5 26-16,5-7-42 15</inkml:trace>
  <inkml:trace contextRef="#ctx0" brushRef="#br0" timeOffset="1078.55">12745 16690 97 0,'0'0'5'0,"0"0"23"0,0 0-9 0,0 0-2 0,11-36-3 16,-9 30-4-16,5 1-5 15,-3 3-4-15,0 1 1 16,3 1-2-16,0 0 3 16,4 0-1-16,2 11 1 0,2 1 1 15,4 6 0-15,2 3-1 16,3 3-2-16,-2 2 3 16,0 1-2-16,1 2 0 15,-2 1-6-15,0 0 13 16,-3 1-8-16,-4 1 1 15,2-3-4-15,-3-2-6 0,-2-6-11 16,-6-5-39-16,-1-7-26 16</inkml:trace>
  <inkml:trace contextRef="#ctx0" brushRef="#br0" timeOffset="3510.68">14864 15080 127 0,'0'-6'2'0,"0"2"1"0,-3 0-5 0,-8 4 1 0,0 0-11 0,-2 0 15 15,-3 0-2-15,-1 0 4 16,2 0 7-16,-5 0-4 16,1 0-6-16,0 0-1 15,-4 5-1-15,0 1-2 16,-2 1 0-16,-2 0 1 0,-6 2 2 15,-1-1-1-15,-5 2 0 16,-2 3 0-16,-2 0 1 16,0 4-1-16,1 1 1 15,4 2-1-15,1 3 0 16,4 1 0-16,2 3 0 16,-1 1 0-16,5 2 0 15,-1 3 0-15,2 1 0 0,7 0 0 16,4-1 0-16,3-3 1 15,10-1-2-15,2-3 1 16,2-4-1-16,14-3 0 16,7-2-3-16,5-2 3 0,2-4-3 15,10-1 4-15,0-3 1 16,7-3 0-16,4 2-2 16,4-2 3-16,4 0-1 15,4 1-1-15,-1-1 1 16,4-1-1-16,1-2-2 0,2-1 7 15,-2 0 2-15,0-3 0 16,-2-4-2-16,0-4 7 16,-1-1-7-16,-4-3 1 15,1-1-2-15,-3-1-1 16,-4-2 2-16,0-2 0 16,-10 0 4-16,-4 0-2 0,-6-3 3 15,-6 1 5-15,-5-1-1 16,-9-2 2-16,-5-2 2 15,-7-1-2-15,-2-2-4 16,-9-2-5-16,-11-2-4 0,-5 5-2 16,-8-1-1-16,-3 4-1 15,-4 4-4-15,-5 9 0 16,-5 9-22-16,-4 5-5 16,-3 8-33-16,-6 16-30 15</inkml:trace>
  <inkml:trace contextRef="#ctx0" brushRef="#br0" timeOffset="3935.86">14589 15847 146 0,'0'0'3'0,"0"0"2"0,0 0 4 0,0 0-4 16,0 0 3-16,0 0 6 0,38 37-4 16,-30-12-1-16,-2 8-2 15,2 6-2-15,-2 4-1 16,-1 7-3-16,-1 1 0 16,-4 3-1-16,0-4 1 0,0-3-1 15,0-5-1-15,0-6 2 16,0-6-1-16,-4-5 1 15,0-5-1-15,2-2 2 16,-3-2 3-16,-5 0 12 16,-2-1-3-16,-2 2-2 0,-10-1 1 15,-3 1 1-15,-4 0-5 16,-6-1 0-16,-3 1-3 16,-2-2-1-16,0 0-4 15,1-1 0-15,1-1-2 16,4-2-11-16,1-1-18 0,4-2-13 15,4-2-25-15,8-6-44 16</inkml:trace>
  <inkml:trace contextRef="#ctx0" brushRef="#br0" timeOffset="4301.35">15078 15825 205 0,'0'0'-21'0,"0"0"33"0,0 0-9 0,0 0-4 0,0 0 8 16,-27 40-6-16,15-4 1 15,0 7-2-15,3 7 1 0,3 6 3 16,5 1-1-16,1-3 0 16,5-5 1-16,11-5 1 15,5-8-5-15,7-8 1 16,4-8 1-16,6-3 1 0,5-7 0 16,6-3 1-16,2-7 0 15,2 0-1-15,3 0-2 16,-1-7-8-16,-5 0-26 15,-6 0-43-15</inkml:trace>
  <inkml:trace contextRef="#ctx0" brushRef="#br0" timeOffset="4577.18">14823 16666 171 0,'0'0'5'16,"-15"47"35"-16,13-20-11 16,2-1-15-16,3-1-8 15,10-3-4-15,8-4-2 16,2-4-2-16,6-7 2 15,4-7-1-15,5 0-1 16,2-15 2-16,3-11-5 0,-9-8-49 16</inkml:trace>
  <inkml:trace contextRef="#ctx0" brushRef="#br0" timeOffset="5217.6">11259 16212 82 0,'0'0'2'0,"0"0"1"0,-5 38 0 0,5-24 4 16,0-1-3-16,0-3 2 16,4-4-2-16,3-2 9 15,0-4 12-15,1 0-12 16,4-1-10-16,-3-9 4 0,5-6-2 16,-3-4 2-16,1-4 2 15,-2-3-3-15,-3 1 0 16,-1 1-2-16,-4 5-1 15,-2 6-2-15,0 7 0 16,-2 7-1-16,-7 1-5 0,0 16-36 16,0 3-16-16,0 3-4 15</inkml:trace>
  <inkml:trace contextRef="#ctx0" brushRef="#br0" timeOffset="5574.48">11305 16440 107 0,'0'0'31'0,"6"47"-25"16,-2-15 4-16,4 5-2 15,-1 5-3-15,1 3-4 16,-2 0-1-16,2 0 2 0,-6-5-2 16,-1-5-2-16,-1-5 4 15,0-6-1-15,-2-7 0 16,-3-5-2-16,-5-7-5 15,0-5-23-15,1 0-6 16,-3-10 15-16,1-6 10 16,0 0 15-16,-2 2 3 0,2 4-3 15,1 5 18-15,-1 5 7 16,-2 13-23-16,-1 11-7 16,-3 10 2-16,-3 8-1 15,-1 2 0-15,-1 1 0 0,-2 0-1 16,1-2 0-16,0-3 0 15,0-3-1-15,4-5-5 16,1-9-31-16,3-9-38 16</inkml:trace>
  <inkml:trace contextRef="#ctx0" brushRef="#br0" timeOffset="5772.95">11159 16999 151 0,'0'0'2'0,"0"0"-1"0,44-12 3 16,-24 12-2-16,-3 0 0 16,2 5-1-16,0 5 1 15,1 5 1-15,1 1-1 16,-1-1 0-16,2 2-2 16,1 1-1-16,-2-3-5 0,-2-1-26 15,-2-4-25-15</inkml:trace>
  <inkml:trace contextRef="#ctx0" brushRef="#br0" timeOffset="5901.4">11507 17091 153 0,'0'0'17'0,"0"0"41"0,0 0-45 15,0 0-13-15,11 61 0 16,-3-18 7-16,3 9 0 16,5 9-5-16,2 1-2 15,-3 1-3-15,-3-9-56 16</inkml:trace>
  <inkml:trace contextRef="#ctx0" brushRef="#br0" timeOffset="7715.39">4234 16296 90 0,'0'0'-1'0,"0"0"2"0,15 38 0 0,-9-18 0 0,6 1 1 16,-1-1-1-16,-2-3-1 15,1-4 0-15,-2-4-1 0,1-5-5 16,-5-4-1-16,-2 0 7 16,0-5 6-16,-2-5-4 15,0-4-2-15,0 0-1 16,-2 0 0-16,-4 1 1 0,1 2 2 15,1 5 13-15,2 2 7 16,0 4-7-16,2 0-14 16,0 8-2-16,0 7 6 15,0 5-2-15,0 4-2 16,0-2-1-16,0 2 0 16,-5-4-1-16,-4-3 1 15,-4-4 0-15,2-5-1 0,-5-3-7 16,1-5-16-16,-3 0-4 15,1-3-2-15,2-5 23 16,1-2 13-16,1 2 14 16,4 0 0-16,5 2 4 0,2 6-8 15,2 0 2-15,0 0-23 16,5 2 6-16,7 6-1 16,2-3-1-16,2 0 1 15,2-1 1-15,-3-4 0 16,-1 0 1-16,-3 0 1 0,-3-5-1 15,-5-4-1-15,-1-1 0 16,-2-1 0-16,0-2-1 16,-1 0 1-16,-5 3-1 15,0 3 2-15,1 3-1 16,-1 4 9-16,4 0 12 0,-1 1-22 16,3 9-2-16,0 6 4 15,0 4-2-15,7 1 0 16,-1 1 0-16,3-1 0 15,-4-3 0-15,4-4-6 16,-5-5-15-16,1-7-4 0,-3-2-7 16,0-2 7-16,-2-11-52 15</inkml:trace>
  <inkml:trace contextRef="#ctx0" brushRef="#br0" timeOffset="8143.07">4249 16452 106 0,'0'0'27'0,"0"0"20"0,0 0-12 0,0 0-27 0,0 0-5 15,0 0-4-15,0 0 1 16,-23 47 0-16,31-28-1 16,-2-3 0-16,3-6-7 15,-1-3-3-15,2-7-9 0,-3 0-3 16,-1-1-3-16,-4-11 2 16,-1 0-2-16,-1-2 13 15,-1-2 14-15,-7 0 11 16,-1 6 14-16,-2 2 1 15,2 2 9-15,2 2-10 0,-2 4-14 16,4 4-7-16,3 7-5 16,2 2 1-16,0 0 0 15,0 0-2-15,4-2 1 16,4-4-2-16,-1-4 1 16,1-3-2-16,-3 0 1 0,4-7 3 15,-5-6 0-15,-2-1 3 16,-2-2-2-16,0-1 1 15,0 3-2-15,-4 4 1 16,-3 2 0-16,0 3 0 16,1 5-2-16,-1 0 3 15,3 6-6-15,2 6 3 16,2 3-1-16,0 2-10 0,0 0-18 16,8-2-19-16,1-6 10 15,2-4-16-15</inkml:trace>
  <inkml:trace contextRef="#ctx0" brushRef="#br0" timeOffset="8442.18">4285 16477 70 0,'0'0'11'0,"0"0"16"0,-11-49-3 16,2 36 1-16,-2 3-2 15,0 4-5-15,0 6-12 16,1 0-1-16,1 13-2 16,1 4-4-16,2 3 2 0,2 3 2 15,4-2-3-15,0-3 0 16,0-5 1-16,6-4-4 15,2-8 0-15,-1-1-2 16,1-3 2-16,-3-9 7 16,0-3 2-16,-3-3-1 0,-2 0 2 15,0-1 3-15,-2 1 0 16,-8 3-2-16,0 1-4 16,3 5-1-16,-3 2 2 15,2 3-4-15,5 4-2 16,1 0 1-16,2 11-3 0,0 5-13 15,3 3-4-15,7-2-21 16,2-2-37-16</inkml:trace>
  <inkml:trace contextRef="#ctx0" brushRef="#br0" timeOffset="8933.21">3592 17548 103 0,'0'0'32'0,"0"0"-37"0,11 51 7 0,-5-22-1 16,4 5 0-16,-3 0-1 15,1-1 0-15,-1-3 0 0,0-4 0 16,-4-3-1-16,-2-5 0 15,-1-6-3-15,0-2-22 16</inkml:trace>
  <inkml:trace contextRef="#ctx0" brushRef="#br0" timeOffset="9147.11">3440 17680 216 0,'0'0'3'16,"0"0"12"-16,0 0-11 16,0 0-7-16,0 0-1 15,11-51 7-15,5 30-5 16,2-5 6-16,6 2-4 16,-1 3-4-16,2-2-16 0,-2 1-33 15,0 0-52-15</inkml:trace>
  <inkml:trace contextRef="#ctx0" brushRef="#br0" timeOffset="10507.16">3818 17430 120 0,'0'0'5'0,"0"0"-1"0,0 0 1 15,-40 6-4-15,30-2 0 16,1 5-1-16,3 4 1 16,2 0-1-16,4 5 0 15,0 2 0-15,0 2 0 16,8 1 1-16,1-4 0 0,5-1 0 16,1-4-1-16,-1-5-1 15,-1-3 3-15,1-4-1 16,-1-2 1-16,1 0-2 15,-5-4 2-15,-1-6-1 16,-3-1 0-16,-1-5 2 0,-2-1 0 16,1 0 1-16,-3-3 0 15,0 3 2-15,0 0-1 16,0 3-1-16,0 3 1 16,2 2-1-16,1 5-2 15,3 3-1-15,1 1-1 16,6 0 0-16,0 0 0 0,1 2 1 15,4 5-1-15,0 0 0 16,-3-1 1-16,-1-2-1 16,1-1 0-16,-4 0 1 15,1-3-1-15,-3 0 0 16,1-3 0-16,-2-7 0 0,-2 0 1 16,-1-4-1-16,-1-1 0 15,-2 0 2-15,0 1-2 16,-2 3 0-16,0 1 0 15,2 3 1-15,-1 4-1 16,6 2 0-16,-1 1 0 0,3 0-1 16,2 0 1-16,3 4-2 15,-1-3 2-15,3-1 0 16,-1 0 0-16,-1-7 0 16,-1-4 0-16,-1-8 2 15,-1-1-2-15,-5-1 0 0,-2-2 0 16,-2 1 0-16,-2 3 0 15,0 1 1-15,-1 4 1 16,-6 4-2-16,-1 4 2 16,3 4 1-16,-4 2 4 15,4 0 2-15,3 14-11 0,2 6 3 16,0 8-1-16,2 5 1 16,8 2-1-16,3 3 0 15,-2-1-1-15,7 0 1 16,-3-2-2-16,-1-1 1 15,-1-2 1-15,-5-1 0 0,-2-3-1 16,-4-2 2-16,-2-4-2 16,0-4-2-16,-2-4 0 15,-6-6 0-15,2-5-1 16,-3-3-2-16,-1-2-9 16,2-10 7-16,1-4-2 0,5-4 3 15,0-1 4-15,2-3 2 16,0 3 0-16,6 1 1 15,6 0-1-15,-1 1 0 16,4-2 1-16,1 4-1 16,3-3 2-16,-2 2-3 15,1-3 3-15,-4-2-2 0,1 0 2 16,-3-4 0-16,0 1 0 16,-4-1 0-16,-2 0 0 15,-4 3 1-15,-2 0 4 16,0 4 0-16,-2 3-1 0,-8 3-3 15,0 4 0-15,1 5 1 16,1 3 3-16,0 2 7 16,2 3-11-16,4 10-2 15,2 5 0-15,0 3 0 16,4 2 0-16,7 0 0 0,1 0 0 16,4-4 0-1,-2-4-2-15,-1-3-2 0,1-6 2 16,-3-2 0-16,1-4 0 15,-3 0 0-15,-1-5 1 16,-1-10 0-16,0-2 2 16,-2-7-1-16,-3-3 2 0,-2-3-3 15,0-2 2-15,-2-2-1 16,-5 1 0-16,0 0 1 16,-2 4-1-16,1 4 1 15,3 6 8-15,1 6 10 0,1 4 0 16,3 7-9-16,0 2-10 15,0 8-5-15,9 8 3 16,0 3 2-16,7 4 2 16,-3 3 0-16,5-1-1 15,-3-1-1-15,4 2 0 16,-2-1-11-16,-3-2-15 16,-3-4-18-16,-5-2-45 0</inkml:trace>
  <inkml:trace contextRef="#ctx0" brushRef="#br0" timeOffset="10662.19">4582 17152 209 0,'11'-23'-3'0,"9"-8"3"0,14-9-1 0,8-9 4 0,10-6-2 15,6-4-5-15,2-5-43 16,1 6-105-16</inkml:trace>
  <inkml:trace contextRef="#ctx0" brushRef="#br0" timeOffset="11103.5">4368 18065 174 0,'0'0'22'0,"42"-61"-15"16,-17 23 8-16,8-5-2 15,2-1-7-15,6-3-4 16,-3 5-1-16,2-1-1 0,1 2 0 15,-6 1 1-15,1 6-1 16,-5 6 1-16,-3 3-2 16,-4 10 1-16,-8 6-5 15,-6 9-26-15,-8 0-49 16</inkml:trace>
  <inkml:trace contextRef="#ctx0" brushRef="#br0" timeOffset="11318.86">4519 18162 168 0,'0'0'-27'0,"49"-39"27"16,-8-4 9-16,8-10 4 15,7-14-5-15,8-5 0 16,6-10-1-16,10-7-4 0,6-6-1 15,8-7-2-15,8-2-4 16,1-4-152-16</inkml:trace>
  <inkml:trace contextRef="#ctx0" brushRef="#br0" timeOffset="16521.47">12582 17524 4 0,'-14'27'2'0,"-1"1"-1"0,-1 4-1 0,-2-5 0 0,-2 5 1 16,-1-3 7-16,1-2 24 15,0 0-11-15,-4-6-2 16,4 3-3-16,-2-5-1 0,1 0-4 16,-1-3 0-16,0-2-3 15,1-1-2-15,-4 1-1 16,-2-1-2-16,1 0 2 15,-2-1 2-15,0-1 5 16,0-1 4-16,0-2-2 16,-1-1-2-16,0-1 1 15,2-3 1-15,0-3-1 0,0 0-2 16,2 0-2-16,1-7-4 16,2-3-2-16,-1-2-1 15,4 1 0-15,-3-3 2 16,3 1-2-16,2 0-1 15,-1 0 0-15,0 0 0 0,2 2-1 16,-2-1 0-16,0 0 1 16,2 1-1-16,1 1 0 15,-1 0 1-15,3 1-2 16,-2 0 2-16,3 1-1 16,1 0 0-16,-3 3 0 0,3-1 0 15,1 1 0-15,-2 0-1 16,5 0 1-16,-2 3 0 15,3-3 0-15,1 4 0 16,1-1 0-16,3 2-2 16,0-1-3-16,0 1 0 0,1 0 0 15,0 0-3-15,0 0-1 16,0 0-10-16,0 0-8 16,0 0-20-16,0 0 18 15,0-3-14-15</inkml:trace>
  <inkml:trace contextRef="#ctx0" brushRef="#br0" timeOffset="17024.48">11522 17655 46 0,'0'0'2'0,"0"0"9"0,0 0 0 0,0 0-5 0,0 0 1 15,0 0 0-15,0 0 2 16,0 0 0-16,0 0 5 16,0 0-1-16,0 0-6 0,-17 43-1 15,17-33-4-15,-1-1-1 16,-1 4 0 0,0 1-1-16,-1 2 1 0,-2-2-1 15,1 2 1-15,0-4-1 16,-2-1 1-16,1 0 3 15,-2-3 2-15,2 1 0 0,-1 1-4 16,1-2-2-16,1 0 0 16,-2 1 0-16,0 0 0 15,2-1 0-15,0-2-1 16,0 1 1-16,3 0-2 16,1-2-5-16,0-3-8 15,0 0-13-15,0-2-18 0</inkml:trace>
  <inkml:trace contextRef="#ctx0" brushRef="#br0" timeOffset="17662.98">11491 17678 22 0,'0'0'20'0,"0"0"-6"0,0 0-9 16,0 0 0-16,0 0 0 15,0 0-4-15,0 0 1 16,0 0 3-16,0 0 0 0,0 0 0 15,0 0 0-15,11 1 1 16,-7-1 3-16,3 0-2 16,2 0-2-16,1 0-3 15,0 0-1-15,-1-1 1 16,2-1-2-16,-2-1 0 0,0 2 1 16,-1-1 4-16,2-2 2 15,1 3-1-15,-2-2-4 16,1-1 0-16,2 1-1 15,-1-3-1-15,1 5 0 16,-4-5 1-16,1 5 0 0,-3-2-2 16,0 3 2-16,-2 0-1 15,-3 0 0-15,1 0 1 16,0 0 0-16,-1 0 0 16,2 0 1-16,-1 2-2 15,0 0 0-15,-2 2-5 0,0-4-25 16,0 0-68-16</inkml:trace>
  <inkml:trace contextRef="#ctx0" brushRef="#br0" timeOffset="17961.66">11538 17695 87 0,'0'0'-11'0,"0"0"13"0,0 0-3 16,0 0-22-16,-18 46-18 15</inkml:trace>
  <inkml:trace contextRef="#ctx0" brushRef="#br0" timeOffset="18040.98">11478 17835 0 0,'0'0'10'15,"0"0"-6"-15,-23 37-1 16,17-26-1-16,1-2-6 0</inkml:trace>
  <inkml:trace contextRef="#ctx0" brushRef="#br0" timeOffset="18566.64">11441 17906 47 0,'0'0'16'15,"0"0"6"-15,0 0-8 16,0 0-5-16,0 0 0 0,0 0 8 16,0 0 7-16,0 0-3 15,0 0-8-15,-3 0-3 16,3 0-7-16,1-7 1 15,6 1-3-15,0-2-1 16,3-4 0-16,4 1 1 0,-1-2-1 16,2 0-1-16,2-4 0 15,1 0 1-15,-3-1-1 16,3-1 2-16,-4 2-1 16,0 0 1-16,-2 2-3 15,0 3 0-15,-5 1-5 0,-1 4-5 16,-1 2 2-16,-3 2-5 15,-2 1-7-15,0 2 1 16,0 0-41-16</inkml:trace>
  <inkml:trace contextRef="#ctx0" brushRef="#br0" timeOffset="18829.33">11537 17811 70 0,'0'0'4'0,"0"0"13"0,28-38-1 0,-17 23-7 15,1-2 0-15,2 0-4 16,-1 1-2-16,0-2-3 16,-3-3-19-16</inkml:trace>
  <inkml:trace contextRef="#ctx0" brushRef="#br0" timeOffset="21213.1">12934 17308 1 0,'0'0'3'0,"0"0"7"0,0 0 12 0,0 0 3 0,0 0-3 15,0 0-1-15,0 0 2 16,0 0-12-16,0 0-5 16,0 0-4-16,0 0-1 15,0 0-1-15,0 0 1 0,0 0 0 16,0 0-1-16,0 0 0 16,0 0-1-16,0 0 0 15,0 0 1-15,0 0 0 16,0 0 0-16,0 0 0 15,0 2 0-15,0 0 0 16,0-1-1-16,1 1 2 0,1 0-1 16,-2-1 0-16,2 1 1 15,2 1-1-15,-2-1 0 16,2 2 0-16,1-1 0 16,0 0 0-16,0 0 0 15,1 0 0-15,-2 0-1 0,2 1 1 16,-2-1 1-16,0 0-1 15,0 1-1-15,1 0 1 16,-1 1 0-16,0 0 0 16,2-2 0-16,0 3 1 15,-2-2-1-15,3 1 0 0,-2-3 0 16,4 2 0-16,-2 3-1 16,1-1 2-16,1 1-1 15,-1 0 0-15,2 0 0 16,-1 3 1-16,0-4-1 15,2 3 0-15,0-1 1 0,1 2-1 16,1 0 0-16,1 0 0 16,1 1 0-16,-2 2 1 15,3-2-1-15,-1 1 0 16,1-1 1-16,-2 1-2 16,3-1 2-16,2 1 0 0,-4-3 0 15,4 4 3-15,2-2-3 16,-1-1 1-16,3-1-2 15,0 2 1-15,0-1-1 16,2 0 1-16,0-2-1 16,0-2 0-16,-3-1 2 0,3-1-4 15,1-4 2-15,1 0 2 16,2-2-2-16,0-5 2 16,5-4-2-16,-3 0 1 15,1-1 1-15,0 1-2 16,-2-3 0-16,-1 1 0 15,-2-3 0-15,0 1 0 0,0-3 0 16,-1-3-2-16,0 0 4 16,1 0 0-16,1-1-1 15,-2 0 2-15,1-1-1 16,0-1 3-16,0-2-1 0,-3 2 1 16,3 0 4-16,-4-2-4 15,-2 3-1-15,0-1-2 16,0 3-1-16,1-3 0 15,-5 3 1-15,1-1-1 16,0 1 0-16,0 4 0 16,-3 0 1-16,-1 1-1 15,-1 2 0-15,-1 3 0 0,-4 2 0 16,0-1 1-16,1 3-1 16,-5 0 0-16,0 3 1 15,1 1-2-15,-3 0 0 0,-2 2 1 16,0-1-1-16,0 1 0 15,0 1-1-15,0 0-8 16,0 0-15-16,0 0-11 16,0 3-12-16,-5-1-40 15</inkml:trace>
  <inkml:trace contextRef="#ctx0" brushRef="#br0" timeOffset="23183.45">14298 17036 3 0,'5'0'24'0,"1"0"-10"0,-1 0-4 0,3 0-3 15,-1 0-1-15,3 0 5 16,2-1 0-16,-1-1-6 16,1 0 0-16,1 0-4 15,1-1 1-15,1 0-2 16,-1 0 0-16,1 0 0 0,1-1 0 16,-3 1 0-16,-2-1 0 15,3 2 0-15,-7-1 1 16,1 2-1-16,-2 0 0 15,-2-1 0-15,-2 2 0 16,-2 0 0-16,0 0 2 16,0 0 4-16,0 4-2 0,0 3-2 15,-6 3 0-15,2 1-1 16,0 1 2-16,-2 1-2 16,3 3-1-16,-1 1 0 15,2 0 1-15,-1 3-1 16,2-2-1-16,-1-1 0 0,2 0-5 15,-1-2-6-15,-1-4-28 16</inkml:trace>
  <inkml:trace contextRef="#ctx0" brushRef="#br0" timeOffset="23597.5">14365 17033 53 0,'0'0'26'0,"0"0"-18"0,0 0-9 0,0 0 3 16,0 0 0-16,0 0 0 15,0 0 0-15,17 37 0 0,-8-26-1 16,1 1-1-16,1 0 0 16,0-1-1-16,1 2-7 15,-2-2-21-15</inkml:trace>
  <inkml:trace contextRef="#ctx0" brushRef="#br0" timeOffset="23909.93">14421 17020 89 0,'0'0'3'0,"0"0"-1"16,0 0 3-16,0 0 0 15,0 0 0-15,17 48-1 16,-12-35-3-16,2-1 0 16,2 0-1-16,-4-1 0 0,3 0-1 15,-4-2-3-15,-1-4-19 16,1-2-61-16</inkml:trace>
  <inkml:trace contextRef="#ctx0" brushRef="#br0" timeOffset="24138.28">14374 17070 138 0,'0'0'10'16,"0"0"-6"-16,0 0-7 16,0 0 5-16,0 0 0 15,0 0 0-15,0 0 0 16,22 39-2-16,-13-29 1 0,2-1-2 16,-1-2-10-16,-1-4-32 15</inkml:trace>
  <inkml:trace contextRef="#ctx0" brushRef="#br0" timeOffset="24394.26">14307 17105 148 0,'0'0'-2'16,"0"0"6"-16,0 0-6 16,0 0 3-16,0 0 0 15,0 0 1-15,0 0-1 0,42 24 3 16,-26-20-2-16,-2-1-2 16,2-3-1-16,-4 0-29 15,-1 0-95-15</inkml:trace>
  <inkml:trace contextRef="#ctx0" brushRef="#br0" timeOffset="24621.05">14374 17077 52 0,'0'0'84'0,"0"0"-75"15,0 0-10-15,0 0 3 16,0 0 1-16,0 0-1 16,0 0 1-16,38 25 0 0,-27-19-1 15,4-2-2-15,-1 0 0 16,0-2-6-16,-3-2-36 16</inkml:trace>
  <inkml:trace contextRef="#ctx0" brushRef="#br0" timeOffset="24864.18">14376 17070 122 0,'0'0'1'0,"0"0"0"15,0 0-1-15,0 0 1 0,0 0-1 16,27 41 0 0,-16-33 0-16,3 1 0 0,-1-2-2 15,-2-2-20-15,0-3-43 16</inkml:trace>
  <inkml:trace contextRef="#ctx0" brushRef="#br0" timeOffset="25098.05">14374 17115 133 0,'0'0'6'0,"0"0"-8"16,0 0 3-16,0 0 0 15,0 0 0-15,0 0-1 16,0 0 1-16,42 34-2 0,-30-25 1 16,-2-2-10-16,-1 0-18 15,1-3-17-15</inkml:trace>
  <inkml:trace contextRef="#ctx0" brushRef="#br0" timeOffset="25312.61">14383 17129 159 0,'0'0'1'0,"0"0"31"0,0 0-11 16,0 0-15-16,0 0-6 15,0 0-1-15,0 0 1 16,0 0 1-16,10 16-4 15,0-9-11-15,-3-3-25 0,1-1-27 16</inkml:trace>
  <inkml:trace contextRef="#ctx0" brushRef="#br0" timeOffset="25489.31">14441 17125 57 0,'0'0'79'15,"0"0"-62"-15,0 0 5 16,0 0-14-16,0 0-7 16,0 0 0-16,0 0-2 0,0 0 1 15,-7 8-1-15,10-6-17 16,1-2-32-16</inkml:trace>
  <inkml:trace contextRef="#ctx0" brushRef="#br0" timeOffset="32216.9">12621 17558 6 0,'0'0'35'0,"0"0"-22"0,0 0-4 0,0 0 3 16,0 0-3-16,0 0-2 15,-1 0 1-15,0 0 0 16,-1 0 1-16,2 0 0 16,-2 2-2-16,0-1-5 15,2 0-1-15,0 0 0 16,0 1-2-16,0-2 2 0,0 3-1 16,0-1 0-16,0-2 0 15,-2 3 0-15,2 1 0 16,0 0 0-16,-1 0 0 15,0-1 1-15,1 3-2 0,-2 1 2 16,2-3-1-16,-1 2 0 16,1-1 0-16,-1 1 0 15,0-2 0-15,0 2 0 16,-1-2 0-16,0 1 1 16,-1-1-1-16,1 2 0 15,-1-1-1-15,2 4 2 0,-3-2-1 16,0 1 0-16,1 0 0 15,0 2 0-15,-1-3 0 16,0-1 0-16,0 0 0 16,3 0 0-16,-3-2 0 15,-2-1 1-15,3 3-1 0,-2-1 0 16,-1-2 0-16,1 4 1 16,1 0 0-16,-4-1-1 15,3 0 0-15,-5 4 0 16,0 0 1-16,0-3 1 0,-1 1 5 15,0 1 5-15,-1 1 0 16,-1-2-7-16,0 2 0 16,0 0-4-16,1-1 0 15,1 2-1-15,-2-1 1 16,2 0-1-16,-1 0 0 0,0-1-1 16,-2 2 2-16,1 0-1 15,-1-2 0-15,-2-1 1 16,1 1-1-16,1-1 1 15,1-2 1-15,-1 1 1 16,3-2-3-16,-2 0 1 16,2-2-1-16,0 1 0 0,-1-1 2 15,-1-2-2-15,-5 2 4 16,3-1 4-16,-1 0-1 16,0-2 3-16,-2 0-3 15,0 2-2-15,0-1-1 16,1 1-3-16,-3-1 0 15,3 0 1-15,0 0-1 0,3 0 0 16,-1-1 0-16,1 0-1 16,1 0 2-16,2 0-1 15,-3 0 2-15,1 0 0 16,-1 0 0-16,2-2-1 0,0 0-2 16,-1 0 2-16,4-1-1 15,-3-1 1-15,1 1 1 16,2-1 3-16,3-2-3 15,-3 0 0-15,2 0 1 16,1-1-2-16,1 1 0 0,1-1-2 16,-3 1 1-16,4 0 0 15,-1 1 0-15,0 0-1 16,-1 1 2-16,1-2-2 16,0 1 0-16,-2 1 0 15,2-1 0-15,-2 0 1 16,1 0-1-16,-2 1 1 0,2 0-1 15,-1-3 0-15,-1 4 0 16,3-3 0-16,-4 3 0 16,2-3 0-16,-1 3 2 0,3 1-2 15,-2-1 0-15,2 2 1 16,1 1-2-16,1-2 2 16,-4 1-1-16,3 1 0 15,1-2 1-15,-1 1-2 16,1 1 1-16,0-1 0 15,-2 0 1-15,2-1-2 0,1 0 2 16,-1 2-2-16,0-1 1 16,0-2 0-16,0 3-1 15,-1-3 1-15,1 2 0 16,1-2 0-16,1 1 0 16,-2-2 0-16,2 3 0 15,0 0 0-15,-2-1-2 0,2 0 2 16,-2 0 0-16,2 0 0 15,-3 0-1-15,1-1 1 16,0 1 0-16,0 2 0 16,0-4 0-16,0 1 0 15,2 3 0-15,-2-3 0 0,2 0 0 16,-1 2 0-16,1 1 0 16,-1-1-1-16,1 1 1 15,0-2 0-15,0 2 0 16,-1-1 0-16,0-1 0 0,1 0 0 15,-2 0 0-15,2 1 0 16,-2-2 0-16,0 1 0 16,2 1-2-16,0-2 1 15,0 0 0-15,0 2 1 16,0 0 1-16,0-1-1 0,0 2-1 16,0-1 2-16,0 1-1 15,-2 0 1-15,2-3-1 16,0 3 2-16,0 0-2 15,-3 0 0-15,3-3 0 16,0 3 0-16,-1-1 0 16,-1 0 0-16,1 1 0 0,1-2 0 15,0 2 0-15,-2 0 0 16,2 0 0-16,0-2 0 16,0 2 0-16,0 0 0 15,0 0-2-15,0 0-10 0,0 0 7 16,0 0-3-16,2 0-1 15,-1 0 0-15,3 0-4 16,0 0-3-16,2 0-9 16,0 0-12-16,-4 0-12 15</inkml:trace>
  <inkml:trace contextRef="#ctx0" brushRef="#br0" timeOffset="32653.87">11603 17716 70 0,'0'0'5'0,"0"-3"1"0,0 2 9 16,0 0-5-16,-3 1-3 15,1 0 1-15,-2 0-1 16,-1 0 1-16,2 0 2 16,1 2 3-16,-2 1-2 0,1 4-8 15,0 1-2 1,0 2-1-16,1 2 1 16,-3 0-1-16,0 1-1 0,-1 2 1 15,0-2 0-15,-1 0 1 16,-2-1-1-16,-2 2 0 15,2-3 0-15,0-1 1 16,0 0-1-16,4-3 0 0,1-2 0 16,1-1 0-16,2-3 0 15,1 1-4-15,0-2-9 16,0 0 6-16,4-3 6 16,2-4 1-16,1-4-1 15,2 1-13-15,0 0-18 0,-2 1-8 16</inkml:trace>
  <inkml:trace contextRef="#ctx0" brushRef="#br0" timeOffset="32832.46">11555 17790 85 0,'0'0'9'0,"0"0"6"15,0 0-9-15,0 0-6 16,0 0-2-16,0 0-12 16,0 0-19-16</inkml:trace>
  <inkml:trace contextRef="#ctx0" brushRef="#br0" timeOffset="33971.11">12636 17648 34 0,'0'0'65'0,"0"0"-63"0,0 0 0 16,0 0-2-16,-40 14-2 15,34-13-3-15,-1 2 1 16,0-1 4-16,1-1 2 0,0-1 4 16,1 0 6-16,-1 0 6 15,1 0 2-15,-3 3-7 16,4-2-8-16,-2 6-1 15,1 0-4-15,1 4 0 0,0 0 0 16,-4 0 0-16,2 3-1 16,-3 2 1-16,-4 0 0 15,1-1 0-15,-4 2 0 16,1-1 0-16,-5 1 1 16,0 1 0-16,0-1-1 0,-1 2 0 15,-1 1 0-15,-2-2-3 16,1 1-10-16,-2-2 2 15,1-2 5-15,0-1 4 16,1-3 3-16,-1-2-1 16,1-2 3-16,2-2 2 15,0-2 3-15,1-2-1 0,0-1-4 16,2 0-1-16,1 0 2 16,0-4-2-16,0-5 4 15,-2 1 2-15,1-2-5 16,-1-2 2-16,-4 1 4 15,-1 3 3-15,4-1-1 0,-5 1-2 16,1 1 0-16,1 0-2 16,3-1-3-16,-2 1 1 15,3 1-1-15,0-1 2 16,0-1-1-16,2-1 0 16,3 0 3-16,1 1-4 15,-1 0-2-15,2 2 0 0,1-1-2 16,3 1 0-16,0 2 0 15,3-2 0-15,1 4 0 16,-1-1 0-16,4 2 0 16,0-3 0-16,1 1-2 15,0 1 0-15,0-1 0 16,0 0 1-16,1 0 0 0,1 3-4 16,2 0 1-16,-4 0 1 15,0 0 3-15,0 0 1 16,0 0 0-16,0-3-1 0,0 3 0 15,0 0 1-15,0 0-3 16,0 0-33-16,2 0-5 16,2 0 2-16,-1-3-6 15,1 1-3-15</inkml:trace>
  <inkml:trace contextRef="#ctx0" brushRef="#br0" timeOffset="34212.94">11607 17753 29 0,'0'0'29'0,"0"0"0"0,0 0-1 0,0 0-1 15,0 0 1-15,0 0-13 16,0 0-5-16,0 0-6 16,0 0-2-16,0 0-2 15,0 0 0-15,0 0-1 16,-34 24 1-16,34-11-1 0,-2 1 1 15,2 0-1-15,0-1-1 16,0-2-5-16,0-1-12 16,0-4-14-16,-2-3-19 15</inkml:trace>
  <inkml:trace contextRef="#ctx0" brushRef="#br0" timeOffset="39480.21">7581 17483 69 0,'0'0'9'0,"-2"-1"8"0,2-1-5 0,-2 2-3 16,2 0 0-16,0 0-2 16,0 10-6-16,0 3-1 15,0 3 1-15,2 3-1 16,3 5 1-16,4 2-1 15,-2 2 0-15,3-3 0 16,0 3 0-16,1-1 0 16,-3-3 0-16,-1-3-1 0,0-4-4 15,-2-2-16-15,-1-7-18 16</inkml:trace>
  <inkml:trace contextRef="#ctx0" brushRef="#br0" timeOffset="39862.6">7581 17509 86 0,'0'0'8'16,"0"0"12"-16,0 0-6 0,0 0-4 16,0 0 1-16,0 0 2 15,0 0-5-15,16-39-3 16,-12 32 2-16,3 0-2 15,0 0-1-15,3 0-4 0,2 1 1 16,-1-1-1-16,3 0 0 16,1 1 0-16,-1 3-1 15,-1-1-11-15,-1 3-42 16,-5 1-32-16</inkml:trace>
  <inkml:trace contextRef="#ctx0" brushRef="#br0" timeOffset="40439.57">7740 17649 59 0,'0'0'12'0,"0"0"-5"0,0 0 3 16,0 0 6-16,0 0 7 16,0 0-3-16,0 0-9 15,0 0-6-15,43-40 2 16,-36 26-4-16,3 0 0 16,-3 0-2-16,0 1 0 0,-2 0 3 15,-1 3-2-15,0 3-1 16,-4 0 0-16,0 1 1 15,0 3 0-15,0-1-1 16,0 1 3-16,0 1-1 16,-4 2-1-16,0 0 0 15,1 0-3-15,-3 2-1 16,2 5-1-16,0 1 3 0,2 2-1 16,2 1 2-16,0 3-1 15,0 3 0-15,0 1 0 16,7 1 0-16,2 0 0 0,-2-1 0 15,2-1 2-15,0-4-2 16,-2-4 0-16,1-3 4 16,-2-3-1-16,2-3-2 15,1 0-3-15,-2 0 6 16,4-7 0-16,-2-3-3 0,0-4 0 16,4-3 2-16,-2-3-5 15,0-3-10-15,-2-2-6 16,1-2-2-16,-2-1-5 15,-2-1 7-15,0-1-13 16,-4-4-24-16</inkml:trace>
  <inkml:trace contextRef="#ctx0" brushRef="#br0" timeOffset="40845.53">7910 17084 60 0,'0'0'19'0,"0"0"-6"0,0 0-6 15,0 0-5-15,0 0-1 16,0 0 0-16,0 0 0 15,0 0 3-15,0 0-1 16,0 0-2-16,0 41 0 0,5-26-1 16,1 0 1-16,2 3-1 15,0 4 1-15,0 2-1 16,1 4 1-16,3-1 0 16,-3 4-1-16,0-1 2 15,4-3-2-15,-2-3 1 16,-2 1-1-16,1-3 1 0,0-3-1 15,-3-1 0-15,1-2 0 16,0-3 0-16,-2-1-1 16,1 0 1-16,-3-4-11 15,0-2-20-15</inkml:trace>
  <inkml:trace contextRef="#ctx0" brushRef="#br0" timeOffset="41321.55">7989 17024 71 0,'0'0'12'0,"0"0"1"0,0 0-8 0,0 0 1 16,0 0 0-16,0 0-2 15,0 0-4-15,0 0-1 16,0 0 2-16,0 0 2 15,-12 22-1-15,17-8 0 0,2 3-1 16,1 1 0-16,3 6-2 16,-2 1 2-16,2 4 0 15,1 2 0-15,0 5-1 16,0-2 0-16,-1 3 0 16,1-3 1-16,-1 3-1 15,-2-3 0-15,4-1 0 0,-4-2 0 16,-2 0 0-16,2-1 0 15,-2-4-1-15,-1-3 0 16,-1-5-15-16,-1-7-13 16</inkml:trace>
  <inkml:trace contextRef="#ctx0" brushRef="#br0" timeOffset="42538.18">8038 16938 67 0,'0'0'4'0,"0"0"0"0,-40-15 0 0,27 11-1 0,0 2-2 0,1-2 7 15,-2 3 10-15,3-2-4 16,-3 3 1-16,1-1-3 16,2 1-5-16,-1 0-4 15,-1 0-4-15,1 0 2 16,0 0-1-16,1 0 0 16,-5 0 0-16,1 3 0 0,-1-1 0 15,0 0 0-15,-2 2 0 16,-5 0 0-16,2 2 0 15,-2 3 0-15,0 0 0 16,-3 3 0-16,3 2 1 0,1 5-1 16,-3-3 1-16,3 3 2 15,-1 1-3-15,2 0 0 16,0 0 0-16,-1 2 0 16,4 2 0-16,-3 2 0 15,1 1 0-15,1 0 0 0,1 2 0 16,4-1 0-16,0 3 0 15,2-1 0-15,3-2 0 16,1 3 0-16,2-2 0 16,0 0 0-16,5 0 0 15,-1 2 0-15,2-2 0 0,0 1 0 16,0 1 0-16,2 0 0 16,3 1 0-16,-1-1 0 15,0 0 0-15,4-3 0 16,-2-1 0-16,3 0 0 15,-3-4 0-15,4 0 1 0,-1-2-1 16,0-1 0-16,4 0 1 16,-2 0-1-16,2-2 0 15,3 2 1-15,1 1-1 16,2-4 0-16,2-1 0 16,3 0 0-16,2-4 0 0,-1-3 0 15,4-1 0-15,0-1 0 16,0-4 0-16,0 2 0 15,1-2 2-15,3 1-1 16,0 0-1-16,-2-1 0 16,3 0 0-16,-3-1 0 0,-1-2-3 15,1 0 6 1,-2 0-3-16,-2 0-1 0,2-5 2 16,0-1-1-16,-2-1 1 15,2-2-2-15,-2-3 3 16,2-1-1-16,0-3-3 15,-3-4 5-15,3-2 4 0,1-4 2 16,-1-1-2-16,2 0-3 16,-2 0 4-16,-4-3-7 15,-1 1 1-15,-1-1-1 16,-5-2 0-16,0 0 1 16,-8-2 4-16,-1-3-1 0,-6-3 7 15,-3-1-5-15,0-3-6 16,-1-1 1-16,-11 0 0 15,-2-3-1-15,-4 4 1 16,-4 0-1-16,0 2 0 16,-1 0 0-16,-3 5 0 0,0 3 2 15,1 3-1-15,2 4-2 16,-2 8 0-16,2 1 3 16,3 7-2-16,-1 4-5 15,2 5-12-15,1 2-21 0,0 6-36 16,0 7-11-16</inkml:trace>
  <inkml:trace contextRef="#ctx0" brushRef="#br0" timeOffset="42894.18">7664 17715 114 0,'-2'0'9'0,"0"0"19"0,2-7 9 15,0-2-10-15,2-4-24 0,9-3 2 16,7-1-1-16,7-7-2 16,8-1-2-16,3-9-3 15,-2-9-126-15</inkml:trace>
  <inkml:trace contextRef="#ctx0" brushRef="#br0" timeOffset="44310.31">14651 15176 119 0,'0'-1'3'0,"0"-3"17"0,2-1-2 0,-2 1-6 16,1 1-7-16,3-1-3 15,2 1-3-15,0 0 1 0,4-1 1 16,3 0-1-16,3 0 1 16,2-1-1-16,4 0-1 15,5-1 1-15,0 0 0 16,2-1 0-16,1 0 0 16,1 0 0-16,0 0-1 0,0 1-1 15,0 0 3-15,0 1-1 16,3 3 1-16,-2 2-1 15,0 0-1-15,-2 0 1 16,-3 6-1-16,-5 4 1 16,0 3-1-16,-6-2-2 0,-2 5 4 15,0 0-1 1,-2 1 1-16,-1 3-1 0,-1 3 0 16,-1 3 1-16,-1 5-5 15,-3 3-14-15,-3 3 2 16,0 3 1-16,-2 1-3 0,0-4-2 15,-9 0-6-15,-2-7-32 16</inkml:trace>
  <inkml:trace contextRef="#ctx0" brushRef="#br0" timeOffset="44908.18">14588 15664 66 0,'0'0'10'0,"0"0"11"0,0 0-18 0,0 0-3 16,0 0 2-16,0 0 0 15,0 49 2-15,0-29-1 0,3 8-1 16,1 4-2-16,3 6 0 16,4 8 0-16,-4 10 0 15,0 8-1-15,-1 7-12 16,0 3-41-16</inkml:trace>
  <inkml:trace contextRef="#ctx0" brushRef="#br0" timeOffset="48613.51">14691 17636 91 0,'0'8'5'0,"0"-1"-4"0,0 1 1 0,0-1-2 15,0 0-2-15,-6 2 2 16,3-1 2-16,-1-1-2 16,-4 0 2-16,4 0-1 15,-4-3-2-15,3-2-8 16,1 0-70-16</inkml:trace>
  <inkml:trace contextRef="#ctx0" brushRef="#br0" timeOffset="49078.7">14622 17706 99 0,'0'0'16'0,"0"0"6"16,0 0 3-16,0 0-10 16,0 0-6-16,0 0-2 15,0 0 0-15,-19-13-4 16,17 13 2-16,0 0-3 16,0 0 0-16,-2 0-2 15,0 7 0-15,1 3 0 0,-3 2 1 16,-1 2-1-16,4 1 0 15,-3 0 2-15,2-3-2 16,2 1 1-16,2-3-4 16,0 0 3-16,0-4 0 15,2 1 0-15,6 1 1 0,-2-2 0 16,4 1-1-16,1-3 0 16,-3 0 0-16,4 1 0 15,-1-2 1-15,2 2-1 16,-1 1 0-16,-4-1 0 15,3 3 1-15,1-1-2 0,-3 0 2 16,-4-1-1-16,-1 1 1 16,1 0 0-16,-3 0-1 15,-2-1 3-15,0 0-2 16,0 3 1-16,-2 0-1 16,-5 1 1-16,0 0-1 15,-1 0 1-15,-1-2 1 0,1-1-2 16,1 1-1-16,1-2 0 15,0-3-1-15,2-1-1 16,0-2-7-16,2 0-39 16,0-7-41-16</inkml:trace>
  <inkml:trace contextRef="#ctx0" brushRef="#br0" timeOffset="49513.13">14736 17426 95 0,'0'0'4'0,"0"0"0"0,0 0 1 0,0 0-6 0,0 0 2 16,0 0 0-16,0 0 1 16,-8 48 8-16,8-30 1 15,1 3-5-15,6 1-2 0,-1 1 1 16,1 1 1-16,-1 2 0 15,4-1 0-15,-5 1-4 16,3 1 2-16,-3 0 0 16,3 0 1-16,-3 0 0 15,0 3-4-15,0-3-1 0,0 1 0 16,2-3-1-16,-2-1-1 16,2-6-19-16,-2-6-40 15</inkml:trace>
  <inkml:trace contextRef="#ctx0" brushRef="#br0" timeOffset="49889.98">14926 17806 137 0,'0'0'0'0,"0"0"10"16,0 0 5-16,0 0-5 15,0 0-2-15,0 0-1 0,0 0-6 16,0 0-1-16,-2 17 1 15,2-4-1-15,0-1 0 16,2-1 1-16,3-1-1 16,3-3 1-16,-2-2-1 15,4-1 0-15,-2-4 0 0,2 0-1 16,1-3 0-16,-2-6 1 16,0-3 0-16,0 0 0 15,-4 1-1-15,1-3 1 16,-6 1 1-16,0 3 2 0,0 0 9 15,-2-3 8-15,-6 5-2 16,-2-1-3-16,3 4-4 16,-4 2-5-16,1 1-3 15,2 2-2-15,-1 0-1 16,3 2-6-16,-1 6-8 16,2 1-18-16,1 2-21 15,2-1-20-15</inkml:trace>
  <inkml:trace contextRef="#ctx0" brushRef="#br0" timeOffset="50537.46">15109 17656 134 0,'0'0'20'0,"0"0"1"0,0 0-13 15,0 0-8-15,0 0 3 16,0 0-3-16,0 0 2 16,0 0-1-16,0 0 1 0,0 0 0 15,22 30 0-15,-16-17 1 16,-1 0-3-16,2 1 1 15,-1 0-1-15,2-1 0 16,-1-5 1-16,0 1-1 16,1-2 0-16,-2-4 0 0,-1-3 0 15,2 0-1-15,-3 0 0 16,-1-4-1-16,1-5 6 16,-2-2-2-16,0-2-1 15,-1-1 1-15,0-2-1 16,0 3 1-16,0 1-1 0,0 2 2 15,-1 2 4 1,0 1 1-16,0 3-4 0,1 1 1 16,1 3-4-16,2 0-2 15,-1 0 1-15,1 0 0 16,4 2 1-16,1 5-1 16,0 1 1-16,1 1-1 0,2-1 1 15,0 2-1-15,-3-2 1 16,1-5-1-16,2-1-3 15,-3-2-3-15,-3 0 0 16,2 0 3-16,-3-5 0 16,-1-5 3-16,0-2 2 15,-2-1 1-15,-2-1 7 0,0-1-3 16,0 0-1-16,-6-2-2 16,-1 3-2-16,-2 1-2 0,2 3 0 15,-2 7-5-15,-5 3-27 16,1 0-52-16</inkml:trace>
  <inkml:trace contextRef="#ctx0" brushRef="#br0" timeOffset="50943.03">14892 18087 35 0,'0'0'60'0,"0"0"-58"0,0 0 0 16,0 0-2-16,0 0 1 0,0 0 7 15,0 0 7-15,0 0 6 16,0 0 7-16,54 15-10 15,-30-26-7-15,3-3-7 16,2-3-3-16,3-2 1 16,3-2-2-16,3 4 1 15,-3-3-1-15,2-3 0 0,-3 5 1 16,-1 2 1-16,-2-4 1 16,-2 5-1-16,-3 3-2 15,0 1 1-15,-6 4-1 16,0 1-2-16,-5 4-11 15,-1 2-11-15,-7 0-8 0,-3 3 6 16,-4 6-11-16</inkml:trace>
  <inkml:trace contextRef="#ctx0" brushRef="#br0" timeOffset="51228.38">15073 18148 94 0,'0'0'2'16,"0"0"5"-16,0 0 12 15,50-15-3-15,-26 4 1 0,5-5 4 16,1-2 1-16,5-1-2 15,-3-2-7-15,7 0-8 16,-4-3-5-16,5-2 1 16,-1 2-2-16,2-3-21 15,0 0-27-15,1-2-24 16</inkml:trace>
  <inkml:trace contextRef="#ctx0" brushRef="#br0" timeOffset="55418.67">7666 16788 2 0,'0'0'4'0,"0"0"-3"0,0 0 0 15,0 3-3-15,0 2 3 0,0-3 5 16,-2 1 10-16,0 0-4 15,0-2 1-15,2-1 12 16,0 0 3-16,0 1-11 16,0-1-2-16,0 0-7 15,0 0-4-15,0 1-2 16,0-1-5-16,0 3-12 0,0 0 14 16,0-1 1-16,0 1 0 15,0-1 0-15,4 0-1 16,-2-1 1-16,0 0 1 15,0-1 0-15,1 0 1 0,-1 0 0 16,0 0 3-16,0-6 2 16,2-5 3-16,0-2-1 15,2-7 4-15,3-3 2 16,5-8-4-16,3-6-4 16,6-3-4-16,6-8 0 15,4-3-2-15,7-1-1 16,3-6-1-16,2-4-9 0,2-9-169 15</inkml:trace>
  <inkml:trace contextRef="#ctx0" brushRef="#br0" timeOffset="56494.38">15733 17533 99 0,'0'0'-9'0,"0"0"20"0,0 0 9 0,0 0-6 16,0 0-7-16,0 0-4 15,0 0-6-15,0 0 1 16,0 1-1-16,0 2 3 16,0 1 1-16,4 2-1 0,1-2 0 15,4 1 1-15,-2-3 0 16,3-2-1-16,4 0 0 16,-1 0 1-16,0-11 0 15,3-5 1-15,3-4 5 16,2-8 12-16,4-9-4 15,4-6-10-15,1-8-3 16,3-4 4-16,3-2-6 0,1-3 1 16,2-2-1-16,3 2 0 15,5-1-9-15,-1 2-27 16,4 0-10-16,-3 2-40 16</inkml:trace>
  <inkml:trace contextRef="#ctx0" brushRef="#br0" timeOffset="61328.14">12776 14743 71 0,'0'0'3'0,"0"0"0"0,0 0-1 0,0 0 2 0,0 0-2 16,0 0-1-16,0 0 1 16,0 0 5-16,-16-37 1 15,12 36-1-15,1 1-2 16,-3 0-1-16,2 0-3 15,-1 0 0-15,0 0 0 0,0 0-1 16,1 1 0-16,-2 2 0 16,1 1 0-16,-1-1 0 15,-2 2-1-15,-1 0 1 16,1 1 1-16,-1-2-1 0,-2 3 0 16,2-2 0-16,0 1 0 15,-2-1 0-15,4 0 0 16,-2 1 0-16,-2 1 0 15,0 2 0-15,2 1-1 16,-3 1 1-16,-1 0 0 0,0 2 0 16,-1 0 0-16,1-2 0 15,-1 2 1-15,3-1-1 16,1-1 0-16,2-1 0 16,-1 0 1-16,3 0-1 15,-4 3 0-15,1-2 0 16,1 3 0-16,-2-1 0 0,-1 3 0 15,3-2 1-15,-1 0 0 16,-2 3 0-16,4-3 0 16,-2 2 0-16,1 0 0 15,0-1 0-15,-2 2 1 0,3 3-2 16,-3-2 0-16,-1 2 0 16,2 0 1-16,-2 2-1 15,0 3 0-15,0-2 0 16,-3 4 0-16,2-1 0 15,-2-1 0-15,2 2 1 16,2-3-2-16,0 3 2 0,1-3-1 16,3 2 0-16,-2-3-1 15,0 2 2-15,0 1-1 16,0 1 0-16,0 1 0 16,-1 1 0-16,4 0 0 0,-3 2 0 15,5 1 0-15,-3 0 0 16,0-2 0-16,2 4 1 15,0-4-2-15,-1 2 1 16,1-1 0-16,0 1 0 16,0-1 0-16,0-1 1 0,0 3-1 15,2-2 0-15,-4 3-1 16,4-2 2-16,1 0-1 16,-3 2 0-16,4-1 0 15,0-2 0-15,0 2 0 16,0 1 0-16,0-3 0 15,0 5 0-15,4-1 0 0,-1 2 0 16,1-3 0-16,0 3 0 16,0-3 0-16,2 0 0 15,-2 0 0-15,0-2 0 16,-1 0 0-16,1-2 0 0,-2 0 0 16,2 0 0-1,-1-2 0-15,4-1 0 0,-3 3 0 16,3 3 0-16,0-1 0 15,1-2 0-15,2 0 0 16,1-3-2-16,2-3 2 16,-2-3 0-16,2-2-1 15,-1-2 1-15,1 0-2 16,1-1 2-16,-1-2 0 0,0 3 0 16,-1-2 0-16,-1-2 0 15,1 2 0-15,-2-1 0 16,-2-3 0-16,2-2 0 0,-1 0 0 15,-3-3 0-15,3 0 0 16,1 2 0-16,0-1 0 16,2 1 0-16,1 4 0 15,2 1 0-15,1 1 0 16,0 2-1-16,0 0 0 0,1-2 0 16,-2-2 2-16,-1-3-1 15,0 0-1-15,0-2 2 16,0-2-1-16,0 1 0 15,2-1 0-15,-2 0 0 16,4-1 1-16,-3 3-1 16,3-2 0-16,-2 1 0 0,4-1 0 15,0-1 1-15,-2-1-1 16,2-1 0-16,-2 0 0 16,2-2 0-16,0 1 0 15,-4-1 0-15,6 0 0 16,-2 0-1-16,2-5 1 0,1-3 3 15,1-4-1-15,1 2-1 16,-1-1 0-16,3 0-2 16,-2-2 2-16,-4 0 0 15,3 2-1-15,-2-1-1 0,-2-2 1 16,0 1 1-16,0 0-12 16,3-1 20-16,-3 0-6 15,-2-1-3-15,4-1 1 16,-2 0 0-16,0-1 1 15,-3-1 1-15,1-1 2 16,1 2-1-16,-1-3 1 0,-5 2 1 16,1-2 3-16,0 0-1 15,-1 2-3-15,0-4-2 16,-2-2 0-16,-3-1-1 16,2-4 1-16,-3-4-2 15,-1-3 0-15,-1-3-1 0,1-2 1 16,-1-3-1-1,-2-3 0-15,1-2 0 0,0-3 1 16,-3-2-1-16,0-1 0 16,0 0 2-16,-1 1 5 15,0 1-4-15,0 0-1 16,0-1 0-16,0-1 2 0,-1 3-1 16,0-2 1-16,-2-2 3 15,1 4-2-15,0 2-1 16,-1 0 1-16,-1 2-2 15,-1 1-1-15,-3 4 0 0,0-2-1 16,0 3 0-16,-4 0 1 16,2 3-1-16,-3 3-1 15,3-2 2-15,1 2-2 16,-4 2 3-16,3-3 2 0,2 0 0 16,-1-1-2-1,-2 1-2-15,2 0 1 0,0 0-1 16,-4 2 0-16,0 1 2 15,-1 0-3-15,0-1 1 16,-2 1 1-16,1 0 1 16,-5 3 0-16,3 0-1 0,0 2 2 15,-5 4 1-15,4 2-3 16,-4 3 7-16,1 3-8 16,-1 3 1-16,0 2-2 15,-3 4 1-15,0 2 1 16,1 6-5-16,0 0 0 15,1 0 6-15,0 10-8 0,2 5-23 16,-4 2-23-16,-2-3-52 16</inkml:trace>
  <inkml:trace contextRef="#ctx0" brushRef="#br0" timeOffset="63953.07">13462 10980 85 0,'-2'1'4'0,"1"-1"1"0,0 2-4 15,1 0-2-15,0 2 1 16,-1-1 1-16,1 1-1 0,0-2 0 16,0-1 1-16,-2-1 0 15,2 0 12-15,0 0-2 16,0-1-3-16,0-6-4 15,0-4-2-15,0-2-1 16,4-1 0-16,3-2-1 0,-2-3 0 16,0 1 0-1,1-2 1-15,-1 0-1 16,3 0 0-16,-3-1 0 0,6 1-2 16,-5 2 3-16,3 2-2 15,1 1 1-15,-2 2 0 0,2 2 0 16,3 2 0-16,-2 2 0 15,-2 1 0-15,1 2 0 16,-2 1 0-16,-2 3-1 16,1 0 0-16,-5 0 1 15,3 0 0-15,-2 1-1 16,1 4 1-16,0 0 0 0,1 0 0 16,1 0 0-16,-1 1 0 15,4 0 0-15,-1-1 0 16,1 4 0-16,-1-2 0 15,-1 0 0-15,1 4 0 16,-3-1 0-16,3 0 0 16,-2 0 0-16,2 1-1 0,-2 1 1 15,3-1 0-15,-2 2 0 16,0-2 0-16,1 2 0 16,1 3 0-16,-1-2 0 0,-2 0 0 15,-1-2 0-15,1 2 0 16,-2-5 0-16,0-1 0 15,0-4 1-15,-2-1-1 16,0-2 0-16,-2-1 0 16,0 0 5-16,0-1 22 15,0-6-22-15,0-3-3 0,0-2-1 16,0 0-1-16,-2-3 1 16,0 1-1-16,-4-4 0 15,2 4 0-15,0-2 0 16,0-1 0-16,0 0 0 15,1 1 0-15,1 2 0 0,0 3 1 16,0-2-2-16,2 3 2 16,0-1-2-16,0-1 1 15,0 2 0-15,4-1 0 16,0 0 1-16,0-1-2 0,1 2 1 16,-1 1 0-16,-2 1 1 15,1 0-1-15,-1 1 0 16,1 0 0-16,-1 3 0 15,0 0 0-15,-2 0 0 16,1 1 0-16,1-1 0 16,0 3 0-16,2-1-1 0,0-2 1 15,0 1 0-15,1 0 0 16,1-1 0-16,-2 1-1 16,0 0 2-16,-2 2-2 15,0-2 2-15,-1 3-1 0,0 0 0 16,-1-1 0-16,1 1 0 15,-1 0 0-15,2 0-1 16,2 0 1-16,-2 0 0 16,3 0-1-16,-1 0 1 0,1 0 0 15,-1 0 0 1,0 0-1-16,1 1 0 0,-1 5-2 16,-1-1 2-16,4 1 0 15,-3 1 1-15,-1 2-3 16,3 0 3-16,-2-1 0 15,1 3 0-15,2-1 0 16,-4 0 0-16,1 2 0 0,0 2 0 16,2-2 0-16,-3 3 0 15,3 0 0-15,-1 0 1 16,-2 0 1-16,3 2-2 16,-2 2 0-16,-2-1 1 15,1 2-1-15,3-1 2 16,-2 3 0-16,0 1-1 0,2 0 0 15,-1 2-1-15,3-1 0 16,-3 1 2-16,2 0-2 16,-1-1 0-16,1 2 1 15,-1-4-1-15,2 4 0 0,-2-2 0 16,-1 3 1-16,3 0-1 16,1 2 0-16,-2-1 0 15,2 3 1-15,-2-1-1 16,3-2 0-16,-2 1 0 15,0-2 1-15,1-2-1 16,-1-2 0-16,1 1 0 0,-1-1 0 16,-1 0 1-16,2-2-1 15,-2-1 0-15,1 0 0 16,-3-2 0-16,4-1 0 16,-4-1 0-16,1-2 0 15,0-3 0-15,1-1 1 0,-1-2-1 16,-1-2 2-16,2-1-1 15,-3-1 0-15,3-3 1 16,0-1 1-16,0 0 3 16,1 0 2-16,2-6 3 0,3-4-7 15,0-2 4-15,1-3-3 16,0-1-1-16,1 0-2 16,-3-1-1-16,-2 2 0 15,-4 2 0-15,0 3 0 16,-2 1-1-16,-2 0 1 15,-1 3-1-15,2 0 0 0,0 0-11 16,-1-1-35-16,0-3-42 16</inkml:trace>
  <inkml:trace contextRef="#ctx0" brushRef="#br0" timeOffset="64717.98">15294 9610 45 0,'-2'-7'5'0,"0"3"19"0,0-2-6 0,-1 2-6 0,3 0 0 16,-2 1-5-16,0 3-1 16,2-1-1-16,0 1-1 15,0 0-2-15,0 0-3 0,0 0 0 16,-2 6 0-1,1 6 1-15,0 1 1 0,-1 5-2 16,0 6 1-16,1 5-2 16,-3 7 2-16,-1 3 0 15,-1 8-1-15,-1 1 3 0,2 3-2 16,-3 3 0-16,3 2 2 16,-3 5-2-16,3 1 1 15,2 2 0-15,3 3-1 16,-2 5 0-16,2 5 1 15,0 0 0-15,0 7-1 16,0 8 2-16,0 6-2 0,0 3 1 16,0 4-1-16,0 3 1 15,-4-2 0-15,1-3 1 16,1-8 2-16,0-6 4 16,2-5-1-16,0-13 2 15,0-7-2-15,0-7-3 0,0-7-2 16,2-4 0-16,0-4 1 15,1-5-2-15,1-2 1 16,1-5-1-16,2-6 0 16,0-7-3-16,3-10-42 0,-1-7-25 15</inkml:trace>
  <inkml:trace contextRef="#ctx0" brushRef="#br0" timeOffset="65729.96">15979 10150 92 0,'0'0'7'0,"0"0"11"0,0 0-5 0,0 0-2 0,0 0-4 15,0 0-2-15,0 0-3 16,0 0-3-16,0 0-2 16,0 0 3-16,0 0 0 15,0 13 0-15,0 11 0 16,0 2 0-16,-4 1 1 16,1 2 0-16,-6 1 1 0,2-3 0 15,-2 3 1-15,-1-1-1 16,-2-1-1-16,0 2-2 15,1-3 4-15,-2-1-3 16,0-4 1-16,-1-1-2 16,1-5 3-16,1-2 1 0,-3-4-1 15,2-1 2-15,-1-4 0 16,-2 1 0-16,3-2-2 16,-2-1-1-16,-3-2 1 15,5-1-1-15,-1 0 2 16,1 0 2-16,1-8-4 15,1-5 1-15,1 0 0 0,1-5-1 16,3 1 3-16,0-2-1 16,2-1-2-16,3-1 2 15,1 4-3-15,0 0-1 0,0 1 2 16,0 2-1-16,1 2 0 16,2 0 0-16,0 2 0 15,1 0 0-15,-2 2 0 16,3-1-1-16,-1 2-2 15,0 0 5-15,1 4-2 0,0-1-8 16,1 1 12-16,1 3-5 16,0 0-5-16,2 0 7 15,2 0-1-15,-2 0 1 16,1 0-2-16,2 6 1 16,0-1 0-16,1 4 1 15,-2-1-1-15,3 2-1 0,-1-1 0 16,0 4 1-16,-1-2-1 15,2 0 1-15,0 1 1 16,3-4-1-16,-2 1 0 16,3 2 0-16,-2-2 0 15,4-2 0-15,0 0 0 0,2-3 1 16,-1 1-1-16,3-3 1 16,-2-2 0-16,0 0-1 15,3 0 1-15,0 0-1 16,-1-4 2-16,2-1-2 15,0 0 1-15,-1-1-1 16,-1 2 1-16,-6 1-1 0,2 2 0 16,-7 0 1-16,-1 1-2 15,-5 0-26-15,-5 0-52 16</inkml:trace>
  <inkml:trace contextRef="#ctx0" brushRef="#br0" timeOffset="66129.39">15878 10842 54 0,'0'0'6'0,"38"-21"13"0,-15 8 2 0,4 1-4 16,1-2-2-16,6 0 2 16,-1-2-6-16,3-1-3 0,2 0 0 15,-2 3 1-15,1-2-2 16,2 4-3-16,-4 2-2 15,-1 1-2-15,-3 3 0 16,-4 2 0-16,-2 3 0 16,-8-1 0-16,-2 2 0 15,-3 0 0-15,-7 3-8 0,-1 5-16 16,-4 3-14-16,0 1-4 16,-9 1-44-16</inkml:trace>
  <inkml:trace contextRef="#ctx0" brushRef="#br0" timeOffset="66482.8">16025 10980 12 0,'0'0'5'0,"0"0"2"15,0 0-5-15,0 0-1 16,0 0 5-16,0 0 11 16,0 0 0-16,0 0-6 0,0 0-2 15,46 5 1-15,-22-18 4 16,5-2 2-16,1-5 1 16,7 0 7-16,3-1-8 15,3-3-7-15,1 1 2 16,-1 0-4-16,2 3-4 0,-5 2-1 15,0 3-2-15,-2 0 1 16,-4 7-1-16,-1 0 0 16,-2 1 1-16,-2 3-4 15,-6 3-32-15,-8-3-43 0</inkml:trace>
  <inkml:trace contextRef="#ctx0" brushRef="#br0" timeOffset="67188.75">14010 11964 35 0,'0'0'4'0,"0"0"15"0,56-3-1 15,-28-7-3-15,6-1-6 0,-2-5-1 16,5-1-1-16,-1-1 2 16,5-4 5-16,3 2 2 15,0-1-2-15,2 1 0 16,-1 3-10-16,-3 0-3 16,-5 6-1-16,-7 1 1 0,-5 3-1 15,-7 1 0-15,-5 4 0 16,-3 2-3-16,-7 0-23 15,-3 5-11-15,-1 2 7 16,-11 2-29-16</inkml:trace>
  <inkml:trace contextRef="#ctx0" brushRef="#br0" timeOffset="67445.58">14085 12174 62 0,'0'0'4'16,"61"-37"8"-16,-21 14 7 15,3-4-6-15,6 0-1 16,-2 0-2-16,6 2-7 15,-1 2-2-15,-1 3-1 16,0 6 0-16,-7-1-23 0</inkml:trace>
  <inkml:trace contextRef="#ctx0" brushRef="#br0" timeOffset="74785.38">12699 14748 38 0,'0'0'3'0,"0"0"1"0,0 0-1 16,0 0 0-16,0 0-3 16,0 0 0-16,0 0 1 0,0 0 0 15,16-37 5-15,-15 32 6 16,1 1 0-16,-1 0-4 16,0 2 0-16,1 1-7 15,2-3 0-15,-2 2 0 16,6-1-1-16,-2-2 0 0,3 0 0 15,-1-1 0-15,3 1 0 16,1-2 1-16,0 1-1 16,-1 1 1-16,2-3 2 15,1 3 2-15,-3 1 2 16,3-1-5-16,0 1 0 16,3 1-1-16,-4 1 0 0,3 1-1 15,-1 1 0-15,1-1 0 16,-3 1 0-16,0 0 0 15,1 0 0-15,-1 0 1 16,1 0-1-16,-1 0 1 16,1 2-1-16,-1 2 1 0,0 0-1 15,3 0 0-15,-3 2 0 16,1-1 0-16,-3 1 0 16,3 1 0-16,-3 2 1 15,-1-1-1-15,2 0 0 16,-3 3 0-16,0-1-1 15,0 3 2-15,-3-1-1 0,2 1 0 16,2 1 0-16,-2 1 0 16,3 0 1-16,1 2-1 15,2 0 0-15,-3 0 0 16,1 3 0-16,-4 0 0 0,2 4 0 16,1-1 0-16,-6 1 0 15,3 0 2-15,-1 5-1 16,1-2-1-16,-3 2 1 15,2 1 1-15,-2 0-1 16,-1 4 0-16,2 0 0 16,-3 5 0-16,0 1 0 0,0 3 2 15,0 3 0-15,-1-2-2 16,0 1 3-16,2-1 1 16,1-1 0-16,0 0-1 15,-1 3 2-15,3 0 5 0,-3 5-5 16,-3 1-3-16,-1 2 1 15,0 1 0-15,0 1 5 16,-1 1-1-16,-3-1-2 16,-4 2-4-16,4-3 0 15,0-1-1-15,-2 1 0 16,3-2 1-16,-1 0-2 0,1-1 0 16,2-1 0-16,-1-1 1 15,2 0-1-15,-3-2 0 16,2-3 0-16,1-3 2 15,-4 0-2-15,-2-4 0 0,1-1 1 16,-2-1-1-16,-2-1 1 16,1-3 0-16,1-2-1 15,-1-2 1-15,0-3-1 16,1-3 1-16,0-3-1 16,-1 0 1-16,-3 1 0 0,0 3 0 15,-2-1-1-15,-3 0 1 16,2-2-1-16,-2 0 1 15,1-2-1-15,-1-2 6 16,1-2-2-16,-3-1-2 16,2 1-1-16,0-3-1 0,0-1 1 15,-1 3-1 1,-1-2 0-16,1-1 0 0,-2 2 0 16,-1-1 0-16,2 0 0 15,-3 0 0-15,3 0-1 16,-1-2 1-16,-2-3 0 15,4 1 0-15,-3-2 0 16,3-1 1-16,-2 0-1 0,1-1 1 16,-1 0-1-16,0 0 2 15,0-2-2-15,1-1 0 16,-1 0 1-16,-2 0 1 16,2 0 2-16,-3-1 3 0,2-4 1 15,-2 0-1-15,3-2-2 16,-1-2-1-16,2 0 1 15,0-2-5-15,0-2 1 16,1-1-1-16,1-1 0 16,-2-2 0-16,-1 1-1 0,0-2 2 15,-3-1-1-15,2-1 0 16,-3 0-1-16,3-1 1 16,-5-2-1-16,2 1 1 15,-2-3 1-15,2-2-4 16,-4-2 3-16,2-4 0 0,3-3-2 15,2-5 0-15,-1 2-2 16,4-4-1-16,2 2-4 16,3-1 5-16,4 4 0 15,-2 0-3-15,6 0-2 16,-1 3-1-16,3 1 0 0,1-4-7 16,1 2-11-16,0 0-8 15,0-3 12-15,0-3 3 16,0 1-22-16</inkml:trace>
  <inkml:trace contextRef="#ctx0" brushRef="#br0" timeOffset="86638.19">18961 14469 38 0,'0'0'70'0,"0"0"-66"0,0 0 7 0,0 0 0 16,0 0 4-16,0 0-2 0,0 0-7 15,-32-37 8-15,22 36 0 16,1-2-2-16,1 0-3 16,0 3-2-16,-2 0-5 15,3 0-2-15,-2 0-1 16,1 2 1-16,-2 3 0 0,2 1-1 15,-1 1 2-15,-1 3-1 16,2 0 0-16,1 1 0 16,1 2 0-16,-1 1 0 15,4 2 0-15,3 1 0 16,0 0 0-16,0 4 1 0,0 3-1 16,2 3 0-16,3 3 0 15,0 2 1-15,1 2-1 16,1 2 0-16,0 1 1 15,2-1-1-15,-2 0 0 16,1 3 0-16,0 2 1 16,1 1-1-16,-3-1 0 0,0-2 2 15,-3-2-2-15,-1-4 0 16,-1-2 0-16,-1-5 0 16,0-2 1-16,0 0 2 15,0-4-2-15,0 0 1 0,-2-3 1 16,0-1 1-16,0-5 0 15,2-1-2-15,0-3 0 16,0-3 1-16,0-1-1 16,7 1 2-16,8-4-2 15,4 0 2-15,7 0-5 16,4-8 2-16,3-5 0 0,2-3-9 16,-1-2-36-16,-2-3-49 15</inkml:trace>
  <inkml:trace contextRef="#ctx0" brushRef="#br0" timeOffset="87034.88">19342 14958 146 0,'0'0'5'0,"0"0"-2"0,0 0-2 0,-5-43 1 16,0 37-4-16,-3 5 2 15,-1 1 0-15,-1 0 3 16,-1 6 4-16,-1 9-2 16,3 4-4-16,1 6-1 15,2 0 1-15,4 0 0 16,2-4-1-16,5-4 0 0,4-4 0 16,4-6 0-16,3-4 0 15,2-3 2-15,2 0 2 16,3-11-1-16,1-5 1 15,-4-2 0-15,0-5-3 0,-4 0 0 16,-2-2 2 0,-7-1 5-16,-2-1 7 0,-5 3-4 15,0 3-4-15,-6 2-4 16,-3 5-1-16,-5 4-1 16,-2 10-4-16,-3 0-9 0,1 13-35 15,-2 2-4-15,2 1-37 16</inkml:trace>
  <inkml:trace contextRef="#ctx0" brushRef="#br0" timeOffset="87420.42">20648 14725 90 0,'0'0'100'0,"0"0"-88"0,0 0-11 15,0 0-1-15,0 0 0 16,0 0 0-16,17 44-1 16,-15-26 1-16,-1 2 0 15,-1 4 1-15,0-1-1 16,0-2-5-16,0-2-41 0,0-9-27 15</inkml:trace>
  <inkml:trace contextRef="#ctx0" brushRef="#br0" timeOffset="88025.08">20844 14252 63 0,'0'0'4'0,"59"-20"17"16,-33 11-3-16,-4 1-12 0,-2 2-5 15,-3 1 0-15,-5 2-1 16,-3 0 1-16,-4 3-1 16,-2 0 0-16,1 0 1 15,-4 0 6-15,0 8-2 16,0 4 0-16,0 2-2 15,0 5 1-15,0 3 1 0,0 2-1 16,0 5 0-16,0 2 2 16,0 0-3-16,0 2 0 15,0 1 2-15,0 0-4 16,2 0 2-16,3 2-3 16,1-1 2-16,1 1 0 0,2-1 0 15,0-2 2-15,-1-2 0 16,1-1-1-1,-2-3-1-15,0-2 1 0,-5-3-1 16,-2-1 2-16,0-2 6 16,-8 0 2-16,-9 0 1 0,-2-2 0 15,-8 1-9-15,-5 1 6 16,-2 2-10-16,-7-2 2 16,-1 3-1-16,-6 2-1 15,-3 2-14-15,-5-2-65 16</inkml:trace>
  <inkml:trace contextRef="#ctx0" brushRef="#br0" timeOffset="88451.56">19465 15634 107 0,'0'0'1'0,"0"0"-1"0,56-9 1 0,-24 0 2 0,8-2 4 15,7-3 9-15,7 0 15 16,3-2-9-16,11-2 0 0,3-1-10 15,4 1-8-15,2-2-3 16,1 0 0-16,1 2 0 16,-3-1-1-16,-1 2 0 15,-7 2 0-15,-2 2 0 16,-8 3 2-16,-9 1-2 0,-8 4 0 16,-7 2 0-16,-8 1 0 15,-8 2-2-15,-9 0 0 16,-9 2-9-16,-4 7-12 15,-19 6 9-15,-10 1-4 16,-12 6-6-16,-8 1-17 16,-10 3-31-16</inkml:trace>
  <inkml:trace contextRef="#ctx0" brushRef="#br0" timeOffset="88698.2">19875 15704 75 0,'0'0'8'0,"-48"18"9"0,36-12-5 15,6-2-9-15,6-2-2 16,2 0 3-16,15-2 4 16,12 0 3-16,10-6 8 15,15-8-5-15,5-1-4 16,10-7-4-16,9 0 2 0,4-3 1 16,6 1 1-16,3-1-3 15,6 2-3-15,10 0-1 16,-4-1-3-16,4 3 2 15,-2 1-2-15,-4 3-2 16,-13 3-23-16,-18 4-79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45:40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12015 11126 48 0,'-1'0'14'0,"-2"0"0"0,1 0-5 0,0-1-2 0,-2 1-3 16,1-2 1-16,1 2 3 15,-2 0-4-15,-1 0-2 16,1-2 0-16,-1 2-2 15,-3 0 2-15,0 0-2 16,-1 0-2-16,-2 0 2 16,-2 0 2-16,-1 2-4 0,-1-2 5 15,-1 0 0-15,-1 0 1 16,-1 0 4-16,2 0 2 16,0 0-2-16,0 0 4 15,1-2-4-15,-4-2-2 16,2 3 0-16,1-1-3 15,-4 2-1-15,0-2-1 0,0 2-1 16,-2 0 0-16,-1 0 1 16,-1 0-1-16,-1 0 0 15,-2 0 0-15,0 2 0 16,1 1 0-16,-1-1 0 0,0 2 0 16,2-1 0-16,1 0 0 15,-1 1 0-15,3 0 0 16,-2 1 1-16,1-1-1 15,-2-1 0-15,2 2 0 16,2-1 0-16,-4 2 0 0,2-3 0 16,2 3-1-16,0-1 0 15,-1 0 1-15,2 0 0 16,0 1-1-16,1 1 1 16,2-1 0-16,-1 1 0 15,0 0-1-15,0-2 1 16,1 4 0-16,-3-2 0 0,1 3 0 15,-1 0 0-15,0 3 1 16,-4 1-1-16,6-1 0 16,-5 1 0-16,1-1 0 15,-1 1 0-15,0-1 0 16,0 1-1-16,-2-1 1 16,-2 0 0-16,2 2 0 0,1-2-1 15,0 1 1-15,1 2-1 16,2-2 0-16,3 3 1 15,1-1 1-15,2 1-2 16,1 1 2-16,1 1-1 16,-1 1 0-16,3-1 1 0,0 4-1 15,-1-3 1-15,2 4-1 16,1-3 1-16,0 0-1 16,2-3 1-16,1 0-1 15,3-2 0-15,1-2 0 0,0 0 0 16,2 1 0-16,0-2 1 15,0-1-1-15,0 4 1 16,0-2-1-16,0-1 2 16,0 1-2-16,0 0 1 0,2 0-1 15,0 2 0 1,-1 0 2-16,3-1-4 16,0 1 2-16,0 0 2 0,2 1-2 15,0 0 0-15,-2 1 1 16,1-2-1-16,-1 1 1 15,0 1-1-15,1-2-1 16,0 1 1-16,-2-1 0 0,1-1 0 16,0 2 0-16,1-3-1 15,-1-1 1-15,5 1 0 16,-5-1 0-16,3-1 0 16,0 0 0-16,1 1 0 15,-1 1 0-15,2-1 1 0,-2-1-1 16,0 2 0-16,2 0 1 15,-3-1-1-15,1-1 0 16,0 1 0-16,2-1 1 16,-4-1-4-16,3-1 4 15,-1 0 1-15,2 0-2 0,0-2 2 16,-2 1 3-16,3-2-3 16,0 0 0-16,-3-1-1 15,3-1 1-15,-2-2-1 16,2 1 1-16,-1-1-1 0,0-1 1 15,3-1 0-15,2 2-1 16,1-1 0-16,-1 0 1 16,1 1-1-16,0-1-1 15,1 0 0-15,-3 1 1 16,1-1-2-16,-1 1 2 0,0-2-1 16,3 1 0-16,-1-2 2 15,1 0-2-15,1 0 0 16,0 0 0-16,3 0 0 15,-3 0 1-15,2 0 1 16,-2 0-1-16,1 0-1 16,-1 0 1-16,2 0-1 15,-1 0 1-15,0 0-1 0,2 0 0 16,-1 0 0-16,2 0 0 16,-2 0 0-16,1 0 0 15,1 0 1-15,0 0-1 0,-1 0 0 16,0 0 0-16,2-2 0 15,1 1 0-15,-1 0 1 16,2-1-1-16,3 0 0 16,1 1 0-16,1-2 1 15,4 0-1-15,-2 2 0 16,0-1 1-16,0 0-1 16,1 1 0-16,-1 0 1 0,-2 1-2 15,-2-2 2-15,2 1-2 16,-1 0 2-16,0-1-1 15,0-1 0-15,2 1 0 16,0-1 0-16,-2 1 0 0,1 0 1 16,-2 0-1-16,0 1 0 15,0-1 0-15,2 2 0 16,0-3 0-16,2 2 0 16,1-2 0-16,3 2 1 0,-3-2-1 15,3 0 0-15,-3 0 0 16,-3 0 0-16,-1 1 0 15,-3-1 0-15,-2 1 0 16,-3 1 0-16,0-1 1 16,-1 1-1-16,-1 0 0 15,1 1 0-15,-2-1 0 16,2 1 0-16,3 0 0 0,-6 0 0 16,6 0 0-16,-3 0 0 15,2 0 2-15,-3-1-4 16,0 1 2-16,2 0 0 15,-1 0 2-15,0 0-2 0,1 0 0 16,3-1 0-16,-3-1 0 16,2 2 0-16,-1 0 0 15,0 0 0-15,1 0 1 16,1 0-1-16,0 0 0 16,-3 0 0-16,6 0 0 0,-1 0 0 15,0 0 0-15,1 0 0 16,0 0 0-16,0 0 0 15,1 0 0-15,-2 0 0 16,-1 3 0-16,1-1 0 16,-2 0 0-16,3 0 0 15,1-1 0-15,2-1 1 16,0 2-1-16,2-2 0 0,-2 2 0 16,0-2 0-16,0 3 0 15,-2-3 0-15,2 3 0 16,-3-2 1-16,3 1-1 15,-2 0 0-15,1-1 0 0,3-1 0 16,0 3 0-16,2-3 0 16,-3 0 1-16,1 0-1 15,2 0 0-15,-4 0 1 16,-2 1-1-16,0-1 0 16,-2 3 1-16,0-2-1 0,-2 2 0 15,4 1 1-15,-2-1-1 16,2-1 0-16,2-1 0 15,-2 1 1-15,3-2-1 16,0 0 1-16,0 0 0 0,-1 0-1 16,-1 0 0-16,1 0 0 15,-4 0 0-15,1 0 1 16,0 2-1-16,2 1 0 16,1-3 0-16,1 3 0 15,1-3 1-15,0 0-1 16,1 0 2-16,-1 1-2 15,0 1 0-15,-2-1 1 0,-1 2-1 16,-1-1 0-16,0-1 0 16,1 3-1-16,0 0 2 15,0-1-1-15,1-1 0 16,1 1 0-16,0-2 2 0,1 0-2 16,-2 0 0-1,0 0 0-15,-2 0 0 0,0 2 0 16,0-3 1-16,-1 1-2 15,3 0 1-15,-2-1 1 16,2 0-1-16,0 0 0 16,-1 0 0-16,2 0 1 15,-2 0-1-15,0 0 0 0,0 1 0 16,-1 2 0-16,-1-1 0 16,3 2 0-16,2-2 0 15,0 1 0-15,3-2 0 0,4 1 1 16,0-2-1-16,0 0 0 15,2 0 0-15,-3 0 0 16,1 0 0-16,1 0 0 16,-1 0 1-16,1 3-2 15,1-2 1-15,2 1 0 0,1-2 1 16,1 1-1-16,1 1 0 16,-3-2 0-16,1 1 0 15,0-1 0-15,-1 0 0 16,3 0 0-16,-3 0 0 15,0 0 0-15,1 0 0 16,-3 0 0-16,0 0 0 0,1 0 0 16,-3 0 1-16,1 0-2 15,1 0 2-15,2 0-1 16,-2 0 0-16,3-1 0 16,-2-1 0-16,1 1 0 15,1-2 0-15,-1 0 0 0,-1 3 0 16,0-3 0-16,-1 2 0 15,0-1 0-15,-2 1 1 16,0-2-2-16,-4 2 2 16,1-1-2-16,-2 0 2 15,-1 0-2-15,1-1 1 0,-2 0 1 16,-1 1-1-16,1 0 0 16,-2 0 0-16,-2-2 0 15,0 2 1-15,0-1-1 16,-3 0 0-16,0-1 0 15,1-1 0-15,-5 1 0 0,0-2 0 16,-3 1 0-16,0 0 1 16,-2-2-1-16,-3-1 0 15,1 2 0-15,-2-2 0 16,0-2 2-16,1-2-2 16,-2-2 0-16,1 0 1 0,-1-4-1 15,-1-1 1-15,-1-1 0 16,2-3-1-16,-3 0 1 15,1-1-1-15,2 0 1 16,-1 0-1-16,0 1 0 16,1-1 0-16,-2 0 0 0,0 0 0 15,-2-3 1-15,1 1-2 16,-5 1 1-16,1-2 1 16,-2 4 2-16,-1-4 3 15,0 4-1-15,0 1-2 16,0-1 1-16,0 2-2 0,0-2-1 15,-1 2 0-15,-2-3 0 16,1-2-1-16,-4-2 0 16,1 1-1-16,-2-2 0 15,-1 1 1-15,-3 0-2 16,0 2-1-16,-3 2 3 0,-1 1 2 16,-2 0-4-16,0 3 1 15,-2 2 1-15,0-2 0 16,-1 3 1-16,-1 0-1 15,1 1 0-15,-2 0-1 16,-2-2 1-16,0 0 0 0,1 2 0 16,-2-1-1-16,-2 0 1 15,-2 1-5-15,0 0 10 16,0 3-4-16,-5 0-2 16,3 0 2-16,-4 4-2 15,-1 0 1-15,0 2 0 16,-2 0 0-16,2 2-2 0,-4-2 1 15,-1 1 0-15,1 2 0 16,-2-3 1-16,1 3 0 16,-1-2-1-16,0 0 2 15,-3 1-2-15,-2-2 1 16,2 1 0-16,-2 0 1 16,1 1-2-16,1-1 1 0,0 2 1 15,1-1-2-15,2 3 1 16,-1-1 1-16,0 0-2 15,-2 0 1-15,1 3 1 16,-4-2-2-16,2 0 1 0,-3 0 0 16,2 0 0-16,-4 1 0 15,3-1 0-15,-2 0 0 16,-2 0-2-16,5 0 2 16,-4-1-1-16,5 2 1 15,-1-2 1-15,1 1-1 0,1 1 0 16,-2-2 0-16,2 2 0 15,-2-1 0-15,-1 2 0 16,0-1 1-16,-2 1-2 16,0 0 1-16,-2 0 0 15,1 0 1-15,-2 0-1 0,-1-1 0 16,7 1 0-16,-5-2 0 16,2 2 0-16,2 0 0 15,-3 0 0-15,1 0 0 16,-1 0 0-16,-1 0 0 15,-1 0 0-15,0 0 0 0,0-1 0 16,2 1 0-16,1-2 0 16,2 2 0-16,1 0 0 15,3-1 0-15,1 1 0 16,1 0 0-16,-4 0 0 16,3 0 0-16,-2 0 0 15,2 0 0-15,-4 0 0 16,3 0 0-16,-2 0 0 0,0 0 0 15,-2 0 0-15,0 3 0 16,1 0 0-16,2-1 0 16,2 1 0-16,1 0 0 0,4 0 1 15,-2-2-1-15,2 2 0 16,0-1-1-16,0 0 2 16,-3 1-2-16,1-1 2 15,0 0-2-15,-1 0 1 16,0-1 1-16,0 1-1 15,1 0 0-15,-1 0 0 16,2-2 0-16,3 0 0 0,-2 0 0 16,1 0 0-16,4 0 0 15,0 0 0-15,0 0 0 16,1 0 0-16,0 0 0 16,-1 0 0-16,0 0 0 15,-3-3 0-15,-1 2 0 0,0-1 0 16,-1 1 0-16,0 0 0 15,-2 0 1-15,-1-1-3 16,-2 0 2-16,-3 2 1 16,-2-2-1-16,-4 0 1 0,0 0-1 15,-3 1 1-15,-5-3-1 16,2 4 0-16,-3 0 1 16,-3 0 0-16,-1 5-1 15,-3 5 0-15,-1-5-34 16,2-5-152-16</inkml:trace>
  <inkml:trace contextRef="#ctx0" brushRef="#br0" timeOffset="3987.32">11551 12827 81 0,'0'3'41'0,"0"-3"-35"0,0 0 6 0,0 0-3 0,0 0-5 0,0 0-2 15,0 0 0-15,-1 0-2 16,-1 0 2-16,0 0-2 15,-2 0 0-15,-2 0 0 16,-2 0 0-16,0 0 1 16,-1 0 0-16,-2 0 3 15,-5 0-1-15,-1 0 1 0,-1-1-2 16,-1 1-1 0,-2 0 0-16,-2-2-1 0,0 2 0 15,-2 0 1-15,0 0-1 16,0 3 0-16,-1 4-1 15,2-1 2-15,-3 1-2 0,0 0 1 16,2 0 0-16,-1 3 0 16,0 0 0-16,-1 1-1 15,4-1 1-15,-2 1 0 16,2 1-1-16,2 1 2 16,1 1-1-16,2-1-1 0,0 1 1 15,3 0 0-15,1-1 0 16,3 4-1-16,-3 0 2 15,3 0-2-15,2 3 2 16,-2 0-1-16,2 3 1 16,0 0 0-16,-2 2-2 0,4-1 3 15,-4 3 0-15,0-1 2 16,0 3 0-16,2-3 0 16,-3 5 4-16,1-1-4 15,-2 1-1-15,2 3 0 16,2-1-1-16,-2 0 0 15,1-2 0-15,2 2-2 0,3-3 2 16,-1-1-1-16,1 0-1 16,2-3 3-16,-1 1-2 15,2-2-1-15,-1 1 1 16,2-1-1-16,-1 1 0 16,2-1 1-16,0 1-1 15,0-2 1-15,0 0 0 0,0 0-1 16,6-1 1-16,-2-2-1 15,2 1 0-15,0-4 1 16,1 0 0-16,1-1-1 0,2-2 2 16,-2 0-2-16,3 0 1 15,-2-2-1-15,1 0 2 16,0 0 0-16,1 0-1 16,1-2-1-16,1 2 0 15,1-1 1-15,-1-2 0 16,3 0-1-16,-3-1 1 0,5 0 1 15,-1 1 1-15,4-2 0 16,1 1-1-16,0-1 1 16,3 0-3-16,0 0 2 15,-1-1 0-15,3 0-1 16,3-1 0-16,-4-2-1 0,3 0 0 16,2-1 2-16,-2 0-1 15,-2-3 1-15,2 0-2 16,-2 0 0-16,2 0 1 15,-1 0 2-15,2 0 0 16,2 0 1-16,1 0-3 0,-3 0 1 16,5-4-2-1,-4 1 1-15,-2 0-1 0,5 3 1 16,-5-1-1-16,0 1 0 16,2 0 0-16,-1 0 0 15,3 0 0-15,-2 0 1 16,1 0-1-16,1 1 0 0,-2-1 0 15,-2 0 0-15,1 0 0 16,0 0 0-16,-2 0 0 16,3 0 0-16,-2 0 1 15,2 0-1-15,-1 0 0 0,1-1 0 16,0-2 0-16,0 0 0 16,-1 2 0-16,1-2 0 15,2 0 1-15,-2 0-1 16,1 0 0-16,1 2 0 15,0-2 0-15,1 3 0 0,-3 0 0 16,1 0 0-16,-2 0 0 16,0 0 0-16,-1 0 0 15,-2 0 1-15,2 0-1 16,0 0 0-16,0-2 1 16,3 0 0-16,3 0-1 0,1 0 2 15,1 0-2-15,2-1 0 16,-1 1 0-16,-1-1 1 15,1 0-1-15,1-2 0 16,-1 1 1-16,2-2 2 16,1 1 2-16,3-1 0 15,0 0-2-15,3 1-1 16,0-1-1-16,-1 2-1 0,0 0 1 16,-1-1-1-16,-3 2 1 15,1-1-1-15,-1 1 0 16,-1 1 0-16,3-3 1 0,0 4-1 15,0-2 1-15,-2 0-1 16,-2 2 0-16,-1-1 0 16,0 2 2-16,-1-1-2 15,-2-2 0-15,0 3 0 16,2-3 1-16,0 0-1 16,-4-1 0-16,4 1 0 0,-1-1 1 15,2 1-1-15,-1-1 1 16,2 0-1-16,1 0 0 15,-2 1 1-15,1-2-1 16,2 1-1-16,0 1 1 0,-1-1 1 16,4 0-1-16,2 1 1 15,-2-1-1-15,0 1 0 16,2 0 0-16,-3 0 0 16,-2 0 0-16,1-1 0 15,0 1 0-15,1 0 0 0,1 0 1 16,3 0-1-1,0 1 0-15,-1 2 1 0,-4 0-2 16,2 0 2-16,-1 0-2 16,-5 0 2-16,3 0-1 15,-2 0 0-15,0 0 0 16,3 0 0-16,-4-2 0 0,2 2 0 16,-1-1 0-16,1-1 0 15,-1 2 0-15,0 0 0 16,2 0 0-16,-2 0 0 15,-2 0 0-15,3 2 1 16,-3 1-1-16,2 1 0 0,1-1 0 16,0 1 0-16,-1-1 0 15,0 3 0-15,3-3 0 16,-1-1 0-16,2 2 0 16,0-4 0-16,1 0 0 15,0 0 1-15,-2 0-2 16,1 0 2-16,-4-1-1 0,1-3 0 15,-1 1 0-15,-3-1 0 16,1 1 0-16,-4-1 0 16,4-1 1-16,-3 2-1 15,0-1 0-15,0-1 0 16,-4-1 0-16,-1 3 0 0,-3-3 0 16,-1 1 0-16,-6-2 0 15,2 1 0-15,-3-4 1 16,0 3-1-16,-3-2 0 15,0-2 0-15,0-3 0 16,-3 0 1-16,1-2-1 0,-3-4 3 16,1 2-3-16,0-3 1 15,-4-4 3-15,1 1 3 16,1 1-2-16,-2-1-3 16,1-1-1-16,1-1-1 15,-3 2 0-15,1-2 0 0,-2 2 0 16,1-1 0-16,-1 1-1 15,-2-2 2-15,0 0-1 16,0-3 0-16,-3 0 2 16,1-1-6-16,-2 1 5 15,0 0 0-15,0-1-3 0,0 3 1 16,0-1 0-16,-2 3 2 16,-3 0-2-16,-2 1 0 15,0 2-3-15,-4 0 2 16,-1 3-2-16,-1 1 3 15,-1 1-1-15,-3 4 3 0,-2-1-4 16,-1 1 3-16,-2-1-4 16,1 3 5-16,-6-2-3 15,0 1 2-15,0 1 1 16,-2 1 0-16,0-1-2 0,-4 2 1 16,2-2 0-1,-3 3 0-15,-1 0 0 0,-4 0 0 16,-2-2-1-16,-2 3-1 15,-3 0 2-15,0-2 0 16,-2 5-2-16,2-2 3 16,-2 1-2-16,4 0 2 15,-5 1-1-15,2-1 0 16,-4 0 1-16,1-2-1 0,-3 1 0 16,-3-1 0-16,2 0 0 15,-4 0 0-15,2 0 0 16,3-1-1-16,-4 2 1 15,4 0-1-15,1 1 0 16,1 0 1-16,2 1 0 0,-3-2 0 16,0 3-2-16,0-2 0 15,0-1 4-15,1 3-3 16,-1 0 0-16,-2-1 2 16,2 3-2-16,2 1 2 15,-2-2-1-15,0 2 1 0,4 0-2 16,-1 0 2-16,2 0-1 15,-3 0 0-15,1 0 1 16,0 0-1-16,-3 0 0 16,0 0 0-16,2 0 0 15,-4 0 1-15,1 3-1 0,0-1 0 16,0 0 0-16,-1 1 0 16,4 3 0-16,-2-2 0 15,4 0 0-15,0-1 0 16,-3 1 0-16,4-1 0 15,-2 2-1-15,4-2 2 0,-6-1-1 16,6 0 0-16,-4-1 0 16,3 1 0-16,-2 0 0 15,-1-2 0-15,2 0 0 16,-3 2 0-16,4-2 0 16,-4 1 0-16,4 1 0 0,-3-1-1 15,2 0 1-15,0 1 0 16,0 0 1-16,-2 0-1 15,1 0 0-15,0-1 0 16,0 0 0-16,-2 1 0 16,2-2 0-16,-2 1 0 0,1-1 0 15,0 2 0 1,3-2 0-16,0 2 0 0,3-1 0 16,2 0 0-16,-2 0 0 15,1-1 0-15,1 2 0 16,-1-2 0-16,2 0 0 0,-1 0 0 15,2 0 0-15,1 0 1 16,0 0-1-16,-1-2 0 16,-1 0 0-16,0 1 0 15,1 0 0-15,-2 1 0 16,3 0 0-16,0 0 0 16,2 0 0-16,0 0-1 0,2 0 2 15,3-1-1-15,-2-1 0 16,4 1 0-16,0-2 0 15,-1 0 0-15,4-1 0 16,-1 0 1-16,1-1-1 0,0 0 0 16,4 0 0-16,-2 0 1 15,-1 0-2-15,3 0 2 16,-1-1-2-16,0 2 1 16,2-2 1-16,-2 1-2 15,1 0 2-15,2 1-1 16,-4-2 0-16,3 3 0 0,-1 1-1 15,-1 0 1-15,1-1 0 16,-3 3-1-16,2 0 2 16,-2 0-2-16,0 0 1 15,-2 0 0-15,-4 6 0 16,-1 2 0-16,-6 1 0 0,-8 8 0 16,-6 0-15-16,-13 0-55 15,-11-4-122-15</inkml:trace>
  <inkml:trace contextRef="#ctx0" brushRef="#br0" timeOffset="15939.89">13428 11373 9 0,'0'0'3'0,"0"0"6"0,0 0 4 0,0 0 2 15,-2 0 2-15,2 0 1 16,0 0-5-16,0 0-3 15,0-2-4-15,0 1 2 16,0 0-1-16,-2 1 3 16,-1 0-1-16,2-2-4 15,-1 2 1-15,1 0-1 0,-1 0 2 16,2-1 1-16,-2 0 1 16,2 1-4-16,0 0-1 15,0 0-2-15,0 0-2 16,0 0-2-16,0 0-1 0,0 0 3 15,0 0 0-15,0 0 0 16,0 0 0-16,0 0 2 16,2 0-2-16,0 2 0 15,-2-2 0-15,1 3 0 16,1 0 0-16,-1-2-2 16,2 4 2-16,-1-4 0 0,0 2 0 15,0 0 0-15,1 1 0 16,4-1-1-16,-3-2 1 15,1 2 0-15,-1-1 0 16,0-1 0-16,-1 0 0 16,-1 1 1-16,2-2-2 0,-2 0 1 15,1 0-1-15,-1 0 1 16,2 0 1-16,1 0 2 16,-3 0-3-16,3-4 3 15,1-1-5-15,1-2 4 0,2-1-1 16,2-2 0-16,1-5 0 15,3 0 0-15,1-5-2 16,2 0 3-16,6-1-2 16,-1-3-2-16,0 0 6 15,4-1-3-15,-1 3 1 16,1-3-1-16,1 3-1 16,-1 0 1-16,0 0-1 0,-2 2 1 15,-1 1-1-15,-3 1 0 16,-2 2 0-16,-1 2 0 15,-2 5 0-15,-3 0 0 0,-2 3 0 16,-1 3-1-16,-1 3 0 16,-1 0-12-16,-3 0-33 15,-2 3-5-15</inkml:trace>
  <inkml:trace contextRef="#ctx0" brushRef="#br0" timeOffset="16744.29">13424 11347 29 0,'-3'2'2'0,"2"-2"0"0,-1 3-2 0,2-2 0 15,-1 1 0-15,1 0 0 16,0 1 1-16,0-1 1 16,0 0 1-16,1 1-1 0,5 0 1 15,-2 0-2-15,-1 0-1 16,3 1 0-16,-1-1 0 16,-2-2 0-16,0 1 0 15,0-2-1-15,1 0 3 0,-1 0 6 16,1-4 4-16,2-5-3 15,2 1-3-15,1-4-1 16,3-1-1-16,4-1 1 16,0-4-1-16,6-3 0 15,0-1 3-15,5-4 2 0,1-2-2 16,3 2 1-16,2-2-3 16,-3 3-4-16,3 1 0 15,-6 4-2-15,-5 1-28 16</inkml:trace>
  <inkml:trace contextRef="#ctx0" brushRef="#br0" timeOffset="21115.62">13355 11411 24 0,'-5'0'-2'0,"0"0"6"0,3-1-3 16,-3 1 5-16,2-2-2 15,0 1 4-15,-1 1 4 16,2 0-3-16,-1-3-2 0,1 3 5 15,1-1 3-15,1-1-4 16,0 0-3-16,0 0-5 16,0 2-2-16,0-1 0 15,0-1-1-15,0 2 0 16,0 0-1-16,0 0-1 0,0 0 0 16,0 0-1-16,2 0 1 15,0 3 1-15,2 3 0 16,0-2 0-16,-1 0-1 15,0-1 2-15,2 1 0 16,0-1-1-16,-3 0 1 16,3 1 0-16,1 1 0 0,-1-2 0 15,1 2-1-15,0-2 2 16,2 0-2-16,-3-2 1 16,1-1-3-16,0 0 5 15,4 0-1-15,-2 0-1 16,2-7 2-16,1-1-1 0,0-4 1 15,2-1-1-15,1-1-1 16,-1-1 1-16,1 0-1 16,1-3 0-16,-1-2 0 15,1 2 0-15,2-4 2 0,1-2 5 16,5-1 4-16,0-4 2 16,4 0 5-16,2-3-3 15,0 0-3-15,-1 0 1 16,-1 2-3-16,0 1 1 15,-6 3 0-15,1 2-4 16,-5 4-2-16,2 2-3 0,-8 3-1 16,3 2-1-16,-1 4 1 15,-3 3-1-15,2 0 0 16,-3 5 0-16,-1 1-1 16,2 0 0-16,-5 5-10 0,-2 3-34 15,-3-3-47-15</inkml:trace>
  <inkml:trace contextRef="#ctx0" brushRef="#br0" timeOffset="22135.4">13693 14012 33 0,'0'0'52'0,"0"0"-38"0,0 0 1 0,0 0-6 16,0 0-2-16,0 0 0 15,0 0 2-15,0 0 6 16,0 0-5-16,0 0-2 16,-7 1-4-16,7-4-3 0,0 1 0 15,0-1-1-15,4-1 1 16,-1 1-2-16,3 0-4 15,-4 0-8-15,0 1 0 16,0 1 7-16,-2 1 5 16,0-1 3-16,0-1-2 0,0 2 0 15,0 0 1-15,0 0-1 16,0-2 1-16,0 2-1 16,0 0-2-16,0 0-5 15,0 0-5-15,0 0 7 16,0 0-7-16,0 0-15 0</inkml:trace>
  <inkml:trace contextRef="#ctx0" brushRef="#br0" timeOffset="25541.47">11200 11396 50 0,'-6'0'4'0,"-1"-2"8"0,2-1-5 0,-4-1-4 15,1 3 2-15,-2-1-4 16,-1 1-1-16,-2 1 1 16,-1 0-1-16,1 0 0 15,-3 0 0-15,1 1 0 0,-1 4 0 16,-1 0 0-16,0 2 0 16,2 0 0-16,-3 2-1 15,0-2 1-15,0 2 0 16,0-1 0-16,1 2 0 0,-1 3 0 15,2-2 0-15,-2 1 0 16,-1 0 1-16,1 4 1 16,1 1 0-16,-4 0-1 15,2 3 0-15,1 0 1 16,1 1 1-16,1 2-3 0,2 2 1 16,1 1-1-16,4 1 0 15,-2-2 0-15,1 1 0 16,2 1 1-16,1 0-1 15,1-1 0-15,0 1 0 16,2 1 0-16,0 0-1 16,4 2 1-16,-2 1 0 0,2 0 0 15,0 1 1-15,2-1 0 16,4-1-1-16,2-1 2 16,-1-3-2-16,3 0 0 15,2 0 0-15,-3-2 0 0,5 0 0 16,3-3 0-16,1-1 1 15,-1 0 0-15,2-2-1 16,0-1 0-16,1-1-1 16,-1-3 0-16,0 0 3 15,-2 0 1-15,4-1 0 16,-3-2 0-16,3 2-2 16,-1 0 1-16,4-2 0 0,1 0 0 15,-2 0 0-15,4 1-1 16,0-2 1-16,2 0-2 15,1-1 2-15,1 2-2 0,-2-3 1 16,1 3 0 0,3-4 0-16,0 4-1 0,0-3 1 15,2-2 1-15,-1 1 0 16,4-3-1-16,-1-3 0 16,1 0 1-16,1 0 1 15,-1 0 2-15,2-6 0 16,2-2-1-16,-2 1 1 0,2-3-3 15,0 1 0-15,0-2 1 16,-2-2-3-16,0 1 1 16,-2-2 0-16,-4-2 0 15,1 0-1-15,-2-1 2 16,1-2-1-16,-1 1 0 0,-1-1 0 16,1 1 0-16,-1-2 0 15,-1-1 0-15,0 0 0 16,-4-1 1-16,-2 3-1 15,-2 1 1-15,-1-2-1 0,-5 2 0 16,-1-2 6-16,-2-1-7 16,0 1 0-16,-2-3 0 15,-3 2 0-15,-1-2 0 16,-2-1 0-16,0-1 0 16,-3 0 1-16,1 0-1 15,-2-1 1-15,-2 2 1 0,0 1 1 16,0-1-3-16,-5 1 4 15,-1 2-3-15,-1-3 2 16,0 0 0-16,0-2 0 16,1 2-2-16,2-2 0 0,-5 1 2 15,0-1-3-15,0 2 0 16,0 2 0-16,-5 2-2 16,1 1 2-16,-1 2 0 15,-1 1-1-15,-1-1 2 16,-2 2 0-16,0-1 0 15,1 0 0-15,-3 0-1 16,1 1 0-16,0-2 0 0,-3 2 1 16,3-1 1-16,0 0-1 15,0 1 1-15,0 1-1 16,-1 1 2-16,3 0 0 16,-4 3 1-16,2 0-3 0,2 1 0 15,-5 1 0-15,1 1 0 16,-2 1-1-16,-1-1 1 15,-1 1 0-15,-1 1-1 16,1-1 1-16,-4 0-1 16,2 2 1-16,-2 0 1 0,-2 3 0 15,1-1-2-15,-1 2 0 16,0 0 1-16,-5 0-2 16,1 7 2-16,-1 3-1 15,-1 0 0-15,-3 4 1 0,3 1-2 16,-3 0 2-16,2 6-1 15,-3 1-1-15,1 0-28 16,-4-2-35-16,-7-3-62 16</inkml:trace>
  <inkml:trace contextRef="#ctx0" brushRef="#br0" timeOffset="27590.94">13752 11323 63 0,'0'0'4'0,"0"0"19"0,0 0-5 0,-46-27-3 16,33 23-1-16,-1-2-3 15,0 1-1-15,1 2-3 0,1-1-5 16,0 1-1-16,2 0 1 15,-3 1-1-15,-1 1-2 16,-3 1 1-16,0 0 0 16,0 0 0-16,-1 0 0 15,-4 3 0-15,4 1-2 16,-4 3 2-16,2-1 0 0,-3 2 0 16,-3 0 0-16,1 2 0 15,2-1 0-15,-1 1 0 16,-2 2-1-16,2-2 0 15,0 0 0-15,3 1 1 16,0 0 0-16,0 2 0 0,-3 1-2 16,6 0 1-16,-3 2 1 15,1 2-1-15,1-2 1 16,-1 1-1-16,2 3 0 16,0 0 1-16,0-3 0 15,3 3 0-15,2-2-1 0,1 2 0 16,3-1-1-16,1 2 1 15,2-1 1-15,-1 1-1 16,1 2 0-16,1-2 0 16,1-1 2-16,2 0-2 15,-3 1 1-15,-1-2 1 0,5-1-1 16,-1 4 0-16,-2-2 1 16,1 2-1-16,1-1 1 15,0 2 0-15,2-1-1 16,-2 0 0-16,2 1-1 15,0 0 0-15,2-2 2 0,5 2-2 16,-1-2 2-16,4-3-1 16,-3 1 1-16,1-2-1 15,-1 1 0-15,3 1 2 16,-2-2-2-16,1 3 0 0,1-2-2 16,2 2 2-16,3 3 2 15,-1-3-1-15,2 1 0 16,0 0 1-16,3 1-1 15,-1-2 2-15,1 1-2 16,0-3 0-16,2-2-1 16,1 2 1-16,0-3 1 0,2-2-2 15,1 0 2-15,3-1 2 16,-1-2-2-16,2-2 0 16,0 1 0-16,0-2-1 15,-3 0 1-15,2-3 0 16,-1-1-1-16,1-3 1 15,5 0-1-15,-2 0 3 0,7-3-1 16,-1-3-2-16,2-2 0 16,1 1-1-16,-1 0 0 15,1-3 0-15,-2 0 0 16,-2-3 0-16,-1-1 0 0,0-3 0 16,0 0 1-16,-2-3-1 15,-1-1 0-15,-1-3 1 16,-1-2-1-16,-1-2 1 15,-3-3 1-15,0-3 2 16,-3-3 0-16,-3-3 0 16,-3-1 1-16,0-2-3 0,-2 0 0 15,-1 2-3-15,-6 4-9 16,-3-1-67-16</inkml:trace>
  <inkml:trace contextRef="#ctx0" brushRef="#br0" timeOffset="28506.73">14997 12418 13 0,'0'0'24'0,"0"0"-21"0,0 0-2 0,0 0-1 16,0 0 1-16,0 0 1 16,0-1 15-16,0 1 6 15,0 0-6-15,-2 0-2 16,2-1-3-16,0 1-2 15,0 0-4-15,0 0-2 0,0 0 2 16,0 0 2-16,0 0-7 16,0 0-1-16,0 0 0 15,0 0-2-15,0 0 4 16,0 0 0-16,3 0-2 16,0 0 1-16,4 0 0 0,-2 0 0 15,4 0 2-15,-2 0 1 16,3 0 3-16,4-1-1 15,-1-3-2-15,1 0-1 16,0-2 0-16,3 3-3 16,-1-1 0-16,0 1 0 15,-1-1 1-15,1 3-1 0,-5-1 1 16,1 1-1-16,-2 1-2 16,1 0-4-16,-6 0-9 15,4 0-17-15,-6 0 6 16,-1 0-5-16,-2 0-21 0</inkml:trace>
  <inkml:trace contextRef="#ctx0" brushRef="#br0" timeOffset="28834.33">15002 12493 71 0,'0'0'13'0,"0"0"14"0,0 0 6 15,0 0-9-15,0 0-17 0,0 0-7 16,0 0 2-16,0 0 4 15,37-17-3-15,-22 12 0 16,-1-1 0-16,3 2 0 16,1-2 0-16,-3 3-3 15,-2 1 0-15,1-1 0 0,-6 0-13 16,-1-3-62-16</inkml:trace>
  <inkml:trace contextRef="#ctx0" brushRef="#br0" timeOffset="30164.28">15031 11594 17 0,'0'0'5'0,"0"0"8"0,0 0 1 0,0 0 3 16,0 0-1-16,0 0 1 15,0 0-4-15,0 0-2 16,0 0-6-16,0 0-3 0,0 0 1 15,-34-25-2-15,28 25 0 16,-1-1 2-16,-2 0 5 16,2 0 5-16,-1 0-6 15,1 1-5-15,-2 0 0 16,0 0-2-16,2 0-2 0,-3 0 4 16,-1 0-2-16,3 0 0 15,-2 0 0-15,1 0 0 16,1 0 1-16,0 1 1 15,1 0 0-15,-1 1-1 16,2 1-1-16,-2-2 1 0,1 2-1 16,-3 0 0-16,2 1 0 15,3-2 0-15,-2 0 0 16,1 1 0-16,3 0 0 16,-1 3 0-16,1 0-2 15,0 3 1-15,0-2 0 0,-1 4 2 16,2 0-1-16,-1 0-1 15,1 1 1-15,2-2-1 16,-3 2 0-16,3 0 1 16,-2 0-3-16,2 1 2 15,-2-1 1-15,0 2 0 0,0 0 0 16,0 0 0-16,1 1 0 16,-3 0 0-16,2-1 0 15,-2 0 0-15,1 1 0 16,2 0-1-16,0 2 0 15,1 0-1-15,0 2 2 0,0 1 2 16,0-1-2-16,0 2 0 16,-2-2 0-16,2 1 1 15,0 0-1-15,0-3 0 16,0 0 0-16,0 0-1 16,0 0 1-16,0 0 0 0,0-1 0 15,0-2 1-15,0 0-1 16,0 1 1-16,0-1-2 15,0 0 1-15,0 0 0 16,0-1 0-16,0 0 0 16,0 1 0-16,0-2 1 15,0 1-2-15,2 0 1 0,-1-1 1 16,1 0-1-16,0 1 1 16,2 1-1-16,-2-1 0 15,0 2 0-15,0 0 0 16,0 0 2-16,1 0-2 15,1-2 0-15,1 1-4 0,0-3 5 16,1 2 0-16,0-4-1 16,3 2 2-16,-1 0-1 15,0-3 1-15,3 1-1 16,-1 0-2-16,1-3 1 16,1 0 2-16,3 0 1 0,0-2 3 15,3-1 3-15,2-1-1 16,2-2-3-16,7 0 0 15,0 0-5-15,4 0 10 16,1 0-19-16,-2-10-75 0</inkml:trace>
  <inkml:trace contextRef="#ctx0" brushRef="#br0" timeOffset="31388.26">14931 11536 78 0,'0'0'8'0,"0"0"7"0,0-1-5 15,0-2-4-15,0 3-1 16,0-3-2-16,0 0 0 15,3 2 6-15,2-2 1 0,0 2-3 16,4-2-3-16,-1 0-2 16,2 0-1-16,3 0 0 15,0 2-1-15,2-2 1 16,1 2-1-16,1-2 0 16,0 0 2-16,1 1-2 15,-4 0-2-15,2 2 2 16,-1 0 0-16,-2 0 0 0,-2 0 0 15,-2 0-1-15,-1 0 0 16,-2 0-1-16,-1 4 0 16,0 0-1-16,0 3 2 15,-1-4 0-15,2 4 0 0,0 0 0 16,-1-1 2-16,1 1-2 16,-1 2 1-16,0-1-1 15,3 1 0-15,-3 1 1 16,3 0 0-16,-3 1 0 15,4 0 0-15,-3 1 0 0,1 1 0 16,-3-1-1-16,1 2 0 16,-1-1 0-16,-1 1 0 15,-2 1 1-15,1 0 0 16,0-1 0-16,-2 3 1 0,0-2-1 16,0 2 1-16,1-1-1 15,-1 1 1-15,0 1 0 16,0-1 0-16,0 1 0 15,-1 1 0-15,-1 1 0 16,0-2 1-16,1 2-1 16,-2 0 1-16,3 1 0 0,0-2-1 15,0 2 0-15,0-1 0 16,0 0-1-16,-2 1 1 16,0 0-1-16,-3-1 0 15,1 0 0-15,0-3 2 16,-2 2-2-16,1-1 0 15,-2-1 0-15,2 2 0 0,1-2 1 16,0 1-1-16,0 1 0 16,3-2 1-16,-1 1-1 15,2 1 0-15,0-1 1 16,0 0-1-16,0-2 0 16,0 1 0-16,0-1 0 0,0 0 2 15,0 0-2-15,2-3 1 16,0 3-1-16,1-2 2 15,1 0-2-15,-2-1 1 16,0-2-1-16,0 0 0 16,-1-2 1-16,1 0-1 0,-2-3 0 15,0-1 0-15,0-2 0 16,0 1 1-16,-4-2 5 16,-5-1 13-16,-6 2-11 15,-2 0-5-15,-5 1-1 16,-1-3-13-16,0-1-32 0,-2 0-23 15</inkml:trace>
  <inkml:trace contextRef="#ctx0" brushRef="#br0" timeOffset="32590.97">15693 12404 39 0,'-3'0'0'0,"1"-1"0"0,-1 1-2 0,1-2-9 16,-2 2-6-16,0 0 11 15,1-1 7-15,-1 1 5 16,0-2 5-16,2 1-1 15,-1-2 4-15,0 3-1 16,3-1 1-16,-2-1 2 0,0 2-5 16,0 0-4-16,1 0-3 15,0-1-2-15,-1 1-1 16,1 0 1-16,1 0 2 16,0 0-3-16,-2 0 0 15,2 0-1-15,0 0 0 0,0 0-2 16,0 0-1-16,0 0 1 15,0 1 2-15,3 1 1 16,2-1 0-16,3 2-1 16,-2-2 0-16,2 1 0 15,2-1 1-15,2-1-1 16,1 0 5-16,1 0-2 0,3 0 4 16,2 0-9-16,2 0 7 15,4 0-4-15,-2 0-1 16,2 0 1-16,1 0-1 15,-2 0 1-15,-1 0-1 16,2 0 0-16,0 0 0 16,1 0 2-16,-2 0 3 0,3 0 0 15,-2-3-3-15,0-1-1 16,2 3 1-16,-1-3 0 16,1 1-2-16,-3 0 1 15,-2 0-1-15,-1 1 0 16,-3 2 0-16,-1-1 0 0,-1 1 1 15,-2 0-1-15,1 0 0 16,-1 0 1-16,-5 0-1 16,2 0 0-16,0 0-6 15,-2 0-4-15,-3 0-9 0,-1 1-2 16,0 1-10-16,-5 0-26 16</inkml:trace>
  <inkml:trace contextRef="#ctx0" brushRef="#br0" timeOffset="33352.68">15643 12427 45 0,'0'0'11'0,"0"0"-6"0,0 0 7 0,0 0-6 16,0 0 3-16,0 0-2 16,0 0-3-16,0 0-6 0,0 0 4 15,0 0 6-15,0 0-4 16,0 0-1-16,0 0-1 15,34 0-1-15,-20 0-1 16,-2 1 0-16,2-1 2 16,0 2-2-16,0-2 1 15,3 0-2-15,0 0 1 0,2 0 0 16,0 0 1-16,2 0 2 16,3 0 0-16,-1 0-1 15,1 0-2-15,0 0 1 16,1 0-1-16,2 0 1 15,-4 0-1-15,0 0 0 0,0 0 0 16,-4-2 2-16,1 1-2 16,-1-1 1-16,0 0 2 15,1 0 2-15,-2 1 0 16,4-2-3-16,-3 2-1 0,4 0-1 16,-3 0 1-1,3-1-1-15,-3 1 0 0,2 1 1 16,-1-1-1-16,-2-1 1 15,-2 2-1-15,0 0 1 16,-3 0 0-16,-4 0-1 0,-1 0 1 16,-2 0-1-16,-2 0 2 15,-3 0-2-15,0 0-3 16,-2 0-7-16,0 0-13 16,0 0 3-16,-4 2-10 15</inkml:trace>
  <inkml:trace contextRef="#ctx0" brushRef="#br0" timeOffset="33985.86">15659 12411 92 0,'0'0'4'0,"0"0"2"0,0 0-4 0,0 0-4 15,0 0 1-15,0 0-1 16,0 0 2-16,0 0 2 16,0 0 6-16,0 0 4 15,0 0-6-15,38 6-4 16,-23-2-1-16,2-3 1 15,1 2-2-15,4-1 0 0,2-1-2 16,1 1 2-16,4-2 0 16,0 0 0-16,2 0 2 15,1 0-2-15,4 0 3 16,1 0 1-16,-1-2-1 16,2-2 0-16,2 0-1 0,-2-1-1 15,-2 1-1-15,2 1 1 16,0-1-1-16,-4 1 0 15,-4 2 0-15,0-1 1 16,-8 1-1-16,0 1 0 16,-7 0 1-16,-1 0-1 15,-5 0 0-15,-1 0 0 0,-2 0-1 16,-4 0-3-16,0 0-8 16,-2 0-7-16,0 0-5 15,-6 1-21-15</inkml:trace>
  <inkml:trace contextRef="#ctx0" brushRef="#br0" timeOffset="34513.39">15753 12434 74 0,'0'0'2'0,"0"0"-3"0,0 0-2 0,0 0 3 0,0 0 0 16,0 0-1-16,0 0 2 16,45 1 10-16,-27-1 2 15,3 0-1-15,4 0-5 0,0 0-1 16,4 0-3-16,0 0-1 16,0 0-1-16,0 0-1 15,-2 0 1-15,-1 0-1 16,-4 0 0-16,-1 0 0 15,-3 0 0-15,2 0 0 16,-4 0 0-16,-1 0 1 0,1 0 2 16,-2 0 1-16,0 0 0 15,-1 0-2-15,-2 0 0 16,0 0-2-16,-5 0 0 16,-1 0-4-16,-1 0-2 15,-2 0-2-15,-1 0-1 0,1 0-2 16,-2 0-9-16,0 0-62 15</inkml:trace>
  <inkml:trace contextRef="#ctx0" brushRef="#br0" timeOffset="35079.5">15793 12441 47 0,'0'0'48'0,"0"0"-40"15,0 0 10-15,0 0-5 0,0 0 5 0,0 0-4 16,0 0-3-16,0 0-8 16,0 0-8-16,0 0 6 15,-7-2 0-15,20 2 2 0,4 0-1 16,2 0-2-16,2 0 0 16,4 0 0-16,3 0 0 15,2 0 0-15,3 0 0 16,0 0 0-16,3-2 2 15,0 0-1-15,0-1 0 16,2-1-1-16,-4-1 1 0,1 0 0 16,-1 2 1-16,-1-1 1 15,0 1 2-15,-1-1-1 16,1 3-2-16,-4-1-1 16,-2 2 0-16,-2 0-1 0,-2 0 0 15,-4 0 2-15,-1 0-2 16,-5 0 0-16,-1 0 1 15,-4 0-1-15,-1 0 0 16,-4 0 1-16,-1 0-2 16,-2 0 2-16,0 0-6 15,0 0-21-15,-5 0-14 0,-7 2 2 16</inkml:trace>
  <inkml:trace contextRef="#ctx0" brushRef="#br0" timeOffset="35545.54">15779 12430 45 0,'0'0'-9'0,"0"0"-5"0,0 0-2 0,0 0 11 0,0 0 7 0,0 0 16 16,0 0 3-16,0 0-1 15,43 8-5-15,-28-8 2 16,5 0-4-16,5 0-6 0,1 0-2 15,5 0-4-15,4-1 0 16,-1-1 0-16,4-1-1 16,-1-1 1-16,4 0 1 15,-1 0 2-15,-2-1 3 16,5 1 2-16,-4 1-4 0,1-1-4 16,-4 1 1-16,1 2-1 15,-9-2 0-15,-1 0-1 16,-4 3 2-16,-3-1-1 15,-7 1-1-15,-4 0-3 16,0 0-17-16,-9 0-7 0,0 0-28 16</inkml:trace>
  <inkml:trace contextRef="#ctx0" brushRef="#br0" timeOffset="36057.33">15758 12467 96 0,'0'0'3'0,"0"0"12"0,0 0-5 0,0 0 3 15,0 0 4-15,0 0-8 16,0 0-7-16,0 0-13 16,0 0 17-16,10 0-4 15,9 0-2-15,3 0 1 16,4 0-1-16,3 0 0 16,2-2 2-16,5-1-4 0,3-1 2 15,-1-2 2-15,6 1-4 16,-1-1 4-16,2 0-2 15,-1 1 0-15,3 0 1 16,-4-2-1-16,1 3 0 16,-4-2 0-16,-1 1 1 15,-8 0 3-15,-3 1 1 0,-3 1 2 16,-8 2-3-16,-2-2 0 16,-2 3-3-16,-4 0-1 15,-4 0 1-15,-2 0-1 16,-2 0 0-16,1 0-1 15,-2 0-1-15,0 0 1 0,0 0 0 16,0 3-5-16,0 1-24 16,-5-1-7-16,-1 0-30 15</inkml:trace>
  <inkml:trace contextRef="#ctx0" brushRef="#br0" timeOffset="36489.89">15855 12451 24 0,'0'0'2'0,"0"0"19"0,40-3 1 0,-23-1-7 15,4 1-2-15,2 0-1 16,2 2-6-16,2-1-5 16,1 1 0-16,0 1 1 15,-6 0-8-15,0-1-30 0</inkml:trace>
  <inkml:trace contextRef="#ctx0" brushRef="#br0" timeOffset="37693.76">17323 11718 31 0,'-4'0'-9'0,"-2"0"-13"0</inkml:trace>
  <inkml:trace contextRef="#ctx0" brushRef="#br0" timeOffset="38960.96">17323 11718 6 0,'-42'-17'35'0,"35"13"-3"16,2 1-13-16,2 0-7 15,-6 0-7-15,4 2-4 0,-5 1 0 16,1 0-1-16,-1 0 1 16,-3 0-1-16,0 0 2 15,-1 0 4-15,-1 0 1 16,1 0-1-16,-3 0-3 16,3 1-1-16,1 3-1 15,1-2-1-15,1 2 1 0,1 2-1 16,-1 0 0-16,3 1 0 15,-2 1 0-15,0 3 0 16,1 2 0-16,0 0 0 16,-1 3 0-16,2 0 0 15,0 0 0-15,3 0-1 0,-2 2 1 16,0 0 1-16,0 0-1 16,3 0 0-16,-3 1 0 15,2 0 0-15,1-1 0 16,-2 0 0-16,2 2 0 15,1 0 0-15,1 1-1 0,-2-1 1 16,2 4 0-16,1-2 0 16,0 3-1-16,1-2 2 15,0 1-1-15,0-2 0 16,4-1-1-16,2 0 1 0,-1-2 1 16,3-1 0-16,0 1-1 15,1 0 0-15,1 1 0 16,0 0 0-16,1-1 1 15,0-1-2-15,0 2 3 16,0-2 0-16,-2-2-2 16,1-2 0-16,0 0 0 0,1-1 0 15,1-4 0-15,1 0 2 16,5-1 2-16,-3-4 0 16,4 1 2-16,3-3-1 15,-3 1-3-15,4-2 2 16,-2 1-2-16,2-2-1 0,-4 0 0 15,3 0 1-15,-4-2 1 16,2-3 3-16,-2-1 3 16,-2 0-2-16,1 0-3 15,-1-2-1-15,-5 1-1 16,1 0-1-16,-2-2 0 0,-4 1 0 16,2-3 2-16,-2-1 8 15,1-2 0-15,2-2-3 16,-1-2-5-16,3-1-3 15,-1-2 1-15,0 1-1 16,-2 2 0-16,-2 0 1 0,-1 2-1 16,-2 0 1-16,1 1 0 15,1 0 1-15,-3 1-1 16,0 1 0-16,1-1-1 16,3 3 0-16,-2-2 1 15,-3 3-1-15,3-3 0 16,-2-1 0-16,-2 1 2 0,0-1 1 15,0-3 2-15,0 0 1 16,0-1-2-16,-3 0-3 16,-1 0 3-16,0 2-2 15,0 1 1-15,2-1-3 0,-1 2 1 16,1 1-1-16,-2 0 1 16,-1 1 0-16,0 0-1 15,0 2-1-15,0 2 2 16,0-2-2-16,-4 3 1 15,4 0-1-15,-1 0 1 16,1 0 2-16,-3 0-2 0,2-1 1 16,-2 1-2-16,3 0 3 15,-2 0 1-15,1 1-2 16,1 1 3-16,-1 0-3 16,1 1-1-16,1-2 1 15,0 3-1-15,1-1-1 0,-4 1-1 16,2-1-2-16,1 1 4 15,-4-1 1-15,3 0-1 16,-3-2 0-16,0 2 1 16,1-1 1-16,1 0-1 0,-1-2 0 15,0 2-1-15,1 1 1 16,1 0-1-16,-1 0 0 16,0 2 0-16,0 1-1 15,1-1 1-15,0 1-1 16,2 1 0-16,-2 0 1 15,2 0 0-15,0 0 0 0,1-1 0 16,0 0 1-16,-2 1-1 16,1 0 0-16,1 0-3 15,-1 0-25-15,-2 1-12 16,0 4-7-16,0-3-17 0</inkml:trace>
  <inkml:trace contextRef="#ctx0" brushRef="#br0" timeOffset="44241.44">17706 13540 26 0,'2'-1'23'0,"-1"-2"-14"0,-1 0-1 0,0 2 3 16,0-1 3-16,0 1-8 15,0 0-4-15,-3-1-2 0,-2 2 7 16,1 0 0-16,0-3 5 15,2 3 8-15,-1 0 6 16,2-1-10-16,0 1-12 16,1 0-10-16,0 0-13 15,0 0 15-15,0 0 2 16,0 1-1-16,0 2 1 0,5 0 4 16,-3 0-2-16,1-3 4 15,0 1 9-15,4-1 4 16,-1 0-5-16,5 0-3 15,2-3-5-15,5-5 1 16,3-2-3-16,4-4-1 0,4-1 0 16,-2 0 0-16,0-2-1 15,-1 1 3-15,-4 2-1 16,1-2-2-16,-7 4 1 16,0 2-1-16,0 2-1 15,-5 2-34-15,-1 1-60 0</inkml:trace>
  <inkml:trace contextRef="#ctx0" brushRef="#br0" timeOffset="47022.43">18003 5273 82 0,'0'0'2'0,"0"0"-1"0,0 0 0 0,0 0 1 0,0 0 17 15,0 0 2-15,0 0 6 16,1-41 13-16,-1 36-14 16,0 1-10-16,0 1-9 15,0-1-2-15,0 4-3 0,0-3-1 16,0 3 0-16,0 0-1 16,0 0-1-16,0 0-3 15,0 0-2-15,-1 8 3 16,-2 1 1-16,1 4 0 15,-2 1 2-15,4 2 1 16,-2-2-1-16,2 2 0 0,0-2 1 16,0 0-1-16,0-3 0 15,0 1 1-15,4-1 0 16,2-1 0-16,2-1 1 16,-2-1 0-16,2-1 3 15,3-2-2-15,-2 0-1 16,3-3 1-16,1-1-1 0,0-1 0 15,1 0 1-15,-2 0-1 16,1-5 0-16,-3-3 1 16,-1 0-3-16,-1-4 3 15,0 1-3-15,-2 0 1 0,-2-1-1 16,-1 1 0-16,1 1 1 16,-4 1-1-16,2 1 0 15,-2 3 0-15,1 0 0 16,-1 2 1-16,1 2-1 15,0 1 1-15,-1 0-4 0,0 0-7 16,0 1 0-16,0 7 7 16,0 3 2-16,2 0 1 15,1 2 1-15,3 2 0 16,1 1 0-16,2-3 1 16,4 0-1-16,0-3 4 15,4-2-3-15,-3-2 1 0,1-3 1 16,-1-2-1-16,1-1 0 15,0 0 0-15,1-4-1 16,-1-5 1-16,-2-1 2 16,-1-4-1-16,-1 0 1 0,-3-3 6 15,-2 0 3-15,-2 0-4 16,-2 0-6-16,-2 1-1 16,0 4 0-16,0 3-3 15,-6 2-4-15,-2 4 1 16,-3 3-3-16,-1 1-19 15,0 8-29-15,2-1-40 0</inkml:trace>
  <inkml:trace contextRef="#ctx0" brushRef="#br0" timeOffset="47541.55">18561 5404 153 0,'0'0'6'0,"0"0"19"0,0 0-5 15,0 0-3-15,0 0-7 0,0 0-5 16,0 0-5-16,0 0-2 15,0 0 3-15,0 0-2 16,0 0 1-16,-33 45 0 16,29-31 0-16,2 0 0 15,0-1 2-15,2-1-2 16,0-2 1-16,2-2 0 0,7-1 0 16,-2-3 4-16,4-1-1 15,1-1 2-15,2 0 1 16,1-2-1-16,0 0-1 15,0 0 2-15,-1-6-4 16,0 1 0-16,-4-2 0 0,1-3-1 16,-4-1 0-16,-2-2 11 15,-1 0 1-15,-4-1-6 16,0 0-2-16,0 0-3 16,-6 0-3-16,-6 1-1 15,-1 1 1-15,-4 5-2 0,-1 4 0 16,-1 2-4-16,-5 1 1 15,4 1-10-15,2 8-19 16,4-2-25-16,5-3-68 16</inkml:trace>
  <inkml:trace contextRef="#ctx0" brushRef="#br0" timeOffset="47889.72">19017 5252 129 0,'0'0'28'0,"0"0"5"0,0 0-4 15,0 0-8-15,0 0-9 0,0 0-2 16,0 0-7-16,0 0 1 16,41-9 1-16,-29 9-3 15,1 0-1-15,-2 0 0 16,-2 0-32-16,1 4-56 15,-2-1-31-15</inkml:trace>
  <inkml:trace contextRef="#ctx0" brushRef="#br0" timeOffset="48044.18">19077 5375 196 0,'0'0'47'0,"0"0"-38"0,0 0-4 16,0 0-4-16,0 0 8 15,0 0-4-15,49 0-1 16,-28-4-26-16,3-3-111 16</inkml:trace>
  <inkml:trace contextRef="#ctx0" brushRef="#br0" timeOffset="48538.6">19534 5192 115 0,'0'0'5'0,"0"0"5"0,0 0-6 16,0 0-1-16,0 0 1 15,-37-3 6-15,29 3-6 16,2 3 0-16,-4 4-4 15,4-1 3-15,0 2-3 16,2 4-1-16,1-3 2 16,3 2-2-16,0-1 1 0,0 1 1 15,0 0 2-15,6-2-2 16,3 1 4-16,3-3 0 16,1 1-2-16,1-3 3 15,3-3-3-15,2 1 4 16,0-3-4-16,-1 0-1 0,1-1 4 15,-2-5-1-15,-1-4 2 16,-3 2 4-16,-2-4 0 16,-1 2 3-16,-2-4 0 15,-5 3-1-15,-1-2-8 16,-2 0-2-16,0 2-2 16,0 2 2-16,-7 1-5 0,-2 2 0 15,-4 5-2-15,-2 1-3 16,-2 0-3-16,0 0 1 15,-2 4-1-15,2 3-13 16,4-1-27-16,2 0-15 16</inkml:trace>
  <inkml:trace contextRef="#ctx0" brushRef="#br0" timeOffset="48844.64">19852 5199 226 0,'0'0'18'0,"0"0"18"0,0 0-11 15,0 0-3-15,0 0-3 0,0 0-5 16,0 0-5-16,0 0-4 16,0 0-4-16,0 0-4 15,0-10-12-15,0 10-20 16,0 3 5-16,0-2-25 16,2-1-94-16</inkml:trace>
  <inkml:trace contextRef="#ctx0" brushRef="#br0" timeOffset="49120.48">20163 5066 144 0,'0'0'85'15,"0"0"-70"-15,0 0 9 16,0 0-8-16,0 0 2 16,0 0-18-16,0 0-11 15,0 0-1-15,4 13 5 16,-4 5 7-16,0 5 3 16,0 4-1-16,-2 5 4 0,-1 5 3 15,-2 2-34-15,-3-3-103 16</inkml:trace>
  <inkml:trace contextRef="#ctx0" brushRef="#br0" timeOffset="50053.11">18229 6020 28 0,'0'0'58'0,"0"0"-30"16,0 0 4-16,0 0-6 0,0 0 0 16,0 0-3-16,2-38-6 15,-2 35-2-15,0 2 2 16,0 1 1-16,0 0-13 15,-2 1-13-15,0 8 5 0,-2 3 1 16,0 5 2-16,1 4 1 16,1-2 0-16,2 2 0 15,0-4 1-15,0-1-2 16,2-4 1-16,4-3 2 16,4-2-4-16,3-1 1 0,1-5 2 15,2-1-1-15,-1 0 1 16,2 0-5-16,-1-2-3 15,0-7 5-15,-3 2-2 16,-3-5 1-16,2 3 4 16,-2-1-2-16,-2 1-1 15,-2 2 0-15,-2 4 1 16,0 0 1-16,-4 3-2 0,2 0-5 16,-2 3 0-16,0 5 1 15,2 1 8-15,3 4-2 16,1-3 1-16,-1 0-1 15,6 0 2-15,-3-3 0 16,4-3 0-16,2-1-1 0,3-3 1 16,1 0 3-16,-2 0-2 15,0-3 2-15,0-4-1 16,-4-4-3-16,-2-2 1 16,1-3 2-16,-6-1 2 15,-1-1-1-15,-2-2 1 0,-2 4-4 16,0-1-2-16,0 5-1 15,0 2-2-15,-6 3 1 16,3 5-1-16,-1 2-13 16,-2 0-37-16,3 0-52 0</inkml:trace>
  <inkml:trace contextRef="#ctx0" brushRef="#br0" timeOffset="50523.44">18702 6067 251 0,'0'0'3'0,"0"0"-2"0,0 0 5 0,0 0 0 16,45-23 7-16,-35 18-4 0,1 0-1 16,0 2 0-16,-4-1-5 15,2 4-3-15,-1 0 0 16,-1 0-2-16,-2 6 0 15,1 4-3-15,-3 4 3 16,-1 2-13-16,-2 2-14 16,0-1 2-16,0 2-4 0,-4-4 16 15,-5 1 11-15,2-2 3 16,-5-3 2-16,1-1-2 16,1-3-2-16,0-1 7 15,2-2 7-15,3-1-8 0,-1 1 2 16,4-3-2-16,0 1-1 15,2 0 0-15,0-1-2 16,0 2 0-16,0-2-2 16,0 2 4-16,2 0-1 15,3-1-1-15,2-1 1 16,2-1 6-16,0 0 11 0,2 0-2 16,2 0 3-16,2-2-9 15,2-2-6-15,3 1-2 16,-1-1 0-16,-1-1-34 15,2-1-63-15</inkml:trace>
  <inkml:trace contextRef="#ctx0" brushRef="#br0" timeOffset="50807.37">19282 5939 201 0,'0'0'30'0,"0"0"8"0,0 0-13 16,0 0-10-16,0 0-5 15,0 0-7-15,0 0-4 0,42-14 2 16,-29 14-1-16,3 0 3 16,0 0-24-16,-3 0-92 15</inkml:trace>
  <inkml:trace contextRef="#ctx0" brushRef="#br0" timeOffset="50964.79">19373 6073 283 0,'0'0'8'16,"0"0"-6"-16,0 0-1 15,0 0 2-15,0 0 1 16,0 0-37-16,0 0-75 16</inkml:trace>
  <inkml:trace contextRef="#ctx0" brushRef="#br0" timeOffset="51472.09">19694 5968 45 0,'0'0'5'0,"0"0"8"15,0 0 2-15,-25 39-5 16,25-29 2-16,0 0-5 16,0-3-1-16,4 0 3 15,3-1-4-15,3 0 5 16,2-3-1-16,1-2-3 0,3-1 7 15,-1 0-2-15,3 0 3 16,3-3-4-16,-3-4-5 16,2 0 1-16,-3-2 4 15,-2-1 0-15,-3 0 0 16,-2-1 6-16,-4 1 8 0,-3 0-10 16,-1 0-8-16,-2-3 5 15,0 4 1-15,0 0-5 16,-6-1 0-16,-2 2-5 15,-1 2 0-15,-4 2-3 0,-1 1-2 16,-1 3-3-16,-6 0 4 16,1 1-3-16,0 8-1 15,2 1-10-15,3 1-10 16,2-1-9-16,6-3-30 16,6-1-59-16</inkml:trace>
  <inkml:trace contextRef="#ctx0" brushRef="#br0" timeOffset="51697.25">20076 5928 302 0,'0'0'5'0,"0"0"7"0,0 0-5 0,0 0 0 15,0 0 7-15,0 0-6 0,0 0-4 16,0 0-7-16,0 0 0 16,0 0-23-16,-14-6-13 15,7 12-17-15,2-2-63 16</inkml:trace>
  <inkml:trace contextRef="#ctx0" brushRef="#br0" timeOffset="52229.71">20230 5867 272 0,'0'0'0'16,"0"0"-7"-16,0 0 7 15,0 0 3-15,0 0 0 16,40-36 0-16,-31 33 2 0,-2 2 2 15,1 1-1-15,-1 0-5 16,2 0-2-16,0 1-1 16,-1 6 1-16,-1 2 1 15,0 1-1-15,-2 1-6 16,-1-1-3-16,-3 4-2 0,-1-3 4 16,0 1-1-16,0 2 4 15,-3-1-7-15,-4 1-7 16,-2 0-1-16,-2 2-6 15,-2-3 14-15,-1-2 2 16,1 2 2-16,-1-2 7 16,2-1 2-16,0-4 2 15,5 1-3-15,-1 0 1 0,5-3 0 16,1-2 1-16,0-2 6 16,2 0 10-16,0 0 5 15,0 0 8-15,4 0-10 16,3 0-12-16,2-2 0 0,3-3 2 15,3-1 0-15,3 2-4 16,4-2 3-16,-2 2-1 16,5-2 3-16,2 0-2 15,-1 1 1-15,1 2 4 16,-1 0-10-16,1 3-3 0,0 0-1 16,-4 0-11-16,-2-3-116 15</inkml:trace>
  <inkml:trace contextRef="#ctx0" brushRef="#br0" timeOffset="54107.82">19571 6699 205 0,'0'0'6'0,"0"0"4"0,0 0-8 15,0 0-2-15,0 0 0 16,0 0-5-16,0 0-2 16,0 0 4-16,0 0 3 15,0 0 1-15,2 37 2 0,-2-17-2 16,0 2 2-16,0 3-1 15,0 0 2-15,0-1-2 16,0-4 0-16,1-1 0 16,4-4-2-16,-4-3 1 15,1-3-1-15,1-1-1 0,-1-4 2 16,3-2 1-16,-3 0-1 16,5-2 6-16,-1 0 1 15,4 0-3-15,-2 0-1 16,4-4 1-16,1 1-2 15,0-1-1-15,1-1-1 0,1 3 0 16,-3-1 0-16,1 2 0 16,1 0 3-16,-3-1-2 15,-2 2-2-15,3 0 1 16,-3 0 0-16,-3 0-4 16,1 0-25-16,-6 0-51 0,-1 0-51 15</inkml:trace>
  <inkml:trace contextRef="#ctx0" brushRef="#br0" timeOffset="54335.5">19644 6856 200 0,'0'0'3'0,"0"0"3"0,0 0-2 0,44-11-1 0,-26 5-1 16,0-1-1-16,0 2 1 15,-2-2-1-15,-3 1-9 16,-2-1-38-16,-5-2-14 16</inkml:trace>
  <inkml:trace contextRef="#ctx0" brushRef="#br0" timeOffset="54506.1">19642 6707 209 0,'0'0'14'16,"0"0"2"-16,0 0 9 16,0 0-22-16,0 0-2 15,0 0-2-15,44-19 1 16,-23 19-31-16,3 0-78 0</inkml:trace>
  <inkml:trace contextRef="#ctx0" brushRef="#br0" timeOffset="54947.38">19954 6804 145 0,'0'0'-6'0,"0"0"11"0,0 0 8 16,0 0 18-16,0 0-4 15,36-16-4-15,-28 12-4 16,3 0-6-16,0 1-5 16,2 3-6-16,-2 0-1 15,-2 0-1-15,3 2-1 0,-4 7-1 16,0 3 0-16,-1-1 0 15,0 1-2-15,0 0 4 16,-5 0-3-16,2-3 1 16,-2-1 1-16,1-1-1 15,-3-4 1-15,0-1 1 0,0 0-2 16,0-2 2-16,0 0 7 16,0 0 5-16,0-4-1 15,-3-5-3-15,2 0 7 16,1-5-5-16,0 0-7 15,0 0 2-15,2 1-4 0,4 0 0 16,4 1-1-16,1 3 0 16,2 2-8-16,3 1-18 15,-3 3-33-15,3-1-71 16</inkml:trace>
  <inkml:trace contextRef="#ctx0" brushRef="#br0" timeOffset="55361.31">20265 6743 191 0,'0'0'5'0,"0"0"-2"15,0 0 1-15,0 0 3 16,0 0 2-16,40-13 4 16,-28 12-1-16,-1-1-1 15,3 2-7-15,-1 0-1 16,3 0-1-16,-3 9-2 15,-1 1 1-15,1 1-2 0,-4 3 1 16,1 0 0-16,-4 2 0 16,-1-3 0-16,-2 0 0 15,-1-2 0-15,-2-2 0 16,0 0-2-16,0-4 2 16,-4-1 0-16,-2-1 0 0,-2-3 2 15,1 0-1-15,1 0 1 16,1 0 2-16,1-3 7 15,2-4 5-15,2-2-3 16,0-2-3-16,0 0-5 16,0-2-1-16,4 1-2 15,3 0-1-15,1 2 0 0,2 1-1 16,-1 2-1-16,2 3-13 16,2 0-26-16,-3 1-40 15,0 1-115-15</inkml:trace>
  <inkml:trace contextRef="#ctx0" brushRef="#br0" timeOffset="56052.27">20599 6739 145 0,'0'0'3'15,"0"0"2"-15,0 0 1 0,0 0-3 0,0 0 0 16,0 0-6-16,0 0 1 15,0 0 12-15,0 0-1 16,8 21-3-16,-8-11-3 16,-2 0 0-16,2 1 1 0,0-1-1 15,0-1-1-15,2-1 0 16,2 1 0-16,2-4 2 16,-2-2-3-16,1 0 4 15,-1-3-1-15,2 0 4 16,-2 0 2-16,1 0-2 15,2-4-4-15,-5-3 0 0,0-2-1 16,-1 1-1-16,-1-2-1 16,0-2 0-16,0 0 4 15,0-1-2-15,-5 1-2 16,-2-1-2-16,1-2 0 0,0 4 2 16,0-1-1-16,0 1 1 15,2 1 0-15,-1 2 1 16,4 1 6-16,1 2-2 15,0-1-2-15,0 2 0 16,2 0-3-16,8 0-1 16,-2 2 3-16,2 2-3 0,3 0 0 15,-2 0 0-15,1 0 0 16,-3 7 0-16,-1 3-3 16,1 2 0-16,-3 5-2 15,-1 1 0-15,0 1 3 16,0 2 3-16,-1-3 0 15,2 0-1-15,-1-2 1 0,2-3 1 16,0-1-2-16,3-2 2 16,2-2 2-16,1-2 0 15,3-3-1-15,-3-1-1 16,4-2 2-16,-2 0-1 0,-1 0 2 16,1-8 5-16,-4 2 4 15,0-5 0-15,-3 1 0 16,-2-3-1-16,-2 2-6 15,-1-1-3-15,-2 1-2 0,-1 3-6 16,0 0-11-16,0-1-31 16,-6-2-72-16</inkml:trace>
  <inkml:trace contextRef="#ctx0" brushRef="#br0" timeOffset="56507.2">21271 6663 165 0,'0'0'33'0,"0"0"3"0,0 0-22 16,0 0-5-16,0 0 2 16,0 0-7-16,0 0-2 0,0 0-2 15,0 0 1-15,40-1 2 16,-31 1 1-16,2 0-1 16,0 0-2-16,2 0-1 15,-1 1 2-15,-4 4-12 16,0-1-55-16,-1 1-49 15</inkml:trace>
  <inkml:trace contextRef="#ctx0" brushRef="#br0" timeOffset="56657.16">21320 6778 150 0,'0'0'95'15,"0"0"-82"-15,0 0-12 16,0 0 6-16,0 0 10 15,0 0-9-15,58 5-6 16,-35-7-33-16</inkml:trace>
  <inkml:trace contextRef="#ctx0" brushRef="#br0" timeOffset="59825.82">22207 6570 89 0,'-1'0'11'0,"0"0"0"0,1 0 2 0,-3 0-1 0,1 0-2 16,-1 0 3-16,0 0 2 15,1-2-5-15,-4 1-5 16,1 1-1-16,0-2 1 0,0 2-5 16,1-2 1-16,2 0 0 15,-2 2-1-15,3-1 1 16,1-1 2-16,0 0 1 15,0 0-1-15,3-2 4 16,3 1-7-16,3-1 1 0,1 1 2 16,1 2-3-16,1 0 2 15,1 1-2-15,-1 0 0 16,0 0 1-16,-5 0-2 16,0 2 0-16,-2 4-3 15,-2 2 2-15,-1-1 0 16,-2 3-1-16,0 0-1 0,0 0 0 15,0 1-2-15,-7-2-2 16,1-2 2-16,-3 0 2 16,0 0 1-16,2-1 3 15,-3-2 1-15,1 3-2 16,2-2 3-16,2 0-1 0,-1-1-3 16,4-2-13-16,-1 1 1 15,1-3 10-15,2 0 3 16,0 0 3-16,0 0-1 15,0 0 5-15,0 0 9 16,0 0 0-16,0 0-11 0,0 0 0 16,0 0 0-16,2 0-4 15,2 0 1-15,1 0 1 16,2 0-2-16,-1 0 5 16,2 0 4-16,2 0 3 15,-1-3 0-15,1 1-7 0,0 0 6 16,1 0 1-16,-2-1-9 15,0 3-2-15,-1 0 0 16,-2 0 0-16,1 0-1 16,-3 0-2-16,-2 0-13 15,-1 0-20-15,-1 0-30 0,0 0-49 16</inkml:trace>
  <inkml:trace contextRef="#ctx0" brushRef="#br0" timeOffset="60615.94">22496 6510 27 0,'0'0'96'0,"0"0"-48"0,0 0-15 0,0 0-15 0,0 0-4 16,0 0-6-16,0 0-9 16,0 0-2-16,0 0 1 15,0 0 1-15,-38-14 2 16,25 25-2-16,-1 0 1 15,3 2-1-15,2-1-1 0,3-1 0 16,1 0 1-16,4-1-1 16,1-1 1-16,0-2 1 15,0 1 1-15,5-1-1 16,4-1 2-16,-1 0 1 0,5-2-1 16,0-1-1-16,2-3 1 15,-1 2-3-15,1-2 2 16,-1 0 0-16,-3 0-1 15,1-5 2-15,-4 1 0 16,-1-2 3-16,-1-2-1 0,-4-1 0 16,-1 2 3-16,-1-4-4 15,0-1 2-15,0 0-3 16,-3-1-2-16,-3 2-3 16,-1 2-2-16,-3 2-14 15,-4 3-15-15,1 2-56 0</inkml:trace>
  <inkml:trace contextRef="#ctx0" brushRef="#br0" timeOffset="61086.32">22834 6328 185 0,'0'0'1'0,"0"0"6"0,0 0 0 15,0 0-8-15,0 0-8 16,0 0 3-16,0 0 1 16,0 0 2-16,-10 44 1 0,4-24 0 15,2 4 1-15,1 2 1 16,0 2 1-16,2-1-1 16,-1 0 3-16,0 1 5 15,-1-2-5-15,0 0 2 16,-2-2 0-16,0 0-1 15,0-4-2-15,-2 3 0 0,0-5 3 16,1 0-2-16,1-2 2 16,-3-2-3-16,3-2 1 15,-2-2-6-15,1-3-11 16,-2-2-18-16,1-5-29 16</inkml:trace>
  <inkml:trace contextRef="#ctx0" brushRef="#br0" timeOffset="61285.37">22616 6602 69 0,'0'0'153'0,"0"0"-147"16,0 0-5-16,0 0-1 15,0 0 2-15,39-8-5 0,-32 8-19 16,-1 0-59-16</inkml:trace>
  <inkml:trace contextRef="#ctx0" brushRef="#br0" timeOffset="61463.46">22915 6612 248 0,'0'0'34'0,"0"0"-17"0,0 0-3 16,0 0-7-16,0 0-5 15,0 0-1-15,0 0-20 16,34-10-66-16,-42 10-51 16</inkml:trace>
  <inkml:trace contextRef="#ctx0" brushRef="#br0" timeOffset="64204.11">20380 6473 89 0,'0'0'33'0,"0"0"6"0,0 0-13 15,0 0-8-15,0 0-11 16,0 0-5-16,0 0-2 0,0 0-1 15,0 0-2-15,-40-37 3 16,30 37 1-16,-1-1-1 16,0 1 1-16,-3-2-3 15,2 2 3-15,-2 0-1 16,0 0-3-16,-1 0 5 16,1 0 0-16,0 0-1 0,-3 0-1 15,-1 0 0-15,1 0 0 16,0 2 0-16,-5-2 0 15,2 1 0-15,-3-1 0 16,-1 2 0-16,2-2 0 16,-3 1 1-16,1-1-2 0,-1 1 4 15,0 1-3-15,1-1 1 16,-1 1-1-16,0-1 2 16,-1 3 1-16,0-1 0 15,-2 3-1-15,-3 1-1 16,-1-1-1-16,-3 2 1 15,-1 1-1-15,-1-1 0 0,1 2 2 16,1 0-2-16,0 0 0 16,4-2 0-16,3 1 0 15,1 3 0-15,0-1 0 16,1 0 0-16,0-1 0 0,1 2 0 16,4 0 0-16,-1 1 0 15,2-3 0-15,5 3 0 16,-3-2 0-16,5 0 0 15,1 2 0-15,2-1 0 16,1 0 0-16,3 3 0 0,0 1 0 16,2 0 0-16,1 2 0 15,1 1 0-15,-1 1 1 16,1-3-1-16,2 2 0 16,0-1 0-16,0-2-1 15,0-1 1-15,0 2 0 0,5-3 0 16,1 2 0-16,1-3 1 15,1 1 1-15,2-1-2 16,-1-2 0-16,1-1 0 16,1 2-2-16,1-2 6 15,3-1-3-15,-1 1 1 16,7 1-1-16,-4-2 0 0,3 1 0 16,3-1-1-16,2-2 2 15,-1 3 2-15,-1-2-3 16,4 0 0-16,0 0 1 15,0 1-1-15,0-2-1 0,1-2 1 16,0 2 0-16,-1-4-1 16,3 0 0-16,1 0 1 15,1-2-1-15,2-1 1 16,1 0-1-16,-1 0 1 16,2 2-1-16,3-2 1 15,-1 0-1-15,5 1 2 16,-1 1-2-16,2 0 1 0,0-1 1 15,2 2-2-15,1-2 0 16,-1 0 1-16,0 1-1 16,2-1 0-16,0-1 0 15,4 0 1-15,-1 0-1 0,0 0 0 16,3 0 0-16,0 0 1 16,2 0-1-16,-3 0 0 15,5 0 0-15,-4-3 0 16,4 1-2-16,0-2 5 15,1 0-1-15,3 3 4 0,-2-2-2 16,3 0-2-16,-2 2 0 16,1-1-1-16,-5-1 0 15,3 1 1-15,-1-1-2 16,0 0 0-16,-1-1 1 0,1 1 0 16,0-2-1-16,-1 0 1 15,0-1 0-15,1-1-1 16,-3 1 0-16,3-2 1 15,-2-2-1-15,1 0 0 16,-1 0 1-16,0-2 0 16,1 0-1-16,-3-1 0 0,-1-1 2 15,-2 0-4-15,0-2 2 16,-5 2 0-16,-1-2 0 16,-4 2-1-16,-4-3 1 15,-3 1 0-15,-1-1 1 0,-3 0-2 16,-1 0 2-16,-2-1 1 15,-1-2 0-15,-1 0 5 16,-2 0-2-16,-4 0 0 16,2 0 0-16,-3-1-2 15,-2 4-3-15,-2-3 1 16,-3 2-1-16,0 0 0 0,-4 1 1 16,-2 1-1-16,1 1-1 15,-5-2 1-15,0 2 0 16,-2-1 1-16,0-3-2 15,-1 1 3-15,-8-2 1 16,2 0-3-16,-6 2 2 0,2-3-3 16,0 1 1-16,-3 0-1 15,2 0 1-15,-2 2 0 16,1-1 0-16,-1-1-3 16,0 3 3-16,1 1 3 15,-3 1-3-15,2-1-4 0,-2 5 2 16,0-1 1-16,-1 1 3 15,-5 1-4-15,0 2 0 16,-1 1 2-16,-4-1-1 16,-1 3 2-16,0-1-1 15,-1 3 0-15,-1-1 0 16,1 4 0-16,-1-1-1 0,-1 0 1 16,-1 1-1-16,-2 0 0 15,-3 0 1-15,-1 0 0 16,-2 0-5-16,-5 2 9 15,0 1-5-15,-2 1 2 16,-1 2-1-16,0-2-1 0,-3 2-2 16,0-2-2-16,-1 2 2 15,-2-1 2-15,0 1 0 16,0-2 0-16,0-1 1 16,-1 3-1-16,1-2 1 0,0-1 0 15,0 2 0-15,-2 0-2 16,0-1 4-16,0 2-2 15,0-2 0-15,-2 2 0 16,-2-2-2-16,0-1 0 16,1 1 2-16,-2 2 0 0,3-1-3 15,0-2 3-15,0 3 0 16,0 0 0-16,3 2-1 16,-2-2 2-16,3 2-1 15,3 1 0-15,0-1 1 16,0 0-1-16,4 2 2 15,-2-2-2-15,2 2 0 0,4-2 0 16,3 2 0-16,-1 0 0 16,2 0 0-16,5 2 0 15,1-1-14-15,6-4-47 16,8-4-73-16</inkml:trace>
  <inkml:trace contextRef="#ctx0" brushRef="#br0" timeOffset="65164.6">23357 6588 97 0,'0'0'3'0,"0"0"4"0,0 0 0 15,0 0 6-15,0 0 9 16,0 0 9-16,0 0-2 16,0-3-10-16,4 2 0 15,1-2-2-15,5-1-6 0,4-2-5 16,3 0 5-16,8 1-2 15,5-2-5-15,9-1-3 16,3-2 1-16,2-5-55 16</inkml:trace>
  <inkml:trace contextRef="#ctx0" brushRef="#br0" timeOffset="66504.2">17695 6827 27 0,'0'0'15'0,"0"0"5"0,0 0-4 16,0 0 3-16,0 0-2 0,0 0 1 16,0 0 1-16,0 0 7 15,0 0-7-15,0 0-10 16,0 0-4-16,0 0-2 16,-27-13 1-16,26 13 0 15,0 0-2-15,-1 0 1 0,-2 0-4 16,-2 0 1-16,2 0 0 15,-4 0 0-15,1 3-2 16,-2 2 2-16,0 1 1 16,2 1-2-16,-4 0 1 15,0 3 0-15,1-1-1 0,-3-2 0 16,2 4 2-16,0-1-2 16,-3 3-1-16,1-3 2 15,0 3-1-15,2 2 1 16,0 1-1-16,-1 0 0 15,3 5 0-15,0 0 1 16,0 3-1-16,0 1 1 0,1 2 0 16,3 4 1-16,-4-1-2 15,2 1 1-15,0 0-1 16,2 0 1-16,2-1 0 16,-1 0 0-16,4-2 0 0,0 1-1 15,0-1 0-15,2 3 1 16,3 0 1-16,2 2 1 15,-1 4-2-15,2-2 0 16,-1-1-1-16,-1-2 0 16,1-1 1-16,2-5 0 15,-1-2 0-15,2-3-1 0,1-1 2 16,-1-3 0-16,3 0 1 16,1-1 0-16,-2-3 2 15,1-1-2-15,0 0 0 16,0-1-1-16,2-4 1 15,-3 0 1-15,1-2-3 16,-2-1 3-16,-2-1 2 0,0-2 0 16,0-1 4-16,-4 0 5 15,-1 0-1-15,0 0-4 16,-1 0-4-16,-2 0-2 16,-1 0-1-16,0 0 0 0,0 0-1 15,0 0-17-15,-7 0-48 16,-1 0-75-16</inkml:trace>
  <inkml:trace contextRef="#ctx0" brushRef="#br0" timeOffset="67101.83">17541 7917 72 0,'0'0'35'0,"0"0"-28"0,0 0 2 15,0 0 1-15,0 0 2 16,0 0-6-16,0 0 3 0,0 0 7 15,0 0-4-15,0 0-5 16,0 0-4-16,40 0-1 16,-33 5 0-16,4 0-1 15,-2 1 1-15,-2 1 1 16,3 0-1-16,0-1-1 0,-5 0-1 16,1-1 1-16,1-2 0 15,-1 0 0-15,-1-3 0 16,-3 1 0-16,-1-1 2 15,0 0 6-15,0 0 17 16,-1-6 3-16,0-3-8 0,0-2-8 16,0-2 0-16,0-4-3 15,0-2 2-15,3-2-1 16,2-3-10-16,3-5-2 16,3-5-16-16,1-5-60 15</inkml:trace>
  <inkml:trace contextRef="#ctx0" brushRef="#br0" timeOffset="68788.81">18160 8092 61 0,'0'0'15'0,"0"0"-2"0,0 0-5 0,0 0-6 15,0 0-1 1,0 0-2-16,0 0 1 0,0 0 0 15,0 0 0-15,0 0 0 16,0 0 1-16,0 0 3 16,0 0 6-16,0 0 6 15,15-20 0-15,-15 19-3 16,0 1 0-16,0 0 1 0,0 0 2 16,0 0-1-16,0 0-5 15,0 0-6-15,0 0-1 16,0 0-5-16,0 0-1 15,0 0-9-15,0 0-6 0,0 0-30 16,0 0-11-16</inkml:trace>
  <inkml:trace contextRef="#ctx0" brushRef="#br0" timeOffset="70832.05">18715 6124 124 0,'0'0'1'0,"0"0"-2"0,0 0-9 0,0 0 0 0,0 0 5 16,0 0-4-16,0 0 5 15,0 0 5-15,0 0-11 16,0 0-61-16</inkml:trace>
  <inkml:trace contextRef="#ctx0" brushRef="#br0" timeOffset="73720.05">18742 6080 92 0,'0'-3'4'0,"0"-1"11"0,0-1 0 0,0 2 7 16,0-1 9-16,0 0-2 15,0 1-9-15,0-1-4 16,0 1 4-16,0 1-4 15,0 1-6-15,0 1-8 16,0 0-6-16,0 6-2 16,0 7 2-16,0 2 1 0,0 5 2 15,0 3 1-15,0-2 0 16,0 2 0-16,0-2 1 16,0 0-1-16,0-1 0 15,0-4 1-15,0 0-1 16,0-4 1-16,0-2 0 0,0-2 0 15,2-3 0-15,-1-2 0 16,0 0-1-16,-1-3 1 16,0 0 2-16,0 0 4 15,0-3-2-15,0-4-4 16,0-3 2-16,0-3-5 0,-2-1 4 16,0 0-2-16,0-3 0 15,1-2-2-15,1 2 1 16,0-1 0-16,0-2 1 15,0 1-2-15,0 1 4 16,0 4-4-16,0 1 4 0,1 3-2 16,-1 1 0-16,1 5 1 15,-1 0-1-15,1 4 0 16,-1 0-1-16,1 0-2 16,0 0-3-16,-1 8 2 0,2 4 1 15,-1 1 1-15,0 4 0 16,1 1 0-16,-2 2 1 15,0 3 1-15,0-3 0 16,0-1 0-16,0 0 0 16,0-4 0-16,2 0 1 15,0-4-1-15,-1-5 0 0,1 1 1 16,-1-3-1-16,0-4 2 16,-1 0-1-16,0 0 4 15,0 0 4-15,0-4-7 16,0-5 0-16,0-2-2 15,0-2 0-15,0-1 1 0,0-2-1 16,0-2 0-16,0-2 1 16,0 2-1-16,4-1 2 15,-2 0-2-15,-2 3 0 16,3 2 0-16,-3 3 0 16,1 4 0-16,-1 3 1 0,1 3-2 15,1 1 1-15,1 0-6 16,1 1 2-16,-2 9-2 15,2 4 2-15,0 2 2 16,1 4 0-16,-4-1 2 16,3 3 0-16,-2-2 0 0,-1-2-1 15,-1 2 1-15,0-4 0 16,0-2 0-16,0-1 0 16,0-5 1-16,0 0-1 15,-1-4 0-15,0-3-2 16,0-1-2-16,-1 0 9 15,0 0-2-15,1-6-2 0,1-6 1 16,0-1-1-16,-2-3 1 16,2-1-1-16,0-3-1 15,0 0 2-15,2 0-4 16,3-1 0-16,-1 0 2 16,1 0-1-16,-1 2 2 15,-1 2 0-15,-1 4-1 0,0 5 1 16,0 2 1-16,-2 3-2 15,0 3 1-15,0 0-6 16,0 3-5-16,-2 10 3 0,-4 4 1 16,1 4 3-16,-4 2 3 15,2 5 1-15,-2 2 1 16,3 0 1-16,-2-1-3 16,2-7-76-16</inkml:trace>
  <inkml:trace contextRef="#ctx0" brushRef="#br0" timeOffset="75235.62">18394 8085 3 0,'0'0'72'0,"0"0"-47"0,0-3 0 0,0 2-3 15,0-1-8-15,0 1-3 16,0 0-5-16,0-1-2 16,0 2-2-16,0-1 0 15,0 1 1-15,0-2-1 16,0 2 0-16,0 0 1 0,0 0-1 15,0 0-1-15,0 0-2 16,0 0 1-16,0 0 0 16,0 3 0-16,0 4 0 15,-2 1 1-15,2 3-1 16,-3 0 1-16,2 3-1 16,-1-1 0-16,2 4 0 0,0-3 0 15,-1 2 0-15,1 1 0 16,0 0 0-16,-1 1 0 15,1-2 1-15,0 1-1 16,0 0 1-16,0-4-1 16,1 1 1-16,4-4 1 0,1-1 2 15,-2-4-1-15,2 1 2 16,-1-3 1-16,0-2 0 16,0-1 1-16,-1 0 4 15,4 0 4-15,-4-7-2 16,1 0-5-16,3-4-3 0,-3-1-2 15,4-2-1-15,-2 1 0 16,2 2 0-16,2-2-2 16,-4 5 0-16,2 1 0 15,-3 4 0-15,0 2-2 0,-1 1 0 16,2 0-6-16,-3 2 3 16,1 5 2-16,2 2 1 15,1 1 3-15,-1 0-2 16,2-2 1-16,-2 2 1 15,4-4-1-15,-2 2 1 0,1-3 0 16,2-1 0-16,-1-4 1 16,0 0 0-16,1 0-1 15,-2 0 1-15,2-3 0 16,-2-7 0-16,0 2 0 16,-3-4-1-16,2 1 1 15,-3-2 1-15,-1-3 1 0,-1 1 5 16,-1-1 2-16,-3-2 0 15,0 1-2-15,0-2 0 16,0 2-6-16,0 0-1 16,-3 3-2-16,-1 1-1 15,-1 3 1-15,1 2-3 16,0 3 1-16,0 1-4 0,0 4-8 16,1 0-24-16,0 2-36 15,1 3-43-15</inkml:trace>
  <inkml:trace contextRef="#ctx0" brushRef="#br0" timeOffset="75896.25">18879 8251 67 0,'0'0'23'0,"0"0"4"0,0 0 10 15,0 0-3-15,0 0-13 16,0 0-1-16,0 0-2 16,0 0-8-16,0 0-3 15,0 0-7-15,0 0-5 0,0 0-1 16,0 0 2-16,0 0 2 15,15-1 0-15,-15 11 2 16,0 4-1-16,0-1 4 16,0 1-5-16,0 0 4 0,2 3-2 15,1 0 1-15,0-1-1 16,-1-2 0-16,0 3 0 16,1 0 0-16,-2-4 0 15,0 3 0-15,0-1-1 0,2-1-2 16,-1-1 6-16,-2 0-2 15,0-2 1-15,1-1-1 16,-1-1 0-16,0-2-1 16,0-2 1-16,0-1 0 15,0-2 0-15,0 0 0 16,0-1 2-16,0-1 4 16,0 0-3-16,0 0 1 0,-1 0-1 15,-1 0-1-15,-2 0-8 16,3 0-10-16,-1-3-21 15,1-5-60-15</inkml:trace>
  <inkml:trace contextRef="#ctx0" brushRef="#br0" timeOffset="76561.88">19294 8101 116 0,'0'0'36'0,"0"0"-9"0,0 0-18 0,0 0-6 15,0 0 1-15,0 0-1 16,0 0-2-16,0 0 2 0,0 0 4 16,0 0 0-16,0 0 1 15,0 0 3-15,26 0-2 16,-17 0 5-16,-3 0-2 16,3 0-6-16,1 0-4 15,-2 0-2-15,1 0 1 0,-2 0-1 16,2 0 0-16,-4 0 1 15,3 0-1-15,-3 0 0 16,1 0-1-16,-2 0-12 16,0 2-22-16,-2 1-37 15,-2-3-49-15</inkml:trace>
  <inkml:trace contextRef="#ctx0" brushRef="#br0" timeOffset="76845.86">19350 8233 88 0,'0'0'11'0,"0"0"11"16,0 0 22-16,0 0-8 15,0 0-11-15,45 1-6 16,-35-1 0-16,0 0-8 16,0 0-6-16,-2 0-3 0,0 0-2 15,1 0 0-15,-2 0 0 16,-1 0-7-16,0 2-23 16,-4-2-52-16</inkml:trace>
  <inkml:trace contextRef="#ctx0" brushRef="#br0" timeOffset="77485.75">20082 8054 240 0,'0'0'7'0,"0"0"0"0,0 0-5 15,0 0 0-15,0 0-1 0,0 0-4 16,0 0-38-16,0 0-15 16,0 0-17-16</inkml:trace>
  <inkml:trace contextRef="#ctx0" brushRef="#br0" timeOffset="77622.96">20069 8211 240 0,'0'0'50'0,"0"0"-46"16,0 0-5-16,0 0 0 15,0 0-10-15,0 0-49 0,0 0-88 16</inkml:trace>
  <inkml:trace contextRef="#ctx0" brushRef="#br0" timeOffset="78832.73">20340 8042 58 0,'0'0'20'16,"0"0"-14"-16,0 0 9 15,0 0-4-15,0 0 0 0,0 0-2 16,0 0 6-1,0 0-9-15,0 0 6 0,0-9 9 16,-3 8-4-16,1 1-12 16,-1 0-6-16,-1 0 6 15,-1 0-6-15,1 0-2 16,-4 1 6-16,2 2-3 0,0-1 1 16,1 2-1-16,0-1-1 15,-1-1 1-15,-2 2 1 16,2-1-1-16,0 1 0 15,-3 2 0-15,1-1-1 16,0 1 0-16,2 1-1 0,0-1 2 16,1-2-1-16,1 2 1 15,0-1-1-15,2 1 0 16,-2 0 0-16,0 1 0 16,1 3 1-16,1-3 0 15,0 3 0-15,-1-2 0 16,0 2 0-16,1-1 0 0,1 0-1 15,0-2-1-15,1 1 2 16,0-1 0-16,0 0 0 16,0 0 1-16,0-1 0 15,2 3-1-15,1-2 1 0,2-2-2 16,-1 1 1-16,1 0 2 16,1-1 0-16,1-1 2 15,0 1 2-15,-2-3-1 16,3 2 2-16,0-3 2 15,-1 0-2-15,1 2-2 16,0-3-2-16,2 0 0 16,-1 0-1-16,0 0 0 0,2 0 0 15,-3 0 0-15,1 0 1 16,1-1-3-16,-1-2 0 16,0 0 1-16,1 1 0 15,-1 0 0-15,-1-2 1 16,2 1 4-16,-2-3-1 0,1 3 1 15,1-2-1-15,-3 0-2 16,3 0 0-16,-6-2-3 16,2 2 1-16,-1 0 0 15,-1-1 1-15,0-3 0 16,-2 2 0-16,1 2 1 16,-1-4-1-16,-1 2-1 0,-1-1 1 15,0-1 0-15,0 1-2 16,0 0 0-16,0 0-2 15,0 1 2-15,0-1-1 16,-1 2 1-16,-3-1 0 0,3 1 0 16,-3-1 0-16,2 2 1 15,-1-1-1-15,-1 0 0 16,2 0 2-16,-3-1 0 16,1 1-1-16,0-1 1 0,-3 3-1 15,3-2-2-15,-1 1 0 16,-1 0-2-16,1 1 0 15,-4 1 6-15,4-1-3 16,-2 1 2-16,1 0-2 16,0 3-1-16,1 0-5 15,0 0-11-15,-1 0-15 16,1 0-16-16,1 3-51 0</inkml:trace>
  <inkml:trace contextRef="#ctx0" brushRef="#br0" timeOffset="79274.31">20632 8133 195 0,'2'0'3'0,"0"0"-3"16,-2 0 0-16,2 0 10 0,-2 0 16 15,0 0-4-15,0 0 1 16,0 0-8-16,1 0-4 16,-1 0-4-16,1 0-3 0,0 0-2 15,-1 0-2-15,0 0-1 16,1 0-7-16,0 0-19 15,-1 0-34-15,1-1-48 16</inkml:trace>
  <inkml:trace contextRef="#ctx0" brushRef="#br0" timeOffset="80343.28">20918 8057 97 0,'0'0'11'0,"0"0"0"0,0 0-6 0,0 0-2 0,0 0 7 16,0 0 12-16,0 0 6 15,0 0-6-15,0 0-5 16,0 0-3-16,-20-10-1 16,18 7-1-16,0-3-2 15,-1 2-5-15,3-2 0 0,-1 2-2 16,1-3-1-16,0 1-1 16,0 2 0-16,0 0-1 15,0-2 1-15,1 3-2 16,4-1 0-16,0 3 0 15,1 0-1-15,1-1 2 16,4 2-3-16,-4 0 4 0,2 0-1 16,-1 0-1-16,2 0 0 15,-2 4-1-15,-3 3-2 16,0 0-3-16,0 0 1 16,1 2 2-16,-2 1 0 15,0 0 1-15,-1 1 2 0,-1-2 0 16,0 0-1-16,0 3 1 15,0-3 1-15,-2 0-2 16,0 0 0-16,0-2 1 16,0 3 0-16,-3-2 0 15,-2 1 1-15,0-1-1 0,-2-2 1 16,0 1 0-16,-1 0 0 16,3-2 0-16,-2 0 1 15,0-2 0-15,1 3-2 16,1-3 2-16,1 1-1 15,0-1 1-15,1 1-1 0,0-1 0 16,2 0 0-16,-1 1 0 16,-3 0 0-16,3 0 0 15,0-1 0-15,0 0 0 16,2 1 0-16,-1-1 0 16,1-1 0-16,0 0-1 0,0 0 1 15,0 0 0-15,0-1 0 16,0-1 1-16,0 1 2 15,0-1-2-15,0 1 1 16,0 1-1-16,0-2 1 16,0 1-1-16,2 1 1 15,1-1 0-15,1-1 1 0,1 0 0 16,0 0 1-16,1 0 3 16,-2 0-3-16,2 0 0 15,1 0-1-15,0 0 0 16,0 0-2-16,-1 0 0 0,1 0 1 15,0 0 3-15,0 0 2 16,-1 0-1-16,1 0 2 16,1 0-5-16,-1 0-1 15,3 0-2-15,-2 0 0 16,4 0-13-16,-1 0-48 16,3 0-168-16</inkml:trace>
  <inkml:trace contextRef="#ctx0" brushRef="#br0" timeOffset="81005.42">21544 8111 61 0,'0'0'5'0,"0"0"10"0,0 0 3 0,0 0 0 0,0 0 12 16,0 0 0-16,2 0-2 16,5 0-5-16,0 0-1 15,4 0-2-15,-3 0-6 16,3 0-6-16,2-2-1 15,0 1-2-15,0-1 0 0,1 2 2 16,1 0-2-16,1-2-1 16,-1 2-2-16,1 0-2 15,1 0 3-15,-1 0-3 16,-3 0 0-16,-2 0 0 16,-1 0-5-16,0 0 0 15,-2 0-7-15,-2 0-11 0,-2 0-36 16,-1 0-71-16</inkml:trace>
  <inkml:trace contextRef="#ctx0" brushRef="#br0" timeOffset="81274.21">21680 8038 51 0,'0'0'125'0,"0"0"-89"16,0 0-26-16,0 0-1 16,0 0 4-16,0 0-3 0,4 37-3 15,-4-20-3-15,2 2-3 16,-1 2 1-16,-1 0 0 15,0 0-21-15,0-9-62 16</inkml:trace>
  <inkml:trace contextRef="#ctx0" brushRef="#br0" timeOffset="82934.7">21909 7852 110 0,'0'0'39'16,"0"0"10"-16,0 0-25 15,0 0-11-15,0 0-3 0,0 0-3 16,0 0-4-16,0 0-2 15,0 0-4-15,0 0 3 16,0 0-2-16,-2-3 6 16,0 3-2-16,1-2-1 15,0 0 2-15,1-1 0 16,0 1 3-16,0-3-5 0,-2 1 3 16,2-2-3-16,0 2-1 15,0-2 1-15,2 2-2 16,2-3-1-16,4 4-2 15,-1-1 0-15,3-1 2 16,2 1-1-16,-4 1 1 0,0-1 2 16,0 3 0-1,0-1 0-15,-3 2 0 0,0 0-1 16,-2 0 1-16,1 0-3 16,0 5 1-16,-1 4 0 15,1 0-1-15,-2 1-1 16,1 4 3-16,-1 0 0 0,0 0-1 15,0-1 0-15,0 0 2 16,0 0-1-16,0-2 1 16,0-3 0-16,1-2 0 15,-2-1 0-15,1-2 0 16,1-1 1-16,-1-1 0 0,-1-1 0 16,0 0 2-16,0 0-1 15,0-4 1-15,-1-3-2 16,0-1 0-16,0-2 2 15,0-1 6-15,2-2-2 16,-2 0-4-16,2 0-1 0,1 0-1 16,1-1 0-16,2 0 0 15,-1 1-1-15,4-1 0 16,-4 4-2-16,1-2 1 16,0 3 2-16,2-1-1 0,-5 2-1 15,3 0 2-15,0 3-1 16,-2-1 0-16,1 0 1 15,2 2-1-15,-4 1 1 16,2-1 1-16,0 0-2 16,0 1-1-16,-1 0 2 15,0 0-1-15,1 3 0 0,-1-1 0 16,1 1 0-16,0 0-1 16,1 0 0-16,-3 0 1 15,2 0-2-15,1 0-2 16,-3 0 0-16,1 4 1 15,-1 0-3-15,0 1 4 0,0 0 0 16,0 2 1-16,0 0 0 16,-1 3-1-16,3-1 1 15,-3 1 0-15,-1 1 1 16,0 1-1-16,0 0 1 16,1 2-2-16,-2-2 1 0,0 2 1 15,0-1-1-15,0 1 1 16,0 0 0-16,0 1 0 15,1-1 1-15,0 0-1 16,0-1 1-16,2 1 1 16,-3 0-2-16,0 0 0 15,2 0 0-15,-2 1 0 0,0 0 0 16,0-1-2-16,0 2 2 16,-5-2 2-16,-1 2-2 15,2-2 0-15,-3 0 0 16,2-1 0-16,1 0 1 15,0 3 0-15,0-2 0 0,1-2 1 16,-1 1 0-16,0 0 0 16,1 0 0-16,1 0-1 15,1 2 1-15,-1-1 1 16,-1 1-3-16,1 0 0 16,0 2 1-16,0-1-1 0,-2 2 0 15,1-1 1-15,0 1-1 16,-1 0 1-16,2 0 0 15,-2-1-1-15,2 0 1 16,1-1 0-16,1 1 1 16,0-2-2-16,0 2 2 0,0 1-2 15,0-3 2-15,0 1-2 16,0 0 1-16,0-5 0 16,0 1-1-16,0-4 0 15,2-1 1-15,1 0 1 16,0-2 3-16,2 1 2 0,1-3-2 15,-2 0 0-15,2 0-1 16,0-3 0-16,2 1 0 16,0-1 0-16,0 0 1 15,1 0 2-15,1 0-1 0,2-4 1 16,-3 1 1-16,3-2 3 16,-2-1 0-16,2 0-4 15,-1-1-2-15,-2 2-1 16,-2-2-2-16,1 2-1 15,-2 1 0-15,-3 0 1 16,-1 1-2-16,1 0-5 0,-1 1-16 16,-2-2-17-16,0-3-52 15</inkml:trace>
  <inkml:trace contextRef="#ctx0" brushRef="#br0" timeOffset="84316.34">22705 7457 46 0,'0'0'20'0,"-1"0"2"0,-1 0-4 0,-1 0-1 16,0 0 5-16,-1 0 1 16,1 0-6-16,0 0-10 15,-4 0-7-15,0 0 1 16,-1 0-1-16,0 0-1 0,-2 0 2 15,1 2-1-15,2 1 0 16,-4-1 0-16,0 1 0 16,1-2 0-16,-1 2 0 15,0 0 0-15,1-3 0 16,0 3 0-16,3 0 2 0,-1 0-2 16,3 0 0-16,0 1 0 15,2 2-2-15,-2 1 1 16,2 1 0-16,-1 1 0 15,0-1 0-15,2 2-1 16,1-1 2-16,1 2 4 16,0 0 0-16,0-2 0 0,0 4 1 15,4 0 0-15,3-2-2 16,-4 3-1-16,4 2-2 16,-3-3 1-16,1 1-1 15,-2 0 0-15,0 2 0 16,1-1 0-16,-1 0 2 0,2 0 2 15,-2 2-1-15,2 0 0 16,-2 1 1-16,1 1-3 16,0 1 1-16,-1-2-1 15,1 1-1-15,-2 2 0 16,1-2 1-16,-1 2-1 16,0-1 0-16,-2 1 0 0,1-1 0 15,0 0 0-15,1 1 0 16,-1-2 1-16,1 1-1 15,-2-2 0-15,1 0 0 16,-1-2 1-16,0 1-1 16,0 0-1-16,0-1 1 0,1-2 0 15,1 0 1-15,-2 0-1 16,2-1 0-16,-1 0 0 16,-1-2 0-16,1 2 1 15,0 1-1-15,-1-2 0 0,0-1 0 16,1 3 1-16,0-1-2 15,-1-2 1-15,1 1 0 16,0-1 1-16,0-1-1 16,2 0 2-16,0-1-1 15,-2-1 3-15,2 1-2 0,0-2 0 16,3 0 0-16,-3 0-1 16,3-3-1-16,2 3 2 15,2-1 0-15,-3-2 4 16,4-1-2-16,3 1 3 15,-1-4-2-15,3 0 3 16,3 0-1-16,2 0 0 0,3 0-5 16,4-3-1-16,4-6-9 15,4-6-104-15</inkml:trace>
  <inkml:trace contextRef="#ctx0" brushRef="#br0" timeOffset="87019.29">15681 11610 29 0,'-5'0'31'0,"2"0"-3"0,2 0-17 0,-1 0-1 16,0 0-3-16,-1 0 6 15,2 0 0-15,0 0-2 0,0 0-2 16,-1 0-5-16,1 0-2 15,-2 0 1-15,-1 0 0 16,0 0 0-16,1 0 2 16,-1 0 1-16,0 0 1 15,-2 0-3-15,3 0 2 16,-6 0 1-16,4 0-5 0,-1 0-1 16,1 0-1-16,-4 0 1 15,2 0-1-15,0 0 0 16,1 0 0-16,-3 0 0 15,2 0 1-15,1 0 3 0,1 0-1 16,1 2 0-16,0-2-1 16,0 2 0-16,0-2-1 15,0 0-1-15,-1 2 0 16,1-1 2-16,-3 1-1 16,1 1 0-16,-2-1 3 15,2 0 0-15,-1 2-1 16,1 2-2-16,-3-1-1 15,4 1 0-15,-3 0 0 0,1 2 0 16,-2 0 0-16,2 1-1 16,0 1 1-16,1 3 0 15,-1 0-2-15,0-2 1 0,0 5 0 16,3-3 1-16,-4 1-1 16,3 1 2-16,-2 1-1 15,2 0 0-15,-1 1 0 16,0 0 0-16,3 1 0 15,-1 2 0-15,-3 0 0 0,4-1 0 16,1 2 0-16,0-3 0 16,2 1 0-16,0-2 1 15,0-2-1-15,0 2 0 16,0-2 1-16,0 2-1 16,0-2 0-16,0 2 2 15,0 0-2-15,0-1 0 16,0 0 0-16,4 2 0 0,-2-4 0 15,3 2 1-15,2-2-1 16,-2-1 0-16,3 0 0 16,-1-3 1-16,2 0-1 15,0 1 0-15,0-3 1 0,1 2-1 16,0-1 0-16,1-1 0 16,-1 1 2-16,3 1 0 15,-2-2-2-15,3 0 1 16,-2 0 0-16,2-1 0 0,-1 0 0 15,-2 0 0-15,1-4 1 16,-3 2-1-16,1-1-2 16,2-3-2-16,-4-1 7 15,4 0-2-15,2 0-1 16,1-3 5-16,3-4-3 16,-5-3 1-16,3 0-1 0,-3 2-2 15,1-4 3-15,-3 1 0 16,2 0-2-16,-2-1-1 15,1 1 0-15,2-2 2 16,-1-1-3-16,0-2 2 16,0 2 1-16,-1-3-1 0,-1 0 0 15,-2 0 0-15,-1 0-1 16,-2 0 1-16,-2 1-1 16,-2-1 0-16,0 3 1 15,-2-2 0-15,0-1 0 0,0 1-1 16,0-2 0-16,0-3 0 15,0 1 0-15,-6-4-2 16,-1 1 2-16,0-1-2 16,0 3 1-16,-2-2-1 15,0 2 1-15,0 1-1 16,0 0 1-16,3 1-1 16,-5 0 1-16,4 1 0 0,0 0-1 15,1 4 0-15,-1-2 2 16,2 1 1-16,0 0-1 15,2 1-1-15,0 0 0 16,-1 1-1-16,-1 1 1 0,1 2-1 16,1 2-1-16,-1 1 2 15,-2 2-2-15,3 2-1 16,-1 0 0-16,-2 0 0 16,2 2 3-16,0 1-1 15,-1 0 2-15,1 0-4 0,2 0-12 16,-4 0-16-16,3 0-12 15,-2 0-39-15</inkml:trace>
  <inkml:trace contextRef="#ctx0" brushRef="#br0" timeOffset="87625.29">15645 11374 84 0,'0'2'2'0,"0"1"-2"0,0 0 1 0,0-1-3 16,1 1-4-16,2 0-2 16,0 0 6-16,1-2-1 15,-1 2 3-15,-2-1 1 16,1 2 2-16,0-3 1 16,0 3 4-16,0-1-2 0,0 0-2 15,0-3 0-15,-1 2-3 16,1-1 1-16,0-1-2 15,2 0 7-15,-2-1 1 16,4-7 7-16,0-1 2 16,0-3-3-16,3-1 1 0,-2-1-4 15,4-4 3 1,0-2 4-16,1-3-2 0,3 0-6 16,1-1-6-16,2-2-4 15,2 1 0-15,-2 2-16 16,-1-2-51-16</inkml:trace>
  <inkml:trace contextRef="#ctx0" brushRef="#br0" timeOffset="89577.57">22827 7933 48 0,'-3'0'53'0,"3"0"-40"16,-4-1 0-16,3-3-4 0,-2 1 5 15,3 0 3-15,0 1 5 0,0-2 1 16,0 1-6-16,0-1-8 15,0 1-5-15,0 0-3 16,0 2 0-16,0-2 0 16,0 0-2-16,3 2 1 15,2-2-2-15,-2 0 2 16,3 0 1-16,1 0-1 0,-2-1 0 16,3 2 0-16,-3 0 0 15,2-1 1-15,0 1-1 16,1 1 0-16,-2 1 0 15,1 0 0-15,1 0 0 0,0 0-1 16,-2 3 0 0,-1 4 0-16,-1 0-1 0,0 2 1 15,0-1 0-15,0 2 0 16,-3 1 2-16,1-2-1 16,2-2 1-16,0 0-1 15,-2-2 1-15,1-1 1 0,2-3 1 16,1-1 3-16,-2 0-1 15,3 0 4-15,-1 0-4 16,4 0-2-16,-3-4 2 16,2-2-3-16,-1-1-1 15,0-1 0-15,0-2 1 0,-3 0-1 16,-1 0 0-16,2-3 2 16,-2 1-2-16,-2 1-1 15,1 2 1-15,0 0-1 16,-1 3 0-16,0-1 0 15,0 3 0-15,0 1 0 16,-1 0 0-16,-1 3 0 0,0 0 0 16,0 0-4-16,0 0-2 15,1 0-3-15,-1 0 5 16,0 3 1-16,0 4 1 16,0 2 1-16,3-1 1 0,-3 1-2 15,4 2 1-15,-1 2 1 16,2-2-1-16,-1 5 1 15,0-1 0-15,-1 3 0 16,1 0 0-16,-1 0-1 16,-1-1 0-16,0 0-1 0,0 0 1 15,0-1 2-15,0-3-2 16,-1 3 1-16,1-4 1 16,-2 1-1-16,0 0 0 15,0 1-1-15,0 0 0 16,-5-1 1-16,0 0 0 15,-1-3 1-15,-1 0-1 0,-1-2 2 16,-1-2-2-16,-1-2 2 16,0-1-1-16,0 0 6 15,0-3 0-15,2 0 0 16,-1 0-1-16,2 0 1 0,2-2-1 16,0-3 4-16,1-2 0 15,0-2-3-15,3 1-1 16,1 0 0-16,0-3 5 15,0 4-8-15,0-1-3 16,4 2 1-16,1 2-2 16,2 1-5-16,3 1-18 0,-2 1-24 15,0-2-41-15</inkml:trace>
  <inkml:trace contextRef="#ctx0" brushRef="#br0" timeOffset="90137.49">23329 8011 115 0,'-1'0'14'0,"-1"0"1"0,0 0 3 0,2 0-5 15,0 0 4-15,-1 0 5 16,1 0 1-16,0-1-3 15,0 0 0-15,0 0-4 0,0 0-5 16,0 1-4-16,0-3-3 16,0 3 0-16,3-3-3 15,5 2 1-15,-3-2-1 16,4 2 0-16,2-1-1 16,0 0 0-16,2 0 0 15,1 2 1-15,3 0-3 16,-1-1-24-16,0-2-40 0,1 0-58 15</inkml:trace>
  <inkml:trace contextRef="#ctx0" brushRef="#br0" timeOffset="91005.85">23641 7802 103 0,'0'0'7'0,"0"0"0"16,0 0-7-16,0 0 2 15,0 0 3-15,0 0 4 16,0 0-7-16,0 0 2 0,0 0 3 16,1 22 1-1,1-17 4-15,0 1 7 0,3 1-2 16,-1-1-7-16,3-1-3 16,0 1 1-16,2-1 0 15,0 0-1-15,2-2 0 16,-1 0-2-16,1-2-1 0,0-1 2 15,-2 0-3-15,-1 0 5 16,-1 0 1-16,0 0 0 16,-2 0-1-16,0-4-1 15,0-3-4-15,0 1 1 16,-2-1-3-16,2 0-1 16,-3 0 1-16,1-3-1 0,-1 3 1 15,0 0 0-15,1 0-1 16,-3 2 0-16,1 0 1 15,0 2-2-15,0 1 1 16,-1 2 0-16,0 0-2 16,0 0-4-16,0 0-8 15,0 0 6-15,0 7 2 0,1 2 4 16,0 3 1-16,1 3 0 16,0-1 1-16,-1 2-1 15,2 4 1-15,-1-2-1 16,1 3 0-16,-2-2-1 0,0 1 0 15,0 0 1-15,-1-2 1 16,0-1-1-16,0 0 1 16,0-1-1-16,-1-3 1 15,-4 1 0-15,-1-2-1 16,-1 0 2-16,-1-1-1 0,1-2 0 16,-3-2 0-16,1 0 2 15,1-1 1-15,-3-2-1 16,2-4 7-16,2 2 0 15,-3-2-2-15,4 0-3 16,-2 0 0-16,3-3 6 0,0-4 2 16,2-2-3-16,0 0 2 15,3-3-1-15,0-1-5 16,0-1 3-16,0-3-5 16,7 1-1-16,0 0-10 15,1 1-12-15,0 1-9 0,0-1-25 16,-3-2-63-16</inkml:trace>
  <inkml:trace contextRef="#ctx0" brushRef="#br0" timeOffset="91533.14">23618 7683 91 0,'0'0'29'0,"0"0"6"0,0 0-11 0,0 0-3 16,0 0-3-16,0 0-4 15,0 0-7-15,0 0-3 0,0 0 0 16,0 0 4-16,0 0 5 16,0 0-3-16,0 0 1 15,6-14-5-15,-4 10-2 16,-1-2 0-16,1 0-2 0,1-1-1 15,3-3 0-15,-3 0 0 16,1 0 0-16,2 1 0 16,-3 0 2-16,1-1-1 15,3 3-2-15,-4 1 1 16,-1 3 0-16,0 1 0 16,2 2-1-16,-1 0-2 0,-1 0-3 15,3 8 0-15,0 3 2 16,1 2 3-16,2 0 0 15,-3 3-21-15,3-2-24 16,0-6-54-16</inkml:trace>
  <inkml:trace contextRef="#ctx0" brushRef="#br0" timeOffset="92802.05">23739 7358 44 0,'0'0'4'0,"0"0"6"0,0 0 8 0,0 0-2 16,0 0-4-16,0 0-1 0,0 0 2 16,42-13-2-16,-32 9 1 15,1 2-1-15,-2-1-5 16,3 2-2-16,0-2-3 15,-3 2-1-15,2-2 1 16,-2 3-2-16,0 0 2 0,2-3-1 16,-4 3 0-16,1 0 0 15,-1 0 1-15,1 0-2 16,0 0 2-16,-2 0-1 16,-2 0 0-16,1 0 0 15,-2 0 1-15,2 0-1 0,-1 3-1 16,0 1 1-16,-1 0-1 15,-1 1 0-15,0 3 1 16,0 1 2-16,2 1 0 16,-2 0 3-16,3 1-2 15,0 3-2-15,0 1 1 0,2 0 1 16,-1 1 4-16,5 2-4 16,-6-2-2-16,3 2 0 15,-3-2 1-15,-1 2 2 16,3-1-2-16,-2 1 1 15,-2 0 0-15,0 0 1 0,-1 0-3 16,-1 0 0-16,-1-1-1 16,0 1 0-16,0 0-1 15,0-1 3-15,0-2-3 16,-1 1 3-16,-3-1-1 0,3 1 1 16,0 0 1-16,1-2 0 15,0 4 0-15,0-1 0 16,0 0 0-16,0 1-2 15,0 0 2-15,2-1-3 16,0 1 1-16,0 0 0 16,-1-3-2-16,1 1 1 15,-1 0 1-15,1-1-1 0,-1-1 1 16,2 1 1-16,0-2 1 16,-3 0 1-16,1 0 1 15,-1-2-4-15,0 1 0 16,0-2 1-16,0 1-1 0,0-1 1 15,0 1-1-15,0 0 1 16,0 0 0-16,0 1-2 16,0-3 1-16,0 1 0 15,0 1-1-15,2 2 1 16,0-3 0-16,1-1 0 16,-1 2 1-16,0-2-1 0,0 0 0 15,0 0 0-15,1-2 1 16,-3 2-2-16,2-2 1 15,0-2-1-15,-2 1 0 16,0 1 1-16,0-1-1 16,0-2 0-16,0 3 1 0,0-4 1 15,0 1 2-15,0 2 1 16,0-4-2-16,0 2 1 16,-1-3 3-16,-3 3-1 15,0-2 3-15,-3 1 0 0,-3 0 2 16,0 1-2-16,-5 0-2 15,-7 3-6-15,-7 1 2 16,-8-2-8-16,-9-3-42 16,-9-3-225-16</inkml:trace>
  <inkml:trace contextRef="#ctx0" brushRef="#br0" timeOffset="95609.56">24175 7825 73 0,'0'0'24'0,"0"0"-13"0,0 0 8 0,0 0-2 15,0 0-9-15,0-3 1 16,0 1-3-16,0 0 7 15,0-1-1-15,0 2-4 0,0-2-2 16,0 2 1-16,0-1-1 16,0-2 1-16,3 3-2 15,4-1-1-15,-2-1-2 16,4 2-1-16,-3 1-1 16,3-2 0-16,0 2 1 0,-2 0-1 15,0 0 0-15,-3 0 0 16,1 0-1-16,-1 3 1 15,1 1 0-15,-1 1 0 16,0 2 0-16,1-1 0 16,0 1 0-16,-1 1 0 0,1-1 0 15,-3 0 0-15,-1 0-1 16,0-1-1-16,-1 1 2 16,0-1-3-16,0-2 3 15,-1 3 0-15,-2-4 2 16,-4 1 0-16,3-1-1 15,-3 0 0-15,2-2 3 0,1 1-4 16,-3-2 1-16,5 0 3 16,0 0-3-16,1 0 1 15,1 0 1-15,0-2-2 16,0-2-3-16,0 0 2 16,1-2 5-16,6-1-4 0,0 0 0 15,-1-1-1-15,0 0 2 16,1-2-2-16,1 0 1 15,0-1-1-15,-1 1 2 16,-1-1-2-16,2 2 0 16,-4 0 0-16,2 1 0 0,-4 0 0 15,1-1 0-15,-1 4 0 16,-1 0 0-16,0 1 0 16,-1 0 0-16,0 1 1 15,0 1 1-15,0 0-3 0,0 2 2 16,0 0-1-16,0 0 0 15,0 0-1-15,0 0-1 16,0 0-5-16,0 6 4 16,0-1 2-16,-3 2 2 15,-1-1-1-15,2 1 0 16,-1 0 0-16,2-3 0 0,1 3-2 16,0 0 1-16,0-1 0 15,0 0 3-15,0 2 0 16,0-1 0-16,4-1 3 15,-1 1 0-15,2 0-3 16,1-1 1-16,1 1 1 16,-1-3 0-16,-2 1-1 0,1-1-1 15,1 0 0-15,1-1 1 16,0 2-1-16,0 0 0 16,-1-2-12-16,1-2-36 15,0-1-119-15</inkml:trace>
  <inkml:trace contextRef="#ctx0" brushRef="#br0" timeOffset="97374.23">22841 8622 79 0,'0'0'5'0,"0"0"-2"0,0 0-3 0,0 0 1 16,0 0 6-16,0 0 1 16,0 0-4-16,0 0 6 15,0 0 15-15,0 0 4 16,0 0-2-16,0 0-16 0,0 0-7 16,0-1-3-16,0-1 1 15,4 1-2-15,2-2-2 16,-1 1 3-16,6 0 0 15,0 1 4-15,4-3 0 16,2 2 0-16,2 0 0 16,2-1-2-16,5 1-2 0,1-2 1 15,2 3-1-15,0-3 1 16,2 1 0-16,3-1-2 16,-2 0 1-16,1-1-1 15,0 1 0-15,2-2 1 16,1 2-1-16,1-3 3 15,1 1 2-15,0 0 2 0,1-1-1 16,1 1-1-16,0-1-3 16,-1-1-1-16,-2 1-1 15,1 0 1-15,1 0-1 16,-1 0 1-16,-1 1 2 16,2-1 6-16,-3 1 1 0,0-1-4 15,0 0 1-15,1 1-3 16,0 1-1-16,-3-1-2 15,0 2 1-15,-2 0-2 16,-5 1 0-16,-5 0 0 16,-2-1 0-16,-5 2 0 0,-3-1 1 15,-3 2-1-15,-1 1-1 16,-2-1 2-16,-2 0-2 16,-4 1-4-16,0 0-20 15,0 0-26-15,-10 0-17 16,-5 2-34-16</inkml:trace>
  <inkml:trace contextRef="#ctx0" brushRef="#br0" timeOffset="97906.32">22795 8679 86 0,'0'0'51'0,"0"0"-17"0,0 0-7 0,0 0-24 15,0 0-2-15,0 0 5 16,0 0-1-16,0 0-2 15,0 0-2-15,58 0-1 0,-31 0 1 16,7 0 0-16,6 0-1 16,10-3 3-16,6 1-2 15,7-3 1-15,9-1 0 16,4-3-2-16,5 0 4 16,4-4 1-16,1 1 9 15,0 0 13-15,-4 0-9 16,-7 1-10-16,-5 1-7 0,-7 4-1 15,-8-2-10-15,-11-1-37 16,-8-1-149-16</inkml:trace>
  <inkml:trace contextRef="#ctx0" brushRef="#br0" timeOffset="100389.66">21413 8974 70 0,'4'0'1'0,"-2"0"1"0,2-6-1 16,-3 1 0-16,3-4-2 15,-1 2 2-15,2-1-2 16,-2-1 1-16,1-1-2 15,3 2-17-15</inkml:trace>
  <inkml:trace contextRef="#ctx0" brushRef="#br0" timeOffset="107461.31">22211 8875 66 0,'-1'0'8'0,"1"0"8"0,-1 0-6 16,1 0-4-16,0 0-4 0,0 0 2 15,0 0 3-15,0 0-3 16,0 0 0-16,0 0-1 16,0 0 3-16,0 0 6 15,0-3 7-15,0 3-2 16,0 0-9-16,0 0 0 0,0-1-5 16,0 1 2-16,0-2-3 15,0 2 0-15,0 0-1 16,0 0-1-16,0 0 1 15,0 0-1-15,0 0 0 16,0 0 1-16,0 0 0 0,0 0 0 16,0 0-1-16,0 0 1 15,0 0-1-15,0 0 0 16,0 0-1-16,0 0 1 16,0 0 0-16,0 0 0 0,0 0 0 15,0 0 0-15,0 0 0 16,1 0 0-16,0 0 0 15,0 0 0-15,0 2-1 16,0 2 0-16,-1-1 0 16,1 2 0-16,1 1 1 15,0-2 0-15,0 3 0 0,-2 0 0 16,1 1 0-16,1-1 1 16,0 4 0-16,0-1 0 15,-1 1 0-15,2 1-1 16,-3 2 0-16,2 0 1 15,-1 0 0-15,1 3-1 16,-1 0 2-16,0 1-2 0,0 1 1 16,0 0-1-16,-1 0 2 15,0 1-1-15,0 0 1 16,0-1-1-16,0 0 2 16,0 0-3-16,0-2 0 0,0 2 1 15,2-1-1-15,-2-1 2 16,2-1-1-16,-2-1-1 15,0 1 0-15,0-3 0 16,0 2 5-16,0-3 0 16,0-1 2-16,0 2-4 15,0-2 0-15,0-1 0 0,0 1 0 16,0-3-3-16,0-1 2 16,0-1-1-16,0 0-1 15,0 0 1-15,0-3-1 16,0 2 1-16,0 0 0 0,0-1 1 15,0-1-2-15,0 0 3 16,0 0-3-16,0 0 2 16,0 0 0-16,0 1-1 15,-4 0-6-15,1 0-18 16,-1-2-52-16,-3-2-23 0</inkml:trace>
  <inkml:trace contextRef="#ctx0" brushRef="#br0" timeOffset="107967.74">22130 9460 67 0,'-1'0'17'0,"1"0"-4"0,0 0-8 0,0 0 1 15,0 0 9-15,0 0-2 16,3 0-4-16,3 1-2 16,-1 1 0-16,3-1-1 15,-1 2-4-15,2-1 2 16,0 0-2-16,1 2 1 0,1-1 1 15,-1 2 2-15,2-1-3 16,-3-1 0-16,0 1 0 16,2-1-3-16,-4 1 1 15,0 0 1-15,0-1-2 16,1 0-7-16,-2-3-29 0,0 0-32 16</inkml:trace>
  <inkml:trace contextRef="#ctx0" brushRef="#br0" timeOffset="108189.61">22355 9413 175 0,'0'0'26'0,"0"0"-6"15,0 0-6-15,0 0 0 16,0 0 5-16,0 0-13 15,0 0-11-15,0 0-5 16,0 0 7-16,-22 50 2 16,11-23-22-16,-5 4-42 15,0-1-58-15</inkml:trace>
  <inkml:trace contextRef="#ctx0" brushRef="#br0" timeOffset="109776.23">21937 9997 95 0,'0'0'16'0,"0"0"-8"0,0 0-2 16,0 0-4-16,0 0-1 0,0 0 5 15,0 0-1-15,0 0 10 16,0 0 5-16,0 0 2 16,-2-3-3-16,2 1-3 15,0-2-10-15,0 2-5 16,0-1 0-16,0 1-1 0,0-3 1 15,5 2-1-15,0-1 1 16,-1 0-1-16,2 2 0 16,-1 0 0-16,1 1 1 15,3 1-1-15,-2 0 0 16,-1 0-1-16,1 1-1 0,1 8-1 16,0 2-1-16,-3 2 1 15,0 1-1-15,0 3 2 16,-2-2 3-16,-2 0 0 15,1-4-1-15,-1-1 0 16,-1-1-1-16,0-5 3 0,0 0-1 16,1-1-1-16,-1-1 1 15,0-1 0-15,0-1 1 16,0 0 4-16,0 0 2 16,0-7-4-16,0-2-2 15,0-1 0-15,0-2-1 0,1-1 1 16,0-1-1-1,3-2 1-15,-2 2 0 0,1-2-1 16,3 2 1-16,-1-2-2 16,2 2 0-16,-1 2 0 15,1 0 1-15,-1 2-1 0,1 0 0 16,1 2 0-16,-2 2 0 16,0-1-1-16,1 2 1 15,2 3 0-15,-4-1 0 16,3 2-2-16,-2 1 1 15,1 0-1-15,-1 0 1 16,-2 0 0-16,0 0 0 0,0 0 0 16,-2 4-1-16,0-2 1 15,1 3-1-15,0-1 1 16,-2 3 1-16,1-1-1 16,0 2 1-16,1 1 0 15,0 1-1-15,-1 1 1 0,-1 1 0 16,1 0 0-16,0 1 0 15,-1 1 0-15,-1 0 0 16,1 1 0-16,-1 3 0 16,0-1-2-16,0 2 2 15,0 2 0-15,0 0-2 0,-3 1 6 16,0 0-4-16,0 0 0 16,-1-1 1-16,-1 3 0 15,2-2 0-15,-2 0 1 16,0 2-1-16,2 1 0 15,-3-3-1-15,1 2 1 16,2-1-1-16,1 1 0 0,-1-3 0 16,1-2 0-16,0 2 1 15,-1-1-1-15,2 2 1 16,-1-3-1-16,2 1 1 16,-2-1-1-16,1-4 0 0,1 1 0 15,0-3 0-15,0-1 0 16,0 0 0-16,0-1 0 15,1-1 0-15,3 0 3 16,0-3 0-16,3 2-3 16,-2-1 2-16,2-2 0 15,-1 0-1-15,0-2 0 0,0 0 1 16,1-2 0-16,-1-1-1 16,-2-1 2-16,1 1 1 15,0-1 4-15,0 0 0 16,3 0 1-16,-2 0-1 15,3-4-4-15,-3-2-1 0,3 1-2 16,1-2 1-16,-3-2-1 16,1 3 0-16,-2-3 2 15,2 2-3-15,-4 0 1 16,0 1 0-16,-1 0 1 16,1 2 1-16,-4 1 2 0,1 0-1 15,-1 0-3-15,0 3-1 16,0-1-2-16,0-2-7 15,0 1-21-15,0-4-53 16</inkml:trace>
  <inkml:trace contextRef="#ctx0" brushRef="#br0" timeOffset="110606.66">22834 9403 9 0,'0'0'32'0,"-3"4"-21"0,3-1 0 0,-1 3-2 15,0 0 1-15,-1 4-3 16,0 1 3-16,1 3-5 0,-5 0 0 16,2 3-1-16,-1 3-1 15,-1 3 3-15,1 1-4 16,-1 0 0-16,2 3 1 16,0 4 5-16,2 1 2 15,-2 2-4-15,0 3 3 16,0 2 3-16,2 3-3 0,-3 0-1 15,1 2-3-15,2 3 0 16,-3-2 0-16,1 3 3 16,1 1 1-16,0 1 2 15,-2 0-3-15,1 0 1 0,-1-2-1 16,1 0-1-16,0-4-2 16,0-4 2-16,1-3-1 15,-4-3 3-15,3-5 2 16,3-2 2-16,-3-5-6 0,1-1-1 15,2-2-1-15,1-1-2 16,-2-1-1-16,0 0-1 16,1-3 2-16,-1 2-2 15,0-5-1-15,0-2 0 16,2-4-7-16,0-2-11 16,0-3-21-16,0-4-43 0,0-10-78 15</inkml:trace>
  <inkml:trace contextRef="#ctx0" brushRef="#br0" timeOffset="111790.88">23347 9710 116 0,'0'0'5'0,"0"0"19"15,0 0 4-15,0 0-10 0,0 0-11 16,0 0-7-16,0 0 0 0,0 0-5 15,0 0 4-15,0 0 5 16,0 0 0-16,0 0 0 16,-12 51 1-16,6-30-2 15,-1 4 0-15,1 0-1 16,-2 3 0-16,1-2 1 0,-3-1-1 16,0 0-1-16,0-1 3 15,-2-3 1-15,0-4-3 16,1-1-2-16,-3-1 2 15,1-4 2-15,-1-2 1 16,2-2-4-16,1-1 1 0,0-3 0 16,0-2 0-1,3-1-1-15,-4 0 1 0,2 0 0 16,-2-4 1-16,3-2-3 16,-3-1 2-16,0-3-2 15,-1 2-6-15,2-4 0 16,-1 1 2-16,3 2 1 0,1 0 5 15,2 0-4-15,0 1 1 16,5 0 2-16,0 1 1 16,1 0-2-16,0 0 3 15,0 0-3-15,6 1-2 0,2-1 1 16,0 0-5-16,0 2-4 16,1 0-3-16,1 0 6 15,-3 0 4-15,2 1 1 16,0 1 2-16,-2 0 2 15,0 1-2-15,1 0 2 0,1-1 0 16,-3 2-1 0,3 0 0-16,-4-1-1 0,4 2 0 15,-4 0 1-15,3 0 1 16,-3 0 0-16,1 0 1 16,0 0-2-16,0 0 1 15,0 2 1-15,-1 3 0 0,3-2-2 16,-2 3 1-16,3 1-2 15,-1 0 1-15,1-1-1 16,2 1 0-16,0 2 1 16,-1-1-1-16,1 0 0 0,-1 1 0 15,1-1 0-15,1 1 1 16,-3 1 0-16,5-2 0 16,-3 1-1-16,2 1 1 15,1-2-1-15,-1 1 0 16,-1-2 0-16,0-2 0 0,1-1 1 15,1-2 2 1,-4 0 4-16,3 0 1 0,-2-2 1 16,0 0-2-16,0 0-2 15,-5 0-1-15,1 0 1 16,-5 0 0-16,0 0 0 16,-1 0 2-16,-1 0 2 0,1 0-2 15,0 0-2-15,-1 0 1 16,0 0-5-16,0 0 0 15,2 0-4-15,-2 0-12 16,0-4-41-16,0-6-138 16</inkml:trace>
  <inkml:trace contextRef="#ctx0" brushRef="#br0" timeOffset="113536.27">21618 11173 49 0,'0'-7'7'0,"0"1"-10"0,0 0 4 15,1 2-7-15,3 0-2 16,-1 0-5-16,-1 2 0 15,2-1 3-15,-2 3 12 0,-1 0-1 16,0 0 0-16</inkml:trace>
  <inkml:trace contextRef="#ctx0" brushRef="#br0" timeOffset="113779.37">21618 11173 49 0,'26'-16'5'0,"-26"16"8"16,0 0 8-16,-1-3-6 16,1 3-4-16,0 0-8 15,0 0 0-15,0 0-4 16,0 0-1-16,-1 0-4 0,1 0 2 15,0 3-14-15,-2 0-47 16</inkml:trace>
  <inkml:trace contextRef="#ctx0" brushRef="#br0" timeOffset="115117.09">20597 11311 108 0,'0'0'3'0,"0"0"19"0,0 1-2 0,0 2-14 0,-1 2-6 16,-1 4 0-16,2 1-1 16,0 4 1-16,0 0 0 15,0 2 0-15,0 1 1 16,0 4 0-16,0-1 0 0,2 4 0 15,-1 0 2-15,1 3-2 16,2 1 3-16,-3 1-1 16,2-2-1-16,-1-1 0 15,-1-1-1-15,2-5 1 16,1-3 0-16,2-2 0 0,-3-4-1 16,4-3 0-16,-1-1 1 15,5-4-1-15,-3 0 0 16,4-3 1-16,2 0 8 15,1 0 0-15,3 0 1 16,0-3-3-16,2-3-1 16,0 1 2-16,0-1 1 0,2 1 1 15,-2 0-1-15,0 1-6 16,-1 1-3-16,1 2-1 16,-3 1-1-16,1 0-19 15,-4-3-11-15,0 2-50 16</inkml:trace>
  <inkml:trace contextRef="#ctx0" brushRef="#br0" timeOffset="115568.92">21093 11626 25 0,'0'0'25'0,"0"0"-17"0,0 0 15 0,0 0-7 0,0 0 2 15,0 0-1-15,42-5-7 16,-33 0 0-16,-2-1 0 16,1-1 0-16,-4 0-2 15,1-2-2-15,0 1 0 0,-5 1 5 16,0 0 3-16,0 0-2 15,-5 0-1-15,-1 2-2 16,-2 1-4-16,0 1-1 16,-3 2 2-16,3 1-6 15,-2 0 0-15,-1 1-3 0,1 8-1 16,0 3 3-16,3 0-1 16,-4 2 2-16,6-1 1 15,-1 2-1-15,3-3 2 16,3 1 0-16,0 1 1 15,0-3-1-15,9 0 0 16,2-2 0-16,5-1 0 0,0-2-14 16,3-3-21-16,2-3-27 15,-3 0-57-15</inkml:trace>
  <inkml:trace contextRef="#ctx0" brushRef="#br0" timeOffset="116508.57">21329 11603 74 0,'0'0'25'16,"0"0"12"-16,0 0-10 16,0 0-1-16,5-38-1 0,-6 33-5 15,-5 1-10-15,-2 3-2 16,1-1-2-16,-1 2 1 16,2 0-3-16,-6 0-1 15,5 2-4-15,0 7 0 16,0-1 0-16,0 3 1 15,1 0 1-15,3 2-1 0,-1-1 0 16,4-1 0-16,0 0 1 16,0-1 0-16,0-3 1 15,4-1-4-15,2-1 6 16,-1-1-1-16,4-3-2 16,-4 0 2-16,1-1-2 0,0 0 1 15,1 0 1-15,0-4-2 16,0-3 1-16,0 0-1 15,-2 0 0-15,3-2 0 16,-5 2-1-16,1 2 0 16,0-1 0-16,-4 3 0 0,2 0 2 15,-2 3-2-15,1 0 0 16,1 0 0-16,0 0-3 16,2 0 1-16,3 3 1 15,-1 3 1-15,2 4 1 16,2 0 0-16,-1 0 0 0,0-2-1 15,0 1 1-15,1-2-1 16,-2-2 2-16,1 0-2 16,-2-2 0-16,3-2 0 15,-3-1 1-15,1 0-2 0,0 0 3 16,-2-1-2 0,-2-6 2-16,2-1 0 0,-4-2-2 15,1 0 1-15,1-2 0 16,2-4-1-16,-1 3 0 15,2-2-1-15,-1-1 0 16,3 2-1-16,-1 2-1 16,0 0 2-16,1 3 2 0,-1 2-1 15,1 3 3-15,-1 1-2 16,0 2-2-16,1 1 1 16,-3 0-2-16,2 0 2 15,-4 5-1-15,0 5 1 0,1-1 0 16,-2 3 1-16,0 1 1 15,0 0-1-15,0-1 0 16,1 0 1-16,-1-2 0 16,1-1 0-16,3-1 0 15,0-2 0-15,0 0 1 0,0-2-1 16,0-3 1-16,3 1-1 16,-3-2 0-16,3 0 0 15,-2 0 1-15,2-7 0 16,-1-1-1-16,0-1-2 15,0-2 2-15,0 0-2 16,-4-2 0-16,3-1 1 0,-2 3-1 16,0 0-1-16,-2 1 1 15,-2 1-1-15,0 3 1 16,-1 2 0-16,-1 1-1 16,0 2-2-16,1 1-14 15,0 0-27-15,0 0-19 16,-1 4 1-16,0 0-43 0</inkml:trace>
  <inkml:trace contextRef="#ctx0" brushRef="#br0" timeOffset="117096.33">21856 11535 128 0,'1'-3'18'0,"-1"0"2"0,1 2-10 0,0-3-4 15,1 2 0-15,0-1-3 16,-2 0 4-16,1 2 1 15,-1 0 10-15,0-1 2 16,1 2 1-16,0 0-12 16,2 0-11-16,-1 3 1 0,3 4 2 15,-1 3 1-15,0 1 0 16,2 2 0-16,-5-1-1 16,3-1 0-16,-2 0-1 15,0-1 1-15,0 0 0 16,-2-3-2-16,0-1-2 15,0 0-14-15,0-3 20 0,0-1-5 16,0-2 2-16,0 0 2 16,0 0 0-16,0-8-3 15,0 1-2-15,0-5 2 16,0-1-2-16,3-1 1 16,2-1 0-16,3-1 0 0,0 3-2 15,2-1-1-15,1 4 6 16,2 2 2-16,1 2-1 15,-1 2 0-15,-2 4-1 16,-1 0 1-16,1 0-2 0,-2 7 1 16,-2 3 1-1,-1 3-1-15,-1 1-3 0,1 1-10 16,-1-2-15-16,-1-3-4 16,3 0-36-16</inkml:trace>
  <inkml:trace contextRef="#ctx0" brushRef="#br0" timeOffset="117309.29">22141 11499 160 0,'0'0'5'0,"0"0"12"0,0 0-10 0,0 0-6 16,0 0 2-16,0 0 2 15,0 0-1-15,0 0 0 16,11 49-1-16,-9-35 0 0,3-3-9 16,-3-2-28-16,0-5-65 15</inkml:trace>
  <inkml:trace contextRef="#ctx0" brushRef="#br0" timeOffset="117451.81">22166 11436 198 0,'0'0'8'0,"0"0"-5"15,0 0 1-15,-1-40-6 16,1 35-44-16</inkml:trace>
  <inkml:trace contextRef="#ctx0" brushRef="#br0" timeOffset="118349.41">22237 11485 122 0,'0'0'2'0,"0"0"9"0,0 0-4 16,0 0-3-16,0 0 0 15,0 0 3-15,30-41 4 16,-23 38 0-16,1 2 0 16,1-2 1-16,1 3-1 15,2 0-2-15,-2 0-2 0,1 4-5 16,0 4-1-16,-1 2 3 16,-3 1-9-16,-1-1-14 15,-3 1 6-15,-2-1 9 16,-1-2 5-16,0-2-1 15,-1 1 0-15,-6-4 0 0,1 0 2 16,-1-3 1-16,1 0 2 16,-1 0 3-16,3 0 0 15,2-6-2-15,2-1-2 16,0-3-1-16,0-1-1 16,8-2 0-16,1 3-2 15,2-2 1-15,2 0 3 0,-1 2 1 16,2 3-2-16,-2 1-1 15,-1 3 3-15,1 3 0 16,-2 0-3-16,-1 0 0 16,-1 3 0-16,1 4 3 15,-2 3-1-15,0-3-1 0,3 2-1 16,-3-1 0-16,2-2 1 16,3-1 0-16,2-1-3 15,0-3-2-15,3 0-5 16,-1-1 1-16,4 0-2 15,-3-4 4-15,-2-3 4 0,2-3 1 16,-5-3 0-16,-1 0 0 16,0 1 2-16,-7 0 1 15,-1 0-1-15,-3 0 2 16,0 5 2-16,0 0-2 16,-3 3-3-16,-4 2-1 0,-2 2 0 15,0 0-2-15,-1 3-3 16,0 6 4-16,0 2 0 15,2 0 1-15,2 4-1 16,1-3 0-16,2 2 0 16,3 1 2-16,0-1-2 15,0 0-2-15,6-1 2 0,1 1 2 16,2 2-2-16,1-2 1 16,4-1-1-16,-6 0 1 15,0-2 1-15,-1 0-1 16,-1-2 0-16,-4 1-1 0,-2-3-1 15,0 0 3-15,-2 0-2 16,-11-1 4-16,-1-1 0 16,-8 3-1-16,2-3 4 15,-6-1-6-15,3 2-2 16,2-3-1-16,6-2-10 16,1-1-27-16,5 0-48 0</inkml:trace>
  <inkml:trace contextRef="#ctx0" brushRef="#br0" timeOffset="118791.43">22970 11326 149 0,'0'0'5'0,"0"0"13"0,0 0 2 16,0 0-4-16,43 7 0 16,-31 0 2-16,0 2-5 15,1 4-6-15,-1 1-5 16,-1 1 1-16,0 1-1 15,-3-2 1-15,-1 1 0 16,-4-3-3-16,-1-1 1 0,0-5-1 16,-2-1-1-16,0-3 4 15,0-2-2-15,0 0 8 16,-3 0 4-16,-1-5-1 16,-2-5-4-16,0-4 1 0,3-1 2 15,1-2-3-15,2-1-4 16,0-2-3-16,5 3-3 15,5 1-3-15,1 2-22 16,2 4-29-16,-1 0-38 16</inkml:trace>
  <inkml:trace contextRef="#ctx0" brushRef="#br0" timeOffset="119724.11">23289 11337 170 0,'0'0'19'0,"0"0"0"0,0 0-3 16,0 0-8-16,0 0-6 16,0 0-1-16,0 0-1 15,-37 3 3-15,25-3 3 16,-1 6 3-16,4 0-4 16,2 4-1-16,-4 0-2 15,6 1-2-15,1 0 2 0,2-1-2 16,2 0 0-16,0-3-7 15,0 0-4-15,3-4-6 16,4-1 11-16,5-2 6 16,-1 0-1-16,-1 0 3 15,3-7 3-15,-1 1 3 16,1 0 3-16,-2 0-2 0,-1 1-4 16,-1 2-2-16,-1 2-2 15,-1 1-1-15,-1 0 1 16,2 0-1-16,-1 0 0 15,-2 0 1-15,1 2-1 0,-3 0 1 16,1-1 0-16,3-1-1 16,-6 0 0-16,2 0 2 15,1 0 0-15,3-1 0 16,-4-9-1-16,2-1 0 16,3-4 0-16,-3-3 0 0,1-2-1 15,-1-4 0-15,1-2 1 16,-2-1-2-16,-1 0 1 15,0-1 0-15,-1 0-1 16,0 2-2-16,-2 2 5 16,2 2-12-16,-2 5 15 0,0 3 0 15,0 4 0-15,0 5 2 16,-2 0-7-16,-1 5 1 16,0 0-3-16,1 2-1 15,-2 8 1-15,2 5 4 0,-2 5 0 16,4 4 0-1,0 5 0-15,0-2 2 0,0 1 0 16,6 1-1-16,2-2-1 16,1-2-1-16,2-2 1 15,2 0-1-15,0-5 1 16,1-2 0-16,1-5 0 16,1-1 0-16,0-3 0 0,2-4 1 15,-1-2 3-15,1-1-4 16,-2 0 0-16,2 0 0 15,0-7 1-15,-5-1-2 16,0-4 1-16,-3 1 0 0,-3-2-2 16,-3 1-4-16,-4 1-4 15,0 2 0-15,0 1 5 16,-1 3 3-16,-3 3 0 16,0 0 0-16,-2 2-2 15,0 0-1-15,-1 7 2 16,3 4-1-16,-2 2 2 0,3-2 0 15,3 2 2-15,0 0-2 16,0-2 1-16,7 0 1 16,0-2 0-16,5-3-1 15,-1-1 1-15,1 1-6 16,0-4-23-16,-3-2-30 0,0 0-13 16,-4-1-42-16</inkml:trace>
  <inkml:trace contextRef="#ctx0" brushRef="#br0" timeOffset="119908.34">23506 11175 253 0,'0'0'2'0,"0"0"14"0,0 0-7 0,0 0-10 0,0 0 1 16,43-29 0-16,-15 24-7 15,5-3-17-15,2 1-29 16,3-2-89-16</inkml:trace>
  <inkml:trace contextRef="#ctx0" brushRef="#br0" timeOffset="120428.22">24290 10858 1 0,'0'0'18'16,"0"0"-2"-16,0 0 5 15,0 0-3-15,-6 46 0 0,-5-30 0 16,0 5-5-16,-1 3-2 16,-5 3-5-16,-1 3 1 15,-3 3 4-15,-1 4 2 16,-5 3 0-16,-5 4 6 16,-1 6-7-16,-1 5 1 0,-2 0-3 15,-3 6-1-15,3 2 1 16,-1-2 7-16,3-2-3 15,0 0-10-15,5-4-2 16,-1-5 2-16,4-6-3 16,2-9-23-16,1-6-49 0</inkml:trace>
  <inkml:trace contextRef="#ctx0" brushRef="#br0" timeOffset="121455.87">21316 12427 86 0,'0'0'17'0,"0"0"13"0,0 0-1 0,0 0-14 0,0 0-1 16,0 0-1-16,0 0 2 16,0 0-8-16,0 0 2 15,0 0-6-15,0 0-3 16,-42-23 0-16,32 23-1 0,-4 6 1 15,1 0 0-15,-2 2-1 16,3 1 1-16,-1 1-4 16,4 2 6-16,-1-2-2 15,3 3 0-15,2-2 0 16,3 1 0-16,2-2 0 16,0-2 0-16,2 2 0 15,7-3 0-15,2 0 1 0,2 2-1 16,3-2 3-16,-2-1-3 15,2-1 2-15,-1 2 0 16,1-4-1-16,-3 3 3 16,-1-2-2-16,-2 0 0 0,-5 2 0 15,-1-3 1-15,-3 0-2 16,-1 1 3-16,0 0 2 16,-1 1 2-16,-7 0 1 15,-1 1-3-15,-5 1-3 16,0-1 1-16,-2 1-4 0,1 0 1 15,-5-3-1-15,1 2-1 16,2 0-1-16,2-1 0 16,3-1 1-16,2-2-5 15,7-1-12-15,1-1-23 16,2 0-64-16</inkml:trace>
  <inkml:trace contextRef="#ctx0" brushRef="#br0" timeOffset="122229.1">21423 12522 157 0,'0'0'3'0,"0"0"17"0,0 0 0 0,0 0-11 0,0 0-4 16,40-17-2-16,-33 17-2 16,3 0 0-16,-2 7 1 15,-1 3 0-15,-1 1 3 16,0 2-2-16,0 3 2 15,-2-1-2-15,-1-2-1 16,-1 0-1-16,0-4-5 0,-2 0-6 16,0-3 1-16,0-1 2 15,0-4 1-15,0-1 6 16,0 0 5-16,0 0-4 16,0-4-2-16,0-4-5 0,0-2 6 15,0-1 0-15,3-3-1 16,0 1 3-16,0 2 1 15,1 2 4-15,3 0 6 16,-3 3-4-16,2 1-7 16,2 1 2-16,3 1 0 0,-2 3 0 15,3 0-1-15,1 0-2 16,-2 0 1-16,-1 7 4 16,2 3-1-16,-5 2-4 15,-1-1 5-15,-4 3-4 16,0-2-1-16,-1 0-1 15,-1-2-3-15,0-2 6 16,0-2-4-16,-1-2 3 0,-1-2-1 16,0-2 1-16,-3 0 0 15,4 0-1-15,0-2-3 16,1-7-3-16,0-2 0 16,1-1 5-16,7-4 0 15,0 2-2-15,3-1-1 16,2-1-1-16,2 3 0 0,1 2-2 15,0 2 2-15,-1 5 5 16,1 3 2-16,-3 1 0 16,-1 2 1-16,-3 7-1 15,0 5-4-15,-4 0 2 0,1 2-8 16,-3-2-2-16,-1-1-15 16,2 0-3-16,0-5-47 15</inkml:trace>
  <inkml:trace contextRef="#ctx0" brushRef="#br0" timeOffset="122606.52">21961 12512 151 0,'0'0'51'0,"0"0"-48"0,0 0 14 0,0 0-17 0,0 0 3 15,0 0-2-15,0 0-1 16,-40 27 1-16,37-13 0 16,0 1 0-16,3-1 1 15,0 0-1-15,0-3-1 0,2-1 2 16,4-3-2-16,3-2 2 16,3-4 0-16,1-1-2 15,1 0 1-15,-1-4-1 16,0-6 2-16,1-1-2 0,-3-1 2 15,-1-1 3-15,-4-1-2 16,-2 0 0-16,-4-2-1 16,0 3 1-16,-5-1-1 15,-5 5-1-15,-2 2-6 16,-3 6 1-16,-1 1-8 16,-2 1-12-16,2 10-2 0,0 0-36 15</inkml:trace>
  <inkml:trace contextRef="#ctx0" brushRef="#br0" timeOffset="123019.06">22141 12550 147 0,'0'0'3'16,"0"0"9"-16,0 0 13 15,0 0-9-15,0 0-3 16,0 0-2-16,0 0-1 16,0 0-9-16,0 0 0 15,-29-3-1-15,26 16 0 16,-3 0 1-16,5 0 1 0,1-2-2 16,0-1-1-16,7-1-2 15,2-4-3-15,4-4 2 16,1-1 4-16,1 0 3 15,1-5-2-15,0-5 1 16,-2-1 0-16,1-2 3 16,-2 0 3-16,-6 0 1 15,0-3 7-15,-6 1-2 0,-1-1-4 16,-1 2-4-16,-12 2-5 16,-1 3-7-16,-7 5 9 0,-1 4-10 15,-2 0-18-15,1 11 5 16,2 0-3-16,5 1-21 15,2-2-68-15</inkml:trace>
  <inkml:trace contextRef="#ctx0" brushRef="#br0" timeOffset="123289.53">22380 12312 157 0,'0'0'14'0,"0"0"31"0,0 0-9 0,0 0-16 0,0 0-17 0,0 0 0 16,0 0 0-16,4 45-1 15,-4-19 0-15,0 1 1 16,0-2 0-16,2-1-2 15,1-1-11-15,-1-2-24 16,-2-5-26-16,0-2-65 16</inkml:trace>
  <inkml:trace contextRef="#ctx0" brushRef="#br0" timeOffset="123895.42">22292 12427 166 0,'0'0'4'16,"0"0"0"-16,0 0-1 15,43-26-1-15,-23 21-1 16,-2-1 1-16,2 1-1 16,0 0-1-16,-2-1 0 0,-1-1 0 15,0 2 0-15,-2-3 0 16,-1 0 1-16,-4-2-1 15,-2 1 2-15,0 0 0 16,-5 0 0-16,-3 2 3 16,0 1 2-16,0 3 3 0,0 0 2 15,0 3-7-15,-3 0 1 16,0 0-5-16,0 10 1 16,1 2-1-16,0 6 0 15,2 2-1-15,0 2 1 16,0-1-1-16,0 0 1 15,0-2-1-15,0-1 0 0,0-2 1 16,4-3-1-16,2-2 0 16,-4-2 0-16,4-3-1 15,-3-3 1-15,0 0-1 16,-1-3-2-16,-1 0 5 16,1 0 1-16,-2-3 1 15,0-6-1-15,2-2-3 0,0 1-1 16,1-2 0-16,1 0-3 15,3 0 1-15,-1 2 2 16,2 2-2-16,0 1 2 0,3 4 2 16,-4 2 1-16,2 1 2 15,1 0 0-15,0 0-2 16,-1 4 0-16,1 6 1 16,-2 0 0-16,-2 3-8 15,-2 1-5-15,-1-3-4 0,-1 1-4 16,2-2 3-1,-2-3-8-15,0-3-33 0</inkml:trace>
  <inkml:trace contextRef="#ctx0" brushRef="#br0" timeOffset="124101.19">22751 12404 213 0,'0'0'29'0,"0"0"0"0,0 0-26 0,0 0-3 16,0 0 1-16,0 0 1 16,0 0 1-16,0 0 1 15,0 0 0-15,21 39-3 16,-18-30-9-16,-1 0-22 16,-1-3-18-16,-1-4-30 0</inkml:trace>
  <inkml:trace contextRef="#ctx0" brushRef="#br0" timeOffset="124236.52">22776 12316 198 0,'0'0'-21'16,"0"0"42"-16,0 0-19 15,0 0-63-15</inkml:trace>
  <inkml:trace contextRef="#ctx0" brushRef="#br0" timeOffset="124678.46">22853 12384 130 0,'0'0'110'0,"0"0"-112"15,0 0 4-15,0 0-1 16,0 0 1-16,0 0-2 16,0 0 0-16,0 0-2 0,25 2 4 15,-25 5 2-15,0 0-1 16,0 4 2-16,0-2 1 16,0 1-2-16,0-3-12 15,2-1-12-15,-2-2-4 16,0-3 9-16,0-1 1 15,2 0 10-15,1 0 1 0,0-8 8 16,4-2 0-16,-1-3 4 16,3 0 1-16,1 0-1 15,-1 0-2-15,2 1-1 16,0 0 1-16,2 5 1 16,-1 0 6-16,2 4 3 0,-1 3-7 15,-2 0-5-15,2 0 0 16,-3 9 0-16,-1 1 1 15,-2 1-12-15,-1 2-11 16,-1 0-14-16,-1-2-8 0,0 0-12 16,1-5-29-16</inkml:trace>
  <inkml:trace contextRef="#ctx0" brushRef="#br0" timeOffset="125169.21">23209 12357 134 0,'0'0'24'15,"0"0"14"-15,8-37-16 16,-8 29-5-16,0 1-7 16,-6 4-1-16,-7 3-4 15,2 0 0-15,-2 1-4 16,-1 8 1-16,3 5 1 0,-1-1 1 16,3 1-6-16,4 0-5 15,2-1-9-15,3-3-5 16,0-2-5-16,0-2-3 15,8-2-14-15,1-4 14 0,3 0 28 16,1 0 4-16,3-10 4 16,-2 2 15-16,1-4-1 15,-4 1-4-15,0 0-3 16,-1 1-2-16,-2 1-2 16,-3 2 0-16,-3 3-1 15,1 1 2-15,-3 3 3 16,0 0-8-16,0 6-5 0,-3 7 1 15,0 5-2-15,-5 5 3 16,3 4-1-16,-1 0-2 16,3 1 0-16,0 1-5 15,1-1 3-15,0-4 2 0,0 0 0 16,-2-1 0-16,-1-4 0 16,-3-2 1-16,-3-3-6 15,1-3 9-15,-6-1 1 16,0-6 1-16,-2 0-4 15,1-2-2-15,-5-2-13 0,3 0-30 16,2-1 11-16,0-8-25 16</inkml:trace>
  <inkml:trace contextRef="#ctx0" brushRef="#br0" timeOffset="125517.48">23585 12230 196 0,'0'0'0'0,"0"0"0"0,0 0 0 15,0 0 2-15,18 53 0 16,-17-33 0-16,1 4-1 16,-1-1 1-16,-1 0-1 0,0-2 1 15,0 0-1-15,-1-3-1 16,-4-3-9-16,0-1-28 15,0-5-41-15</inkml:trace>
  <inkml:trace contextRef="#ctx0" brushRef="#br0" timeOffset="125801.85">23585 12225 182 0,'0'0'-9'0,"0"0"31"16,56-31-5-16,-35 27-7 16,-1-1-4-16,-2 2 0 15,-4 3-3-15,-2 0-1 16,-4 0 0-16,-7 3-4 0,-1 6 0 16,0 4 6-16,-11 1 3 15,-2 2-1-15,-4 0-3 16,1 0-2-16,-6-2-1 15,4-1-1-15,2 0 0 16,3-4-4-16,1-2-14 0,6-3-21 16,4-4-50-16</inkml:trace>
  <inkml:trace contextRef="#ctx0" brushRef="#br0" timeOffset="126463.26">23857 12197 85 0,'0'0'14'0,"0"0"20"16,0 0 4-16,0 0-18 16,0 0 2-16,0 0-10 15,0 0-2-15,-37-29-2 16,29 29-6-16,0 9-2 15,0 1 2-15,1 1-1 16,-1 5 1-16,4-1 0 0,2 0-1 16,1-1-1-16,1-1-1 15,0-2-3-15,2-3-6 16,5-2-1-16,3-2-6 16,-1-2 5-16,3-2 10 15,-2 0 2-15,0 0-1 0,0-6 1 16,3-4 1-16,-5 0 1 15,2-1-2-15,-1 0 0 16,-2 1 0-16,0 4 1 16,-1 0 4-16,1 6 1 15,-4 0-4-15,3 0-1 16,0 0 0-16,-4 7 1 0,1 3 1 16,0 0 0-16,0 2-3 15,-3-1 1-15,2-2 0 16,-1 0 0-16,2-3-1 15,-1-2 0-15,1-2 0 0,2-2 0 16,-4 0-1-16,3 0 4 16,1-6-1-16,0-4 0 15,1-1 1-15,0-3 3 16,1-2-1-16,1 0 4 16,2 2-1-16,0 0-3 0,0 3-2 15,2 2 1-15,0 5-3 16,-5 2 1-16,3 2 0 15,-3 0-1-15,0 0 2 16,-2 8-2-16,1 0 0 16,0 3 2-16,-2 2-7 15,1-2-10-15,2 0-9 0,1-3-9 16,3 1-6-16,0-5-54 16</inkml:trace>
  <inkml:trace contextRef="#ctx0" brushRef="#br0" timeOffset="126786.37">24264 12202 146 0,'0'0'24'0,"0"0"16"0,0 0 2 0,0 0-19 16,0 0-9-16,0 0-10 0,0 0-4 16,0 0 2-16,-43-24 0 15,31 34-2-15,2 0 1 16,-1 3-1-16,0-2 1 15,6 1-1-15,1-4-2 16,4-1-4-16,0-2-4 16,6-3 1-16,2 0 1 0,5-2 3 15,-1 0 10-15,3-3-4 16,-2-3 2-16,0 1 10 16,2 0 3-16,-5 2-3 15,2 1-6-15,-4 0-5 16,-1 2-2-16,-1 0 0 0,1 0-12 15,-2 0-20-15,1 0-20 16,-5 0-22-16</inkml:trace>
  <inkml:trace contextRef="#ctx0" brushRef="#br0" timeOffset="127397.65">24369 12158 154 0,'0'0'3'0,"0"0"6"0,0 0-5 15,0 0-3-15,0 0-2 16,0 0 2-16,0 0-1 16,31 36 1-16,-31-25 1 15,0-1-2-15,0-1 0 0,-2-1-3 16,-2-2-17-16,-1-3-10 15,1 0 13-15,0-3 12 16,1 0 3-16,-1 0 4 16,1-5 0-16,3-2 10 15,0-3 12-15,0-1-3 0,7-2-9 16,0 3 0-16,3-1-6 16,2-1 1-16,1 4-4 15,3 0 0-15,-3 3-2 16,-2 2 1-16,1 3-1 0,-1 0 2 15,-1 0 2-15,0 3 4 16,-2 6 0-16,0-1 1 16,-4 2-3-16,3 1-5 15,-5 1-1-15,-2-2-4 16,0 0-9-16,0-2 2 0,-2-2 7 16,-6-2 3-16,3-4 1 15,-1 0 0-15,1 0 1 16,2 0-1-16,3-3 0 15,0-4 1-15,0-3-4 16,0-1 1-16,5 1 1 16,4-1 4-16,4-1 0 15,0 2-18-15,3 2 28 0,-3 2-6 16,2 2 4-16,1 3-3 16,-2 1 0-16,-1 0 0 15,-2 4-2-15,-2 6-6 16,-2-2-24-16,-2 5-21 0,1-3-9 15,-5-3-62-15</inkml:trace>
  <inkml:trace contextRef="#ctx0" brushRef="#br0" timeOffset="127754.01">24779 12185 60 0,'0'0'73'0,"0"0"-71"0,0 0-1 16,0 0 0-16,0 0-1 0,0 0-3 15,0 0-3-15,39-41 7 16,-35 34 3-16,-1 0 3 16,-2 1 7-16,0-1 3 15,-1 4-5-15,0-1-4 16,-3 3-4-16,-5 1-3 15,-1 0 1-15,-5 5-2 0,1 3 0 16,0 3 1-16,2 0 0 16,4 2 0-16,4-2 0 15,3-1 0-15,0-1 2 16,3-2 0-16,6 0 0 0,6-1-3 16,0-2 2-16,4-1 0 15,-1-3-12-15,4 0-41 16,-3 0-104-16</inkml:trace>
  <inkml:trace contextRef="#ctx0" brushRef="#br0" timeOffset="128037.31">24958 11857 142 0,'0'0'20'0,"0"0"-7"16,0 0-9-16,0 0 2 15,0 0 8-15,0 0 5 16,12 46 0-16,-10-23-6 0,2 5 1 16,1 2-4-16,1 0-3 15,2 0 0-15,-1-1-1 16,-1-2 2-16,-2-3-9 15,-3-2-11-15,-1-4-21 16,0-4-12-16,0-7-25 0</inkml:trace>
  <inkml:trace contextRef="#ctx0" brushRef="#br0" timeOffset="128635.03">24927 12102 253 0,'0'0'2'16,"0"0"0"-16,0 0-1 15,0 0 3-15,46-9-5 0,-30 6-8 16,-3 0 6-16,5 3 1 16,-2-1 2-16,2 1 1 15,0 0-1-15,1 0 0 16,2-1 0-16,-4 1-11 15,0-2-25-15,-4 1 7 16,-3 1 5-16,-1-2-7 0,-6 1 18 16,-1-1 15-16,-2 2-2 15,0-2 5-15,0-1 13 16,0 0 4-16,0 0 0 16,0 2-5-16,-3-2-6 0,-1 1 2 15,-1 2-5-15,0 0-5 16,1 0-2-16,-3 0-1 15,1 2 1-15,-4 6-1 16,2 2 1-16,3 2 2 16,2 0-2-16,0 1 3 15,1 0-2-15,2-2-2 0,0-1 2 16,4-1-1-16,0-3-1 16,2-1 0-16,2-1-1 15,1-1 0-15,-2-3 0 16,1 0 2-16,2 0 0 15,-1-1 0-15,2-6 0 0,1-2 0 16,-3 1 0-16,-1-1 0 16,0 4-1-16,-4 0 2 15,-3 4 1-15,0 1 3 16,-1 0-7-16,0 0-1 0,0 0 1 16,0 4 4-16,0 3-2 15,0-3 0-15,0 1-7 16,0-4-21-16,0-1-31 15</inkml:trace>
  <inkml:trace contextRef="#ctx0" brushRef="#br0" timeOffset="134439.71">19861 13912 58 0,'0'0'16'0,"0"0"-6"0,0 0 7 0,0 2 3 0,0-1-11 16,0 2-13-16,0-3-20 15,0 3 1-15</inkml:trace>
  <inkml:trace contextRef="#ctx0" brushRef="#br0" timeOffset="135764.25">20796 13735 66 0,'0'0'7'0,"0"0"2"0,0 0 8 0,0 0-13 15,0 0 2-15,0 0-3 0,0 0 0 16,0 0-2-16,0 0-1 16,0 0 1-16,0 0 2 15,0 0 1-15,0 0 1 16,-14 1 3-16,11 2-1 16,1-1-2-16,0 2 3 0,-2-1 0 15,0 1-6-15,2 2-1 16,-1-1 1-16,2 2-2 15,-1 2 1-15,-2-1-1 16,1 2 0-16,0 0 1 16,0 2 0-16,-1 1 3 15,2 2 3-15,-3 2-4 0,4-1 0 16,-1 2 0-16,2 2 0 16,0-4-1-16,0-2 0 15,0 3-1-15,0-5 1 16,0 0 7-16,2-3-2 15,4-2 0-15,0-3-2 0,-1 0 2 16,3-1-3-16,-3-1 1 16,4-2-4-16,-1 0 1 15,2 0-1-15,-2 0 0 16,2 0 1-16,0-5 1 16,2-1 1-16,-4-3 2 0,3 1 1 15,-1-3-3-15,3-2-1 16,-4-1-1-16,0 1-2 15,-2-1 1-15,-2-3-1 16,-3 0 0-16,0-1 1 16,-1-1 0-16,-1-1-1 15,0 0 4-15,0 2 3 16,-1 0 4-16,-4 3-1 0,-2 2-2 16,-2 4-3-16,-1 3-5 15,-3 4-1-15,-3 2-7 0,0 2-25 16,-6 9-21-1,1 2-57-15</inkml:trace>
  <inkml:trace contextRef="#ctx0" brushRef="#br0" timeOffset="136369.67">21095 13901 145 0,'0'0'17'0,"0"0"0"0,0 0-12 0,0 0-3 15,0 0-1-15,0 0 0 16,0 0 3-16,0 0 7 16,0 0-1-16,0 0-6 15,0 0 2-15,0 0-2 0,39 0 0 16,-25 0 1-16,0 0-2 15,4 0 1-15,1-1-3 16,3-1 0-16,1 1 1 16,2-1-1-16,-3 0-1 15,4 0 0-15,-1-1 1 16,2 2-1-16,-1 0 0 16,0 1-2-16,-2 0-18 0,0 0-39 15,-3 0-3-15,-4 0 1 16</inkml:trace>
  <inkml:trace contextRef="#ctx0" brushRef="#br0" timeOffset="136666.7">21519 13814 295 0,'0'0'8'0,"0"0"2"0,0 0-5 15,0 0-8-15,0 0 6 16,0 0-2-16,0 0-1 16,0 0 1-16,41 13-1 15,-30-4-1-15,-6 1 0 16,0 1-5-16,-4 2-1 15,-1 1-4-15,0 3-5 0,-11 0-10 16,-7-3-26-16,-5 1-51 16</inkml:trace>
  <inkml:trace contextRef="#ctx0" brushRef="#br0" timeOffset="137002.49">21085 13840 91 0,'0'0'178'15,"0"0"-176"-15,0 0 9 0,0 0-7 16,0 0-2-16,0 0-2 15,-35-22 0-15,25 22-3 16,0 9 2-16,1 7-1 16,-2 2 2-16,4 1 1 15,4 3 1-15,3 1-1 16,0-2 2-16,12-3-3 0,6-2 0 16,8-3 0-16,6-4-4 15,6-4-12-15,2-5-26 16,4 0-68-16</inkml:trace>
  <inkml:trace contextRef="#ctx0" brushRef="#br0" timeOffset="137484.45">21819 13763 175 0,'0'0'54'0,"0"0"-25"16,0 0-11-16,0 0-1 16,0 0-7-16,0 0-7 15,0 0-2-15,0 0 0 16,0 0 0-16,3-12 0 15,-1 9-1-15,0-3 1 0,0-1-1 16,2-1 1-16,-2 0-1 16,1-3 1-16,-1 1-2 15,0 0 1-15,0 1 1 16,0 1-1-16,-2 2 0 16,0 1 2-16,0 2-1 0,0 1 0 15,0 2-2-15,0 0 0 16,0 0-2-16,0 9 1 15,0 4 0-15,0 4 2 16,0 2 0-16,0 1 1 0,0 0-1 16,0 0 1-16,4 0 0 15,0-3-1-15,0 0 0 16,0 0 0-16,0-3-3 16,-1 1-21-16,-2-4-28 15,-1 0-53-15</inkml:trace>
  <inkml:trace contextRef="#ctx0" brushRef="#br0" timeOffset="137628.44">21810 13940 116 0,'0'0'169'0,"0"0"-144"0,0 0-20 16,0 0-9-16,0 0 5 15,43-17-15-15,-22 8-50 16,-1-2-85-16</inkml:trace>
  <inkml:trace contextRef="#ctx0" brushRef="#br0" timeOffset="138507.79">21928 13519 190 0,'0'0'3'0,"0"0"4"16,-37-31-6-16,22 21-1 15,0 0-1-15,-1-1 0 16,-1-1 2-16,-2-1 2 0,-1 1 10 16,-1-3 0-16,-4 1-1 15,0 0-2-15,-4-3-5 16,-2 1-3-16,-5-1 1 16,-3 2-2-16,-3-4 5 15,-4 4 1-15,-4-1-1 0,1 0-2 16,-5 2 1-16,-1 4-1 15,-3 0-1-15,2 6 2 16,-6 4-5-16,2 0 0 16,-3 3 0-16,0 10-1 15,-2 2 1-15,2 4 0 0,-2 5 0 16,-1 2-2-16,1 6 2 16,4 5 0-16,-2 4 2 15,5 6-1-15,4 4 3 16,6 2-2-16,6-1 0 15,9 2-1-15,8 0 0 16,8-1 0-16,7-2 1 0,8 2 0 16,2-2 0-16,11 1 0 15,9-1 1-15,7 0 3 16,8 3-5-16,3 3 1 16,7 1-1-16,4 2 0 0,5 4-1 15,4-3 1-15,4 1-1 16,4-5 0-16,3-6 0 15,2-5-1-15,3-9 2 16,2-12-2-16,4-9 3 16,-4-10 1-16,5-6 4 15,-1-9 2-15,1-14 9 0,-1-4 4 16,-5-8-2-16,0-5 11 16,-8-5-11-16,-4-5-2 15,-5-1-11-15,-7-4-4 16,-6-2-3-16,-8 0 1 15,-8 2-1-15,-6 1 1 16,-10 4 0-16,-6 0-1 0,-7 2 0 16,0-2-1-16,-7 0-1 15,-10 1-3-15,-6-2-2 16,-10 1-8-16,-3-3 5 16,-12 2-2-16,-3-4-26 0,-12 2-13 15,-5-1-9-15,-4-4-82 16</inkml:trace>
  <inkml:trace contextRef="#ctx0" brushRef="#br0" timeOffset="148018.84">22236 7545 61 0,'7'0'11'0,"0"-2"2"0,0-1-6 15,-2 1-2-15,0 0-3 16,-3 1-2-16,1 1 0 16,-3 0 1-16,0 0 16 0,0 0 17 15,0 0-8-15,0 0-20 16,0 0-5-16,2 0-3 16,-2 0-2-16,0 0 3 15,1 0-2-15,-1 0 1 0,0 0 3 16,0 0 1-16,0-2 0 15,0 0-1-15,0 1 1 16,0-1 1-16,-1-1-3 16,-1-1 2-16,-2 3-2 15,0-3 0-15,1 1 0 16,-3-3 0-16,0 3-1 0,-2 0 2 16,1-1 0-16,-4 1 3 15,1 2-3-15,0-1 0 16,0 2-2-16,-2 0 0 15,1 0-1-15,-1 0 1 16,-1 0 0-16,0 0 1 0,3 0-1 16,-3 0 1-16,3 2-1 15,0-2 4-15,3 1-4 16,-3 1 0-16,5 1 3 16,-4 1-2-16,4-3 1 15,-3 2-1-15,3 0-1 0,-1-2 1 16,1 2 1-1,0-3 0-15,1 2 0 0,-1 0 0 16,1 0 0-16,0-1-1 16,0 3 1-16,0 1-1 15,2-1 2-15,-2 0-2 16,2 2 1-16,-1-2-1 0,1 1 0 16,-2-1 0-16,0 0 2 15,1-1-2-15,-1 1 0 16,-2 0 0-16,2 1 0 15,0-1 0-15,-1 0 1 0,1 1 0 16,1 0 0-16,-1-1 1 16,0 3-1-16,1-1 1 15,0 1-2-15,0 0 2 16,-1 0-1-16,0 3-1 16,1-1 0-16,-3-2 0 0,1 3 0 15,0-2 0-15,1 0 0 16,0 0 0-16,1 1 1 15,1-2-1-15,-2 3 0 16,2-2 0-16,0 1 0 16,0 0 1-16,0 0-1 15,0 0 0-15,2-1 1 16,0 2-1-16,0-1 2 0,0 2-3 16,0-1 2-16,0 1 0 15,4 2-1-15,-2 0 1 16,1-2-1-16,-1 2 1 15,1 0-1-15,-1-2 0 16,-1 0 0-16,-1 1 1 0,2-1-1 16,-1 2 0-16,0 0 0 15,0 0 0-15,0 1 0 16,0 0 0-16,0 2 0 16,1-2 0-16,-2 1 0 15,2-3 0-15,-2 3 1 0,0-3-2 16,1-1 1-16,0 1 1 15,0-1-1-15,-1 3-1 16,0-1 2-16,3-1-1 16,-3 4 0-16,0-3 0 15,0 3 0-15,2-1 0 0,-2 2 0 16,0-3 0-16,0 2 0 16,0 0 0-16,0 2 0 15,0-2 0-15,0 2 0 16,0 1 0-16,0-1 0 15,0 1 0-15,0-3 0 0,0 0 0 16,4 0 0-16,-2-3 0 16,1 0-1-16,1-1 0 15,0 1 2-15,-4-1-1 16,2 0 0-16,-2 2 0 16,0 2 0-16,0 0 0 15,0 2 0-15,0-1 0 0,0 4 0 16,0-3 0-16,-2-1 0 15,2 0 1-15,-2-3-1 16,2-1 0-16,0 1 0 16,0-4 0-16,0 1 0 0,0-2 2 15,0 1-2-15,0-2 0 16,0 2-2-16,0-2 4 16,0 0-2-16,0 0 0 15,0 1 0-15,2-1 0 16,0 1-2-16,0-1 2 0,1 2 2 15,0 0-2-15,3-3 1 16,-4 3-1-16,2-3 0 16,1-1-3-16,0 0 3 15,0-2-1-15,3 4 2 16,-2-5-1-16,1 2 2 0,0 0-1 16,0-1 0-16,2 2-1 15,-1 1 1-15,1-2-2 16,-1 3 1-16,1-1 1 15,1-1-1-15,4-2-2 16,-5 3 2-16,3-1 1 16,1-2-1-16,-1 0 1 0,1 0 0 15,-1 0-1-15,-1 0 0 16,0-3 1-16,-1-1-2 16,-1 0 1-16,2 0 0 15,-4 0 0-15,2 0-1 0,0 0 3 16,2-1-2-16,-3-3 2 15,0 2-1-15,1-1-1 16,-1 0 2-16,-2 2-2 16,1-2 0-16,-2 2 0 15,2-2 0-15,0 0 0 0,-2 2 0 16,0-2 1-16,0 0-1 16,1-1 4-16,0 0 4 15,-1-1-3-15,2 0-2 16,0 0-2-16,1 0 0 15,-2 0-1-15,0 0 0 16,-1-1 1-16,-1 0-1 16,2-1 1-16,-2 0 7 0,0-3-4 15,0 3 4-15,-1-2-1 16,1 0 0-16,2 0-2 16,-1-1 1-16,0 3-4 15,1-3-1-15,1 3 0 16,0-1-1-16,2 0 0 0,-1-2 0 15,1 0 0-15,-2-1 1 16,1 1-1-16,-2 1 0 16,0-4 1-16,-2 1-1 15,-1 2 1-15,4-2 0 0,-5 0 0 16,1 1 0-16,1-1 1 16,0 2 0-16,-1-3 0 15,1 2-2-15,-1-2 1 16,2 1 1-16,-1-3-1 15,0 1 0-15,0 0 0 0,-2-1 0 16,0-1-1-16,1 0 1 16,-1 0 0-16,2 0 0 15,-1 0-1-15,1-3 0 16,1 2 3-16,-1 0-6 16,-1-1 3-16,-2-2 3 0,0 2-3 15,-1-1-3-15,0 1 6 16,0-1-3-16,0 2 1 15,0 0-1-15,0 0 0 16,-2 1 0-16,0 1 1 16,1-1-1-16,-2 2-1 0,2 0 1 15,-2-2 0-15,1 2 0 16,0 0 0-16,1 0 0 16,0 1 0-16,0 0 0 15,1 0 1-15,-2 2-2 16,0-2-4-16,1 0 2 0,-1-1-2 15,-1-3 5-15,1 2-1 16,1-1 2-16,-4 0-2 16,1 2 0-16,0 0 2 15,1 1-1-15,-1 0 2 16,0 3-2-16,2 0 1 16,1-1-1-16,-1 1 1 0,-2 2-2 15,2-1 1-15,-1 0-4 16,-1-1 3-16,-1 2 2 15,2-2-1-15,-1 2 1 16,2 0-1-16,-2-2 1 16,2 2-1-16,-1-2 1 0,1 0-1 15,1 2 1-15,-3-1-1 16,1-1 0-16,0 0 0 16,1 2 0-16,0-1 0 15,-1 1 0-15,-1-1 0 0,2 2 0 16,-2-2-1-16,1 2 0 15,-1 0-1-15,-1 0 1 16,0-3-2-16,1 3 0 16,-1 0 0-16,1-2 0 15,-3 1 1-15,0-1 2 16,-1 0 0-16,1 0 1 0,-1-1-4 16,-2 0 3-16,1 1 0 15,-1-2 0-15,-2 3 0 16,3-1-1-16,0 2 0 15,-2 1 1-15,2-1 0 16,2 3 1-16,-2-2-2 16,2 2 1-16,-1 0 1 0,0 1-1 15,0-1-3-15,-1 1 3 16,0-1 2-16,0 2-2 16,-2-2 0-16,2 2 0 15,0 0-3-15,-1 0 1 0,1 1 2 16,1 1-1-16,-3 0 0 15,2 0 1-15,0 0 0 16,-1 0 1-16,-1 4-2 16,3-1 1-16,-3 1 0 0,-2 0-1 15,3-1 1-15,-2 0-1 16,1 0 1-16,3 0-2 16,-2 4 2-16,0-3-1 15,1 6-7-15,-1-3-12 16,-2 4-11-16,-2 2-17 15,-1-4-14-15</inkml:trace>
  <inkml:trace contextRef="#ctx0" brushRef="#br0" timeOffset="153785.5">22028 7389 16 0,'1'0'9'0,"-1"0"13"0,3 0-11 15,-1 0-3-15,0 0 4 16,2 0-3-16,-2 0-8 16,1 0 0-16,1 0-1 0,0-1 0 15,0 1 0-15,-1-2 0 16,0 1 1-16,1 1-1 15,-4 0 0-15,2 0 0 16,-2 0 1-16,0 0-1 16,0 0 1-16,0 0 1 0,0 0-2 15,0 0 2-15,0 0 1 16,0 0-3-16,0 3 1 16,0 0-1-16,0-1 1 15,0 1-1-15,1 0 0 16,-1 0 1-16,0-1 1 15,2 0 0-15,-1 0-1 0,1-1 0 16,-1 2-1-16,3-2 1 16,-1 2-1-16,0-2 0 15,0 0 0-15,2 1 0 16,-3-2 0-16,-1 2 0 0,1-2 0 16,0 0 0-16,0 0 1 15,2 0-1-15,1 0 1 16,1-2 2-16,2-3-1 15,2-2 2-15,0-2-2 16,2 1 1-16,0-2 4 0,1-3 2 16,2 1 4-16,-1-2 4 15,6 0-6-15,-3-3-7 16,2-3-2-16,2 3-1 16,0-3-1-16,-1 2 1 15,-1 2-1-15,-3 2 0 16,-1 4 0-16,-5 3-3 0,-1 4-6 15,-5 3-15-15,-3 0-18 16,-1 0 3-16</inkml:trace>
  <inkml:trace contextRef="#ctx0" brushRef="#br0" timeOffset="154205.09">22083 7402 10 0,'0'0'4'0,"0"0"7"0,0 0 12 0,0 0 0 15,0 0 3-15,0 0 4 16,49-13 2-16,-30 3-6 16,4-4-13-16,6 0-10 15,4-2-3-15,3-4-3 16,-3-2-80-16</inkml:trace>
  <inkml:trace contextRef="#ctx0" brushRef="#br0" timeOffset="156638.41">20878 12019 10 0,'-1'0'12'15,"0"0"6"-15,1 0-2 0,0-2-11 0,0-3-4 16,0 2-3-16,0-2 0 16,2 0-3-16,-1 3 2 15,-1 1 2-15,0-1 3 16,0 2 6-16,-1 0 11 0,-3 0-8 16,2 0-1-16,-1 0-1 15,3 0-4-15,-2 2-5 16,2 0 0-16,0 1 0 15,-1-1 0-15,0 0-1 16,-2 1 1-16,-1-2 0 16,1 2 1-16,-3-1 1 15,2-1 4-15,-1 2 3 0,1-2 1 16,0 2-1-16,3-2-4 16,-2 2-5-16,3-3 3 15,-2 0-3-15,2 0 1 0,-1 0 0 16,1 0 1-16,0 0 5 15,-1 0 3-15,1 0-5 16,0 0 0-16,0 2-1 16,0-2 2-16,0 1-1 15,7-1 0-15,0 3 1 16,4-3 1-16,0 1-3 0,3 1-2 16,-1-2 0-16,3 0 0 15,-1 0-2-15,0 0 1 16,-1 0 1-16,4 0-1 15,-1 0 1-15,0 0-1 0,1 0 0 16,2 0 0-16,2-3-1 16,0 0 1-16,2 0-1 15,1 2 0-15,-1-2 0 16,2 0 0-16,0 2 0 16,0-1 0-16,-1 1 1 15,0-2-1-15,2 3 0 0,-3-3 0 16,2 3 0-16,1-4 0 15,0 3 0-15,1-1 0 16,1-1 0-16,1 1 0 16,2-1 0-16,-2 1 0 0,1-1-1 15,-1-1 1 1,2 1-1-16,-2-3-1 16,0 3-2-16,1-2-3 0,1 1 3 15,2-1-1-15,2 0 0 16,-2-1-2-16,3 1 2 15,-2-2-4-15,1-1 9 16,0 1-1-16,-2 1 2 0,2 1 0 16,-1-2 1-16,2 1-2 15,0 0 0-15,-1 1 0 16,3-1 1-16,-2 2-1 16,-3 1 0-16,0 0 0 15,-2 0 2-15,-2 0-4 0,-1 0 4 16,2 1-2-16,-1-1 0 15,3 0 0-15,0-1 3 16,1 2-1-16,1-2-1 16,-2 2-1-16,4 0 0 15,-5 0 1-15,-1-2-2 0,2 4 1 16,-3-1 1-16,1-2-2 16,0 2 1-16,2-1 0 15,1-1 0-15,1 2 1 16,-1-2-1-16,2 0 0 15,-3 3 0-15,4-1 0 0,-4 0-1 16,3-1 2-16,1 0-1 16,-1 1 0-16,3-2 1 15,1 0-1-15,0 1 0 16,-1-1 0-16,2 1 0 16,-3-1 0-16,0-1 0 15,0 3 0-15,0-2 0 0,-2 1-1 16,-2 1 1-16,-1-2 0 15,0 3 0-15,-3-1 0 16,1-2 1-16,0 0 1 0,2 2-1 16,-1-1 1-16,0-1-1 15,1 1-1-15,-3-1 0 16,0 1 0-16,-2 0 0 16,-4 0 1-16,0 0-1 15,-5 1 0-15,0 0-1 16,-5-1 0-16,-1 1-22 0,-5-5-55 15</inkml:trace>
  <inkml:trace contextRef="#ctx0" brushRef="#br0" timeOffset="158611.26">20721 12127 74 0,'-5'0'3'0,"2"0"12"0,-2 0-5 16,0 0 3-16,-3 0-2 0,3 0 3 15,-1 0-1-15,1 0 0 16,-4 0-2-16,4 0-6 15,-4 0-4-15,1 0-1 16,-1 0 0-16,-1 0 0 16,0 0 0-16,-2 0 1 0,1 0 0 15,-3-3-1-15,-1 0 2 16,-2-4 3-16,2-1 5 16,-4-2-3-16,1-3-2 15,-2-2-3-15,1-4 4 16,0-1 0-16,1-5 1 0,2-4 0 15,3-2 1-15,1-2-6 16,2-2 0-16,0 1-1 16,0-5 0-16,2 0 1 15,0-3-1-15,2-2 1 16,2-2 1-16,2-1-2 16,1 1 0-16,1 3 0 0,0 2-1 15,0 2 1-15,0 2-2 16,0 4 2-16,0 1-1 15,1 0 0-15,2 5 1 16,1 3-2-16,0 1 1 16,2 6 0-16,0-1 0 0,-1 5 0 15,1 0 0-15,1 3-1 16,0-1 1-16,2 4-1 16,1 0-1-16,0-1 0 15,1 3-2-15,1 2 3 0,1-1 0 16,0 2 0-16,0 1-2 15,0 1 2-15,1 0 2 16,4 0 0-16,2 4-1 16,3 2 0-16,3 2 0 15,5-1 1-15,1-2-1 0,3 1 0 16,4-1 1-16,0-2-1 16,4 1 1-16,2-2 0 15,2-2 0-15,4 0 0 16,5 0 1-16,1 0-2 15,3-6 0-15,5-1 0 16,3 1-2-16,0-2 2 0,3-1 0 16,2 2 0-16,1-3 0 15,2 0-1-15,3 0 1 16,4 0-3-16,2 0-3 16,-1 0 1-16,5-2 2 15,-1 0 2-15,0 1 0 16,-2 1 1-16,0-3 1 0,1 2-1 15,1-2 0-15,-3 3-3 16,1 0-9-16,-1 0-2 16,-3 0 5-16,-2 3 7 15,-4-3 2-15,-1 4 0 16,-3-2 1-16,0 1-1 0,-2-2 1 16,-1 4 0-16,-4 0-1 15,0-2 0-15,-1 3 1 16,-7 0 0-16,0-2 4 15,-2 2 3-15,-3-2 0 16,-2 3-3-16,0-2-4 0,0-1 2 16,-2 2-4-16,0 1 1 15,-2-1 0-15,-2 1-2 16,-3 1 2-16,-6-2 0 16,-3 1 0-16,-5 0 2 15,-2-1-1-15,-5 3 1 0,2-1 2 16,-5 1 2-16,-1 1-4 15,-3 0-1-15,-2 0-1 16,-2 0 0-16,-4 0 1 16,0 2 0-16,1 3-2 0,-5 1 1 15,1 2 1-15,1 1 0 16,-1 2 1-16,1 3-6 16,-3 3 7-16,2 2-2 15,-1 3-1-15,2 1 0 16,-1 1 1-16,3 2-1 15,-2 2 0-15,3-2 0 0,-1 2 0 16,-1-5 1-16,1 4-2 16,1 0 2-16,-1-3-1 15,4 4 0-15,-4 1 0 16,4 0 1-16,-1 2-2 0,3-1 1 16,-1 1 0-16,3-2 0 15,-5 1 0-15,2-3 0 16,-1-3-1-16,0-2 0 15,-2-5 0-15,-2-2 2 16,0-3-1-16,-2-4 0 16,-1-1 1-16,-2-1-1 0,0-2 0 15,-5 2-2-15,-17-2 1 16,-7 2 1-16,-14 3-3 16,-13 2-13-16,-18 2-20 15,-15-2-52-15</inkml:trace>
  <inkml:trace contextRef="#ctx0" brushRef="#br0" timeOffset="160695.35">21257 12022 44 0,'-7'1'2'0,"1"2"13"0,0-3 0 0,2 0-7 0,-2 0-3 16,0 0 3-16,0 0 3 15,-1 0 0-15,0 0 3 16,-2 0 2-16,2 0 2 16,-1 0-5-16,-2 0-1 15,3 0-5-15,-3 0-2 0,1 0-1 16,-1 0-2-16,-1 0-1 15,1 0-1-15,-1 0 0 16,3 0 1-16,-3 0-1 16,0 2 0-16,2-1 1 15,-1 3-1-15,-1-1 0 16,-1 0 0-16,3 1 1 16,-1-1 1-16,0 0 4 0,2 3-1 15,0-1-1-15,1 1-3 16,2 0-1-16,1 2 2 15,-1 1-1-15,1 0-1 16,-1 2 0-16,3 1-1 0,-1 1 1 16,1 0 0-16,1 1 0 15,-1 3 0-15,0-4 0 16,1 4 0-16,-1 0 0 16,2 0 1-16,-3 2-1 15,2 2 0-15,-1-2-1 16,1 3 1-16,-1 1 0 15,0-2 0-15,2 1 0 0,-2-1 0 16,-1-1 0-16,2-2 0 16,1 1 0-16,0-2 0 15,0-1-2-15,0-1 1 0,0-1-2 16,0 0 1-16,0 2 0 16,0-3 2-16,0 0 0 15,0 2 0-15,0-1 0 16,0 0 0-16,0-1 0 15,0 1 0-15,0-1 0 0,1 1 1 16,4-4-1-16,-3 2 0 16,1-4 0-16,3 2 0 15,-3-2 0-15,1 0 0 16,2 0 1-16,-1-2-1 16,0 0 1-16,1 1-1 0,-2-1 2 15,3 0-2-15,1 2 2 16,0 0-1-16,1 2 1 15,1-1-2-15,2 2 0 16,0-1 0-16,4 3 0 16,-1-2 0-16,1-1-3 0,3 0 3 15,-1-3-6-15,1 2-2 16,0-4 7-16,1-2 1 16,0 1-1-16,0-2 2 15,0-2-1-15,-1 0 2 16,1 0 1-16,1 0-2 0,-2 0 1 15,3 0-1 1,-1 0-1-16,1 0 0 0,2-2 1 16,-2 2-1-16,2 0 1 15,2-1-1-15,0 1 0 16,1 0 0-16,3 0 0 0,-1 0 0 16,1 0 1-16,2-3-2 15,-1 3 1-15,1-3 1 16,3 1-2-16,-2-1 2 15,5-3-1-15,1 3 0 16,3-2 0-16,-1-1 0 16,1 0 0-16,0 0 0 0,3-1 0 15,-2-1 0-15,4 1-3 16,-1-2 5-16,4 2-1 16,-3-1 5-16,4 1-3 15,-1-1-3-15,1 1 1 16,1 2 0-16,2-3 0 0,2 3 0 15,1-2-1 1,1 1 0-16,-1 0 1 0,4 0-1 16,-1-3 1-16,3 0-2 15,-2-1 1-15,2 2 0 16,1-4 1-16,-1 1-2 0,1 2 0 16,-1 0 1-16,2 1 0 15,-3 1 0-15,1 2 0 16,-1-1 1-16,1-1-2 15,0 1 2-15,-4 2-1 16,5 0 1-16,-5-2-1 0,2 0 0 16,1 3 0-16,-3-2 0 15,-1-1-2-15,-2 0 4 16,-1 1 3-16,-4 0-2 16,-3 1-2-16,-2 1 0 15,-2-1 0-15,-1 0-1 16,-3 1 1-16,-2-1-1 0,-1 2 0 15,-3-1 1-15,2 1-1 16,-5-1-1-16,0 1 1 16,-1-2-3-16,-5 1-13 15,-3 0-28-15,-7-2-45 16</inkml:trace>
  <inkml:trace contextRef="#ctx0" brushRef="#br0" timeOffset="161187.41">24025 11746 84 0,'0'0'3'0,"0"0"-3"0,0 0 3 0,2 0 6 16,1 0-4-16,3 0-2 0,-2 0-1 15,2 0-2-15,2 0 1 16,1 0-1-16,6 0 2 15,4 0 3-15,2 0 1 16,4 0-1-16,6-4-1 16,1 0-3-16,4-2-1 15,0 2-13-15</inkml:trace>
  <inkml:trace contextRef="#ctx0" brushRef="#br0" timeOffset="162757.54">19689 11649 26 0,'0'0'27'0,"-1"0"-4"0,-1 0 1 15,2 0-5-15,-3-2-4 16,3-1 1-16,-1 0-1 0,1 3-6 16,0-4-5-16,0 4-2 15,0-1 1-15,0-1-2 16,0 1 0-16,0 1 0 15,0-1-1-15,0 1 1 0,0 0 0 16,0 0-1-16,0 0 0 16,0 0 0-16,0 0-1 15,4 2 1-15,-1 4 0 16,1 0 0-16,0 1 0 16,1 1 1-16,0-1 0 15,1 1-1-15,-2 1 0 0,0 0 1 16,2-2-1-16,-2 0 0 15,-1-1 0-15,3-3 0 16,-4-2 1-16,2-1 0 16,1 0 2-16,4-3 2 15,3-9 13-15,6-9 5 16,9-7-6-16,10-10-7 0,12-9-6 16,15-10 0-16,13-11-3 15,15-7 0-15,13-8-3 16,5-6-36-16,3-5-93 15</inkml:trace>
  <inkml:trace contextRef="#ctx0" brushRef="#br0" timeOffset="165016.12">21653 9778 33 0,'-3'-3'15'0,"2"3"10"0,0-1-8 15,1 1-8-15,-1-2-1 16,1 1-5-16,0 0-1 16,0-1-1-16,0-1 1 0,-1 3 5 15,1-3 4-15,-1 2 2 16,1 0 0-16,0-1-2 15,0 2-6-15,0 0-4 16,0 0 0-16,0 0-2 16,0 0 0-16,-1 0-1 0,1 0 1 15,0 6 0-15,0 0 1 16,0-1 0-16,0 2 0 16,0 0 1-16,0-1-1 15,0 0 0-15,0-1 0 16,1 0-1-16,1-2 2 0,0 1-1 15,0-3 0-15,0 2 0 16,0-3 0-16,-1 0 1 16,1 0-1-16,0 0-1 15,3-7 5-15,0-3 2 16,2-3 2-16,3-4 1 0,5-3-2 16,5-2-2-16,3-4-4 15,6 0 0-15,7-3-2 16,3-1-3-16,2-2-45 15,-1 2-77-15</inkml:trace>
  <inkml:trace contextRef="#ctx0" brushRef="#br0" timeOffset="166129.44">23084 9454 2 0,'0'0'11'0,"0"0"13"0,0 0-1 0,0 0-1 15,0 0-5-15,0 0-5 16,0 0 1-16,0 0-2 0,0 0-1 16,0 0-4-16,0 0 2 15,0 0-4-15,0 0-1 16,-9-17 2-16,9 17-1 16,0 0 1-16,0 0-3 15,0 0-2-15,0 0 0 0,0 0-2 16,0 0 2-16,0 0 0 15,0 0 0-15,0 0 0 16,0 1 0-16,2 1 0 16,1 1 0-16,-2-1-1 15,1 0 2-15,1 1-2 0,-2 0 1 16,0 1 1-16,1-1-2 16,1 0 1-16,-1 2 0 15,0-2 0-15,0 4 0 16,-1-4 0-16,0 1 0 15,0 1 0-15,0-2 0 16,-1 1 0-16,1-1-1 0,-1-2 1 16,0 3 0-16,0-2 0 15,0-2 1-15,0 1-1 16,0-1 0-16,0 0 1 16,0 0-1-16,1 2 0 15,0-2 0-15,-1 0 2 16,1 0-2-16,0 0 0 0,2 0 3 15,-1 0 1-15,0 0 12 16,2-5-3-16,-1-3-4 16,3-1 0-16,0-4-1 15,4-1 2-15,2-7-5 16,6 1-2-16,5-5-3 0,6-2 2 16,10-3-2-16,6-2-2 15,8 0-3-15,5-5-30 16,3-3-66-16</inkml:trace>
  <inkml:trace contextRef="#ctx0" brushRef="#br0" timeOffset="171319.07">18517 9219 9 0,'0'-2'17'0,"0"-2"16"0,0-2-11 0,0 3-2 15,0-1-2-15,0 0 0 16,0 1-3-16,-2-2 0 15,2 3-2-15,-2-1 5 16,0 1-7-16,0 0-2 16,1 0-1-16,-1 1-3 15,2-1-1-15,-2 0 1 0,2 2-1 16,0 0 4-16,-2-1-4 16,2 1-2-16,0 0-3 15,0 0-2-15,-2 1 2 0,-1 4-2 16,1 2 3-1,0 2 1-15,0-1-1 0,-1 1 1 16,3 2-1-16,0-2 0 16,0 1 0-16,0 0 0 15,0 0 1-15,0 1-1 16,0-1 0-16,3-1 1 0,0 1 0 16,1-2 0-16,2 0 0 15,-1 1 0-15,1-2-1 16,-1-1 0-16,2 0 1 15,0-1 1-15,-1 2-2 16,1-3 0-16,0 1 0 16,1-3 1-16,-2 0-2 0,1-2 1 15,-1 0 0-15,2 0 3 16,-2 0 4-16,1 0-2 16,-2-6-1-16,2-2-3 15,-2-2 1-15,-1 1-2 0,2-1 1 16,-3-1 0-16,1 1-1 15,2-1 0-15,-2 2 1 16,-2 2-1-16,0 3 0 16,2 1 0-16,-4 2 0 15,2 1-1-15,-2 0-3 16,2 1-5-16,-1 6 11 16,1 0-4-16,0 2 2 0,2 2 0 15,1-1 2-15,2-1-2 16,0-1 1-16,1-2-1 15,0-2 0-15,3-3-1 16,-1-1 1-16,4 0 0 0,-4-1 0 16,2-8 0-16,0 0 5 15,-2-3 0-15,1-3-1 16,-4 0 0-16,0-2 5 16,-1-2-2-16,-1 0 1 15,-1-1-2-15,-2 0 2 16,-1 2-6-16,1 1 1 0,-2 2 0 15,0 4-2-15,0 1-2 16,0 5-1-16,0 2 0 16,0 3-14-16,0 0-27 15,0 0-37-15,0 5 15 0</inkml:trace>
  <inkml:trace contextRef="#ctx0" brushRef="#br0" timeOffset="172835.47">19054 9289 19 0,'-5'0'17'0,"2"0"7"0,0 0 0 0,2 0-5 16,-1-1-5-16,0-2-2 15,0 3-1-15,0-2 2 16,0 1-4-16,1 1 0 0,-1 0-5 15,0 0-2-15,0 0-1 16,-2 0-1-16,0 0 0 16,1 0 0-16,-6 1 0 15,4 4 0-15,-1 1 0 0,1 1 0 16,1 2 1 0,-3 0-1-16,3 1 0 0,1 3 0 15,-2 0 0-15,2-1 0 16,0 3 0-16,1-2 0 15,2 2 1-15,0-3-1 16,0-1 0-16,0 0 0 0,0-1 0 16,5-3 2-16,3-1-4 15,1-4 6-15,3 0 8 16,-1-2 15-16,4 0-14 16,-2-3-13-16,1-4 11 15,-1-4-8-15,-1 0 4 16,1-2 0-16,-5 0 0 0,0-3 2 15,1-1 0-15,-7 0-1 16,-2 0 0-16,0 2-4 16,0-1-3-16,-9 3-2 15,-6 5 0-15,-8 2-24 16,-7 3-30-16,-8 0-72 16</inkml:trace>
  <inkml:trace contextRef="#ctx0" brushRef="#br0" timeOffset="174456.32">17592 9565 27 0,'-2'0'13'0,"0"0"6"0,1 0-8 0,0 0 1 15,-1 0-7-15,1 0 0 16,-1-1-1-16,-1-1-1 16,0 2-3-16,-1 0 2 15,1 0 0-15,-6 0 3 16,2 0 0-16,-1 0-1 0,-2 3-2 16,1 1-2-16,-4 2 0 15,1 0 0-15,-1 0 1 16,1 2-1-16,0 0 0 15,1 1 0-15,-1 1 1 16,3 1-1-16,-2 5 1 16,-2-3 0-16,2 3 0 0,0 0-1 15,1 3 1 1,0-1 0-16,0 6-1 0,1-1 1 16,0 1-1-16,1 3 0 15,1 0 0-15,0 0 0 16,2-2 1-16,3 1-1 0,2-2 0 15,0 1 1-15,0-1 0 16,4 0 1-16,6 0-1 16,-2-1 1-16,3 1 1 15,2 0-1-15,3 3 5 16,3-1 5-16,1 2 1 0,4-1-5 16,1 0-1-16,0 1-3 15,4-2 1-15,-4-1-3 16,1 1 0-16,2-2 0 15,0-1 0-15,-1-2 2 16,4 1 2-16,0-4 5 0,-1-2 5 16,1-1-4-16,4-2-1 15,-1-2-7-15,-1-1 0 16,-1-2 1-16,2 0-3 16,-3-2 0-16,-1-1-1 15,-4-2 0-15,2-1-1 16,-5-1 1-16,1-1-1 0,-2 0 0 15,-3 0 1-15,1 0-1 16,-4 0 0-16,0-3-1 16,-2 2 1-16,-1-2-6 15,-3 2-11-15,-3-1-16 0,-3-2-44 16</inkml:trace>
  <inkml:trace contextRef="#ctx0" brushRef="#br0" timeOffset="174714.86">18259 10404 117 0,'0'0'4'0,"0"0"-1"0,0 0 5 0,0 0-3 0,37 29-2 15,-34-15 2-15,2 2-4 16,-2 1 0-16,-2 2 0 16,-1 0-1-16,0-1 0 15,-6 2 1-15,-6 0 8 16,-6 4-7-16,-6-1-12 0,-5-5-33 16</inkml:trace>
  <inkml:trace contextRef="#ctx0" brushRef="#br0" timeOffset="176843.09">17342 5187 92 0,'0'-6'7'0,"0"-1"15"0,0 1-7 0,1 0-6 16,-1 2 0-16,0 0-1 16,0 2 0-16,0-1-1 15,-1 1-6-15,-3 0 1 16,1 1-2-16,-3-1 3 15,0 2-2-15,-2 0 0 0,-1 0-1 16,-2 10 1-16,-3-3-1 16,-1 6 0-16,-1 0-1 15,1 1 1-15,-1 5 0 16,1-1 0-16,0 3 1 16,1 2-1-16,1 0 0 15,3 2 0-15,1-3 0 0,3 2 0 16,2-3 0-16,3 0 0 15,1-5 1-15,0 1-1 16,6-1 2-16,2-2-1 16,2 0 0-16,-2 0 0 15,4-1 0-15,0-2 1 0,2-1 1 16,1 2-1-16,5-2 7 16,-3-2-2-16,1 2-1 15,3 1-3-15,-3 1-2 16,2 1-1-16,0 1 1 15,-4 0 0-15,2 2-1 0,-1-1 0 16,-1 4 0-16,-3-3 0 16,-2 2 0-16,-3 0 0 15,-2-2-2-15,-4 0 3 16,-2 0-3-16,-2-1-1 16,-12-1 0-16,-4 2 2 0,-2-2 1 15,-5 0-1 1,1 0 1-16,-2 2 1 0,3-1-1 15,-1 1 0-15,3 1 0 16,2 0 0-16,2 2 0 16,2-2 0-16,4 1 0 15,0 1 1-15,6-1-1 0,1 3 0 16,2-1 2-16,2 0-2 16,0 0 2-16,4-1-1 15,3 2 0-15,2-1 0 16,1-2 0-16,1 3 0 0,3-3 2 15,-1 0-2-15,2-2 5 16,2-2 4-16,2 1 0 16,2-3-2-16,4-1-3 15,8 1 3-15,5 2-5 16,5 0 3-16,6-4-6 16,3-9-65-16</inkml:trace>
  <inkml:trace contextRef="#ctx0" brushRef="#br0" timeOffset="178238.17">23291 6567 4 0,'2'1'12'0,"0"1"1"0,1-1 7 0,0 3-11 16,1-2-1-16,-2 1 5 15,-1-2-7-15,1 3-3 16,0-1 0-16,-2 0 0 15,2 1 0-15,-2 1-1 16,1 2 2-16,-1 0 0 0,0 1-1 16,0-1-1-16,0 0-1 15,0-1 0-15,0-1 0 16,0-2 0-16,0-1 3 16,0 0 0-16,1-2-1 15,3 0 0-15,2 0 7 16,2 0 1-16,0-2-1 0,3-5 1 15,4-3-3-15,0-3-1 16,3-1 1-16,2-4 0 16,2-4 3-16,3-2 6 15,4-3-5-15,0-5-5 16,2-3-3-16,5 0-3 0,1-5 0 16,6 3-2-16,-1-3-4 15,2 3-56-15</inkml:trace>
  <inkml:trace contextRef="#ctx0" brushRef="#br0" timeOffset="179604.31">17802 8152 73 0,'0'0'2'0,"0"0"-1"0,35 13 0 0,-26-9 0 0,-3-1-1 15,-2-1 0-15,-2-2 0 16,-2 0 0-16,0 0 1 16,0 0 3-16,0 0-9 15</inkml:trace>
  <inkml:trace contextRef="#ctx0" brushRef="#br0" timeOffset="180594.33">17900 8115 26 0,'0'0'15'0,"0"0"-10"16,0 0 10-16,0 0-5 0,0 0-6 16,0 0-2-16,0 0-2 15,0 0 1-15,28-34-1 16,-26 32 1-16,-1 0 2 16,0 0 4-16,0 2 10 15,0 0 1-15,1-1-4 16,-1 1-4-16,1 0-7 0,-2 0-3 15,2 0 0-15,-2 0-1 16,0 0-2-16,0 5 2 16,0 1 3-16,-2 1-2 15,-5 2 1-15,0 2 0 16,-3 1 0-16,-2 0 1 16,1 1-1-16,2-2 2 0,-1 3-1 15,0-2-1-15,3 4 0 16,1-2 0-16,1 0 0 15,0-1 1-15,2 0-2 16,3 0 1-16,0-1 1 16,0-1 0-16,0-1-1 0,5 2 0 15,3-1 0-15,2-1 0 16,3 1 0-16,2-1 1 16,1 0 0-16,2 0-1 15,1 0 1-15,-4-1-4 16,0-1 4-16,0 2-1 0,0-1-1 15,-3-1 1-15,-2 1-1 16,-2 2 1-16,-2-1-2 16,-6 2 0-16,0 0 2 15,0 1 0-15,-13 3-1 16,0-2 1-16,-4 1 3 0,-1-3 1 16,-1-1 1-1,1 1-2-15,-2-4 1 0,2 2-2 16,4-2-1-16,0-1 1 15,2-2 0-15,5 0-2 16,3 0 0-16,2-1 0 0,2 2 1 16,0-2-2-16,0 2 0 15,8 0-1-15,1 0 2 16,4 0-1-16,-1 0 3 16,1 1-1-16,1 0-2 15,-3 2 0-15,2-1 0 16,-6 2 0-16,1 1 0 15,-4 1 0-15,1 2 0 0,-5-1 0 16,0 2 0-16,0 2 0 16,-2-1 0-16,-5 1 0 15,-1 3 0-15,1 0 1 0,-4 2-1 16,2-1 2-16,0 1-2 16,-1 2 0-16,4-1 0 15,0 1 1-15,3 0 0 16,1 0-1-16,2-4 0 15,0 0 1-15,2-4-1 0,7-5 1 16,1-1-1-16,3-3 3 16,5-2 4-16,5-3-2 15,9 0 3-15,8-2-2 16,8 0-3-16,3 0-3 16,-7 0-20-16</inkml:trace>
  <inkml:trace contextRef="#ctx0" brushRef="#br0" timeOffset="181669.11">18809 10214 111 0,'7'0'1'0,"-2"-4"3"0,-1-1-1 0,-1 3-2 15,0-3 0-15,-3 3 0 16,0-1 4-16,0 0 4 15,-3-1 3-15,-2 1 2 16,-2 0-4-16,-1 1-4 16,-4 2 0-16,1 0-2 15,-1 0-1-15,-2 3-2 16,-1 6-1-16,1 4 0 0,1 1 0 16,-1 0 1-16,3 2-2 15,0 1 1-15,2-2 1 16,1 2 1-16,4-5-2 15,2 3 1-15,2-2 1 16,0-3-2-16,0 1 0 0,5-3 0 16,5-3 0-16,3-2 2 15,0-2 1-15,4-1-1 16,-2 0 1-16,0 0-2 16,-2-2 1-16,-3-2 0 15,-2 2-1-15,-6 1 0 0,-2-1 2 16,0 2 13-16,-2 0-7 15,-7 0-5-15,-5 5-4 16,-1 3 0-16,-1 3 1 16,0 2 0-16,3 0 0 15,4 2-1-15,3-3 1 16,1 1-1-16,5-1 2 0,0-2-2 16,0 0 0-16,5-1 0 15,4 1 0-15,2-3 1 16,4-1 1-16,1-1-1 15,6-2-1-15,1 0-1 0,1-3-26 16,0 0-36-16,1-2-42 16</inkml:trace>
  <inkml:trace contextRef="#ctx0" brushRef="#br0" timeOffset="182061.61">18979 10362 165 0,'0'0'-7'0,"0"0"14"0,0 0-2 0,0 0-2 0,0 0 2 16,42-7-3-16,-32 9 0 16,1 7-1-16,1 3-1 15,-1 2 0-15,0 2 1 16,0 4-2-16,-1-4 2 0,-3 1-1 15,1-4 0-15,-6-3-1 16,0-4 0-16,-2-2-1 16,0-2 2-16,0-2 6 15,0 0 21-15,-4 0-22 16,-3-2-2-16,1-5 0 16,1-2 4-16,-1-1 5 0,2-1-1 15,1-3-3-15,3-1-2 16,0 0 3-16,0-1-3 15,0 2-1-15,3 4-4 16,9-1-4-16,2 4 2 16,2 1-13-16,2-1-57 15,1 1-91-15</inkml:trace>
  <inkml:trace contextRef="#ctx0" brushRef="#br0" timeOffset="182465.85">19277 10343 199 0,'0'0'0'15,"0"0"1"-15,0 0 0 16,0 0 0-16,0 0-1 0,0 0 1 16,0 0-1-16,0 0 0 15,38 0 0-15,-30 0 0 16,0 0 0-16,-1 6 0 15,2 1 0-15,2 4 0 16,-5 2 0-16,1 0 0 0,-3 4-2 16,0-3 1-16,-1-2 1 15,0-1 1-15,-1-5-1 16,-2-1 0-16,0-3 0 16,0-2 3-16,0 0 27 15,0 0 4-15,-5 0-20 16,-1-9-12-16,1 2-1 0,-1-2 4 15,2-2 2-15,1 0-3 16,3 0 0-16,0-1 0 16,0 1-4-16,2-1-4 15,9 1 6-15,5 3-27 16,0-1-23-16,2 5-28 0,1-2 0 16</inkml:trace>
  <inkml:trace contextRef="#ctx0" brushRef="#br0" timeOffset="183037.65">19539 10325 76 0,'0'0'26'16,"0"0"-14"-16,0 0-2 15,0 0 5-15,0 0 0 16,0 0-9-16,0 0-1 16,7 37 0-16,-7-25 0 15,0-3 0-15,0 2-2 0,0-1 1 16,0-1-1-16,4-2-1 15,-2-1 2-15,2-2-2 16,3 1 0-16,-3-3 0 16,1 1 1-16,2-3 3 0,-4 0-3 15,0 0 8-15,0-1 8 16,-1-7 5-16,0 1-17 16,-2-4-5-16,0 0-1 15,0-1 0-15,0 0 0 16,0 0-1-16,0-1 2 15,-2 2-1-15,2 0 0 0,-3 2-1 16,3 2 0-16,0 0 0 16,0 4-1-16,3 0 0 15,2 2 0-15,6 1 1 16,-4 0-1-16,2 0 1 16,2 2 0-16,-5 7-1 0,1 4-1 15,-3 1-6-15,-1 4 4 16,1 1 4-16,-2 2 0 15,1 1 1-15,-3-4-2 16,3 1 4-16,1-5-3 16,0-3 2-16,1-2 2 0,3-2-2 15,0-3-1-15,2-1 1 16,2-3 4-16,3 0 2 16,-2-3 1-16,2-4-3 15,-1-2-3-15,0 0-2 16,-3 0 0-16,0-1-1 15,3-1-2-15,-5-1-18 0,2-2-92 16</inkml:trace>
  <inkml:trace contextRef="#ctx0" brushRef="#br0" timeOffset="183301.62">20199 10252 212 0,'0'0'5'0,"0"0"10"0,0 0 7 15,0 0-8-15,0 0-6 16,0 0-3-16,0 0-4 0,40-12 0 15,-24 12-1-15,0 0-4 16,3 0-40-16,-1 0-64 16</inkml:trace>
  <inkml:trace contextRef="#ctx0" brushRef="#br0" timeOffset="183427.78">20301 10335 167 0,'0'0'69'0,"0"0"-69"16,0 0 0-16,49-6-44 16,-24-4-112-16</inkml:trace>
  <inkml:trace contextRef="#ctx0" brushRef="#br0" timeOffset="184032.62">20636 10169 210 0,'0'0'2'0,"0"0"-2"16,0 0 0-16,0 0 2 15,0 0 0-15,0 0-1 16,0 0 0-16,0 0 3 15,20-36 1-15,-16 26 2 0,1-1-1 16,-2 2-3-16,-1 2-1 16,0-3 0-16,3 6-1 15,-5-2-1-15,0 3 0 16,0 1 0-16,0 0 0 16,0 2 0-16,0 0-1 15,0 0-4-15,2 6 4 16,-2 2-2-16,0 5 4 0,1 1 0 15,1 2-1-15,0 1 1 16,2 1-1-16,0 1 0 16,-1-2 0-16,1-1 1 15,2-1-1-15,-1 1 0 0,-2-3 1 16,3-1-1-16,-4 0 0 16,1-4 0-16,-3 2-2 15,0-3-24-15,0-1-4 16,-3-2 6-16,-5-1 10 0,-2 0 3 15,0-2 10-15,0-1 2 16,1 0-1-16,1 0 1 16,1 0 1-16,3 0 10 15,2 0 9-15,1-1 7 16,1-2 3-16,0 3-10 16,0-1-9-16,0-1-4 0,6 1-2 15,5 0-4-15,4-1 0 16,6 2 1-16,2 0-3 15,2 0-3-15,1-4-55 16,-1 2-55-16</inkml:trace>
  <inkml:trace contextRef="#ctx0" brushRef="#br0" timeOffset="184456.4">20934 10156 190 0,'0'0'-3'0,"0"0"6"0,0 0-3 0,0 0-1 15,0 0 0-15,0 0 1 16,0 0 0-16,-36 49 0 0,29-33 1 16,3 1-2-16,3-1 1 15,1-2 1-15,0-3 0 16,0-1 0-16,0-3 0 15,4-2 0-15,4-1 4 16,-1-3 3-16,1-1 3 16,4 0 3-16,-3 0-4 0,1 0-2 15,1-7-3-15,-1 2 2 16,-5-4-1-16,1-1 1 16,0 0-1-16,-5-4-1 15,1 1 0-15,-2-1-2 16,0-2-1-16,0 1 0 0,-5 3-4 15,-4 2 1-15,-1 2 4 16,0 7-3-16,-1 1-3 16,1 0 0-16,0 2-5 15,4 8-19-15,3-3-31 16,3-1-45-16</inkml:trace>
  <inkml:trace contextRef="#ctx0" brushRef="#br0" timeOffset="184771.36">21255 10042 135 0,'0'0'25'16,"0"0"17"-16,0 0-15 0,0 0-6 0,0 0-4 15,0 0-5-15,0 0-9 16,0 0-5-16,0 0 5 16,0 0-2-16,0 24 1 0,-4-1 1 15,2 1-2-15,1 6 0 16,0-2 0-16,0 1-1 16,-1-1 1-16,0-1-1 15,-5-1-1-15,0-1-9 16,-5-2-16-16,-2-2-3 15,-2-3-37-15,-2-6-36 0</inkml:trace>
  <inkml:trace contextRef="#ctx0" brushRef="#br0" timeOffset="184950.81">21152 10289 258 0,'0'0'8'0,"0"0"5"16,45-20-7-16,-25 19-5 0,-2-2-2 15,-4-2-28-15,-3-4-170 16</inkml:trace>
  <inkml:trace contextRef="#ctx0" brushRef="#br0" timeOffset="186950.2">18352 10825 6 0,'0'0'42'0,"0"0"-32"0,0 0-2 0,0 0-5 0,0 0-3 15,0 0 1-15,0 0-1 16,0 0 1-16,0 0-1 15,0 0 2-15,0 0 2 16,0 0 0-16,0 0-3 0,-40 17-1 16,34-12 0-16,1 3 0 15,0 1 1-15,-1 1-1 16,2 2 0-16,-2 1 0 16,-1 2 0-16,3-1 0 15,-3 2 0-15,3 4 0 0,0-1 0 16,-2 0 0-16,3 2 1 15,0 0-1-15,3 0 0 16,0-3 0-16,0 2 0 16,0 0 1-16,0-1 0 15,6 0 0-15,2 1 0 16,-3 0 0-16,3 4-1 0,0-2 1 16,2 2-1-16,1-3 1 15,3 2 0-15,-1-2 6 16,4-2-3-16,0 2 2 15,3-3-3-15,0 2 0 16,2 0-1-16,-2 1 0 0,1-1-1 16,-2-1 0-16,2 3-1 15,-6-2 0-15,1 3 0 16,-3-6 0-16,-1 3 0 16,-4-1 0-16,1-1 1 15,-3 3-1-15,0 0 1 0,-4 2-1 16,-2 1 1-16,0 1-2 15,0 0 2-15,-4-1-1 16,-5-1 0-16,1 0 0 16,0-1 0-16,-2-2 0 15,2 0 0-15,0 1 0 0,0 1 3 16,1-2 3-16,3 2-4 16,-2 0 1-16,4 0-2 15,1 0-1-15,1-2 1 16,0-2-1-16,7-4 1 0,5 0 2 15,3-5 0-15,5 0 3 16,-3-4 1 0,6 0-5-16,-5-1 2 15,-3 0-3-15,-2-1 0 0,-3-2-1 16,-7 2 0-16,-1 0 0 16,-2 3-3-16,0-1 8 15,-2 2-2-15,-3 2 0 0,-4-1-2 16,-1 4 1-16,2-1 2 15,-1-1 0-15,1-1 1 16,3 2 1-16,2 0-3 16,1 2-2-16,2 2 1 15,0 3-2-15,4-4-1 0,8-8-49 16</inkml:trace>
  <inkml:trace contextRef="#ctx0" brushRef="#br0" timeOffset="189155.77">18537 13208 44 0,'0'0'4'0,"1"0"-3"0,-1 0 0 0,0 0-5 15,1 0-19-15,1 0 19 16,1 0-6-16</inkml:trace>
  <inkml:trace contextRef="#ctx0" brushRef="#br0" timeOffset="189398.33">18537 13208 26 0,'0'0'22'16,"0"0"-12"-16,0 0-1 16,0 0-3-16,9 0-3 15,-9 0-1-15,0 0-2 16,0 0 0-16,0 0 0 0,0 0-1 15,0 0 1-15,0 0 1 16,0 0-1-16,0 1 0 16,0 1 0-16,0-1 0 15,0-1 0-15,0 2 0 0,0-1 1 16,0-1-1-16,0 1 0 16,0-1 2-16,0 0-2 15,0 2 0-15,0-2 0 16,0 1 0-16,1 2 0 15,0-3 0-15,3 3-20 0</inkml:trace>
  <inkml:trace contextRef="#ctx0" brushRef="#br0" timeOffset="192241.76">18171 13330 54 0,'-6'-1'3'0,"1"1"-2"0,-1-2 0 0,1 2-1 0,4 0 1 16,-3 0-1-16,0 0 1 15,2 0 7-15,2 0 6 16,-1 0 2-16,0 0-8 15,1 0-6-15,0 0-2 16,0 0 1-16,0 0-1 0,0 0 0 16,0 0 0-16,0 0 0 15,0 0 1-15,0 0-1 16,0 0 1-16,0 2-1 16,0-2 1-16,0 1 0 15,0-1-1-15,0 2 1 0,2-1-1 16,1-1 1-16,2 1 0 15,1-1-1-15,2 0 3 16,-1 0-2-16,1 0 2 16,2 0-1-16,-1 0 1 0,2 0-2 15,2-1 1-15,0-2-1 16,1 3-1-16,-3 0 0 16,0 0 0-16,0 0 0 15,-1-1 1-15,0 1-1 16,-2 0 0-16,1-2 0 0,1 2 0 15,-1-1 1-15,1-1-1 16,0 1 0-16,-1 0 0 16,1 0 0-16,0 0 0 15,-1 0 0-15,1 0 0 16,0-1 0-16,2 2 0 16,1-2 0-16,-2 0 0 15,3 0 1-15,1 0-2 0,1 0 1 16,0-1 1-16,3 3-2 15,1-3 2-15,3 1-1 16,2 0-1-16,-1-1 1 16,2 3 0-16,0-3 0 0,3 0 1 15,-1 1-2-15,3 0 0 16,3-1 2-16,-1 1-2 16,7-1 1-16,0 0 1 15,2-1-2-15,2 1 2 16,3-3-1-16,1 2 0 0,0 0 0 15,3-1 0-15,1 2 0 16,1-2 0-16,0 0 0 16,0 1-1-16,1-1 0 15,-4-1 0-15,3 0 1 0,2-1 0 16,0 3 0 0,0-2 1-16,3 0-1 0,2 0 0 15,-2 1 1-15,3 0-1 16,1 0 2-16,-1 1-1 15,4 1-1-15,1-1-1 16,4 1 2-16,-1 0 0 0,5-1-3 16,5-2 2-1,1 3 2-15,3-2 0 0,2 0 2 16,0 0-1-16,1 0 1 16,4-1 2-16,3 1 0 0,-3 1-1 15,6-2 0-15,3 2 0 16,-3-2 2-16,0 2-3 15,2 0 0-15,0 0 1 16,2-1-1-16,-2 3 0 16,0 0 1-16,-4 0-3 15,-3 0 1-15,-8 2-2 0,-5 0 0 16,-2 0-1-16,-11 0 1 16,-6 0-1-16,-7 6-1 15,-11-1-28-15,-12-1-50 16</inkml:trace>
  <inkml:trace contextRef="#ctx0" brushRef="#br0" timeOffset="193668.6">18752 13691 11 0,'5'-7'23'0,"-3"1"12"0,-1 0-4 0,-1 2-4 15,0 0-5-15,0-2-1 16,0 5-12-16,0-3-3 16,0 2-2-16,-3 2-2 15,-2-1-1-15,-1 1-2 16,-1 0 1-16,-5 0-1 16,-1 3-1-16,-3 5 3 15,-1 2 1-15,-4 1-2 0,1 4 1 16,0 1 2-1,2 0-3-15,1 1 1 0,3 0-1 16,4 0 0-16,7 1-1 16,0-2 1-16,3-3-2 0,0 1 0 15,5-2 0-15,3-2 1 16,3-2 4-16,3-1-2 16,0-1-2-16,2 1 3 15,-4-1 0-15,1 0-2 16,-3 2 1-16,-6-1-1 0,-2 4-4 15,-2 2-1-15,-1 1 2 16,-8 5 2-16,-7 2 2 16,-3 4 0-16,-2 4 0 15,-4 1 0-15,1 4 0 16,2 3-1-16,2 3 1 16,4 1-1-16,3-2 1 0,8-3-1 15,3 0 2-15,2-8-2 16,4-1 1-16,7 0 2 15,5-4-1-15,-3 1-2 16,5 0 1-16,-4 3 0 0,0 2-1 16,-2 0 1-1,-5 5-1-15,0-1 0 0,-7 1-1 16,0-1 1-16,-6-1 1 16,0-3 1-16,-3-1 0 15,4-5 1-15,4 1-1 16,1-1-1-16,0 0 1 0,4-2 0 15,11-1-2-15,6-3-4 16,2-6-15-16,8-6-58 16</inkml:trace>
  <inkml:trace contextRef="#ctx0" brushRef="#br0" timeOffset="196055.42">20665 15304 87 0,'0'0'12'0,"0"0"2"0,0 0-3 0,0 0-2 0,0-3-1 16,0 3 8-16,0 0 3 15,0-1-5-15,0 1-5 16,0 0-5-16,0 0-3 16,0 0 4-16,4 0-3 15,4 0 2-15,-1 0 2 0,2 0 2 16,6 0 0-16,-1 0 3 16,4 0-5-16,3 0-2 15,-1 0-1-15,3 0-2 16,-1 0-1-16,1 0 2 15,0 0-2-15,-2 0-2 0,-1 1 1 16,-2 0-18-16,-3 1-34 16,-2-2-44-1</inkml:trace>
  <inkml:trace contextRef="#ctx0" brushRef="#br0" timeOffset="196267.66">20734 15427 91 0,'0'0'33'0,"0"0"-29"16,0 0 3-16,0 0 3 15,46 5-4-15,-21-5-5 16,3 0-1-16,2 0-1 15,5 0-38-15</inkml:trace>
  <inkml:trace contextRef="#ctx0" brushRef="#br0" timeOffset="204015.5">4218 11894 19 0,'0'0'6'0,"0"0"3"0,0 0 2 0,0 0 0 0,0 0-5 16,0 0-2-16,0 0 4 16,0 0 0-16,0 0-5 15,0 0-4-15,-19-37 0 16,19 30-3-16,0 0-6 15,0 3-11-15</inkml:trace>
  <inkml:trace contextRef="#ctx0" brushRef="#br0" timeOffset="206340.86">4180 11819 53 0,'0'0'6'0,"0"0"-3"0,0 0 1 15,0 0-4-15,0 0 1 16,0 0-1-16,0 0-1 16,0 0 2-16,-7-37-1 0,7 34 2 15,0 2 1-15,0-1 3 16,0 1 1-16,0 1-5 16,0 0-2-16,0 0 0 15,0 0 0-15,0 0 0 16,0 0 1-16,0 0 1 15,0 0 3-15,0 3-1 0,2 1-4 16,1 2 1-16,-3 0 1 16,2 3 2-16,-2 0-1 15,0 1 0-15,2 0 0 16,-2 1 1-16,0 0-2 16,0 0 2-16,2 0-2 0,0-1-1 15,-1-2 3-15,5 2-2 16,-2 0 2-16,4-3-1 15,-2 5 0-15,1-1-2 16,-1 4 0-16,-3 0 0 16,4 2-1-16,-5 3 3 0,0-2 2 15,-2 2 2-15,0 1-2 16,0-2 0-16,2-1-2 16,-2-1-1-16,0 0 1 15,0 0 1-15,1 0-2 16,-1-1-1-16,2 1 0 0,0 2 1 15,0 0-1 1,0 1 0-16,0 3 0 0,0 0 1 16,-1 0-1-16,1 2-1 15,2-1 2-15,-1 2-2 16,-1-1 0-16,2 1 2 16,-3-2-1-16,3 0 0 0,0 0 0 15,0 0-1-15,-1-2 1 16,1-1-1-16,1 2 1 15,-1-2-1-15,1 0 1 16,1 1 1-16,-1-1-2 0,-1 3 1 16,3-2 1-16,0 2-1 15,-2-2 0-15,1 3 0 16,2 1 0-16,0-3-1 16,-2 1 1-16,3-1-1 15,-3 1 1-15,4-4-1 0,-1 0 0 16,2 1 0-16,-2 0 0 15,2-2 0-15,0 1 1 16,1 0-1-16,-2 0 1 16,1 1 1-16,-1-2-2 15,-1 0 0-15,0 0 1 16,0-1-1-16,-1 1-1 16,1-1 1-16,0-1-3 0,-1 2 6 15,2-1-2-15,-1-1 0 16,-1 0-1-16,2 0 1 15,-1-1 0-15,-1-1 0 16,2 1 0-16,1 1 0 16,-4-1-1-16,4 1 0 15,-2 1 1-15,2 0-1 0,-1 1 0 16,2 0 2-16,-1-1-2 16,3-1 0-16,-3 2 0 15,3-4 0-15,1 2 0 0,-1-2 0 16,-1-1 0-16,3 3 0 15,-3-3 1-15,3 2-1 16,-3 1 0-16,0 0 2 16,1 1-2-16,-1 1 0 15,1-1 0-15,-3-1 0 0,3 3 0 16,-1-2 0-16,-2 0 0 16,5 0 0-16,-3-1 0 15,1 0 0-15,1 0 1 16,-1 2-1-16,-1-1 0 15,1-2 0-15,1-1 0 16,-2-1 1-16,1-2-2 0,-1-1 2 16,1-1-1-16,-1 0 0 15,1 0 1-15,-1-3-1 16,-2 2 1-16,2-2-1 16,-1 1 1-16,1 1-1 0,-2-2 0 15,0 0 1-15,1 0-1 16,-1 0 1-16,-1 0-1 15,2-1 0-15,-1 0 2 16,1-2-1-16,-1 0 0 16,0-1 1-16,1 1-1 15,0-1 0-15,-1-1 0 0,1 0 0 16,-1 1-1-16,-2-1 1 16,4-1 0-16,-2 2-1 15,1 0 1-15,-4-2-1 16,3-1 0-16,-1 3 1 15,1-3-1-15,0 0 1 16,0 0-1-16,2 0 1 0,1 0 1 16,0 0 1-16,1 0 0 15,1 0-2-15,2 0 1 16,-5 0-1-16,2 0 0 0,-1 0-2 16,-1 0 2-16,1 0-1 15,1 0 0-15,-1 0 1 16,-3-3 0-16,3 2 1 15,-1-2-1-15,-2-1 1 16,-1-1 0-16,2 1-1 16,-3 1 1-16,0-2 0 0,0 1-1 15,0-2 2-15,-1 2-2 16,2-2 1-16,-1 0 0 16,-2 0 0-16,4-1 0 15,-2 1-1-15,-2-2-1 0,4 0 1 16,-2-1-1-16,0 0 3 15,1 0-2-15,-2-1 0 16,1 0 0-16,1-2 0 16,0 1 2-16,-3-2-1 15,3 0 0-15,2-4 1 16,-1-1-2-16,0 2 0 0,1-2 0 16,1-1-1-16,0-1 1 15,-4 1-1-15,0 0 1 16,-1 0-1-16,2-1 0 15,-4 1 1-15,3-1 0 0,-4 2-1 16,4-2 0-16,0 0 1 16,-3-2 0-16,3 1 0 15,-1-3-1-15,0 3 1 16,-2-5-1-16,1 3 3 16,-2-2-3-16,0-2 1 15,1 3 0-15,-2-2-1 0,-1-1 1 16,1 2-1-16,2-2 1 15,0-2-1-15,0 2 0 16,-2-4 1-16,3 0-1 16,-2-2 0-16,4-1 1 15,-4 0-1-15,1-1 0 0,0 0 0 16,1 1 1-16,0 1-1 16,-3-1 1-16,3-2 1 15,-1 0-1-15,4-3 0 16,-3-1-1-16,1-2 2 15,1 0-1-15,1-1-2 16,-1 1 2-16,1 1-1 0,0-2 0 16,-2-2 0-16,1 2 1 15,-2-1-2-15,2-2 2 16,-2 2-1-16,-1 0 0 16,1 3 0-16,2-2 2 15,-2 2 1-15,-1 0-1 0,3 0 0 16,-2 1 0-16,2-1 1 15,-5 0 0-15,3 2 0 16,-1 1 1-16,-2 4 0 16,0-2-2-16,0 1 1 15,-1 1-2-15,-1 0 0 16,2-1 1-16,-2-1-1 0,0 0 1 16,0 4-2-16,-1 0 0 15,0 2 1-15,0 2-1 16,0 4 0-16,0 1 2 0,-1 3-2 15,0 3 2 1,0 3 6-16,0 4 2 0,0 0-5 16,0 7-4-16,0 2-2 15,5 1-12-15,-3 0-50 16,-2 7-27-16,0 4-158 16</inkml:trace>
  <inkml:trace contextRef="#ctx0" brushRef="#br0" timeOffset="207667.57">5470 14128 1 0,'0'-1'44'0,"-2"1"-23"0,0-2 0 0,1 2-1 0,-2-2-1 15,3 2 4-15,-2-2-10 16,0 2-3-16,2-1-3 16,0 1-4-16,0 0 1 15,0 0 2-15,0 0 0 16,0 0-6-16,0 0-5 0,0 0 5 15,0 0 0-15,0 3 2 16,0 1-1-16,4 1 1 16,-1 0-2-16,0 1 0 15,1-1 0-15,-2 1-3 16,2 0 4-16,-1-1-1 16,3 2 2-16,-2 1-2 0,0 0 2 15,2-1-1-15,-2 3-1 16,3-2 1-16,-3 1 0 15,1-2 1-15,4 0-1 16,-4 0 2-16,3-2 0 16,-3 0-2-16,4 0 2 0,-4 0-1 15,3-2 1-15,-3 1-3 16,1-1 1-16,-2-1 0 16,2 0-1-16,0 1 1 15,-2-1-1-15,1-1 2 16,1 3 0-16,-2-1 1 0,-1 0-7 15,2-2-17-15,-3-1-22 16,-2 0-5-16,0 0-34 16</inkml:trace>
  <inkml:trace contextRef="#ctx0" brushRef="#br0" timeOffset="208565.45">5630 14040 72 0,'0'0'16'0,"0"0"9"0,0 0-6 0,0 0-5 16,0 0-5-16,0 0-3 0,0 0-2 16,0 0 1-16,0 0-4 15,0 0 0-15,0 0 0 16,0 0 0-16,-41 33 0 16,35-22-1-16,0 2 0 15,1 1 1-15,-1 0 0 0,-1 2-11 16,0 1 20-16,0 0-9 15,-2 3 1-15,1 0 1 16,-2 1 0-16,1-4 0 16,1 1-2-16,-1-2 0 15,2-3 0-15,0-2 0 0,1 0 1 16,-1-2-1-16,-2 1 1 16,0-1-2-16,0 0 0 15,0 0 0-15,-2-2 0 16,2-1 0-16,0-3 0 15,2 0 1-15,1-1-1 16,1 0 1-16,3-2-1 0,-2 0-1 16,2 0-10-16,-1 0-12 15,1 0 7-15,1 0 3 16,1 0 7-16,0 0 3 16,0 0 5-16,0 0 5 0,0-2 3 15,0 0 2-15,0-2-7 16,0 1-3-16,0 0-1 15,0-1 1-15,6-1 0 16,-2 2-1-16,1-1 0 16,3-1 1-16,-3 0 0 15,6 2 0-15,-2-1 0 0,2 1 0 16,1-1-1-16,0 1 2 16,2 2 0-16,0-1 0 15,-2 0 3-15,2 0-4 16,1 2-1-16,-1-1 1 15,-1 1 0-15,-1-2 1 0,-1 1-1 16,0-2 0-16,-3 1-4 16,2-2-23-16,-5-1-25 15,-1-1-36-15</inkml:trace>
  <inkml:trace contextRef="#ctx0" brushRef="#br0" timeOffset="208981.19">5492 14094 66 0,'0'0'13'0,"0"0"7"15,0 0-3-15,0 0 3 0,0 0-6 16,0 0-12-16,0 0-7 0,0 0-3 16,0 0 11-16,0 0 4 15,0 0-3-15,0 0 1 16,38 47-2-16,-25-34-1 15,-2 1 0-15,3-2 0 16,-5 2 1-16,2-2-1 0,-2 1 1 16,0 0-1-16,-1-2 3 15,-4-1-1-15,2 2-1 16,-4-2-3-16,0-2-22 16,-2-2-13-16,0-5-60 15</inkml:trace>
  <inkml:trace contextRef="#ctx0" brushRef="#br0" timeOffset="209269.51">5581 14071 99 0,'0'0'2'0,"0"0"8"15,0 0-6-15,0 0-2 16,0 0-4-16,0 0 6 0,0 0 3 16,0 0-5-16,-19 44 6 15,11-21-6-15,-1 3 0 16,-1 1-1-16,1 1 3 16,-1-2-1-16,-1-1-1 15,3-3-1-15,-2-5 0 16,2 0 0-16,3-6-4 0,1-1-19 15,-4-6-40-15</inkml:trace>
  <inkml:trace contextRef="#ctx0" brushRef="#br0" timeOffset="209526.57">5449 14266 167 0,'0'0'4'0,"0"0"-4"16,0 0 1-16,0 0 2 16,38-24-2-16,-26 18 2 0,-3-1-2 15,3-1 1-15,-2 2-1 16,-1-1-1-16,-1 1 0 16,-3 2 0-16,2 1 0 15,-5 0-3-15,-1 0-2 16,-1 3-8-16,0 0-5 0,0 0-9 15,-1 6 9-15,-6 0-56 16</inkml:trace>
  <inkml:trace contextRef="#ctx0" brushRef="#br0" timeOffset="-207468.43">21571 15123 119 0,'0'0'25'0,"0"0"-15"0,0 0-5 16,0 0-5-16,0 0 1 15,0 0 0-15,0 0 0 0,0 0-1 16,0 0-1-16,0 0-1 16,0 0-4-16,2 0 0 15,-2 5 10-15,1 3 2 16,1 1-4-16,0 5 1 16,0 3 0-16,-1 1 2 15,0 3-1-15,-1 0-1 0,0 1 2 16,0 1-3-16,0-3 0 15,2 0-1-15,0 0 2 16,1-3 2-16,0 0-1 16,4-1 0-16,-1-2 5 15,4 0-3-15,-2-4-1 0,5 0 1 16,-1-3 3-16,1-1-2 16,4 0 1-16,3-5-5 15,-2 2 3-15,5-3-3 16,1 0 1-16,1 0-5 0,1-4-32 15,-2-5-26-15,-1-4-71 16</inkml:trace>
  <inkml:trace contextRef="#ctx0" brushRef="#br0" timeOffset="-207076.21">21980 15333 185 0,'0'0'1'0,"0"0"-2"0,0 0 3 0,0 0-2 0,0 0-3 15,0 0-1-15,0 0 6 16,0 0 1-16,0 0 1 16,38 6-1-16,-29-12-2 15,0-2 1-15,-2-1-1 16,-1 1-1-16,-2 0 0 0,-2-1 2 15,-2 1-2-15,0-1 2 16,-2 4 2-16,-5-1 3 16,1 3-5-16,-6 3 0 15,2 0-2-15,-1 2-1 16,-2 8 1-16,3 2 0 0,-1 3 1 16,0 2 1-16,4 0 0 15,3 1 2-15,3-1-3 16,1-1 1-16,0-1 0 15,7-2-2-15,3 0 0 16,4-5-11-16,-1-3-21 0,4-4-96 16</inkml:trace>
  <inkml:trace contextRef="#ctx0" brushRef="#br0" timeOffset="-206648.61">22304 15300 176 0,'0'0'6'0,"0"0"11"16,0 0-3-16,0 0-10 15,0 0-3-15,0 0-1 0,-45-34 1 16,29 34-1-16,2 3-2 16,0 4 4-16,4 3 1 15,2 0-2-15,3 2 1 16,-1 0-1-16,4 1-1 15,2-1 1-15,0-2-1 0,4 0 1 16,4 0-1-16,3-4-2 16,3-3-6-16,-1-3-2 15,1 0 3-15,-1 0 6 16,0 0 0-16,1-9 1 16,-1-1 1-16,1 0 1 15,-6-1 1-15,0 1 0 0,-2 1-1 16,-1 3 1-16,-3 1 5 15,-2 4 8-15,0 1 0 16,0 0-13-16,0 1-1 16,0 6-1-16,0 3-1 15,0 0 0-15,0 0-3 0,0 1-11 16,0-3-16-16,5-3-20 16,1-2-70-16</inkml:trace>
  <inkml:trace contextRef="#ctx0" brushRef="#br0" timeOffset="-206257.75">22509 15255 175 0,'0'0'2'0,"0"0"7"0,0 0 5 0,0 0-8 0,0 0 2 0,0 0-3 16,0 0 0-16,0 0-4 15,0 0 0-15,-27-22-1 16,21 32 1-16,2-1-1 16,2 2 0-16,1-1 0 15,1 0 0-15,0-2 0 0,3 1 0 16,7-1 1-16,-2 0-1 16,4 1 1-16,-1-1 1 15,1 0-2-15,-1 1 0 16,-2-1 1-16,-2-1-1 0,0 1 0 15,-3 0 0-15,-4-2 0 16,0 1 0-16,0 0 2 16,-12 0 0-16,0 0 0 15,-1-3-1-15,-3 1 1 16,2-3-2-16,1 0 0 0,2-2 1 16,6 0-5-16,-1-2-25 15,5-9-69-15</inkml:trace>
  <inkml:trace contextRef="#ctx0" brushRef="#br0" timeOffset="-206021.5">22662 15152 179 0,'0'0'-4'15,"0"0"6"-15,0 0 4 0,0 0-3 16,0 0-1-16,0 0-4 15,0 0 7-15,0 0 4 16,0 0 1-16,33 37-3 16,-29-15-2-16,-1 3-1 15,2-1-1-15,1 3-1 16,-3-3-1-16,-1-1-4 16,-2-2-20-16,0-2-54 0</inkml:trace>
  <inkml:trace contextRef="#ctx0" brushRef="#br0" timeOffset="-205860.63">22717 15320 199 0,'0'0'2'16,"0"0"3"-16,0 0 1 0,45-43-4 15,-25 35-1 1,-2-1-1-16,6 3-20 0,-3-3-52 15</inkml:trace>
  <inkml:trace contextRef="#ctx0" brushRef="#br0" timeOffset="-205332.57">23362 15093 196 0,'0'0'2'0,"0"0"2"16,0 0 4-16,0 0 3 16,0 0 4-16,28-39-8 15,-38 36-5-15,0 2 1 16,-2 1-1-16,-3 0-2 0,-1 1 0 16,-3 6 1-16,2 3 0 15,-2 3 0-15,0-1-1 16,2 2 0-16,3 0-1 15,3-1-1-15,3 0 0 16,3-2-2-16,4 0-1 16,1-2-2-16,2-1 3 15,10-1 1-15,-1-1 2 0,5-3 1 16,0 1 0-16,2-1 1 16,-2 0 0-16,1 0-1 15,-4 1 0-15,-3-3 0 16,-3 2 0-16,-3 0 0 0,-2 1-1 15,-2 2 0-15,0 1 4 16,-1 0 1-16,-5 3 0 16,-2 0-1-16,0 3 0 15,0-1-1-15,1 0 0 16,3 0 0-16,1 0-2 0,2-2 1 16,1 0 0-16,0-1-1 15,3-1 1-15,6-1 0 16,2 0 0-16,1-5-1 15,1 2-2-15,1-1-17 16,0-3-21-16,-2 0-59 16</inkml:trace>
  <inkml:trace contextRef="#ctx0" brushRef="#br0" timeOffset="-204956.45">23444 15279 150 0,'0'0'20'0,"0"0"11"0,0 0-20 0,0 0-5 0,36-42-1 16,-25 38-2-16,2 0 2 16,-1 1 1-16,1 3-1 15,-2 0 0-15,2 0-3 16,-4 6-1-16,3 3 0 0,-2 2 2 16,-1 3 0-16,-2 3-1 15,2-1-3-15,-6-1-5 16,1 1-4-16,-3-5 2 15,-1 2 2-15,0-5 4 16,0-2 0-16,-3-2 2 0,-2-3 0 16,-1-1 1-16,0 0-1 15,2-1 2-15,-1-6 0 16,3-3 1-16,1-1 5 16,1-2 4-16,0 0-2 15,0-1-2-15,8-1 0 0,2 0-7 16,0 1 1-16,2 4-3 15,3-1 1-15,-1 4-12 16,2-2-28-16,-3 2-34 16</inkml:trace>
  <inkml:trace contextRef="#ctx0" brushRef="#br0" timeOffset="-204531.37">23814 15221 138 0,'0'0'9'0,"0"0"-5"16,0 0 4-16,0 0-5 15,0 0 0-15,41-5-1 16,-34 5 5-16,1 0 4 16,-1 0 2-16,3 3-8 15,0 4-2-15,-3 3 0 0,3 0-1 16,-3 2 1-16,-1 2-1 15,-3 1-3-15,-2-1-4 16,-1-1-4-16,0 0-2 16,-1-2 1-16,-5-1 5 0,-2-3 4 15,-1-2 3-15,0-3 4 16,2-2 2-16,0 0 2 16,0 0 6-16,3-7 0 15,3-1 4-15,1-3-6 16,0-2-2-16,0-2-2 15,5 0-4-15,4-1-2 0,2-1-5 16,0 3-5-16,5 1 6 16,-1 2 0-16,0 2 3 15,2 2-4-15,1 3-30 16,-2 1-41-16,-1-1-60 16</inkml:trace>
  <inkml:trace contextRef="#ctx0" brushRef="#br0" timeOffset="-203851.39">24124 15215 142 0,'0'0'4'15,"0"0"-3"-15,0 0 1 16,0 0-1-16,0 0-2 16,0 0 0-16,0 0 5 15,0 0 5-15,0 0 1 16,-4 43-4-16,2-32 0 0,2-1-2 15,0-2-2-15,0 2 2 16,0-3 1-16,0 1-2 16,3-2-1-16,4-3 3 15,0 0-2-15,3-2-1 16,-3-1 1-16,4 0-1 0,0 0 2 16,-4-1-2-16,3-5 0 15,0-1 0-15,-3-2 1 16,0 0-3-16,-2-1 3 15,-1-3 1-15,0 2 15 16,-4-2-6-16,0 0-7 16,0-1 6-16,0 3-8 0,-2 1 1 15,-2 0-1-15,2 4 1 16,-2 0 2-16,3 2-4 16,1 2-3-16,0 0-3 15,0-1 0-15,4 3-8 0,2-1 9 16,1 1 2-16,2 0 0 15,0 0 1-15,0 0-1 16,0 1 0-16,-2 5 0 16,2 2 0-16,-2 1 0 15,-1 2 3-15,-2-1-1 16,0 4-1-16,1-1 1 0,-1-2 1 16,-1-1 0-16,2 2 1 15,-1-4-2-15,2 1 0 16,1-2 0-16,2-3 0 15,0 1 0-15,1-3 2 16,3 0-1-16,-5-2-1 0,3 0 2 16,1 0-2-16,-1-5 2 15,0-3-2-15,-1-1 0 16,1 1 2-16,-3-2 4 16,-1 0-1-16,-2 0 0 15,-2 1-5-15,-1 1-2 0,-2 2-2 16,0 1-20-16,-11 0-36 15,-6 4-49-15</inkml:trace>
  <inkml:trace contextRef="#ctx0" brushRef="#br0" timeOffset="-202640.29">21738 15723 127 0,'-21'2'-12'0,"3"-1"12"0,1 1 8 0,4 0-7 16,-1 2-1-16,2 2-1 15,3 0-1-15,3 0 4 16,0 1 3-16,2 0 0 16,4 0-1-16,0 0-1 15,0 2-2-15,4-1 3 16,8 1-3-16,2 0 3 0,5 1 1 15,3-1-2-15,6 2 4 16,6 0 0-16,7 0 1 16,3-1 0-16,10 1 0 15,2 2-3-15,7-2-2 16,4 3 1-16,4-1 1 0,3 3-1 16,2-2 3-16,5 0-3 15,2 0 2-15,3-4-1 16,1-3 0-16,1-1-1 15,1-2 1-15,-1-1-1 16,-2-3 3-16,3 0-4 0,-1 0 8 16,1-8 5-16,-1-4-4 15,1 1-2-15,1-2-1 16,-1-4-1-16,-5 0-4 16,-1-3-2-16,-2 0-1 15,-7-1 0-15,-3-5-1 0,-1-2 0 16,-2-2 0-16,-1-8-1 15,-1 1 1-15,-2-4-2 16,-2-2-1-16,-3 2-2 16,-4-2 5-16,-6-2-3 15,-10 1 1-15,-7-1 3 0,-7 0-1 16,-10 0 5 0,-4-1 1-16,-10 4 4 0,-1-2-3 15,-6-2 2-15,-9 1 0 16,-8-1-4-16,-4 1-2 15,-8 1 2-15,-2 1-5 16,-5 2 0-16,-2 4 2 0,-1 5 2 16,-3 3-4-16,-1 2 1 15,-5 4-2-15,-3 1-1 16,-7 3-2-16,-4 2 5 16,-6 7-4-16,-8 3 0 15,-9 7-2-15,-7 0-1 16,-8 5-2-16,-9 7 2 0,-4 4 3 15,-5 0 1-15,-3 2 1 16,2 1 1-16,2 2-1 16,4 1 0-16,8 4 1 15,9 5 0-15,14 6 0 0,10 7 0 16,13 3 1-16,11 1-15 16,7-1-36-16</inkml:trace>
  <inkml:trace contextRef="#ctx0" brushRef="#br0" timeOffset="-191123.41">23374 6552 17 0,'0'0'-6'0,"0"0"-4"0,0 0 11 0,0 0 4 16,0 0-1-16,0 0 11 15,0 0 5-15,0 0-2 16,0 0-1-16,0 0-4 15,0 0-8-15,0 0-5 16,-13 16 0-16,13-16 0 0,0 3 1 16,0-1 1-16,0 2 3 15,0 0-2-15,0 0-1 16,0 0-1-16,0 2 0 16,0 1-1-16,1-3 0 15,2 0 0-15,0 0-1 0,1-3 0 16,1 2 2-16,-1-3 11 15,3 0-9-15,-2 0 3 16,3 0-1-16,-2-3 5 16,1-2 0-16,1-3 3 15,0 0-1-15,-1-1-4 16,2-1-1-16,0-1-2 0,2-3 3 16,0-2-4-16,3-1-2 15,1-3-1-15,5-1 1 16,-1-3-2-16,2-2 0 15,3-1 1-15,4-4-1 16,1 1 2-16,3 0-1 16,1-1 1-16,0 1-1 0,-1 3 0 15,-3 2 1-15,-1 2-2 16,-4 4 1-16,-6 5-1 16,1 2 0-16,-3 2 2 15,-1 2-1-15,-6 1-22 0,-1-1-157 16</inkml:trace>
  <inkml:trace contextRef="#ctx0" brushRef="#br0" timeOffset="-188835.5">19857 10728 46 0,'0'0'8'0,"0"0"4"0,0 0 0 16,0 0-2-16,-1 0-3 0,1 0 0 15,-1 0 1-15,1 0-3 16,0 0 2-16,0 0-1 16,0 0-1-16,0 0-5 15,0 0-1-15,0 0 1 16,1-2 0-16,3 2 0 0,3-1-3 16,0 0 2-16,5-1-1 15,1 1 2-15,4 0 1 16,3-1-1-16,5 1 1 15,2-1 0-15,4 0 0 16,3-1-1-16,5-2 2 0,-1 1 0 16,3-3 1-16,2 1 0 15,1 1-2-15,6-4 2 16,-2 2-1-16,7-3 2 16,1 0 1-16,2 0 2 15,-1-1-3-15,3-2 1 0,1 3-2 16,-3-1-1-16,-1-1 1 15,-1 1 0-15,-3-3-1 16,-2 2-1-16,-1-1 0 16,1 0-1-16,0 0 0 15,-1-2 0-15,-2 4 0 0,-3-3 0 16,-4 3 1-16,-6 1 0 16,-4 1 0-16,-6 3 1 15,-7 2 0-15,-4 1 3 16,-1 1-2-16,-6 2-1 15,0 0 1-15,-2 5 1 0,-5 4-5 16,0-8-66-16</inkml:trace>
  <inkml:trace contextRef="#ctx0" brushRef="#br0" timeOffset="-185410.37">19847 12594 29 0,'1'-1'4'15,"-1"-3"7"-15,2-2 7 0,0 2 1 0,-2 0-5 16,0-1-1-16,2 3 0 0,-2-1 7 15,0 0 4-15,0 3-6 16,0 0-5-16,0 0-4 16,0 0-4-16,0 0-10 15,0 0-5-15,0 7 4 16,0 4 6-16,0 2 6 16,1 1-5-16,-1 2-1 15,2-2 2-15,0-3-2 16,0-1-2-16,2-3 1 0,-2-1-1 15,1-3 4-15,0 0 1 16,3-3-2-16,-2 0 2 16,1 0 3-16,1 0-2 15,0 0 0-15,2 0-1 0,-1 0 0 16,1 0-2-16,-3 0-1 16,1 1 1-16,0 4-2 15,-2 0 0-15,0 1 1 16,-2 1 0-16,-2 0-1 15,0 0 3-15,0-1 0 0,0 1 0 16,0 0 2-16,-7 2-3 16,0 0 4-16,0-3-2 15,1 4-3-15,-3-4-17 16,0-2-32-16,0-4-29 16</inkml:trace>
  <inkml:trace contextRef="#ctx0" brushRef="#br0" timeOffset="-185232.04">19817 12680 122 0,'0'0'5'0,"0"0"8"0,0 0-4 0,0 0-8 0,29-42 0 0,-8 32-1 16,4-1 0-16,2-1 1 15,4-1-1-15,1 0 0 16,5-2-3-16,1-3-32 0,-1 1-56 15</inkml:trace>
  <inkml:trace contextRef="#ctx0" brushRef="#br0" timeOffset="-184984.01">20321 12383 147 0,'0'0'-1'15,"0"0"13"-15,0 0 4 16,0 0-19-16,0 0 3 15,-26 40-4-15,17-15 2 16,2 6-1-16,-4 1 1 16,3 3 2-16,1-1 0 0,0 3 2 15,0 0 1-15,2-3-3 16,1 0 2-16,0-3 2 16,1-5-1-16,-1-3-2 15,1-5-5-15,-1-1-13 16,1-7-12-16,-1-3-2 0,0-4-43 15</inkml:trace>
  <inkml:trace contextRef="#ctx0" brushRef="#br0" timeOffset="-184832.57">20160 12742 183 0,'0'0'-1'0,"0"0"21"16,0 0-1-16,0 0-9 15,0 0-9-15,20-37-1 16,-2 26-18-16,3-1-61 0</inkml:trace>
  <inkml:trace contextRef="#ctx0" brushRef="#br0" timeOffset="-184719.16">20346 12719 103 0,'0'0'-8'15,"0"0"7"-15,0 0-93 16</inkml:trace>
  <inkml:trace contextRef="#ctx0" brushRef="#br0" timeOffset="-175975.57">9801 15605 73 0,'0'0'4'0,"0"0"8"0,0 0-2 0,0 0 0 0,0 0 2 16,0 0 2-16,0 0-5 15,0 0-9-15,0 0-3 16,0 3 3-16,0 4 4 16,0 3-2-16,1 3-2 0,3 4 1 15,-2 3 0-15,2 1 0 16,-2 2 0-16,3 1-1 16,-3-1 1-16,0 0-1 15,0-5 1-15,-2 1-1 16,0-4 0-16,0-4 0 0,0-2-14 15,0-5-34-15</inkml:trace>
  <inkml:trace contextRef="#ctx0" brushRef="#br0" timeOffset="-175599.56">9573 15679 122 0,'0'0'3'0,"0"0"6"0,0 0-2 0,0 0-2 0,0 0-1 16,0 0-3-16,0 0 0 15,46-20 0-15,-32 12 4 0,2-1 0 16,4 1 3-16,0-1-2 16,2-1 2-16,-1 0-4 15,3 2-2-15,1 1-1 16,-3 1-1-16,1 3 0 15,-1 2-3-15,-2-2-50 16</inkml:trace>
  <inkml:trace contextRef="#ctx0" brushRef="#br0" timeOffset="-175200.27">9965 15700 108 0,'0'0'11'16,"0"0"-5"-16,0 0-6 16,0 0 0-16,0 0 0 15,0 0 0-15,0 0 1 16,0 0 0-16,10 37 1 16,-7-24 7-16,-1-1 3 15,2 0-8-15,0 1-1 0,-1 0-2 16,0-4 0-16,1 0 0 15,0-2-1-15,-2-2 1 16,1-4-1-16,1-1-16 16,0 0-44-16</inkml:trace>
  <inkml:trace contextRef="#ctx0" brushRef="#br0" timeOffset="-175025.09">9982 15566 264 0,'0'0'2'0,"0"0"0"15,0 0-1-15,0 0 0 16,0 0-12-16,0 0-66 16,0 0-16-16</inkml:trace>
  <inkml:trace contextRef="#ctx0" brushRef="#br0" timeOffset="-174572.8">10259 15657 149 0,'0'0'3'15,"0"0"11"-15,0 0-4 16,0 0-9-16,0 0 0 0,0 0 1 16,0 0 2-16,-38-12-2 15,34 12-2-15,0 4 0 16,1 4 0-16,-1 3 1 15,-1 2-1-15,1 2 0 16,1 2 0-16,-1 2 0 16,4 1 1-16,0-3-1 0,0-2 1 15,0-2-1-15,6-3 0 16,1-1 1-16,2-3-1 16,0-2 1-16,4-2 1 15,-1-2 3-15,1 0-2 16,3 0 1-16,1-2-3 0,0-6 1 15,2-4 0-15,1 0-2 16,1-3-1-16,-2-2-43 16,0-2-24-16</inkml:trace>
  <inkml:trace contextRef="#ctx0" brushRef="#br0" timeOffset="-174287.08">10498 15506 132 0,'0'0'0'16,"0"0"2"-16,0 0-1 15,0 0-2-15,0 0 1 16,0 0 0-16,0 0 1 16,0 0 0-16,-18 48 3 15,18-32 3-15,0 1-2 0,0 1 0 16,0 2-1-16,0-1 0 15,0 2-3-15,0-2 1 16,0 3-2-16,0-2 2 16,0 1-1-16,-2-2-1 15,0-1 1-15,0-1-10 0,1-7-32 16,0-5-45-16</inkml:trace>
  <inkml:trace contextRef="#ctx0" brushRef="#br0" timeOffset="-173875.44">10588 15560 221 0,'0'0'2'0,"0"0"-1"16,0 0 1-16,0 0-2 15,0 0 0-15,0 0 2 0,0 0-4 16,0 0-16-16,2-19 11 15,-2 32 8-15,-4-1-1 16,1 5 1-16,-3 0-1 16,0-1 1-16,2 2-1 0,-2-3 1 15,-1 2-2-15,1-4 1 16,-4 1-2-16,4-3 0 16,1-4 0-16,-1-2 0 15,3-2 2-15,2-2 0 16,1-1 2-16,0 0 2 15,0 0-5-15,0 0 3 0,6-2 1 16,-1 0 0-16,3 2-3 16,-1 0 1-16,2 0-2 15,2 3 1-15,-1 4 0 16,3 3 0-16,-1 1 0 16,3 1 0-16,0-1-1 0,1 2-29 15,-3-5-27-15,3-2-11 16</inkml:trace>
  <inkml:trace contextRef="#ctx0" brushRef="#br0" timeOffset="-173420.5">10831 15743 117 0,'0'0'0'16,"0"0"2"-16,0 0-1 0,0 0 2 0,0 0 3 16,0 0 22-16,0 0-12 15,0 0-7-15,0 0-2 16,0 0-3-16,9-28-1 0,-4 18-3 16,1 0 2-16,-3 1-2 15,1 0 0-15,-3 1 0 16,-1 1 0-16,0 4 0 15,0-1 0-15,0 3-3 16,-3 1 1-16,-6 0 7 0,2 3-10 16,-4 6 3-16,-1 3 1 15,2 1 2-15,3 2 0 16,-1 1-1-16,4-2 3 16,2 0-2-16,2-3 1 15,0 0-1-15,0-3 1 0,6 1 0 16,2-4 0-16,-1 1 1 15,1-2-1-15,2-2 1 16,0-1-1-16,0-1-2 16,3 0 0-16,0 0 1 15,1-6-15-15,-1-6-37 0,0-7-34 16</inkml:trace>
  <inkml:trace contextRef="#ctx0" brushRef="#br0" timeOffset="-173093.74">11005 15350 185 0,'0'0'0'0,"0"0"4"0,0 0-3 0,0 0-4 0,0 0 0 15,0 0-1-15,0 0 4 16,0 0 0-16,0 0 0 15,-10 34 0-15,10-13 0 16,0 3 3-16,0 2 0 16,0 1 0-16,0 0 3 15,0 0-3-15,0 1-1 0,0-1 0 16,0 0 1-16,0-1-2 16,2-1 1-16,0 1-1 15,2-3 0-15,-2-1 0 16,2-1 0-16,2-2-1 0,0 1 1 15,-3-5-26-15,3-6-77 16</inkml:trace>
  <inkml:trace contextRef="#ctx0" brushRef="#br0" timeOffset="-172714.61">11198 15716 258 0,'0'0'4'15,"0"0"-1"-15,0 0-3 16,0 0 1-16,0 0-3 16,0 0-20-16,0 0 4 0,0 0 5 15,-11-30 15-15,8 30 0 16,1 0-2-16,-3 5 1 16,1 3-1-16,0 1 0 15,-2 2 0-15,2 1 1 16,2 0-1-16,0 1 0 0,2-3 0 15,0 1 1-15,0-2-1 16,2-1 1-16,4-1 1 16,2-2 0-16,-3 0 0 15,3-1 0-15,0 1 2 16,2 0-4-16,-3 0 1 16,-1-1 1-16,-1 3-2 0,0-3-2 15,-5 2 2-15,0-2-1 16,0 2-2-16,-5-2 4 15,-4 0-2-15,-4-4-37 16,-3 0-86-16</inkml:trace>
  <inkml:trace contextRef="#ctx0" brushRef="#br0" timeOffset="-172579.22">11050 15598 177 0,'0'0'-25'16,"40"-37"6"-16,-13 19-41 16</inkml:trace>
  <inkml:trace contextRef="#ctx0" brushRef="#br0" timeOffset="-172237.88">11805 15583 76 0,'0'0'16'0,"0"0"15"15,0 0-4-15,0 0-5 16,0 0-10-16,0 0-9 16,0 0-1-16,0 0 1 15,-38 55 0-15,36-31 0 16,2 2-3-16,0 2 2 0,0 1-1 16,0 0 0-16,0-1-2 15,0-2 2-15,0-2-8 16,-2-4-44-16,-2-6-20 15</inkml:trace>
  <inkml:trace contextRef="#ctx0" brushRef="#br0" timeOffset="-171952.36">11738 15566 205 0,'0'0'-1'15,"0"0"8"-15,34-39-6 16,-21 31 0-16,3 2 0 16,2 5-1-16,-5 1-1 15,1 0-1-15,-3 7 1 0,1 5 1 16,-5 3 0-16,-1 3-4 16,-2 0 2-16,-4 1 1 15,0 0 0-15,-2-2-3 16,-7 0 1-16,-5-2 0 15,1 0 4-15,-1 1-1 0,-1-4-13 16,1-4-34-16,1-6-55 16</inkml:trace>
  <inkml:trace contextRef="#ctx0" brushRef="#br0" timeOffset="-171625.26">11976 15584 168 0,'0'0'3'0,"0"0"-2"15,41-12-1-15,-28 12 1 16,-2 0-1-16,2 0 2 16,-4 9-1-16,0 3 2 15,1 2-2-15,0 1 2 16,-5 0-2-16,-2-1-1 15,0-3-4-15,-3 1 3 0,0-5-8 16,0-2-1-16,-3-2 9 16,-1-1 9-16,0-2 0 15,-1 0 7-15,1-7 7 16,3-2-12-16,1-5-4 16,0-3-3-16,0-2-5 0,10-1-2 15,-1-2-45-15,2 0-43 16</inkml:trace>
  <inkml:trace contextRef="#ctx0" brushRef="#br0" timeOffset="-171304.94">12250 15662 99 0,'0'0'5'0,"0"0"2"15,0 0-1-15,39-4-1 16,-29-3-3-16,-2-2-2 16,-2-1 1-16,-2 0 9 15,-1-1 16-15,-3-1 6 16,0 0-10-16,0 2-6 0,0 1-10 16,-5 4-3-16,-4 1-1 15,0 4 6-15,-2 0-7 16,1 4-1-16,-1 8 1 15,3 1 0-15,2 6-1 16,4-2-1-16,2 1 2 0,0 1-6 16,8-2-18-16,3-2-14 15,3-4-28-15</inkml:trace>
  <inkml:trace contextRef="#ctx0" brushRef="#br0" timeOffset="-170628.57">12519 15588 235 0,'0'0'5'15,"0"0"4"-15,0 0-15 16,0 0-20-16,0 0-6 0,-38 10 24 16,27 4 7-16,2 3 2 15,1 2 0-15,2-2 0 16,2-1 0-16,4-2 1 15,0-3-2-15,1-2-10 16,8-5-7-16,1-4 6 0,3 0-4 16,1-4 1-16,1-9 7 15,-1-3 8-15,1-2 1 16,-1-5 10-16,-1 0 1 16,0-4-4-16,-3 1-1 15,-2-3 0-15,-1-1-3 16,-3 0-5-16,-3 1 0 0,1 0 0 15,-2 1 0-15,0 4 0 16,0 4-3-16,0 3 1 16,0 5 0-16,0 7-2 15,0 3-2-15,0 2 2 0,0 6-18 16,0 8 15-16,-3 9 6 16,1 4 2-16,2 5 3 15,-2 2-3-15,2-1 1 16,0 0-1-16,2-2-1 15,6-2 2-15,0-1-1 0,3-7 1 16,1-1-1-16,-3-3-1 16,5-7 0-16,1-3 0 15,2-7 2-15,1 0-1 16,-1-3 0-16,6-9 4 16,-2-3-2-16,1-3 2 0,-5-1 2 15,4 0 4 1,-8 1-4-16,-1 3-1 0,-4 2 0 15,-1 3-2-15,-5 5 9 16,-2 3 9-16,0 2-7 16,0 0-16-16,0 4 5 15,0 5-4-15,-2 2 1 0,2 1 0 16,0 2 0-16,0-3-1 16,0 5-2-16,0-3-9 15,2-4-52-15,0-4-65 16</inkml:trace>
  <inkml:trace contextRef="#ctx0" brushRef="#br0" timeOffset="-170492.8">12883 15419 199 0,'0'0'32'0,"0"0"-36"0,0 0-10 0,0 0-70 0</inkml:trace>
  <inkml:trace contextRef="#ctx0" brushRef="#br0" timeOffset="-170200.68">13040 15510 218 0,'0'0'4'16,"0"0"0"-16,0 0-3 16,0 0-5-16,0 0-8 15,0 0 0-15,0 0 13 16,-41 27 1-16,33-10-1 0,5-3 0 16,3 2 1-16,0 0 0 15,0-3-2-15,9-2 0 16,3-3-2-16,1-4 1 15,1-2-2-15,5-2-4 16,0 0-4-16,0-9-28 16,2-5-4-16</inkml:trace>
  <inkml:trace contextRef="#ctx0" brushRef="#br0" timeOffset="-170009.28">13263 15314 254 0,'0'0'5'16,"0"0"-6"-16,0 0 0 16,0 0 1-16,-16 58 0 15,14-31 1-15,-1 2-1 16,2 1-2-16,0-2-3 0,0-1-3 16,0-1-6-16,-3-5-12 15,-3-6-47-15</inkml:trace>
  <inkml:trace contextRef="#ctx0" brushRef="#br0" timeOffset="-169778.73">13127 15504 267 0,'0'0'-3'15,"0"0"4"-15,38-36 0 0,-21 26-1 16,1 2 1-16,0 6-1 15,-2 2 1-15,-1 0-2 16,1 10 1-16,-3 2-3 16,1 2 1-16,-5 2-1 15,-1 0-6-15,2-2-10 16,-7-3-9-16,1-2-28 0,0-5-8 16</inkml:trace>
  <inkml:trace contextRef="#ctx0" brushRef="#br0" timeOffset="-169659.01">13290 15424 150 0,'0'0'-12'16,"0"0"8"-16,0 0-56 16</inkml:trace>
  <inkml:trace contextRef="#ctx0" brushRef="#br0" timeOffset="-169089.51">13413 15465 211 0,'0'0'4'16,"0"0"2"-16,0 0-1 15,0 0-5-15,0 0-9 16,0 0 7-16,0 0 6 15,-41 18-2-15,32-5-2 0,3 1 1 16,-3 2 0-16,4-1-1 16,1 1-1-16,4-3-20 15,0-2-18-15,0-4 15 16,6-2 14-16,2-3 5 16,1-2-5-16,1 0-2 0,0 0-6 15,-1-5 13 1,1-4 5-16,-2 0 1 0,0-2-1 15,-1 0 4-15,0-2 2 16,-1 3 1-16,1-1 4 16,-4 4 1-16,0 2 3 15,0 0 8-15,-1 3-3 0,0 2-12 16,1 0-8-16,-1 0 0 16,2 5 0-16,1 3 1 15,-2 2-1-15,0 1-2 16,0 1-8-16,1-1-10 15,-3-2 0-15,0-2 9 0,0-1 3 16,-1-4 7-16,1 0-3 16,0-2 15-16,3 0 17 15,-2-6 0-15,2-2-4 16,2-1-7-16,-2-1 4 0,1 6-6 16,-1-2-5-16,2 5-7 15,-1 1-3-15,4 0-2 16,-1 3-2-16,2 7-6 15,4 0-20-15,-3 1-40 16,4-1-24-16</inkml:trace>
  <inkml:trace contextRef="#ctx0" brushRef="#br0" timeOffset="-168558.29">13942 15564 46 0,'0'0'2'0,"36"-1"2"0,-15 1-2 0,0 0 0 0,4 0-2 15,-1 0 1-15,6 3 0 0,-1 1 8 16,3-1 2-16,3 1-3 15,2 0-6-15,5-1-2 16,4 0 1-16,1-2 0 16,4-1-1-16,3 0 4 15,2 0 10-15,-2-2 2 16,-3-3 4-16,1-1-9 0,1 1-5 16,0-1-2-16,-5 2-4 15,1 0 2-15,-6 0-2 16,-4-1 1-16,-3 2-1 15,-7 2 0-15,-5-2 0 16,-2 0 0-16,-5 3 0 0,-3-1 0 16,-4-2-13-16,-7-1-84 15</inkml:trace>
  <inkml:trace contextRef="#ctx0" brushRef="#br0" timeOffset="-168266.66">15046 15472 86 0,'0'0'15'16,"0"0"13"-16,0 0-2 15,45-14-7-15,-31 12 2 16,1 2-6-16,-1 0-8 15,-3 0-1-15,2 7-3 0,-5 5-3 16,-2 2 0-16,-6 6-1 16,0 1-1-16,-14 3-10 15,-13 3-3-15,-7 0 1 16,-5 2-7-16,-6-1-30 16,-5-7 38-16</inkml:trace>
  <inkml:trace contextRef="#ctx0" brushRef="#br0" timeOffset="-167715.51">14005 15648 57 0,'0'0'18'0,"0"0"-5"0,48 1-5 16,-24-1-1-16,5 0 4 15,1 0 2-15,4 2-5 0,1-1-3 16,4 1 0-16,2-1-3 15,1-1 0-15,7 0-1 16,-3 0 0-16,6 0 1 16,0-4 4-16,4-3 12 15,-3-1 3-15,3 1-8 16,-2-2-8-16,-2 1-3 0,-4 3-1 16,-8-2-1-16,-4 2 2 15,-7 1-2-15,-6 2-2 16,-5 0-4-16,-3 1-16 15,-5-2-11-15,-4 0-37 16</inkml:trace>
  <inkml:trace contextRef="#ctx0" brushRef="#br0" timeOffset="-167295.12">14957 15483 144 0,'0'0'16'0,"0"0"8"0,0 0-12 16,0 0-10-16,0 0-4 15,0 0-3-15,0 0 2 16,0 0 2-16,0 0 1 15,-11-21 0-15,11 21 1 16,0 0-1-16,0 0 0 0,0 0-2 16,0 0 1-16,5 4-2 15,3 0-2-15,3-1 0 16,3 3 5-16,-1-2 0 16,4 0 3-16,4-1 1 15,-3 3 3-15,2-2 0 0,0 3-1 16,-3-1-4-16,0 1-1 15,-3 0-1-15,-5 3 0 16,-7 3 0-16,-2 3-2 16,-14 5 5-16,-15 7-4 15,-18 12 8-15,-22 7-21 0,-22 10-115 16</inkml:trace>
  <inkml:trace contextRef="#ctx0" brushRef="#br0" timeOffset="-162543.29">10297 16507 62 0,'-2'0'9'0,"0"0"7"0,1-3-9 0,1-2-6 0,-2 0 1 16,2 1 0-16,-2 0-1 0,0 0 5 15,0 1 7 1,0 0 6-16,1 2-7 0,0-1 1 16,0 2-5-16,1 0-5 15,-2 6-7-15,2 7 5 16,0 5 1-16,0 5 0 0,0 5-1 15,2 5 0-15,2 0 0 16,3 2 3-16,-3-1-3 16,-1-1 1-16,0-1-10 15,-3-5-14-15,0-7-29 16,0-8-53-16</inkml:trace>
  <inkml:trace contextRef="#ctx0" brushRef="#br0" timeOffset="-162074.62">10237 16511 106 0,'0'0'3'0,"0"0"20"16,0 0-5-16,0 0-13 0,0 0-3 15,0 0-2-15,0 0 2 16,42 15 2-16,-29 2 0 16,-1 1-4-16,1-2 1 15,1-1 1-15,-1-2-2 16,-2 0 2-16,1-6-1 0,0-3 0 16,1-4 0-16,-1 0 1 15,1 0 0-15,1-9-4 16,-3-4-8-16,3-2-8 15,-3 0 6-15,-3-5 9 16,2 0 3-16,-5 0 1 0,1 0 1 16,-2 3 7-16,-1 5 4 15,-1 3 5-15,0 5 0 16,-2 4-11-16,2 0-9 16,0 14-3-16,1 4 2 15,0 6 4-15,1 2-1 16,0 5 5-16,1-1-5 15,1 1 2-15,0-1-1 0,4 1 0 16,-5-1-5-16,3-3-35 16,-2-4-25-16</inkml:trace>
  <inkml:trace contextRef="#ctx0" brushRef="#br0" timeOffset="-161717.02">10713 16712 9 0,'0'0'175'0,"0"0"-171"0,0 0 0 0,0 0-1 0,0 0-3 0,0 0 0 16,0 0 0-16,0 0 1 16,0 0-1-16,18-29 2 15,-13 22-2-15,3-1 0 0,-3-2 0 16,1 1-5-16,-4 1-4 15,0 2 3-15,-2 0 5 16,0 2 3-16,-2 3 1 16,-6 1 7-16,1 0-4 15,-2 0-6-15,-1 10 0 0,4 2-2 16,-2 5 5-16,5 3-4 16,1 3-2-16,2-2 7 15,0 3-3-15,5-5 0 16,7 2-2-16,3-5-1 0,2-3-21 15,3-5-17-15,-1-5-19 16</inkml:trace>
  <inkml:trace contextRef="#ctx0" brushRef="#br0" timeOffset="-161056.87">10981 16698 153 0,'0'0'7'15,"0"0"35"-15,4-46-23 16,-4 37-8-16,-1 3-4 15,-6 5-4-15,-3 1-5 16,1 2-4-16,1 11 3 16,-2 1 4-16,2 4-1 15,4 1 3-15,3-1-2 0,1-2-1 16,0-2-1-16,9-3-7 16,3-4-11-16,-2-5-4 15,4-2 12-15,2 0 7 16,-4-11 4-16,1-4 1 15,0-3 1-15,-1-2 2 0,-4 0 4 16,-1-1-1-16,-3-3-1 16,-4 1 13-16,0-1-17 15,0-2-4-15,-5 1 3 0,-1-1-1 16,-1-1 0-16,2 3 0 16,-2 0 0-16,3 5-1 15,0 2 1-15,0 6 0 16,1 4 0-16,1 5-3 15,1 2 3-15,1 4-9 16,0 10 6-16,0 6 1 16,0 5-35-16,4 5 58 15,2 2-20-15,1 0 0 0,1-1 0 16,2 0 1-16,-2-5-1 16,1-1-1-16,1-5 0 15,-3-1 5-15,1-5-2 0,1-4-3 16,0-4 3-16,0-2-4 15,1-4 3-15,3 0-2 16,-2-2 1-16,1-8 2 16,0-5-1-16,-3 1 0 15,0-1-2-15,-2 1 1 0,-1 3-1 16,-4 3 1 0,-1 3 3-16,1 4 8 0,0 1-2 15,0 0-12-15,0 6 2 16,1 3 2-16,6 1-1 15,-4 3-1-15,3-4 1 16,-1 1-1-16,4 1-3 0,-5-7-32 16,2-2-68-16</inkml:trace>
  <inkml:trace contextRef="#ctx0" brushRef="#br0" timeOffset="-160920.65">11323 16443 267 0,'0'0'2'0,"0"0"-2"0,0 0-5 0,0 0-24 0,0 0-39 0,0 0-36 16</inkml:trace>
  <inkml:trace contextRef="#ctx0" brushRef="#br0" timeOffset="-160630.12">11466 16570 196 0,'0'0'-3'0,"0"0"6"0,0 0-1 15,0 0-2-15,0 0-5 16,0 0 3-16,0 0-2 15,-45 41 0-15,35-20 9 16,2 2 3-16,4 0 1 16,4-2-4-16,0-3-2 0,2-1 1 15,8-1 0-15,3-5-1 16,3-2-1-16,3-2-4 16,2-3-17-16,1-2-21 15,-1-2-26-15,2 0-33 16</inkml:trace>
  <inkml:trace contextRef="#ctx0" brushRef="#br0" timeOffset="-160195.45">11692 16611 198 0,'0'0'12'0,"0"0"17"16,0 0-16-16,-21-39-11 15,19 34-3-15,2-1 1 16,0 2-1-16,0 1 0 15,0 0 0-15,4 3 0 16,5 0 1-16,1 0-1 0,-2 3 0 16,2 6-2-16,3 4-2 15,-2 1-3-15,-3 1 0 16,2 2-3-16,-7-2 4 16,1 0 5-16,-4-2-1 15,0-3 1-15,-3 1-3 0,-5-2 7 16,-2-2 1-16,-2-3-1 15,1 0-1-15,1-2 0 16,1-2-3-16,1 0-13 16,2-2 1-16,4-6 1 15,2 2 13-15,0-2 5 16,0 1 3-16,3 1 0 0,6 3 0 16,0-1-6-16,3 4 1 15,2 0 1-15,0 0-2 16,1 0-1-16,-2 5 0 15,2 1-1-15,-3 1 1 16,1-2-2-16,-1 1-17 0,-3-4-25 16,-2-2-61-16</inkml:trace>
  <inkml:trace contextRef="#ctx0" brushRef="#br0" timeOffset="-159994.56">11880 16436 213 0,'0'0'1'0,"0"0"16"0,0 0-6 0,0 0-15 15,0 0 8-15,0 0-4 16,-21 65 1-16,21-29 0 16,2 4-1-16,10 2 0 15,-1 2-8-15,2 2-58 16,-1-3-62-16</inkml:trace>
  <inkml:trace contextRef="#ctx0" brushRef="#br0" timeOffset="-159689.42">12340 16607 113 0,'0'0'1'0,"-6"48"4"16,6-20-3-16,0 5 0 15,0-2-1-15,1-1 0 16,2-1-1-16,-1-4 0 15,-2-4 0-15,0-4 0 0,0-5 1 16,0-5-1-16,-4-5 1 16,0-2-4-16,0-8-34 15</inkml:trace>
  <inkml:trace contextRef="#ctx0" brushRef="#br0" timeOffset="-159476.95">12306 16605 138 0,'0'0'7'15,"18"-37"5"-15,-7 23-4 16,3 1 2-16,2 6-6 16,-1 4-5-16,1 3 0 0,-3 0-1 15,-2 13 1-15,-3 6 1 16,-2 2-1-16,-6 2 2 16,0 1 1-16,0 1 0 15,-9-2-2-15,-4 0 4 16,-1-2-3-16,0-2-14 15,-1-5-28-15,3-6-42 0</inkml:trace>
  <inkml:trace contextRef="#ctx0" brushRef="#br0" timeOffset="-159155.93">12510 16600 177 0,'0'0'-1'0,"0"0"2"0,40-16 2 16,-27 16-1-16,0 0-1 16,1 10-1-16,-3 4 1 15,1 2 0-15,-4 2 0 16,1-1 0-16,-6-4-1 16,-1-2 0-16,0-4-2 0,-2-1 2 15,0-5 4-15,0-1 10 16,0 0 7-16,-5 0-6 15,1-11 10-15,-4-1-12 16,5-3 1-16,-1-4-8 16,4-3-4-16,0-1-2 15,0 1-2-15,10 0-13 16,2 2-30-16,3 3-43 0,-1 2-55 16</inkml:trace>
  <inkml:trace contextRef="#ctx0" brushRef="#br0" timeOffset="-158854.03">12794 16656 141 0,'0'0'1'16,"0"0"2"-16,0 0-3 16,0 0 1-16,0 0 4 0,0 0 2 15,0 0 1-15,36 0 5 16,-34-10 6-16,-2-2-2 15,0-2-7-15,0-1-6 16,0 1-2-16,-7 1-2 16,0 3 0-16,0 3 3 0,-1 3 2 15,1 4 3-15,0 0-10 16,2 8 4-16,1 7-1 16,2 5-1-16,2 2 0 15,0 0 0-15,2 2-5 16,6-4-15-16,6-2-38 0,0-5-11 15</inkml:trace>
  <inkml:trace contextRef="#ctx0" brushRef="#br0" timeOffset="-158208.78">13048 16598 195 0,'0'0'16'0,"0"0"20"16,0 0-17-16,0 0-21 15,0 0-7-15,-39 0-3 16,23 17 4-16,1 4 5 16,3 0 3-16,5 1 2 0,2-3-4 15,4-1-7-15,1-4-26 16,2-4-6-16,7-3 13 16,3-7 11-16,3 0 0 15,0-4 9-15,1-9 9 16,2-4 5-16,-3-3 11 0,-2-4 1 15,3-2-5-15,-5-3-8 16,-2-4-2-16,-2 0 2 16,-4 1-4-16,-2-1 0 15,-1 1 3-15,0 4 2 16,0 3 10-16,-4 2 6 0,-1 8-7 16,0 2-7-16,1 3-3 15,0 4-1-15,0 6 0 16,1 0 1-16,-3 7-6 15,2 10 1-15,1 8-1 16,1 7 1-16,-1 5 1 0,3 4 0 16,0 2 0-16,3-2 0 15,6-3-1-15,0-4 1 16,1-4 1-16,2-4-2 16,-1-6 0-16,-1-6 0 15,1-3 1-15,1-7-4 16,0-4 2-16,3 0 1 0,-3-8 2 15,1-6-1-15,-2-3-1 16,-1-2 1-16,-2 0-1 16,-4 0 0-16,1 2 1 15,-3 1-1-15,0 6 1 0,-2 2 4 16,0 2 1-16,0 6 7 16,0 0-7-16,0 2-12 15,0 9 0-15,3 0 5 16,2 5 2-16,3 2-1 15,1-2-6-15,1-3-8 16,3-3-17-16,-3-3-51 0</inkml:trace>
  <inkml:trace contextRef="#ctx0" brushRef="#br0" timeOffset="-158067.17">13374 16425 280 0,'0'0'-3'0,"0"0"2"0,0 0-25 0,0 0-103 0</inkml:trace>
  <inkml:trace contextRef="#ctx0" brushRef="#br0" timeOffset="-157592.2">13464 16557 209 0,'0'0'4'0,"0"0"14"0,0 0-13 15,0 0-14-15,0 0 4 16,0 0 5-16,-40 55 1 15,36-32-1-15,4 1 0 16,0 0 0-16,4-2 0 16,5-7 0-16,4-2 1 0,1-6-2 15,4-4-7-15,1-3-2 16,1-6 0-16,3-8-17 16,-3-3-2-16,1-3-13 15,-2-5-1-15,-1-2 22 0,-4-5 21 16,-1-2 0-16,-5-1 2 15,0-2 0-15,-3 4 1 16,-2 3 7-16,-2 6 19 16,-1 9 17-16,0 5 18 15,0 8-11-15,-2 2-29 0,-2 8-24 16,1 9 3-16,1 8-3 16,-3 6 0-16,5 5 0 15,0 1 1-15,0 0 1 16,3 2-2-16,1 0-1 15,-4-4-30-15,0-4-81 0,0-8 13 16</inkml:trace>
  <inkml:trace contextRef="#ctx0" brushRef="#br0" timeOffset="-157330.53">13559 16572 206 0,'0'0'-2'0,"0"0"3"0,48-41 0 0,-29 33 1 15,2 4-4-15,-3 4 2 0,0 0 0 16,0 8-1 0,-2 6 4-16,-1 6-1 0,-4-1 2 15,1 3-5-15,-6-2 2 16,-1 0 2-16,-3-1-4 0,0-5-6 15,0-1-26-15,-2-5-19 16,2-7-39-16</inkml:trace>
  <inkml:trace contextRef="#ctx0" brushRef="#br0" timeOffset="-157128.58">13866 16570 330 0,'0'0'-3'0,"0"0"11"16,0 0-5-16,0 0-3 15,0 0-13-15,0 0-17 0,0 0-1 16,-42-3-4-16,31 8 17 16,0 4 5-16,2 5-20 15,2 0-22-15,-3-1-33 16</inkml:trace>
  <inkml:trace contextRef="#ctx0" brushRef="#br0" timeOffset="-157008.33">13913 16747 16 0</inkml:trace>
  <inkml:trace contextRef="#ctx0" brushRef="#br0" timeOffset="-156394.53">13951 16648 133 0,'0'0'47'0,"0"0"-4"15,0 0-17-15,0 0-19 16,0 0-9-16,0 0-4 16,-37-23-6-16,32 27 3 15,-4 5 8-15,4 4 1 0,-1-1 1 16,1 4-1-16,1 1 0 15,-1 2 0-15,3 0 1 16,1-1-1-16,1 0-3 16,0-5-11-16,0-2 2 15,1-4-4-15,4-3 5 16,1-4 5-16,0 0 3 0,1-1 5 16,3-9-2-16,-5-1 0 15,3-3-4-15,-4-1 4 16,0-2 1-16,2 3 5 15,-6-1 9-15,4-2-2 0,-1 2 0 16,1 1-7 0,2 1-5-16,-1 2 0 0,1 4-1 15,1 1 0-15,0 3 0 16,0 3-1-16,1 0 0 16,1 3 0-16,1 8 1 15,1 1 0-15,2 2 2 0,-2 0-2 16,1 1 1-1,-2 0-7-15,0 1-18 0,-2-4-2 16,0 0 9-16,-2-4 2 16,-4-2 13-16,0-3 2 15,-2-3 1-15,0 0 34 0,0-3-11 16,0-6-13-16,0-5-6 16,0 0 4-16,0-3-8 15,0-1-2-15,1-1 1 16,7 2 1-16,0 1 0 15,2 2 1-15,3 3 5 0,-1 2-2 16,3 4 1-16,-1 3-4 16,-1 2-1-16,1 3-1 15,-3 11 1-15,-1 3 0 16,1 6-2-16,-1-1-9 16,-5 0-22-16,1-2-45 15</inkml:trace>
  <inkml:trace contextRef="#ctx0" brushRef="#br0" timeOffset="-156000.49">14353 16732 123 0,'0'0'2'0,"0"0"-1"0,0 0-2 0,0 0 6 16,0 0 5-16,48-10 0 0,-23 1 18 15,8-2 7-15,-1 2-11 16,8-1-3-16,1 0-13 15,6 0-5-15,2 2-3 16,6-4 1-16,3 0-1 16,0 0 1-16,0-2 0 0,-2 1-2 15,-3 1 1 1,-3 2 0-16,-3 0-4 0,-5 1-7 16,-4 2-3-16,-3 0-3 15,-10 1-33-15,-4 0-50 16</inkml:trace>
  <inkml:trace contextRef="#ctx0" brushRef="#br0" timeOffset="-155780.77">15203 16438 212 0,'0'0'2'15,"0"0"1"-15,0 0 6 16,38-16 6-16,-29 16-4 0,2 1-6 16,-2 12-1-16,-2 7-1 15,-3 4-3-15,-4 9 0 16,-5 5-21-16,-14 3-63 16</inkml:trace>
  <inkml:trace contextRef="#ctx0" brushRef="#br0" timeOffset="-154746.45">15433 15364 13 0,'-3'0'-5'0,"2"0"-1"0,-1 0 4 0</inkml:trace>
  <inkml:trace contextRef="#ctx0" brushRef="#br0" timeOffset="-153763.66">15433 15364 17 0,'0'0'24'0,"0"0"-7"16,0 0-12-16,0 0-2 15,0 0-3-15,-13-23-5 16,13 20-11-16,2-1-7 16,-2 1 12-16,2-1 12 0,-1 1 16 15,-1 0 16-15,0 1 1 16,2-1-10-16,0 1-11 15,0 1-9-15,2 0-3 16,1-1-1-16,2 0 0 16,-1 2 0-16,0 0 0 0,1 0 0 15,3 0 0-15,-3 0 1 16,3 0 1-16,-1 0 1 16,0 0-2-16,1 1-1 15,0 3 1-15,-2-1-1 16,0 2 0-16,-3 1-1 15,1 0 1-15,-2-1-1 0,0 2 1 16,-2-1-2-16,0 1 2 16,0 0 0-16,0 0-1 15,-2-1 2-15,0 0-1 16,0 2 0-16,0-1 0 16,0 3 2-16,-6 0 0 15,0 3 4-15,-1-1-1 0,1 2-2 16,-3 0 0-16,0-2-1 15,2 1-1-15,1 2-1 16,-1-1-1-16,1-1 3 16,-1 2-1-16,3 1-1 0,1-2 0 15,-2 3 2-15,2-3-2 16,1-2 0-16,1 1 0 16,-1-1 0-16,2-2 0 15,0 0 0-15,0-3-2 16,0 0 2-16,0 2 2 0,5-2-1 15,1-1 0-15,-1 1-1 16,3-2 1-16,-2 0-1 16,2-1 1-16,-2-2 0 15,1 0-2-15,-2-2 3 16,0 0 2-16,-1 0 3 16,-2 0-2-16,0 0-1 0,0 0 0 15,-2 0 6-15,0 0 4 16,0 0-7-16,0 3-9 15,-4-3 0-15,-2 3-2 16,2 1 3-16,0 0 1 16,-1 3 0-16,1 2-1 0,2 1 1 15,-2 3 0-15,1 2 0 16,0 2 0-16,1 2 0 16,1 1 0-16,-1 2 0 15,-1 1 0-15,1 4-4 0,1 0-3 16,1 4 5-1,0 1 2-15,0 0 0 0,0 1 0 16,3 1 0-16,2 0 0 16,0 0 0-16,3-3 1 15,-2-1-1-15,2 0 1 16,1-3-1-16,-2 0 1 0,-1 0-1 16,0-1 1-16,1-1-1 15,-2-1 0-15,-3 1 0 16,-1-1 0-16,0-1 1 15,-1-2-1-15,0-1 0 16,0-2 0-16,0-1 0 0,0-3 0 16,0-1 1-16,-4-1-1 15,-5-1 1-15,-2-1-2 16,-2 0 1-16,-4-2 0 16,0 2 1-16,-5 1-3 15,-1-3-41-15</inkml:trace>
  <inkml:trace contextRef="#ctx0" brushRef="#br0" timeOffset="-133973.6">17291 5209 132 0,'0'0'0'0,"0"0"5"0,0 0 0 0,0 0 1 0,0 0 1 16,0 0 6-16,0 0-1 15,0 0 0-15,4-36 1 16,-4 33 5-16,0 1-10 16,-4-2-4-16,-1 4-3 15,1 0-3-15,1 0 9 16,-5 0-7-16,3 4-3 16,-5 3 3-16,0 5 0 0,1 3 1 15,-3 3-2-15,0 1 1 16,1 4-1-16,1 2-1 15,3 5 1-15,0 0 1 16,2-2-2-16,4 2 2 0,1 0-1 16,0-4-3-16,0-1-1 15,1-2 2-15,9-5 2 16,4-2-3-16,1-2-1 16,6-1 2-16,3-5 3 15,3 2 5-15,4-3-5 0,0 2 1 16,0 1 1-16,-3-1 0 15,-2 3-1-15,-4 1 0 16,-4 1-1-16,-4 2 0 16,-7 2 1-16,-3 2 2 15,-4 2 0-15,0 0-2 16,-9 2-3-16,-7-1 12 0,1 1-8 16,-5-3-1-16,2-2 1 15,-2-1-1-15,2-4 0 16,4-2 0-16,4-5 0 15,2 0 0-15,3-4-1 16,4 0 3-16,1-3-10 0,0 0-4 16,9 1 9-16,-3 1 6 15,2 3-4-15,2 4 5 16,-5 2-4-16,1 9 0 16,-3 0 4-16,-3 8 0 0,0-1 1 15,2 3-3-15,1 3-1 16,5-2-2-16,4-5 3 15,5-12-72-15</inkml:trace>
  <inkml:trace contextRef="#ctx0" brushRef="#br0" timeOffset="-130443.34">15608 6976 41 0,'0'0'6'0,"0"0"4"0,0 0-1 0,0 0-8 15,0 0-12-15,0 0 11 16,0 0-2-16,0 0-4 0,0 0-8 16,0 0-9-16</inkml:trace>
  <inkml:trace contextRef="#ctx0" brushRef="#br0" timeOffset="-130266.2">15608 6976 6 0,'-23'14'2'0,"20"-12"-2"16,0 0-6-16,1 0 4 0,1-1 2 15,-3-1 0-15,-1 2 9 16,0-2 19-16,-3 1-4 16,1 0-10-16,-1 2-7 15,0 0-5-15,0 1-1 16,3 2-2-16,-1-2-7 16,4 3-11-16,1-2-13 0,0-2 8 15</inkml:trace>
  <inkml:trace contextRef="#ctx0" brushRef="#br0" timeOffset="-130159.1">15508 7040 67 0,'0'0'16'0,"0"0"-9"16,0 0 0-16,0 0-5 0,0 0-10 16,0 0 5-16,0 0 1 15,0 0 1-15,15 0-1 16,-12 0-17-16,0 0-39 16</inkml:trace>
  <inkml:trace contextRef="#ctx0" brushRef="#br0" timeOffset="-128870.8">15412 7244 36 0,'0'0'24'0,"0"0"-15"0,0 0-11 0,0 0 4 16,0 0 0-16,0 0-1 0,0 0-1 15,42 3 1-15,-32-3-1 16,2 0 0-16,-4 0 1 16,2 0 3-16,1 0 4 15,0 0 2-15,4-3-2 0,3 1-2 16,-1 0-2-16,4-2-1 15,2 2 0-15,1 1-2 16,-2-3 0-16,1 1 1 16,0-1 2-16,1 0 2 15,-6 2-3-15,4-1 1 16,-3 0 0-16,2 2-2 16,-1 1-1-16,3-2 0 0,-1 2 0 15,3 0-1-15,4 0 1 16,-1 0 0-16,4 0-1 15,-1 0 1-15,-1 0 0 16,-1 0-2-16,0 0 2 16,-1 0-1-16,0 0 1 0,1 0 1 15,2 0-1-15,-2 0 1 16,2 0-2-16,3 0 1 16,-1 0 0-16,-1 0 2 15,1 0-3-15,-2 0 0 16,-1 0 0-16,0 0 1 0,2 0-1 15,0 0 0-15,1 0 0 16,3 0 1-16,2 0-2 16,-2 0 1-16,3 0 1 15,-2 0-1-15,2 0 0 0,-2 0 0 16,1 0 1-16,0 0-1 16,1 0 2-16,2 0-4 15,-1 0 4-15,-3 0-2 16,1 0 1-16,2 0-1 15,-1-1 0-15,-1-2 1 16,0 3 1-16,4-1 0 0,3-1-1 16,1 1 2-16,2-1-3 15,4 1 2-15,0-2-1 16,0 0 0-16,2-1 0 16,0 2 1-16,2 0-1 15,0-2-1-15,-1 1 2 0,3-1-1 16,2-1 1-16,2 1 3 15,2 0-2-15,0-1-1 16,3 0 3-16,0-1 1 16,-1 0-1-16,3-1 2 15,-2 2-2-15,0-2 0 0,3 1-2 16,-5 1 0-16,2 3 0 16,-2 2 0-16,-1 0-1 15,-11 2-3-15,-8 1-34 16,-9-3-115-16</inkml:trace>
  <inkml:trace contextRef="#ctx0" brushRef="#br0" timeOffset="-126632.04">16062 10724 36 0,'6'0'4'0,"-3"0"9"0,2 0 0 0,2 0-5 16,-3 0 1-16,2 0-3 0,0 0 4 15,-3 0 1-15,3 0 4 16,0 0-1-16,2 0-5 16,1 0-5-16,0 0-2 15,4 0-1-15,-4 0 1 16,1 1-2-16,2 0 0 0,0 3 0 16,1-3 0-16,3 1 0 15,-1 0 0-15,2 0 0 16,2-1 1-16,-1 2-1 15,4-2 0-15,-1 1 0 16,2-2 1-16,0 2-1 0,0-2 0 16,2 0 1-1,-2 0-1-15,2 1 0 0,0-1 0 16,1 0 0-16,3 1 1 16,1 0 0-16,1-1 2 15,1 1-3-15,3 0 1 0,0-1 0 16,1 1 2-16,0-1-3 15,2 2 2-15,-1-1-2 16,0-1 0-16,-1 0 1 16,1 0-1-16,2 0 0 15,-1 0 0-15,0 0 0 16,-2 2 1-16,2-2-1 0,-3 1 0 16,1-1 0-16,-2 0 0 15,1 0 1-15,3 3-1 16,-2-2-1-16,2 0 1 15,0 1 0-15,2-2 0 16,-4 3 0-16,4-2 0 16,-2 1 0-16,0 0 1 0,-2-2-1 15,3 0 0-15,0 0 0 16,1 0 0-16,1 0 0 16,-1 0 0-16,0 0 1 15,-2-2-1-15,3 0 0 0,-1 1 1 16,2 0 0-16,1-3-1 15,3-1 0-15,-3 2 0 16,2-1-1-16,2-1 6 16,-3 1 11-16,2-1-6 15,0-1-6-15,2 3-2 0,-1 0 0 16,1-1-1-16,-2 1 0 16,2-1-1-16,-5 1 1 15,2 0-1-15,-2 0 0 16,3 2 2-16,-4 0-2 15,0 1 2-15,2 0-1 0,-2 0 0 16,1 0 0-16,1 0-1 16,-1-2 1-16,3 1 0 15,-3-2 2-15,3-1 3 16,-3-2 6-16,1 0 0 16,-1 1-3-16,-1 2-2 15,-1-3-1-15,1 3 0 0,0 2-3 16,0 0-1-16,0 0-1 15,1 1 1-15,-1 0-2 16,0 0 1-16,-2 0-1 16,0-1 1-16,-2 1 1 15,0-2-1-15,-2 1 1 0,2 1-1 16,-5 0-1-16,-3 0-2 16,-6 0-21-16,-8 3-31 15,-6-3-59-15</inkml:trace>
  <inkml:trace contextRef="#ctx0" brushRef="#br0" timeOffset="-125540.73">16226 10735 61 0,'9'2'9'0,"3"-1"-7"0,1 2 1 16,1-2 0-16,1 3 0 15,3-2-3-15,-2 0 1 0,4 0-1 16,-3 0 3-16,4-1 6 16,1 2-4-16,0-3-2 15,5 3-2-15,0-2 0 16,2 1 1-16,0-1-2 15,3 1 1-15,1-1-1 0,0 0 0 16,3 1 0-16,-1-2 1 16,2 2 6-16,-3 0 1 15,3 1-4-15,1 0-1 16,3 0 0-16,3-1-2 16,3 0 0-16,3-1 1 0,5-1-1 15,-1 0 0 1,2 0 0-16,2 0 0 0,0-3 0 15,4-2-1-15,0 0 0 16,2 1 0-16,4-3 3 16,0 3 2-16,-1-2 2 15,2 2-2-15,1 1-1 16,-1-1 1-16,1 2-3 0,3-2 1 16,1 1-2-16,-2-1 1 15,3 1 1-15,-1 0-1 16,-1-1 0-16,-1 1 0 0,0-2-1 15,1 2 1-15,-2-3-1 16,0 3 0-16,-2-1 2 16,1 0-3-16,-1-2 2 15,-1 3-2-15,1-2 0 16,1 0 5-16,-2-2 2 16,1 1-1-16,-2-1-1 0,0 0 0 15,-1 0 3-15,0 0-2 16,-2-1 1-16,-1 1 2 15,0-1 2-15,-3 1 1 16,-2 3-3-16,-5-2-7 16,-3 3 0-16,-1 1-1 15,-7 0-2-15,-1 2-11 0,-6-3-30 16,-6-4-48-16</inkml:trace>
  <inkml:trace contextRef="#ctx0" brushRef="#br0" timeOffset="-119895.8">15806 8474 11 0,'2'0'18'0,"-2"0"3"0,0 0 5 0,0 0 2 0,0 0 3 16,0 0-5-16,0 0-12 15,0 2-11-15,0-2-5 0,0 1 1 16,0 2 2-16,1-2 0 16,0 1-1-16,1-1 1 15,-2-1-2-15,1 0 3 16,-1 0 3-16,0 0 22 15,0 0-16-15,0 0-9 0,0-3 0 16,-1-2-1-16,-3 1 3 16,2 1-4-16,0 0 3 15,-2 0-1-15,1 3 0 16,1-2-2-16,0 2-6 16,-3 0 5-16,0 2 8 0,1 4-7 15,-4 2 1-15,1 5-1 16,-1 1 1-16,-2 2-1 15,5 1 0-15,-3 0 0 16,3 3-1-16,3-2 1 16,0 3-1-16,2-2-1 15,0 1 1-15,0-2-2 0,4-1 2 16,0 0-5-16,3-4-2 16,0 0 6-16,2-3-1 15,-2-3 2-15,2-3 5 16,2-1 0-16,0 0 2 15,0-2-2-15,0-1 3 16,1 0-5-16,-1 0-1 0,2 0 2 16,-2-1-1-16,-3-3 1 15,4 1-2-15,-2-2-1 16,0 2-12-16,-2-5-25 16,2 1-24-16,-5-2-56 15</inkml:trace>
  <inkml:trace contextRef="#ctx0" brushRef="#br0" timeOffset="-119488.16">15985 8585 27 0,'0'0'1'0,"0"0"-1"0,0 0 17 16,0 0-5-16,0 47 2 15,0-32-1-15,0 1-5 0,2-3 0 16,1 0-5-16,0-2-2 16,3-4 3-16,-2-1-2 15,-1-5-1-15,3-1 0 16,-1 0 7-16,1 0 12 16,2-7 8-16,0-3-5 0,0-5-3 15,-1 0-6-15,-3-2-2 16,-2 0 0-16,-2 0-6 15,0 2 3-15,0-1-3 16,0 2 3-16,-6 1-5 16,0 3 3-16,-1 2-2 0,0 3-2 15,1 1 0-15,-3 4-5 16,2 0-4-16,-2 4 7 16,-2 9-12-16,4 3-3 15,-2 2-13-15,5 1-19 16,4-2-18-16,0-6-12 15</inkml:trace>
  <inkml:trace contextRef="#ctx0" brushRef="#br0" timeOffset="-118963.1">16222 8467 15 0,'0'0'80'15,"0"0"-58"-15,0 0 11 16,0 0 1-16,1-37-20 16,-4 33-10-16,-1 2-3 0,-3 2 0 15,-1 0-6-15,0 0 7 16,-2 5 0-16,-2 5-3 16,1 1 2-16,-1 2 1 15,3 0-2-15,1 1 1 16,3 0 1-16,3-1-4 15,2-2 1-15,0-1-1 0,0 0-3 16,6-1-2-16,3-2 7 16,0-2-2-16,3-2 0 15,0 2 6-15,2-3 0 16,-2 1-1-16,2 0-1 16,-2 0 1-16,-1 1-2 0,-1 0 1 15,-3 2-2-15,1 0 2 16,-4 1 0-16,-1 0-2 15,-1 4 1-15,-2-2 0 16,0 2-2-16,0-1 0 16,0 1 8-16,-5-2-1 0,-5 1-5 15,1-2 0-15,-1-2 2 16,-2 1 0-16,-2-4 0 16,4 1 0-16,-1-1-1 15,0-3-1-15,1 2-1 0,0-1 0 16,1 2-13-16,0-2-18 15,3-1-8-15,0 0 4 16,3 0-13-16</inkml:trace>
  <inkml:trace contextRef="#ctx0" brushRef="#br0" timeOffset="-118263.62">16281 8325 31 0,'0'0'20'0,"0"0"-2"0,0 0-8 0,0 0-2 16,0 0-5-16,0 0-4 15,0 0-2-15,0 0 5 0,0 0 0 16,0 0-1-16,0 0 4 16,2 43 3-16,0-32 2 15,0 0-2-15,0 2-1 16,1 1-1-16,-1-1 0 15,2 0-2-15,0 3-1 0,-1-1-2 16,-2-1 0-16,1-1 1 16,-1 1 0-16,0 1 2 15,1-2 0-15,0 2-1 16,0-2-1-16,-2 0 2 16,2 0-2-16,-2-2 0 15,2 0-1-15,1-4 3 0,1 2 3 16,-2-2 8-16,2-2-14 15,1 1 2-15,0-2 2 16,-1-1-3-16,-3 0 0 16,2 0-1-16,-1-2 0 15,1 2 3-15,-1-3-2 0,0 0 3 16,1 2 2-16,1-2-3 16,1 0-3-16,1 0 3 15,3 0 3-15,-2 0-6 16,2 0 3-16,0 0 1 15,-3-2-4-15,1-1 1 0,-1-1-2 16,-1 1 0-16,0-1 0 16,0 0 2-16,1-2-2 15,-2-1 1-15,2 0-1 16,0 0 2-16,-3-2-7 0,1 1-30 16,0-1-31-16,-4-1-7 15</inkml:trace>
  <inkml:trace contextRef="#ctx0" brushRef="#br0" timeOffset="-117927.33">16329 8490 91 0,'0'0'16'0,"0"0"-13"0,0 0 15 15,0 0 14-15,37-19-15 16,-25 11 1-16,2 1-2 15,1-3-6-15,0 1-6 16,4 2-2-16,-4-1-1 0,3 3 2 16,1-2-9-16,-4 0-21 15,-1-3-76-15</inkml:trace>
  <inkml:trace contextRef="#ctx0" brushRef="#br0" timeOffset="-114092.89">12809 15824 148 0,'0'0'-1'0,"0"0"45"0,0 0-13 15,0 0-5-15,-39 1-10 16,38-1-8-16,1-2-8 16,0 2-3-16,0 0-8 15,0 0 15-15,7 0-2 0,1 0-2 16,6 0-3-16,0 0-2 15,6 0-7-15,0 0 6 16,6-3-3-16,3-2 5 16,4-3-3-16,6-2 1 15,1-4 7-15,1-3 0 0,4 3 4 16,-1-1-1-16,-2 0-3 16,1 2 1-16,-1 3-9 15,-1 0 15-15,-3 3-7 16,-5 1-4-16,-4 2-13 0,-6 4-23 15,-6 0-18-15,-8 0-46 16</inkml:trace>
  <inkml:trace contextRef="#ctx0" brushRef="#br0" timeOffset="-113700.75">12861 15928 53 0,'0'0'-6'0,"0"0"5"0,0 0 8 16,0 0 6-16,42-9-1 0,-22 5 0 15,2-3 0-15,3 1 6 16,0-1 3-16,1 0-4 16,2-2-1-16,3 0-3 15,2 0-2-15,3-2 0 16,0-1-6-16,6 0-2 16,1 1 1-16,4 0-3 0,-5 1 2 15,-4 2 0-15,-4 2-2 16,-6 2-1-16,-5 1-4 15,-7 3-10-15,-1 0-5 16,-6 0-8-16,-4 0-19 16,-3 0-13-16</inkml:trace>
  <inkml:trace contextRef="#ctx0" brushRef="#br0" timeOffset="-111898.02">21309 10000 38 0,'0'0'-3'0,"0"0"8"0,0 0-4 16,0 0 0-16,0 0 2 0,0 0-2 15,0 0-1 1,0 0 2-16,0 0 1 0,0 0-3 16,0 0-51-16</inkml:trace>
  <inkml:trace contextRef="#ctx0" brushRef="#br0" timeOffset="-111530.61">21223 10124 71 0,'0'0'-1'0,"0"0"3"0,0 0-8 16,0 0 6-16,0 0-52 16</inkml:trace>
  <inkml:trace contextRef="#ctx0" brushRef="#br0" timeOffset="-108790.02">20254 12177 25 0,'0'0'22'0,"0"0"-10"0,0 0-5 15,0 0-4-15,-41-19-2 0,34 15-1 16,0 3-1-16,0-2-2 15,0 0-1-15,-2 3-1 16,2-3 4-16,-1 2 1 16,-2-1-2-16,1 2 4 15,-3 0 1-15,-1 0-4 0,0 0 4 16,-2 0-4-16,2 0 3 16,-3 0-1-16,2 0-2 15,-4 3 0-15,-1 0 2 16,2 3-3-16,0-2 4 15,-1 3-1-15,1-4 2 0,0 3-2 16,4-1 2-16,-3 1-2 16,1 0 0-16,1 1-1 15,-1 1 0-15,0-1 0 16,3 3 1-16,-2 2-1 16,-2 0 2-16,0 1-1 15,0 5 1-15,-1 1-1 0,-2 4 1 16,1 1-1-16,0 0 0 15,4 0 1-15,1 1 0 16,-1-2-1-16,4 0-1 16,3-3 1-16,-2 2-1 15,2-1 0-15,1 0 0 0,-1 2 0 16,-1-2 1-16,4 5-1 16,-2-2-1-16,2 0 1 15,3-3 1-15,-1 1-1 16,2-1 1-16,0-1-1 0,0 1 0 15,0 0 1-15,0-1-1 16,2 3 0-16,-1-2 0 16,2 2 0-16,0-2 0 15,3-2 0-15,-2 1 2 16,4-3 3-16,0 0-1 16,0-3 1-16,3 2 2 0,-1-2-2 15,1 0-2-15,3 0 1 16,-1-1-4-16,4-1-2 15,-2 0 2-15,3-3 3 16,-3-1-1-16,0 1 1 16,2-3 0-16,-3 0 0 0,-1 0 0 15,1 0 0-15,-2-2-2 16,2 0-2-16,0-1 5 16,1-3 0-16,1 2-2 15,1-2 1-15,1 0-2 16,-1 0 0-16,0-3 0 15,3-3 0-15,-2 0 2 0,0-2-2 16,2 0 0-16,-2 0 0 16,2 1-1-16,-1 0 0 15,1-3 2-15,-1 1-1 16,-2 0 0-16,0 0 0 0,0-1 0 16,-3 2 0-16,-1-1 0 15,3-1-1-15,-3 0 0 16,1-1 1-16,1-2-1 15,-1-1 0-15,1 0 0 16,0-5 1-16,-1 1 0 16,3-2 0-16,-3-4 1 15,1 1-1-15,-2-5 0 0,-2-1 1 16,1-2-1-16,-5 1 0 16,1 2-1-16,-4-2 1 15,3 3 0-15,-7 0-1 0,1 1 1 16,-1 4-1-16,0-2 1 15,-6 1-1-15,-2 1 1 16,-1 1 1-16,-4-2-1 16,2 1-1-16,1 2 2 15,-4 1-2-15,3 1 0 0,-4 0 0 16,3 0 0-16,0 0 0 16,-1-2 0-16,1 0 0 15,-3 1 0-15,3-1 1 16,-1 0 0-16,0-2 1 15,1 1 6-15,0 1-6 16,-1-3-1-16,2 1 0 0,-2 1 1 16,2 0-1-16,-3 1-1 15,1 2 0-15,-1 1 2 16,-1 1-2-16,-2 6-1 16,2 0 0-16,-4 6 1 15,3-2 4-15,-2 6-3 16,2 0 2-16,-2 0-1 0,1 6-1 15,0 3-1-15,-1 1 1 16,1 1 1-16,-1 3-2 16,0-1-3-16,-2 3 3 15,0 1-1-15,4 1 2 16,-4 2-1-16,3-1-2 0,1-1 3 16,2 1-1-16,0 0 1 15,2-3-1-15,0 4 0 16,3-5 1-16,0 2-2 15,-1-1 1-15,0 1 0 16,4 0 0-16,-1 2 0 0,0 1 0 16,-1 2-1-16,3 1 0 15,0 4 2-15,-1-2-2 16,1 3 1-16,0-1 0 16,1 2-1-16,1-1 1 0,1 0 0 15,0 0-1 1,2-1 1-16,0 0-1 0,-2 0 0 15,2 0 0-15,0-3 1 16,0 2-2-16,2-2 1 16,2-1 0-16,2-2 1 15,1 0-1-15,-1-2 0 0,2-1 0 16,1-1 0-16,-1 0 1 16,2-1-1-16,1-2-1 15,0 0 1-15,0-1 1 16,-1-3-5-16,3-1 3 0,-4-2 2 15,0-3 0-15,1 2 2 16,0-3-4-16,-3-1 0 16,2-2 1-16,-5 0 4 15,1 0-2-15,-1 0 0 16,-2 0 1-16,-1 0 3 0,-1 0-1 16,0 0 4-16,0-1 4 15,0-2-6-15,0 0-3 16,0 2 0-16,0-3-2 15,0 2 0-15,0 1 1 16,0-1-1-16,0 2 0 16,0 0-2-16,-2 0-10 15,2 0-7-15,-1 0-7 0,-1 0-37 16,-1 0-22-16</inkml:trace>
  <inkml:trace contextRef="#ctx0" brushRef="#br0" timeOffset="-107091.86">11034 16040 44 0,'-15'1'7'0,"-1"1"14"0,1-2 2 0,1 1 3 15,1-1 5-15,2 0-8 16,1 0 0-16,4 0-5 16,2 0-3-16,2 0-7 15,2-1-7-15,0-1-9 16,3 0 4-16,7-1 0 0,4 1 8 15,5-1-5-15,1-1 1 16,5 3-1-16,4-1-1 16,2 1 0-16,5 1-1 15,2 0 1-15,1 0 1 0,5 0-2 16,5 0-35-16,4-3 46 16,6-3 22-16,7-1-21 15,6-3-4-15,6-4-1 16,5-2 0-16,2-3-2 15,3-4 1-15,1-3-2 16,4-1 0-16,-3 0-1 0,1 0 2 16,1 2 1-16,-3-2-2 15,-3 7 1-15,-5 0 0 16,-6 3-1-16,-6 4 0 16,-5 1 0-16,-5 7 0 15,-7 1-2-15,-3 4-3 0,-9 0-7 16,-8 0-8-16,-8 6-10 15,-9 2-17-15,-12 5-21 16</inkml:trace>
  <inkml:trace contextRef="#ctx0" brushRef="#br0" timeOffset="-106633.39">11356 16048 245 0,'0'0'-47'0,"0"0"71"0,0 0-11 0,0 0-26 15,0 0 14-15,0 0-1 16,45 6 0-16,-14-3-1 16,8-1 2-16,5 0-2 15,6-2-2-15,3 0 2 16,9 0 1-16,0-5-3 15,6-5 1-15,2-3 0 0,7-3 3 16,2-4-8-16,4-1 5 16,3 0 4-16,8-3-1 15,5 0 3-15,0 1-3 16,3-3-1-16,3 2 2 16,2-1 0-16,1-1-1 0,-6-1-19 15,-4-6-83-15</inkml:trace>
  <inkml:trace contextRef="#ctx0" brushRef="#br0" timeOffset="-105243.08">23347 6485 63 0,'0'0'7'0,"0"0"2"16,0 0 0-16,0 0-2 0,0 0-5 16,0 0 0-16,0 0 2 15,0 0 8-15,0 0 2 16,0 0-4-16,-10-12-8 0,10 12-3 15,-1 0-1-15,0 0 1 16,1 0 0-16,0 0-1 16,0 0 3-16,0 0 0 15,0 0 1-15,0 4-1 16,0 2 0-16,0 0-1 0,2 1 0 16,2 3 0-16,2-2 0 15,-2 1 0-15,2-1 0 16,1 0 0-16,0-1 0 15,0-1-4-15,3-1-5 16,-5-2-3-16,3-2 4 16,-2-1 4-16,3 0 3 0,-1 0 1 15,0 0 0-15,3-3 0 16,1-5 0-16,3-4 1 16,-1-3 3-16,3-2 0 15,3-5 0-15,2-2 4 0,1-3-1 16,1-2-1-16,2-1-1 15,3-2-1-15,0-2 1 16,2 2-2-16,-2-2-1 16,2 2 2-16,-1 1-2 15,-2 4-1-15,-3 3 0 16,-2 1-1-16,-2 8 0 0,-2 2 0 16,-6 3-1-16,-3 4-6 15,-1 6-13-15,-3 0-11 16,-5 0-17-16</inkml:trace>
  <inkml:trace contextRef="#ctx0" brushRef="#br0" timeOffset="-102411.43">23347 6433 20 0,'0'0'15'15,"0"0"1"-15,0 0-1 0,0 0-5 0,0 0-4 16,0 0-4-16,0 0 0 15,0 0 1-15,0 0 4 16,0 0 1-16,0 0-3 0,-3 5-4 16,2-2 0-16,-1 2-1 15,-2 1 1-15,1 1-1 16,1 2 0-16,-2 0 1 16,-1 0-1-16,4 1 1 0,1 1-1 15,0-2 0-15,0-2-1 16,1 1 1-16,8-5-4 15,-3 1-1-15,4-4 2 16,3 0 8-16,-4 0-3 16,4-7 7-16,0-2 0 15,1-3 0-15,0-2 3 0,1-2 0 16,3-1-1-16,-2-3-3 16,4-1-2-16,3-4-4 15,1 0-2-15,4-2 1 16,1-3-1-16,3-1 0 0,1 1-1 15,-2 3 2-15,0-1-2 16,-1 5 0-16,-5 2 1 16,-2 8 1-16,-5 4-2 15,-3 4-18-15,-6 5-12 16,-5 0-9-16,-4 1-55 0</inkml:trace>
  <inkml:trace contextRef="#ctx0" brushRef="#br0" timeOffset="-101517.06">23214 6597 40 0,'0'0'-1'0,"0"0"1"0,0 0 0 0,0 0 1 16,0 0-1-16,0 0 0 15,0 36 0-15,1-30 0 0,-1 0-1 16,1-4 1-16,-1 0-1 15,1-1-2-15,1-1-4 16,1 0 23-16,2 0 1 16,4-4-6-16,1-4 4 0,2-3-2 15,6-4-4-15,5-2-2 16,5-5 4-16,4-4 3 16,3-4-1-16,3-2 1 15,2-1 1-15,-4-1-2 16,3 5-6-16,-4 2-1 15,-4 3-2-15,-3 4-3 16,-2 6 1-16,-6 1-1 0,-2 6 0 16,-9 1 2-16,0 4-1 15,-4-1-1-15,-1 3 0 16,-2 0-7-16,-2 5-14 16,0 5-26-16,-5-2-10 15</inkml:trace>
  <inkml:trace contextRef="#ctx0" brushRef="#br0" timeOffset="-100538.97">15360 7374 37 0,'40'1'10'0,"7"-1"13"0,2 0-11 0,6 0 0 0,0-3-2 16,5-2 1-16,2-1-3 15,3-1 2-15,0 0 1 16,6 1 0-16,4 0-5 0,6 0-2 16,4 1-3-16,5-2 0 15,2-2 0-15,10-1 1 16,6-2-1-16,7 0-1 16,7-5-1-16,7 0 1 15,6 1 0-15,4-5-2 0,5 1 4 16,2-1-4-16,-1 0-5 15,-4 2 13-15,-2-1-7 16,-10 6 6-16,-8 0-6 16,-11 3 2-16,-10 4-5 15,-11 2 5-15,-17 2-2 0,-16 2-29 16,-18-1-40-16</inkml:trace>
  <inkml:trace contextRef="#ctx0" brushRef="#br0" timeOffset="-99527.8">15044 5946 101 0,'0'0'27'0,"0"0"-21"0,-7-41 9 16,7 31 10-16,-2 0-13 16,2 3-6-16,0 3-2 0,0 1-2 15,0 2-2-15,0-1 0 16,0 2 0-16,2 0 0 15,0 6 2-15,4 5 0 16,2 6 0-16,1 2 0 16,-2 5-2-16,5 1 2 15,0 5-2-15,0-2 0 0,-2 1 0 16,1-2 0-16,1-2 0 16,-1-3 0-16,0-4 0 15,1-2 0-15,-3-3 0 16,1-3 0-16,2-3 0 0,-1-3-2 15,3-1 1-15,-1-3 2 16,3 0 1-16,-1 0 1 16,4-2-2-16,-2-2-1 15,3 1 0-15,-4-1 0 16,0 0-4-16,-4-3-41 16,-2-3-83-16</inkml:trace>
  <inkml:trace contextRef="#ctx0" brushRef="#br0" timeOffset="-98833.37">15433 6100 198 0,'0'0'1'16,"0"0"-8"-16,0 0 6 15,0 0 0-15,0 0-2 0,0 0 2 16,0 0 3-16,45-8-1 15,-38-3 1-15,2-3 0 16,-1 1 1-16,-1 0-1 16,-3-1-2-16,-1 1 1 15,-3 1 1-15,0 0-1 16,0 4 1-16,0-1 5 0,-7 4 4 16,3 3-4-16,-3 2-1 15,2 0-4-15,1 10-3 16,-2 4 2-16,3 2-2 15,1 0 1-15,2 1-2 16,0-3-1-16,0-3 0 16,4-4-2-16,7-1-3 0,1-5 2 15,3-1-2-15,4 0-3 16,2-10-16-16,-1-1-19 16,3-5 12-16,-1-2 9 0,-4-2 18 15,-1-3 8-15,-4 2 3 16,-1-2 4-16,-4 3 5 15,-2 2 5-15,-3 2 10 16,-2 5 6-16,-1 1-3 16,0 3-5-16,0 3-6 15,-3 2-11-15,-2 2-2 0,-2 0-5 16,2 0-1-16,-3 2-1 16,5 5 0-16,-1-2 0 15,4 4 1-15,0-2-3 16,0 0 1-16,4 2 0 15,5-1 0-15,2-1 0 0,1 0 0 16,4-1 1-16,-2 0 0 16,3-2 0-16,-4 3 1 15,0-1-1-15,-3 1 0 16,-2-2 1-16,-4 4-1 16,-3 0 0-16,-1 2 1 0,0 0-1 15,-5 2 0-15,-5-3-1 16,4 1-9-16,-1-4-5 15,4-4-13-15,2-3-32 16,1-3-26-16</inkml:trace>
  <inkml:trace contextRef="#ctx0" brushRef="#br0" timeOffset="-98467.56">15916 5807 176 0,'0'0'-15'0,"0"0"30"0,5-43-4 0,-5 36-7 0,0 2-2 0,-5 3-5 16,-4 2 3-16,-4 0 0 16,0 3 1-16,-1 6 4 15,1 1-3-15,-1 2-1 16,4 3 1-16,2-1-1 16,1 1 0-16,4-2 1 15,3 1-1-15,0-2-2 0,0-1 0 16,10-1 1-16,1-6-1 15,5 1 2-15,0-2 1 16,2-1 1-16,1-2 0 16,-1 2-2-16,-2-1 1 0,-3 3-2 15,-2 2 1-15,-4 1-1 16,-4 3 1-16,-3 3-1 16,0-2-1-16,0 3 2 15,-12-1-3-15,2 1 0 0,-2-2-2 16,-2-1-9-1,2-4-15-15,0-3-18 0,5-4-60 16</inkml:trace>
  <inkml:trace contextRef="#ctx0" brushRef="#br0" timeOffset="-98070.45">15960 5828 166 0,'0'0'18'0,"0"0"-6"15,0 0 2-15,0 0-11 16,39-31-3-16,-33 31 1 16,1 0-1-16,-3 0 1 0,-2 0 0 15,1 3 0-15,1 1 0 16,1-1-1-16,-3-2 1 16,1 1-1-16,1-1 0 15,0-1 2-15,1 0-2 0,1-4 3 16,-2-3 1-16,0-2-1 15,0-3-2-15,-2 3 2 16,-2-1 0-16,0 3 3 16,0 4-2-16,0 3-2 15,-2 0-1-15,-4 7-3 16,-2 6 3-16,-1 6-1 0,2 0 0 16,2 1 0-16,4 0 0 15,1-3-1-15,0-1-1 16,7-3-1-16,4-4 1 15,2-1-3-15,1-4-7 0,2-4-15 16,-1 0-23-16,1 0 1 16,-3-10-21-16</inkml:trace>
  <inkml:trace contextRef="#ctx0" brushRef="#br0" timeOffset="-97771.74">16177 5849 3 0,'0'0'30'16,"0"0"-12"-16,27-52-3 0,-16 36 6 15,-3 2-4-15,0 3 0 16,-1 2-2-16,2 4-2 15,-2 2-10-15,1 3-2 16,1 0-1-16,1 2 0 16,1 7 0-16,2 4 1 0,0-2-1 15,-2 3 1-15,0-2-1 16,-1-1 0-16,0-2 0 16,-4-4 2-16,0 0-2 15,-3-1 0-15,-1-3 1 16,-2-1 0-16,0 0 22 15,0 0 40-15,0-7-50 0,-2-3-6 16,1-5-1-16,-1-7 1 16,2-3-1-16,0-5 0 15,2-4-4-15,9-3-1 16,6 0-1-16,3-4-1 0,4-2-27 16,2-9-119-16</inkml:trace>
  <inkml:trace contextRef="#ctx0" brushRef="#br0" timeOffset="-62551.14">778 13036 99 0,'0'0'2'0,"0"0"10"0,0 0 5 0,0 0-3 15,0 0-5-15,0 0-2 16,0 0-2-16,0 0-5 0,0 0-4 16,0 0 1-16,0 0 0 15,9 32 3-15,-4-10 0 16,5 6 0-16,2 4 0 15,1 2 2-15,0 1-2 16,3 1 1-16,-5-1 1 0,1-4-5 16,-3-5-26-16,-5-5-12 15,-2-9-24-15</inkml:trace>
  <inkml:trace contextRef="#ctx0" brushRef="#br0" timeOffset="-61984.61">623 13211 53 0,'0'0'1'15,"34"-39"3"-15,-14 14 1 16,5-4 1-16,2 0-1 0,0-3-1 16,0 1 0-16,-1-2-2 15,1 2 0-15,-2 3 0 16,-1 2 0-16,-1 5-1 16,-3 3-1-16,-2 6 1 15,-7 5-2-15,-1 4 0 0,-2 3-2 16,-4 7-5-16,-4 8 17 15,2 9 5-15,-2 4 1 16,0 5-2-16,0 2-10 16,0 2 4-16,3-4-5 15,3-5 3-15,2-4 0 16,2-6-3-16,3-6-4 0,1-5 0 16,-3-4-1-16,5-3 1 15,-1 0 6-15,2-1 12 16,-2-12-9-16,-1-6 1 15,-3-2-1-15,-1-3-1 0,-2-2 2 16,-6 0-1-16,-2 1 3 16,0 1 1-16,-5 4-1 15,-6 2 1-15,-2 2-5 16,-3 6-3-16,-2 3-3 16,0 6 2-16,0 1-2 15,3 5-4-15,-1 15-13 0,3 6-18 16,4 3-2-16,-3 0-37 15</inkml:trace>
  <inkml:trace contextRef="#ctx0" brushRef="#br0" timeOffset="-61692.98">1149 12655 70 0,'0'0'44'0,"0"0"-8"0,0 0 7 0,0 0-43 16,0 0-11-16,0 0 11 16,0 0 1-16,16 43 3 0,-8-16-3 15,4 2-1-15,-3 0 2 16,2 2-2-16,1 1 1 15,-2-4 0-15,-1 3 2 16,1-2-2-16,-4-4-14 16,-1-4-31-16,-1-8-21 15</inkml:trace>
  <inkml:trace contextRef="#ctx0" brushRef="#br0" timeOffset="-61349.64">1290 12640 173 0,'0'0'-13'0,"0"0"15"16,0 0 1-16,0 0-5 15,0 0-4-15,0 0-16 16,0 0 11-16,0 0 16 16,29 17-4-16,-29 8 5 0,0 2 5 15,0 3 1-15,-4-1-1 16,-3-1-5-16,0-4-3 15,2-4 1-15,1-4-2 16,2-6-1-16,2-2-1 16,0-3-4-16,4-2-1 0,5-1-4 15,3-2 8-15,3 0 13 16,5 0-7-16,3 0-1 16,-2 0-2-16,6-2 1 15,-4-3 4-15,2-1-2 16,-5 1-5-16,0-2-25 0,-4-1-21 15,-7 0-18-15</inkml:trace>
  <inkml:trace contextRef="#ctx0" brushRef="#br0" timeOffset="-61036.02">1509 12779 222 0,'0'0'-1'15,"0"0"-1"-15,0 0 1 16,0 0 4-16,29-47-1 16,-25 30-1-16,-1 0-1 0,-3 1 1 15,0 0 0-15,0 3 0 16,0 3 0-16,-3 4 0 16,-1 5 2-16,-2 1 0 15,1 8-9-15,1 9 5 0,-2 2-1 16,4 3 2-1,2 1 6-15,0-2-7 0,2-5-3 16,6-2-1-16,3-5 2 16,2-3 0-16,1-4 8 15,1-2-1-15,1-4-4 16,-1-8-37-16,-1-4-37 0</inkml:trace>
  <inkml:trace contextRef="#ctx0" brushRef="#br0" timeOffset="-60664.94">1652 12605 107 0,'0'0'31'0,"0"0"13"16,0 0-46-16,0 0-12 15,0 0 3-15,0 0 14 16,0 0-3-16,36 18 1 16,-28-8 2-16,2-2 0 15,-3 1-2-15,-3-1 0 0,0-1-1 16,-1-1 1-16,-2-2-1 15,-1-1 4-15,0-1 1 16,0-2 9-16,0 0 1 16,-1-2-5-16,0-9-5 0,-1-3-3 15,2-5 9-15,0 1-9 16,0-2-1-16,3 1 0 16,5 4 0-16,2 5-2 15,-2 1-1-15,5 4-2 16,-1 3-1-16,3 2-3 0,2 0 1 15,0 3 3 1,1 4 5-16,-3 3 1 0,-1-2-5 16,1 1-4-16,-1-2-6 15,1 0-10-15,-3-4-6 16,1-3-22-16</inkml:trace>
  <inkml:trace contextRef="#ctx0" brushRef="#br0" timeOffset="-60369.16">2009 12390 108 0,'0'0'30'0,"-13"-37"7"16,5 24-21-16,0 3-11 0,-1 7-6 15,1 2-8-15,1 1 14 16,-2 0-9-16,4 9 7 16,3 3-3-16,0 5 0 15,2 1-2-15,0 0 0 16,4-1 0-16,5 1-3 15,3-5 0-15,1 0-1 0,3-5 1 16,-1-1 0-16,1 1 5 16,-3-3-1-16,-1 2 1 15,-3-1 4-15,-3 1-2 16,-4-1-2-16,-2 2 4 0,0 4 1 16,0-1 1-16,-8 0 0 15,-1-2-13-15,1-2-32 16,0-7 2-16</inkml:trace>
  <inkml:trace contextRef="#ctx0" brushRef="#br0" timeOffset="-60212.44">1996 12364 101 0,'0'0'103'15,"0"0"-105"-15,0 0 5 16,-29 57-5-16,21-21-2 0,-4 5-10 15,1 7-14-15,-2 2-29 16,-5 1-43-16</inkml:trace>
  <inkml:trace contextRef="#ctx0" brushRef="#br0" timeOffset="-59899.71">1078 13516 72 0,'0'0'1'0,"62"-51"4"0,-17 15 3 16,4-7-2-16,9-9 4 15,5-5 12-15,3-9 2 16,7-4-5-16,2-3 3 16,2 1-10-16,0 1-4 15,0 7-6-15,-4 6 1 0,-2 8-2 16,-6 8-8-16,-7 6-39 16,-12 7-43-16</inkml:trace>
  <inkml:trace contextRef="#ctx0" brushRef="#br0" timeOffset="-43621.61">15467 7393 63 0,'0'0'6'0,"0"0"12"0,0 0-4 0,0 0-7 0,0 0-3 16,0 0-2-16,0 0-1 15,-11-36-1-15,11 33 1 16,0 1 0-16,0 2 1 15,0-1-4-15,2 1 1 16,4 0 2-16,-1 0 1 0,4 0-1 16,-3 0-1-16,3 0 0 15,3 1 0-15,-1 1-4 16,4-2 2-16,3 0-1 16,2 0 1-16,3 0 2 15,2 0 3-15,3-2-4 0,0-1 4 16,5 0-4-16,2 2 1 15,3-2 2-15,5 2-3 16,3-2 2-16,6 0-1 16,2-3-6-16,2-2 7 15,0-5-2-15,2 0 6 16,-1-3 1-16,4-2 3 0,-5 1 4 16,1 0 0-16,1 0-3 15,2 4-3-15,-2 2-2 16,0 4-4-16,4 2 0 15,-1 1 0-15,1 2-1 16,1 2 0-16,4 0 0 0,-4 0 0 16,0-2 0-16,1-1 2 15,-3-1-5-15,3-2 4 16,-3-1-1-16,3 0-1 16,5-3 2-16,-2 3 1 0,5-3-2 15,0 4 0-15,3-1 1 16,-5 3 0-16,-1-1-1 15,-2 3 0-15,0-1 0 16,-3 0 1-16,1-1-1 16,-2 1 0-16,1-4-1 0,-2 3-1 15,-3-2 3-15,-4 0-4 16,-1 2 5-16,-1 1 0 16,-8 2-1-16,0 1 1 15,-7 0-6-15,-6 0-33 16,-8 0-53-16</inkml:trace>
  <inkml:trace contextRef="#ctx0" brushRef="#br0" timeOffset="-40733.02">20041 12160 37 0,'0'-6'9'0,"0"-1"9"0,0 1-9 0,0-3-5 16,1 0 5-16,1-3-4 15,-2 1 3-15,0 1-3 16,0 0 12-16,0-1 9 16,0 2-1-16,-3 0-11 0,-1 1-2 15,0 1-8 1,-1 0-1-16,1 0-2 0,-1 1 1 16,-2 1-5-16,1-1 2 15,-6 3 1-15,0 0 1 16,-4 2 0-16,-2 1 3 15,-5 0-5-15,-2 0 6 0,-2 7-5 16,0 3 1-16,-2 1 0 16,2 2 4-16,0 1-2 15,0 2 0-15,1 2-4 16,2 2 6-16,0 3-1 16,-2 1-2-16,1 7 0 15,0 2 0-15,4 4-2 0,4 2 1 16,-1 6-2-16,7 0 3 15,3 3-3-15,5-1 0 16,0 1 1-16,3 0-1 16,0 0 0-16,5 0 1 0,3 3 0 15,1-1-1-15,2 0 2 16,1-1-1-16,3-3 0 16,1-2-2-16,5-5 0 15,2-1 3-15,5-6-2 16,5-2 1-16,-1-6 0 0,6-4-1 15,-3-9-1 1,2-5 4-16,2-6 1 0,-3 0 2 16,2-7 1-16,0-7-1 15,0-5-2-15,-2-2-1 16,-1-2 1-16,0-4-2 16,-4-2 1-16,-5-3-1 0,-4-3 1 15,-1-5 0-15,-5-3-1 16,-2-5 0-16,-2 0 0 15,-3-2 1-15,-2 2-2 16,-4-1 1-16,-3 4 0 16,0 1 0-16,-5 2 0 15,-9 2 0-15,-1 1 0 0,-3 4 0 16,0 4 1-16,2 6 0 16,-2 3-3-16,0 8 2 15,1 8-3-15,2 6-15 16,0 1-18-16,-5 15-31 15,0 5-18-15</inkml:trace>
  <inkml:trace contextRef="#ctx0" brushRef="#br0" timeOffset="-40489.66">20034 12593 58 0,'0'0'16'0,"0"0"0"0,0 0-7 15,0 0-2-15,0 0-5 0,0 0-2 16,0 0-22-16</inkml:trace>
  <inkml:trace contextRef="#ctx0" brushRef="#br0" timeOffset="-39379.84">14391 15554 34 0,'0'0'3'0,"0"0"5"0,0 0-3 0,0 0-2 0,0 0 2 16,0 0-1-16,0 0 1 16,0 0 11-16,0 0-5 15,0 0-8-15,0 0 2 16,0 0 4-16,0 0-7 0,43 6-2 16,-32 0-1-16,3-2 2 15,-1-2-3-15,3-2 3 16,1-2 1-16,4-11 6 15,-1-8 9-15,7-8-1 16,3-9-4-16,6-6-5 16,5-6-3-16,4-5 0 0,6-3 1 15,1 1-3-15,0-1 0 16,2 2 0-16,1 2-3 16,-1 3-8-16,-4 9-16 15,-2 7-5-15,-8 12-11 16</inkml:trace>
  <inkml:trace contextRef="#ctx0" brushRef="#br0" timeOffset="-38510.35">14576 16638 72 0,'0'0'1'0,"0"0"4"0,0 0 2 0,21 41-3 0,-16-32-2 16,4-2-2-16,-2-3 1 15,1-3 2-15,1-1 5 16,0 0 8-16,4-3-3 15,4-9-1-15,4-5-3 16,2-5-2-16,6-4-1 16,4-6-2-16,5-4-4 0,3-4 3 15,2-5-2-15,5-3 0 16,1 1 0-16,5 0-9 16,0 2-11-16,-1 2-13 15,1 2-9-15</inkml:trace>
  <inkml:trace contextRef="#ctx0" brushRef="#br0" timeOffset="20968.64">22004 8839 31 0,'0'0'8'0,"0"0"0"0,0 0-1 0,0 0 1 16,0 0-1-16,0 0 1 15,0 0-4-15,0 0-1 16,0 0 1-16,0 0 3 16,0 0-1-16,0 0 5 0,0 0-3 15,0 0-1-15,-26-24 0 16,26 24-3-16,-1 0 0 15,1 0 1-15,0 0 0 16,0-3-3-16,0 2-2 0,7-3 6 16,1-1 0-16,6 1 0 15,2-2-1-15,4-3-2 16,3 1 0-16,-1 0-3 16,3-1 0-16,1-1 1 15,-1 2 1-15,-4-1 1 16,4 2-1-16,1 0 5 15,0 0-5-15,1 0 0 0,2 1-1 16,-4 2 2-16,-3-2-1 16,-1 2-1-16,-2 1-2 15,-5-1-2-15,-3 4-4 16,0-1-12-16,-6 0-14 0,-2-1-25 16</inkml:trace>
  <inkml:trace contextRef="#ctx0" brushRef="#br0" timeOffset="21396.39">22082 8808 79 0,'0'0'11'0,"0"0"-13"0,0 0 4 16,0 0 3-16,0 0 2 15,0 0 0-15,0 0 1 16,38 0 1-16,-22 0 1 15,2-4-1-15,4 0-5 16,0-2-2-16,2 0 5 0,2 0 0 16,-2-1-2-16,1 1-4 15,0 0 1-15,-3 0 0 16,-4 0-2-16,0 2 1 16,-3 0-1-16,-3 1 1 0,-4 1 0 15,-1 1 0-15,-2 1-7 16,-1 0-23-16,-4 0-14 15,0 0-7-15</inkml:trace>
  <inkml:trace contextRef="#ctx0" brushRef="#br0" timeOffset="28761.69">5449 14111 36 0,'0'0'14'0,"-2"2"-13"0,-2 0 5 15,0 3 0-15,1 0 8 0,1 0 8 16,-3 2-1-16,3 0-8 16,1-1-6-16,1-1-3 15,0 1-3-15,0-2-1 16,0 2 1-16,5 0 1 15,0-1 0-15,-2-1 1 0,3 1-1 16,0-2-4-16,1-2 3 16,0-1 2-16,0 0-6 15,-1 0 6-15,-1-3-1 16,1-5-4-16,-4-1 10 16,-1-1-5-16,-1 0 0 0,0 0-2 15,0 2 2-15,-1 1-1 16,-3 2 1-16,-3 1 1 15,1 4 2-15,-2 0 3 16,0 4-2-16,1 7-5 16,1 4-2-16,2 5-2 0,2 1 2 15,2 3-1-15,0 0 0 16,0-1 1-16,8-3-1 16,1-1 1-16,0-3-1 15,0-7 1-15,-1-5-4 16,2-2-6-16,1-2 12 15,-4-7 1-15,3-6 5 0,-2-6 1 16,-1-2-4-16,-1-2 4 16,-4-2-4-16,-2 1 0 15,0 0-2-15,0 2-1 16,-4 7 2-16,-3 2 0 16,1 4-2-16,-4 5 1 0,1 4-4 15,1 0-6-15,-4 12 7 16,3 5 0-16,1 4-1 15,0 4 1-15,4 0 0 16,2 0-1-16,2-6 1 16,0-2-2-16,0-6 2 0,4-4-5 15,4-3-3 1,0-4-2-16,1 0 8 0,1 0-1 16,0-7 4-16,1-3 2 15,-1-4 0-15,-2-4 1 16,-1-1-1-16,-1 1 0 0,-3-2-1 15,-1 0 2 1,-2 2-2-16,0 3 1 0,0 3-1 16,-7 1-1-16,-1 7-1 15,1 4 0-15,-2 0-7 16,0 7 13-16,2 7-6 16,1 2 0-16,-1 5-1 0,4-1 1 15,3 0-1-15,0 0 0 16,0-6 0-16,6-2 0 15,2-4-5-15,1-3 0 16,-1-4-4-16,0-1 10 16,3-3-1-16,-2-6 3 0,0-5 6 15,-2 0-4-15,-3-4-1 16,-2 1 2-16,-2 0-2 16,0-2 1-16,-2 5 0 15,-5 0 0-15,-5 5-2 16,2 2 1-16,-1 4-1 0,-1 3-3 15,1 3-4-15,1 11 8 16,0 5-2-16,1 3-1 16,1 1-1-16,2 0 2 15,4-2-2-15,2-5 0 16,0-2 1-16,0-5-2 0,7-4-5 16,2-5-2-16,0 0-2 15,1 0 8-15,2-10 4 16,-1-4-1-16,3-4 3 15,-3-2 0-15,0-3 0 16,-3 0 0-16,-2 3 0 0,-4 2-2 16,-2 2 2-16,0 6-1 15,0 3 2-15,-4 4 0 16,-3 3 0-16,-4 0-8 16,2 6 1-16,-2 10 3 15,1 4-4-15,1 2 4 0,5 2 0 16,-2-1-1-16,6 1 1 15,0-4-1-15,0-3-2 16,0-5-5-16,6-4-6 16,1-3-4-16,1-5-2 15,2 0 16-15,1-5 2 0,-3-6 2 16,2-6 2-16,-1-3 4 16,-3-1 0-16,-2-2-1 15,-1 4 0-15,-3 0-1 16,0 4-1-16,0 3 2 15,-6 4-1-15,-1 4 1 16,-2 4-3-16,-2 0-11 0,0 4-5 16,2 8 7-16,-1 3 2 15,2 4 3-15,3 2 1 16,1 2 1-16,4-2 0 16,0-1-1-16,0-3 1 15,0-4 0-15,4-5-2 0,1-4-1 16,3-2-3-16,0-2 0 15,-2-3 8-15,3-8 6 16,0-5 1-16,0-3-3 16,-2-3-3-16,-3 1 2 15,0 0-4-15,-4 2 2 0,0 1-1 16,0 5 2-16,-2 3-2 16,-4 4 1-16,1 3 3 15,-2 3-6-15,0 0-2 16,1 12 7-16,2 1-8 15,1 2 2-15,3 2 0 16,0-1 0-16,0-2 1 0,0-1-2 16,5-6-3-16,3-3-6 15,-1-4 0-15,1 0 9 16,0 0-3-16,-2-6 4 16,1-4 5-16,-2-5 3 15,-3 1 2-15,-2-2 2 0,0-1-2 16,0 0 0-16,-2 6-3 15,-5-1-2-15,0 7-1 16,-1 2 1-16,-4 3-1 16,3 0-6-16,-2 12 9 15,3 3-9-15,0 3 0 0,4-1 3 16,0 2 0-16,3-2-1 16,1-4-4-16,0-2-2 15,3-6 1-15,1 1-6 16,1-6-4-16,4 0 8 15,-3 0 5-15,3-10 8 16,0-1 4-16,-2-6-1 0,-2 1-1 16,-1-1-1-16,-2 3-1 15,-2 0-1-15,0 3 0 16,0 3-1-16,-2 3 0 16,-6 3 7-16,3 2-7 0,-3 0-12 15,2 12 4 1,-3 3 3-16,3 5 1 0,0 4 0 15,4 2 1-15,0-5-2 16,2-2 2-16,0-3-2 16,0-7 1-16,8-2-3 0,-2-7-10 15,1 0 0-15,2 0 13 16,0-10 1-16,0-3 3 16,-1-5 0-16,-3-2 1 15,-1-1 1-15,-2 2-1 16,-2 0 0-16,0 4-1 15,-2 2 0-15,-5 4-1 0,1 4 1 16,-2 5 2-16,0 0-15 16,1 7-1-16,1 8 7 15,-1 2 4-15,1 4-1 16,4-1 1-16,-1 4-2 16,3-5 2-16,0-3-1 0,3-3-1 15,1-3 1-15,1-4-4 16,3-6-5-16,1 0 3 15,-2 0 4-15,2-9 5 16,-3-3-1-16,1-3 1 16,-3-2 1-16,0-1-1 15,-2 0 0-15,-2 1 1 0,0 1-2 16,0 2 1-16,-3 4-2 16,-4 0-2-16,0 7-1 15,-1 2 1-15,1 1-5 16,0 2-4-16,0 10 11 15,1 3-1-15,1 5 0 0,3 0 1 16,0-1 1-16,2 0-2 16,0-4 2-16,0-3-1 15,5-3-1-15,1-5-4 16,1-1 2-16,2-3 3 0,-2 0 0 16,-1-5 7-16,1-6 0 15,-1-1-1-15,0 0-2 16,-4-5 0-16,0 0 3 15,-2 1 0-15,0 0 0 16,-2-2-3-16,-4 3-2 16,-4 1 2-16,1 1-3 0,0 5 1 15,-1 4-1-15,0 4-1 16,3 0-2-16,-1 11 9 16,4 7-7-16,0 2 0 15,4 2-3-15,0 0 2 0,0-1 1 16,4-4-1-16,6-3-1 15,-2-6 0-15,3-4-3 16,1-4-3-16,1 0 8 16,-2-9 0-16,3-5 4 15,-1-3-1-15,-1-3-1 16,-4 0-1-16,-1 0 3 16,-3 1-1-16,-4 1-1 0,0 1 1 15,0 2 1-15,0 3-2 16,-2 4-2-16,-2 3 2 15,-1 5 0-15,-1 0-4 16,0 5-6-16,0 9 6 0,-1 4-2 16,3 2 2-16,2 2 1 15,-2-2 1-15,4-3 0 16,0-5 0-16,0-4-1 16,0-3-2-16,2-5-7 0,2 0-3 15,-1 0 8-15,1-10 14 16,-2-3 1-16,0-2-4 15,-2-2-3-15,0 0 1 16,0 2-2-16,-2 3 0 16,-4 5 0-16,1 2 2 15,-3 4 1-15,0 1-10 0,-1 3 2 16,3 8 0-16,-3 5-2 16,2 2 3-16,3 2-4 15,3 0-8-15,1-3-10 16,0 0-10-16,0-4-10 15</inkml:trace>
  <inkml:trace contextRef="#ctx0" brushRef="#br0" timeOffset="29474.99">5831 14260 125 0,'0'-4'9'0,"-4"0"16"0,0 2-5 0,3 2-7 16,1 0-7-16,0 0-5 15,0 2-4-15,0 9 7 16,0 3-6-16,0 5 6 0,0 5-4 15,2 3 1-15,3 2 2 16,2 0 1-16,0 2-3 16,-1-4 1-16,-1-4-1 15,3-1 0-15,-4-5 0 16,2-3 1-16,-2-5 2 0,1 0-1 16,1-3 1-16,-2-3-2 15,4-1-1-15,-1-1 3 16,1-1-2-16,1 0-2 15,2-1 2-15,0-4 5 16,3-5-5-16,-3 1 0 16,0-2-1-16,1 1 1 15,-1 0-1-15,-1-1-1 0,0-1-8 16,-1 1-22-16,-1-2-25 16,0 3-18-16</inkml:trace>
  <inkml:trace contextRef="#ctx0" brushRef="#br0" timeOffset="29758.46">6062 14431 135 0,'0'0'26'0,"0"0"2"16,0 0-21-16,0 0-4 15,0 0-4-15,0 0-1 0,0 0-1 16,0 0 2-16,0 0 0 16,18 25 0-16,-12-23-2 15,3-2 2-15,-2 0 0 16,2 0 0-16,0-10 5 15,-3-1 3-15,-1-1 2 16,-1-5 0-16,0 0 0 16,-4 2 1-16,0 0 1 15,0-2-2-15,-4 6-2 0,-4 1-1 16,3 3-3-16,-3 4 0 16,2 3-2-16,-2 1-12 15,3 12-19-15,1 4-2 0,-1 4-10 16,4-3-16-16</inkml:trace>
  <inkml:trace contextRef="#ctx0" brushRef="#br0" timeOffset="30121.25">6274 14205 161 0,'0'0'0'16,"0"0"5"-16,0-40 7 15,0 33-7-15,-2 7-2 0,-5 0-2 16,-2 0-1-16,2 11 3 16,-4 2 2-16,4 2-2 15,-1 2 0-15,3 1 1 16,5-2 0-16,0 2-3 16,0-4 0-16,2-4-2 15,7-2-3-15,-1-3 1 0,4-1 1 16,-1-4 4-16,3 0-2 15,-1 0 8-15,1-2-5 16,-1-1-1-16,-1 1-1 16,-5 2 0-16,1 0 0 0,-4 0 2 15,-3 0-1-15,0 7-1 16,-1 4 1-16,0 1 2 16,0 2-7-16,-2 3-23 15,-4 0-22-15,-1-2-24 16</inkml:trace>
  <inkml:trace contextRef="#ctx0" brushRef="#br0" timeOffset="30477.27">6429 14090 103 0,'0'0'3'16,"0"0"0"-16,0 0 2 15,0 0-4-15,0 0-9 16,0 0 10-16,0 0-1 16,0 0 1-16,-26 42 1 15,24-29 2-15,0-1-1 0,2-1-2 16,0-2-1-16,0 0 0 16,2-1-5-16,3-4 10 15,4 3 4-15,2-4-6 16,-2-2 2-16,0 2-3 0,2-2 3 15,-2-1-2-15,-2 1-1 16,-1 1-2-16,-1 1 3 16,-3 4 0-16,-2 1-2 15,0 4 7-15,0 2 1 16,-4 5-8-16,-4-1-16 16,2-1-23-16,-2-1-23 0</inkml:trace>
  <inkml:trace contextRef="#ctx0" brushRef="#br0" timeOffset="30975.62">6810 14019 120 0,'0'0'9'0,"0"0"24"0,0 0-15 0,0 0-12 16,0 0-3-16,0 0 1 16,0 0 5-16,0 0-6 15,0 0 1-15,-15 37-2 16,15-24-2-16,0-2-1 15,0 2 0-15,0-3 1 16,2-3-1-16,1-2-2 0,1-2-1 16,0-3-2-16,1 0 4 15,4-5 7-15,-4-7-2 16,3-2-1-16,-2-3 0 16,4 0 1-16,-1 1-2 0,-3 0 0 15,3 3-1-15,0 3-1 16,0 1 1-16,2 2 0 15,-2 1-1-15,2 2-1 16,-2 4 1-16,1 0-1 16,-2 0 1-16,-1 0-1 15,-1 8 1-15,1 2 1 0,-2 1-1 16,-3 3 1-16,-2 0-19 16,0 0-41-16</inkml:trace>
  <inkml:trace contextRef="#ctx0" brushRef="#br0" timeOffset="31104.92">6793 13941 134 0,'0'0'2'16,"0"0"-3"-16,0 0-47 0</inkml:trace>
  <inkml:trace contextRef="#ctx0" brushRef="#br0" timeOffset="31616.31">7179 13806 130 0,'0'0'-1'0,"0"0"1"0,0 0 5 15,0 0 1-15,0 0 2 16,0 0 9-16,0 0 22 16,12 12-9-16,-12-12-23 15,0-9-6-15,0-6-1 16,0-3-5-16,-2-3-4 16,2-5 3-16,0 2 1 0,0-2 0 15,0 5-3-15,6 1-8 16,-2 7 5-16,5 2 2 15,0 5 6-15,1 5 1 16,2 0 0-16,2 1 2 0,0 0 0 16,2 0-2-16,1-2 2 15,3-2-2-15,-2-3 2 16,0-4-4-16,2-3 5 16,-5-4-4-16,-1-2 6 15,-1-1 1-15,-4 1 0 16,-3-1 1-16,0 4 3 0,-2 4 3 15,-2 4-2-15,-1 5 1 16,-1 4-2-16,1 2-5 16,0 12-7-16,1 7 11 15,4 3 0-15,-2 6-5 0,6-1-1 16,-1-2-1-16,4-2-2 16,3-4-14-16,-3-7-32 15,1-6-18-15</inkml:trace>
  <inkml:trace contextRef="#ctx0" brushRef="#br0" timeOffset="31744.31">7653 13482 159 0,'0'0'21'0,"0"0"-30"0,0 0 3 16,15 37 6-16,-6-14 5 15,-1 1-17-15,-2-4-63 0</inkml:trace>
  <inkml:trace contextRef="#ctx0" brushRef="#br0" timeOffset="32840.11">4066 12143 50 0,'0'0'7'0,"0"0"12"0,0 0-5 0,0 0-2 16,0 0-5-16,0 0-2 16,0 0-3-16,0 0-4 15,0 0 2-15,0 0 0 0,0 0 1 16,0 0-1-16,0 0 0 16,24-2 5-16,-15 1-1 15,3-2 1-15,-1 3-1 16,0 0-2-16,2 0-1 15,-1 0 1-15,3 0-1 0,-2 0-1 16,2 0 1-16,-2 2 0 16,1-1-1-16,-1 0 1 15,-1 1-1-15,2-2-3 16,-5 0-17-16,-3 0-32 16</inkml:trace>
  <inkml:trace contextRef="#ctx0" brushRef="#br0" timeOffset="33095.97">4263 12043 104 0,'0'0'10'0,"0"0"-2"15,0 0-2-15,0 0-4 0,0 0-2 16,0 0 0-16,0 0 0 16,-41 53 2-16,32-35-1 15,1 1-1-15,-2 1 0 16,2-2-1-16,1-1-5 16,-2-3-29-16</inkml:trace>
  <inkml:trace contextRef="#ctx0" brushRef="#br0" timeOffset="33395.65">4030 12201 57 0,'0'0'0'0,"0"0"3"16,0 0 1-16,0 0 3 15,0 0-4-15,38-17 0 16,-24 17 4-16,-1 0-2 16,5 0 5-16,0 0 2 15,2 0-3-15,2 0-3 16,0 0 2-16,1-2-4 0,-3-2-3 16,-2 0 1-16,2 0-2 15,-2-2 3-15,-5 3-1 16,-4-1-10-16,-3-2-26 15,-6-1-35-15</inkml:trace>
  <inkml:trace contextRef="#ctx0" brushRef="#br0" timeOffset="33811.37">4135 12094 74 0,'0'0'-1'0,"0"0"1"0,0 0 2 0,0 0-1 16,0 0 0-16,38 38 3 15,-27-31 0-15,4-2 2 0,0-2 2 16,3-2 0-16,-3 0-3 15,1-1-2-15,-1 0-1 16,1 0 0-16,-5 0-1 16,0 0-12-16,-5-3-35 15</inkml:trace>
  <inkml:trace contextRef="#ctx0" brushRef="#br0" timeOffset="33999.23">4245 12073 96 0,'0'0'5'15,"0"0"4"-15,0 0-4 16,0 0-4-16,-40 43-2 16,30-22 1-16,1 6 0 15,-2 2 0-15,2 3-1 0,-2-2-17 16</inkml:trace>
  <inkml:trace contextRef="#ctx0" brushRef="#br0" timeOffset="35927.8">4157 12374 7 0,'0'0'49'0,"-2"0"-44"0,2 0 6 0,0 0-1 0,0 0 7 16,0-1-3-16,0 1-7 15,0 0-7-15,0 0 0 16,0 0 0-16,0 0-1 16,0 0 1-16,0 0 1 0,0 0 0 15,0 0-1-15,0 0 0 16,0 0 1-16,3 0 0 15,1 0-1-15,0 0 1 16,3 0 0-16,0 0-1 0,-1 1 1 16,1 2-1-16,-1-2 1 15,4 1-1-15,-4-2 0 16,3 2 2-16,-1-2 2 16,1 0-3-16,1 0 2 15,-1 0 0-15,0 0-1 16,2 0 0-16,-2 0 0 0,0 0-1 15,0 0 0-15,-2 0 1 16,-1 5-1-16,-1 2-14 16,-4-1-36-16</inkml:trace>
  <inkml:trace contextRef="#ctx0" brushRef="#br0" timeOffset="36276.74">4226 12343 78 0,'0'0'3'0,"0"0"12"0,0 0 3 0,0 0-7 16,0 0-7-16,0 0 4 15,0 0 0-15,0 0 0 16,0 0-8-16,0 0 0 0,-21 29 0 16,15-10 0-16,2 1 1 15,2 4-1-15,-4-1 0 16,3-1-1-16,-1 1 0 15,-1-4-10-15,1-5-47 16</inkml:trace>
  <inkml:trace contextRef="#ctx0" brushRef="#br0" timeOffset="36847.22">4254 12668 61 0,'0'0'17'0,"0"0"-9"0,0 0-6 0,0 0-2 16,0 0 2-16,0 0-1 16,0 0 2-16,0 0 0 15,0 0 2-15,0 0 2 16,47 17-1-16,-39-14 0 15,3 0-4-15,1 0-1 16,-1 1 0-16,-2-1-1 0,2 1 0 16,0-1 1-16,-2 1 0 15,0-1 0-15,0-1 0 16,-2 0-1-16,-1 0-19 16,-1-2-19-16</inkml:trace>
  <inkml:trace contextRef="#ctx0" brushRef="#br0" timeOffset="37090.27">4365 12640 127 0,'0'0'11'0,"0"0"5"15,0 0-5-15,0 0-11 0,0 0 0 16,0 0 0-16,-24 44 0 16,19-23 0-16,1 4 0 15,0 3 0-15,-2-1 0 16,0 0-12-16,-1-2-41 16</inkml:trace>
  <inkml:trace contextRef="#ctx0" brushRef="#br0" timeOffset="37508.8">4316 13015 23 0,'0'0'10'0,"0"0"10"16,0 0-12-16,0 0-2 0,37 12 0 16,-25-10 0-16,-1 1-2 15,3-2-1-15,-3 1 0 16,2-1-1-16,-1 1-1 16,1-1 1-16,-1-1-1 15,-2 0 0-15,1 0-2 0,-3 0-9 16,-4 0-64-16</inkml:trace>
  <inkml:trace contextRef="#ctx0" brushRef="#br0" timeOffset="37781.7">4470 12992 83 0,'0'0'7'0,"0"0"-2"16,0 0-1-16,0 0-4 16,0 0 4-16,-15 44 3 15,8-23-3-15,2 4 1 0,1 1-5 16,-2 4 0-16,3 3-2 15,1-3-8-15,0-2-45 16</inkml:trace>
  <inkml:trace contextRef="#ctx0" brushRef="#br0" timeOffset="38304.64">4502 13298 66 0,'0'0'4'0,"0"0"-4"0,0 0 1 15,0 0 0-15,0 0 2 0,0 0 4 16,0 0 5-16,0 0 4 16,0 0 1-16,0-8-15 15,1 7-1-15,5-2 5 16,-2 2 7-16,2-1-7 16,3 2-3-16,0-1-2 15,0 1-1-15,2-2 1 0,0 1 0 16,1 0-1-16,-1-1 1 15,1-1-1-15,-4 0-2 16,-1 2-4-16,-1-2-10 16,-3 2-16-16,-1-3-17 0</inkml:trace>
  <inkml:trace contextRef="#ctx0" brushRef="#br0" timeOffset="38526.49">4585 13204 144 0,'0'0'-2'0,"0"0"14"15,0 0-5-15,0 0 0 16,0 0-3-16,0 0-3 0,0 0 0 16,-32 42-2-16,28-22 1 15,0 0 0-15,3 4-1 16,-1 2-1-16,2 4-8 15,-2-1-35-15,2-2-70 16</inkml:trace>
  <inkml:trace contextRef="#ctx0" brushRef="#br0" timeOffset="38975.68">4603 13502 109 0,'0'0'4'0,"0"0"10"0,0 0-9 0,0 0-8 15,0 0 3-15,0 0 3 16,0 0-2-16,0 0-1 15,0 0 2-15,37 10 1 16,-26-7-1-16,1-2-1 16,-1 1 0-16,0-1 1 15,5-1-1-15,-6 1-4 0,2 1-6 16,1-2-16-16,-2 0 2 16,-3 0-34-16</inkml:trace>
  <inkml:trace contextRef="#ctx0" brushRef="#br0" timeOffset="39210.45">4734 13435 60 0,'0'0'22'0,"0"0"-17"16,0 0 0-16,0 0-2 15,0 0-1-15,0 0 2 16,-39 37 3-16,35-23-3 16,2 6-3-16,0 2 0 0,0 3-1 15,2 1 0-15,-2 2-3 16,0-2-27-16</inkml:trace>
  <inkml:trace contextRef="#ctx0" brushRef="#br0" timeOffset="39736.65">4770 13709 104 0,'0'0'19'0,"0"0"8"0,0 0-5 0,0 0 1 16,0 0-10-16,0 0-5 15,0 0-11-15,0 0 4 16,0 0-1-16,0 0-2 0,22-7 2 15,-13 7 0-15,2 5 1 16,1-1-1-16,-2-2 1 16,2 1-1-16,1-1 0 15,-2-1 0-15,1 1-3 16,-4-1-13-16,1-1-11 16,-2 0-9-16,0 2 3 15,-5-2-57-15</inkml:trace>
  <inkml:trace contextRef="#ctx0" brushRef="#br0" timeOffset="39964.66">4872 13661 121 0,'0'0'11'16,"0"0"12"-16,0 0-2 0,0 0-2 15,0 0-2-15,0 0-11 16,0 0-8-16,0 0 2 16,-19 23-2-16,19-3 2 15,0 2-1-15,0 3-7 16,0 0-26-16,0-1-35 0</inkml:trace>
  <inkml:trace contextRef="#ctx0" brushRef="#br0" timeOffset="40408.88">4918 13898 54 0,'0'0'4'0,"0"0"-4"15,0 0 1-15,0 0 1 16,0 0-1-16,0 0 3 0,0 0 4 16,0 0 4-16,0 0 6 15,27-8-8-15,-19 9 1 16,1 3-9-16,1 1-1 16,2 0 1-16,-1 0-2 15,1-1 2-15,1 0-1 0,-1-1-1 16,1-2-3-16,-4-1-2 15,2 0-18-15,-6 0-34 16</inkml:trace>
  <inkml:trace contextRef="#ctx0" brushRef="#br0" timeOffset="40618.41">5036 13833 166 0,'0'0'16'0,"0"0"-2"16,0 0-14-16,0 0-3 16,-23 51-2-16,19-24-10 15,-2-1-30-15,0-5-39 0</inkml:trace>
  <inkml:trace contextRef="#ctx0" brushRef="#br0" timeOffset="41764.68">4374 12357 57 0,'0'0'13'0,"0"0"6"0,0 0-6 16,0 0-1-16,0 0-10 0,0 0-2 15,0 0 0-15,0 0 3 16,0 0-1-16,0 0 0 15,0 0-1-15,0 0 0 16,0 0 0-16,0 3-3 16,2-1 2-16,0 2 0 15,-1 0 0-15,3 0 1 0,-1 0-2 16,-1 1 1-16,0-3 0 16,0 0-1-16,-1-2-1 15,0 0 0-15,2 0-1 16,-3 0 13-16,2-3 14 15,0-5-20-15,2-4 0 16,1-2-1-16,-1-1-2 0,6-4-1 16,-2 1-1-16,3-4 1 15,3 0 1-15,-3 0 2 16,3-3-3-16,-1 3 6 16,-2 1-3-16,-2 4-2 0,0 6 1 15,-1 2-2-15,2 4 0 16,-3 4-16-16,-5 1-32 15</inkml:trace>
  <inkml:trace contextRef="#ctx0" brushRef="#br0" timeOffset="43023.52">4417 12675 63 0,'-3'0'6'0,"3"0"6"0,-2 0-9 0,2-2 1 15,0 0-2-15,0 1-1 16,-2-1-1-16,2 1 0 16,0 1 1-16,0-1 1 15,-2 1 3-15,2 0 3 16,0 0-4-16,0 0-4 0,0 0-2 15,0 0 3-15,0 1-1 16,4 3 0-16,-2 3 0 16,3-2 1-16,-3 0-1 15,3-1 0-15,-3 1 1 16,2-2-3-16,-1-2 2 16,1 0 0-16,0 1-1 0,1-2 0 15,-2 0 0-15,1 0 0 16,-2 0-3-16,2-3 5 15,1-1-1-15,-1-5 5 16,0 1-1-16,2-1 8 16,-2-2 0-16,1-2 2 0,1-1-3 15,1-2-4-15,4-1-1 16,-2-1-2-16,2-2 0 16,2-1-3-16,-1 2 1 15,2 0-2-15,-2 1 0 16,-1 8-7-16,-1 2-19 15,-6 5-13-15,0 3-8 0</inkml:trace>
  <inkml:trace contextRef="#ctx0" brushRef="#br0" timeOffset="43821.35">4489 12998 11 0,'0'0'11'0,"0"0"6"0,0 0 1 0,0 0-4 15,0 0-9-15,0 0-3 16,0 0 1-16,0 0-5 16,0 0 2-16,0 0 0 15,0 0 0-15,0 0 0 16,0 3 3-16,2-1 0 0,0 1 2 16,0 0 0-16,0 0-1 15,0 3-3-15,1-3 0 16,1-1-2-16,-1 1 2 0,1-2-1 15,-2-1 2-15,1 0 5 16,3 0 3-16,-2-8 5 16,0 0-4-16,4-3 0 15,-3-4-9-15,3-1 2 16,-2-1-1-16,3-1 1 16,1-2 2-16,-2 1 0 15,1-3-2-15,1 0-2 0,1 0 1 16,-1 1-1-16,0 2 0 15,-1-1-2-15,-1 6 1 16,2 3-1-16,-1 2 0 16,-1 6-1-16,-1 3-12 0,0 0-22 15,-6 0-15-15</inkml:trace>
  <inkml:trace contextRef="#ctx0" brushRef="#br0" timeOffset="44484.62">4674 13212 75 0,'0'0'0'0,"0"0"-3"0,0 0 4 16,0 0-1-16,0 0 1 15,0 0-1-15,8 40 0 16,-5-33 0-16,1-1 0 16,1-3 0-16,-2-2 2 0,5-1 1 15,-3 0 4-15,3-7 7 16,-1-4-1-16,4-5 0 15,-2-4-5-15,3-3 2 16,-3-1-1-16,1-3 6 16,2 0 2-16,-1 0 1 15,0 0-2-15,-1 3-9 0,0 3-5 16,1 6 1-16,-1 4-11 16,-4 6-30-16,-4 5-38 15</inkml:trace>
  <inkml:trace contextRef="#ctx0" brushRef="#br0" timeOffset="48327.32">4028 12228 1 0,'0'0'15'0,"0"0"-10"0,0 0 7 0,0 0-9 0,0 0 5 16,0 0 14-16,0 0-10 16,0 0-3-16,0 0 13 15,0 0-21-15,0 0 0 0,0 0 0 16,0 0-1-16,0 0 1 16,0 0-1-16,0-3 4 15,-2 3 15-15,2 0-7 16,0 0-3-16,-3 0 2 15,2-1-12-15,0 1 4 16,-1 0-5-16,0 0 2 0,-1 0 0 16,1 0-1-16,-1 0 0 15,1 1 1-15,0-1 0 16,2 3 0-16,-2-2 1 16,0 2-2-16,0-1 2 15,-2 0-1-15,3 1 0 0,-1 0 0 16,0 2 0-16,0-1 0 15,2 0-1-15,-2 2 1 16,2-1-1-16,-3 1 2 16,1 1-2-16,0 0 2 15,1-1-1-15,1 0 0 16,0-1 0-16,0 2 0 16,0-1 0-16,-2 1 0 0,2 0 0 15,0 0 0-15,-2 0 0 16,2-1 0-16,0 1 0 15,0 0 0-15,0-4 0 16,0 3 0-16,0-1-1 0,0 0 1 16,0-1 0-16,4 0 0 15,-2-1 0-15,1 3-2 16,2-2 2-16,-3 3 0 16,2-2 0-16,-2 0 0 15,1 2 2-15,-3 0-2 0,2-1 0 16,0 0 0-1,0-1 0-15,-2 2 0 0,2-2 0 16,1 0 0-16,1 1 0 16,1-1 0-16,0 0 0 15,1 1 0-15,1-1-2 0,1-1 1 16,0 0 0-16,0 0-1 16,-1-2 3-16,0 0-1 15,0 1-1-15,-3-2 0 16,1 1 0-16,1-1 2 15,-4 2-2-15,0-2 2 16,1 1 0-16,2 0 0 0,-3 0 0 16,-2 2-1-16,0 2 1 15,0 1 2-15,0 2-3 16,-2 1 1-16,-4 0-1 16,2 0 1-16,-2 1-1 15,1-2 0-15,1 0 0 0,2 0 0 16,-2 0 1-16,1-3-2 15,2 2 1-15,1-3-1 16,0 1 0-16,0-2 1 16,0-1-3-16,0-1 2 15,0-1-1-15,0 0 1 0,0 2 0 16,0-3 1-16,0 0-2 16,4 0 1-16,0 1 0 15,-2-1-2-15,0 0 0 16,2 1 4-16,-2 0 0 15,3 0-2-15,-1 1 2 0,4-1 0 16,-2 3 0-16,1 1-1 16,-1-1 1-16,-3 3-1 15,3-1 1-15,-1-2-1 16,-3 3 1-16,1-3-1 0,1 2 1 16,-2 1-1-1,0-1 0-15,0 2 2 0,1 0-4 16,1 0 2-16,-2-1 2 15,0 1-2-15,3-2 0 16,-2 0 0-16,3-4-2 16,-4 0 1-16,5-2-2 15,-3 0-3-15,0 0 5 0,4 0 9 16,-2-3 1-16,1-2 3 16,-1-1-7-16,2 0-3 15,-1 1-2-15,1-1 3 16,-4 2-4-16,-1 1 4 0,1 0-3 15,-1 2 1-15,-1 0-1 16,-2 1 2-16,0-2 8 16,0 2 5-16,0 0-9 15,0 0-1-15,0 0-1 16,0 0 0-16,0 0 2 0,0 0 1 16,0 0 2-16,0 0-2 15,0 0-3-15,0 0-1 16,0 0-2-16,0 0 0 15,0 0 0-15,0 0-2 16,0 0 0-16,0 0 0 16,0 0 0-16,0 0-1 0,0 0-7 15,0 0 0-15,0 0-2 16,0 0 6-16,0 0 8 16,0 0 1-16,0 0 1 15,0 0-3-15,0 0 0 16,0-2 0-16,0 2 1 0,0-2-1 15,-2 1 1-15,2 0 1 16,0 1-3-16,-3-1-1 16,3 1 2-16,0 0-4 15,0 0 2-15,0 0 2 16,0 0-2-16,0 0 1 0,0 0-1 16,0 0 0-16,0 0 1 15,0 0 0-15,0 0-1 16,0 0-1-16,0 0 1 15,0 0 0-15,0 0 1 16,0 0-6-16,0 0-14 0,0 0-1 16,0 0 0-16,0 0-30 15,0 0 8-15,0 0-28 16</inkml:trace>
  <inkml:trace contextRef="#ctx0" brushRef="#br0" timeOffset="49666.04">4218 12900 0 0,'0'-6'6'0,"0"-1"9"0,0 2 11 0,0 1-11 16,0 3 1-16,0 0-8 15,-5 1-6-15,3 0 9 16,-2 0-9-16,-2 0 1 15,2 3-1-15,0 4-1 0,-2 0 0 16,5 1-1-16,-3 1 0 16,0 2 1-16,4 0-1 15,-2 2 0-15,0-3 1 16,2 3 0-16,0-1 0 16,0-1 0-16,0 0 0 15,4-2-1-15,2-1 0 0,-1 0 0 16,3-3 0-16,0-2 1 15,0 1-1-15,-1-2 1 16,1 0 6-16,2 1-5 16,-1 1-1-16,0-1 1 15,0 1 0-15,-2 1-2 0,1 1 3 16,-4-2-1-16,-1 3-3 16,1-2 3-16,-4 1 0 15,0 1 2-15,0 3 0 16,0-1-1-16,0 2-2 0,-2-2 1 15,2 0-2-15,-2-3 0 16,2 1 0-16,0-1 0 16,0-2 0-16,0-1-1 15,0-2-1-15,7-1-1 16,0 0-4-16,1 0 9 16,1 0-1-16,1 0 1 0,0 0-1 15,1 0 2-15,-1 0-3 16,-1 0 2-16,-1 0-1 15,-3 5 1-15,0 2-3 16,-3 4 8-16,0 1-4 16,-2 3 0-16,0 1-1 15,0 0 1-15,0-1-2 0,-2 1-1 16,0-3 1-16,-1 1-1 16,3-3 1-16,0-1-2 15,0 0 2-15,0-1-2 16,0 3 2-16,0-2-1 0,0 0-1 15,5 1 2-15,-3-1-1 16,1 1-1-16,1-3 1 16,-2 0 0-16,2-2 0 15,-2 1-1-15,1-1 1 16,1 1 1-16,-2-1-1 16,3-1 0-16,0 1 0 0,-1-3-1 15,0-2 0-15,1 2-1 16,3-3 0-16,2 0 2 15,3-3 0-15,-1-4 4 16,-1-3-2-16,-3-4-52 0</inkml:trace>
  <inkml:trace contextRef="#ctx0" brushRef="#br0" timeOffset="50938.63">4511 13486 56 0,'-5'3'2'0,"1"0"-3"0,1 1-5 0,1 0-3 16,-2 1 4-16,0-2 4 15,1 1 2-15,-1 0-1 16,-2 0 1-16,2 2 6 16,0 0 2-16,-1-1-2 0,3 3-1 15,-2 0-1-15,2 2-3 16,2-2-1-16,0 1-1 16,0 2 1-16,0 1-1 15,0-2 0-15,0 0 1 0,0-3 0 16,4 3 0-1,1-3 2-15,-1-1 1 0,2-1-1 16,0-1 0-16,0-1-1 16,-1 0 1-16,1-1-1 15,0-1-4-15,2 0 5 16,-1-1 0-16,1 0 4 0,3 0-2 16,-2 0-1-16,2 0-1 15,-2 0-1-15,1 1-1 16,-2 1 0-16,-1 1 0 15,-1 1 0-15,0-1 1 16,-4 3 1-16,-2 1 2 0,0 3-2 16,0 0 1-16,0 1-3 15,-2 3 0-15,-4-1-1 16,2 0 1-16,0 0-1 16,-1-2 1-16,1-2-1 15,4-2 0-15,-2-2 0 0,2-1-1 16,0-1-1-16,0-1 0 15,0-2-5-15,4 0 5 16,3 0 1-16,-1 0-3 16,0 0 2-16,0 0 2 15,0 0 1-15,-1 0 0 0,-1 0 1 16,0 0-1-16,-1 1 0 16,0 5-1-16,-1 5 3 15,-2 1 0-15,2 3-2 16,-2 1 0-16,0 0 1 15,0-1-2-15,2 2 0 16,0-4 1-16,0-2-2 0,3 1 1 16,-1-3 0-16,0 0 0 15,4-3-2-15,-3-2 0 16,3-2 1-16,-2 0 2 16,3-2 0-16,3 0-1 0,-1 0 3 15,1-9 1-15,0 0 5 16,1-4-4-16,1 3-2 15,-2-2-1-15,3 2-1 16,-4 0 2-16,-2 2-2 16,1 3-8-16,-4 2-20 15,-2 0-21-15</inkml:trace>
  <inkml:trace contextRef="#ctx0" brushRef="#br0" timeOffset="53672.66">2745 13395 9 0,'0'0'12'0,"0"0"-2"0,0 0-4 16,0 0 2-16,0 0 3 0,-3 0 2 16,1 0-1-16,0 0-2 15,0 0 7-15,-2 0-10 16,-1 0 0-16,1 0-2 16,1-1-4-16,-2-2 1 15,3 0 2-15,-2-1-3 0,2 0 2 16,0 1-1-16,2-3 2 15,-3 1-2-15,2-1-2 16,1-2-1-16,0 2 1 16,0-1-1-16,0 0 1 15,0-1-3-15,4 3 3 0,2-2-1 16,-3 0 1-16,6 2-1 16,-4 0 2-16,1 0 0 15,1 1-1-15,1 3 0 16,-1-1 0-16,0 1 0 15,-1 1 0-15,-1 0 0 16,1 0-1-16,-2 0 2 0,2 3 0 16,-2 5 1-16,-1 1-1 15,3 3 0-15,-2 1-1 16,4 1 1-16,-4 2-1 16,0 0 0-16,1-2 1 15,-1 0-1-15,-2 0 0 0,0-2 0 16,0-2 0-16,-1-2 1 15,1-2-1-15,-2 0 0 16,2-4 0-16,-2 1 0 16,0-3 0-16,0 3 0 15,3-3 0-15,-3 0 1 0,0 0-1 16,0 0 0-16,0 0 5 16,0 0 20-16,0 0-7 15,0-3-18-15,0-2 1 16,0-4 0-16,0 1-1 15,-3-2-1-15,3 0 1 0,0-2 1 16,0-1-1-16,0 1-1 16,0 0 1-16,0-2-1 15,0 1 1-15,0 1 0 16,3-1-2-16,1-1 2 16,1 2-1-16,-1-2-3 0,0 1 4 15,-1 0 0-15,1-1-1 16,-2 3 2-16,3-3-1 15,-2 2 0-15,1 1 0 16,-2 2 0-16,2-1 1 16,-1 2-1-16,1 1-1 15,0 0 1-15,0 1 0 16,-1 0 0-16,0 2 0 0,1 3 0 16,-2-2 0-16,0 2 0 15,0 0 0-15,1 0 0 16,-1-1 0-16,2 2-1 0,-2 0 1 15,0 0-1-15,2 0 0 16,-2 0 1-16,0 0-1 16,-2 4 3-16,2 1-1 15,-2 2-1-15,2 0 0 16,-2 2 0-16,2-1 1 0,-2 1-1 16,1 0 0-16,3 0 0 15,-2 3 0-15,0-1 1 16,2 2-1-16,-2 0-1 15,4 0 2-15,-2 1-2 16,-1-2 2-16,3 1-1 16,-2-3 0-16,0 5 0 0,1-4 0 15,0 3 0-15,-2 0 0 16,3 4 0-16,-2 1 0 16,-2 3 1-16,3 2-2 15,-3 4 2-15,0 0 1 16,2 2-2-16,-1 1 0 0,-2-3 0 15,3 1 0-15,-2-2 1 16,0 0-1-16,0 1 0 16,1 0 2-16,-1 0-2 15,0 2 0-15,0-2 0 0,0 2 0 16,0-2 1-16,-2-1-1 16,2-1 0-16,2-1 0 15,0-3 1-15,0-4-2 16,-2-1 2-16,3-4-1 15,-1-3 0-15,0 0-1 16,1-4 2-16,2-1-1 16,-3 0-1-16,1-1 1 0,-1-1 0 15,1-2-1-15,1 0 1 16,-1 1 0-16,-1-2-2 16,3 0 2-16,-3 0 2 0,3 0 2 15,0-2 6-15,0-4 2 16,-1-1-7-16,3-1 2 15,-3 0-1-15,2-3-1 16,-1 3-3-16,-1-3 4 16,0 2-2-16,0-1 1 15,0 0-5-15,-3 3 1 16,1 3 0-16,-2 0-1 0,0 1 1 16,-2 2 0-16,0 1 1 15,2 0-1-15,-2 0 2 16,0 0-5-16,0 0 0 15,2 0-4-15,0 0-9 0,1 0-23 16,-3 0-27-16,0 0-52 16</inkml:trace>
  <inkml:trace contextRef="#ctx0" brushRef="#br0" timeOffset="55299.15">3099 12878 63 0,'-1'-4'8'0,"-1"-1"16"0,0 0-4 0,0 2-3 0,-3-1 0 0,2 0 0 15,1 1 0-15,-2-3-2 16,2 2-4-16,-3 0-2 16,1 0-2-16,0 1-5 15,-2-1 0-15,2 1 0 16,0 0-1-16,-3-1 1 0,3 1 0 16,-3 0-1-16,0 0 1 15,0 0 1-15,-1 0-2 16,-6 1-1-16,1 2 1 15,-3 0-3-15,-4 0 2 16,-2 0 2-16,-3 7-3 0,0 2 3 16,1 2-2-16,-3 3 0 15,0 0 3-15,1 0-2 16,1 5-3-16,0 0 3 16,1 1-4-16,1 2 5 15,-1-1-4-15,1 2 4 16,1-2-2-16,2 2 1 0,0-1-1 15,2 0 1-15,2 0-1 16,1 1 0-16,1 3 0 16,1 2 1-16,-1 1-1 15,3 2 0-15,0 0 0 16,2 3 0-16,2 0 0 0,3 3-1 16,2 0 1-16,2 0 0 15,0 4-1-15,0-4 1 16,0 3-1-16,0-2 1 15,0-1-2-15,0 4 1 16,0-1 0-16,0 3 0 0,4-1 0 16,0 2 0-16,4 0 0 15,-2 0 1-15,3-1 0 16,0-3-1-16,2 1 1 16,2-4 0-16,2-3-1 15,2-3 0-15,1 1 1 0,0-4-2 16,6-2-1-16,-3 0 3 15,3-3-3-15,-2-3 1 16,1 1 0-16,1-3 0 16,1-2 1-16,1-3-2 15,1 0 2-15,2-3-1 0,2-2 0 16,-3-2-1-16,5 0 2 16,-2-3 1-16,1 0-3 15,-1-1 3-15,2-2-2 16,-2 0 1-16,-3 0-1 15,3-3 1-15,-2-5-1 0,2-2-1 16,-2-4 0-16,0 0 4 16,1-3 4-16,-2-2-1 15,-1-1-2-15,0 2-1 16,-2-4 2-16,-3 1-2 16,0-2 0-16,1-1-1 0,-3 0 1 15,2-1-1-15,-4 0 3 16,2 0 0-16,-4-2-1 15,-1 3 0-15,-1-4-1 16,-1-1 4-16,-3-1 0 16,-2-4 2-16,-1-3-1 0,-1-3 1 15,-3-1-4-15,1-3-1 16,-4-3 2-16,0 2 0 16,0-1-3-16,0 2 1 15,-2 2-1-15,-5 3 2 16,-3 4 3-16,1 2-1 15,-3 1 4-15,-1 3 1 0,1 3-4 16,1-2-2-16,-2 1 0 16,-3-3 0-16,3 1-1 15,-1-2-2-15,-1 1 1 16,-1 0-2-16,1 0 1 0,-3 1-1 16,0 3 3-16,0 3-3 15,-5 1 0-15,1 3 1 16,0 1-5-16,-3 2 4 15,1 1 0-15,1 2 3 16,1 2 0-16,2 0-2 16,0 2-1-16,4 2 1 0,-2 0-1 15,3 1 0-15,-1 5 1 16,0-1-1-16,0 2-2 16,1 0 2-16,1 0-1 15,1 0 1-15,2 2-1 0,0 1-1 16,4-1-2-16,-1 1 0 15,3 0-5-15,2 2-9 16,-1 0-29-16,0-3-52 16</inkml:trace>
  <inkml:trace contextRef="#ctx0" brushRef="#br0" timeOffset="55958.12">2901 12644 4 0,'2'0'11'0,"0"0"0"0,0 0 0 15,2 0-3-15,0 2-5 0,-2-2 1 16,5 0 1-16,-3 0 4 15,2 0 1-15,4-6 1 16,-3-1 2-16,3-5 11 16,2-2-2-16,-1-3-2 0,2-1-9 15,3-4-1-15,-3-5 1 16,3-2-1-16,-1-1-2 16,2-4 1-16,1 0-5 15,-3-1 7-15,1 3-3 16,-1 3-2-16,-2 1-2 15,-1 7-1-15,-1 5 0 0,1 5-3 16,-6 4 0-16,1 5-2 16,-3 2-12-16,-2 7-16 15,-2 7-8-15,0 5-26 16</inkml:trace>
  <inkml:trace contextRef="#ctx0" brushRef="#br0" timeOffset="56419.77">2897 12601 61 0,'0'0'3'0,"0"0"-1"0,0 0-2 0,0 0 0 15,0 0 0-15,0 0 0 16,0 0 0-16,0 0 1 16,0 0 1-16,0 0 0 0,6 20-1 15,-2-18 0-15,0-1 1 16,0-1 1-16,0 0 2 15,1 0 7-15,1-2 12 16,4-8 3-16,1-5-2 0,4-2-11 16,1-6-3-16,2-5-4 15,2-4-2-15,0-1 4 16,1-4 0-16,0-3-1 16,4 3-1-16,-2 3-3 15,1 3-2-15,0 1 0 16,1 7-1-16,-3 5-2 0,-1 5-6 15,-3 9-21-15,-4 4-21 16,-4 1-7-16,-10 15 6 16</inkml:trace>
  <inkml:trace contextRef="#ctx0" brushRef="#br0" timeOffset="57822.56">2944 12823 47 0,'0'0'15'0,"0"0"-11"0,0 0-1 16,0 0 0-16,0 0-2 15,42-35 0-15,-33 27 0 16,3 3 3-16,-2-1 3 0,-1 2 1 15,3 1 2-15,-1 0-5 16,3 3-1-16,-1 0-2 16,-2 0-1-16,5 2 0 15,-3 3 1-15,3 4-2 16,1-1 1-16,1 2-1 16,3 2 0-16,-2 0 0 15,4 3 1-15,-2 0-1 0,2 2 0 16,-4 3 1-16,3-1 0 15,-5 0-1-15,2 4 0 16,-4-1 1-16,-1 4-1 16,-1 0 1-16,1 5 0 15,-1 2 0-15,-1 2 0 0,-1 1-1 16,1 1 1-16,-2 0-1 16,-2 1 1-16,1-1 1 15,-2 4-2-15,0-1 0 16,0 1 0-16,-3 2 0 0,1 0 0 15,1-1 1-15,-4 1-1 16,1-1 0-16,-1 0 0 16,-2 0 0-16,0-1 1 15,0 1-1-15,0-1 0 0,0 0 1 16,-2-3-1 0,-5-4 0-16,0-2 1 0,-1-5 0 15,-2-3 2-15,1-6 3 16,-1-1 0-16,-2-3 0 15,1-2 1-15,0-1 1 16,-5 0 2-16,-1 1 0 16,-4-1-1-16,-3 3-5 0,-4 1 0 15,-3 2-2-15,-2-2 0 16,-3 5 0-16,0-4 5 16,1-2-3-16,2-1 0 15,1-5 4-15,3-2 2 16,0-6-2-16,0 0 0 0,-2-9-4 15,1-5-1-15,-5-6-1 16,1-2-2-16,-4-4 1 16,2-5-1-16,0-3 0 15,-1-1-1-15,1-3 1 0,3-4 1 16,2-4-1-16,3-1-3 16,1-4 1-16,5 0 3 15,2 0-1-15,4-2 0 16,5 1 0-16,0-2 3 15,4-1-5-15,1 0 1 0,4 1 2 16,2-1-1 0,0 3 0-16,0 0 0 0,10 4 0 15,1-1-3-15,5 2 4 16,0 4-3-16,4 1 3 16,0 3-2-16,0 8 1 15,0 2 0-15,-2 5 0 0,0 4 0 16,2 3 1-16,1 6-1 15,0 2 0-15,2 2-1 16,2 5 1-16,4 2-1 16,0 0-1-16,4 0 1 15,5 2 2-15,0 1-1 16,0 1 0-16,-1-2 0 0,2 0-1 16,-5-1 1-16,-1 0 0 15,-2 3 0-15,-3 3 1 16,3-1-2-16,-6 7 1 15,1 3 0-15,1 5 0 16,-5 4 1-16,0 7 1 0,-1 6 0 16,-1 5-2-16,0 5 0 15,-5 2 0-15,3 1 0 16,-4 1 0-16,0 1 0 16,-2-1 0-16,-2 1 0 15,-4 2 1-15,-1-1-1 0,-3-3 1 16,-2-4-1-16,0-2 0 15,-6-7 0-15,-1-3 0 16,-5-3 1-16,-1-5-2 16,-1-5 1-16,-1-7-2 15,-3-9-10-15,-4-6-58 16</inkml:trace>
  <inkml:trace contextRef="#ctx0" brushRef="#br0" timeOffset="58373.65">2888 12512 26 0,'-2'0'19'0,"0"0"-2"0,2 2 3 16,0-1-16-16,0-1-3 15,0 1 0-15,0-1 2 16,0 0 0-16,4 0 7 0,2-7 21 16,5-8 10-16,3-8-11 15,7-11-9-15,1-9-11 16,7-11-4-16,8-7-5 16,6-9 3-16,9-11-3 15,3-8-15-15,4-10-79 16</inkml:trace>
  <inkml:trace contextRef="#ctx0" brushRef="#br0" timeOffset="127043.83">16920 15925 46 0,'2'-3'12'0,"-2"-1"7"0,0 1-4 15,0 0-4-15,0 3-1 16,0 0 0-16,0 0-6 16,2 0-6-16,-1 0 1 0,3 4 1 15,0 5 1-15,2 2 1 16,1-1 0-16,2 3 1 15,0-3-1-15,2 1-1 16,-1-4 2-16,1-2-4 16,-1-3 5-16,0 0-1 15,-2-2 4-15,1 0 2 0,-1-2 1 16,2-6 3-16,1-2 2 16,-2-3-7-16,1-1 0 15,0-2-3-15,1-2-1 16,-1 0-3-16,-3 1 1 0,3 2-1 15,-5 5 0-15,0 2-1 16,-1 2 0-16,-3 4 0 16,1 2-1-16,1 0-3 15,2 2-5-15,-1 8 7 16,1 4 1-16,2 0 2 0,0 2 0 16,1 3-1-16,-1-1 1 15,1-1-2-15,-1 0 2 16,0-1-2-16,-2-1 0 15,-1-1-2-15,-1-1 3 16,-1 0 2-16,-2 0-1 0,0-2 0 16,0-2 5-1,-5 2 3-15,-4-3 4 0,-1 2 2 16,-2-4-6-16,-2 3-3 16,-3-1-2-16,1-1-1 15,-2 0-2-15,-1-2 0 16,1-1 0-16,5-1 0 0,0-2 1 15,4 1-2-15,4-2-6 16,3 0-24-16,2 0-55 16</inkml:trace>
  <inkml:trace contextRef="#ctx0" brushRef="#br0" timeOffset="127394.45">17360 15939 71 0,'0'0'32'0,"0"0"-8"0,0 0 12 16,0 0-19-16,0 0-10 15,0 0-2-15,0 0-4 0,0 0 2 16,0 0-1-16,0 0 4 16,50-17 3-16,-29 11-5 15,0 1-2-15,2-1 1 16,0 0-3-16,-4-1-48 15,-4-1-85-15</inkml:trace>
  <inkml:trace contextRef="#ctx0" brushRef="#br0" timeOffset="127998.19">17635 15752 67 0,'0'0'11'0,"0"0"-11"15,0 0 0-15,0 0 1 16,0 0 5-16,42 46-1 16,-33-34 0-16,4-2 0 15,-1-2 1-15,0 0-1 16,0-3 0-16,-1-3 0 0,-1-1 0 15,0-1-2-15,1 0 3 16,3-7 3-16,-1-5-2 16,1-2-3-16,0-3 0 15,0-1-2-15,-2-1-1 16,-5 2 0-16,1 2 1 16,-4 3-2-16,-2 4 0 0,0 2 11 15,0 2 12-15,-2 4-4 16,0 0-6-16,0 0-18 15,2 1-5-15,1 8 11 16,1 2-2-16,4 2 3 16,-2 2 1-16,3 2-3 0,1-1 1 15,-3 0 0-15,3 0-1 16,-2 0 1-16,0 0-1 16,2 0-1-16,-5-1 2 15,1 0-1-15,-2-1-3 16,-3 0 6-16,0-3 0 0,-1 1 1 15,0-2-3-15,0-2 10 16,-6 3 1-16,-3-2-1 16,-5 1-3-16,1-2-3 15,-3 0-1-15,-1-1 2 16,-3-3-4-16,1 0 1 16,-1-4-2-16,1 0 1 0,3-1-9 15,2-13-40-15,3-5-92 16</inkml:trace>
  <inkml:trace contextRef="#ctx0" brushRef="#br0" timeOffset="129302.37">17719 15601 45 0,'0'0'18'0,"0"0"-2"0,0 0-5 16,0 0-6-16,0 0-3 15,0 0 2-15,0 0-2 0,0 0-1 16,0 0 2-16,0 0-2 16,0 0 0-16,0 0 0 15,0 0 0-15,-8 7 2 16,8-5 2-16,0-1 0 16,0-1 1-16,0 0 1 15,0 0-2-15,0 0 7 0,0 0 22 16,0 0-1-16,0 0-16 15,-2 0-15-15,1 0-1 16,-1 0 0-16,0-4 0 16,-1 1 0-16,2-1 0 0,-1-2 1 15,1 0 0-15,0-1-1 16,1 0 0-16,-1-1 0 16,1 3 0-16,0-2-1 15,0 0 0-15,-2 3 1 16,2-2-1-16,0 0 0 15,0 1 0-15,0-1 0 16,0 2 0-16,0 0 0 0,0-1 0 16,0 3 0-16,0-1 0 15,0 1 0-15,0 1 0 16,0-1 0-16,0 1 0 16,0 0-1-16,0 1 0 0,0 0-1 15,2 0 0-15,-1 0 2 16,1 0-1-16,0 0-2 15,-1 0 3-15,2 0-1 16,-3 0 0-16,0 0 0 16,2 0 0-16,-2 0 0 0,2 0 1 15,-2 0 0-15,1 0 0 16,1 0 0-16,-1 0 0 16,0 0 0-16,3 0 1 15,-4 0-2-15,2 0 2 16,-2 0-1-16,3 1 0 15,-2 0 0-15,-1-1 0 0,0 2 0 16,0-2-3-16,1 0 2 16,-1 0-1-16,0 0 2 15,0 0 1-15,0 0-1 0,1 0 1 16,-1 0-1-16,0 0 1 16,0 0 1-16,0 0-1 15,0 0-1-15,1 0 0 16,0 0-1-16,-1 0 0 15,2 0 2-15,0 0-1 16,-2 0 0-16,2 1 0 0,0-1 0 16,-1 2 0-16,2 0-1 15,0-1 1-15,3 1 0 16,-1 0 0-16,2 1 0 16,0 0 0-16,1-2 0 15,2 3 0-15,-1 0 0 16,1-1 1-16,2 3-1 0,1-2 0 15,-2 2 0-15,5 0 1 16,-1-1-1-16,-1-2-2 16,-1-3-68-16</inkml:trace>
  <inkml:trace contextRef="#ctx0" brushRef="#br0" timeOffset="129820.2">18066 15411 70 0,'13'1'2'0,"1"5"2"0,-1 1 3 0,0 4-2 16,1 3 2-16,-1 5-2 15,1 1 1-15,1 7 7 16,-1 1-3-16,-1 6 3 16,-1 6-2-16,-1 7-4 0,-3 4 1 15,-1 7 1-15,-5 2-3 16,-2 1-1-16,0 0-2 15,-2-3 1-15,-9-2 0 16,-2-1-1-16,-5-4 0 0,-4-1 2 16,-2-3-2-16,-5-3-8 15,-1-9-57-15</inkml:trace>
  <inkml:trace contextRef="#ctx0" brushRef="#br0" timeOffset="130710.5">16722 15761 64 0,'0'0'22'0,"0"0"7"0,0 0-7 15,0 0-11-15,0 0-4 0,-42 5-1 16,36-2-2-16,-1-2-3 16,3 3 4-16,1-1-1 15,-2 2-2-15,2 0-2 16,0 4 1-16,-1 2-2 15,-3 5 1-15,2 2-2 16,-2 6 3-16,1 3-1 0,-5 4 0 16,2 2-1-16,2 6 0 15,-1 3 1-15,0 2 0 16,4 3 1-16,2 0 0 16,2 1 2-16,0 1 0 15,0-1-2-15,8-1 2 0,6-2 0 16,0-1 1-16,7-4 2 15,5-2-3-15,1-4 1 16,6-4 0-16,1-6-1 16,4-3-1-16,5-6 2 0,5-7 2 15,8-8 0-15,2-3-6 16,0-22-66-16</inkml:trace>
  <inkml:trace contextRef="#ctx0" brushRef="#br0" timeOffset="131583.03">18209 15341 67 0,'0'0'2'0,"0"0"1"0,0 0 0 0,0 0-3 0,0 0-1 16,10-37 5-16,-5 30 1 15,2 3 1-15,-3-2 0 16,3 2-1-16,0 0-1 16,-2 1 0-16,0 1-3 15,0 2-1-15,0 0 0 0,1 0-1 16,-2 3 0 0,2 4-2-16,-3 2 2 0,1 2 4 15,0 1-2-15,-1 2 1 16,-1-1-2-16,-1 1 1 15,-1 1 0-15,0-3 0 16,0 3 0-16,0 0 1 0,-3-2 2 16,2-1-1-16,-3-1 0 15,2 0-1-15,0-4-1 16,2-2 0-16,0 1 2 16,0-3-2-16,0-2 0 15,0-1-1-15,2 0-1 0,4 0 10 16,3 0-3-16,2-4 6 15,3-6-1-15,2-1-2 16,4-2-2-16,4-3-3 16,5 2-4-16,2-2 2 0,5-1 0 15,1 0-4-15,-2-1-80 16</inkml:trace>
  <inkml:trace contextRef="#ctx0" brushRef="#br0" timeOffset="132539.55">17105 16587 1 0,'16'-9'33'0,"4"-1"-31"0,-2-1 1 15,6 1 2-15,-2-3 0 16,5-1 4-16,3-2 4 16,4-2 5-16,5-2-4 0,3-3-4 15,5 2-2-15,2-2-1 16,3-2-5-16,4 0 1 15,2-1-2-15,1-3 0 16,5 2 0-16,-5-3-1 16,3-1 2-16,-1 1 0 15,-3-1 3-15,-3 4-2 0,0 0-1 16,-1 4-1-16,-4 2 0 16,-5 1-1-16,-5 2 1 15,-4 3 0-15,-8 1-1 16,-5 4 0-16,-5 3 0 15,-5 3-3-15,-11 4-20 0,-2 0-27 16,-5 0-18-16</inkml:trace>
  <inkml:trace contextRef="#ctx0" brushRef="#br0" timeOffset="133052.16">17246 16618 31 0,'0'0'4'0,"0"0"-4"0,0 0-2 0,0 0 11 16,0 0 0-16,0 0 4 15,49-11 2-15,-31 2 5 16,6-2-5-16,3-2 1 0,4 0-4 16,7-4-4-16,2-2-3 15,4 0-1-15,2-4-3 16,4 0 0-16,3-1 0 16,-2 0 0-16,5 0 1 15,0-1-2-15,0-1 0 16,2 0 0-16,0-1 1 0,-1-1-1 15,2 2 0-15,-1 2 0 16,-6 2 0-16,-7 0-11 16,-5 5-45-16</inkml:trace>
  <inkml:trace contextRef="#ctx0" brushRef="#br0" timeOffset="136204.64">17212 16557 1 0,'0'0'13'0,"-2"-2"13"0,-2 2-5 15,2 0-5-15,0 0 1 0,-1-1-4 16,1-1-1-16,-1 1-1 15,1 1 1-15,1 0-2 16,0-1-5-16,1-1-3 16,0 2-1-16,0 0 0 15,0 0-1-15,0 0 0 0,0-1 1 16,0 1-2-16,0-3-1 16,0 0 4-16,9-1-3 15,-1-2 1-15,6-2 1 16,4-2 0-16,3-2 0 15,3-2-1-15,3 0 0 0,4 0 0 16,2-2 0-16,3 2 2 16,2 0-1-16,2-2 0 15,0 3 0-15,3-1-1 16,-1-1 2-16,1 1-1 16,0-1 0-16,-1 0 0 15,1-1 0-15,-3-1-1 0,-2 1 1 16,-3-1-1-16,-1 0 0 15,-1 4 0-15,-6-2 1 16,-2 5-1-16,-3 1 0 16,-4 2 0-16,-4 4-6 0,-3 2-7 15,-7 1-21-15,-4 0-11 16</inkml:trace>
  <inkml:trace contextRef="#ctx0" brushRef="#br0" timeOffset="136917.4">17144 16594 17 0,'0'0'22'0,"0"0"-5"0,0 0-7 0,0 0-6 0,0 0-2 16,0 0-1-16,0 0 2 15,0 0-1-15,0 0 3 16,0 0-1-16,0 0-1 15,46-22-2-15,-30 17 2 16,1-2-2-16,3-2-1 0,3 1 2 16,2-2 0-16,3-3-1 15,1 0 3-15,2-1 0 16,4-2 1-16,-1 1 2 16,3-2-3-16,-2 1 0 15,2-1 0-15,0 2-2 0,0-1-1 16,0 2 1-16,-1-1-1 15,-2 3 0-15,-2 2-1 16,0 0 0-16,-3 0 0 16,-2 1 1-16,-5 2-2 15,-1 0 1-15,-1 3 0 16,-2 0 0-16,-8 1 0 16,-1 1 0-16,-2 2 0 0,-1-1 0 15,-4 1 0-15,0 0-1 16,-2 0 1-16,0 0-4 15,0 0 5-15,-2 3-2 16,-3 2-23-16,-6-2-40 0</inkml:trace>
  <inkml:trace contextRef="#ctx0" brushRef="#br0" timeOffset="137783.58">17235 16608 70 0,'0'0'4'0,"0"0"-5"0,0 0 4 0,0 0-3 15,0 0-1-15,0 0 1 16,0 0 0-16,40-20 1 0,-29 13 0 15,3 0 0-15,-1 0 3 16,3-1-2-16,-2 0 1 16,5-2 1-16,-3 2-1 15,4-1-2-15,2-2 0 16,0 0-1-16,1-1 1 16,2-1-1-16,1 2 0 0,-1-3 2 15,-3 2-1-15,5 1 5 16,-2-2-4-16,2 1 0 15,0 1-2-15,-1 0 1 16,-2 1 0-16,-3 3-1 0,-1-3 0 16,-3 5 0-16,-3-1 0 15,-3 0 0-15,-3 2 0 16,1 1 2-16,-3 2 1 16,-2-2 1-16,-2 3-3 15,-1-1-1-15,0 1 0 16,-1 0 0-16,0 0 1 0,0 0 6 15,0 0-1-15,0 0-3 16,0 0-2-16,0 0-1 16,0 0 0-16,0 0 0 15,1 0-1-15,0 0 0 16,0 0 1-16,-1 0-1 0,1 1 0 16,-1-1 0-16,0 1 0 15,0 1 0-15,0-1 1 16,0 2-3-16,-1 0-3 15,-2-2-10-15,1 2-20 16,-2 0-36-16</inkml:trace>
  <inkml:trace contextRef="#ctx0" brushRef="#br0" timeOffset="140928.99">19388 16301 165 0,'-8'1'3'0,"1"-1"-1"0,1 0-1 0,0 0-1 15,1 0 2-15,-1 0 18 16,3 0 8-16,2 0-8 15,0 0-3-15,1-1-9 16,0-2-7-16,3-1-2 16,5 0 0-16,-1-2 2 0,4-1-2 15,0 4 1-15,-3-1 0 16,2 2 1-16,0 1-2 16,-2 1 1-16,-1 0-1 15,1 5 1-15,-1 4-6 0,0 3 2 16,-1-1 3-1,0 2 1-15,-1-2-1 0,0-1 2 16,-3-3-1-16,3-1 0 16,-1-3 1-16,-4-2-1 15,1 1 0-15,0-2-1 16,0 0 1-16,0 0-2 16,1 0 6-16,0-2-3 0,1-4 0 15,0-2 0-15,0-2 0 16,-1 1 1-16,0-3-2 15,2 2 0-15,-2 0 0 16,-1 1 1-16,1 1-1 0,1 2 0 16,2 2 0-1,-3 1 0-15,3 0 0 0,1 3-1 16,1 0-1-16,2 0 1 16,-2 2 0-16,1 7-1 15,1 4 0-15,-1 4 0 0,0 5 3 16,-3-1-2-16,-3 3 1 15,-1-1 0-15,-1 1-1 16,0-2 2-16,-2 0-1 16,-4-1 0-16,-5-3-1 15,-2-2 1-15,0-3-1 0,-2-3 3 16,0-1-1-16,0-4 0 16,-3-2 5-16,4-2 3 15,0-1-2-15,1 0-4 16,2 0-1-16,0-5 1 15,3-2-2-15,2-2-1 0,0-2-6 16,4 1-18-16,2-4-11 16,0-2-46-16</inkml:trace>
  <inkml:trace contextRef="#ctx0" brushRef="#br0" timeOffset="141243.49">19828 16388 153 0,'0'0'4'0,"39"-7"-1"0,-18 1 4 0,2 3-4 16,0-2-3-16,4 2 1 16,-4 2-1-16,-1 0-1 0,-2 0-15 15,-2-3-66-15</inkml:trace>
  <inkml:trace contextRef="#ctx0" brushRef="#br0" timeOffset="141616.87">20225 16107 201 0,'0'0'3'0,"0"0"-3"15,0 0 0-15,-40 51-2 16,27-25 2-16,2 3 0 15,-1 2 1-15,5 1 1 16,2-2 1-16,2-2 0 0,3-1-1 16,0-4 0-16,2 2-1 15,5-4 1-15,4 0 1 16,-1-3-2-16,3-3-1 16,3-4-12-16,0-7-38 15,0-4-24-15</inkml:trace>
  <inkml:trace contextRef="#ctx0" brushRef="#br0" timeOffset="142186.94">20337 16300 92 0,'0'0'3'0,"0"0"-1"0,0 0 0 16,0 37 5-16,4-25 0 15,3-1 2-15,-3-2 4 16,2-1-6-16,1-1-2 16,1-3-2-16,-1 0-1 0,3-3 0 15,-3-1-1-15,3 0 9 16,1 0 3-16,3-7-1 15,-2-2-2-15,3-1-5 16,-1-2 0-16,-1-2-4 16,-1 4 0-16,-4 1-1 15,-1 0 0-15,-4 2 1 16,-1 5-1-16,0-1 1 0,-2 3 0 16,0 0-7-16,0 6 7 15,1 5 0-15,3 2-1 16,1 0 0-16,1 0-8 15,3-1-3-15,0-2 8 0,0-5 1 16,0 1 2-16,1-4 0 16,-2-2 1-16,0 0 4 15,1 0 8-15,-2-8 4 16,4-1 0-16,-4-3-2 16,0-2-3-16,-1-4 0 0,1 2-1 15,-3-2-3-15,-1 1-2 16,-2-2-4-16,-1 5-1 15,0 1-1-15,0 5-1 16,0 2-8-16,0 6-32 0,-5 0-36 16,2 0-61-16</inkml:trace>
  <inkml:trace contextRef="#ctx0" brushRef="#br0" timeOffset="142666.81">20762 16341 121 0,'0'0'3'0,"0"0"-10"0,0 0-8 0,0 0 12 0,0 0 1 15,-7 43 4-15,5-28 0 16,0 0 5-16,2 0 0 16,0-2-2-16,0 0-3 15,4-2-1-15,3-2 0 16,2-2 0-16,0-3 0 0,2-3 7 15,2-1 8-15,-4 0 4 16,1-4 0-16,-1-4-10 16,-3-1-5-16,0-1 5 15,-3-3 7-15,-1 2 2 16,-2-2-6-16,0-1-5 16,0 0-1-16,-3 0-3 0,-5 1-2 15,1 1-2-15,-6 4-3 16,2 2 6-16,-3 6-5 15,0 0-14-15,-2 0-13 16,1 10-11-16,1-3-32 0</inkml:trace>
  <inkml:trace contextRef="#ctx0" brushRef="#br0" timeOffset="143043.12">21001 16327 150 0,'0'0'10'0,"0"0"4"0,0 0 4 0,50-5-9 16,-36 3 0-16,0-1-1 15,-1 1 5-15,-2 1 0 0,3 0-5 16,-1-1-6-16,3 1-1 15,-3-2-1-15,1 3-2 16,-4-3-43-16,-2-1-88 16</inkml:trace>
  <inkml:trace contextRef="#ctx0" brushRef="#br0" timeOffset="143327.4">21025 16257 195 0,'0'0'16'0,"0"0"-12"0,0 0-1 15,0 0-3-15,0 0-2 16,0 0 7-16,11 45-2 15,-11-27 0-15,0 0 1 16,0 1-4-16,0-1 1 0,0 0 1 16,0-2-5-16,0-3-35 15,5-6-29-15,2-5-58 16</inkml:trace>
  <inkml:trace contextRef="#ctx0" brushRef="#br0" timeOffset="144002.83">21358 16192 163 0,'0'0'3'16,"0"0"-1"-16,0 0-2 15,0 0-1-15,0 0 1 16,0 0 1-16,0 0 3 16,0 0 3-16,-23 48 0 15,18-36-3-15,2 4-4 16,1-3 3-16,2 0 0 0,-3-1-1 15,3 0-1-15,0-3 0 16,0-2 0-16,0-1-1 16,5-2 2-16,0-3-2 15,3 1 2-15,-2-2-1 0,3 0 2 16,1-2-2-16,-3-5 0 16,2 0 0-16,0-2-1 15,-2 0 0-15,1 0 1 16,-3 1 0-16,-1 2 0 15,-1 0-1-15,1 3 1 0,-4 3-1 16,0 0 0-16,0 0-3 16,0 2-11-16,0 5 13 15,0 0-2-15,3 2-1 16,0 0 2-16,4-2 2 16,0-2-1-16,3-1 1 15,2-2-1-15,1-2 2 0,-1 0-1 16,-1 0 3-16,1 0 9 15,-3-5-3-15,-3 0-3 16,1 0 1-16,-4 0 9 16,1-2-3-16,-3 2-3 0,-1-2-7 15,0-1 7-15,0-1 1 16,0 2-9-16,0-2-3 16,-4 2 0-16,1 3-2 15,1 1-21-15,-4 3-36 16,2-1-45-16</inkml:trace>
  <inkml:trace contextRef="#ctx0" brushRef="#br0" timeOffset="144260.24">21671 16269 137 0,'0'0'86'0,"0"0"-85"0,0 0 1 0,0 0 0 16,0 0 1-16,7 38-2 16,-7-23 3-16,0 1-3 15,0 1 0-15,-1 0-1 16,0-1-21-16,1-5-64 0</inkml:trace>
  <inkml:trace contextRef="#ctx0" brushRef="#br0" timeOffset="144991.27">21772 16218 179 0,'0'0'21'0,"0"0"5"15,0 0-16-15,0 0-1 0,0 0 10 16,0 0-8-16,0 0-5 16,0 0 1-16,0 0-2 15,16-20-3-15,-5 18 0 16,1 2-2-16,1 0 0 15,-2 3 0-15,-1 7 0 16,-2 3-2-16,0 1 0 0,-5 0 2 16,-1 3 0-16,-2-3 0 15,0-1 0-15,0 0-1 16,-5 0-2-16,-5-3-1 16,-1-2-3-16,3-1 1 0,-2-1 5 15,3-5-6-15,4 1-13 16,1-2 0-16,2 0-11 15,0-5-7-15,2-4 11 16,7-3 19-16,2-1 7 16,0-2 1-16,3-2 1 0,3 1 2 15,0-4 2-15,-2 2-3 16,-1 1 1-16,-3 3-3 16,-2 2 0-16,-4 5 1 15,-3 1 0-15,-2 5 17 16,0 1 20-16,0 0-28 0,0 1-6 15,-5 7-1-15,-3 4 1 16,0 1 3-16,1 4 0 16,1 0-2-16,0-1-1 15,3 0-1-15,3-2-2 16,0 0 1-16,0-3-1 16,7 0-1-16,1-3-5 0,3-4-43 15,1-4-58-15</inkml:trace>
  <inkml:trace contextRef="#ctx0" brushRef="#br0" timeOffset="145202.52">22042 16294 170 0,'0'0'25'0,"0"0"-17"0,0 0-6 0,0 0 1 0,0 0 1 0,0 0 1 15,0 0 2-15,11 40-5 16,-8-25-1-16,1-3-1 16,-1-1 1-16,1-1-8 15,-2-2-39-15,-2-5-23 16</inkml:trace>
  <inkml:trace contextRef="#ctx0" brushRef="#br0" timeOffset="145684.48">22089 16186 11 0</inkml:trace>
  <inkml:trace contextRef="#ctx0" brushRef="#br0" timeOffset="146032.25">22076 16125 112 0,'0'0'14'0,"0"0"5"0,0 0-5 16,0 0 10-16,0 0-7 15,0 0 6-15,40-7-4 16,-31 7-6-16,2 0-4 16,-1 6-3-16,1 2-2 15,-1 5-2-15,-1 4-1 0,1 3 1 16,-3 0-1-16,-3 5 1 16,-1-2-1-16,-2 0-1 15,-1-2 0-15,0-2-1 16,-4-1-3-16,-6-1-12 15,-5-1-10-15,-1-3-47 0,-4-3-74 16</inkml:trace>
  <inkml:trace contextRef="#ctx0" brushRef="#br0" timeOffset="146585.2">22200 16004 124 0,'0'0'60'0,"0"0"-43"0,0 0 0 0,38-4-10 16,-28 1-5-16,-2 0-1 16,0-1 2-16,0 3 5 15,0-1 2-15,0 1-5 16,-1-2-2-16,1 3-2 0,1 0-1 16,-3 0 1-16,1 0-1 15,0 0-1-15,-1 7 0 16,1 5-1-16,-2 3 2 15,2 4 2-15,-2 2 0 16,-2 3-2-16,3 3 0 0,-3 3 0 16,0-2 0-16,-1 1 3 15,0-2-3-15,1-2 2 16,-1-3-2-16,0-1 0 16,-1-5 0-16,-1 0 1 15,0-4 2-15,0 4 5 16,-3-1-2-16,-7 0 1 0,-5 0-2 15,-2 5-1-15,-6-2 0 16,-5 0-2-16,-1 1-1 16,-3 1-1-16,-3-1 0 15,-3-3-11-15,-3-3-33 0,-3-4-55 16</inkml:trace>
  <inkml:trace contextRef="#ctx0" brushRef="#br0" timeOffset="147323.51">19257 16075 57 0,'0'0'9'0,"0"0"-1"0,-46-5 7 0,30 2 0 16,1-3 2-16,0 1 11 16,0 0 7-16,-4 0-13 0,3 0-4 15,-2 1-10-15,2 3-3 16,-4-1-4-16,4 2 1 16,2 0-1-16,2 0-4 15,-1 5 5-15,5 0-2 16,2 2 0-16,1 1-1 15,-3 1 0-15,3 4-1 16,4 5 0-16,-3 2 2 0,2 2-2 16,2 3 1-16,0 2 1 15,0 2 0-15,0-1-2 16,6 3 4-16,1 5-2 16,1 1 0-16,2 6 0 0,-1 3 0 15,1 1 0-15,2-3 0 16,1-1 0-16,2-5 0 15,2-5 0-15,6-6 1 16,3-4 1-16,5-5-1 0,10-4 1 16,7-8-1-16,9-6-1 15,4-9-70-15</inkml:trace>
  <inkml:trace contextRef="#ctx0" brushRef="#br0" timeOffset="148098.42">22498 15922 146 0,'0'0'20'0,"0"0"-2"0,0 0-9 0,0 0-7 0,0 0 1 15,0 0 11-15,-38-6 16 16,38 4-7-16,0-1-10 15,0-2-10-15,5 1-3 16,2-1 1-16,4 0 1 16,3 1-4-16,-1 0 4 15,2 1-2-15,-1 3 0 0,-1 0 0 16,0 0 0-16,-7 5-5 16,-1 4-5-16,-5 7 3 15,0 2 6-15,-10 3-1 16,-4-1 1-16,1 0 1 15,0-3 1-15,3-4 2 0,4-4 3 16,5-4 7-16,1-3-3 16,8-2-6-16,16-3-4 15,14-11 9-15,13-5-6 16,13-4-2-16,12-6-20 16,7-8-58-16</inkml:trace>
  <inkml:trace contextRef="#ctx0" brushRef="#br0" timeOffset="153389.2">18973 17932 86 0,'0'0'30'0,"0"0"1"0,0 0-3 0,0 0-2 15,0 0-9-15,0 0-9 16,0 0-5-16,-2-1-1 15,-2 1 1-15,2 0 2 16,0 0-1-16,1 0 0 0,-1 0-3 16,0 0-2-16,2 0 1 15,-4 0 0-15,0 0 0 16,1 0 0-16,0 0 0 16,1 0 1-16,-3 0-1 15,2 0 1-15,2-2-1 16,-1-1 1-16,2-4-2 0,0 0 0 15,0 0 0-15,3-2 1 16,5 1 1-16,-2 1 0 16,4 0-1-16,-1 2 1 15,1 2-1-15,1 2 0 16,-1 1 0-16,0 0-1 0,-1 0 1 16,1 3-2-16,-5 3 2 15,3 2 0-15,-3 1 1 16,0-1-1-16,-1 2 0 15,-2 0 0-15,-1 0 0 16,-1-1 1-16,0 2-1 0,0-1 1 16,-1 0 1-16,-7 1 2 15,0-1-1-15,-3 1 2 16,-1 2-4-16,-2 0 0 16,1 0 0-16,-1-2 0 15,2-2 0-15,-1 0-1 16,4-1 0-16,-2-3 1 0,3 1-1 15,0-2 0-15,2-1 0 16,3 0 0-16,1 0 0 16,2-3-1-16,0 0 0 15,0 0-2-15,0 0 2 0,0 0-6 16,0 0 5-16,0-6 1 16,3 2 1-16,5-2 0 15,-3 0 0-15,4 1-1 16,-2 0 2-16,3 1-1 15,0-1 1-15,-1 3 0 0,2-2 0 16,1 2-1-16,0 1 1 16,-1 1-1-16,1 0 3 15,-2 0-2-15,3 0-1 16,-3 7 2-16,1 0-2 16,-1 0 1-16,0 3-1 15,0-1 1-15,1-2-2 0,-5-1-8 16,-1-6-32-16,-1 0-82 15</inkml:trace>
  <inkml:trace contextRef="#ctx0" brushRef="#br0" timeOffset="154270.16">19385 17688 103 0,'0'0'4'0,"0"0"5"0,0 0 2 16,0 0 0-16,0 0 3 0,0 0-5 15,0 0 3-15,0 0-2 16,-47 0-2-16,40 2 0 16,-6 0-4-16,4-1 1 15,0 1-4-15,-3-1-1 16,4 0-1-16,1-1-11 0,-1 0-10 16,2 0 11-16,0 0 0 15,4 0 8-15,1 0 2 16,1 0 2-16,0 0-2 15,0 0 0-15,2 0 1 16,5 2 0-16,-1 3 0 0,2 4 0 16,-3 1 2-16,3 4 0 15,-2 5 5-15,2 2 1 16,-3 4 3-16,1 3-1 16,0 4-4-16,-3 2-1 15,0 0-3-15,-1-1-1 0,-2 0-2 16,0-5 2-16,0 0-1 15,0-4 0-15,0-3 1 16,-2-2-1-16,-2 1 2 16,2-3 3-16,0 0-1 15,-1 0-3-15,2-3 0 0,1-1-1 16,0 0 0-16,0 0 1 16,0-3-2-16,4-1 1 15,-1-1 0-15,2-1 0 16,1-1 1-16,-3-2-1 15,1 0 2-15,2-1 1 0,-4 1-1 16,3-1-1-16,-3 0 3 16,3 0 4-16,-2-2-2 15,1-1 0-15,2 0 0 16,-1 0-1-16,6 0 2 16,-2 0-2-16,4 0 1 0,3-5-2 15,3-2-2-15,4-1-1 16,0-3-1-16,2 0-7 15,1-4-87-15</inkml:trace>
  <inkml:trace contextRef="#ctx0" brushRef="#br0" timeOffset="155786.28">19773 17819 88 0,'0'0'28'0,"0"0"-14"0,0 0-8 16,0 0-3-16,0 0 8 16,0 0 16-16,0 0-6 15,0 0-8-15,1 0-10 0,-1 0-1 16,2 8 3-16,0 2-2 16,0 2 1-16,3 4-1 15,-2 1 1-15,1 0-2 16,2 0-1-16,0-4 0 15,3 0 0-15,-3-3 0 0,2-3-1 16,-2-4 1-16,1-1 0 16,-1-2 0-16,2 0 3 15,-3 0-2-15,1-6 1 16,1-2-2-16,0-2 0 0,-2-1 0 16,1-2-1-16,-1 0 0 15,0 0 0-15,3-1 0 16,-4-1-1-16,1 2 0 15,1 0 1-15,-3 1-1 16,2 0 1-16,0 5 0 16,-1 0 0-16,-1 1 0 0,-1 5-1 15,1-1 0-15,-1 2-7 16,-2 0-7-16,0 0 4 16,1 2 10-16,0 3 1 15,0 1 0-15,0 4 1 16,-1 1 0-16,1 3 0 0,0 2 2 15,0 1-2-15,1 4 1 16,0-1-1-16,0 2 1 16,-1-1-1-16,1-1-1 15,1 0 2-15,-3-2-2 16,0 2 0-16,0 0 1 0,0-4-1 16,0 2 2-16,-2 0-1 15,-2-2-1-15,-6-1 0 16,1-2 0-16,-1-4 1 15,0-2-1-15,1-1 1 16,2-5 1-16,0-1 0 16,1 0 4-16,1 0 0 0,1-7 0 15,1-1-1-15,1-2-3 16,0-2-1-16,2-2 1 16,0 0-1-16,0 0 0 15,0 2 2-15,4 0-3 0,5 3 0 16,-2 2 0-16,4 1-4 15,0 1-22-15,-2 2-34 16,2 0-63-16</inkml:trace>
  <inkml:trace contextRef="#ctx0" brushRef="#br0" timeOffset="156206.81">20140 17988 174 0,'0'0'51'0,"0"0"-23"0,0 0-23 0,0 0 2 0,0 0-1 15,0 0 5-15,0 0-3 16,0 0-7-16,0 0 0 16,50-4-1-16,-31 1 0 15,1-1-1-15,3-3-21 16,-5-3-71-16</inkml:trace>
  <inkml:trace contextRef="#ctx0" brushRef="#br0" timeOffset="156662.15">20493 17708 250 0,'0'0'6'0,"0"0"2"0,0 0-8 16,0 0-5-16,-17 38 2 15,8-11 3-15,1 5 1 16,-1 4 0-16,1 2-1 16,2-1 1-16,4 1-1 15,2-2 2-15,0-3-1 0,4-5 1 16,7-1-2-16,5-6 0 15,-1-2-2-15,3-4-29 16,-2-7-45-16</inkml:trace>
  <inkml:trace contextRef="#ctx0" brushRef="#br0" timeOffset="157432.11">20657 17866 58 0,'0'0'31'0,"0"0"-6"0,0 0-1 0,0 0 4 0,0 0 1 16,0 0-10-16,0 0-8 15,0 0-5-15,14 40-3 16,-8-27 0-16,-3 1-2 16,1-2-1-16,4-1 1 0,-3-1 0 15,3-3 0-15,-2 0 0 16,2-6 0-16,0 1 1 15,0-2 1-15,3 0-1 16,-2-7 0-16,1-2-1 16,0-2 0-16,-3-2-1 15,1 2 1-15,-3-2-1 0,2 3 1 16,-5 0 0-16,1 3-1 16,-1 3 1-16,0 1-2 15,2 3 1-15,-1 0-1 16,1 0-3-16,2 3 3 15,0 5 1-15,2 2 0 0,0-1 1 16,2-1-1-16,2-2 0 16,0 1 0-16,-3-5 1 15,0-2-1-15,0 0 0 16,-4 0 2-16,0 0 2 16,1-6 12-16,-2-3 2 15,-1 1-1-15,1-1-2 0,-4-2 0 16,0 1-7-16,0-3-5 15,0 2-3-15,0 1 0 16,0 0-3-16,-4 4-14 0,1 1-22 16,0 2-55-16</inkml:trace>
  <inkml:trace contextRef="#ctx0" brushRef="#br0" timeOffset="157845.05">21055 17919 64 0,'0'0'9'0,"0"0"6"0,0 0-7 0,0 0-5 15,-21 37-2-15,21-26 1 16,0-1 3-16,0 1 5 0,0-2 6 16,4-2-1-16,3 0-1 15,1-2-2-15,-2-3 5 16,2 0-4-16,1-2-3 16,-1 0 1-16,1-2 1 15,-3-3 1-15,2-4-1 16,-1 1-5-16,-1-3 1 0,-3-1 3 15,1 2 0-15,-1-1-3 16,-3-1 1-16,0 1-2 16,0 2-4-16,-5 2-2 15,-3 3-2-15,-6 4-8 16,-1 0 0-16,-3 7-43 0,1 0-46 16</inkml:trace>
  <inkml:trace contextRef="#ctx0" brushRef="#br0" timeOffset="158209.2">21303 17885 165 0,'0'0'15'0,"0"0"3"0,0 0 7 15,38-6-12-15,-28 3-9 0,4-1 0 16,-5 1 1-16,3 1-2 16,-2 0-2-16,1 2-1 15,-3-1-1-15,0-2-20 16,-3 1-70-16</inkml:trace>
  <inkml:trace contextRef="#ctx0" brushRef="#br0" timeOffset="158418.73">21359 17835 204 0,'0'0'67'16,"0"0"-44"-16,0 0-20 15,0 0-2-15,0 0-1 16,0 0 1-16,0 44 2 0,0-25-3 15,0-1 0-15,2-2-14 16,4-1-34-16,-1-6-72 16</inkml:trace>
  <inkml:trace contextRef="#ctx0" brushRef="#br0" timeOffset="158895.84">21568 17837 109 0,'0'0'2'0,"0"0"0"0,0 0 1 16,0 0 7-16,0 0 8 15,-3 42-5-15,3-33-5 16,3-2-7-16,3-1 1 16,-1-1 0-16,2-2-1 15,0-1 0-15,2 0 0 0,-1-2-2 16,0 0 5-16,2 0-3 16,0-3 2-16,-2-1 6 15,1-3 1-15,-4 1 3 16,4 1 1-16,-5-1-2 15,1 1-2-15,1 0-4 16,-3 2-2-16,-1-1 2 0,1 0-2 16,-1 1 6-16,-2 1 2 15,0 0-3-15,0 1-4 16,0-1-2-16,0 0-1 16,0 2-2-16,0 0-1 15,0-1 2-15,-3 1-3 0,2-1-8 16,0-1-21-16,-1-2-49 15</inkml:trace>
  <inkml:trace contextRef="#ctx0" brushRef="#br0" timeOffset="159104.49">21743 17851 117 0,'0'0'7'0,"0"0"9"0,0 0-14 0,4 42 1 15,-4-26-3-15,0 1 1 16,0-1-1-16,0-2 0 16,2-1-14-16,-2-5-48 0</inkml:trace>
  <inkml:trace contextRef="#ctx0" brushRef="#br0" timeOffset="159470.8">21898 17810 73 0,'0'0'-12'0</inkml:trace>
  <inkml:trace contextRef="#ctx0" brushRef="#br0" timeOffset="160122.16">21832 17673 187 0,'0'0'13'0,"0"0"0"0,0 0-7 16,0 0-6-16,0 0 5 15,0 0-3-15,0 0 3 16,0 0 4-16,4 0-1 16,3 0-6-16,3-3 0 0,0-1-1 15,1 0 0-15,3-2 0 16,1 3 1-16,-1-2 0 15,-1-2 0-15,1 2 1 16,-1 2-3-16,-4 1 1 16,0 2 0-16,-2 0-1 15,-2 0 0-15,-1 2-1 16,-2 6 0-16,0 4-1 0,0 4 2 16,-2 1 0-16,2 2 2 15,-2 2-2-15,0 1 0 16,0 0 1-16,1-1-8 15,2-1-8-15,-1 1 0 16,0-1-1-16,2-2 8 0,-1 2 8 16,1 0 0-16,0 0 1 15,0 0-1-15,2 0 1 16,-3 1 1-16,2-1-2 16,-3 0 1-16,1-3-2 0,0 0 2 15,-2-2-1-15,0-4 0 16,-1-1 0-16,0-2 0 15,0-1 0-15,-5 0 2 16,-4-1 4-16,-3-1 13 16,-1 1-4-16,-1 0-12 0,-4 0-2 15,0-2 1-15,2 2-2 16,-1-2 0-16,0 0 0 16,1-1 0-16,1-3-10 15,0 0-26-15,1 0-53 16</inkml:trace>
  <inkml:trace contextRef="#ctx0" brushRef="#br0" timeOffset="161138.34">20663 16722 86 0,'14'-5'11'0,"1"1"20"0,4-1-2 0,4-1-9 16,5 1-5-16,4-1-2 16,5 1 1-16,-2-1-1 15,8 1-3-15,5-1-3 16,2 2-4-16,6-2-1 15,3-1-1-15,5 1-1 0,-1-2 0 16,4-2 0-16,0-1 0 16,0-2 0-16,-4-3 1 15,-2 2-1-15,-6 1 0 16,-5 2 0-16,-7 1 0 0,-10 3 0 16,-8 0-8-16,-10 4-15 15,-11 3-2-15,-4 0-25 16,-11 2 0-16,-12 6 9 15</inkml:trace>
  <inkml:trace contextRef="#ctx0" brushRef="#br0" timeOffset="161323.3">21137 16734 153 0,'0'0'-3'0,"0"0"0"0,67-1 4 15,-16-9-2-15,10-1 9 16,13-4-3-16,4-1 9 16,7 1-1-16,7 1-8 15,1-2-5-15,-3 2-41 16</inkml:trace>
  <inkml:trace contextRef="#ctx0" brushRef="#br0" timeOffset="162497.69">22245 17815 100 0,'0'0'14'0,"0"0"-4"0,0 0 0 0,0 0 5 16,24-38 3-16,-16 31 7 15,3 4 1-15,-4 0-2 16,2 0-2-16,4 1-12 16,-5 1-5-16,2 1-3 0,0 0-1 15,0 3 0-15,-3 6-2 16,2 1 1-16,-3 1 2 15,1 3-5-15,-5-4 2 16,-1 4-4-16,-1-2-6 16,0-1 4-16,0-2 1 0,-5 2 0 15,-3-4 2-15,-2 0 3 16,3-1 2-16,-4 0-3 16,1-2-18-16,2-3-4 15,2 1 3-15,1-2 6 16,3 0 15-16,0 0 1 0,2-2-6 15,0-5 5-15,4 1 2 16,1-5 3-16,4 1 5 16,2 2 0-16,-2-2-2 15,0 0-2-15,2-1-2 16,-4 1-2-16,1 1 0 0,-2-2-2 16,1-1 2-16,-2 1 0 15,-2 1 1-15,1 1 7 16,-2 1-3-16,-2 1-1 15,0 1 2-15,0 3 5 16,0-1-1-16,0 1-3 0,0 0-6 16,0 2-1-16,0-2-1 15,0 3-2-15,0 0-5 16,0 0-1-16,-2 0 5 16,2 0-5-16,-2 0 6 15,0 6 4-15,0 1-2 16,0 4-1-16,-1 3 2 15,0 1 3-15,0-1 1 0,1 1-1 16,1 0 3-16,0-1-3 16,1 0-1-16,0-3 0 15,0 1-1-15,5-2-2 16,3-2 1-16,0-2-1 0,2-2-3 16,3-2-2-16,0-2-40 15,2 0-32-15,-1-5-91 16</inkml:trace>
  <inkml:trace contextRef="#ctx0" brushRef="#br0" timeOffset="162747.39">22605 17819 159 0,'0'0'24'0,"0"0"-20"0,0 0 14 0,0 0 8 16,0 0-4-16,1 46-4 16,0-32-8-16,0 5-7 15,1-1-2-15,-2 4 0 0,0 0 1 16,0 2-2-16,0-2-22 16,0-1 21-16,0-7-56 15,0-3-16-15,0-5 0 16</inkml:trace>
  <inkml:trace contextRef="#ctx0" brushRef="#br0" timeOffset="162988.45">22662 17824 198 0,'0'0'28'16,"0"0"-23"-16,0 0 18 16,0 0 0-16,1 44-5 0,-1-22 4 15,-2 1-9-15,-4 4-9 16,2 0-2-16,-1 0-2 16,2-1 0-16,-1-6-24 15,0-8-131-15</inkml:trace>
  <inkml:trace contextRef="#ctx0" brushRef="#br0" timeOffset="164646.58">17392 11853 72 0,'-1'0'12'0,"-1"-5"1"0,0 0-6 0,-2 2 1 0,0-4 0 15,2 4-4-15,-2-1-3 16,-1 0 1-16,2-2-2 16,0 4 1-16,1-3-1 15,-1 1 1-15,1-2-1 0,-1 1 1 16,-1 0 1-16,-2-1-1 15,1 1 2-15,-4-1 6 16,3 0 1-16,-5-1-2 16,3 1-4-16,1-1 5 15,-2 2-6-15,1-4 0 16,0 6-2-16,1-1-1 0,-5 4 1 16,1 0-1-16,-1 0 1 15,-2 4 1-15,1 4-2 16,-3 2 1-16,2 0 1 15,-4-1 3-15,1 3 1 16,-1-1-2-16,1 2-1 0,2 1 0 16,-4 0-2-16,3 4-1 15,0 0 1-15,2 3-1 16,0 0 0-16,3 3 1 16,3-1-2-16,-2 4 2 15,4 0 0-15,0 3-1 0,3 0 0 16,1 0 1-1,-2 1-1-15,2-1 0 0,2-2 0 16,0 2 0-16,3 0 0 16,7 1 0-16,4-1 0 15,5 1 0-15,2 0 1 0,6-4-1 16,3 0 0-16,4-4 1 16,2-2 2-16,2-5-5 15,3-8 2-15,-1-4 3 16,2-4-1-16,1-5 1 15,-3-11 1-15,-1-5 1 16,-1-7 1-16,-3-6 2 0,-5-3-3 16,-5-3-2-16,-2-4-2 15,-7-3-1-15,-8-5 0 16,-8 0-1-16,0-4-3 16,-19 0 0-16,-7-1 1 0,-8 2 4 15,-8 5 5-15,-11 4-1 16,-6 7-3-16,-16 9-6 15,-15 7-52-15</inkml:trace>
  <inkml:trace contextRef="#ctx0" brushRef="#br0" timeOffset="205393.42">3981 12191 37 0,'0'0'15'0,"0"0"-9"0,0 0 6 0,18-44-8 16,-14 34-2-16,0 3 1 16,-3 1 6-16,1 1 2 15,0 2 5-15,0-1 14 0,1 2-2 16,-1-1-18-16,5 1-9 15,1 0-1-15,1-1-1 16,5 2 0-16,-1-1 1 16,3 2 1-16,-1 0 1 15,1 0-1-15,-2 0 1 0,1 0-2 16,-2 0 1-16,1 0 1 16,-3 0-2-16,0 0 2 15,-1 0 1-15,-2 0-1 16,-1 0-16-16,-1-1-29 15,0-5-11-15</inkml:trace>
  <inkml:trace contextRef="#ctx0" brushRef="#br0" timeOffset="205535.2">4243 12002 155 0,'0'0'34'16,"0"0"-5"-16,0 0-20 0,0 0-7 15,-9 44 0-15,9-24-2 16,0 4 3-16,6 2-1 15,3 1-4-15,-2-3-36 16,2-1-70-16</inkml:trace>
  <inkml:trace contextRef="#ctx0" brushRef="#br0" timeOffset="205934.95">4188 12262 106 0,'0'0'17'0,"0"0"22"16,0 0-19-16,0 0-1 15,0 0-21-15,0 0 2 16,-15 38 2-16,15-18-3 0,0 3 2 15,0 0 0-15,0 1-1 16,0 0-12-16,5-1-23 16,1-1-3-16,-4-3-2 15</inkml:trace>
  <inkml:trace contextRef="#ctx0" brushRef="#br0" timeOffset="206097.13">4218 12496 23 0,'0'0'26'0,"0"0"2"16,2 36-11-16,-2-20-4 16,2 1-5-16,2 0-2 15,2 1-4-15,-2-1 0 16,3 0-1-16,-1 0-25 16,-2-4-72-16</inkml:trace>
  <inkml:trace contextRef="#ctx0" brushRef="#br0" timeOffset="206276.31">4336 12729 48 0,'0'0'13'16,"0"0"-11"-16,0 0 9 16,13 42-4-16,-13-31-4 15,0-2-1-15,2 0 1 16,-1-2-2-16,0-2 0 15,3 2-9-15,-4-3-49 16</inkml:trace>
  <inkml:trace contextRef="#ctx0" brushRef="#br0" timeOffset="206454.49">4359 12904 57 0,'0'0'7'0,"0"0"1"0,0 0 1 15,0 0-6-15,20 42 3 16,-13-36-2-16,-3-3-2 15,-1 1 1-15,3-1-2 16,0 0 0-16,-1-1 0 16,2-1-1-16,0-1-1 15,-1 0-1-15,3 0-11 0,-3-6 2 16</inkml:trace>
  <inkml:trace contextRef="#ctx0" brushRef="#br0" timeOffset="206597.93">4472 12962 60 0,'0'0'10'16,"0"0"2"-16,0 43-5 16,0-32-1-16,0-1-1 15,2-4-3-15,4-3-1 16,-2 0-1-16,0-3-2 16,-1 0-30-16</inkml:trace>
  <inkml:trace contextRef="#ctx0" brushRef="#br0" timeOffset="207251.12">4218 12232 107 0,'0'0'-1'0,"0"0"1"0,2 50 1 0,0-32 0 16,-2 0-1-16,2-1 0 16,0-2 1-16,-1-1 0 15,0-5-1-15,3-2-1 0,-4-4-30 16</inkml:trace>
  <inkml:trace contextRef="#ctx0" brushRef="#br0" timeOffset="207414.09">4245 12440 97 0,'0'0'2'16,"4"56"1"-16,-2-27 3 16,2 1-2-16,1-5-3 15,0 0 0-15,-1-4 0 16,-3-6 0-16,3 1 0 0,-4-7-1 15,2-3-7 1,0-3-19-16,-2-3-58 0</inkml:trace>
  <inkml:trace contextRef="#ctx0" brushRef="#br0" timeOffset="207558.75">4297 12732 64 0,'0'0'2'0,"10"47"4"15,-3-21-3-15,-1-2-1 16,2 0 0-16,-2-4 0 15,-3-2-1-15,3-2 0 16,-4-5-1-16,2-1 1 16,-4-3-6-16,2-3-66 15</inkml:trace>
  <inkml:trace contextRef="#ctx0" brushRef="#br0" timeOffset="207878.19">4174 12272 150 0,'0'0'11'0,"0"0"-11"15,0 0-26-15,0 0 15 16,0 0-9-16,0 0 20 16,8 37 3-16,-4-20-3 15,1-1 1-15,-1-3-5 16,0-2-38-16</inkml:trace>
  <inkml:trace contextRef="#ctx0" brushRef="#br0" timeOffset="208049.06">4245 12482 147 0,'0'0'-2'0,"0"51"9"0,0-27 6 15,0-2-7-15,0-1-3 16,0-1-2-16,0-3 2 15,0-3-1-15,2 0-3 16,4-2-15-16,-3-5-21 0,4-2-32 16</inkml:trace>
  <inkml:trace contextRef="#ctx0" brushRef="#br0" timeOffset="208191.46">4337 12794 92 0,'0'0'5'0,"12"46"-2"0,-4-24 5 15,-2 3-6-15,1-1 0 16,1-1-1-16,2-3-1 16,-5-2-7-16,3-5-13 15,-3-3-66-15</inkml:trace>
  <inkml:trace contextRef="#ctx0" brushRef="#br0" timeOffset="208348.52">4478 13059 100 0,'0'0'2'0,"0"0"10"16,21 42 6-16,-14-27-6 16,2-1-9-16,0-3 2 15,-1 2-2-15,2-3-5 16,-5-2-16-16,1-2-10 16,-2-5-21-16</inkml:trace>
  <inkml:trace contextRef="#ctx0" brushRef="#br0" timeOffset="208699.95">4222 12171 90 0,'0'0'5'0,"0"0"10"16,0 0 4-16,0 0-12 15,0 0-8-15,0 0 0 16,-27 54 0-16,27-33 2 16,0 0-1-16,0 1 0 15,4-4-15-15,2-2-38 0</inkml:trace>
  <inkml:trace contextRef="#ctx0" brushRef="#br0" timeOffset="208846.5">4316 12518 110 0,'0'0'-1'0,"8"48"3"16,-2-27 1-16,0 1-1 15,1-1-1-15,-1 2 2 16,4-1-9-16,-4-3-16 0,-1-1-33 16</inkml:trace>
  <inkml:trace contextRef="#ctx0" brushRef="#br0" timeOffset="209009.21">4419 12972 99 0,'0'0'3'16,"7"40"5"-16,-1-23-4 16,1-3-1-16,3-2-1 15,-2-1-1-15,1 0-2 16,-1-5-12-16,0-2-35 0</inkml:trace>
  <inkml:trace contextRef="#ctx0" brushRef="#br0" timeOffset="209435.82">4224 12248 57 0,'0'0'44'0,"0"0"-22"0,0 0-6 0,-6 68-1 0,6-24-6 15,4 7-2-15,8 7-3 0,3 6 0 16,1 3 1-16,3 1-2 16,2-1-14-16,-6-5-67 15</inkml:trace>
  <inkml:trace contextRef="#ctx0" brushRef="#br0" timeOffset="210994.73">15892 11420 101 0,'0'0'5'0,"0"0"8"0,0 0 12 0,-43-27-16 0,29 20-4 16,1 0-1-16,-3 1 0 16,1 0-2-16,-3 3-2 15,2 1 8-15,0 0 2 16,3 2 2-16,-2 0-5 15,1 0-6-15,0 2-2 16,1 5 2-16,-3 0-2 0,-1 4 0 16,-3 1 1-16,4 6-2 15,-5 0-5-15,4 6 10 16,1 4 0-16,2 4-4 16,1 5-1-16,5 6 2 15,2 5 0-15,3 3 1 0,0 5 0 16,3 6 0-1,0 5-1-15,0 4 1 0,5 1 0 16,4 1-5-16,4 1 3 16,3-5-5-16,5-8-2 15,3-7 4-15,5-7 3 16,2-10-1-16,5-10 1 16,4-10-1-16,3-4 1 0,10-8 2 15,4-5 2-15,7-5 2 16,7-11-1-16,6-6 1 15,3-10-4-15,3-7-11 16,-2-10-17-16,-2-6 2 0,-4-12 20 16,-7-7 2-16,-7-6 1 15,-12-8 2-15,-9-2 0 16,-15-4-1-16,-16-1 1 16,-9 5 5-16,-27 2-4 15,-19 4-1-15,-18 6-6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6:59:37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7494 6043 121 0,'0'0'6'0,"-55"-30"13"0,24 14 3 15,-1-1-2-15,-1 0 4 0,-6 0-8 16,2 3-2-16,-1 0-3 15,0 1-6-15,-1 6-1 16,-1 3-2-16,2 2-1 16,-5 2 0-16,3 7-1 15,0 7 0-15,1 8 0 0,0 6 0 16,3 8-1 0,1 6 0-16,3 8 1 15,-1 6-2-15,2 6 2 0,3 7-1 16,4 5-1-16,4 3 2 15,6 7-1-15,4 2 1 16,7 1-1-16,3 0 0 0,9-2-1 16,10 0 0-16,8-4-1 15,8-1-2-15,5-8 0 16,6-6-6-16,8-10 6 16,8-9-2-16,7-10-4 15,10-10 6-15,4-7 6 0,7-6 2 16,-1-4-2-16,7-3 4 15,1-4-4-15,1-3 2 16,0 0 1-16,0-3 2 16,0-8-2-16,1-6 0 15,-1-6 0-15,-4-7-1 0,-2-8 1 16,-1-8-2-16,-3-9 1 16,-10-8-4-16,0-6-3 15,-11-5 2-15,-9-7 2 16,-9-1 1-16,-6-5 5 15,-9-1 0-15,-8-6 4 0,-11-2 3 16,-5 2 0-16,-10-1-2 16,-3 0 3-16,-17 2 1 15,-9 5-5-15,-11 3 6 16,-13 1 4-16,-8 5 3 16,-15 4-14-16,-8 6-2 15,-11 8-2-15,-14 11-4 0,-16 15-2 16,-17 22-5-16,-18 20-32 15,-24 42-11-15,-26 32-19 16,-18 32-58-16</inkml:trace>
  <inkml:trace contextRef="#ctx0" brushRef="#br0" timeOffset="1114.13">9253 8193 163 0,'0'0'-22'0,"-49"-39"51"0,24 20-1 0,6-1-9 0,1 1-5 16,1 0-13-16,2-1 1 15,-3 1-8-15,0-1-4 16,-1 2 1-16,-2-2 1 15,1-1-10-15,-3-2 0 16,3 3-8-16,1 0 7 0,-2-2 8 16,1 0 16-16,4 1 21 15,1 1 14-15,4-1-4 16,2-1-2-16,3 1-12 16,4 3-9-16,2 1-9 15,0 4-1-15,10 3-2 0,3 7-1 16,4 3 0-16,2 10 1 15,1 14-4-15,-1 17 4 16,-4 22 1-16,-4 16-2 16,-6 21 9-16,-3 17-8 15,-2 13-1-15,-8 7 2 0,-2-4 0 16,-1-7-1-16,2-12-1 16,2-14 1-16,7-14-1 15,0-14 1-15,9-11 0 16,11-7-2-16,5-5 0 15,10-7-1-15,6-8-2 0,2 0 2 16,6 2 3-16,-5 2 4 16,-4 9-6-16,-9 8-9 15,-12 15-1-15,-13 14 8 16,-6 16 3-16,-17 14 2 16,-10 11-2-16,-5 7 1 0,2 5 3 15,3 1-1-15,10-1 1 16,15-3 0-16,4-8-4 15,23-4 0-15,15-10-2 16,8-12 2-16,8-7-1 16,4-10 0-16,-5-8 1 15,-3 1 0-15,-12-1 1 0,-13 4 0 16,-18 5 2-16,-18 13 4 16,-33 13 7-16,-27 21 9 15,-28 24-3-15,-29 27-11 16,-23 34-7-16,-23 29-7 0,-27 23-37 15,-31 14-277-15</inkml:trace>
  <inkml:trace contextRef="#ctx0" brushRef="#br0" timeOffset="19825.46">4947 14779 103 0,'0'0'-3'0,"0"0"12"0,0 0 4 0,0 0 4 0,0 0-7 16,-44-22-2-16,36 21-7 15,-1 0 8-15,1 1-4 16,-2 0-3-16,1 0-1 16,1 0 0-16,-4 0-1 15,1 3 0-15,-5 3 0 0,1 1 0 16,-5 2 1-16,2 0-2 15,-5 0 5-15,1 0-2 16,-1 0-1-16,0 2 0 16,2 0 0-16,-2 1 0 15,2 1-7-15,0-1 16 0,-1 1-9 16,2 1 0-16,-4-1 0 16,1 1-1-16,0 3 2 15,-4 2-2-15,1 4 1 16,-1 1 1-16,-2 3-2 15,4 0 0-15,-1 1 0 0,5-1 0 16,-1 1 0-16,2-1 1 16,2-1-1-16,2 4 0 15,-2-2-1-15,1 3 1 16,1 1 0-16,0-1 0 16,1-1 0-16,1 4 0 15,0-4 0-15,1 1 0 0,1-3-2 16,0 2 1-16,1 1-1 15,-1-1 0-15,4 1 2 16,3-1 0-16,1 4 0 16,4-2 0-16,0 0-1 15,0 2 0-15,2 0 0 0,5-1 0 16,3 3 1-16,0-1 0 16,1 2-1-16,1 1 1 15,0 1-1-15,1-2 0 16,2 1 0-16,2 0-2 15,3-1 5-15,-2-3-2 0,4-2 1 16,3 0-1-16,2-1 0 16,0-2 0-16,6 1 0 15,1 1 0-15,1-2 1 16,1 0 0-16,2 0 0 16,0-1 0-16,0-3-1 0,2-1 1 15,1-2 1-15,1-2 0 16,3-2 2-16,2 1-2 15,0-2-1-15,2-1 0 16,0 1 0-16,2 0 0 16,3 1 0-16,2 2-1 15,0 1 1-15,4 2-1 0,-1 1 0 16,3 3 0-16,1-3 0 16,0 2 1-16,3-2 2 15,-1-1-2-15,2-5 0 16,-2 2 0-16,-1-2 0 0,-1-6 0 15,-1 5-2-15,-3-3 2 16,3 0-1-16,-2 2 0 16,5 4 0-16,1 3 0 15,5 2 0-15,0 5 1 16,4 1-1-16,2 2 1 16,-3-3 0-16,0-4-1 0,-3-1 0 15,1-4 0-15,-5-4-1 16,-2-1 1-16,0-3-1 15,-3-2 1-15,-3 0 2 16,3-2 3-16,-1 0-2 16,3 0-1-16,-3-1-1 0,5 0 0 15,1-1 0-15,3 0 1 16,-1 0-2-16,1-1 1 16,-2-2-1-16,-1 0 2 15,-1-2-1-15,-1-1 0 16,-3-1 0-16,3 0 0 15,0 0 0-15,4-4 0 0,0-9-1 16,3 1 1-16,2-5 1 16,4-1-1-16,-4-1 2 15,4-1-2-15,-3 3 0 16,4 1-1-16,-3-2 1 0,2 0 0 16,0-3 0-16,3-2 1 15,-7-3-1-15,2-2 1 16,-1-3-1-16,-4 0 0 15,4-3 1-15,-6-2-1 16,0-4 1-16,-1-1 1 0,-5-4-1 16,3-4 0-16,-5-1 1 15,-1-3 0-15,-1-4-2 16,-2 0 1-16,-2-2-1 16,-2-4 0-16,0 1 1 15,-7-3-2-15,0-2 1 0,-4-3-1 16,-4-4-2-16,-3-2 0 15,-5-4-1-15,-1 0-7 16,-5-1-1-16,-5 5-3 16,-6 1 6-16,-4 5 7 15,-9 2-1-15,0 4-1 16,-10-2-4-16,-7-2-3 0,-8 0 2 16,-5-3 6-16,-4 0 3 15,-3 0 5-15,-3 3 0 16,0 1-2-16,-5 9-4 15,1 1-2-15,-8 10-10 0,-1 8-27 16,-5 6 1-16,-6 7 27 16,-4 4 6-16,-1 3 2 15,-3 2 3-15,-4 1 7 16,0-1 2-16,-2 3-2 0,0-2 0 16,-1 2-4-16,-1 0-3 15,0-1-3-15,4 0-2 16,-5 3 4-16,0 0 1 15,1 2 2-15,-3 2 3 16,2 1 21-16,-1 1-2 16,0 0 3-16,3-1-13 15,-1-1-4-15,-1-1-4 0,-1 1-4 16,-3-1-1-16,0 2 0 16,-3 1 0-16,-3 3 3 15,-1 2 1-15,1 1 0 16,1 0-1-16,-2 0-3 0,1 2-1 15,4 3 1-15,-2 1-2 16,1 1 2-16,1 0-1 16,0 2-1-16,1 1 1 15,2 1-1-15,-1 1 2 16,0 1 0-16,3 0 1 16,1 0-1-16,0 3-1 0,-1-1 2 15,2 2-2-15,4-1 0 16,-1 1 0-16,-5 0 1 15,6-1-1-15,-3-2 1 16,4 3-2-16,-4-2 1 16,1 2 1-16,0 0-2 0,4-2 1 15,0 0 0-15,-1-2 0 16,5-2 0-16,-2-2 1 16,3 2-1-16,2 1 0 15,0 2 0-15,-1 0 0 0,1 5 0 16,3-1 0-1,-1 5 0-15,-1-2 0 0,3 0-1 16,-2 1 0-16,0-1 0 16,1 1 0-16,-1-1-2 15,0 2-1-15,3 3-3 16,-4 3 5-16,4 5 1 0,6 4 0 16,0 3 0-16,3 6-1 15,8 0 0-15,4 1 1 16,6-2 1-16,8-1-2 15,2 2 2-15,5 0 0 16,4 1 0-16,3 1-1 0,5 2 1 16,0 1-3-16,6 0 2 15,2-2-1-15,0 0 0 16,5 0 1-16,6-3 0 16,2 3 0-16,3-1 1 15,2 1-1-15,6-2-1 0,1 1-1 16,4 0 1-16,5-2 1 15,3 3-2-15,7-2 0 16,2 1-1-16,6-3 3 16,1 0 1-16,5-1 1 15,4-2-2-15,1 2 2 0,5-1-1 16,1 2 1-16,0-2 1 16,4 0-2-16,0-2 1 15,0-3-1-15,1-4 1 16,-2-1-1-16,3-4 0 15,2 0 0-15,-2-2 3 16,2 2-3-16,4 0 0 0,0-1 0 16,3-1-1-16,1-3 1 15,1 0 1-15,3-3 0 16,3-2 1-16,-2 3 0 16,6 0-1-16,7 1 1 15,0 3-2-15,3 1 1 0,2 1 0 16,-1-1 0-16,5-5 1 15,-2-1 0-15,1-5 1 16,1-2-2-16,-3-6 1 16,-3-3-1-16,-2-3 0 0,-6-3 0 15,-2 0-1-15,2 0 1 16,-2-5 1-16,-1-4 2 16,1 0 3-16,-2-2 0 15,0 1-1-15,0-1-1 16,0 2 2-16,6-1-4 15,-1-2-1-15,-3-4-1 0,0-7 3 16,-4-2 1-16,-3-7-2 16,-6-2 1-16,-1-5-2 15,-1-1 3-15,-5-3-4 16,0-1 3-16,-7-3 0 16,-4-1-1-16,-3-2 0 0,-1-4-1 15,-3-2-1-15,-2-4 0 16,-3-1 1-16,1-5-1 15,-5-2-1-15,-2-1 1 16,-4 0-1-16,-8 1 0 16,-3-1 0-16,-5 2 0 15,-8-4 1-15,-3 2-1 0,-7-1 3 16,-6-3-2-16,-3-2 0 16,-5-5 0-16,-10-2-1 15,-10-3-2-15,-6-2 0 16,-7 0-1-16,-9-2 3 0,-5 4-1 15,-10 0 1-15,-6 3 1 16,-7 0-1-16,-10 5 1 16,-5 1 2-16,-8 5 0 15,-7 4 0-15,-6 6-2 16,-6 9-1-16,-8 9-2 0,-5 15-18 16,-13 13-21-16,-9 13-97 15</inkml:trace>
  <inkml:trace contextRef="#ctx0" brushRef="#br0" timeOffset="20956.52">10943 17108 76 0,'0'0'-9'0,"38"30"14"0,-11-12 5 15,5 5-4-15,7 0 0 16,8 7-1-16,11 1-5 0,9 4 1 16,11 2 1-16,10-2-1 15,10 0 0-15,7-3 3 16,11 0-2-16,9-4 1 15,10 1 3-15,3-1-5 16,10-1 2-16,8-3 6 0,9-3 0 16,4-5 2-16,4-6-3 15,10-10 2-15,9 0-1 16,2-16 0-16,-1-6 2 16,7-8 2-16,2-7 0 15,1-2 0-15,-1-3-7 0,6-1 2 16,-2 1-3-16,0 2 0 15,-5 3-3-15,2 3 1 16,-4 0-1-16,-7 2 0 16,-7 2 2-16,-7 2-2 15,-8 1 0-15,-12 3 1 0,-10 4 0 16,-14 3 1-16,-11 2-2 16,-12 3-13-16,-14 1-42 15,-18-5-62-15</inkml:trace>
  <inkml:trace contextRef="#ctx0" brushRef="#br0" timeOffset="21275.54">17162 16713 126 0,'0'0'4'0,"21"67"1"0,-7-22 7 0,2 9-1 0,4 12-4 15,-1 6-1-15,-2 9-1 16,-3 11 3-16,-4 5-1 16,-7 2-12-16,-3-2-72 15</inkml:trace>
  <inkml:trace contextRef="#ctx0" brushRef="#br0" timeOffset="22445.83">17848 17212 138 0,'0'0'-5'0,"0"0"24"0,0 0-16 15,0 0-3-15,0 0-1 0,17 46 2 16,-9-20 3-16,2 3-2 16,-2 0-2-16,1 3 1 15,0-3 0-15,-2-3-1 16,-2-5 2-16,1-2-2 0,-4-8 2 16,1-4-2-16,-1-7-2 15,0 0-13-15,-1-14 14 16,-1-6-13-16,0-8-10 15,0-5 7-15,0-5 10 16,0-4 6-16,0-3 2 16,0 1 0-16,0 0 0 0,0 3 1 15,0 4 2-15,5 4 4 16,1 6-2-16,2 4 0 16,1 6 5-16,0 3 3 15,1 7-2-15,2 7-3 16,3 0-4-16,0 13-5 0,5 6 2 15,1 9 0-15,-1 4 0 16,2 4 1-16,0 2 0 16,-4 1-1-16,1 1 1 15,-3 1-1-15,-4-2 1 16,-3 4-2-16,-7-1-11 0,-2-2-28 16,-2-7-63-16</inkml:trace>
  <inkml:trace contextRef="#ctx0" brushRef="#br0" timeOffset="22613.56">18013 17304 234 0,'0'0'6'0,"0"0"-5"0,26-57-1 0,-1 33 0 0,5-2 0 0,7-1-16 16,-2 2-34-16,-1 2-12 15,-2 1-17-15</inkml:trace>
  <inkml:trace contextRef="#ctx0" brushRef="#br0" timeOffset="23120.86">18371 17027 127 0,'0'0'52'0,"0"0"-40"15,0 0-16-15,0 0-1 16,0 0 7-16,23 43 5 15,-14-18-3-15,3 4-1 16,-1 2-1-16,1 1-1 0,0 0 0 16,0-2 0-16,-5-5 1 15,1-2 1-15,-5-6-1 16,-1-6 0-16,-2-5-4 16,0-6-5-16,-4 0 4 15,-6-14-18-15,-3-8 14 0,0-4 5 16,1-6 3-16,1 1 1 15,2 1 0-15,2 5 1 16,4 3 7-16,2 7 2 16,1 5 1-16,1 1-7 15,9 7-6-15,5 2-3 0,5 0 0 16,4 5 0-16,4 6 1 16,2 2 2-16,3 1-2 15,-1-2 4-15,-1-1-1 16,0 2 0-16,-4-6 0 15,-5-3-1-15,0-4 0 16,-5 0 1-16,-2-4 2 0,-4-12 0 16,-4-2 2-16,-3-5-1 15,-2-4 0-15,-2-1 3 16,0-2 3-16,0 1-4 0,-4 4-3 16,0 4-2-16,3 4-1 15,1 4 0-15,0 3-4 16,1 1-27-16,7 1-43 15,3-2-16-15</inkml:trace>
  <inkml:trace contextRef="#ctx0" brushRef="#br0" timeOffset="23581.34">18967 16833 157 0,'0'0'-3'0,"9"42"8"0,-4-12 9 0,3 3-4 0,1-1-5 15,-1 0-3-15,3-1-2 16,-1-6 1-16,-3 0 1 16,1-4 1-16,-2-5-1 15,0-1 1-15,-4-5 1 16,-2-6-3-16,0-4-8 16,0 0 7-16,-7-13-15 0,-2-5-11 15,-2-5 7-15,1-4 12 16,-1 0 7-16,3 0 3 15,2 5 11-15,4 2 16 16,2 7-5-16,0 4-8 0,1 4-12 16,9 5-7-16,4 0 0 15,3 0-3-15,5 9 3 16,0 3 2-16,3 1 2 16,3-2-2-16,0 1 1 15,0-3-1-15,-1-4 3 16,-2-4-1-16,-1-1 3 0,-4-4 3 15,-1-8 5-15,-6-6 6 16,-4-3-3-16,-4-5-3 16,-5-1-1-16,0 0-4 15,-9 0-4-15,-2 2-2 16,0 3-1-16,1 2-1 0,1 2 0 16,6 2-15-16,2-2-54 15,1-1-64-15</inkml:trace>
  <inkml:trace contextRef="#ctx0" brushRef="#br0" timeOffset="23808.88">19594 16375 219 0,'0'0'-18'0,"0"0"6"0,0 0 13 15,13 48 2-15,-13-8 5 16,0 17 3-16,-10 11 5 15,3 17-2-15,-4 10-1 16,1 9-4-16,-1 4-5 16,3 9 0-16,-2 6 2 15,0-1-2-15,4-1-6 0,-1-9-21 16,3-14-10-16,2-23-92 16</inkml:trace>
  <inkml:trace contextRef="#ctx0" brushRef="#br0" timeOffset="24044.29">19745 17020 172 0,'0'0'42'0,"0"0"-19"16,0 0-1-16,0 0-15 15,0 0-19-15,0 0 8 16,0 0 2-16,2 71 9 15,-2-27-6-15,0 0 1 16,7-1-1-16,-1-2 2 16,0-3-7-16,0-7-14 15,-2-5-21-15,-2-10-20 0,-2-11-1 16</inkml:trace>
  <inkml:trace contextRef="#ctx0" brushRef="#br0" timeOffset="24298.16">19775 17031 124 0,'0'0'4'0,"28"-44"12"16,-10 27 2-16,3 3-2 15,5 6-6-15,1 5-6 16,2 3-6-16,1 7-3 0,-2 14 5 16,-3 7 1-16,-4 8-3 15,-5 4 2-15,-11 2-4 16,-5 4 3-16,0-1 7 15,-12 1-5-15,-8-2 5 16,-3-4 0-16,0-5-6 16,0-7 2-16,3-6 0 0,3-10-2 15,4-9-7-15,5-3-50 16,2-11-29-16</inkml:trace>
  <inkml:trace contextRef="#ctx0" brushRef="#br0" timeOffset="24563.07">20121 16940 161 0,'0'0'1'0,"0"0"4"16,0 0 4-16,0 0 0 0,0 0-2 16,40 52 0-16,-34-24 2 15,-1 8-1-15,-1 0 7 16,0 0-8-16,1-5-3 15,-2-3 2-15,5-5-3 16,-1-6 0-16,4-7-1 0,5-7 3 16,6-3 2-16,7-11 4 15,4-12-1-15,10-9 0 16,9-9-5-16,3-7-21 16,0-7-80-16</inkml:trace>
  <inkml:trace contextRef="#ctx0" brushRef="#br0" timeOffset="24846.57">20936 16302 128 0,'0'0'21'16,"0"0"31"-16,0 0-43 15,0 0-13-15,0 0 4 0,-9 78 11 16,-3-12 4-16,1 19 0 16,-2 18-7-16,2 13 5 15,0 8-4-15,-1 6-3 16,0 4 2-16,3 1-4 16,1-5 0-16,-1-3 0 15,3-4-2-15,2-10-9 0,2-13-20 16,2-17-38-16</inkml:trace>
  <inkml:trace contextRef="#ctx0" brushRef="#br0" timeOffset="25397.91">21458 16852 199 0,'0'0'-19'0,"0"0"45"16,0 0-9-16,0 0-18 15,0 0 1-15,0 0 0 16,7 67 5-16,-11-24 2 0,-2 3-3 16,3 4 5-16,1-4-6 15,-3-4 0-15,2-7 0 16,-1-6 0-16,0-9 0 15,-2-7-1-15,1-9 0 16,-4-4 3-16,3-7 0 0,0-14 1 16,1-8-4-16,2-6-6 15,1-8 3-15,2-1 0 16,0-4 1-16,0 3 1 16,6 3-1-16,6 5 1 15,4 6 0-15,3 6 2 16,6 5-2-16,2 6-1 0,6 4-1 15,-1 2 0-15,1 7-1 16,4 1-1-16,-2 4 0 16,-4 9 0-16,-2 6 0 15,-5 3 0-15,-4 3 2 16,-5 1 0-16,-7 1 1 0,-7 0 0 16,-1 0 0-16,-5 0 1 15,-13 3 3-15,-3-1 1 16,-5 3-2-16,-1-2-1 15,-1 0 0-15,5-4-6 16,4-7-9-16,7-6-24 0,7-13-36 16,5-3-73-16</inkml:trace>
  <inkml:trace contextRef="#ctx0" brushRef="#br0" timeOffset="25900.34">21978 16754 227 0,'0'0'-6'0,"38"-27"12"0,-27 25-5 0,0 2-2 16,-3 9 0-16,-1 11 6 15,-1 6-2-15,-2 9 1 0,-2 5-1 16,-2 3 0-16,0 0 0 16,0-4-1-16,-7-2 1 15,-4-7-1-15,1-9-2 16,0-5-6-16,0-9-2 15,0-7-4-15,2 0-4 16,1-14-10-16,2-11-1 0,2-7 12 16,3-4 13-16,0-6 4 15,0-1 2-15,6 6 3 16,3 6 0-16,3 10 7 16,0 8 11-16,5 7-17 15,-1 6-6-15,4 3 0 0,4 10-1 16,3 4 2-16,3 6 1 15,3-1-1-15,-1 2-3 16,3-5 2-16,-2-5-1 16,-1-2 1-16,-5-8 3 0,-4-4 2 15,-6 0 3-15,-2-6 5 16,-6-7 8-16,-6-4 1 16,-3-3 1-16,0-5-7 15,0-3-11-15,-7-1-6 16,-3 0 0-16,0 4-1 15,1 2-1-15,0 8 0 16,0 3-5-16,5 4-1 0,3 2-13 16,1 3-34-16,0-4-86 15</inkml:trace>
  <inkml:trace contextRef="#ctx0" brushRef="#br0" timeOffset="26419.95">22560 16619 244 0,'0'0'10'0,"0"0"-13"0,0 0 7 0,0 0 0 16,24 53-1-16,-20-28-1 15,0 3 0-15,-4 6 3 16,0 1-2-16,0 2-2 16,0 1 2-16,0-2-3 15,-4-3 1-15,-3-4-5 16,-1-6-16-16,1-5-23 0,-2-8-18 15,1-9 6-15,0-1-8 16,3-11 39-16,-1-10 16 16,3-8 14-16,1-4 12 15,2-2-5-15,0-1-11 16,0 0-3-16,0 3 3 0,1 7 23 16,3 4 18-16,0 8-2 15,1 4 7-15,1 5-34 16,5 3-10-16,3 2-1 15,3 0 2-15,1 14-5 16,3 3-2-16,2 5 6 0,2 2 2 16,-2 0 0-16,0-1-1 15,0-3 2-15,-6-6 0 16,-1-4 0-16,-5-5-1 16,-1-5 9-16,-5 0 8 15,-4-7 6-15,-1-11 15 0,0-9-11 16,-5-6-20-16,-5-7-6 15,-2-6-5-15,0-3-1 16,-1 1-4-16,-1 1-17 16,2 5-16-16,0 6-4 15,-4 6-40-15,1 8-83 16</inkml:trace>
  <inkml:trace contextRef="#ctx0" brushRef="#br0" timeOffset="27338.04">23147 16155 309 0,'0'0'-16'16,"-27"-43"25"-16,2 20 1 0,-5 1-1 0,-5-1-9 0,-11-2-1 15,-4 0 0-15,-12 0 0 16,-7-1 1-16,-9-1 2 16,-6-1-1-16,-7 1 1 15,-10 0 0-15,-6 0-3 16,-12 4 2-16,-7 2 0 0,-9 2-2 15,-6 3 2-15,-10 1-1 16,-6 3 0-16,-3-1 1 16,-7 3 6-16,-6 1 1 15,-3 2-1-15,-6 6-3 16,-2 1-1-16,-6 0 1 16,-5 11-3-16,1 3 1 0,-4 5-2 15,1 2 0-15,2 7 1 16,6 2-1-16,7 6 2 15,1 5-1-15,6 5-1 16,10 7 1-16,9 10-1 0,3 5 0 16,11 9 0-16,14 5 0 15,6 11-1-15,13 7 1 16,11 12-1-16,16 9 0 16,13 10 0-16,16 7 0 15,21 7 1-15,16 5-3 0,16 2 2 16,18-1-3-1,24 1 0-15,21-4 0 0,13-7-1 16,18-10 2-16,13-13 0 16,16-13 2-16,12-10 1 15,9-15-1-15,10-14 1 16,13-12 0-16,12-11 1 0,3-13 0 16,6-6-1-16,11-10 0 15,6-7 0-15,3-7 0 16,0 0 2-16,11-4 0 15,2-12-1-15,-1-5 0 16,1-10 7-16,0-7-5 0,-2-11-1 16,-8-8 0-16,5-11 2 15,-8-7-2-15,-8-9-2 16,-2-8 1-16,-5-8-2 16,-14-10-7-16,-17-6 4 15,-14-7 3-15,-19-2 1 0,-28 0-1 16,-23-2 2-1,-22 6 1-15,-25 4 3 0,-21 5 14 16,-10 5 7-16,-19 4 7 16,-19 3-16-16,-16 2-6 15,-13 3-5-15,-17 7-7 16,-18 3-2-16,-15 8-5 0,-19 13-11 16,-16 14-28-16,-17 13-7 15,-12 8-35-15,-7 10-159 16</inkml:trace>
  <inkml:trace contextRef="#ctx0" brushRef="#br0" timeOffset="28064.87">21537 15715 123 0,'9'-3'0'0,"-3"-3"1"0,1 4 4 0,0-3 11 0,3-5-2 15,1 2-5-15,4-5 1 16,4-6 7-16,9-8 1 16,9-14-4-16,15-14-6 0,11-16-4 15,16-16-2-15,14-19-1 16,12-18 0-16,7-19-8 16,1-13-69-16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03T07:00:31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14334 1653 13 0,'0'0'13'0,"0"0"-1"0,0 0 2 0,0 0-3 15,0-2-2-15,0 2-2 0,0-1-1 16,0 0-4-16,0 0 5 16,0 1 0-16,0 0 0 15,0 0-2-15,0 0-1 16,0 0-2-16,0 0-4 16,0 0 0-16,0 0 2 15,0 0 1-15,-3 1-1 0,1 1 1 16,2 1 1-16,-2 1-2 15,1-2 0-15,0 2-2 16,0 2 0-16,1-1 1 16,0 0 2-16,0-1-1 15,-2 3 0-15,2 0 1 0,0 0-1 16,0 0 0-16,0 0 0 16,0 2 0-16,0-2 1 15,2 4 1-15,2 1-1 16,2-1-1-16,-1 1 0 15,1 2 0-15,1 0 0 16,-1 0 0-16,1 3 1 16,0 0-1-16,0-1 0 0,1 2 1 15,0-2-1-15,2 0 1 16,-2 1-1-16,3-2 0 16,2 1 1-16,0 1-1 15,2-2 1-15,0 1-1 0,4 1 1 16,-2-1-1-16,2 1 0 15,3-1 1-15,-4 0-1 16,6 0 1-16,1 0-1 16,-3-1 1-16,1-1-1 0,3 1 1 15,-1-4-1-15,-2-1 3 16,0-1 0-16,2-1 0 16,-2 1 0-16,-2-3 0 15,3 0-1-15,-4 0 0 16,2 0-1-16,-3-1-1 0,0-1 2 15,-3-2-1-15,-1 1 0 16,-1-2 5-16,-3-1-1 16,-2 0 0-16,1 0 2 15,-2 0 1-15,-1 0-2 16,1 0-2-16,-3-3-1 16,2 1-1-16,0-1-1 0,1-3 0 15,1 2-1-15,0 0-9 16,0-5-50-16</inkml:trace>
  <inkml:trace contextRef="#ctx0" brushRef="#br0" timeOffset="888.15">15137 2072 0 0,'0'4'1'0,"2"-2"1"0,0 2-1 0,-2-1 2 0,2 1 0 16,0-1 1-16,0 1 5 0,0-1 4 16,0 1-1-16,2-1-3 15,1 1-5-15,1 2 1 16,0 1-5-16,1-2 3 16,1 1 0-16,-1 1-3 15,4 0 1-15,-5-1 1 0,2 0 0 16,1-2 0-16,-3 3 1 15,1-1-2-15,-3-3 0 16,0 0-1-16,-1 1 0 16,2-1 1-16,-3-2-1 15,-1 2 0-15,-1-2 0 0,1 2 1 16,0-3-1-16,-1 3 0 16,0-2 0-16,0 1 5 15,0 1 0-15,0-1 0 16,-3 3 3-16,1 0-4 15,-5-2 2-15,2 2-5 0,1 0 2 16,-2-1-1-16,1 2-1 16,-4 0 0-16,2 2 0 15,-2 1-1-15,-5 4 0 16,0 1-1-16,-1 3 3 0,-2 0-2 16,-2 1 1-16,2 1 2 15,1-1 0-15,3-1-1 16,0-5-1-16,4 3-3 15,2-9-23-15</inkml:trace>
  <inkml:trace contextRef="#ctx0" brushRef="#br0" timeOffset="1452.59">15218 2128 19 0,'0'0'22'0,"0"0"-13"0,0 0 0 16,0 0 2-16,0 0 0 16,0 0 4-16,0 0-1 15,0 0-4-15,0 0-7 0,0 0-2 16,0 0 1-16,0 0-4 16,-17 3 3-16,14 7 2 15,-1 2-3-15,1-1 0 16,1 6 0-16,0 0-2 15,-4 0-2-15,1 3 1 0,-2 2 1 16,0 1 4-16,-2-4-4 16,3 1 8-16,0-6-3 15,2-3-1-15,3-6-16 16,1-5-61-16</inkml:trace>
  <inkml:trace contextRef="#ctx0" brushRef="#br0" timeOffset="1765.04">15241 2100 2 0,'0'0'6'0,"0"0"0"16,0 0-1-16,-43 44-1 15,32-28 6-15,0-1-2 16,1 1 4-16,2-2-7 16,2 2-4-16,1-2 0 0,1 0 0 15,0 2 0-15,1-1-1 16,1-3 1-16,-4-4-5 15,3-2-29-15</inkml:trace>
  <inkml:trace contextRef="#ctx0" brushRef="#br0" timeOffset="2255.92">15166 2127 83 0,'0'0'8'0,"0"0"-5"16,0 0-3-16,0 0 0 16,0 0-3-16,-37 30 2 0,28-23 2 15,0 2 0-15,3-4-1 16,-3-2 0-16,4 1 2 15,0-2 0-15,2-2-1 16,1 0 1-16,1 0-1 0,1 0 2 16,-2 0 0-16,2 0-1 15,0 0 2-15,0-2-1 16,0 1 2-16,0-1 2 16,0 1 0-16,0-2-1 15,0 3 1-15,0 0-5 0,0 0-2 16,0 0-2-16,0 3 1 15,0 4-1-15,0 4 2 16,0 2-2-16,0 3 1 16,0 1 1-16,0-2 1 15,0 3-1-15,0-3 0 16,0-1 2-16,0-1-1 0,3-1-1 16,-2-3 1-16,1-1-1 15,-1-3 0-15,0 1-5 16,0-2-12-16,1-4-23 15</inkml:trace>
  <inkml:trace contextRef="#ctx0" brushRef="#br0" timeOffset="2525.38">15167 2110 82 0,'0'0'19'0,"0"0"-8"0,0 0-11 0,0 0-5 0,0 0 5 16,0 0 3-16,-2 41-2 16,-3-22 0-16,1 1-1 15,0 0 2-15,1 1-1 16,-1-3 1-16,0-2 0 15,0 1-2-15,1-6-5 0,0-5-33 16</inkml:trace>
  <inkml:trace contextRef="#ctx0" brushRef="#br0" timeOffset="2775.64">15114 2133 50 0,'0'0'1'15,"0"0"0"-15,0 0 1 16,14 38 3-16,-6-22-1 16,-2-2-1-16,2-1 0 15,2-2-1-15,-2-4-1 16,0-1 1-16,-3-2-3 15,1-1 1-15,-1-3-4 0,1 0-8 16</inkml:trace>
  <inkml:trace contextRef="#ctx0" brushRef="#br0" timeOffset="2992.03">15158 2137 94 0,'0'0'1'0,"0"0"0"16,0 0 0-16,-36 51 1 16,28-34-2-16,3 0 0 15,1-1 0-15,2-2 0 0,-2-2 1 16,4-3-1-16,0-2 0 16,0-4-4-16,0-3-4 15,4 0-5-15,0-3-3 16</inkml:trace>
  <inkml:trace contextRef="#ctx0" brushRef="#br0" timeOffset="4085.59">15128 2137 101 0,'0'0'15'0,"0"0"-6"0,0 0-11 16,0 0 2-16,0 0-2 15,0 0 3-15,-4 41 0 16,4-28 0-16,0-1 0 15,0 0 0-15,0-2 0 16,3-1-1-16,1-2 0 16,-1-3-10-16,-1 0-11 0,-1-4-5 15,1 0-2-15,0-1 30 16,2-8-1-16,0-2-1 16,-3-2 0-16,1 1 0 0,-1 0 1 15,0 4 11 1,-1 2 20-16,0 2-2 0,0 2-9 15,0 2-1-15,0 0-21 16,0 0-6-16,0 7 4 16,-2 3 3-16,2 1 1 15,-2 0 1-15,2 0-2 16,0-1 1-16,0-3-1 0,0 0 1 16,0-3-1-16,0-1 0 15,2-3-1-15,1 0-3 16,2 0 3-16,-2-3 3 15,2-8-1-15,1-2-1 16,-1-2 0-16,-1 3 0 0,0-2 0 16,-4 5 0-16,2 2 1 15,-2 3 0-15,0 3 5 16,0 1-7-16,0 0-3 16,0 8 1-16,0 1 1 15,-2 1 1-15,2-1 2 16,0 0-1-16,0-2 0 0,0-3 0 15,0 2 1-15,0-5 0 16,2 0-1-16,-2-1 1 16,2 0-1-16,-1 0 6 15,-1-5-4-15,2-3 2 16,-2-1-3-16,0-1 1 0,0 2-2 16,0 1 0-16,0 2 0 15,0 3 0-15,0 2-1 16,0 0 0-16,0 1-10 15,-3 6 13-15,-3 3-4 0,0 1 4 16,1-1-2-16,-1 0 1 16,4-1-1-16,-2-5 1 15,4 0-1-15,-2-4 1 16,0 0 0-16,2-1 3 0,0-9-7 16,0-3 3-16,0-1 1 15,0-4 1-15,0-1-2 16,0 1 0-16,0 0 0 15,0 0 0-15,0 4 0 16,0 1 0-16,0 3 0 16,0 2 0-16,0 2-2 0,0 2 4 15,0 1-2-15,-2 0-2 16,0 3 2-16,0 0-1 16,0 0-2-16,1 0 1 15,-1 0-1-15,2 0 2 16,-2 0 1-16,0 4 0 0,2 2-1 15,-1-2 1-15,1 3 1 16,-1 1-1-16,1-1 0 16,0 0 0-16,-2 1 0 15,0 1 0-15,1-1 0 16,-4 3 0-16,0 0 0 0,1 1-1 16,0 0 0-16,-4 3 2 15,3-1-1-15,-2 2 0 16,2 1-1-16,1 0 1 15,-1-1 1-15,2-1-1 16,2-5 1-16,-1 0-1 16,2-4 1-16,0-3 0 0,0-2-1 15,0-1-10-15,0 0-1 16,0-7-19-16,0-3-64 16</inkml:trace>
  <inkml:trace contextRef="#ctx0" brushRef="#br0" timeOffset="4716.37">15120 2113 88 0,'2'0'13'0,"-2"0"-14"0,0 4 0 0,0 7-4 0,0 3 7 0,0 4 6 16,0 2-3-16,0-1-2 15,0 1-2-15,0-1 0 16,0-2 0-16,0-3 0 15,1-1 0-15,0-2 2 16,1-5-2-16,-1-3-6 0,1-3-12 16,0 0-5-16,1-9 27 15,-1-6-5-15,-1-4-6 16,1-2 4-16,-2 0-1 16,0 2 2-16,0 2 2 15,0 6 15-15,0 1 16 0,0 7-2 16,0 3-14-16,-2 0-13 15,2 10-1-15,-1 4-7 16,1 0 5-16,0 6 2 16,0 0 1-16,0 0-2 15,3-2 2-15,3-2-3 0,-1-2 2 16,1-1-3-16,0-6-15 16,2-3-8-16,-1-4 8 15,1 0 9-15,-2-7 2 16,-3-7 0-16,0 1-2 15,-3-4-3-15,0 0 6 16,0 3 0-16,-3 1 13 0,-2 6 8 16,-1 1 9-16,1 6-7 15,1 0-13-15,2 0-5 16,-1 0 4-16,3 6-5 16,0 0 2-16,0-2 1 15,0 2-2-15,3-3-2 0,3-2 1 16,1-1 2-16,-1 0-1 15,2 0 1-15,-2-3 1 16,-1-4-1-16,-1 0 0 16,-2 0 1-16,-2-2 0 0,0 4 2 15,0 2 5-15,0 1-2 16,0 2-9-16,0 0-22 16,0 0-32-16</inkml:trace>
  <inkml:trace contextRef="#ctx0" brushRef="#br0" timeOffset="6475.32">16115 2049 81 0,'-2'0'5'0,"1"0"8"0,-1-1-3 0,0-1-5 16,2 1-2-16,-4 1 0 15,0 0 1-15,-1 0-6 16,-5 3-3-16,-2 5 2 16,-1 3 2-16,-1 2-2 15,1 2 2-15,-1-3 1 0,5 4 0 16,2-2 1-16,-2-2 0 16,5-1 0-16,3 4 0 15,1-3 0-15,0-1 1 16,0-1-2-16,5 1 0 15,5-2-1-15,0-2 6 16,1-1 4-16,3-2 0 0,-1-3-3 16,3-1-1-16,1 0 0 15,-1 0-1-15,2-3-1 16,2-6 1-16,-3-1-1 16,2-5 4-16,1 0 4 0,-5-1-1 15,0-2-2-15,-5 2 1 16,-4 0-1-16,-2 1-1 15,-4 0 3-15,0 0-5 16,-12 2-3-16,-3 0 5 16,-6 2-7-16,-1 4 1 15,0 3-4-15,-5 1 4 16,3 3 0-16,0 0-1 0,4 9-1 16,1 0-19-16,5 1-54 15</inkml:trace>
  <inkml:trace contextRef="#ctx0" brushRef="#br0" timeOffset="7180.45">16376 1807 135 0,'0'0'5'0,"0"0"5"0,0 0 2 0,0 0-8 0,0 0-10 16,0 0 6-16,0 0-1 16,0 0 0-16,-14 43-2 15,14-22 3-15,0 3-1 16,0 1 1-16,0 0-1 15,0 1 0-15,0 1 1 0,0-6 1 16,4 1 0-16,0-4-1 16,-2-3 1-16,1-2-1 15,-1-1 2-15,-1-4-2 16,0-1 0-16,-1-4 2 16,0 1-1-16,0-2-1 0,0-2 2 15,0 0 2-15,-2-3-2 16,0-7 2-16,1 3 1 15,1-4 4-15,0-1 1 16,0 1-10-16,9 1 3 16,0 0-3-16,3 3 4 0,-1 0-4 15,2 2 1-15,-2 3 0 16,2 0 0-16,-1 2-1 16,0 0 2-16,1 0-4 15,-1 0 2-15,-1 6 0 16,1 3 0-16,-5-1 0 0,1 2 0 15,-3-3 2-15,-1 4-1 16,-1-3-1-16,-3 1 1 16,0 0-3-16,-3-2-3 15,-8 6 1-15,-2-3 7 16,-5 1-1-16,-3-2 4 0,2-2-1 16,-1 1-4-16,4-5 6 15,1-3-4-15,2 0 0 16,1 0 2-16,1-1 3 15,6-9 6-15,1 3-6 16,1-5-5-16,3 1-3 0,1-3-8 16,10-2-24-16,7-1-79 15</inkml:trace>
  <inkml:trace contextRef="#ctx0" brushRef="#br0" timeOffset="7685.38">16746 1971 86 0,'0'0'9'0,"0"0"-7"0,0 0 0 0,0 0-4 0,0 0-1 16,0 0-2-16,0 0 8 15,0 0-1-15,14 39 0 16,-12-23 1-16,0 3 2 16,2 2-1-16,0 3-1 0,-3 2-1 15,3 2 0-15,-1 3 0 16,0-1 1-16,0 1-1 16,0 2 0-16,-1 0 1 0,0-2 2 15,-1 3 0-15,2-3 0 16,-3 1 1-16,0 0-1 15,0-5 1-15,-8 3 0 16,2-3-3-16,-4 0 2 16,-1-2-2-16,-1-6 5 15,-1-1-2-15,-5-2 7 0,1-3 1 16,-4-3 4-16,0-3-6 16,-4-3-5-16,2-1 1 15,0-3-4-15,0 0 0 16,1-6 3-16,4-5 2 15,2-3-4-15,3-5-1 0,0-2 3 16,5-6-7-16,5-1-5 16,3-6-26-16,0-2-37 15,6-8-45-15</inkml:trace>
  <inkml:trace contextRef="#ctx0" brushRef="#br0" timeOffset="7863.99">16741 1802 206 0,'0'0'-44'0,"0"0"57"0,0 0 1 0,0 0-13 0,0 0-12 15,0 0-77-15,0 0-3 16</inkml:trace>
  <inkml:trace contextRef="#ctx0" brushRef="#br0" timeOffset="8276.04">16989 2039 42 0,'0'0'7'0,"0"0"19"15,0 0-2-15,40-9-9 16,-35 2 10-16,1-1-2 16,1 0-7-16,-5 0-1 15,1 0-8-15,-2-1-3 16,-1 2-2-16,0 1 4 0,0 1-3 15,-4 1-2-15,-7 3 0 16,-2 1-3-16,-3 0 0 16,0 10-1-16,-2 3-1 15,-1 0 3-15,4 4 2 0,4-3 3 16,5 1-3-16,4-3 1 16,2-2-1-16,0 1-2 15,6-2 1-15,9-1 4 16,7 0-2-16,6-1 3 15,3-3-4-15,3-1-27 16,2-3-56-16</inkml:trace>
  <inkml:trace contextRef="#ctx0" brushRef="#br0" timeOffset="8804.37">17409 1948 1 0,'0'0'13'16,"0"0"-5"-16,-42 12 7 15,27-1-7-15,1 3 4 0,1 2-5 16,1 1 1-16,5 0-3 16,1 0 1-16,5 0-2 15,1-3-1-15,0 1-2 16,7-4 4-16,6-3 2 0,3 0 6 15,2-6 16-15,6 1-12 16,3-3-6-16,2 0-6 16,3-2 0-16,3-5-4 15,-2-4 1-15,-1 1-2 16,-1-3-3-16,-4-4-6 16,-5-1 2-16,-1-4 5 15,-8-5-6-15,1-1-9 0,-6-2-3 16,-1-1-1-16,-3 0-12 15,-1 5-14-15,-1 2 28 16,-2 6 39-16,0 3 21 16,-2 6-10-16,-1 3 2 0,-1 2-5 15,2 4-7-15,-2 0-20 16,0 5-3-16,2 8-4 16,1 3 1-16,1 6 2 15,0 1 1-15,0 4 3 16,0 0 0-16,0 3 0 15,0-3 0-15,1 1 3 0,-1-4-3 16,0-2 4-16,0-4 0 16,0-1-27-16,0-8-46 15</inkml:trace>
  <inkml:trace contextRef="#ctx0" brushRef="#br0" timeOffset="9143.96">17559 1999 154 0,'0'0'11'0,"0"0"24"0,0 0-26 0,0 0-10 0,0 0-2 15,47-35 2-15,-24 30 2 16,5 1 0-16,1 0 1 16,4-2-2-16,-2 3 0 15,-1 1 1-15,-3-1 0 16,-3 1 0-16,-5 1-1 0,-5 1-1 15,-3 0 1-15,-3 0-1 16,-6 0-5-16,-2 7-7 16,0 3 10-16,-6 1-9 15,0 2 10-15,-1 3 4 16,2-2-1-16,4-1-1 0,1-1 1 16,0 0 0-16,1-4-1 15,9 1 2-15,4-2-2 16,1-1 6-16,4-5 0 15,1-1-20-15,-1 0-87 16</inkml:trace>
  <inkml:trace contextRef="#ctx0" brushRef="#br0" timeOffset="9272.94">17933 1830 145 0,'0'0'-5'16,"0"0"13"-16,0 0-6 15,0 0-4-15,0 0-45 16</inkml:trace>
  <inkml:trace contextRef="#ctx0" brushRef="#br0" timeOffset="9807.45">18014 1948 132 0,'0'0'40'0,"0"0"-44"16,0 0 3-16,50 47 2 16,-34-27-2-16,-1 0 0 15,-3-2 0-15,0-2 1 16,-3-3 0-16,-2-4 0 16,-3-4 0-16,1-1 0 15,-3-4 1-15,1 0 33 0,2-8 14 16,1-4-45-16,0-6-2 15,3-3 0-15,0-1 0 16,1-1-1-16,1 2 0 16,3 1 1-16,-2 6 2 15,3 1 3-15,0 5-6 0,2 2 1 16,1 5-1-16,0 1 0 16,2 0 0-16,0 0 0 15,-1 3 0-15,-2 2 1 16,1 1-2-16,-3-2 2 15,-1-1-1-15,-1-2 1 0,-1-1-1 16,-2 0 1-16,-2-1 0 16,-3-5 0-16,-2-1 0 15,-3 2-1-15,0-1-6 16,-13 4-12-16,-7 2 6 16,-2 0 6-16,-7 2 2 0,0 9 1 15,0 5 12-15,3 2-9 16,6 1 1-16,6 1 2 15,7-2-2-15,7 2 1 16,0-3-1-16,19-3 1 16,11 0-4-16,13-8-12 0,9-3-48 15</inkml:trace>
  <inkml:trace contextRef="#ctx0" brushRef="#br0" timeOffset="10219.12">19615 1258 69 0,'0'0'-16'0,"-60"-3"21"0,29 3-2 0,3 7-2 0,-1 9 1 15,2 5 4-15,2 8 5 16,3 6-7-16,5 9 0 16,6 2 1-16,6 6-2 15,5 2-1-15,0 0 2 16,9-1 2-16,4-1 1 0,3-1 2 15,1-4-4-15,-2 0 1 16,-2-2-2-16,-1-5 1 16,-5 0-1-16,-2-5 0 15,-5 1 0-15,-8-5 4 0,-10-1 0 16,-7-8-4-16,-4-6-28 16,-2-10-41-16</inkml:trace>
  <inkml:trace contextRef="#ctx0" brushRef="#br0" timeOffset="10746.32">19060 1937 84 0,'0'0'116'0,"0"0"-105"16,4-43-1-16,13 32-4 16,5 3-5-16,7 0 2 0,5 0-3 15,9 0 0-15,2 2 0 16,5 0 0-16,2 0 0 15,-2 1 1-15,0 0-2 16,-5 1 1-16,-4-2-2 16,-8 2 1-16,-6-2 0 0,-9 3 0 15,-5 1 1-15,-7 0 0 16,-4 1 1-16,-2 1 3 16,-3 0-9-16,-4 4-4 15,-5 6-2-15,1 3 11 16,0 2-1-16,7 1 0 15,3 0 3-15,1-2 1 16,0 1-4-16,6-3 2 0,7-1-4 16,-1-2 2-16,4-5 5 15,2-1-2-15,2-3 2 16,3 0-1-16,-4-12-2 16,4-3 1-16,-4-1-1 15,0-5 1-15,-1 1-2 0,-7 0 1 16,-1 3-1-16,-2 4 0 15,-6 6 4-15,-1 3 23 16,-1 4-8-16,0 0-17 16,0 0-12-16,0 11 11 0,0 2-2 15,3 4 1-15,4 3 1 16,1-2 1-16,3 2-3 16,0-1 0-16,1 1-14 15,-2-5-23-15,0-5-25 16,1-3-31-16</inkml:trace>
  <inkml:trace contextRef="#ctx0" brushRef="#br0" timeOffset="11095.04">19992 1870 127 0,'0'0'31'0,"0"0"-17"0,0 0 10 0,39-34-18 0,-26 31-4 15,2 2-1-15,0 1-2 16,-1 0 1-16,1 5-2 15,-3 4 0-15,-3 2 0 16,-3 2-1-16,-2 0 0 0,-3-2 1 16,-1-2 2-16,0-2-3 15,0-3 0-15,-2-1-2 16,-2-3 10-16,2 0 22 16,-2-3-7-16,2-4-1 0,2-6-8 15,0-1-6-15,8-3 3 16,1 0-5-16,4 1-1 15,3 2-1-15,2 4-1 16,-1 3 0-16,4 4-1 16,-2 3 1-16,2 0-1 15,0 7 1-15,-2 6-1 16,-1 4-8-16,-3 3-31 0,0-3-22 16,-2 0-5-16</inkml:trace>
  <inkml:trace contextRef="#ctx0" brushRef="#br0" timeOffset="11554.16">20572 1805 72 0,'0'0'10'0,"0"0"2"16,10-41 28-16,-10 33-9 16,0 4-13-16,-8 3-3 15,-1 1-14-15,0 0-2 0,-4 4-5 16,2 6 12-16,4 3-8 15,0 4 2-15,5 0 4 16,2 1-3-16,0-2-1 16,13-2 3-16,1 0-4 15,4-5 3-15,3-1 2 0,2-5 2 16,3-3-2-16,0 0 0 16,1-3-1-16,0-8-3 15,-3-7 2-15,0-4-2 16,-5-2 1-16,-2-3-2 15,-3-3-6-15,-5 2-6 0,-2 0 0 16,-4 2 3-16,-3 4 5 16,0 5 5-16,0 5 18 15,-8 5-3-15,0 5-9 16,0 2-11-16,0 4 8 16,2 11-5-16,2 2 1 0,1 5 2 15,3 1-2-15,0 4 3 16,5 0-1-16,-1 1 0 15,0 1 2-15,-3-1-1 16,-1-3-8-16,0-3-25 16,-7-3-26-16,-4-8-26 15</inkml:trace>
  <inkml:trace contextRef="#ctx0" brushRef="#br0" timeOffset="11665.38">20721 1850 90 0,'0'0'30'0,"0"-43"9"0,7 24-15 0,9 3-5 0,3 3-3 15,7 3-12-15,3 3-4 16,4 0-37-16,5 0-44 16</inkml:trace>
  <inkml:trace contextRef="#ctx0" brushRef="#br0" timeOffset="11955.54">21659 1346 174 0,'0'0'3'0,"0"0"-8"16,-38 41 0-16,12-7 1 15,-6 12 6-15,-5 6-1 0,-1 5 0 16,0 5 2-16,-2 4-1 15,4-1 1-15,3-1 1 16,3-3 2-16,3-6-4 16,3-6-9-16,8-11 11 15,5-9 0-15,6-11-3 16,5-9-48-16,6-9-9 0</inkml:trace>
  <inkml:trace contextRef="#ctx0" brushRef="#br0" timeOffset="12141.07">21743 1550 231 0,'0'0'11'0,"0"0"0"16,0 0-12-16,0 0-6 16,0 0-7-16,0 0-5 15,24 46 23-15,-15-15-2 0,4 6 1 16,3 7 3-16,-2-1 1 15,-5-5-62-15</inkml:trace>
  <inkml:trace contextRef="#ctx0" brushRef="#br0" timeOffset="12893.43">14411 3150 3 0,'0'0'11'0,"-8"51"9"0,6-21-8 0,2 5-2 15,0-1 3-15,9 3-5 16,9 0-1-16,4 2-4 15,7-3 4-15,6 0 5 0,4-2-1 16,3-3 1-16,6-1 3 16,4-3-5-16,4-4 2 15,1-5 0-15,3-4-1 16,0-4-2-16,1-3-3 0,1-5 2 16,-3-2-4-16,3 0-1 15,-4-2 1-15,0-6-1 16,-11-1-2-16,-2-2-13 15,-14 1-65-15</inkml:trace>
  <inkml:trace contextRef="#ctx0" brushRef="#br0" timeOffset="13087.07">15291 3505 144 0,'0'0'15'0,"0"0"40"0,0 0-20 15,0 0-23-15,0 0-20 16,0 0 3-16,0 0 5 16,0 0 1-16,41 38 1 15,-27-7-1-15,-3 8 1 0,-10 7-17 16,-1 7-64-16,-15 2-81 16</inkml:trace>
  <inkml:trace contextRef="#ctx0" brushRef="#br0" timeOffset="13606.7">16179 3462 177 0,'0'0'-4'16,"0"0"9"-16,0 0 1 15,49-23-4-15,-32 23-1 0,0 0-1 16,2 4-1-16,2 8 1 16,0 4-2-16,-1 4 3 15,-2 2 0-15,-2 2 1 16,-4-1 2-16,-4-3-3 16,-6-1-2-16,-2-4 1 15,0-2-1-15,-12-3 2 0,0-2 2 16,-2-5 2-16,0-1-4 15,-1-2 6-15,3 0 2 16,1-9-2-16,2-5 0 16,3-5 0-16,5-2-4 0,1-6 1 15,7-3-6-15,9 0 2 16,4 1 0-16,7 1 0 16,4 6-6-16,0 2-38 15,0 6-38-15</inkml:trace>
  <inkml:trace contextRef="#ctx0" brushRef="#br0" timeOffset="14018.9">16614 3512 162 0,'0'0'3'0,"0"0"-3"15,0 0 0-15,0 0 1 16,44 10 3-16,-31-10 0 15,1 0-3-15,1 0 1 16,1-6 1-16,-3-1-1 16,1-3 0-16,-5-1-2 0,-2 1 1 15,-3-2 1-15,-1 2-1 16,-3-1-1-16,0 4 0 16,-2 0 0-16,-4 1 2 15,-5 5-2-15,1 1-1 16,-4 0 8-16,1 8-5 0,0 5-2 15,3 4 0-15,1 2 0 16,5 1 0-16,1 0 1 16,3-2 2-16,0-1-1 15,9-4 0-15,4-2 0 16,4-1 0-16,4-4 2 0,4-1 0 16,2-3 1-16,0-2-3 15,2 0-10-15,0-9-13 16,-2-4-9-16,-2-5-6 15,-4-5-5-15,0-4-37 16</inkml:trace>
  <inkml:trace contextRef="#ctx0" brushRef="#br0" timeOffset="14224.81">16998 3114 177 0,'0'0'-3'16,"0"0"39"-16,0 0-21 15,0 0-21-15,0 0 4 16,0 0-3-16,-18 50-1 16,18-19 5-16,0 2 0 15,3 5 2-15,3 3 0 0,0 2 1 16,1 5 0-16,-3-2-4 16,-2-4-56-16,1-5-38 15</inkml:trace>
  <inkml:trace contextRef="#ctx0" brushRef="#br0" timeOffset="14572.99">17165 3489 162 0,'0'0'3'0,"0"0"-9"15,0 0 8-15,0 0 2 16,0 0-3-16,0 0-1 15,0 0 1-15,47-17-3 16,-34 9-3-16,1-1-3 16,-3-2 3-16,-1-1 3 0,-1 1 2 15,-5 1 0-15,-2 0 0 16,-2 4-3-16,-1 2-2 16,-7 1 4-16,-6 3 1 15,1 0 3-15,-3 7 3 16,3 5 3-16,2 1-9 15,-1 2 3-15,6 1-2 0,2 1 0 16,3-1 1-16,1-1 2 16,0-1-2-16,9 1 1 15,5-3 0-15,0-2-4 16,5-7-46-16</inkml:trace>
  <inkml:trace contextRef="#ctx0" brushRef="#br0" timeOffset="14895.12">17475 3441 97 0,'0'0'121'0,"0"0"-112"15,0 0-7-15,41-6-2 16,-30 6 0-16,3 8 0 16,-1 4 0-16,3 0 0 15,-2 2 2-15,1 0-2 16,-1-1 0-16,-1-5 1 0,1-1-1 15,-4-3 0-15,-3-3 2 16,0-1-1-16,-3-2 8 16,-1-8 33-16,-1-7-20 15,2-4-11-15,-2-2-6 16,1-4-3-16,1 3-2 0,3 1 0 16,-2 3-1-16,1 3-1 15,2 7-5-15,3 4-21 16,1 5-21-16,1 1-4 15,1 3-4-15,-1 4-3 16</inkml:trace>
  <inkml:trace contextRef="#ctx0" brushRef="#br0" timeOffset="15238.68">17990 3367 69 0,'0'0'18'0,"0"0"23"0,0 0 4 16,0 0-2-16,0 0-23 15,0 0-18-15,0 0-5 16,0 0 2-16,-36-10-1 16,14 24 5-16,5-1-3 15,0 3-1-15,4 1 6 0,1-2-4 16,6 1 0-16,4-2 1 16,2-4 2-16,0-2-4 15,11-2-12-15,3-4 1 16,5-2 10-16,2-2-6 15,3-6 4-15,1-4 1 16,-2 0-4-16,-2-1 5 0,-4 3 1 16,-5 3 2-16,0 1 6 15,-7 4-1-15,1 2-5 16,-2 0-2-16,-2 1-2 16,-1 7-21-16,-1 1-29 0,0-1-18 15</inkml:trace>
  <inkml:trace contextRef="#ctx0" brushRef="#br0" timeOffset="15648.54">18196 3403 87 0,'0'0'67'0,"0"0"-36"15,0 0-8-15,38-29-16 16,-30 29-6-16,-2 0-1 15,-2 0-1-15,-2 10-2 0,0 2-4 16,-2 5 7-16,0-2 3 16,0 3 0-16,0 0-1 15,0-4-6-15,0-4 0 16,0-2 2-16,0-3-1 16,0-3 1-16,2-2-4 0,-1 0 6 15,3-2 11-15,2-7-9 16,2-5-1-16,1 0 2 15,3-2-1-15,0-4 2 16,1 4-1-16,3-2 1 16,0 2 0-16,2 2-2 15,1 1 1-15,0 5-2 0,1 2 4 16,-1 3-3-16,-1 3-1 16,-2 0-1-16,2 3 0 15,-3 9 0-15,-4 2 0 16,-1 1-2-16,-2 3 0 0,-4 0-34 15,1-4-17-15,0-4-38 16</inkml:trace>
  <inkml:trace contextRef="#ctx0" brushRef="#br0" timeOffset="16156.2">18824 3249 154 0,'0'0'8'0,"0"0"29"0,0 0-17 0,0 0-16 15,0 0-11-15,0 0 4 16,0 0 3-16,-38-17-4 16,29 28 7-16,0 2-2 15,0 4 0-15,4-1 0 0,1 4 0 16,2 1 0-16,2-1 1 15,0-1 1-15,4-1-3 16,5-4 0-16,3 1 0 16,1-7 6-16,7-4-5 15,-3 2 5-15,6-6-4 16,1 0 0-16,2 0 1 0,1-6-2 16,-1-4 0-16,-1-1 0 15,-1-2 1-15,-5 0-1 16,-3-2-1-16,-3-2 1 15,-3 2-2-15,-6 0 1 16,-2-1 0-16,-2 5 0 0,0 1-3 16,-3 1 6-16,-8 6-4 15,-1 2 1-15,-3 1 0 16,0 0-4-16,1 6 5 16,1 4 0-16,5 1 1 15,2 5-1-15,6-1 0 16,0 2 1-16,12 3-1 0,11 0 0 15,7-3-7-15,4-1-45 16,10-8-136-16</inkml:trace>
  <inkml:trace contextRef="#ctx0" brushRef="#br0" timeOffset="18617.43">19809 2743 214 0,'4'-22'7'0,"-2"6"1"0,0 9-3 0,0 7-4 0,-2 2-9 15,0 17-2-15,0 10-4 0,-6 12 11 16,-4 14 5-16,-1 17-2 16,-7 11 6-16,-5 12-5 15,-1 10 2-15,-3 5 0 16,-2-3-2-16,4-13 1 16,1-5 1-16,10-13-1 0,1-12-1 15,8-14-32-15,5-16-63 16</inkml:trace>
  <inkml:trace contextRef="#ctx0" brushRef="#br0" timeOffset="19172.81">20358 3013 142 0,'0'0'56'16,"0"0"-53"-16,0 0 2 0,0 0-7 16,0 0-3-16,-44-21-15 15,24 22 4-15,-6 7 12 16,1 3 2-16,2 2-4 15,-1 1 5-15,-1 4 3 16,-1 2-4-16,5-1-2 0,2-1 4 16,6-1 3-16,5-2-2 15,5-3 0-15,3 1 1 16,8-6 3-16,8 2 2 16,6-4-2-16,1 1-1 15,3-5-1-15,1 0-1 16,-2-1-1-16,-1 0 1 0,-8 0-2 15,-1 0 0-15,-6 0 0 16,-5 1 0-16,-4 3-3 16,0 3-4-16,-7 4 9 15,-5 2-1-15,-2 4 3 16,1 3-1-16,1 0-1 0,2 0 1 16,7-5-2-16,1 0 2 15,2-5-1-15,2-2 4 16,11-5 3-16,4 0 7 15,9-3-6-15,2 0-7 0,6-4-2 16,2-9-10-16,0-3-43 16,-5-2-17-16</inkml:trace>
  <inkml:trace contextRef="#ctx0" brushRef="#br0" timeOffset="19406.83">20582 2881 202 0,'0'0'-1'0,"0"0"-2"0,0 0 0 0,-6 54-13 0,6-30 0 0,0 9 25 16,0 1-1-16,7 4-3 15,2 1-3-15,0-1 2 16,2 2 1-16,2-3-2 15,-2-4 2-15,0-2 0 0,-1-4-31 16,-1-8-81-16</inkml:trace>
  <inkml:trace contextRef="#ctx0" brushRef="#br0" timeOffset="19750.39">20735 3256 254 0,'0'0'8'0,"0"0"-9"16,0 0 4-16,0 0-3 0,0 0 1 15,42-1 0-15,-26-5 1 16,2 0-3-16,-1-3-2 16,0-2-3-16,0-3-4 15,-3 1 5-15,-4 1 5 16,-5-1 1-16,-2 1-1 0,-3 4 1 15,0 5 2-15,-5 3-6 16,-6 0-1-16,-2 7-1 16,0 9 3-16,3 0 2 15,2 2 1-15,5 0 0 16,3 0 2-16,0 0-2 16,6-2 1-16,6-1-1 0,2-2-3 15,5 0-20-15,-1-6-39 16,2-4-26-16</inkml:trace>
  <inkml:trace contextRef="#ctx0" brushRef="#br0" timeOffset="20317.97">21148 3192 89 0,'0'0'25'0,"0"0"-5"15,0 0 6-15,0 0-21 16,34-15-5-16,-26 22 0 0,1 4 0 15,-2 2-3-15,0 4 2 16,-2-1 1-16,-1 1-1 16,-3-2-1-16,-1-2 2 15,0-3-1-15,0-1-2 16,0-3 4-16,0-4-1 16,0-2 4-16,-1 0 9 0,0 0-1 15,1-6-4-15,0-5-7 16,0 0-4-16,5-3 6 15,3-1-3-15,3 0 0 16,2 2-2-16,4 1 3 0,1 1 2 16,1 5 0-16,0 3-3 15,1 3 0-15,-3 0 1 16,2 0-1-16,-1 9-1 16,-4 2-1-16,-2 1-1 15,-2-1 2-15,-1 3-1 16,-4-1 2-16,-5-4-1 0,0 0-2 15,0-4 0-15,-4 0-6 16,-4-3 6-16,1-2 3 16,-1 0 5-16,3 0 3 15,3-9-1-15,2-2 5 0,0-2 2 16,6-4 0-16,9-1-10 16,6 2-3-16,0 2 0 15,0 1 0-15,1 3 3 16,0 6 2-16,0 4-2 15,-5 0-2-15,1 0-1 16,-3 9-2-16,0 4 1 16,-5 3-1-16,-3 0-4 0,-5 2-38 15,-1-6-29-15</inkml:trace>
  <inkml:trace contextRef="#ctx0" brushRef="#br0" timeOffset="20681.55">21711 3243 227 0,'0'0'-10'0,"0"0"11"0,0 0 0 0,48-4 1 0,-35 3-2 16,3-1 1-16,1 0-2 15,-3-2 1-15,1-1 0 16,-1-1 0-16,-1-1 1 0,-4-1-1 15,0-1 1-15,-4 1 0 16,-5-1-1-16,0 2 0 16,0 4 2-16,-8-1-1 15,-5 4 0-15,-2 0-4 16,-3 0 4-16,2 10-1 16,1 1 0-16,5 2 2 0,2 1-1 15,5 2 1-15,3 1 1 16,0-3-1-16,0 2-3 15,8-2 6-15,4-3-4 16,2 2-1-16,4-3-5 16,1-3-31-16,0-3-28 0,1-4 0 15</inkml:trace>
  <inkml:trace contextRef="#ctx0" brushRef="#br0" timeOffset="21060.35">22009 3224 20 0,'0'0'46'0,"0"0"-4"15,0 0-1-15,0 0-14 16,0 0-2-16,37-33-17 16,-30 33-7-16,-3 1-2 15,2 6 0-15,0 3-4 16,-1 3 5-16,-2 0 0 16,0 1 0-16,-1 0 0 0,-1-2 0 15,-1-3 0-15,0-1 0 16,0-4-3-16,0-1-4 15,-3-2 6-15,-2-1 9 16,2 0 2-16,1-4-4 16,2-4 1-16,0-2 1 0,4-2-5 15,8-1 0-15,5 1-3 16,5-1-1-16,2 4 2 16,1-1-1-16,1 6 0 15,0 1 1-15,-1 3 0 16,-2 0-1-16,-2 4 1 0,1 6-1 15,-6 2 0-15,-2-1 0 16,-6 2 0-16,-4 1-4 16,-4-2-27-16,0-1-17 15,-8-4-10-15</inkml:trace>
  <inkml:trace contextRef="#ctx0" brushRef="#br0" timeOffset="22460.94">22360 2856 182 0,'2'-8'4'0,"4"3"6"0,1 2-7 0,-2 3-2 16,-1 3-2-16,-1 8-2 16,-1 9 2-16,0 7 6 0,4 7-3 15,-3 6 0-15,3 4 0 16,1 0 0-16,0-2-1 15,2-2 1-15,0-7-1 16,-1-3 1-16,0-6 0 16,0-4-1-16,0-1 0 0,-4-2 2 15,-1-2-2-15,-3-1-1 16,0-4-39-16,-3-5-41 16</inkml:trace>
  <inkml:trace contextRef="#ctx0" brushRef="#br0" timeOffset="23026.27">22306 3188 147 0,'0'0'-2'16,"0"0"10"-16,0 0-1 0,0 0-18 16,0 0 10-16,0 0 5 15,0 0-1-15,0 0 2 16,51-13 2-16,-32 12 3 15,4-2 3-15,0 0-1 16,2-1-3-16,2 1-6 16,1-1-1-16,-2-2-1 0,0 1 0 15,-1 0 0-15,1 1 1 16,-1-2-1-16,-2 2 2 16,-1-2 0-16,-2 2 0 15,0 1-3-15,-7 2 0 16,-2-1 1-16,-4 1-2 15,-5-2 2-15,-2 3-2 0,-3 0-1 16,-12 0 0-16,0 0-2 16,-6 0 2-16,-1 0 4 15,1 0-2-15,0 7 4 16,2 3-4-16,4 0 1 16,1 4-1-16,5 0-1 0,4 1 2 15,3-1 0-15,2-3-2 16,0 3-2-16,10-4 1 15,6 2 1-15,-1-4 6 16,4 1-3-16,0-2 0 0,2-2 1 16,-3 0-1-16,-5-2-1 15,-4 0 0-15,-2-1-1 16,-5-2 0-16,-2 2-1 16,-9 0 2-16,-5-2 3 15,-6 3-6-15,-3-1 7 0,-2 2-1 16,0 2-3-16,6-2-4 15,8-2-27-15,8-2-66 16</inkml:trace>
  <inkml:trace contextRef="#ctx0" brushRef="#br0" timeOffset="23365.49">23265 3035 264 0,'0'0'0'0,"0"0"-2"0,0 0-22 0,0 0 24 0,-50 22-1 16,30-2 4-16,1-1 1 16,4 2-3-16,5 0 1 0,5-2 1 15,4-4-4-15,1-2-3 16,0-3 0-16,8-6 2 15,3-2 5-15,3-2-2 16,3 0 0-16,-1-6 2 16,0-7-1-16,-2-1-1 15,-3-4 0-15,-5-2 1 16,-4-3 2-16,-2 3-3 0,0 2-5 16,-9 2-5-16,-4 2-11 15,0 3-30-15,3 2-26 16</inkml:trace>
  <inkml:trace contextRef="#ctx0" brushRef="#br0" timeOffset="23623.03">23397 2853 215 0,'0'0'1'0,"0"0"-9"16,1 40 2-16,-1-15 4 15,0 8 6-15,0 9-3 16,0 3 0-16,0 0 2 16,0 2-1-16,0-6-1 15,0-3 1-15,0-4 0 0,0-5-1 16,0-5 3-16,-5-4-4 16,-3-6-3-16,0-3-17 15,-1-8-20-15,-1-3-4 16,2-3-17-16</inkml:trace>
  <inkml:trace contextRef="#ctx0" brushRef="#br0" timeOffset="23712.81">23370 3161 111 0,'0'0'0'16,"50"-34"1"-16,-17 14-9 0,4 3-93 16</inkml:trace>
  <inkml:trace contextRef="#ctx0" brushRef="#br0" timeOffset="23927.86">23995 2823 173 0,'0'0'-3'15,"0"0"1"-15,-7 47 4 16,-1-22-2-16,-1 5 1 0,0 3 0 15,1 2-1-15,0-2-9 16,1 0-10-16,1-5-1 16,0-6 0-16,1-5-14 15</inkml:trace>
  <inkml:trace contextRef="#ctx0" brushRef="#br0" timeOffset="24226.05">23966 2839 100 0,'0'0'12'0,"61"-11"-11"16,-29 11 6-16,1 0 0 16,-2 2-5-16,-3 11 2 0,-2 1-9 15,-4 7 0-15,-6 2 3 16,-3 7 6-16,-9-2 0 15,-4 4-4-15,0-3 6 16,-10 0-2-16,-8-3-2 16,-5-5 3-16,1-3-1 15,-8-5 3-15,1-3-5 16,-2-3 4-16,1-5 3 0,3 0-3 16,2-2-13-16,7-3-55 15</inkml:trace>
  <inkml:trace contextRef="#ctx0" brushRef="#br0" timeOffset="24552.89">24332 2803 89 0,'0'0'0'0,"0"0"-2"16,0 0 1-16,-4 54 3 16,-5-30 1-16,-2 2 3 15,0 2-3-15,1-1-2 0,5 0 4 16,-2-3 0-16,5-5 0 16,2-3 9-16,0-5 3 15,6-3 11-15,10-2 10 16,7-4-1-16,6 0-7 0,9-2-17 15,10 3-9-15,2-1-3 16,6 3 0-16,4 1-2 16,-3-3-45-16,0 1-74 15</inkml:trace>
  <inkml:trace contextRef="#ctx0" brushRef="#br0" timeOffset="25729.1">14573 4709 108 0,'0'0'1'0,"0"0"2"0,0 0 1 0,0 0 1 16,0 0-4-16,0 0-1 15,0 0 2-15,0 0-1 16,0 0 0-16,0 0 0 0,-34-13-1 15,31 13 0-15,3 0-1 16,0 0-2-16,0 0-3 16,0 0 4-16,0 0 1 15,0 6 0-15,0 1 1 16,0 0 0-16,0 6 0 16,3 0 0-16,2 1 0 15,2 3-1-15,0-1 2 0,5-1-1 16,2 1-1-16,1-2 0 15,5 0 3-15,4-1 8 16,1 1-4-16,4 2 0 16,2-2-2-16,3-1-3 0,0 4 3 15,2-3-1-15,2 0 0 16,-1-1 2-16,2-1-1 16,4-1-1-16,-1-3 0 15,0-2-1-15,1-2 1 16,-1-1 0-16,1-3 4 0,-7 0 6 15,-1 0 0-15,-2 0-5 16,-5-3-1-16,-2 0-2 16,-1-1-3-16,-8 0-1 15,0 1 1-15,-4 0-2 16,-4 3 1-16,0-1-11 0,-6-1-35 16,-3 0-50-16</inkml:trace>
  <inkml:trace contextRef="#ctx0" brushRef="#br0" timeOffset="25911.22">15429 4858 145 0,'0'0'4'0,"0"0"8"0,0 0-2 0,0 0-5 16,38 42 2-16,-36-10-7 15,-2 6-1-15,-3 12 1 16,-18 3 5-16,-8 6-30 16</inkml:trace>
  <inkml:trace contextRef="#ctx0" brushRef="#br0" timeOffset="28082.98">16762 4793 137 0,'0'-3'9'0,"0"0"21"0,0 3-8 0,0 0-20 0,0 4-4 15,0 9-3-15,0 6 0 16,0 5 1-16,0 6 3 0,1 4 5 15,6 4-1 1,-4 2-1-16,1 1 2 0,-2-4-2 16,2-2-1-16,-4-3 1 15,0-7-2-15,0-2-5 16,0-6-17-16,0-7-33 16</inkml:trace>
  <inkml:trace contextRef="#ctx0" brushRef="#br0" timeOffset="28438.81">16754 4824 136 0,'0'0'1'0,"14"-38"8"15,-4 22-1-15,2 2 0 16,2 4-3-16,-1-1 0 0,1 5 8 15,-1 0 0-15,-2 3-6 16,3 3-3-16,-2 0-7 16,2 1 1-16,-6 10 4 15,-1 4 1-15,-3 1 0 16,-3 3 0-16,-1 2-3 0,0-1-1 16,-7-2-2-16,-6-4 1 15,-6-1 1-15,-1-2 4 16,-1-2 3-16,-2-3 0 15,-1-2-1-15,4-2 3 16,1 0-6-16,6-2 1 16,4 0-1-16,5 0-1 0,4 0-18 15,4-8-106-15</inkml:trace>
  <inkml:trace contextRef="#ctx0" brushRef="#br0" timeOffset="29083">17091 4840 145 0,'0'0'2'0,"0"0"-3"16,0 0 1-16,0 0 2 15,0 0 2-15,0 0-3 16,0 0-2-16,0 0 0 15,0 0 2-15,21-23 0 16,-19 15 0-16,-2-1 0 0,0 2-1 16,0-1 4-16,-4 3-1 15,-4-1 0-15,-2 4-3 16,0 0 3-16,-1 2-1 16,2 0-1-16,-1 7 1 15,5 5-2-15,-1 1-1 16,5 2 1-16,1 2-1 0,0 1 1 15,0-3 0-15,7-1 2 16,0 0-1-16,2-4-1 16,2-1-1-16,0-3 0 15,2-1 3-15,1-2 1 0,-2-2-2 16,3-1 0-16,-2 0 0 16,-2 0-1-16,0-5 2 15,-2-1-1-15,-4-1 0 16,1-2 1-16,-1 1 3 0,-3-1 2 15,0-2-7-15,0 1 1 16,1 0 0-16,1 0-1 16,-1 1 1-16,1 1 1 15,3 1 1-15,4 0 2 16,0 1 1-16,2 2-2 16,3 0-2-16,0 2-1 0,0 2-1 15,3 0 2-15,-3 0 0 16,0 3-1-16,-5 4-1 15,-2 4-1-15,0 2 1 16,-4 0 0-16,-1 1 3 16,-2-1-3-16,0 1 4 0,-2 0-8 15,0-2-18-15,2-5-33 16,2-5-52-16</inkml:trace>
  <inkml:trace contextRef="#ctx0" brushRef="#br0" timeOffset="29406.77">17583 4698 0 0,'0'0'29'0,"0"0"-5"0,-42 13-8 0,28-2-4 16,1 2 1-16,2 2 1 16,3 1-5-16,3 0 1 0,3 1 1 15,2-2-1-15,0 1 2 16,2-2 0-16,8-3 2 16,4 1 5-16,1-2-6 15,4-2 0-15,4-2-8 16,2-2 0-16,0-1 4 0,1 1-6 15,4-4-4-15,-3 0-32 16,-2-2-69-16</inkml:trace>
  <inkml:trace contextRef="#ctx0" brushRef="#br0" timeOffset="29818.46">17795 4813 22 0,'0'0'5'0,"0"0"14"16,0 0 4-16,0 0 9 16,0 0 17-16,0 0-8 15,0 0-9-15,40 8-20 16,-23-15-6-16,0-1-4 0,1-1 0 15,-5-1 0-15,-1 0-1 16,-4 1 1-16,-3 0 5 16,-3 0 1-16,-2 2-2 15,0 0-6-15,-10 3-4 0,-4 4-2 16,0 0 2-16,-2 0 1 16,1 7 4-16,-1 6-2 15,3-1 2-15,2 4-2 16,3 3 1-16,5-1 1 15,3 1 1-15,0-1-4 16,11-4 3-16,3 2-4 0,6-5 5 16,3-1 0-16,2-6-3 15,2-1-32-15,-2-3-65 16</inkml:trace>
  <inkml:trace contextRef="#ctx0" brushRef="#br0" timeOffset="30074.44">18085 4727 127 0,'0'0'27'0,"0"0"11"15,0 0-6-15,0 0-33 16,0 0-4-16,0 0 3 16,0 0 2-16,0 43 0 15,0-17 2-15,0 1 1 16,2 2-2-16,2-1 0 15,-2 1 0-15,0-6-1 0,-1 0 0 16,-1-5 2-16,0-5-1 16,0-3-1-16,0-6-3 15,-1-4-34-15,-3 0-8 16,-3-7-11-16</inkml:trace>
  <inkml:trace contextRef="#ctx0" brushRef="#br0" timeOffset="30321.5">18087 4770 84 0,'0'0'22'16,"23"-38"10"-16,-6 26-7 0,2 0-8 16,3 3-8-16,1-1-2 15,0 7-4-15,-1 2 0 16,0 1-3-16,-8 0 0 16,-1 8 0-16,-6 4 0 15,-5 1 0-15,-2 1 0 16,-3 4-6-16,-10-1 1 0,-5 0 4 15,-2-1 4-15,-4-3 3 16,-2-2 1-16,0 0 0 16,0-3-2-16,0-1-1 15,1-2 0-15,2-3-32 16,3-2-87-16</inkml:trace>
  <inkml:trace contextRef="#ctx0" brushRef="#br0" timeOffset="30646.09">18479 4473 48 0,'0'0'23'0,"0"0"-21"16,0 0 9-16,0 50 2 16,1-30-2-16,1 6-3 15,1-1 2-15,3 2-2 0,-3 0 2 16,1-1-5-16,2 2 0 16,-3-5-2-16,-1 2-1 15,0-2-1-15,0-3 2 16,-2 1 0-16,0-4-3 15,-3-4-24-15,-3-5-93 16</inkml:trace>
  <inkml:trace contextRef="#ctx0" brushRef="#br0" timeOffset="31185.01">18394 4708 69 0,'0'0'59'0,"0"0"-30"0,0 0-10 0,0 0-13 15,0 0-5-15,0 0-1 16,0 0 1-16,48-22-1 0,-35 21-1 16,2 1 2-16,0-1-1 15,4-1 2-15,-1 2 1 16,1 0 1-16,3 0-2 16,0 0-1-16,-2 0-1 15,-1 0 2-15,-1 0-2 16,-4 0 0-16,-3 3 0 0,-1 1-2 15,-2 2 2-15,-4-3 2 16,1 1-4-16,-3 0 2 16,-2 1-7-16,0-2-30 15,0-1-44-15</inkml:trace>
  <inkml:trace contextRef="#ctx0" brushRef="#br0" timeOffset="31711.63">18690 4675 127 0,'0'0'20'0,"0"0"10"0,0 0-16 15,0 0-1-15,0 0 2 0,41-15-3 16,-28 13-4-16,0 2 1 16,1 0-4-16,2 0-3 15,0 6-3-15,0 5 0 16,0 3 1-16,-1 3 0 15,-3 2-1-15,-4 2 1 16,-3-1 0-16,-3-2 0 0,-2 0-2 16,0-3 0-16,-7-2 1 15,-1-3-4-15,-4-3 6 16,0-2 1-16,0-4 3 16,3-1-5-16,1 0 4 0,2-5 4 15,2-7 0-15,2-3 6 16,2-3 6-16,0-4-13 15,4 0 2-15,7-5-2 16,3 3-4-16,4-3-3 16,2 1 0-16,-2 1 0 0,5 3 0 15,-1 5-6-15,-2 2-25 16,-1 3-41-16,0 5-147 16</inkml:trace>
  <inkml:trace contextRef="#ctx0" brushRef="#br0" timeOffset="32137.67">19131 4672 82 0,'0'0'21'0,"0"0"8"0,0 0-10 0,0 0-3 15,0 0 3-15,0 0-4 16,0 0-13-16,-41-13-3 16,35 22 0-16,0 2 0 0,0 3 0 15,3 1 1-15,3 0 1 16,0-2-1-16,0 0 0 16,4-2 1-16,7-1-1 15,1-6 5-15,4-1 2 16,-2-3 7-16,4 0-3 15,1 0-2-15,0-7-2 0,-1-3-3 16,-1-1 2-16,-1-3-2 16,-3 0 2-16,-4-1-2 15,-2-3 6-15,-7 1 0 16,0 1-2-16,-7-1-8 0,-8 6 1 16,-4 2-5-1,-5 5-5-15,1 4 4 0,-1 0-8 16,1 7-9-16,6 3-16 15,3 0-61-15</inkml:trace>
  <inkml:trace contextRef="#ctx0" brushRef="#br0" timeOffset="32595">19356 4600 166 0,'0'0'5'0,"0"0"1"0,0 0-5 15,0 0-1-15,36 2 0 16,-28 6-1-16,-1 3 0 0,1 0 1 16,-1 2 0-16,-1 2 1 15,-1-3-1-15,0 1 2 16,-2-2-2-16,-1-1 1 15,-1-4 1-15,1-2-1 0,-2 0 1 16,0-4-1-16,0 0 2 16,0 0 17-16,1 0 24 15,1-4-35-15,3-3-2 16,-2 0 1-16,5-3-4 16,0-3-1-16,3 2-4 0,3-2 0 15,1 0 1-15,1 1-2 16,1 0 1-16,0 5 0 15,-1 1-1-15,0 3 1 16,2 3 0-16,2 0-1 16,-3 2 1-16,2 7 1 15,0 3 0-15,-3 2 0 0,-1 5 0 16,-3 0-15-16,-5 2-40 16,-5-3-49-16</inkml:trace>
  <inkml:trace contextRef="#ctx0" brushRef="#br0" timeOffset="38254.15">17175 5277 20 0,'0'0'21'0,"0"0"7"0,0 0-2 16,0 0-7-16,0 0-1 15,0 0-4-15,0 0 3 16,0 0-9-16,-38-15-6 16,35 13-1-16,0 2-1 15,1 0 0-15,0 0 0 0,-3 0-1 16,2 0 0-16,0 0 0 16,1 3 1-16,-2 0 0 15,2-2-1-15,1 2 1 16,1-3-2-16,0 0 2 0,0 0-2 15,0 0 1-15,0 0-4 16,0 0 5-16,5 3 0 16,4-3 2-16,1 2 1 15,4 0-2-15,1-2-2 16,6 3 1-16,0-1 0 0,3 0-3 16,9-2 1-16,4 0-3 15,7 0 3-15,7-4 4 16,6-2 0-16,7-2 2 15,8-3 2-15,8-1-1 16,4 1 2-16,4 0 2 16,6-1 2-16,5 5-5 0,3-3-3 15,-2 5-1-15,6 0-1 16,-2 1 0-16,-1 0 1 16,-4 0-1-16,-1 0 1 15,-2-1-1-15,-6-1-1 16,-1 1 1-16,-8-3-1 0,-5 3 0 15,-3-1 0-15,-12 0 0 16,-7 2 0-16,-10 1 0 16,-7-1 0-16,-10 3-1 15,-8-1 0-15,-7 0-1 16,-4 0 0-16,-5-1 23 16,-1 2 3-16,-2 0-10 0,0-1-8 15,0 2-6-15,0 0-9 16,-2 0-60-16,-6-2-73 15</inkml:trace>
  <inkml:trace contextRef="#ctx0" brushRef="#br0" timeOffset="44410.53">16924 5338 145 0,'0'0'6'0,"0"0"22"0,0 0-9 0,0 0-8 16,0 0-7-16,0 0 1 15,0 0 2-15,0 0 4 16,0 0-2-16,0 0 0 15,-41-22-8-15,29 22-1 0,1 0-1 16,-4 4 0-16,0 0 0 16,-1 1 3-16,-1 0-1 15,-2-3-1-15,0-1 0 16,3-1 1-16,-4 0-1 16,2 0 1-16,-2-5 0 15,1 0 0-15,3-4 1 16,-1 1-1-16,-1-2 1 0,1-1-2 15,0-1 0-15,2-1 0 16,-3-2-2-16,3-2 4 16,2-2-2-16,1-2 0 0,1 0 0 15,0-3-6-15,4-2 5 16,-2-1 0-16,2-3-6 16,0 0-4-16,0-1 4 15,1 1 4-15,-1-1 2 16,1 1 0-16,1 3 1 0,0-1-2 15,3 1-1-15,2 0-10 16,0 0 5-16,0 1 4 16,4 1-2-16,2 2 1 15,0-1-5-15,-1 2-11 16,0 1-4-16,1 3 10 16,-2 1 7-16,2 1 5 0,0 1 2 15,0 2 1 1,3 0 1-16,-1 0-1 0,4 2 1 15,2-2 1-15,2 2 1 16,1 0 1-16,2 0-2 16,0 1 4-16,1 2 1 0,-1-2 0 15,3 3-1-15,-2 1 2 16,2 1-4-16,0 0-2 16,2 1 0-16,-1 2-2 15,-1 0 1-15,2-1-1 16,1 3 0-16,1-1 1 15,5 0-1-15,5 1 0 0,0 0 0 16,5 0 0-16,5 0 0 16,0 0 1-16,1 0 0 15,1 0-2-15,0-2 1 16,-1 0 0-16,1-1 0 0,1 1 0 16,6 0 1-1,0-2-1-15,3 1-1 0,6-1 1 16,-2 1 1-16,4-1-1 15,-2 1 1-15,-2 0-2 16,2 0 1-16,-2 0 0 0,1-1 0 16,1 1 0-16,2 2 0 15,3-3 1-15,2 1-1 16,0 0 0-16,2 1 0 16,-2-1 0-16,0 1 0 15,3-1 0-15,-5-1 0 16,0 2 1-16,1-4-1 0,-3 2 0 15,2 0 0-15,-2 1 0 16,-4-1 0-16,1 0 0 16,-3-1 0-16,-1 1 0 15,-4 0 0-15,0 1-1 0,-7-1 0 16,2 0 0-16,-1 1-1 16,-5-2-1-16,0 2 3 15,-4 1 0-15,-2-1 0 16,-4 3 0-16,-4 0 2 15,-4 0-4-15,-6 0 4 16,-4 0-4-16,-3 0 2 16,-5 4 0-16,1 0-1 0,-2 1-5 15,-2 2-8-15,0 0 2 16,-1 0-1-16,-1 3 3 16,0-2 8-16,-2 1 1 15,0-2 1-15,0 4 0 0,-2-2 1 16,0 2-1-16,1 0 2 15,0 2-2-15,0 3 0 16,0 1 0-16,0 2 0 16,-1 3 1-16,0 1-1 15,1 1 0-15,1 3 1 0,1 2-1 16,-1 0 0-16,2 1 1 16,0 1 0-16,2-1 0 15,-4 2 1-15,2 0 0 16,-1 2 1-16,1 0-1 0,-2 2-1 15,-1-1 0 1,1 2-1-16,-2-3 1 0,2 0 0 16,-2-2 1-16,0-5-1 15,0-2 0-15,0-4 4 16,-2-2 5-16,-7-5-2 16,-2-1-1-16,-11-2 4 15,-5 0 2-15,-7-3-2 0,-12 0-2 16,-7-1-8-16,-9 2 2 15,-10-2-2-15,-8 1 0 16,-12-2-26-16,-3-3-122 16</inkml:trace>
  <inkml:trace contextRef="#ctx0" brushRef="#br0" timeOffset="49445.36">14878 6027 13 0,'-12'0'16'0,"0"0"12"0,1 0-11 0,1 1-3 0,0 1-3 15,3 1-6-15,-1-2-2 16,3 3-3-16,-1-1 0 16,1-1 0-16,2 1 0 0,3 0 0 15,0 1 0-15,0 0 0 16,0 3 1-16,2 2 0 16,6 2 0-16,1 0 1 15,3 4-1-15,4 2 0 16,5 1 0-16,1-1 1 15,3 0 1-15,4 0 0 0,6-3-1 16,-1 1 0-16,8-4 0 16,5-1 1-16,7-3-1 15,2 0 3-15,5-3 1 16,6-2 1-16,2-1 1 0,3-1-2 16,1 0-1-16,-4 0 1 15,0-7 0-15,-3-1-1 16,-4-1 2-16,-6 0-4 15,-1-2-1-15,-7 4 0 16,-8-2-2-16,-4 1 2 0,-6 2-2 16,-7 1 0-16,-10 0-9 15,-6-3-37-15,-7 1-61 16</inkml:trace>
  <inkml:trace contextRef="#ctx0" brushRef="#br0" timeOffset="49608.24">16014 6068 203 0,'0'0'-5'0,"0"0"-7"0,46 10 8 0,-25 0 5 16,-2 6 0-16,-2 5-1 16,-3 3-19-16,-6 5-32 15,-7-2-56-15</inkml:trace>
  <inkml:trace contextRef="#ctx0" brushRef="#br0" timeOffset="50309.43">17079 5770 139 0,'0'0'3'16,"0"0"13"-16,0 0-4 15,0 0-14-15,0 0 2 16,0 0-1-16,0 0-1 0,10 48 2 16,-6-24 0-16,1 4 1 15,2 1 0-15,2 3 0 16,-4-1-1-16,5 0 0 15,-2 0 2-15,1 1-2 16,-3-2 1-16,0-1 0 16,-3 0 0-16,-2-5-2 0,-1 1 2 15,0-2-1-15,-3-3 0 16,-7-3 2-16,-2 0-1 16,-2-3 3-16,-1-4-5 15,1-4 5-15,1-2-2 16,3-1-1-16,2-3 2 15,3 0 1-15,1-3 8 0,4-4 0 16,0 0-1-16,0-2-8 16,8 1 0-16,1 2-1 15,5-2-1-15,3 2 0 16,0 0 0-16,3 2 0 16,2 0 1-16,2 1-1 15,-1 3 0-15,0 0-1 0,1 0 1 16,-2 0 1-16,0 2-2 15,1 3 0-15,-6 1 0 16,4 1-3-16,-4-2-12 16,-1 0-23-16,2-4-25 15,2-1-54-15</inkml:trace>
  <inkml:trace contextRef="#ctx0" brushRef="#br0" timeOffset="50521.52">17626 6115 198 0,'0'0'5'0,"0"0"18"0,0 0-15 15,0 0-11-15,0 0 0 0,0 0 2 16,0 0 2-16,3 38 2 16,-2-21-3-16,0-1 3 15,3 1-3-15,-2-2 0 16,0 0-7-16,1-5-17 15,1-4-24-15,3-5-56 16</inkml:trace>
  <inkml:trace contextRef="#ctx0" brushRef="#br0" timeOffset="50668.86">17729 5949 252 0,'0'0'-17'15,"0"0"27"-15,0 0-1 16,-10-40-7-16,10 40-10 16,-2 0-78-16</inkml:trace>
  <inkml:trace contextRef="#ctx0" brushRef="#br0" timeOffset="51102.3">17826 6115 159 0,'0'0'17'16,"0"0"-26"-16,0 0 5 16,40 21 6-16,-30-11-2 0,-1 3 1 15,-4-1 1-15,-1 0 0 16,0-2 1-16,-2 0-1 15,-1-3-1-15,-1 0 1 16,0-4-1-16,0 0 2 16,0 0-3-16,0-3 4 0,0 0 13 15,0 0 14-15,0-4-24 16,0-8-4-16,2 1 5 16,4-3-8-16,0-3 4 15,2-1-4-15,1 3 0 16,3-2-1-16,1 6 11 15,1 1-7-15,1 3-1 16,4 5-3-16,-1 2 1 0,1 0 0 16,-1 3 1-16,-3 9-1 15,1 3 2-15,-9 2 1 16,1 3-1-16,-6 0-15 0,-2-2-15 16,0-4-23-16,0-3-48 15</inkml:trace>
  <inkml:trace contextRef="#ctx0" brushRef="#br0" timeOffset="51465.34">18232 6149 222 0,'0'0'1'16,"0"0"-6"-16,0 0 6 15,0 0-2-15,0 0 1 16,40-11 1-16,-26 8-1 0,-1-1-1 15,2-2-1-15,-4-1 0 16,3-1 1-16,-5-2 1 16,0-2 0-16,-1 2 0 15,-1-3 1-15,-4 2-1 0,-1 1 0 16,-2 2 1-16,0 2 0 16,-1 2 2-16,-7 1 1 15,-5 3-6-15,0 0-4 16,-4 6 4-16,2 6 2 15,-3 3 1-15,5 3-1 16,0 0 2-16,5 1-1 0,4 2 0 16,0-3-1-16,4 0 1 15,1-1-1-15,10-3-9 16,4-1-21-16,4-5-22 16,3-6-64-16</inkml:trace>
  <inkml:trace contextRef="#ctx0" brushRef="#br0" timeOffset="52184.23">18671 6068 190 0,'0'0'8'16,"0"0"8"-16,0 0-3 16,0 0-14-16,-54-24-7 15,33 24 5-15,0 3 6 16,0 7-5-16,2 1 1 15,3 2 1-15,4 1 1 0,2 2-1 16,4-2 1-16,3 0-2 16,1-1 2-16,2 0 0 15,0-3-1-15,5-2-1 16,2-2-7-16,2-3 5 16,3-2 3-16,0-1 0 0,1 0 2 15,1-4-1-15,-3-2 0 16,0-4-1-16,1 3 1 15,-2-1-1-15,-3 2 1 16,0 1 1-16,-1 2 1 16,1 1 2-16,-2 2-5 15,1 0-1-15,-1 2 1 0,0 4 0 16,1 3 0-16,-2 0 0 16,1 2 1-16,-1-4 0 15,0 2 0-15,0-5 0 16,0 0 0-16,-2-2-1 0,0-2 0 15,1 0 2-15,-1-2 1 16,2-5 0-16,1-3-2 16,-1-4 0-16,5 1-1 15,-4-4 1-15,4 2-1 16,-2-1 0-16,4 3 1 16,0 3-2-16,3 0 2 15,-1 5-1-15,2 3-1 0,2 2 2 16,2 0-2-16,-1 3 1 15,0 8-3-15,-1-1 3 16,-1 3 0-16,-1 0 0 16,1-1 0-16,-5-3 1 15,1-2-1-15,-1-1 0 0,1-3 2 16,2-3 0-16,0 0 10 16,2-3 6-16,-1-6 2 15,-2-4-6-15,-1-3-4 16,-3-3 4-16,0-2-2 0,-4-2 0 15,-1 3-7-15,0 0-2 16,-4 5-3-16,0 2-8 16,0 7-46-16,-8 1-38 15,3 3-113-15</inkml:trace>
  <inkml:trace contextRef="#ctx0" brushRef="#br0" timeOffset="52700.26">19832 5965 184 0,'0'0'1'0,"0"0"6"0,0 0 0 0,-47-30-10 16,24 26 6-16,-1 2-4 16,-1 2 3-16,-2 0-3 15,-2 6 2-15,5 4 3 0,-2 2 0 16,2 4-2 0,4 4-1-16,5 0 1 0,3 0-1 15,4-3 2-15,6 4-1 16,2-4-2-16,2-5 2 15,12-1-2-15,2-4 2 16,5-3 2-16,4-4 0 0,-1 0-4 16,1-5 3-16,0-5-1 15,-1-4-1-15,-5-1 0 16,-2 1 4-16,-5 0 5 16,-2 2 5-16,-4 1-2 15,-1 4 7-15,-4 3-4 0,0 1-7 16,0 1-4-16,0 2-6 15,0 0-3-15,1 2-1 16,2 5 2-16,2 4 2 16,0 1-1-16,2 1-11 0,3-1-13 15,3 1-23-15,0-6-23 16</inkml:trace>
  <inkml:trace contextRef="#ctx0" brushRef="#br0" timeOffset="52960.18">20131 5942 189 0,'0'0'6'0,"0"0"8"0,0 0-2 16,0 0-6-16,0 0-8 16,-45-20-1-16,32 30 2 0,-1 4 2 15,2 3-1-15,4 3 1 16,5-1-1-16,3 2 1 15,0 0 0-15,10 0-1 16,3-2 2-16,4-3 2 16,4-4-4-16,1-2-2 0,2-5-4 15,4-5-4-15,-1 0-8 16,1-9-16-16,-1-5-25 16</inkml:trace>
  <inkml:trace contextRef="#ctx0" brushRef="#br0" timeOffset="53179.79">20346 5804 206 0,'0'0'4'0,"0"0"-3"16,0 0-3-16,0 0-2 16,-24 41 2-16,23-18 3 15,-1 6 4-15,2 2-3 16,0 2 1-16,0 1-2 15,0 0 2-15,0-3 0 16,0 0-1-16,0-6-8 0,-6-2-13 16,-2-8-42-16,0-6-5 15</inkml:trace>
  <inkml:trace contextRef="#ctx0" brushRef="#br0" timeOffset="53456.95">20240 5997 212 0,'0'0'-2'0,"0"0"7"16,0 0-2-16,0 0-2 15,48-27 1-15,-24 22-2 0,4 0 1 16,1 0-1-16,-2 2 0 16,0 0 0-16,-1 3-1 15,-4 0 1-15,-7 0-2 16,-3 10 0-16,-5 1 2 15,-1 4 0-15,-2 0 1 0,0 1 2 16,2 1-1-16,-2-3 0 16,-1 0-1-16,5 0 2 15,-3-1 0-15,4-3 0 16,0-4-12-16,0-6-47 16</inkml:trace>
  <inkml:trace contextRef="#ctx0" brushRef="#br0" timeOffset="53600.2">20514 5827 304 0,'0'0'-6'16,"0"0"9"-16,0 0-6 16,0 0-91-16,0 0 11 15</inkml:trace>
  <inkml:trace contextRef="#ctx0" brushRef="#br0" timeOffset="53903.94">20586 5984 242 0,'0'0'10'15,"0"0"-13"-15,50 32 4 16,-34-17 0-16,-3 1 2 15,-1 1-1-15,-5-3-2 16,-1 0 1-16,-2-4 0 16,-1-2-1-16,-1-3 1 15,2-4 1-15,-4-1 2 0,2 0 13 16,1-5 26-16,0-7-24 16,3-3-9-16,1-6-3 15,4-1-5-15,3-2-2 16,3 0-3-16,6 4-11 0,3 3-40 15,1 6-4-15,0 2-26 16,2 5 1-16</inkml:trace>
  <inkml:trace contextRef="#ctx0" brushRef="#br0" timeOffset="54238.01">21109 5960 109 0,'0'0'54'0,"0"0"7"16,0 0-19-16,0 0-22 15,0 0-17-15,0 0-6 16,-46-24 2-16,19 24 0 0,1 2 1 16,1 6 1-16,5 1 4 15,0 2-4-15,8 0 1 16,6-2-1-16,4 2 2 16,2-3-3-16,0 0-7 15,7-4-7-15,6 0 7 16,5-3 2-16,-1-1 5 0,1 0 1 15,-2-1-2-15,1-3 7 16,0 0 5-16,-4 1-2 16,2 0-7-16,1 2 0 15,-3 0-1-15,2-1-1 0,0 1-13 16,0-2-18-16,-1-1-1 16,0-5-12-16,-3 0-18 15,2-5-32-15</inkml:trace>
  <inkml:trace contextRef="#ctx0" brushRef="#br0" timeOffset="54431.51">21272 5692 198 0,'0'0'43'0,"0"0"-9"16,0 0-40-16,0 0 1 0,0 0 6 15,13 44-2-15,-7-16-2 16,1 2 4-16,-4 0 1 15,1 3 0-15,0-2 2 16,-4-3-6-16,0 1-23 16,-2-8-32-16,-6-4-54 15</inkml:trace>
  <inkml:trace contextRef="#ctx0" brushRef="#br0" timeOffset="54682.26">21163 5874 258 0,'0'0'7'0,"0"0"-3"16,39-22-3-16,-15 15 1 15,7 0-2-15,0 1 2 16,6 1-2-16,-6 1 0 16,1 2-3-16,-6 2 1 0,-1 0-1 15,-5 3 1-15,-3 8-3 16,-3 3 3-16,-6 2 2 15,0 1 1-15,-1-1 0 16,-1 1-1-16,-1-1 3 16,3-2-9-16,-2-4-31 15,5-3-38-15</inkml:trace>
  <inkml:trace contextRef="#ctx0" brushRef="#br0" timeOffset="54831.43">21622 5793 253 0,'0'0'6'0,"0"0"10"16,0 0 4-16,0 0-18 15,0 0-10-15,0 0-36 16,0 0-6-16,0 0-18 0</inkml:trace>
  <inkml:trace contextRef="#ctx0" brushRef="#br0" timeOffset="55158.56">21738 5861 240 0,'0'0'11'15,"0"0"22"-15,0 0-22 16,0 0-13-16,0 0-11 16,0 0 11-16,0 0 3 0,1 14 0 15,-1-7 3 1,0 0-2-16,6-1 1 0,6-1-4 15,2 0 4-15,3-3 0 16,0-2 0-16,0 0-3 16,-4 0 2-16,0-3 0 15,-6-6 0-15,-1-1 1 16,-6-3 4-16,0 0 7 16,0-1 0-16,-11 3-6 0,-3 0-8 15,-1 5-1-15,-3 3-3 16,1 3 2-16,0 0 2 15,4 7-15-15,2 3-40 16,7 0-39-16,4-1-69 0</inkml:trace>
  <inkml:trace contextRef="#ctx0" brushRef="#br0" timeOffset="55485.48">21936 5847 121 0,'0'0'69'0,"0"0"-44"16,52-16 4-16,-37 16-20 15,-2 0-7-15,-3 0-2 16,0 4-1-16,-4 4 0 16,-3 1 0-16,-3 1-1 15,0 1-9-15,-1 1 1 0,-7-5-2 16,-2 0 1-16,-1-4 3 16,0-3 8-16,0 0 0 15,4-3 7-15,2-8 5 16,5-2 7-16,0-1-6 0,6-2-4 15,6-1-3-15,3 4 2 16,1-2 2-16,1 6 1 16,3 2-3-16,-3 7-5 15,2 0-5-15,3 4 3 16,-2 8 0-16,2 4-1 16,1 3-1-16,-2-2-24 15,3-4-50-15,0-3-100 0</inkml:trace>
  <inkml:trace contextRef="#ctx0" brushRef="#br0" timeOffset="55888.54">23070 5145 23 0,'0'0'4'0,"-51"0"5"0,24 9 8 0,1 9-4 0,2 6 5 15,2 7-5-15,3 9 1 16,3 6-5-16,7 6-2 15,5 3-1-15,4 4-1 16,6 0-2-16,7 1 4 16,4-1 0-16,1-3 5 0,-2-3 1 15,-1-4-3-15,-6-3-8 16,-4-2 1-16,-5-3 0 16,-1-1 0-16,-12-3-1 15,-7-6 3-15,-3-5-9 16,-3-9-12-16,3-10-15 0,-4-7-26 15</inkml:trace>
  <inkml:trace contextRef="#ctx0" brushRef="#br0" timeOffset="56394.63">22626 5811 137 0,'0'0'24'16,"0"0"-20"-16,46-11-1 15,-23 8 0-15,10 0-1 16,2 2-1-16,7-2 0 16,6 1 0-16,0-4 1 0,3 3 0 15,0-3 2-15,-4 0-5 16,-4-1-8-16,-7-1-6 16,-3-1 4-16,-6 1 5 15,-7 1 5-15,-5 1 2 0,-5 4 3 16,-6-2 2-16,-4 4 8 15,0 0-9-15,-6 4-10 16,-4 5 5-16,-1 5 2 16,0 0 5-16,2 2-3 15,5 0-1-15,3-2-1 0,1-1 0 16,0-2-3-16,7-3-1 16,5-2 9-16,5-2-4 15,2-2 2-15,5-2-5 16,2 0-5-16,1-4-14 15,2-5-5-15,-2-4 19 16,-2 2 4-16,-3-2 3 0,-6-2 2 16,-2 4 6-16,-6 3 15 15,-3 1 0-15,-3 4 15 16,0 0-6-16,0 3-30 16,-2 0-6-16,0 3-1 15,2 7 2-15,-2 4 2 0,0 4 0 16,0 2 3-16,0-3-42 15,-11-1-118-15</inkml:trace>
  <inkml:trace contextRef="#ctx0" brushRef="#br0" timeOffset="57182.25">14982 7418 49 0,'0'0'7'0,"0"0"-3"0,0 0 2 0,0 0 5 0,20 38 8 0,-2-27 1 16,4 1-2-16,4 0-3 15,9 4-6-15,5-2-2 16,6 1-4-16,6 1 0 16,6-4 0-16,2-4 0 15,6-2 0-15,5-3 7 0,2-3 5 16,3 0 4-16,3-6-5 16,1-5-2-16,-2-1 0 15,0-2 0-15,-1 0-7 16,-2-1-3-16,-5 2-2 15,-5 0 2-15,-6 1-2 16,-9 1 1-16,-4 2-5 0,-9 1-23 16,-8-2-26-16,-11 1-43 15</inkml:trace>
  <inkml:trace contextRef="#ctx0" brushRef="#br0" timeOffset="57363.9">16441 7313 177 0,'0'0'5'0,"0"0"-5"0,48-2 4 15,-27 8 2-15,1 8 0 16,1 7-6-16,-3 5 5 16,-4 5 3-16,-5 6-5 15,-5 0-37-15,-2 0-33 16</inkml:trace>
  <inkml:trace contextRef="#ctx0" brushRef="#br0" timeOffset="57887.85">17339 6956 176 0,'0'0'2'15,"0"0"11"-15,0 0 6 16,0 0-3-16,0 0-10 16,0 0-2-16,0 0-2 15,0 0-4-15,-29 64 4 0,29-30-1 16,0 7 0-16,5 0 0 15,6 0 2-15,0-1 0 16,-2-4-1-16,1-3-1 16,-2-4 0-16,-3-6 0 15,-1-3-1-15,-4 0 1 16,0-6-1-16,0 0 0 0,-4-2 0 16,-1-3-1-16,-2-4 0 15,2-2 3-15,-1-3-2 16,2 0 1-16,2 0 2 15,2-8-3-15,0-1 4 16,6-1-7-16,8-2 6 0,1 4-2 16,4-1 1-16,7 1-1 15,-1 2-1-15,1 2 1 16,3 1-1-16,0 1 1 16,-1 2 0-16,2 0 0 15,-3 0 0-15,-1 0-10 0,0 0-20 16,-6 0-24-16,0 0-37 15</inkml:trace>
  <inkml:trace contextRef="#ctx0" brushRef="#br0" timeOffset="58055.42">17804 7270 157 0,'0'0'85'0,"0"0"-58"0,0 0-8 0,0 0-27 16,0 0 2-16,0 0 7 15,0 0-1-15,12 38 0 0,-10-21 4 16,-1-1-8-16,1 2-15 16,0-3-10-16,-2-6-52 15</inkml:trace>
  <inkml:trace contextRef="#ctx0" brushRef="#br0" timeOffset="58206.7">17820 7131 240 0,'0'0'24'0,"0"0"-19"15,-15-36 11-15,15 32-15 0,0 4-23 16,0 0-117-16</inkml:trace>
  <inkml:trace contextRef="#ctx0" brushRef="#br0" timeOffset="58595.77">17992 7281 231 0,'0'0'-5'0,"0"0"4"0,0 0 1 15,0 0 1-15,38 34 1 16,-31-24 1-16,-4 3-3 15,-1-3 1-15,0 0 1 16,-2 0-2-16,0-3-3 16,0-3 0-16,-3 0 3 15,-1-2 0-15,-2-2 0 0,1 0 1 16,2 0 1-16,1-10-4 16,2 0-3-16,0-4 5 15,8-3-2-15,3 0 2 16,4-2 0-16,5 4 1 15,0 2 7-15,2 2 2 0,-1 3-4 16,3 4-4-16,-1 3 1 16,-3 1-2-16,2 0-1 15,-7 8 1-15,1 8 1 16,-5-1 1-16,-3 4-17 0,-5-1-42 16,-2-2-52-16</inkml:trace>
  <inkml:trace contextRef="#ctx0" brushRef="#br0" timeOffset="58951.05">18383 7364 253 0,'0'0'-1'16,"0"0"0"-16,0 0 0 15,46-15-1-15,-31 7-12 0,5 1-2 16,-4-2 7-16,1-2 4 15,1-1 5-15,-5-2 2 16,-3 3 4-16,-2-2 0 16,-4 0 7-16,-4 1-2 15,0 3-1-15,-4 1-9 0,-9 3 0 16,-3 1-2-16,-4 4 0 16,0 0 1-16,-1 7 1 15,2 6 4-15,3 1-7 16,3 3 5-16,3 0-1 15,6 3 1-15,2-3-1 0,2 0-2 16,4 0-4-16,11-1-1 16,5-2 0-16,4-4-7 15,5-2-13-15,4-2-24 16,4-6-17-16</inkml:trace>
  <inkml:trace contextRef="#ctx0" brushRef="#br0" timeOffset="60141.27">18784 7335 85 0,'0'0'22'15,"0"0"12"-15,37-45-5 16,-37 33 6-16,0 1 1 16,-2 4-18-16,-11 3-9 0,-4 4-5 15,-1 0 0-15,-3 5-8 16,-2 8 2-16,6 3 9 16,-2 1-5-16,7 0-2 15,4-3 1-15,2 0 1 16,5-1 0-16,1-3-5 15,0-3-1-15,9 0 3 0,3-4-8 16,1-3 4-16,1 0 1 16,2 0 1-16,1-7 2 15,1-3 1-15,-2 0 0 16,-3 1 1-16,1 0 0 16,-3 2 1-16,0 1 2 15,1 1-1-15,-1 4-1 0,0 1-2 16,-2 0 1-16,-1 0-1 15,1 4 0-15,-3 5-1 16,-2 2 1-16,2 0 0 16,-5-2 1-16,1 1 0 15,-2-3 0-15,0 0-1 0,0-4-1 16,0-3 2-16,0 0 6 16,0 0 5-16,0 0 0 15,0-3-5-15,5-5-4 16,5-5 2-16,3 0-3 0,3-1-1 15,4 0 0-15,0 1-3 16,3 3 2-16,-2 3 0 16,1 4-1-16,-1 3 1 15,-1 0-1-15,-1 0 1 16,-2 7 0-16,-1 3 1 0,-3 3-1 16,3-3 0-16,-3 5 0 15,-1-3 0 1,3-2 0-16,-1-2 0 0,1-3-1 15,1-4-7-15,2-1-11 16,4 0 2-16,-1-10 1 16,1-7-11-16,0-3-24 0,-3-7-7 15,-3-7 9-15,-1-6 20 16,-4-7 23-16,-1-4 7 16,-7 0 2-16,0-3 2 15,-3 3 6-15,0 4 15 0,-3 5 11 16,-6 5-4-16,0 5-6 15,-5 7 4-15,1 6-4 16,2 4-15-16,-3 8-7 16,2 4-2-16,-1 3-3 15,1 3 1-15,1 12 2 16,1 8-3-16,-1 7-2 16,2 7 4-16,2 5-2 0,0 5 3 15,4 3-1-15,3-1 0 16,0-1 1-16,4-3 1 15,8-6-4-15,3-3 1 16,5-6 0-16,2-6-2 0,2-4 1 16,2-6 1-16,1-5 0 15,0-8-1-15,-1-1-4 16,-5 0-2-16,1-8 3 16,-4-7 3-16,-3-3 0 0,-2-2 1 15,-4 2 0-15,-3 1-1 16,-1 1 1-16,-3 6 3 15,-2 6 7-15,0 1-1 16,0 3-10-16,0 3-3 16,0 7 2-16,-2 3 0 15,-1 1 3-15,3 3-1 16,0-3 0-16,0 0 1 0,0-5-2 16,6-2-5-16,7-3-4 15,-2-4 4-15,6 0 4 16,0-5 2-16,5-5 0 15,-1-2 0-15,-2 2 0 16,-1 0 3-16,-3 6 2 0,0 3 3 16,-3 1-1-16,0 8-5 15,-5 12-1-15,0 4 0 16,-2 9 3-16,-2 5-3 16,-1 5 0-16,-2 5-4 15,0 2 7-15,-8 1-6 16,-1-3-25-16,-1-4-23 15,0-8-34-15</inkml:trace>
  <inkml:trace contextRef="#ctx0" brushRef="#br0" timeOffset="60548.15">20442 7027 196 0,'0'-10'3'0,"0"4"0"0,0 2-2 0,-3 1-2 16,-3 2-6-16,-3 1-2 0,2 0 8 15,-2 0 3-15,3 8 2 16,-4 2-2-16,6 7 0 15,2 1-2-15,2 4 3 16,0 1-3-16,11 1 0 16,7 0 1-16,4 2-2 15,1-4 2-15,3 1 2 0,-1-4 3 16,-6-4-2-16,-2 1-1 16,-5-5-3-16,-6-2 1 15,-6-2-1-15,-1-1 5 16,-16-1 3-16,-3 4-1 0,-7-2-6 15,0 0 2 1,0 0-3-16,5-1-8 0,9-4-31 16,6-2-60-16</inkml:trace>
  <inkml:trace contextRef="#ctx0" brushRef="#br0" timeOffset="61065.1">20670 7278 151 0,'39'-4'12'15,"0"-6"-9"-15,1 2 4 16,-3-1-5-16,-4-2-2 0,-5 2 0 16,-7-2 0-16,-7-2 1 15,-4 0 0-15,-5 0 2 16,-5 1 13-16,0 1-4 16,-1 3 2-16,-9 1-4 0,-6 6-10 15,-4 1 3 1,0 1 2-16,-4 13-5 0,0 3 2 15,5 3-2-15,-1 2 1 16,11 0 0-16,3-2 2 16,6 0-1-16,1-4-3 15,13-2 2-15,8-3 1 16,2-2 1-16,5-5-2 0,3-1-5 16,4-3-3-16,0 0 0 15,0-10-12-15,-2-4 5 16,-2-3 6-16,-5-3 5 15,-4-4 3-15,-3-2 0 16,-5 1 2-16,-7 1-2 16,-2 4 0-16,-3 4 3 0,-3 3 9 15,0 6 21-15,0 7-12 16,-3 0-19-16,-2 13 0 16,-1 4-3-16,1 8 2 15,-1 5-1-15,0 4 4 16,4 2-1-16,0 0 0 0,-1 2 1 15,2-1-2-15,1-2-1 16,0 0 2-16,0-3-6 16,0-2-5-16,0-7-15 15,4-3-28-15,0-12-41 0</inkml:trace>
  <inkml:trace contextRef="#ctx0" brushRef="#br0" timeOffset="61309.96">21211 7163 221 0,'0'0'14'0,"0"0"-13"0,49-38-1 0,-25 31 1 16,-1 7-1-16,-2 0 0 16,-2 4 0-16,-5 8 0 15,-5 3-1-15,-7 2-3 0,-2 2-2 16,-7-1-6-16,-13 1 10 15,-5-2 3-15,-6-2 2 16,1-1 2-16,0-2-3 16,4-2-1-16,4-3-16 15,8-3-50-15</inkml:trace>
  <inkml:trace contextRef="#ctx0" brushRef="#br0" timeOffset="62829.72">21580 7111 228 0,'0'0'9'0,"0"0"12"0,0 0-12 16,0 0-11-16,-48-16 1 15,27 25 1-15,0 2 0 16,0 6 1-16,3 0-1 15,3 0 1-15,4 0-1 16,5 0 1-16,2 0 1 16,4-3-2-16,0-2-3 0,9-4-14 15,3-2-1-15,3-6-1 16,4 0 13-16,2-3 4 16,1-7 1-16,0-3 2 15,0 0 0-15,-5 2-1 16,-4 1 3-16,-4 4 1 0,-2 3 3 15,-1 1 2-15,-2 2-6 16,-2 0-3-16,-1 7 0 16,0 3 3-16,0 2 0 15,1 0-1-15,0-3-1 0,2 2 1 16,-2-4-1-16,4-1-1 16,0-2 0-1,-2-4 0-15,2 0 1 0,2 0 2 16,3-7-1-16,2-4-1 15,3-2 2-15,3-3 3 16,5-2 0-16,2-1-5 0,3 4-2 16,-1 2 1-16,0 6-1 15,-2 3 1-15,-3 4-2 16,-4 0 4-16,-2 10-2 16,0 2 0-16,0 3 0 15,-2 0 0-15,-2 2 1 0,1 0 0 16,0-4-15-16,2-2-23 15,1-3-5-15,3-4-20 16,-1-4 21-16,0 0 29 16,4-9 13-16,-3-5 12 15,-3-1 17-15,-1-4 1 16,-5-1-3-16,-5-1-2 0,-4 4-5 16,-2 3-16-16,0 2 3 15,-8 7 10-15,-4 3-7 16,-3 2-8-16,0 3-4 15,-3 10 3-15,3 1-1 16,2 0 1-16,5 2-1 0,3-2 0 16,5-3-2-16,0-1-1 15,10 0 0-15,6-5 2 16,6-3 2-16,4-2-1 16,2 0-2-16,5-10 2 0,0-5 1 15,-2-4 0-15,-2-5-1 16,-2-2 1-16,-4-6-1 15,-2-5 0-15,-5-6 1 16,-1-2-2-16,-5-2-2 16,-1 2-13-16,-7 2-2 0,-1 6 12 15,-1 6 7 1,0 9 10-16,-3 7 10 0,-6 8-18 16,3 7-3-16,-3 0-2 15,1 5 4-15,2 12-4 16,2 3 2-16,2 6-3 15,2 5 1-15,2 2 1 0,11 2-2 16,4-1 3-16,2-1 0 16,4-3 1-16,1-2-1 15,-3-3-1-15,-4-3 2 16,-3-2-1-16,-3-4-1 16,-5-2 0-16,-4-3 0 0,-2-1-1 15,-2-3-3-15,-11-1 3 16,-4-2 4-16,-2-1-1 15,-1-3 3-15,-2 0-3 16,2 0 0-16,3 0-1 16,4-3-4-16,4-4 14 15,3-3-5-15,4 0-2 0,2-2-7 16,1-3-1-16,10-2 14 16,6-4-20-16,5-2-10 15,5-2-8-15,0-5-4 16,4 0 6-16,5-6-10 15,-6 0-3-15,-4-1 22 0,0 3 12 16,-9 5 12-16,-7 5 15 16,-5 8 27-16,-5 6-5 15,0 6-26-15,-5 4-9 16,-5 0-7-16,-4 13-1 0,1 7 0 16,0 7 1-16,1 3 0 15,5 4 0-15,1 3 0 16,6-2 1-16,0 2-1 15,6-3-1-15,9-3 2 16,3-5 0-16,7-2-3 0,2-7 2 16,4-4 2-16,5-6 5 15,0-4 2-15,0-3-5 16,1 0-5-16,-2-9 2 16,-7-5-3-16,-4 0 1 15,-5-3 0-15,-10 1 0 16,-5 3 0-16,-4 2 1 0,0 4 7 15,-7 3 0-15,-5 4-4 16,0 0-1-16,3 3-4 16,3 8 0-16,5 0-10 15,1 4-28-15,3-1-17 16,16-3-1-16,8-1-48 0</inkml:trace>
  <inkml:trace contextRef="#ctx0" brushRef="#br0" timeOffset="63791.61">23546 6984 120 0,'20'-17'27'0,"-6"6"15"0,-7-2-10 0,-5 6-11 16,-2 4-2-16,0 3-9 16,-6 0-11-16,-7 0-1 15,1 7 1-15,1 4-2 0,-1 1 3 16,6 2-3-16,4-2-2 15,2-1-9-15,1-4-7 16,14-1 14-16,3-6 2 16,7 0-9-16,3-3-6 15,3-10 10-15,2-4 10 0,-3-6 0 16,1-2 1-16,-3-6 7 16,-6-5 3-16,-4-1 0 15,-5-3 1-15,-5-1-6 16,-8 3-3-16,0 4 1 0,-4 8 9 15,-10 5 2 1,-1 7-8-16,-6 8-7 0,-2 5 1 16,-2 1 0-16,0 7-1 15,2 8 0-15,-2 8 0 16,10 4 1-16,3 6 1 16,9 2-4-16,3 6 1 0,4-5-1 15,13-1-3-15,5-3 3 16,3-5-2-16,3-6 2 15,3-7 3-15,0-3 0 16,2-5 1-16,1-2-2 16,-1-4 1-16,-1 0-1 15,-5-7 0-15,-3-4 0 0,-3-2 0 16,-5-2 0-16,-3 0 1 16,-7 4 2-16,-4 1 6 15,-2 4 1-15,0 5-5 16,-2 1-6-16,-8 0 2 15,-1 6 0-15,3 5-1 16,2 0 0-16,3 1 0 0,3-1-2 16,1-1-4-16,11 0 8 15,3-6-2-15,4 0-1 16,4-4 1-16,4 0-1 16,3-4 0-16,2-9 1 0,1-2 0 15,-3-8 1-15,-1-1-1 16,-1-7 1-16,-3-2 0 15,-4 0-1-15,-4-4-1 16,-4 6 1-16,-5 2 0 16,-7 6-1-16,-1 7-4 0,-8 3 5 15,-4 9 2-15,-4 4-4 16,1 0 2-16,-3 6 0 16,3 9 0-16,1 5 0 15,5 4 0-15,2 3-3 16,4 0 3-16,3 0-2 0,0-1 1 15,8-5-1-15,7 0 3 16,5-6-2-16,5-4 4 16,2-2 2-16,2-7-4 15,-2-2 0-15,0 0-1 16,-3-7 2-16,-3-4 0 0,-1-3 2 16,-3-2 5-1,-6-1-3-15,-2 4-2 0,-1 1 0 16,-4 4 4-16,-1 4-1 15,1 4-4-15,-2 0-7 16,-2 11-32-16,0-2-22 0,-9 2-134 16</inkml:trace>
  <inkml:trace contextRef="#ctx0" brushRef="#br0" timeOffset="64509.87">15464 8234 135 0,'-2'17'2'0,"2"3"0"0,0 2 4 0,11 4-2 0,9 4 0 0,5 4 0 15,7 0-2-15,8 2 2 16,9-2 0-16,9-2 1 15,9-4 1-15,9-6 6 16,13-3 4-16,12-8 2 16,8-7-2-16,4-4-1 15,7-4 0-15,1-10 3 0,-4 0-4 16,2-5-9-16,-7 2-4 16,-5 0 1-16,-7 3-2 15,-11 0 1-15,-11 1-8 16,-12 3-28-16,-16 2-16 15,-16-1-56-15</inkml:trace>
  <inkml:trace contextRef="#ctx0" brushRef="#br0" timeOffset="64689.77">17244 8342 165 0,'0'0'19'0,"0"0"25"0,0 0-8 15,-9-40-24-15,21 39-9 16,5 1-3-16,3 3 1 15,4 18-2-15,1 3 1 16,-3 9 2-16,1 5 2 16,-2 6-4-16,-2 3-21 0,-6-4-60 15,1 2-11-15</inkml:trace>
  <inkml:trace contextRef="#ctx0" brushRef="#br0" timeOffset="65052.34">17986 8647 199 0,'0'0'5'16,"0"0"-4"-16,0 0 0 0,0 0 2 16,0 0 10-16,0 0 24 15,0 0-18-15,0 0-17 16,12-32 0-16,-16 13-1 15,-1-5 1-15,4-1 2 16,1-5-3-16,0-2-2 0,0 1 1 16,6-1-1-16,0 3-1 15,2 7-1-15,-2 3 2 16,3 9-1-16,3 3 1 16,-3 7-1-16,4 0 0 15,5 14 1-15,1 6 1 16,0 4 1-16,3 5 1 0,-4 3 2 15,0 1-2-15,-2-1-9 16,-5 0-18-16,-4-2-4 16,-3-5-25-16,-4-5-66 15</inkml:trace>
  <inkml:trace contextRef="#ctx0" brushRef="#br0" timeOffset="65228.93">18014 8545 299 0,'0'0'16'16,"0"0"1"-16,0 0-22 15,0 0 8-15,48-41-3 16,-17 30-6-16,3-1-29 16,3 1-23-16,-1 0-53 0</inkml:trace>
  <inkml:trace contextRef="#ctx0" brushRef="#br0" timeOffset="65692.17">18358 8422 99 0,'0'0'54'16,"0"0"9"-16,0 0-38 15,0 0-23-15,0 0 3 0,0 0 0 16,36 45-1-16,-27-24 1 16,0 2-1-16,0 1-1 15,-1 1 0-15,-2-3 1 16,-4-1-4-16,-1-4-1 0,-1-2-10 15,0-5-5-15,0-5-1 16,0-4-5-16,-3-1 23 16,-2-8 2-16,-2-6 2 15,1-5 9-15,0-6-4 16,1-2 3-16,2 1-2 16,3 1-6-16,0 2 0 0,3 3 1 15,6 6-5-15,5 4 0 16,3 3-1-16,3 6 0 15,2 1 0-15,3 0 0 16,0 7 0-16,2 3-2 16,0 1-2-16,-1-1 2 15,-1-3 0-15,3-1-2 0,-3-4 2 16,-1-2 2-16,-1 0 1 16,-3-6-1-16,-4-3 2 15,-3-4 5-15,-5-1 12 16,-2-3 3-16,-6 0-3 0,0-2-7 15,0 0-8-15,0-3-5 16,-6 2-1-16,1 3-3 16,2 3-17-16,-3 4-20 15,2 5-9-15,3 4-59 16</inkml:trace>
  <inkml:trace contextRef="#ctx0" brushRef="#br0" timeOffset="66084.25">18854 8349 152 0,'0'0'8'0,"0"0"-6"0,29 52 6 0,-16-31 5 0,-1 3-4 16,-2 0 0-16,3-2-2 16,-8-3-7-16,1 1-6 15,-6-4-6-15,0-5-4 16,-4 0 0-16,-7-6 7 0,-5-4-5 15,1-1 2-15,-3-4 4 16,4-9-6-16,-2-5 14 16,5-3 11-16,2-3 17 15,5-2-6-15,4-4-6 16,0 0-1-16,11 4 2 0,2 2-12 16,4 4 4-16,1 5-1 15,4 5-2-15,6 4-2 16,-1 2 1-16,1 4-3 15,3 0 1-15,-1 13-2 16,-2 5 0-16,-6 8 1 16,-2 5 4-16,-9 3-9 0,-5 3-13 15,-6 1-8-15,-13 1-5 16,-12 0-6-16,-6-2-38 16</inkml:trace>
  <inkml:trace contextRef="#ctx0" brushRef="#br0" timeOffset="66111.99">18990 8683 27 0,'-34'27'0'0,"4"-10"-13"16</inkml:trace>
  <inkml:trace contextRef="#ctx0" brushRef="#br0" timeOffset="66525.17">19857 7895 42 0,'0'0'100'15,"0"0"-77"-15,0 0 28 16,0 0-26-16,0 0-18 16,0 0-10-16,0 0 3 0,-19 41 2 15,9 0 0-15,-2 10 3 16,-3 17-1-16,-1 10-1 16,-4 9 0-16,-1 8 0 15,1 9-2-15,-1 1 1 16,0 0 2-16,6-4-4 0,1-6-8 15,7-8-52-15,1-16-47 16</inkml:trace>
  <inkml:trace contextRef="#ctx0" brushRef="#br0" timeOffset="67151.61">20369 8260 172 0,'0'0'4'0,"0"0"13"0,0 0-12 0,0 0-7 0,0 0 4 15,-26 37-5-15,18-17 4 16,1 2-1-16,3 4 2 16,2-2-2-16,2 0 1 15,3-4-1-15,9-3-1 16,4-3 2-16,3-4 0 0,2-3 1 15,4-4 0-15,1-3 2 16,3 0-1-16,-2-8-1 16,0-5 0-16,-6-4 0 15,-2-3 0-15,-4 0 6 16,-7-3 7-16,-4-1 7 0,-4 0-9 16,-4 3-4-16,-11 1-6 15,-4 4-4-15,-8 9-11 16,-4 7-15-16,-2 0 1 15,-1 6-5-15,3 5-14 16,6-1-65-16</inkml:trace>
  <inkml:trace contextRef="#ctx0" brushRef="#br0" timeOffset="67736.36">20806 8192 249 0,'0'0'19'15,"0"0"-17"-15,0 0-2 16,0 0-1-16,0 0-1 0,0 0 2 16,0 0-2-16,19 55 4 15,-27-27-2-15,-2-2 0 16,-1 4 1-16,1-5-1 15,-1-2-1-15,-1-6-1 16,2-3-1-16,3-2-6 16,-4-8-5-16,4-1 6 0,0-3 8 15,1-3 0-15,3-7 0 16,-1-7-2-16,1-1 2 16,1-4 2-16,2-2 5 15,0 0 5-15,2-2 7 0,9 0-11 16,2 3-5-16,2 0-1 15,3 2-4-15,1 3 5 16,4 1-2-16,-4 6 0 16,4 1-1-16,0 5 1 15,-4 3-1-15,0 2 0 16,1 0-1-16,-9 10-1 16,-2 5-2-16,-3 7-8 0,-6 4-6 15,0 3-12-15,-8-1-12 16,-7 0 15-16,-2-4 21 15,-7-4 3-15,4-7 14 0,0-4 20 16,4-3 9-16,5-2-7 16,4-2-15-16,5 2-7 15,2 2-4-15,7 1-7 16,12 1 2-16,9 5 1 16,10 1-1-16,10-1 1 0,6-3-4 15,4-4-50-15</inkml:trace>
  <inkml:trace contextRef="#ctx0" brushRef="#br0" timeOffset="68960.42">22043 7606 53 0,'-8'-2'23'0,"0"-3"12"0,3 3-1 0,1-1-6 16,2 0-5-16,1 3-8 16,0 0-3-16,1 0-1 15,0 0-6-15,0 0-4 16,0 0-2-16,0 0 1 16,0 0 0-16,2 6 0 0,8-1-8 15,6-1 1-15,5-2 15 16,12-2 3-16,7 0 0 15,16-12-1-15,11-6-5 16,10-4-2-16,17-6 1 16,12-1-3-16,9 0 0 15,4 4 0-15,0 5-1 16,-4 6-7-16,-13 3-54 0,-11 6-90 16</inkml:trace>
  <inkml:trace contextRef="#ctx0" brushRef="#br0" timeOffset="69358.37">22368 7589 116 0,'49'-11'26'0,"6"-2"-3"0,10-1 28 15,7-2-23-15,8 1-13 0,9-1-5 16,7 2-5-16,4 1-4 16,-1 3-1-16,1-1-17 15,-7 0-80-15</inkml:trace>
  <inkml:trace contextRef="#ctx0" brushRef="#br0" timeOffset="71081.23">15939 9493 48 0,'-10'0'5'0,"2"0"13"0,0 0-2 0,2 0-6 16,1 0-1-16,-1 0-3 15,1-1-1-15,1-1-1 16,-1 2-2-16,1-2 0 0,0 2 11 15,1-1 8 1,1-1 8-16,0 1-4 0,2 1-14 16,0 0-9-16,0 0-4 15,0 6-1-15,0 4 4 16,0 5-2-16,0 4 1 16,7 3 0-16,0 1 0 0,5 4 0 15,5 0 0-15,4 3 1 16,6 3-4-16,4 2 5 15,8 2-1-15,1 3 0 16,4-2 1-16,8 2 0 16,4-2-2-16,3-2 0 0,5-3 1 15,1-5 5-15,4-2 2 16,2-5 7-16,3-3-7 16,0-5-3-16,3-4 1 15,2-4-1-15,-3-5 0 16,-2 0 1-16,0 0-1 0,-7-8-1 15,0-3-2-15,-4-1 0 16,-3-1-1-16,-9 2 0 16,-2-1-1-16,-7 1 0 15,-5 1 0-15,-8 0-10 16,-10 3-19-16,-6-3-34 16</inkml:trace>
  <inkml:trace contextRef="#ctx0" brushRef="#br0" timeOffset="71316.87">17367 9885 195 0,'0'0'-4'0,"0"0"-1"0,0 0 6 0,38 8-1 16,-16 1 3-16,3 2-1 15,1 8 4-15,2 5-3 16,-4 6 2-16,0 8-1 16,-5 7 0-16,-4 8-7 15,-4 1-10-15,-8-2-52 16</inkml:trace>
  <inkml:trace contextRef="#ctx0" brushRef="#br0" timeOffset="71878.8">18299 9690 178 0,'0'0'2'0,"0"0"2"0,0 0-1 0,0 0-2 16,0 0 0-16,0 0-1 15,0 0 0-15,0 0 0 16,0 0 0-16,16-14-1 16,-13 22 1-16,4 4 0 0,2 3 1 15,4 5 1-15,5 3 0 16,2 2 0-16,6 4-1 15,5 2 3-15,2-1 6 16,5 4 1-16,1 0-1 16,2 0-6-16,0 3-1 15,2 2-2-15,-2 0 1 0,0 0-1 16,-1-2-1-16,-2-2 1 16,-4-4-1-16,-1-4-1 15,-4-4-9-15,-6-7-8 16,-6-4-23-16,-2-6-33 15</inkml:trace>
  <inkml:trace contextRef="#ctx0" brushRef="#br0" timeOffset="72341.7">19038 9538 74 0,'0'0'20'0,"0"0"16"0,0 0-6 0,0 0-10 0,0 0 1 15,0 0-4-15,-38-7-4 16,28 7-5-16,-4 7 0 16,-1 3-4-16,-4 7 0 15,-5 8-1-15,-3 13 0 0,-8 12-2 16,-4 14 1-16,-3 13 0 15,-8 14 0-15,-6 12 1 16,-5 7 0-16,-1 2 0 16,-6 3-3-16,1-2 0 0,3-4 1 15,5-8 0-15,7-10-6 16,10-12-35-16,13-16-19 16,10-20 0-16</inkml:trace>
  <inkml:trace contextRef="#ctx0" brushRef="#br0" timeOffset="73007.12">19288 9806 71 0,'0'0'-1'16,"0"0"6"-16,21-41-3 15,-12 31-1-15,-1-1-1 16,-1 1 0-16,-1 2 0 16,-1 3 0-16,-2 1 0 15,-2 1 0-15,0 0 0 0,0 3 0 16,0-1-2-16,-1-2 2 15,2 2 0-15,-1-2 5 16,-1-3 4-16,0 3 9 16,0-2 4-16,0 2 8 15,-1 0-3-15,-5 1-11 0,-3 2-7 16,2 0 0-16,-5 2-6 16,2 9 2-16,-3 9-3 15,-1 8-2-15,-1 8 1 16,0 9-1-16,3 5 4 15,0 6-1-15,6 2-2 0,5-3 1 16,1-1-1-16,1-10 1 16,12-4 1-16,3-9-3 15,6-7 1-15,-1-9 0 16,3-7 1-16,4-5-1 16,-1-3-2-16,3-6 2 15,1-11 2-15,0-8-5 16,0-5 0-16,-4-7-3 0,2-3 3 15,-4-4 4-15,-6-3-1 16,2-1-1-16,-7-4 1 16,-5-1-3-16,-5 2-3 15,-4 1 1-15,0 6 0 16,-13 6 5-16,-7 9 1 0,-4 8 1 16,-2 11-4-16,-5 10-4 15,-2 3-15-15,-2 18-15 16,-2 10-5-16,2 5-8 15</inkml:trace>
  <inkml:trace contextRef="#ctx0" brushRef="#br0" timeOffset="73403.53">20002 9531 165 0,'0'0'-5'0,"0"0"30"0,0 0-2 0,0 0-9 0,0 0-5 15,0 0-3-15,0 0-4 16,0 0-2-16,0 0-2 16,0 0 1-16,-7 47 0 15,5-7 1-15,-1 9 0 16,-1 5 2-16,-1 3 0 16,1 4 0-16,-4-3 0 15,2-1-1-15,0-3 0 0,0-1 1 16,-1-4-2-16,-3-5-3 15,2-4-16-15,-3-6-31 16,4-12-33-16</inkml:trace>
  <inkml:trace contextRef="#ctx0" brushRef="#br0" timeOffset="74107.31">19995 9611 29 0,'0'0'47'15,"36"-46"-15"-15,-18 26 0 16,1 3-5-16,1 0-8 15,1 0-4-15,1 4-7 0,1 0-2 16,-2 3 2 0,3 2 0-16,-2 2 1 0,0 2-1 15,0 4-3-15,-1 0-4 16,-2 0-2-16,-3 6 2 16,-2 5-2-16,-1 3-2 15,-7 3-3-15,-3 6 2 16,-3 0 4-16,0 3-2 0,-9 1 1 15,-7 2 1-15,-5 1-2 16,-3-2-1-16,-3 2 3 16,0-3-1-16,-1 0 5 15,-1-3-2-15,-1 0 2 16,2-4-1-16,0-3-3 0,4-4 1 16,2-2 1-16,2-6-2 15,5-3 1-15,2-2-1 16,5 0 0-16,2 0 1 15,2 0 2-15,4-1-1 16,0-3-3-16,0 1 4 0,0-1-2 16,6 2 1-16,3-1 0 15,4 2-2-15,0 1 0 16,2 0 1-16,0 0-4 16,3 11 2-16,-1 5 1 0,1 4-1 15,-2 5 2-15,0 7 0 16,-1 3-1-16,-1 5 3 15,-1 4-1-15,0 0 0 16,1 0 2-16,0-3 1 16,0-2 2-16,3-5 1 0,0-3-3 15,2-4-2-15,0-6-2 16,1-1-1-16,-1-4 0 16,0-7-10-16,-1-4-27 15,-3-5-92-15</inkml:trace>
  <inkml:trace contextRef="#ctx0" brushRef="#br0" timeOffset="74719.75">20898 9892 96 0,'0'0'5'0,"0"0"20"0,40 0 10 0,-17-2-5 16,4-3-5-16,8-2-9 15,7-1 1-15,4 0-7 0,6 1-3 16,5-2-5-16,2 2-1 15,2-1 0-15,-1 2 0 16,-2 2-1-16,-1 1 0 16,-1 0 0-16,-8 3 0 15,0-1-1-15,-6-1 1 16,-8 1-4-16,-5 0-19 16,-7-2-37-16,-9-2-63 0</inkml:trace>
  <inkml:trace contextRef="#ctx0" brushRef="#br0" timeOffset="74940.32">21752 9625 236 0,'0'0'4'15,"42"5"0"-15,-24 14 1 16,2 2-2-16,-7 10-2 16,-2 4-1-16,-6 4-6 15,-5 1-36-15,0-5-40 0</inkml:trace>
  <inkml:trace contextRef="#ctx0" brushRef="#br0" timeOffset="75313.7">22163 9495 224 0,'0'0'12'0,"0"0"-10"16,0 37 8-16,2-13 1 15,3 3 1-15,1 3-2 16,0 2-6-16,0-1-3 0,-2 0 1 15,-1-3-2-15,-1-2 0 16,-2-2-4-16,0-4-14 16,0-6-16-16,-3-4-27 15,-1-7-14-15</inkml:trace>
  <inkml:trace contextRef="#ctx0" brushRef="#br0" timeOffset="75501.94">22226 9518 219 0,'0'0'13'0,"0"0"-3"0,0 0-8 15,48-10 1-15,-29 17-2 16,5 6 0-16,1 1-2 16,-3 6 1-16,3 0-3 15,1 3-14-15,0-2-13 16,-3 2-27-16,0-6-6 0</inkml:trace>
  <inkml:trace contextRef="#ctx0" brushRef="#br0" timeOffset="75677.25">22594 9666 180 0,'0'0'67'0,"6"-44"-26"16,-1 17-9-16,-2-2-14 16,2-2-7-16,3-3-6 15,-2 1-3-15,0 2-2 16,0 7-4-16,-2 3-3 15,-2 8-8-15,2 6-16 16,-3 4-20-16,1 3-23 16,0 0 6-16,1 6 14 15</inkml:trace>
  <inkml:trace contextRef="#ctx0" brushRef="#br0" timeOffset="76207.74">22746 9460 116 0,'0'0'14'0,"0"0"-2"15,16 40-2-15,-13-22-1 16,0 2 0-16,-1 0-2 16,0-2-1-16,2-1-3 15,2 0 1-15,0-8 1 0,4 1-1 16,3-3-1-16,0-4 4 16,3-2-4-16,-1-1-1 15,2 0-1-15,-2-4-3 16,-1-6 4-16,-3-3-4 15,-3-1-2-15,-7-3 0 0,-1 0 1 16,0-3 0-16,-7 0-1 16,-4 2 4-16,-1-1 4 15,1 2 0-15,-1 2 2 16,2-1-3-16,5 7 1 16,3-2-2-16,2 1-1 15,0-3-1-15,6-1 2 0,9 0-5 16,4-3 4-16,6 0-1 15,4-4 2-15,2-1-1 16,4-2 1-16,0 0 0 16,-1-1 3-16,-1 0-1 15,-7 3 0-15,-2 3 2 16,-5 5 0-16,-4 3-2 0,-5 5-4 16,-4 5 1-16,-3 1-1 15,-3 5-4-15,0 12 6 16,-2 7-2-16,-3 6 3 15,-4 8-1-15,1 2 1 0,3 4-1 16,0 0-2-16,2-3 1 16,2-1 0-16,-1-3 0 15,2-5-3-15,0-6-18 16,0-5-48-16,0-9-35 16</inkml:trace>
  <inkml:trace contextRef="#ctx0" brushRef="#br0" timeOffset="76350">23228 9376 256 0,'0'0'8'0,"52"-23"-7"0,-11 12 1 0,14-3-2 16,8-4-6-16,6-3-104 15</inkml:trace>
  <inkml:trace contextRef="#ctx0" brushRef="#br0" timeOffset="77289.75">21932 10343 51 0,'0'0'151'0,"0"0"-139"0,0 0 5 16,-21-38 3-16,17 34-2 15,2 2-5-15,1 2-2 16,0 0-6-16,1 7-6 0,0 10-2 16,0 6 2-16,0 11 5 15,3 10-3-15,6 6 0 16,0 4 1-16,1 3-1 16,1-1 0-16,-3-3 1 0,-1-1 0 15,-2-7 1 1,-2-6-1-16,-3-3 1 0,0-6-2 15,0-6 0-15,-2-6-1 16,-2-5 0-16,2-6-2 16,-1-4-2-16,3-3 1 15,0 0-7-15,0-11-5 0,0-2 3 16,0 0 8-16,3 0 2 16,4 1 3-16,4 2 2 15,0 1 0-15,3 5 0 16,2 1-2-16,3 0-1 15,1 2 1-15,4 1-6 16,-4 0-19-16,0-2-34 0,-1 1-40 16</inkml:trace>
  <inkml:trace contextRef="#ctx0" brushRef="#br0" timeOffset="77467.8">22206 10747 158 0,'0'0'25'0,"0"0"30"15,0 0-34-15,0 0-23 16,0 0 1-16,0 0 0 16,0 0 3-16,17 46 0 0,-10-27 0 15,0 1 1-15,4-2-3 16,-5-4-21-16,2-5-40 16,-2-6-87-16</inkml:trace>
  <inkml:trace contextRef="#ctx0" brushRef="#br0" timeOffset="77603.98">22253 10575 240 0,'0'0'-8'0,"0"0"14"16,0 0-5-16,0 0-31 0,0 0-73 15</inkml:trace>
  <inkml:trace contextRef="#ctx0" brushRef="#br0" timeOffset="77986.77">22372 10653 241 0,'0'0'6'0,"0"0"-4"15,0 0 3-15,0 0-1 16,0 0-1-16,31 48-2 0,-25-34 2 15,0 1 0-15,-1 1-1 16,-1-4-1-16,-1 1 2 16,-2-3-2-16,-1 0-1 15,0-2 1-15,0-4-1 16,0-2-2-16,0-1 2 0,0-1 3 16,0-1-1-16,0-10-2 15,1-5-3-15,8-4 1 16,1 0-1-16,4 0-1 15,4 2 6-15,0 3 1 16,0 6 0-16,2 6-2 0,-3 3 0 16,2 0-1-16,-1 6 1 15,-3 6 2-15,-1 4-4 16,-1 1-15-16,-2 0-17 16,0-1-24-16,-2-2-10 15,2-3 29-15,-2-2-16 0</inkml:trace>
  <inkml:trace contextRef="#ctx0" brushRef="#br0" timeOffset="78291.52">22856 10684 108 0,'0'0'13'0,"0"0"14"16,0 0 12-16,27-42 1 15,-25 32-23-15,-2 1-11 16,0-2-4-16,0 2-1 0,-5 2-1 15,-8 3 0-15,-1 4-2 16,-1 0 2-16,-3 4 6 16,0 10 6-16,1 4-5 15,4 1-4-15,1 4-1 16,3 0-1-16,5-3 1 16,4-2 2-16,0 2-2 0,10-6 1 15,5-4-5-15,4-3-6 16,8-2-7-16,1-5-3 15,6 0-8-15,0-9-20 16,3-5-4-16,2-4-39 16</inkml:trace>
  <inkml:trace contextRef="#ctx0" brushRef="#br0" timeOffset="78619.83">23165 10575 113 0,'0'0'32'15,"0"0"9"-15,0 0-2 16,0 0-17-16,-37-34-13 0,22 34-3 15,-4 1-3-15,2 9 7 16,2 2-4-16,0 0-4 16,5 4-2-16,3-1 0 15,2 1 1-15,4-3 0 0,1 1 3 16,0-4-5 0,9-1 1-16,3-4-6 0,2-1-4 15,2-4 5-15,0 0 4 16,-1-5 2-16,0-5 1 15,-2-3-2-15,-1 0 3 16,-3 2-1-16,-3 1 0 0,-1 1-2 16,-2 3 1-16,0 1 0 15,-1 2-2-15,0 3 1 16,1 0 0-16,1 0-2 16,1 3-2-16,0 4-13 15,0 0-8-15,1-1-32 16,-1-2-66-16</inkml:trace>
  <inkml:trace contextRef="#ctx0" brushRef="#br0" timeOffset="78926.28">23285 10560 159 0,'0'0'7'16,"0"0"25"-16,43-48 2 15,-28 37-9-15,0 4-7 16,1 3-15-16,-2 4-3 15,-3 0 0-15,-2 6 1 16,-1 6 0-16,-5 2-2 0,-1 2 1 16,-2 1 0-16,0-1 1 15,0-2-1-15,-3-3 1 16,-1-4-1-16,-2-2 1 16,4-3 5-16,0-2 4 15,1 0 5-15,1-4-2 0,0-9-6 16,0-2-6-16,0-5 0 15,5-6-3-15,7-2-4 16,-1-5-22-16,4-2-14 16,1-2-30-16,2-2-61 15</inkml:trace>
  <inkml:trace contextRef="#ctx0" brushRef="#br0" timeOffset="79175.39">23623 9926 214 0,'0'0'23'0,"0"0"14"0,-12-36-10 16,10 32-12-16,2 1-6 15,-2 3-3-15,0 4-5 16,-2 15-3-16,0 9-1 16,2 11 3-16,-4 10 0 15,3 8 3-15,2 3-2 0,1-2 0 16,1 0-1-16,8-5 1 15,1-6-2-15,1-5-14 16,2-5-13-16,3-8-14 16,1-11-19-16,-1-7-36 0</inkml:trace>
  <inkml:trace contextRef="#ctx0" brushRef="#br0" timeOffset="79439.17">23783 10342 210 0,'0'0'74'0,"0"0"-33"15,0 0-35-15,0 0-7 0,0 0 1 16,0 0 1-16,0 0-1 16,0 0 0-16,14 41 2 15,-1-32-1-15,5-4 0 16,0-2-1-16,2-3-2 0,2 0 1 16,-3 0 1-1,0-7 1-15,-6 3-1 0,-4 2 2 16,-3 2 2-16,-6 23-2 15,0 14 1-15,-14 21 1 16,-6 15 0-16,-9 18-2 16,-7 15 1-16,-9 10-4 15,-4-2-56-15,-13 4-154 0</inkml:trace>
  <inkml:trace contextRef="#ctx0" brushRef="#br0" timeOffset="79916.14">22742 11401 324 0,'0'0'-2'0,"0"0"11"0,-51-34-4 0,40 27-3 15,3 2-1-15,0 3 1 16,5 1 6-16,-3 1-2 16,4 2-5-16,-1 13-3 0,-2 6 1 15,5 6 0 1,-2 4 1-16,2 2 1 0,0 2-1 15,6-3 0-15,6-4 0 16,1-5 1-16,1-3-1 16,-1-5 0-16,2-2 1 15,-3-3 0-15,-3-3-1 0,-1 0 1 16,-4-3-2-16,-4 1 2 16,0 0-2-16,-5 2 2 15,-8 2-2-15,-3 1-4 16,-4 2-20-16,0 0 0 15,1 0 6-15,1-4 1 16,6-1-23-16,5-4-38 0,4-3-8 16</inkml:trace>
  <inkml:trace contextRef="#ctx0" brushRef="#br0" timeOffset="80193.64">22757 11688 103 0,'0'0'5'0,"0"0"2"16,48-18 14-16,-31 9 3 15,1-1-2-15,0-4-8 16,0 0-1-16,-1-2-1 16,-2 0-8-16,-3 0-1 15,-4 0-2-15,-4-1 1 16,-4 4 3-16,0 2 9 0,0 4 3 16,-8 1 2-16,0 5-6 15,0 1-8-15,-2 4-4 16,-1 10-3-16,4 5 4 15,-2 4-6-15,3 2-3 0,3 0-3 16,3-2-5-16,0-3 0 16,10-4-2-16,5-7-10 15,6-5-26-15,3-4-4 16</inkml:trace>
  <inkml:trace contextRef="#ctx0" brushRef="#br0" timeOffset="80413.77">23117 11559 97 0,'0'0'69'0,"0"0"19"16,0 0-32-16,0 0-31 16,0 0-15-16,0 0-7 0,-20 56-1 15,11-15 0-15,-1 4 2 16,2 6 1-16,-1 2-3 16,2 2-1-16,-1-4-1 15,1 3 1-15,0-4-2 16,1-1-2-16,0-8-5 15,2-6-3-15,2-10-4 0,1-8-27 16,1-11-26-16,0-6-35 16</inkml:trace>
  <inkml:trace contextRef="#ctx0" brushRef="#br0" timeOffset="80676.19">23040 11651 269 0,'0'0'10'0,"19"-65"3"16,-5 38-8 0,3 3-3-16,-1 4-2 0,0 9 2 15,-3 1-4-15,-1 10 2 16,-4 0-2-16,-4 4-5 16,-3 13 6-16,-1 4 3 15,-2 7 0-15,-8-1-1 16,-4 2-1-16,0-2-4 0,0-6-2 15,1-4 1-15,3-4 2 16,4-6-4-16,6-3-19 16,0-4-44-16,5-1-11 15</inkml:trace>
  <inkml:trace contextRef="#ctx0" brushRef="#br0" timeOffset="81211.03">23281 11528 151 0,'0'0'17'0,"0"0"21"16,27-37-7-16,-26 28-4 0,-1 5 2 16,0 2-6-16,-2 1-3 15,-8 1-17-15,0 0 2 16,1 7-5-16,-1 5 0 16,1 3 1-16,2-2-1 15,3 3 0-15,1-3-1 0,3-2-6 16,0-3-3-16,1-2-11 15,6-4-5-15,5-2 5 16,-3 0 13-16,4-3 6 16,1-5 1-16,-2 2 2 15,2 0-2-15,-2 3 2 16,-1 0 1-16,0 3 1 0,-3 0 0 16,2 4 4-16,-1 2-5 15,-2 0-1-15,-1-2-2 16,-1 2 2-16,0-3-2 15,0-2 2-15,-2-1-1 0,1 0 0 16,1-7 2-16,0-4 0 16,1-4-1-16,2 1 1 15,2-6-1-15,-2 0 0 16,3 1-1-16,2-1 0 16,0 2 1-16,3 1 1 15,0 3 0-15,3 6-1 0,-3 3 0 16,2 5-1-16,0 0-1 15,-3 10 2-15,-1 6 0 16,-2 2 0-16,1 0-1 16,4 0-2-16,-1-4-7 15,5-5-10-15,5-4-12 0,5-5-14 16,1 0-10-16,1-7 8 16</inkml:trace>
  <inkml:trace contextRef="#ctx0" brushRef="#br0" timeOffset="82107.08">23993 11299 141 0,'0'0'69'15,"0"0"-27"-15,-56-3-25 0,32 15-15 0,-2 3-2 16,1 4 1-16,4-1-1 16,0-2 3-16,8-1-3 0,7-2 1 15,3-3 1-15,3-3-2 16,6-4 0-16,9 1-1 15,3-4-1-15,4 0 1 16,4 0-1-16,3-5 4 16,2-2-4-16,1-2 4 0,1-1-2 15,-1-3-10-15,-2 0 3 16,-3-3-6-16,-5 0 1 16,-3-4 11-16,-3-3-1 15,-5 1 4-15,-3-5 5 16,-3 0-1-16,-4-5 1 0,-1 1-5 15,0-1-1-15,0 0-2 16,-4 1 0-16,-1 8 2 16,-1 2-1-16,2 7 9 15,1 7 8-15,0 6-4 16,3 1-8-16,0 4-7 0,0 10 2 16,8 4 0-16,2 6 0 15,4 5 2-15,0 0-2 16,1 3 0-16,2 1 1 15,0-1-1-15,-3-2 0 16,-3-2 1-16,-2-5-1 0,-6-5-1 16,-2-3 1-16,-1-7-1 15,0-1-5-15,-7-4 6 16,-5-3 3-16,0 0 0 16,-2 0-1-16,4-7 1 15,4-6-1-15,0-4-1 16,6-4-4-16,0-6 0 15,9-2 1-15,7-6 0 0,5-3-3 16,0-3-3-16,2 1-2 16,-2 0 2-16,-1 4 8 15,-7 8 1-15,-4 6 2 16,-3 8 5-16,-4 5 8 0,-2 6 4 16,0 3-8-16,0 3-11 15,0 15-3-15,-5 5 2 16,-2 7 2-16,2 4 3 15,-1 1-5-15,3-2 1 0,2 0 0 16,1-5 0-16,4-5 0 16,7-5 0-16,5-2-1 15,4-7 0-15,2-4 1 16,3-5-2-16,3 0-1 16,-2-8-4-16,1-7 0 15,-2-3 3-15,-7-3 3 0,-5-1 0 16,-4 4 0-16,-7-1 1 15,-2 7 0-15,-8 4-4 16,-9 4 5-16,-1 4 1 16,-8 0-2-16,1 7 2 15,3 3 2-15,5 3-1 16,5 0-3-16,7-1-1 0,5-2-3 16,11-3-19-16,13-4-11 15,6-3-45-15</inkml:trace>
  <inkml:trace contextRef="#ctx0" brushRef="#br0" timeOffset="82807.49">23977 8981 288 0,'-3'-27'-9'0,"2"2"28"0,1 3-1 0,7 5-11 0,8-1 0 16,6 7-7-16,2 1 1 16,6 1-1-16,2 6 0 15,0 3 0-15,-1 0 0 16,-2 10-1-16,-5 13 1 0,-3 12-4 16,-7 12 2-16,-2 14 0 15,-5 12 2-15,1 9 1 16,-2 6 0-16,4 4-1 15,4-2 1-15,6-5 0 16,4-7-1-16,7-9 4 0,5-11-4 16,8-13 0-16,1-6 0 15,-1-10 0-15,-3-10 1 16,-5-5-1-16,-7-4 0 16,-7-4 0-16,-9-2-1 15,-7 0 1-15,-4 2-3 16,-1 1-5-16,-5 9 6 0,-4 6 2 15,-3 7 2-15,3 6-3 16,-2 12 2-16,2 8 0 16,2 4 0-16,4 5 1 15,3 2-2-15,0 4 2 0,6-2-1 16,8 1 0-16,3 0 2 16,5 2-3-16,-2 1 2 15,0 2 0-15,-4 1-1 16,-8 0-2-16,-8 0 2 15,-6 0 0-15,-22 4 2 16,-26 1 13-16,-27 11-1 16,-37 11-7-16,-42 3-10 0,-44 0-105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44d658b016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44d658b016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734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 to section 1.2. Each point is elaborated in the next slides.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3945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4d658b016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44d658b016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We need the right data. – The data they handle might include bias (from multiple sources) which the model can capture, this can result in undesired consequences.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70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52387260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52387260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We need the right data. – The data they handle might include bias (from multiple sources) which the model can capture, this can result in undesired consequences.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68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44d658b016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44d658b016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Wake word is Alexa, Hey Siri, Hey Google,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 of face recognition where input is image and output is again yes/no. Finger print recognition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355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4d658b016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44d658b016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take any function for which higher is better, and turn it into a new function that is qualitatively identical but for which lower is better by flipping the sign.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squared error is the square of the difference between the prediction and the ground-truth.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076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44d658b016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44d658b016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250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9986dc0089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9986dc0089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452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9986dc0089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9986dc0089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561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9986dc0089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9986dc0089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22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658b016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44d658b016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948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4d658b016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44d658b016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– generative adversarial networks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 is explained in the subsequent slides.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is out of scope of this course.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7474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4d658b016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44d658b016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44d658b016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44d658b016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727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44d658b016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44d658b016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82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9835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69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08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509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0612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2698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6386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01"/>
          <p:cNvPicPr preferRelativeResize="0"/>
          <p:nvPr/>
        </p:nvPicPr>
        <p:blipFill rotWithShape="1">
          <a:blip r:embed="rId2">
            <a:alphaModFix amt="50000"/>
          </a:blip>
          <a:srcRect l="177" t="-542" r="176" b="-541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0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1"/>
          <p:cNvSpPr txBox="1">
            <a:spLocks noGrp="1"/>
          </p:cNvSpPr>
          <p:nvPr>
            <p:ph type="body" idx="1"/>
          </p:nvPr>
        </p:nvSpPr>
        <p:spPr>
          <a:xfrm>
            <a:off x="643304" y="1600204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013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476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028700" lvl="2" indent="-23812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78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7145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1"/>
          <p:cNvSpPr txBox="1">
            <a:spLocks noGrp="1"/>
          </p:cNvSpPr>
          <p:nvPr>
            <p:ph type="body" idx="2"/>
          </p:nvPr>
        </p:nvSpPr>
        <p:spPr>
          <a:xfrm>
            <a:off x="246935" y="1143004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1125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857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028700" lvl="2" indent="-2667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lvl="3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714500" lvl="4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752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9445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514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89933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67733"/>
            <a:ext cx="8520600" cy="52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6138132"/>
            <a:ext cx="5487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38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9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81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561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994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68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145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311700" y="189933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84437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55231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58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44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4562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17692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7125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272188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82629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89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99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337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84497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6413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  <a:defRPr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  <a:defRPr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99242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01"/>
          <p:cNvPicPr preferRelativeResize="0"/>
          <p:nvPr/>
        </p:nvPicPr>
        <p:blipFill rotWithShape="1">
          <a:blip r:embed="rId2">
            <a:alphaModFix amt="50000"/>
          </a:blip>
          <a:srcRect l="177" t="-542" r="176" b="-541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1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70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01"/>
          <p:cNvSpPr txBox="1">
            <a:spLocks noGrp="1"/>
          </p:cNvSpPr>
          <p:nvPr>
            <p:ph type="title"/>
          </p:nvPr>
        </p:nvSpPr>
        <p:spPr>
          <a:xfrm>
            <a:off x="628650" y="160570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1"/>
          <p:cNvSpPr txBox="1">
            <a:spLocks noGrp="1"/>
          </p:cNvSpPr>
          <p:nvPr>
            <p:ph type="body" idx="1"/>
          </p:nvPr>
        </p:nvSpPr>
        <p:spPr>
          <a:xfrm>
            <a:off x="643304" y="1600205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92881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76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85738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1785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59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1"/>
          <p:cNvSpPr txBox="1">
            <a:spLocks noGrp="1"/>
          </p:cNvSpPr>
          <p:nvPr>
            <p:ph type="body" idx="2"/>
          </p:nvPr>
        </p:nvSpPr>
        <p:spPr>
          <a:xfrm>
            <a:off x="246937" y="1143006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28588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844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214313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200025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693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8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43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595959"/>
                </a:solidFill>
              </a:rPr>
              <a:pPr/>
              <a:t>‹#›</a:t>
            </a:fld>
            <a:endParaRPr lang="en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0902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25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50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0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2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0.png"/><Relationship Id="rId4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5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5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DUVcOoUIWhl8GQKc6AWR1wi0LaMeNkgD?usp=sharing" TargetMode="External"/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0.png"/><Relationship Id="rId4" Type="http://schemas.openxmlformats.org/officeDocument/2006/relationships/customXml" Target="../ink/ink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ZG565)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x-none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YVK Ravi Kumar</a:t>
            </a:r>
          </a:p>
          <a:p>
            <a:pPr algn="ctr">
              <a:lnSpc>
                <a:spcPct val="100000"/>
              </a:lnSpc>
            </a:pPr>
            <a:r>
              <a:rPr lang="en-US" altLang="x-none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(yvk.ravikumar@pilani.bits-pilani.ac.in)</a:t>
            </a:r>
            <a:endParaRPr lang="x-none" altLang="x-none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169862-A3FD-4B47-9063-65E706597650}"/>
                  </a:ext>
                </a:extLst>
              </p14:cNvPr>
              <p14:cNvContentPartPr/>
              <p14:nvPr/>
            </p14:nvContentPartPr>
            <p14:xfrm>
              <a:off x="5378760" y="3519000"/>
              <a:ext cx="1758600" cy="38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169862-A3FD-4B47-9063-65E7065976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9400" y="3509640"/>
                <a:ext cx="1777320" cy="4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572000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2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(3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rd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May,2026)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135802" y="1709739"/>
            <a:ext cx="8374786" cy="28527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dirty="0"/>
              <a:t>Key components of DL 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737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3200" dirty="0">
                <a:latin typeface="+mn-lt"/>
              </a:rPr>
              <a:t>Core components of DL problem</a:t>
            </a:r>
            <a:endParaRPr sz="3200" dirty="0">
              <a:latin typeface="+mn-lt"/>
            </a:endParaRPr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434566" y="957422"/>
            <a:ext cx="8229600" cy="2728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AutoNum type="arabicPeriod"/>
            </a:pPr>
            <a:r>
              <a:rPr lang="en" sz="2000" dirty="0">
                <a:latin typeface="+mn-lt"/>
              </a:rPr>
              <a:t>The </a:t>
            </a:r>
            <a:r>
              <a:rPr lang="en" sz="2000" dirty="0">
                <a:highlight>
                  <a:schemeClr val="accent6"/>
                </a:highlight>
                <a:latin typeface="+mn-lt"/>
              </a:rPr>
              <a:t>data</a:t>
            </a:r>
            <a:r>
              <a:rPr lang="en" sz="2000" dirty="0">
                <a:latin typeface="+mn-lt"/>
              </a:rPr>
              <a:t> that we can learn from.</a:t>
            </a:r>
            <a:endParaRPr sz="2000" dirty="0">
              <a:latin typeface="+mn-lt"/>
            </a:endParaRPr>
          </a:p>
          <a:p>
            <a:pPr algn="just">
              <a:buAutoNum type="arabicPeriod"/>
            </a:pPr>
            <a:r>
              <a:rPr lang="en" sz="2000" dirty="0">
                <a:latin typeface="+mn-lt"/>
              </a:rPr>
              <a:t>A </a:t>
            </a:r>
            <a:r>
              <a:rPr lang="en" sz="2000" dirty="0">
                <a:highlight>
                  <a:schemeClr val="accent6"/>
                </a:highlight>
                <a:latin typeface="+mn-lt"/>
              </a:rPr>
              <a:t>model</a:t>
            </a:r>
            <a:r>
              <a:rPr lang="en" sz="2000" dirty="0">
                <a:latin typeface="+mn-lt"/>
              </a:rPr>
              <a:t> of how to transform the data.</a:t>
            </a:r>
            <a:endParaRPr sz="2000" dirty="0">
              <a:latin typeface="+mn-lt"/>
            </a:endParaRPr>
          </a:p>
          <a:p>
            <a:pPr algn="just">
              <a:buAutoNum type="arabicPeriod"/>
            </a:pPr>
            <a:r>
              <a:rPr lang="en" sz="2000" dirty="0">
                <a:latin typeface="+mn-lt"/>
              </a:rPr>
              <a:t>An </a:t>
            </a:r>
            <a:r>
              <a:rPr lang="en" sz="2000" dirty="0">
                <a:highlight>
                  <a:schemeClr val="accent6"/>
                </a:highlight>
                <a:latin typeface="+mn-lt"/>
              </a:rPr>
              <a:t>objective function</a:t>
            </a:r>
            <a:r>
              <a:rPr lang="en" sz="2000" dirty="0">
                <a:latin typeface="+mn-lt"/>
              </a:rPr>
              <a:t> that quantifies how well (or badly) the model is doing.</a:t>
            </a:r>
            <a:endParaRPr sz="2000" dirty="0">
              <a:latin typeface="+mn-lt"/>
            </a:endParaRPr>
          </a:p>
          <a:p>
            <a:pPr algn="just">
              <a:buAutoNum type="arabicPeriod"/>
            </a:pPr>
            <a:r>
              <a:rPr lang="en" sz="2000" dirty="0">
                <a:latin typeface="+mn-lt"/>
              </a:rPr>
              <a:t>An </a:t>
            </a:r>
            <a:r>
              <a:rPr lang="en" sz="2000" dirty="0">
                <a:highlight>
                  <a:schemeClr val="accent6"/>
                </a:highlight>
                <a:latin typeface="+mn-lt"/>
              </a:rPr>
              <a:t>algorithm</a:t>
            </a:r>
            <a:r>
              <a:rPr lang="en" sz="2000" dirty="0">
                <a:latin typeface="+mn-lt"/>
              </a:rPr>
              <a:t> to adjust the modelʼs parameters to optimize the objective function.</a:t>
            </a:r>
            <a:endParaRPr sz="2000" dirty="0">
              <a:latin typeface="+mn-lt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3431263"/>
            <a:ext cx="6715974" cy="277941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2F25AF-C44F-46CB-81F4-C4FE9FD5A230}"/>
                  </a:ext>
                </a:extLst>
              </p14:cNvPr>
              <p14:cNvContentPartPr/>
              <p14:nvPr/>
            </p14:nvContentPartPr>
            <p14:xfrm>
              <a:off x="2527200" y="684360"/>
              <a:ext cx="6517080" cy="596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2F25AF-C44F-46CB-81F4-C4FE9FD5A2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7840" y="675000"/>
                <a:ext cx="6535800" cy="597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781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88620">
              <a:buSzPct val="100000"/>
              <a:buAutoNum type="arabicPeriod"/>
            </a:pPr>
            <a:r>
              <a:rPr lang="en" sz="4000" dirty="0">
                <a:latin typeface="+mn-lt"/>
              </a:rPr>
              <a:t>Data</a:t>
            </a:r>
            <a:endParaRPr sz="4000" dirty="0">
              <a:latin typeface="+mn-lt"/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body" idx="1"/>
          </p:nvPr>
        </p:nvSpPr>
        <p:spPr>
          <a:xfrm>
            <a:off x="643303" y="1600204"/>
            <a:ext cx="8038969" cy="3080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latin typeface="+mn-lt"/>
              </a:rPr>
              <a:t>Collection of examples. </a:t>
            </a:r>
            <a:endParaRPr sz="18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highlight>
                  <a:schemeClr val="lt1"/>
                </a:highlight>
                <a:latin typeface="+mn-lt"/>
              </a:rPr>
              <a:t>Data has to be converted to an useful and a suitable numerical </a:t>
            </a:r>
            <a:r>
              <a:rPr lang="en" sz="1800" b="1" dirty="0">
                <a:highlight>
                  <a:schemeClr val="lt1"/>
                </a:highlight>
                <a:latin typeface="+mn-lt"/>
              </a:rPr>
              <a:t>representation</a:t>
            </a:r>
            <a:r>
              <a:rPr lang="en" sz="1800" dirty="0">
                <a:highlight>
                  <a:schemeClr val="lt1"/>
                </a:highlight>
                <a:latin typeface="+mn-lt"/>
              </a:rPr>
              <a:t>. </a:t>
            </a:r>
            <a:endParaRPr sz="1800" dirty="0">
              <a:highlight>
                <a:schemeClr val="lt1"/>
              </a:highlight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highlight>
                  <a:schemeClr val="lt1"/>
                </a:highlight>
                <a:latin typeface="+mn-lt"/>
              </a:rPr>
              <a:t>Each example (or data point, data instance, sample) typically consists of a set of attributes called </a:t>
            </a:r>
            <a:r>
              <a:rPr lang="en" sz="1800" b="1" dirty="0">
                <a:highlight>
                  <a:schemeClr val="lt1"/>
                </a:highlight>
                <a:latin typeface="+mn-lt"/>
              </a:rPr>
              <a:t>features</a:t>
            </a:r>
            <a:r>
              <a:rPr lang="en" sz="1800" dirty="0">
                <a:highlight>
                  <a:schemeClr val="lt1"/>
                </a:highlight>
                <a:latin typeface="+mn-lt"/>
              </a:rPr>
              <a:t> (or covariates), from which the model must make its predictions. </a:t>
            </a:r>
            <a:endParaRPr sz="1800" dirty="0">
              <a:highlight>
                <a:schemeClr val="lt1"/>
              </a:highlight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highlight>
                  <a:schemeClr val="lt1"/>
                </a:highlight>
                <a:latin typeface="+mn-lt"/>
              </a:rPr>
              <a:t>In the supervised learning problems, the attribute to be predicted is designated as the </a:t>
            </a:r>
            <a:r>
              <a:rPr lang="en" sz="1800" b="1" dirty="0">
                <a:highlight>
                  <a:schemeClr val="lt1"/>
                </a:highlight>
                <a:latin typeface="+mn-lt"/>
              </a:rPr>
              <a:t>label</a:t>
            </a:r>
            <a:r>
              <a:rPr lang="en" sz="1800" dirty="0">
                <a:highlight>
                  <a:schemeClr val="lt1"/>
                </a:highlight>
                <a:latin typeface="+mn-lt"/>
              </a:rPr>
              <a:t> (or target).</a:t>
            </a:r>
            <a:endParaRPr sz="1800" dirty="0">
              <a:latin typeface="+mn-lt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856" y="4544503"/>
            <a:ext cx="2047875" cy="4667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DAFA24-7765-4C3E-8657-718CDDCAD594}"/>
                  </a:ext>
                </a:extLst>
              </p14:cNvPr>
              <p14:cNvContentPartPr/>
              <p14:nvPr/>
            </p14:nvContentPartPr>
            <p14:xfrm>
              <a:off x="5620320" y="4153680"/>
              <a:ext cx="3449160" cy="208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DAFA24-7765-4C3E-8657-718CDDCAD5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0960" y="4144320"/>
                <a:ext cx="3467880" cy="21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89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88620">
              <a:buSzPct val="100000"/>
              <a:buAutoNum type="arabicPeriod"/>
            </a:pPr>
            <a:r>
              <a:rPr lang="en" sz="3600" dirty="0">
                <a:latin typeface="+mn-lt"/>
              </a:rPr>
              <a:t>Data</a:t>
            </a:r>
            <a:endParaRPr sz="3600" dirty="0">
              <a:latin typeface="+mn-lt"/>
            </a:endParaRPr>
          </a:p>
        </p:txBody>
      </p:sp>
      <p:sp>
        <p:nvSpPr>
          <p:cNvPr id="265" name="Google Shape;265;p43"/>
          <p:cNvSpPr txBox="1">
            <a:spLocks noGrp="1"/>
          </p:cNvSpPr>
          <p:nvPr>
            <p:ph type="body" idx="1"/>
          </p:nvPr>
        </p:nvSpPr>
        <p:spPr>
          <a:xfrm>
            <a:off x="280657" y="1600204"/>
            <a:ext cx="4961299" cy="3189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2000" dirty="0">
                <a:latin typeface="+mn-lt"/>
              </a:rPr>
              <a:t>Data = D = {X,t}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2000" dirty="0">
                <a:latin typeface="+mn-lt"/>
              </a:rPr>
              <a:t>Number of features = Number of Dimensions = d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2000" dirty="0">
                <a:latin typeface="+mn-lt"/>
              </a:rPr>
              <a:t>Number of examples = N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2000" dirty="0">
                <a:latin typeface="+mn-lt"/>
              </a:rPr>
              <a:t>As the number of features increase, we say the dimensionality increases.</a:t>
            </a:r>
            <a:endParaRPr sz="2000" dirty="0">
              <a:latin typeface="+mn-lt"/>
            </a:endParaRPr>
          </a:p>
        </p:txBody>
      </p:sp>
      <p:pic>
        <p:nvPicPr>
          <p:cNvPr id="267" name="Google Shape;267;p43" title="Screenshot from 2025-10-22 19-47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871" y="924933"/>
            <a:ext cx="4255129" cy="2952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827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>
            <a:spLocks noGrp="1"/>
          </p:cNvSpPr>
          <p:nvPr>
            <p:ph type="title"/>
          </p:nvPr>
        </p:nvSpPr>
        <p:spPr>
          <a:xfrm>
            <a:off x="63374" y="160569"/>
            <a:ext cx="7556626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br>
              <a:rPr lang="en" dirty="0"/>
            </a:br>
            <a:r>
              <a:rPr lang="en" sz="2400" dirty="0">
                <a:latin typeface="+mn-lt"/>
              </a:rPr>
              <a:t>2. Model</a:t>
            </a:r>
            <a:endParaRPr sz="2400" dirty="0">
              <a:latin typeface="+mn-lt"/>
            </a:endParaRPr>
          </a:p>
        </p:txBody>
      </p:sp>
      <p:sp>
        <p:nvSpPr>
          <p:cNvPr id="273" name="Google Shape;273;p44"/>
          <p:cNvSpPr txBox="1">
            <a:spLocks noGrp="1"/>
          </p:cNvSpPr>
          <p:nvPr>
            <p:ph type="body" idx="1"/>
          </p:nvPr>
        </p:nvSpPr>
        <p:spPr>
          <a:xfrm>
            <a:off x="688063" y="995882"/>
            <a:ext cx="7575241" cy="1620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600" dirty="0">
                <a:latin typeface="+mn-lt"/>
              </a:rPr>
              <a:t>Model denotes the </a:t>
            </a:r>
            <a:r>
              <a:rPr lang="en" sz="1600" b="1" dirty="0">
                <a:latin typeface="+mn-lt"/>
              </a:rPr>
              <a:t>computational machinery</a:t>
            </a:r>
            <a:r>
              <a:rPr lang="en" sz="1600" dirty="0">
                <a:latin typeface="+mn-lt"/>
              </a:rPr>
              <a:t> for ingesting data of one type, and spitting out predictions of a possibly different type. </a:t>
            </a:r>
            <a:endParaRPr sz="16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600" dirty="0">
                <a:latin typeface="+mn-lt"/>
              </a:rPr>
              <a:t>Deep learning models consist of many successive transformations of the data that are chained together top to bottom, thus the name deep learning.</a:t>
            </a:r>
            <a:endParaRPr sz="1600" dirty="0">
              <a:latin typeface="+mn-lt"/>
            </a:endParaRPr>
          </a:p>
          <a:p>
            <a:pPr indent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684" y="2773974"/>
            <a:ext cx="5610225" cy="1504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473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br>
              <a:rPr lang="en" dirty="0"/>
            </a:br>
            <a:r>
              <a:rPr lang="en" sz="2800" dirty="0"/>
              <a:t>3. Objective Function</a:t>
            </a:r>
            <a:endParaRPr sz="2800" dirty="0"/>
          </a:p>
        </p:txBody>
      </p:sp>
      <p:sp>
        <p:nvSpPr>
          <p:cNvPr id="281" name="Google Shape;281;p45"/>
          <p:cNvSpPr txBox="1">
            <a:spLocks noGrp="1"/>
          </p:cNvSpPr>
          <p:nvPr>
            <p:ph type="body" idx="1"/>
          </p:nvPr>
        </p:nvSpPr>
        <p:spPr>
          <a:xfrm>
            <a:off x="643303" y="1031133"/>
            <a:ext cx="8183825" cy="2616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latin typeface="+mn-lt"/>
              </a:rPr>
              <a:t>Learning means improving at some task over time.</a:t>
            </a:r>
            <a:r>
              <a:rPr lang="en" sz="1800" b="1" dirty="0">
                <a:latin typeface="+mn-lt"/>
              </a:rPr>
              <a:t> </a:t>
            </a:r>
            <a:endParaRPr sz="1800" b="1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b="1" dirty="0">
                <a:latin typeface="+mn-lt"/>
              </a:rPr>
              <a:t>Objective functions are formal measures to denote how good (or bad) a mathematical model is. </a:t>
            </a:r>
            <a:endParaRPr sz="1800" b="1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latin typeface="+mn-lt"/>
              </a:rPr>
              <a:t>By convention, objective functions are defined so that lower is better. </a:t>
            </a:r>
            <a:endParaRPr sz="18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1800" dirty="0">
                <a:latin typeface="+mn-lt"/>
              </a:rPr>
              <a:t>Because lower is better, these functions are sometimes called </a:t>
            </a:r>
            <a:r>
              <a:rPr lang="en" sz="1800" b="1" dirty="0">
                <a:latin typeface="+mn-lt"/>
              </a:rPr>
              <a:t>loss functions</a:t>
            </a:r>
            <a:r>
              <a:rPr lang="en" sz="1800" dirty="0">
                <a:latin typeface="+mn-lt"/>
              </a:rPr>
              <a:t>.</a:t>
            </a:r>
            <a:endParaRPr sz="1800" dirty="0">
              <a:latin typeface="+mn-lt"/>
            </a:endParaRPr>
          </a:p>
          <a:p>
            <a:pPr indent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338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br>
              <a:rPr lang="en" dirty="0"/>
            </a:br>
            <a:r>
              <a:rPr lang="en" sz="2800" dirty="0">
                <a:latin typeface="+mn-lt"/>
              </a:rPr>
              <a:t>4. Learning Algorithms</a:t>
            </a:r>
            <a:endParaRPr sz="2800" dirty="0">
              <a:latin typeface="+mn-lt"/>
            </a:endParaRPr>
          </a:p>
        </p:txBody>
      </p:sp>
      <p:sp>
        <p:nvSpPr>
          <p:cNvPr id="288" name="Google Shape;288;p46"/>
          <p:cNvSpPr txBox="1">
            <a:spLocks noGrp="1"/>
          </p:cNvSpPr>
          <p:nvPr>
            <p:ph type="body" idx="1"/>
          </p:nvPr>
        </p:nvSpPr>
        <p:spPr>
          <a:xfrm>
            <a:off x="515566" y="987350"/>
            <a:ext cx="8219872" cy="2728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2400" b="1" dirty="0">
                <a:latin typeface="+mn-lt"/>
              </a:rPr>
              <a:t>Learning Algorithm is an algorithm capable of searching for the best possible parameters for minimizing the loss function. </a:t>
            </a:r>
            <a:endParaRPr sz="2400" b="1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" sz="2400" dirty="0">
                <a:latin typeface="+mn-lt"/>
              </a:rPr>
              <a:t>Popular algorithm for deep learning -  </a:t>
            </a:r>
            <a:r>
              <a:rPr lang="en" sz="2400" b="1" dirty="0">
                <a:latin typeface="+mn-lt"/>
              </a:rPr>
              <a:t>gradient descent</a:t>
            </a:r>
            <a:r>
              <a:rPr lang="en" sz="2400" dirty="0">
                <a:latin typeface="+mn-lt"/>
              </a:rPr>
              <a:t>. </a:t>
            </a:r>
            <a:endParaRPr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258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br>
              <a:rPr lang="en" dirty="0"/>
            </a:br>
            <a:r>
              <a:rPr lang="en" sz="2800" dirty="0">
                <a:latin typeface="+mn-lt"/>
              </a:rPr>
              <a:t>Example of the Framework</a:t>
            </a:r>
            <a:endParaRPr sz="2800" dirty="0">
              <a:latin typeface="+mn-lt"/>
            </a:endParaRPr>
          </a:p>
        </p:txBody>
      </p:sp>
      <p:sp>
        <p:nvSpPr>
          <p:cNvPr id="295" name="Google Shape;295;p47"/>
          <p:cNvSpPr txBox="1">
            <a:spLocks noGrp="1"/>
          </p:cNvSpPr>
          <p:nvPr>
            <p:ph type="body" idx="1"/>
          </p:nvPr>
        </p:nvSpPr>
        <p:spPr>
          <a:xfrm>
            <a:off x="584936" y="1298642"/>
            <a:ext cx="8210985" cy="178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har char="➔"/>
            </a:pPr>
            <a:r>
              <a:rPr lang="en" sz="1800" dirty="0">
                <a:latin typeface="+mn-lt"/>
              </a:rPr>
              <a:t>We have to tell a computer explicitly how to map from inputs to outputs.</a:t>
            </a:r>
            <a:endParaRPr sz="1800" dirty="0">
              <a:latin typeface="+mn-lt"/>
            </a:endParaRPr>
          </a:p>
          <a:p>
            <a:pPr algn="just">
              <a:buChar char="➔"/>
            </a:pPr>
            <a:r>
              <a:rPr lang="en" sz="1800" dirty="0">
                <a:latin typeface="+mn-lt"/>
              </a:rPr>
              <a:t>We have to define the problem precisely, pinning down the exact nature of the inputs and outputs, and choosing an appropriate model family.</a:t>
            </a:r>
            <a:endParaRPr sz="1800" dirty="0">
              <a:latin typeface="+mn-lt"/>
            </a:endParaRPr>
          </a:p>
          <a:p>
            <a:pPr algn="just">
              <a:buChar char="➔"/>
            </a:pPr>
            <a:r>
              <a:rPr lang="en" sz="1800" dirty="0">
                <a:latin typeface="+mn-lt"/>
              </a:rPr>
              <a:t>Collect a huge dataset containing examples of audio and label those that do and that do not contain the wake word.</a:t>
            </a:r>
            <a:endParaRPr sz="1800" dirty="0">
              <a:latin typeface="+mn-lt"/>
            </a:endParaRPr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407" y="3386689"/>
            <a:ext cx="5610225" cy="1504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0267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br>
              <a:rPr lang="en" dirty="0"/>
            </a:br>
            <a:r>
              <a:rPr lang="en" sz="2400" dirty="0"/>
              <a:t>How to Create a Model?</a:t>
            </a:r>
            <a:endParaRPr sz="2400" dirty="0"/>
          </a:p>
        </p:txBody>
      </p:sp>
      <p:sp>
        <p:nvSpPr>
          <p:cNvPr id="303" name="Google Shape;303;p48"/>
          <p:cNvSpPr txBox="1">
            <a:spLocks noGrp="1"/>
          </p:cNvSpPr>
          <p:nvPr>
            <p:ph type="body" idx="1"/>
          </p:nvPr>
        </p:nvSpPr>
        <p:spPr>
          <a:xfrm>
            <a:off x="643304" y="1004935"/>
            <a:ext cx="8192878" cy="1774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1800" dirty="0">
                <a:latin typeface="+mn-lt"/>
              </a:rPr>
              <a:t>Start with a program whose behavior is determined by a number of parameters.</a:t>
            </a:r>
            <a:endParaRPr sz="18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1800" dirty="0">
                <a:latin typeface="+mn-lt"/>
              </a:rPr>
              <a:t>How to determine the best possible set of parameters? Use data or examples.</a:t>
            </a:r>
            <a:endParaRPr sz="18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1800" dirty="0">
                <a:latin typeface="+mn-lt"/>
              </a:rPr>
              <a:t>Parameters improve the performance of the program with respect to the loss function.</a:t>
            </a:r>
            <a:endParaRPr sz="1800" dirty="0">
              <a:latin typeface="+mn-lt"/>
            </a:endParaRPr>
          </a:p>
        </p:txBody>
      </p:sp>
      <p:pic>
        <p:nvPicPr>
          <p:cNvPr id="305" name="Google Shape;3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539" y="3105340"/>
            <a:ext cx="6343461" cy="2535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60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br>
              <a:rPr lang="en" dirty="0"/>
            </a:br>
            <a:r>
              <a:rPr lang="en" sz="3200" dirty="0">
                <a:latin typeface="+mn-lt"/>
              </a:rPr>
              <a:t>Train the Model</a:t>
            </a:r>
            <a:endParaRPr sz="3200" dirty="0">
              <a:latin typeface="+mn-lt"/>
            </a:endParaRPr>
          </a:p>
        </p:txBody>
      </p:sp>
      <p:sp>
        <p:nvSpPr>
          <p:cNvPr id="311" name="Google Shape;311;p49"/>
          <p:cNvSpPr txBox="1">
            <a:spLocks noGrp="1"/>
          </p:cNvSpPr>
          <p:nvPr>
            <p:ph type="body" idx="1"/>
          </p:nvPr>
        </p:nvSpPr>
        <p:spPr>
          <a:xfrm>
            <a:off x="643304" y="1204111"/>
            <a:ext cx="8057076" cy="43818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indent="-361950" algn="just">
              <a:lnSpc>
                <a:spcPct val="160000"/>
              </a:lnSpc>
              <a:spcBef>
                <a:spcPts val="0"/>
              </a:spcBef>
              <a:buSzPts val="2100"/>
              <a:buChar char="➔"/>
            </a:pPr>
            <a:r>
              <a:rPr lang="en" sz="2100" dirty="0">
                <a:latin typeface="+mn-lt"/>
              </a:rPr>
              <a:t>Train the program with data to find the best set of parameters that improves the performance of the program with respect to the loss function.</a:t>
            </a:r>
            <a:endParaRPr sz="2100" dirty="0">
              <a:latin typeface="+mn-lt"/>
            </a:endParaRPr>
          </a:p>
          <a:p>
            <a:pPr indent="-361950" algn="just">
              <a:lnSpc>
                <a:spcPct val="160000"/>
              </a:lnSpc>
              <a:spcBef>
                <a:spcPts val="0"/>
              </a:spcBef>
              <a:buSzPts val="2100"/>
              <a:buChar char="➔"/>
            </a:pPr>
            <a:r>
              <a:rPr lang="en" sz="2100" dirty="0">
                <a:latin typeface="+mn-lt"/>
              </a:rPr>
              <a:t>Once the parameters are finalised, we call the program a model.</a:t>
            </a:r>
            <a:endParaRPr sz="2100" dirty="0">
              <a:latin typeface="+mn-lt"/>
            </a:endParaRPr>
          </a:p>
          <a:p>
            <a:pPr marL="1022350" lvl="2" indent="-342900" algn="just">
              <a:lnSpc>
                <a:spcPct val="160000"/>
              </a:lnSpc>
              <a:spcBef>
                <a:spcPts val="0"/>
              </a:spcBef>
              <a:buSzPts val="1900"/>
              <a:buFont typeface="Courier New" panose="02070309020205020404" pitchFamily="49" charset="0"/>
              <a:buChar char="o"/>
            </a:pPr>
            <a:r>
              <a:rPr lang="en" sz="1900" dirty="0">
                <a:latin typeface="+mn-lt"/>
              </a:rPr>
              <a:t>Eg: The model receives a snippet of audio as input, and the model generates a selection among yes / no as output.</a:t>
            </a:r>
            <a:endParaRPr sz="1900" dirty="0">
              <a:latin typeface="+mn-lt"/>
            </a:endParaRPr>
          </a:p>
          <a:p>
            <a:pPr indent="-361950" algn="just">
              <a:lnSpc>
                <a:spcPct val="160000"/>
              </a:lnSpc>
              <a:spcBef>
                <a:spcPts val="0"/>
              </a:spcBef>
              <a:buSzPts val="2100"/>
              <a:buChar char="➔"/>
            </a:pPr>
            <a:r>
              <a:rPr lang="en" sz="2100" dirty="0">
                <a:latin typeface="+mn-lt"/>
              </a:rPr>
              <a:t>The set of all distinct programs (input-output mappings) that we can produce just by manipulating the parameters is called a family of models.</a:t>
            </a:r>
            <a:endParaRPr sz="2100" dirty="0">
              <a:latin typeface="+mn-lt"/>
            </a:endParaRPr>
          </a:p>
          <a:p>
            <a:pPr marL="1022350" lvl="2" indent="-342900" algn="just">
              <a:lnSpc>
                <a:spcPct val="160000"/>
              </a:lnSpc>
              <a:spcBef>
                <a:spcPts val="0"/>
              </a:spcBef>
              <a:buSzPts val="1900"/>
              <a:buFont typeface="Courier New" panose="02070309020205020404" pitchFamily="49" charset="0"/>
              <a:buChar char="o"/>
            </a:pPr>
            <a:r>
              <a:rPr lang="en" sz="1900" dirty="0">
                <a:latin typeface="+mn-lt"/>
              </a:rPr>
              <a:t>Eg: Same model family should be suitable for ”Alexa” recognition and ”Hey Siri” recognition because they seem, intuitively, to be similar tasks.</a:t>
            </a:r>
            <a:endParaRPr sz="19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EBFAE1-54B3-4516-92B3-12AB2175DA39}"/>
                  </a:ext>
                </a:extLst>
              </p14:cNvPr>
              <p14:cNvContentPartPr/>
              <p14:nvPr/>
            </p14:nvContentPartPr>
            <p14:xfrm>
              <a:off x="1211760" y="5098320"/>
              <a:ext cx="7875360" cy="158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EBFAE1-54B3-4516-92B3-12AB2175DA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400" y="5088960"/>
                <a:ext cx="7894080" cy="160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524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>
            <a:spLocks noGrp="1"/>
          </p:cNvSpPr>
          <p:nvPr>
            <p:ph type="title"/>
          </p:nvPr>
        </p:nvSpPr>
        <p:spPr>
          <a:xfrm>
            <a:off x="344032" y="1709739"/>
            <a:ext cx="8528364" cy="28527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dirty="0"/>
              <a:t>Kinds of Deep Learning Problems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E06C69-0E31-4C48-B969-551265DC2BE4}"/>
                  </a:ext>
                </a:extLst>
              </p14:cNvPr>
              <p14:cNvContentPartPr/>
              <p14:nvPr/>
            </p14:nvContentPartPr>
            <p14:xfrm>
              <a:off x="4424400" y="4264560"/>
              <a:ext cx="4342320" cy="187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E06C69-0E31-4C48-B969-551265DC2B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5040" y="4255200"/>
                <a:ext cx="4361040" cy="18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5531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2800" dirty="0">
                <a:latin typeface="+mn-lt"/>
              </a:rPr>
              <a:t>Learning Problems</a:t>
            </a:r>
            <a:endParaRPr sz="2800" dirty="0">
              <a:latin typeface="+mn-lt"/>
            </a:endParaRPr>
          </a:p>
        </p:txBody>
      </p:sp>
      <p:sp>
        <p:nvSpPr>
          <p:cNvPr id="324" name="Google Shape;324;p51"/>
          <p:cNvSpPr txBox="1">
            <a:spLocks noGrp="1"/>
          </p:cNvSpPr>
          <p:nvPr>
            <p:ph type="body" idx="1"/>
          </p:nvPr>
        </p:nvSpPr>
        <p:spPr>
          <a:xfrm>
            <a:off x="643304" y="1095470"/>
            <a:ext cx="8201932" cy="52510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AutoNum type="arabicPeriod"/>
            </a:pPr>
            <a:r>
              <a:rPr lang="en" sz="1800" b="1" dirty="0">
                <a:latin typeface="+mn-lt"/>
              </a:rPr>
              <a:t>Supervised Learning</a:t>
            </a:r>
            <a:endParaRPr sz="1800" b="1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Training by examples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The model is given a dataset which has the data and its labels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Eg: Classification, Regression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You will learn this in this course and Machine Learning Course</a:t>
            </a:r>
            <a:endParaRPr sz="1800" dirty="0">
              <a:latin typeface="+mn-lt"/>
            </a:endParaRPr>
          </a:p>
          <a:p>
            <a:pPr algn="just">
              <a:buAutoNum type="arabicPeriod"/>
            </a:pPr>
            <a:r>
              <a:rPr lang="en" sz="1800" b="1" dirty="0">
                <a:latin typeface="+mn-lt"/>
              </a:rPr>
              <a:t>Unsupervised Learning</a:t>
            </a:r>
            <a:endParaRPr sz="1800" b="1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Situations where we feed the model a giant dataset containing only the features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Eg: Clustering, Generate synthetic data (uses GAN)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You will learn this in Advanced Deep Learning Course and Machine Learning Course</a:t>
            </a:r>
            <a:endParaRPr sz="1800" dirty="0">
              <a:latin typeface="+mn-lt"/>
            </a:endParaRPr>
          </a:p>
          <a:p>
            <a:pPr algn="just">
              <a:buAutoNum type="arabicPeriod"/>
            </a:pPr>
            <a:r>
              <a:rPr lang="en" sz="1800" b="1" dirty="0">
                <a:latin typeface="+mn-lt"/>
              </a:rPr>
              <a:t>Reinforcement Learning</a:t>
            </a:r>
            <a:endParaRPr sz="1800" b="1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Develop an agent that interacts with an environment and takes actions over a series of time steps.</a:t>
            </a:r>
            <a:endParaRPr sz="1800" dirty="0">
              <a:latin typeface="+mn-lt"/>
            </a:endParaRPr>
          </a:p>
          <a:p>
            <a:pPr lvl="1" algn="just"/>
            <a:r>
              <a:rPr lang="en" sz="1800" dirty="0">
                <a:latin typeface="+mn-lt"/>
              </a:rPr>
              <a:t>You will learn this in Deep Reinforcement Learning Course</a:t>
            </a:r>
            <a:endParaRPr sz="18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993E52-1C45-4D2B-A3DE-C237929C4851}"/>
                  </a:ext>
                </a:extLst>
              </p14:cNvPr>
              <p14:cNvContentPartPr/>
              <p14:nvPr/>
            </p14:nvContentPartPr>
            <p14:xfrm>
              <a:off x="3031920" y="1143000"/>
              <a:ext cx="628560" cy="337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993E52-1C45-4D2B-A3DE-C237929C48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2560" y="1133640"/>
                <a:ext cx="647280" cy="339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169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>
            <a:spLocks noGrp="1"/>
          </p:cNvSpPr>
          <p:nvPr>
            <p:ph type="title"/>
          </p:nvPr>
        </p:nvSpPr>
        <p:spPr>
          <a:xfrm>
            <a:off x="0" y="160569"/>
            <a:ext cx="7620000" cy="764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3200" dirty="0">
                <a:latin typeface="+mn-lt"/>
              </a:rPr>
              <a:t>Supervised Learning</a:t>
            </a:r>
            <a:endParaRPr sz="3200" dirty="0">
              <a:latin typeface="+mn-lt"/>
            </a:endParaRPr>
          </a:p>
        </p:txBody>
      </p:sp>
      <p:sp>
        <p:nvSpPr>
          <p:cNvPr id="331" name="Google Shape;331;p52"/>
          <p:cNvSpPr txBox="1">
            <a:spLocks noGrp="1"/>
          </p:cNvSpPr>
          <p:nvPr>
            <p:ph type="body" idx="1"/>
          </p:nvPr>
        </p:nvSpPr>
        <p:spPr>
          <a:xfrm>
            <a:off x="408562" y="1102270"/>
            <a:ext cx="8326876" cy="1858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42900" algn="just">
              <a:buSzPts val="1800"/>
              <a:buChar char="➔"/>
            </a:pPr>
            <a:r>
              <a:rPr lang="en" sz="1800" dirty="0">
                <a:latin typeface="+mn-lt"/>
              </a:rPr>
              <a:t>Each </a:t>
            </a:r>
            <a:r>
              <a:rPr lang="en" sz="1800" b="1" dirty="0">
                <a:latin typeface="+mn-lt"/>
              </a:rPr>
              <a:t>feature–label pair</a:t>
            </a:r>
            <a:r>
              <a:rPr lang="en" sz="1800" dirty="0">
                <a:latin typeface="+mn-lt"/>
              </a:rPr>
              <a:t> is called an example. </a:t>
            </a:r>
            <a:endParaRPr sz="1800" dirty="0">
              <a:latin typeface="+mn-lt"/>
            </a:endParaRPr>
          </a:p>
          <a:p>
            <a:pPr indent="-342900" algn="just">
              <a:buSzPts val="1800"/>
              <a:buChar char="➔"/>
            </a:pPr>
            <a:r>
              <a:rPr lang="en" sz="1800" dirty="0">
                <a:latin typeface="+mn-lt"/>
              </a:rPr>
              <a:t>Goal is to produce </a:t>
            </a:r>
            <a:r>
              <a:rPr lang="en" sz="1800" b="1" dirty="0">
                <a:latin typeface="+mn-lt"/>
              </a:rPr>
              <a:t>a model that maps any input to a label prediction</a:t>
            </a:r>
            <a:r>
              <a:rPr lang="en" sz="1800" dirty="0">
                <a:latin typeface="+mn-lt"/>
              </a:rPr>
              <a:t>.</a:t>
            </a:r>
            <a:endParaRPr sz="1800" dirty="0">
              <a:latin typeface="+mn-lt"/>
            </a:endParaRPr>
          </a:p>
          <a:p>
            <a:pPr indent="-342900" algn="just">
              <a:buSzPts val="1800"/>
              <a:buChar char="➔"/>
            </a:pPr>
            <a:r>
              <a:rPr lang="en" sz="1700" dirty="0">
                <a:latin typeface="+mn-lt"/>
              </a:rPr>
              <a:t>The supervision comes into play because for choosing the parameters, we (the supervisors) provide the model with a dataset consisting of labeled examples, where each example is matched with conditional probability of a label given input features.</a:t>
            </a:r>
            <a:endParaRPr sz="1700" dirty="0">
              <a:latin typeface="+mn-lt"/>
            </a:endParaRPr>
          </a:p>
        </p:txBody>
      </p:sp>
      <p:pic>
        <p:nvPicPr>
          <p:cNvPr id="332" name="Google Shape;33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351" y="3636600"/>
            <a:ext cx="6239275" cy="20180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6DD194-008A-4F3E-A039-C5067C5D9608}"/>
                  </a:ext>
                </a:extLst>
              </p14:cNvPr>
              <p14:cNvContentPartPr/>
              <p14:nvPr/>
            </p14:nvContentPartPr>
            <p14:xfrm>
              <a:off x="588240" y="2615040"/>
              <a:ext cx="7764120" cy="385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6DD194-008A-4F3E-A039-C5067C5D96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8880" y="2605680"/>
                <a:ext cx="7782840" cy="38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2815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2800" dirty="0">
                <a:latin typeface="+mn-lt"/>
              </a:rPr>
              <a:t>Supervised Learning Tasks</a:t>
            </a:r>
            <a:endParaRPr sz="2800" dirty="0">
              <a:latin typeface="+mn-lt"/>
            </a:endParaRPr>
          </a:p>
        </p:txBody>
      </p:sp>
      <p:sp>
        <p:nvSpPr>
          <p:cNvPr id="339" name="Google Shape;339;p53"/>
          <p:cNvSpPr txBox="1">
            <a:spLocks noGrp="1"/>
          </p:cNvSpPr>
          <p:nvPr>
            <p:ph type="body" idx="1"/>
          </p:nvPr>
        </p:nvSpPr>
        <p:spPr>
          <a:xfrm>
            <a:off x="643304" y="950515"/>
            <a:ext cx="7620000" cy="5746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+mn-lt"/>
              </a:rPr>
              <a:t>Regression 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how much or how many question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+mn-lt"/>
              </a:rPr>
              <a:t>Classification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Binary classification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Multi-class classification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Multi-label classification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+mn-lt"/>
              </a:rPr>
              <a:t>Recommender systems</a:t>
            </a:r>
            <a:endParaRPr sz="20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➔"/>
            </a:pPr>
            <a:r>
              <a:rPr lang="en" sz="2000" dirty="0">
                <a:latin typeface="+mn-lt"/>
              </a:rPr>
              <a:t>Sequence Learning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Tagging and Parsing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Automatic speech recognition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Text to speech</a:t>
            </a:r>
            <a:endParaRPr sz="2000" dirty="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har char="◆"/>
            </a:pPr>
            <a:r>
              <a:rPr lang="en" sz="2000" dirty="0">
                <a:latin typeface="+mn-lt"/>
              </a:rPr>
              <a:t>Machine translation</a:t>
            </a:r>
            <a:endParaRPr sz="2000" dirty="0">
              <a:latin typeface="+mn-lt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18E1AE-99B2-4F98-ACE1-73AC0A6A1E1E}"/>
                  </a:ext>
                </a:extLst>
              </p14:cNvPr>
              <p14:cNvContentPartPr/>
              <p14:nvPr/>
            </p14:nvContentPartPr>
            <p14:xfrm>
              <a:off x="3026160" y="2511720"/>
              <a:ext cx="3515040" cy="387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18E1AE-99B2-4F98-ACE1-73AC0A6A1E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6800" y="2502360"/>
                <a:ext cx="3533760" cy="38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931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610917" y="4286250"/>
            <a:ext cx="5915025" cy="1444594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rial" charset="0"/>
              </a:rPr>
              <a:t>Module 2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rial" charset="0"/>
              </a:rPr>
              <a:t>(Perceptron)</a:t>
            </a:r>
            <a:endParaRPr lang="en-IN" sz="32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CA698D-D271-4911-BD43-0872080B963E}"/>
                  </a:ext>
                </a:extLst>
              </p14:cNvPr>
              <p14:cNvContentPartPr/>
              <p14:nvPr/>
            </p14:nvContentPartPr>
            <p14:xfrm>
              <a:off x="3834360" y="507240"/>
              <a:ext cx="5253480" cy="538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CA698D-D271-4911-BD43-0872080B96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5000" y="497880"/>
                <a:ext cx="5272200" cy="540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890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1" y="977678"/>
            <a:ext cx="6991350" cy="573273"/>
          </a:xfrm>
        </p:spPr>
        <p:txBody>
          <a:bodyPr>
            <a:normAutofit/>
          </a:bodyPr>
          <a:lstStyle/>
          <a:p>
            <a:r>
              <a:rPr lang="en" sz="2400" dirty="0"/>
              <a:t>How do Humans Learn?</a:t>
            </a:r>
            <a:endParaRPr lang="en-IN" sz="2100" dirty="0">
              <a:latin typeface="+mn-lt"/>
            </a:endParaRPr>
          </a:p>
        </p:txBody>
      </p:sp>
      <p:pic>
        <p:nvPicPr>
          <p:cNvPr id="10" name="Google Shape;76;p16">
            <a:extLst>
              <a:ext uri="{FF2B5EF4-FFF2-40B4-BE49-F238E27FC236}">
                <a16:creationId xmlns:a16="http://schemas.microsoft.com/office/drawing/2014/main" id="{6066BAFA-D893-460A-A888-0376BB2B6C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11437" y="2261174"/>
            <a:ext cx="3920875" cy="23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5E6B-9B30-49D5-ABB4-6E2619C312AE}"/>
              </a:ext>
            </a:extLst>
          </p:cNvPr>
          <p:cNvSpPr/>
          <p:nvPr/>
        </p:nvSpPr>
        <p:spPr>
          <a:xfrm>
            <a:off x="200008" y="2014982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87350" indent="-285750" algn="just">
              <a:buSzPts val="2000"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/>
              </a:rPr>
              <a:t>It begins with human brain.</a:t>
            </a:r>
          </a:p>
          <a:p>
            <a:pPr marL="387350" indent="-285750" algn="just">
              <a:buSzPts val="2000"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/>
              </a:rPr>
              <a:t>Humans learn, solve problems, recognize patterns, create, think deeply about something, meditate and many </a:t>
            </a:r>
            <a:r>
              <a:rPr lang="en-US" sz="2400" dirty="0" err="1">
                <a:latin typeface="Calibri"/>
              </a:rPr>
              <a:t>many</a:t>
            </a:r>
            <a:r>
              <a:rPr lang="en-US" sz="2400" dirty="0">
                <a:latin typeface="Calibri"/>
              </a:rPr>
              <a:t> more.....</a:t>
            </a:r>
          </a:p>
          <a:p>
            <a:pPr marL="387350" indent="-285750" algn="just">
              <a:buSzPts val="2000"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/>
              </a:rPr>
              <a:t>Humans learn through </a:t>
            </a:r>
            <a:r>
              <a:rPr lang="en-US" sz="2400" b="1" dirty="0">
                <a:latin typeface="Calibri"/>
              </a:rPr>
              <a:t>association</a:t>
            </a:r>
            <a:r>
              <a:rPr lang="en-US" sz="2400" dirty="0">
                <a:latin typeface="Calibri"/>
              </a:rPr>
              <a:t>. [Refer to Associationism for more details.]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485" y="359741"/>
            <a:ext cx="2420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800" b="1" dirty="0">
                <a:solidFill>
                  <a:schemeClr val="bg1"/>
                </a:solidFill>
              </a:rPr>
              <a:t>Human Brain</a:t>
            </a:r>
            <a:endParaRPr lang="en-IN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B2B979-FE60-4E68-9734-B535C521D4A0}"/>
                  </a:ext>
                </a:extLst>
              </p14:cNvPr>
              <p14:cNvContentPartPr/>
              <p14:nvPr/>
            </p14:nvContentPartPr>
            <p14:xfrm>
              <a:off x="1558080" y="2057760"/>
              <a:ext cx="5484240" cy="201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B2B979-FE60-4E68-9734-B535C521D4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720" y="2048400"/>
                <a:ext cx="5502960" cy="203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14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F6EA-3EEE-4FC8-A188-A7113ED6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6" y="977678"/>
            <a:ext cx="6991350" cy="573273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Observation: The Brain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949C5-808D-43A1-AF5D-E5A7C9390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818" y="1267120"/>
            <a:ext cx="4753069" cy="4735329"/>
          </a:xfrm>
        </p:spPr>
        <p:txBody>
          <a:bodyPr>
            <a:noAutofit/>
          </a:bodyPr>
          <a:lstStyle/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The brain is a mass of interconnected neurons.</a:t>
            </a:r>
          </a:p>
          <a:p>
            <a:pPr marL="10160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US" sz="1800" dirty="0">
              <a:latin typeface="+mn-lt"/>
            </a:endParaRPr>
          </a:p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Number of neurons is approximately 10^(10).</a:t>
            </a:r>
          </a:p>
          <a:p>
            <a:pPr marL="10160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US" sz="1800" dirty="0">
              <a:latin typeface="+mn-lt"/>
            </a:endParaRPr>
          </a:p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Connections per neuron is approximately 10^(4 to 5).</a:t>
            </a:r>
          </a:p>
          <a:p>
            <a:pPr marL="10160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US" sz="1800" dirty="0">
              <a:latin typeface="+mn-lt"/>
            </a:endParaRPr>
          </a:p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Neuron switching time is approximately 0.001 second.</a:t>
            </a:r>
          </a:p>
          <a:p>
            <a:pPr marL="10160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US" sz="1800" dirty="0">
              <a:latin typeface="+mn-lt"/>
            </a:endParaRPr>
          </a:p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Scene recognition time is  1 second.</a:t>
            </a:r>
          </a:p>
          <a:p>
            <a:pPr marL="101600" indent="0" algn="just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n-US" sz="1800" dirty="0">
              <a:latin typeface="+mn-lt"/>
            </a:endParaRPr>
          </a:p>
          <a:p>
            <a:pPr marL="387350" indent="-285750" algn="just">
              <a:lnSpc>
                <a:spcPct val="10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100 inference steps doesn't seem like enough. Lot of parallel computation. </a:t>
            </a:r>
          </a:p>
          <a:p>
            <a:endParaRPr lang="en-IN" sz="2000" dirty="0">
              <a:latin typeface="+mn-lt"/>
            </a:endParaRPr>
          </a:p>
        </p:txBody>
      </p:sp>
      <p:pic>
        <p:nvPicPr>
          <p:cNvPr id="5" name="Google Shape;84;p17">
            <a:extLst>
              <a:ext uri="{FF2B5EF4-FFF2-40B4-BE49-F238E27FC236}">
                <a16:creationId xmlns:a16="http://schemas.microsoft.com/office/drawing/2014/main" id="{408666CA-4C34-423B-BAC6-D510F24E131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79219" y="1711105"/>
            <a:ext cx="3524494" cy="37481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-8505" y="371292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800" b="1" dirty="0">
                <a:solidFill>
                  <a:schemeClr val="bg1"/>
                </a:solidFill>
                <a:latin typeface="+mn-lt"/>
              </a:rPr>
              <a:t>Human Brain</a:t>
            </a:r>
            <a:endParaRPr lang="en-IN" sz="280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3AFC1F-8144-4211-945A-355E3545724F}"/>
                  </a:ext>
                </a:extLst>
              </p14:cNvPr>
              <p14:cNvContentPartPr/>
              <p14:nvPr/>
            </p14:nvContentPartPr>
            <p14:xfrm>
              <a:off x="814320" y="1473480"/>
              <a:ext cx="3661200" cy="3313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3AFC1F-8144-4211-945A-355E354572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960" y="1464120"/>
                <a:ext cx="3679920" cy="333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06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A75A4-5AD9-4CE6-A735-E9D69EF5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7678"/>
            <a:ext cx="7620000" cy="573273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Brain: Interconnected Neurons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2696C-30E8-46AD-A35B-2A8006FAB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041918"/>
            <a:ext cx="7620000" cy="1164431"/>
          </a:xfrm>
        </p:spPr>
        <p:txBody>
          <a:bodyPr>
            <a:normAutofit/>
          </a:bodyPr>
          <a:lstStyle/>
          <a:p>
            <a:pPr marL="457200" indent="-355600">
              <a:lnSpc>
                <a:spcPct val="17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Many neurons connect </a:t>
            </a:r>
            <a:r>
              <a:rPr lang="en-US" sz="2000" b="1" dirty="0">
                <a:latin typeface="+mn-lt"/>
              </a:rPr>
              <a:t>in</a:t>
            </a:r>
            <a:r>
              <a:rPr lang="en-US" sz="2000" dirty="0">
                <a:latin typeface="+mn-lt"/>
              </a:rPr>
              <a:t> to each neuron.</a:t>
            </a:r>
          </a:p>
          <a:p>
            <a:pPr marL="457200" indent="-355600">
              <a:lnSpc>
                <a:spcPct val="17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Each neuron connects </a:t>
            </a:r>
            <a:r>
              <a:rPr lang="en-US" sz="2000" b="1" dirty="0">
                <a:latin typeface="+mn-lt"/>
              </a:rPr>
              <a:t>out</a:t>
            </a:r>
            <a:r>
              <a:rPr lang="en-US" sz="2000" dirty="0">
                <a:latin typeface="+mn-lt"/>
              </a:rPr>
              <a:t> to many neurons.</a:t>
            </a:r>
          </a:p>
          <a:p>
            <a:endParaRPr lang="en-IN" dirty="0"/>
          </a:p>
        </p:txBody>
      </p:sp>
      <p:pic>
        <p:nvPicPr>
          <p:cNvPr id="5" name="Google Shape;92;p18">
            <a:extLst>
              <a:ext uri="{FF2B5EF4-FFF2-40B4-BE49-F238E27FC236}">
                <a16:creationId xmlns:a16="http://schemas.microsoft.com/office/drawing/2014/main" id="{961B5A4C-9962-4D09-8AF1-A688C24CCD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7668" y="2509737"/>
            <a:ext cx="6994187" cy="35408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-1508" y="296522"/>
            <a:ext cx="24112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3200" b="1" dirty="0">
                <a:solidFill>
                  <a:schemeClr val="bg1"/>
                </a:solidFill>
                <a:latin typeface="+mn-lt"/>
              </a:rPr>
              <a:t>Human Brain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7427B6-1BC3-41EE-BD94-4D7ABFC3D07C}"/>
                  </a:ext>
                </a:extLst>
              </p14:cNvPr>
              <p14:cNvContentPartPr/>
              <p14:nvPr/>
            </p14:nvContentPartPr>
            <p14:xfrm>
              <a:off x="760680" y="1173240"/>
              <a:ext cx="8182800" cy="5331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7427B6-1BC3-41EE-BD94-4D7ABFC3D0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320" y="1163880"/>
                <a:ext cx="8201520" cy="534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313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4B7E-8F3B-49AF-81AA-F3BD8E46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7678"/>
            <a:ext cx="7620000" cy="573273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Biological Neuron	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1D95C-B918-44F2-9707-F5F135ED6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977679"/>
            <a:ext cx="7620000" cy="245132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IN" sz="2000" b="1" dirty="0">
                <a:latin typeface="+mn-lt"/>
              </a:rPr>
              <a:t>Key Components: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Dendrites: </a:t>
            </a:r>
            <a:r>
              <a:rPr lang="en-IN" sz="2000" dirty="0">
                <a:latin typeface="+mn-lt"/>
              </a:rPr>
              <a:t>Receive signals from other neurons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Cell Body (Soma): </a:t>
            </a:r>
            <a:r>
              <a:rPr lang="en-IN" sz="2000" dirty="0">
                <a:latin typeface="+mn-lt"/>
              </a:rPr>
              <a:t>Processes incoming signals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Axon: </a:t>
            </a:r>
            <a:r>
              <a:rPr lang="en-IN" sz="2000" dirty="0">
                <a:latin typeface="+mn-lt"/>
              </a:rPr>
              <a:t>Transmits output signal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Synapses: </a:t>
            </a:r>
            <a:r>
              <a:rPr lang="en-IN" sz="2000" dirty="0">
                <a:latin typeface="+mn-lt"/>
              </a:rPr>
              <a:t>Connection points between neurons</a:t>
            </a:r>
          </a:p>
          <a:p>
            <a:endParaRPr lang="en-IN" sz="1600" dirty="0">
              <a:latin typeface="+mn-lt"/>
            </a:endParaRPr>
          </a:p>
        </p:txBody>
      </p:sp>
      <p:pic>
        <p:nvPicPr>
          <p:cNvPr id="5" name="Google Shape;100;p19">
            <a:extLst>
              <a:ext uri="{FF2B5EF4-FFF2-40B4-BE49-F238E27FC236}">
                <a16:creationId xmlns:a16="http://schemas.microsoft.com/office/drawing/2014/main" id="{F2FEB1CB-FC09-49C0-AE4A-748AAEA820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302" y="3317132"/>
            <a:ext cx="7761394" cy="32417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AF7F47-2F09-4A19-B87B-D21881FC51B2}"/>
                  </a:ext>
                </a:extLst>
              </p14:cNvPr>
              <p14:cNvContentPartPr/>
              <p14:nvPr/>
            </p14:nvContentPartPr>
            <p14:xfrm>
              <a:off x="1089360" y="1392480"/>
              <a:ext cx="7383600" cy="342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AF7F47-2F09-4A19-B87B-D21881FC51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0000" y="1383120"/>
                <a:ext cx="7402320" cy="344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607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4B7E-8F3B-49AF-81AA-F3BD8E46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7678"/>
            <a:ext cx="7620000" cy="573273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What are Artificial Neurons?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1D95C-B918-44F2-9707-F5F135ED6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008" y="999649"/>
            <a:ext cx="4207305" cy="4992589"/>
          </a:xfrm>
        </p:spPr>
        <p:txBody>
          <a:bodyPr>
            <a:noAutofit/>
          </a:bodyPr>
          <a:lstStyle/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Neuron is a processing element inspired by how the brain works.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Similar to biological neuron, each artificial neuron will be do some computation. Each neuron is interconnected to other neurons.</a:t>
            </a:r>
          </a:p>
          <a:p>
            <a:pPr marL="10160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US" sz="2000" dirty="0">
                <a:latin typeface="+mn-lt"/>
              </a:rPr>
              <a:t> Similar to brain, the interconnections between neurons store the knowledge it learns. The knowledge is stored as parameters. </a:t>
            </a:r>
          </a:p>
          <a:p>
            <a:endParaRPr lang="en-IN" sz="1600" dirty="0">
              <a:latin typeface="+mn-lt"/>
            </a:endParaRPr>
          </a:p>
        </p:txBody>
      </p:sp>
      <p:pic>
        <p:nvPicPr>
          <p:cNvPr id="6" name="Google Shape;115;p21" title="Screenshot from 2025-10-15 12-10-24.png">
            <a:extLst>
              <a:ext uri="{FF2B5EF4-FFF2-40B4-BE49-F238E27FC236}">
                <a16:creationId xmlns:a16="http://schemas.microsoft.com/office/drawing/2014/main" id="{465E2569-680C-4B4D-A01C-B5B0D06EE58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07820" y="1550951"/>
            <a:ext cx="3431381" cy="40229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114308" y="350843"/>
            <a:ext cx="2577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400" b="1" dirty="0">
                <a:solidFill>
                  <a:schemeClr val="bg1"/>
                </a:solidFill>
              </a:rPr>
              <a:t>Artificial Neuron</a:t>
            </a:r>
            <a:endParaRPr lang="en-IN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B5D243-0588-4F02-8B05-2956D5052FAF}"/>
                  </a:ext>
                </a:extLst>
              </p14:cNvPr>
              <p14:cNvContentPartPr/>
              <p14:nvPr/>
            </p14:nvContentPartPr>
            <p14:xfrm>
              <a:off x="5954400" y="2328480"/>
              <a:ext cx="2920680" cy="1795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B5D243-0588-4F02-8B05-2956D5052F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5040" y="2319120"/>
                <a:ext cx="2939400" cy="18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169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22A9-65BA-493C-8CBD-3CC4BFA1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4" y="977678"/>
            <a:ext cx="7555706" cy="573273"/>
          </a:xfrm>
        </p:spPr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Artificial Neuron N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2A311-6D7E-4650-9ABF-FE05D314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665" y="1400784"/>
            <a:ext cx="4453986" cy="3921310"/>
          </a:xfrm>
        </p:spPr>
        <p:txBody>
          <a:bodyPr/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Processing neuron N performs a very basic computation.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For each feature x</a:t>
            </a:r>
            <a:r>
              <a:rPr lang="en-US" sz="2000" baseline="-25000" dirty="0">
                <a:latin typeface="+mn-lt"/>
              </a:rPr>
              <a:t>i</a:t>
            </a:r>
            <a:r>
              <a:rPr lang="en-US" sz="2000" dirty="0">
                <a:latin typeface="+mn-lt"/>
              </a:rPr>
              <a:t> , weight </a:t>
            </a:r>
            <a:r>
              <a:rPr lang="en-US" sz="2000" dirty="0" err="1">
                <a:latin typeface="+mn-lt"/>
              </a:rPr>
              <a:t>w</a:t>
            </a:r>
            <a:r>
              <a:rPr lang="en-US" sz="2000" baseline="-25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 shows the importance to the feature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N generates one numerical output ŷ</a:t>
            </a:r>
          </a:p>
          <a:p>
            <a:endParaRPr lang="en-IN" dirty="0"/>
          </a:p>
        </p:txBody>
      </p:sp>
      <p:pic>
        <p:nvPicPr>
          <p:cNvPr id="5" name="Google Shape;123;p22" title="Screenshot from 2025-10-15 12-10-28.png">
            <a:extLst>
              <a:ext uri="{FF2B5EF4-FFF2-40B4-BE49-F238E27FC236}">
                <a16:creationId xmlns:a16="http://schemas.microsoft.com/office/drawing/2014/main" id="{A0F1851F-3752-43BE-A4B7-7537971A34C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80197" y="1550951"/>
            <a:ext cx="3442789" cy="31478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24152" y="294553"/>
            <a:ext cx="21771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solidFill>
                  <a:schemeClr val="bg1"/>
                </a:solidFill>
              </a:rPr>
              <a:t>Artificial Neuron</a:t>
            </a:r>
            <a:endParaRPr lang="en-IN" sz="20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CF52E8-F8EE-40E5-B800-27A9FC8F6077}"/>
                  </a:ext>
                </a:extLst>
              </p14:cNvPr>
              <p14:cNvContentPartPr/>
              <p14:nvPr/>
            </p14:nvContentPartPr>
            <p14:xfrm>
              <a:off x="1248840" y="1893600"/>
              <a:ext cx="7597440" cy="4077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CF52E8-F8EE-40E5-B800-27A9FC8F60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9480" y="1884240"/>
                <a:ext cx="7616160" cy="40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3150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0AE9-AC89-4CAE-B093-46B1734F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Artificial Neuron – Mathematical Computation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1845E-5F7F-4428-8F40-5310485C5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016536"/>
            <a:ext cx="7620000" cy="985835"/>
          </a:xfrm>
        </p:spPr>
        <p:txBody>
          <a:bodyPr>
            <a:normAutofit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Sum of weights </a:t>
            </a:r>
            <a:r>
              <a:rPr lang="en-US" sz="1800" dirty="0" err="1">
                <a:latin typeface="+mn-lt"/>
              </a:rPr>
              <a:t>w</a:t>
            </a:r>
            <a:r>
              <a:rPr lang="en-US" sz="1800" baseline="-25000" dirty="0" err="1">
                <a:latin typeface="+mn-lt"/>
              </a:rPr>
              <a:t>i</a:t>
            </a:r>
            <a:r>
              <a:rPr lang="en-US" sz="1800" dirty="0">
                <a:latin typeface="+mn-lt"/>
              </a:rPr>
              <a:t> times corresponding features x</a:t>
            </a:r>
            <a:r>
              <a:rPr lang="en-US" sz="1800" baseline="-25000" dirty="0">
                <a:latin typeface="+mn-lt"/>
              </a:rPr>
              <a:t>i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Apply activation function f () on the sum.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sz="1800" dirty="0">
              <a:latin typeface="+mn-lt"/>
            </a:endParaRPr>
          </a:p>
        </p:txBody>
      </p:sp>
      <p:pic>
        <p:nvPicPr>
          <p:cNvPr id="5" name="Google Shape;131;p23" title="Screenshot from 2025-10-15 12-10-30.png">
            <a:extLst>
              <a:ext uri="{FF2B5EF4-FFF2-40B4-BE49-F238E27FC236}">
                <a16:creationId xmlns:a16="http://schemas.microsoft.com/office/drawing/2014/main" id="{D8AF2C0A-2191-4C1F-8B01-D0F30AC2C15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3305" y="2247089"/>
            <a:ext cx="7819186" cy="386188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8B6728-DA69-4AF9-BA93-E8C3A4D6BA4A}"/>
                  </a:ext>
                </a:extLst>
              </p14:cNvPr>
              <p14:cNvContentPartPr/>
              <p14:nvPr/>
            </p14:nvContentPartPr>
            <p14:xfrm>
              <a:off x="326160" y="808560"/>
              <a:ext cx="8764560" cy="593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8B6728-DA69-4AF9-BA93-E8C3A4D6BA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800" y="799200"/>
                <a:ext cx="8783280" cy="595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941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EAB0-2BBA-48F2-9F23-4C4B4BFC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Comparison: Biological vs Artificial Neurons</a:t>
            </a:r>
            <a:endParaRPr lang="en-IN" sz="2000" dirty="0">
              <a:latin typeface="+mn-lt"/>
            </a:endParaRPr>
          </a:p>
        </p:txBody>
      </p:sp>
      <p:sp>
        <p:nvSpPr>
          <p:cNvPr id="5" name="Google Shape;138;p24">
            <a:extLst>
              <a:ext uri="{FF2B5EF4-FFF2-40B4-BE49-F238E27FC236}">
                <a16:creationId xmlns:a16="http://schemas.microsoft.com/office/drawing/2014/main" id="{473A0FF8-8588-4854-A4B0-C300E85A2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875726"/>
            <a:ext cx="4196400" cy="350351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sz="2000" b="1" dirty="0">
                <a:latin typeface="+mn-lt"/>
              </a:rPr>
              <a:t>Biological Neuron </a:t>
            </a:r>
            <a:endParaRPr sz="2000" b="1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Complex biochemical processes  </a:t>
            </a:r>
            <a:endParaRPr sz="2000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Analog signal processing  </a:t>
            </a:r>
            <a:endParaRPr sz="2000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Adaptive synaptic strengths  </a:t>
            </a:r>
            <a:endParaRPr sz="2000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Parallel processing  </a:t>
            </a:r>
            <a:endParaRPr sz="2000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Learning through experience  </a:t>
            </a:r>
            <a:endParaRPr sz="2000" dirty="0">
              <a:latin typeface="+mn-lt"/>
            </a:endParaRP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" sz="2000" dirty="0">
                <a:latin typeface="+mn-lt"/>
              </a:rPr>
              <a:t>Fault tolerant  </a:t>
            </a:r>
            <a:endParaRPr sz="2000" dirty="0">
              <a:latin typeface="+mn-lt"/>
            </a:endParaRPr>
          </a:p>
        </p:txBody>
      </p:sp>
      <p:sp>
        <p:nvSpPr>
          <p:cNvPr id="6" name="Google Shape;139;p24">
            <a:extLst>
              <a:ext uri="{FF2B5EF4-FFF2-40B4-BE49-F238E27FC236}">
                <a16:creationId xmlns:a16="http://schemas.microsoft.com/office/drawing/2014/main" id="{44E0E503-FF78-4787-84CF-2746CF8BC157}"/>
              </a:ext>
            </a:extLst>
          </p:cNvPr>
          <p:cNvSpPr txBox="1">
            <a:spLocks/>
          </p:cNvSpPr>
          <p:nvPr/>
        </p:nvSpPr>
        <p:spPr>
          <a:xfrm>
            <a:off x="4660500" y="1875725"/>
            <a:ext cx="4196400" cy="389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lvl="0" indent="-192881" algn="l" defTabSz="514350" rtl="0" eaLnBrk="1" latinLnBrk="0" hangingPunct="1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85738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675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178594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591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71450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506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71450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506" kern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225" lvl="6" indent="-192881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lvl="7" indent="-192881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14575" lvl="8" indent="-192881" algn="l" defTabSz="514350" rtl="0" eaLnBrk="1" latinLnBrk="0" hangingPunct="1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prstClr val="black"/>
              </a:buClr>
              <a:buNone/>
            </a:pPr>
            <a:r>
              <a:rPr lang="en-IN" sz="2000" b="1" dirty="0">
                <a:solidFill>
                  <a:prstClr val="black"/>
                </a:solidFill>
                <a:latin typeface="Calibri"/>
              </a:rPr>
              <a:t>Artificial Neuron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Simple mathematical model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Digital computation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Adjustable weights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Parallel computation possible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Learning through algorithms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Clr>
                <a:prstClr val="black"/>
              </a:buClr>
              <a:buSzPts val="2000"/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prstClr val="black"/>
                </a:solidFill>
                <a:latin typeface="Calibri"/>
              </a:rPr>
              <a:t>Deterministic </a:t>
            </a:r>
            <a:r>
              <a:rPr lang="en-IN" sz="2000" dirty="0" err="1">
                <a:solidFill>
                  <a:prstClr val="black"/>
                </a:solidFill>
                <a:latin typeface="Calibri"/>
              </a:rPr>
              <a:t>behavior</a:t>
            </a:r>
            <a:endParaRPr lang="en-IN" sz="2000" dirty="0">
              <a:solidFill>
                <a:prstClr val="black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25CA0E-6C1C-497A-91B7-12D71A5F1916}"/>
                  </a:ext>
                </a:extLst>
              </p14:cNvPr>
              <p14:cNvContentPartPr/>
              <p14:nvPr/>
            </p14:nvContentPartPr>
            <p14:xfrm>
              <a:off x="2327760" y="1767240"/>
              <a:ext cx="6274440" cy="263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25CA0E-6C1C-497A-91B7-12D71A5F19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8400" y="1757880"/>
                <a:ext cx="6293160" cy="26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741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23B7-AF0A-4B14-A856-92C387D9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solidFill>
                  <a:schemeClr val="tx1"/>
                </a:solidFill>
                <a:latin typeface="+mn-lt"/>
              </a:rPr>
              <a:t>Artificial Neural Network (ANN)</a:t>
            </a:r>
            <a:endParaRPr lang="en-IN" sz="3600" b="1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1DB3F8-D739-40E0-92A5-D30FAA8BE49F}"/>
                  </a:ext>
                </a:extLst>
              </p14:cNvPr>
              <p14:cNvContentPartPr/>
              <p14:nvPr/>
            </p14:nvContentPartPr>
            <p14:xfrm>
              <a:off x="6245280" y="5040720"/>
              <a:ext cx="1961280" cy="944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1DB3F8-D739-40E0-92A5-D30FAA8BE4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920" y="5031360"/>
                <a:ext cx="1980000" cy="9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845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8;p24">
            <a:extLst>
              <a:ext uri="{FF2B5EF4-FFF2-40B4-BE49-F238E27FC236}">
                <a16:creationId xmlns:a16="http://schemas.microsoft.com/office/drawing/2014/main" id="{473A0FF8-8588-4854-A4B0-C300E85A2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89498"/>
            <a:ext cx="4196400" cy="500974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/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Neural Network is a computational model inspired by human brain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Interconnected neurons process information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Interconnection can be forward, recursive or self loop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Learn patterns from data through training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Capable of approximating complex functions</a:t>
            </a:r>
          </a:p>
          <a:p>
            <a:pPr marL="0" indent="0">
              <a:spcBef>
                <a:spcPts val="0"/>
              </a:spcBef>
              <a:buNone/>
            </a:pPr>
            <a:endParaRPr sz="2000" dirty="0">
              <a:latin typeface="+mn-lt"/>
            </a:endParaRPr>
          </a:p>
        </p:txBody>
      </p:sp>
      <p:pic>
        <p:nvPicPr>
          <p:cNvPr id="7" name="Google Shape;153;p26" title="Screenshot from 2025-10-15 12-10-34.png">
            <a:extLst>
              <a:ext uri="{FF2B5EF4-FFF2-40B4-BE49-F238E27FC236}">
                <a16:creationId xmlns:a16="http://schemas.microsoft.com/office/drawing/2014/main" id="{24C57950-8E24-4DBC-9978-BBEF8A2AB3B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4907" y="1322963"/>
            <a:ext cx="3874295" cy="45914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67402" y="360202"/>
            <a:ext cx="39565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solidFill>
                  <a:schemeClr val="bg1"/>
                </a:solidFill>
              </a:rPr>
              <a:t>Artificial Neural Network (ANN)</a:t>
            </a:r>
            <a:endParaRPr lang="en-IN" sz="20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B825FF-4AB4-45B0-8E91-916B8B2D14CD}"/>
                  </a:ext>
                </a:extLst>
              </p14:cNvPr>
              <p14:cNvContentPartPr/>
              <p14:nvPr/>
            </p14:nvContentPartPr>
            <p14:xfrm>
              <a:off x="1333080" y="929880"/>
              <a:ext cx="7621920" cy="574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B825FF-4AB4-45B0-8E91-916B8B2D1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3720" y="920520"/>
                <a:ext cx="7640640" cy="57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4856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5FAE-88CC-42E2-B7C3-A6D73F65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Properties of  Artificial Neural Network</a:t>
            </a:r>
            <a:endParaRPr lang="en-IN" sz="20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F1111-592B-4250-B857-266716241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Many neuron-like threshold switching units.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Many weighted interconnections among units.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Highly parallel, distributed process.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Emphasis on tuning parameters or weights automatically.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193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5A1E-DEE7-49A6-834B-ABA241D0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When to consider Artificial Neural Networks?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7D8F8-AE00-49D6-BFFF-CA86C87C5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929"/>
            <a:ext cx="8036719" cy="3829050"/>
          </a:xfrm>
        </p:spPr>
        <p:txBody>
          <a:bodyPr>
            <a:normAutofit fontScale="92500" lnSpcReduction="10000"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Input is high-dimensional discrete or real-valued (e.g. raw sensor input).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Possibly noisy data. Data has lots of errors.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Output is discrete or real valued or a vector of values.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Form of target function is unknown.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Human readability, in other words, </a:t>
            </a:r>
            <a:r>
              <a:rPr lang="en-US" sz="2000" dirty="0" err="1">
                <a:latin typeface="+mn-lt"/>
              </a:rPr>
              <a:t>explainability</a:t>
            </a:r>
            <a:r>
              <a:rPr lang="en-US" sz="2000" dirty="0">
                <a:latin typeface="+mn-lt"/>
              </a:rPr>
              <a:t> , of result is unimportant. </a:t>
            </a:r>
          </a:p>
          <a:p>
            <a:pPr marL="10160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US" sz="2000" dirty="0">
                <a:latin typeface="+mn-lt"/>
              </a:rPr>
              <a:t>Examples:</a:t>
            </a:r>
          </a:p>
          <a:p>
            <a:pPr marL="914400" lvl="1" indent="-330200">
              <a:lnSpc>
                <a:spcPct val="150000"/>
              </a:lnSpc>
              <a:spcBef>
                <a:spcPts val="0"/>
              </a:spcBef>
              <a:buChar char="○"/>
            </a:pPr>
            <a:r>
              <a:rPr lang="en-US" sz="2000" dirty="0">
                <a:latin typeface="+mn-lt"/>
              </a:rPr>
              <a:t>Speech phoneme recognition </a:t>
            </a:r>
          </a:p>
          <a:p>
            <a:pPr marL="914400" lvl="1" indent="-330200">
              <a:lnSpc>
                <a:spcPct val="150000"/>
              </a:lnSpc>
              <a:spcBef>
                <a:spcPts val="0"/>
              </a:spcBef>
              <a:buChar char="○"/>
            </a:pPr>
            <a:r>
              <a:rPr lang="en-US" sz="2000" dirty="0">
                <a:latin typeface="+mn-lt"/>
              </a:rPr>
              <a:t>Image classification</a:t>
            </a:r>
          </a:p>
          <a:p>
            <a:pPr marL="914400" lvl="1" indent="-330200">
              <a:lnSpc>
                <a:spcPct val="150000"/>
              </a:lnSpc>
              <a:spcBef>
                <a:spcPts val="0"/>
              </a:spcBef>
              <a:buChar char="○"/>
            </a:pPr>
            <a:r>
              <a:rPr lang="en-US" sz="2000" dirty="0">
                <a:latin typeface="+mn-lt"/>
              </a:rPr>
              <a:t>Financial prediction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B776D1-6FAC-4DDC-BB28-BB8F79C2EEC7}"/>
                  </a:ext>
                </a:extLst>
              </p14:cNvPr>
              <p14:cNvContentPartPr/>
              <p14:nvPr/>
            </p14:nvContentPartPr>
            <p14:xfrm>
              <a:off x="1006920" y="2090880"/>
              <a:ext cx="7170120" cy="426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B776D1-6FAC-4DDC-BB28-BB8F79C2EE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7560" y="2081520"/>
                <a:ext cx="7188840" cy="42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0616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8062-65F2-4698-8704-56F79348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8919"/>
            <a:ext cx="7620000" cy="573273"/>
          </a:xfrm>
        </p:spPr>
        <p:txBody>
          <a:bodyPr>
            <a:normAutofit/>
          </a:bodyPr>
          <a:lstStyle/>
          <a:p>
            <a:r>
              <a:rPr lang="en" sz="2400" dirty="0">
                <a:solidFill>
                  <a:schemeClr val="bg1"/>
                </a:solidFill>
                <a:latin typeface="+mn-lt"/>
              </a:rPr>
              <a:t>Connectionist Machines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8175F-1CE8-4BE9-B227-4DF20FDFE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923821"/>
            <a:ext cx="4708186" cy="5379702"/>
          </a:xfrm>
        </p:spPr>
        <p:txBody>
          <a:bodyPr>
            <a:noAutofit/>
          </a:bodyPr>
          <a:lstStyle/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Network of processing elements, called artificial neurons </a:t>
            </a:r>
            <a:r>
              <a:rPr lang="en-US" sz="2000" dirty="0">
                <a:solidFill>
                  <a:srgbClr val="F8F8F8"/>
                </a:solidFill>
                <a:latin typeface="+mn-lt"/>
              </a:rPr>
              <a:t>neuron</a:t>
            </a:r>
            <a:endParaRPr lang="en-US" sz="2000" dirty="0">
              <a:latin typeface="+mn-lt"/>
            </a:endParaRP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The neurons are interconnected to form a network. 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Interconnection can be forward, recursive or self loop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All world knowledge is stored in the connections between these elements. 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Neural networks are connectionist machines.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1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1800" dirty="0">
              <a:latin typeface="+mn-lt"/>
            </a:endParaRPr>
          </a:p>
        </p:txBody>
      </p:sp>
      <p:pic>
        <p:nvPicPr>
          <p:cNvPr id="5" name="Google Shape;174;p29">
            <a:extLst>
              <a:ext uri="{FF2B5EF4-FFF2-40B4-BE49-F238E27FC236}">
                <a16:creationId xmlns:a16="http://schemas.microsoft.com/office/drawing/2014/main" id="{91DB3C11-AA61-4EAC-AC2E-D457BE4ADC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8426" y="1741251"/>
            <a:ext cx="3353875" cy="3735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0017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6E47-490A-4C76-8F78-562D4DEF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Connectionism Principles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9EDB8-2D0E-4563-BAC0-436F19373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56" y="1147864"/>
            <a:ext cx="4750594" cy="45099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+mn-lt"/>
              </a:rPr>
              <a:t>Core Ideas: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Intelligence emerges from simple processing neurons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Knowledge is stored in connection weights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Learning modifies connection strengths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Parallel distributed processing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2000" dirty="0">
              <a:latin typeface="+mn-lt"/>
            </a:endParaRPr>
          </a:p>
        </p:txBody>
      </p:sp>
      <p:pic>
        <p:nvPicPr>
          <p:cNvPr id="5" name="Google Shape;182;p30">
            <a:extLst>
              <a:ext uri="{FF2B5EF4-FFF2-40B4-BE49-F238E27FC236}">
                <a16:creationId xmlns:a16="http://schemas.microsoft.com/office/drawing/2014/main" id="{468316F6-C9B5-4DA1-B1E7-3671A6B668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8426" y="2217906"/>
            <a:ext cx="3353875" cy="32393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6595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23B7-AF0A-4B14-A856-92C387D9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solidFill>
                  <a:schemeClr val="tx1"/>
                </a:solidFill>
                <a:latin typeface="+mn-lt"/>
              </a:rPr>
              <a:t>Perceptron</a:t>
            </a:r>
            <a:endParaRPr lang="en-IN" sz="3600" b="1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953001-1F0A-4DA3-8BA2-4B1E26255297}"/>
                  </a:ext>
                </a:extLst>
              </p14:cNvPr>
              <p14:cNvContentPartPr/>
              <p14:nvPr/>
            </p14:nvContentPartPr>
            <p14:xfrm>
              <a:off x="1285920" y="1231560"/>
              <a:ext cx="7550640" cy="546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953001-1F0A-4DA3-8BA2-4B1E262552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6560" y="1222200"/>
                <a:ext cx="7569360" cy="54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5360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6E47-490A-4C76-8F78-562D4DEF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70" y="374562"/>
            <a:ext cx="7527131" cy="573273"/>
          </a:xfrm>
        </p:spPr>
        <p:txBody>
          <a:bodyPr>
            <a:normAutofit/>
          </a:bodyPr>
          <a:lstStyle/>
          <a:p>
            <a:r>
              <a:rPr lang="en" sz="2400" dirty="0">
                <a:solidFill>
                  <a:schemeClr val="bg1"/>
                </a:solidFill>
              </a:rPr>
              <a:t>Perceptron</a:t>
            </a:r>
            <a:endParaRPr lang="en-I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9EDB8-2D0E-4563-BAC0-436F19373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56" y="1102412"/>
            <a:ext cx="7929563" cy="1183588"/>
          </a:xfrm>
        </p:spPr>
        <p:txBody>
          <a:bodyPr>
            <a:normAutofit fontScale="92500" lnSpcReduction="20000"/>
          </a:bodyPr>
          <a:lstStyle/>
          <a:p>
            <a:pPr marL="457200" indent="-349250">
              <a:lnSpc>
                <a:spcPct val="150000"/>
              </a:lnSpc>
              <a:spcBef>
                <a:spcPts val="0"/>
              </a:spcBef>
              <a:buSzPts val="1900"/>
              <a:buFont typeface="Courier New" panose="02070309020205020404" pitchFamily="49" charset="0"/>
              <a:buChar char="o"/>
            </a:pPr>
            <a:r>
              <a:rPr lang="en-US" sz="2900" dirty="0">
                <a:highlight>
                  <a:schemeClr val="lt1"/>
                </a:highlight>
                <a:latin typeface="+mn-lt"/>
              </a:rPr>
              <a:t>Perceptron = Simplest form of artificial neuron</a:t>
            </a:r>
          </a:p>
          <a:p>
            <a:pPr marL="457200" indent="-349250">
              <a:lnSpc>
                <a:spcPct val="150000"/>
              </a:lnSpc>
              <a:spcBef>
                <a:spcPts val="0"/>
              </a:spcBef>
              <a:buSzPts val="1900"/>
              <a:buFont typeface="Courier New" panose="02070309020205020404" pitchFamily="49" charset="0"/>
              <a:buChar char="o"/>
            </a:pPr>
            <a:r>
              <a:rPr lang="en-US" sz="2900" dirty="0">
                <a:highlight>
                  <a:schemeClr val="lt1"/>
                </a:highlight>
                <a:latin typeface="+mn-lt"/>
              </a:rPr>
              <a:t>Perceptron was introduced by Rosenblatt in 1958.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2000" dirty="0">
              <a:latin typeface="+mn-lt"/>
            </a:endParaRPr>
          </a:p>
        </p:txBody>
      </p:sp>
      <p:pic>
        <p:nvPicPr>
          <p:cNvPr id="6" name="Google Shape;197;p32" title="Screenshot from 2025-10-15 12-10-40.png">
            <a:extLst>
              <a:ext uri="{FF2B5EF4-FFF2-40B4-BE49-F238E27FC236}">
                <a16:creationId xmlns:a16="http://schemas.microsoft.com/office/drawing/2014/main" id="{36987683-6055-4B35-9487-E54BD6DCC3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9422" y="2614614"/>
            <a:ext cx="6170580" cy="3591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1512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600C-967C-4AF6-A753-CACB2B50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7678"/>
            <a:ext cx="7620000" cy="573273"/>
          </a:xfrm>
        </p:spPr>
        <p:txBody>
          <a:bodyPr>
            <a:normAutofit/>
          </a:bodyPr>
          <a:lstStyle/>
          <a:p>
            <a:r>
              <a:rPr lang="en" sz="3200" dirty="0">
                <a:latin typeface="+mn-lt"/>
              </a:rPr>
              <a:t>Perceptron</a:t>
            </a:r>
            <a:endParaRPr lang="en-IN" sz="32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8D051-FACE-470A-B0D0-94BB808C414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414337" indent="-285750">
              <a:buFont typeface="Courier New" panose="02070309020205020404" pitchFamily="49" charset="0"/>
              <a:buChar char="o"/>
            </a:pPr>
            <a:r>
              <a:rPr lang="en-IN" sz="1800" dirty="0">
                <a:highlight>
                  <a:schemeClr val="lt1"/>
                </a:highlight>
                <a:latin typeface="+mn-lt"/>
              </a:rPr>
              <a:t>Perceptron = Simplest form of artificial neuron</a:t>
            </a:r>
          </a:p>
          <a:p>
            <a:pPr marL="414337" indent="-285750">
              <a:buFont typeface="Courier New" panose="02070309020205020404" pitchFamily="49" charset="0"/>
              <a:buChar char="o"/>
            </a:pPr>
            <a:endParaRPr lang="en-IN" sz="1800" dirty="0">
              <a:latin typeface="+mn-lt"/>
            </a:endParaRPr>
          </a:p>
        </p:txBody>
      </p:sp>
      <p:pic>
        <p:nvPicPr>
          <p:cNvPr id="5" name="Google Shape;205;p33" title="Screenshot from 2025-10-15 12-10-42.png">
            <a:extLst>
              <a:ext uri="{FF2B5EF4-FFF2-40B4-BE49-F238E27FC236}">
                <a16:creationId xmlns:a16="http://schemas.microsoft.com/office/drawing/2014/main" id="{E7E10B90-8965-4F90-8420-4A549A7E0A4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1558" y="1974715"/>
            <a:ext cx="7315200" cy="36186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324004-70C7-4AF6-80C4-9C9494C21FE7}"/>
                  </a:ext>
                </a:extLst>
              </p14:cNvPr>
              <p14:cNvContentPartPr/>
              <p14:nvPr/>
            </p14:nvContentPartPr>
            <p14:xfrm>
              <a:off x="2831760" y="3029400"/>
              <a:ext cx="5921280" cy="278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324004-70C7-4AF6-80C4-9C9494C21F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2400" y="3020040"/>
                <a:ext cx="5940000" cy="28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5759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23B7-AF0A-4B14-A856-92C387D9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solidFill>
                  <a:schemeClr val="tx1"/>
                </a:solidFill>
                <a:latin typeface="+mn-lt"/>
              </a:rPr>
              <a:t>Perceptron &amp; Logic Gates</a:t>
            </a:r>
            <a:endParaRPr lang="en-IN" sz="36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1001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6E47-490A-4C76-8F78-562D4DEF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70" y="384286"/>
            <a:ext cx="7527131" cy="573273"/>
          </a:xfrm>
        </p:spPr>
        <p:txBody>
          <a:bodyPr>
            <a:normAutofit/>
          </a:bodyPr>
          <a:lstStyle/>
          <a:p>
            <a:r>
              <a:rPr lang="en" sz="2400" dirty="0"/>
              <a:t>Perceptron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9EDB8-2D0E-4563-BAC0-436F19373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56" y="957560"/>
            <a:ext cx="7929563" cy="2535736"/>
          </a:xfrm>
        </p:spPr>
        <p:txBody>
          <a:bodyPr>
            <a:noAutofit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chemeClr val="lt1"/>
                </a:highlight>
                <a:latin typeface="+mn-lt"/>
              </a:rPr>
              <a:t>Any linear decision can be represented by a Boolean equation.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chemeClr val="lt1"/>
                </a:highlight>
                <a:latin typeface="+mn-lt"/>
              </a:rPr>
              <a:t>The quest is to find out how to represent the above using Perceptron.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chemeClr val="lt1"/>
                </a:highlight>
                <a:latin typeface="+mn-lt"/>
              </a:rPr>
              <a:t>For this we test whether each of the logic gates can be represented by a Perceptron.</a:t>
            </a:r>
          </a:p>
          <a:p>
            <a:pPr marL="628650" indent="-1714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endParaRPr lang="en-US" sz="1200" dirty="0">
              <a:highlight>
                <a:schemeClr val="lt1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901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3BA6-A295-441F-BC1A-68B64A5F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800" dirty="0">
                <a:latin typeface="+mn-lt"/>
              </a:rPr>
              <a:t>AND Logic Gate</a:t>
            </a:r>
            <a:endParaRPr lang="en-IN" sz="2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ED2E6-D532-4B19-A13B-B441DA98E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189655"/>
            <a:ext cx="7620000" cy="204668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+mn-lt"/>
              </a:rPr>
              <a:t>Question:</a:t>
            </a:r>
          </a:p>
          <a:p>
            <a:pPr marL="9144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How to represent AND gate using a perceptron?</a:t>
            </a:r>
          </a:p>
          <a:p>
            <a:pPr marL="9144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What are the parameters for the AND perceptron?</a:t>
            </a:r>
          </a:p>
          <a:p>
            <a:pPr marL="9144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Data is given below.</a:t>
            </a:r>
          </a:p>
          <a:p>
            <a:endParaRPr lang="en-IN" sz="2000" dirty="0">
              <a:latin typeface="+mn-lt"/>
            </a:endParaRPr>
          </a:p>
        </p:txBody>
      </p:sp>
      <p:graphicFrame>
        <p:nvGraphicFramePr>
          <p:cNvPr id="5" name="Google Shape;226;p36">
            <a:extLst>
              <a:ext uri="{FF2B5EF4-FFF2-40B4-BE49-F238E27FC236}">
                <a16:creationId xmlns:a16="http://schemas.microsoft.com/office/drawing/2014/main" id="{4B1EE198-A71B-42C8-A109-2E2819CC9FAB}"/>
              </a:ext>
            </a:extLst>
          </p:cNvPr>
          <p:cNvGraphicFramePr/>
          <p:nvPr/>
        </p:nvGraphicFramePr>
        <p:xfrm>
          <a:off x="3590200" y="3429001"/>
          <a:ext cx="3003750" cy="219860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0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8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latin typeface="+mn-lt"/>
                        </a:rPr>
                        <a:t>A</a:t>
                      </a:r>
                      <a:endParaRPr sz="1600" b="1" dirty="0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+mn-lt"/>
                        </a:rPr>
                        <a:t>B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+mn-lt"/>
                        </a:rPr>
                        <a:t>A and B</a:t>
                      </a:r>
                      <a:endParaRPr sz="1600" b="1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latin typeface="+mn-lt"/>
                        </a:rPr>
                        <a:t>0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7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1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7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1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0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7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1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+mn-lt"/>
                        </a:rPr>
                        <a:t>1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latin typeface="+mn-lt"/>
                        </a:rPr>
                        <a:t>1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8E9095-7AA8-4688-A72E-9CFAC8E95FB2}"/>
                  </a:ext>
                </a:extLst>
              </p14:cNvPr>
              <p14:cNvContentPartPr/>
              <p14:nvPr/>
            </p14:nvContentPartPr>
            <p14:xfrm>
              <a:off x="3435840" y="1221840"/>
              <a:ext cx="5247000" cy="4227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8E9095-7AA8-4688-A72E-9CFAC8E95F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6480" y="1212480"/>
                <a:ext cx="5265720" cy="424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0689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49AC-6657-4510-B4B5-49233222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4" y="296738"/>
            <a:ext cx="7620000" cy="573273"/>
          </a:xfrm>
        </p:spPr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AND gate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233;p37" title="Screenshot from 2025-10-15 13-15-52.png">
            <a:extLst>
              <a:ext uri="{FF2B5EF4-FFF2-40B4-BE49-F238E27FC236}">
                <a16:creationId xmlns:a16="http://schemas.microsoft.com/office/drawing/2014/main" id="{8ABDF9DC-FFF7-4C03-B75F-D2F328F5A6C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8645" y="1790222"/>
            <a:ext cx="8015286" cy="388191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A6C29D-837A-41C3-8670-9C89D10DB950}"/>
                  </a:ext>
                </a:extLst>
              </p14:cNvPr>
              <p14:cNvContentPartPr/>
              <p14:nvPr/>
            </p14:nvContentPartPr>
            <p14:xfrm>
              <a:off x="1029240" y="978120"/>
              <a:ext cx="7819200" cy="552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A6C29D-837A-41C3-8670-9C89D10DB9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9880" y="968760"/>
                <a:ext cx="7837920" cy="55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001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1122-E31C-4185-899F-86D2D8DC6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8923"/>
            <a:ext cx="7620000" cy="573273"/>
          </a:xfrm>
        </p:spPr>
        <p:txBody>
          <a:bodyPr>
            <a:noAutofit/>
          </a:bodyPr>
          <a:lstStyle/>
          <a:p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Perceptron for AND gate</a:t>
            </a:r>
            <a:br>
              <a:rPr lang="en-IN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pic>
        <p:nvPicPr>
          <p:cNvPr id="5" name="Google Shape;240;p38" title="Screenshot from 2025-10-15 13-15-56.png">
            <a:extLst>
              <a:ext uri="{FF2B5EF4-FFF2-40B4-BE49-F238E27FC236}">
                <a16:creationId xmlns:a16="http://schemas.microsoft.com/office/drawing/2014/main" id="{585D2978-5357-421B-84A0-ACB166E85A1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954530"/>
            <a:ext cx="7315199" cy="36755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9367A0-E866-48F4-A29B-685EB41AE71F}"/>
                  </a:ext>
                </a:extLst>
              </p14:cNvPr>
              <p14:cNvContentPartPr/>
              <p14:nvPr/>
            </p14:nvContentPartPr>
            <p14:xfrm>
              <a:off x="2923920" y="2138040"/>
              <a:ext cx="6039360" cy="415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9367A0-E866-48F4-A29B-685EB41AE7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4560" y="2128680"/>
                <a:ext cx="6058080" cy="417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9316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1A15-C9A6-4F5E-A83E-6CA59DB5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OR Logic Gate</a:t>
            </a:r>
            <a:endParaRPr lang="en-IN" sz="20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4E38E-5E7E-49A9-B382-1B356BE35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550194"/>
            <a:ext cx="7620000" cy="1371597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Question:</a:t>
            </a:r>
          </a:p>
          <a:p>
            <a:pPr marL="914400" indent="-355600">
              <a:lnSpc>
                <a:spcPct val="150000"/>
              </a:lnSpc>
              <a:spcBef>
                <a:spcPts val="120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How to represent OR gate using a perceptron?</a:t>
            </a:r>
          </a:p>
          <a:p>
            <a:pPr marL="9144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What are the parameters for the OR perceptron?</a:t>
            </a:r>
          </a:p>
          <a:p>
            <a:pPr marL="9144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Data is given below.</a:t>
            </a:r>
          </a:p>
          <a:p>
            <a:endParaRPr lang="en-IN" dirty="0"/>
          </a:p>
        </p:txBody>
      </p:sp>
      <p:graphicFrame>
        <p:nvGraphicFramePr>
          <p:cNvPr id="5" name="Google Shape;248;p39">
            <a:extLst>
              <a:ext uri="{FF2B5EF4-FFF2-40B4-BE49-F238E27FC236}">
                <a16:creationId xmlns:a16="http://schemas.microsoft.com/office/drawing/2014/main" id="{5378D9A1-5169-4603-8A34-96DF531AFA11}"/>
              </a:ext>
            </a:extLst>
          </p:cNvPr>
          <p:cNvGraphicFramePr/>
          <p:nvPr/>
        </p:nvGraphicFramePr>
        <p:xfrm>
          <a:off x="1254180" y="3136104"/>
          <a:ext cx="30037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0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latin typeface="+mn-lt"/>
                        </a:rPr>
                        <a:t>A</a:t>
                      </a:r>
                      <a:endParaRPr sz="1800" b="1" dirty="0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+mn-lt"/>
                        </a:rPr>
                        <a:t>B</a:t>
                      </a:r>
                      <a:endParaRPr sz="1800" b="1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+mn-lt"/>
                        </a:rPr>
                        <a:t>A or B</a:t>
                      </a:r>
                      <a:endParaRPr sz="1800" b="1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0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+mn-lt"/>
                        </a:rPr>
                        <a:t>0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0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+mn-lt"/>
                        </a:rPr>
                        <a:t>0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+mn-lt"/>
                        </a:rPr>
                        <a:t>1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1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1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0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+mn-lt"/>
                        </a:rPr>
                        <a:t>1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1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+mn-lt"/>
                        </a:rPr>
                        <a:t>1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+mn-lt"/>
                        </a:rPr>
                        <a:t>1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486550-2B31-487D-AF62-79EC98A3DAA1}"/>
                  </a:ext>
                </a:extLst>
              </p14:cNvPr>
              <p14:cNvContentPartPr/>
              <p14:nvPr/>
            </p14:nvContentPartPr>
            <p14:xfrm>
              <a:off x="1728360" y="2882520"/>
              <a:ext cx="6011280" cy="281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486550-2B31-487D-AF62-79EC98A3DA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9000" y="2873160"/>
                <a:ext cx="6030000" cy="28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7700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1213-5D0F-4FFB-8578-48F9F81C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OR gate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255;p40" title="Screenshot from 2025-10-15 13-15-59.png">
            <a:extLst>
              <a:ext uri="{FF2B5EF4-FFF2-40B4-BE49-F238E27FC236}">
                <a16:creationId xmlns:a16="http://schemas.microsoft.com/office/drawing/2014/main" id="{0BF3AC23-E012-4281-BDE3-370D0CC7C6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954530"/>
            <a:ext cx="7315200" cy="35388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A1BA8C-727F-4A6C-8F93-B11670F80F65}"/>
                  </a:ext>
                </a:extLst>
              </p14:cNvPr>
              <p14:cNvContentPartPr/>
              <p14:nvPr/>
            </p14:nvContentPartPr>
            <p14:xfrm>
              <a:off x="942840" y="1994760"/>
              <a:ext cx="7853400" cy="4033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A1BA8C-727F-4A6C-8F93-B11670F80F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480" y="1985400"/>
                <a:ext cx="7872120" cy="40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162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A186-A0D6-44EE-BBDB-EF2C1A56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OR gate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262;p41" title="Screenshot from 2025-10-15 13-16-01.png">
            <a:extLst>
              <a:ext uri="{FF2B5EF4-FFF2-40B4-BE49-F238E27FC236}">
                <a16:creationId xmlns:a16="http://schemas.microsoft.com/office/drawing/2014/main" id="{F6CF444B-C40A-4FF6-9B6D-5EC2BF06141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954530"/>
            <a:ext cx="7315201" cy="34323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24DCA1-286B-4F27-864F-CAB227C301E3}"/>
                  </a:ext>
                </a:extLst>
              </p14:cNvPr>
              <p14:cNvContentPartPr/>
              <p14:nvPr/>
            </p14:nvContentPartPr>
            <p14:xfrm>
              <a:off x="4952520" y="3009240"/>
              <a:ext cx="2600640" cy="324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24DCA1-286B-4F27-864F-CAB227C301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3160" y="2999880"/>
                <a:ext cx="2619360" cy="326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6360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2422-2B8B-4AB4-B08A-5DBAFD0B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800" dirty="0">
                <a:latin typeface="+mn-lt"/>
              </a:rPr>
              <a:t>Exercise</a:t>
            </a:r>
            <a:endParaRPr lang="en-IN" sz="2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A5E3-6B71-4AB1-8DB8-447B1B1F3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US" sz="1600" dirty="0">
                <a:latin typeface="+mn-lt"/>
              </a:rPr>
              <a:t>Represent OR gate using Perceptron. Compute the parameters of the perceptron.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US" sz="1600" dirty="0">
                <a:latin typeface="+mn-lt"/>
              </a:rPr>
              <a:t>Represent NOR gate using Perceptron. Compute the parameters of the perceptron.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US" sz="1600" dirty="0">
                <a:latin typeface="+mn-lt"/>
              </a:rPr>
              <a:t>Represent NAND gate using Perceptron. Compute the parameters of the perceptron.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latin typeface="+mn-lt"/>
            </a:endParaRPr>
          </a:p>
          <a:p>
            <a:endParaRPr lang="en-IN" sz="1600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7950F8-0ECB-4553-9E7C-2C3078548EDB}"/>
                  </a:ext>
                </a:extLst>
              </p14:cNvPr>
              <p14:cNvContentPartPr/>
              <p14:nvPr/>
            </p14:nvContentPartPr>
            <p14:xfrm>
              <a:off x="486000" y="1344240"/>
              <a:ext cx="8621640" cy="541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7950F8-0ECB-4553-9E7C-2C3078548E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640" y="1334880"/>
                <a:ext cx="8640360" cy="54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2308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23B7-AF0A-4B14-A856-92C387D9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solidFill>
                  <a:schemeClr val="tx1"/>
                </a:solidFill>
                <a:latin typeface="+mn-lt"/>
              </a:rPr>
              <a:t>Perceptron Learning Algorithm</a:t>
            </a:r>
            <a:endParaRPr lang="en-IN" sz="3600" b="1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690F7B-535F-4C45-AF61-CB62654C1BB3}"/>
                  </a:ext>
                </a:extLst>
              </p14:cNvPr>
              <p14:cNvContentPartPr/>
              <p14:nvPr/>
            </p14:nvContentPartPr>
            <p14:xfrm>
              <a:off x="1238400" y="3449160"/>
              <a:ext cx="6392160" cy="308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690F7B-535F-4C45-AF61-CB62654C1B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040" y="3439800"/>
                <a:ext cx="6410880" cy="31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3613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2422-2B8B-4AB4-B08A-5DBAFD0B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" y="199465"/>
            <a:ext cx="7620000" cy="573273"/>
          </a:xfrm>
        </p:spPr>
        <p:txBody>
          <a:bodyPr>
            <a:normAutofit/>
          </a:bodyPr>
          <a:lstStyle/>
          <a:p>
            <a:r>
              <a:rPr lang="en" sz="2800" dirty="0"/>
              <a:t>Perceptron Learning Algorithm</a:t>
            </a:r>
            <a:endParaRPr lang="en-IN" sz="2800" dirty="0">
              <a:latin typeface="+mn-lt"/>
            </a:endParaRPr>
          </a:p>
        </p:txBody>
      </p:sp>
      <p:pic>
        <p:nvPicPr>
          <p:cNvPr id="7" name="Google Shape;282;p44" title="Screenshot from 2025-10-15 13-16-04.png">
            <a:extLst>
              <a:ext uri="{FF2B5EF4-FFF2-40B4-BE49-F238E27FC236}">
                <a16:creationId xmlns:a16="http://schemas.microsoft.com/office/drawing/2014/main" id="{36621FDB-C4C2-47EB-8595-AF2B7793C01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138136"/>
            <a:ext cx="8046719" cy="52626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0CBCCB-24AD-4900-A900-E368AC5C632E}"/>
                  </a:ext>
                </a:extLst>
              </p14:cNvPr>
              <p14:cNvContentPartPr/>
              <p14:nvPr/>
            </p14:nvContentPartPr>
            <p14:xfrm>
              <a:off x="224280" y="1823760"/>
              <a:ext cx="8861400" cy="476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0CBCCB-24AD-4900-A900-E368AC5C63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920" y="1814400"/>
                <a:ext cx="8880120" cy="478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574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F122-79EE-4976-B50E-733E3155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Perceptron Learning for NOT gate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289;p45" title="Screenshot from 2025-10-15 13-16-07.png">
            <a:extLst>
              <a:ext uri="{FF2B5EF4-FFF2-40B4-BE49-F238E27FC236}">
                <a16:creationId xmlns:a16="http://schemas.microsoft.com/office/drawing/2014/main" id="{0B9EE05E-3794-403A-9666-FF19D68951A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342417"/>
            <a:ext cx="7881350" cy="4708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325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4D9-E789-4E0E-B4C7-0D3E8DB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Learning for NOT gate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296;p46" title="Screenshot from 2025-10-15 13-16-08.png">
            <a:extLst>
              <a:ext uri="{FF2B5EF4-FFF2-40B4-BE49-F238E27FC236}">
                <a16:creationId xmlns:a16="http://schemas.microsoft.com/office/drawing/2014/main" id="{618DD305-3500-411D-B4E5-42987C7F390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79" y="1293779"/>
            <a:ext cx="7968899" cy="4844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689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4D9-E789-4E0E-B4C7-0D3E8DB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Learning for NOT gate</a:t>
            </a:r>
            <a:endParaRPr lang="en-IN" sz="2000" dirty="0">
              <a:latin typeface="+mn-lt"/>
            </a:endParaRPr>
          </a:p>
        </p:txBody>
      </p:sp>
      <p:pic>
        <p:nvPicPr>
          <p:cNvPr id="4" name="Google Shape;303;p47" title="Screenshot from 2025-10-15 13-16-11.png">
            <a:extLst>
              <a:ext uri="{FF2B5EF4-FFF2-40B4-BE49-F238E27FC236}">
                <a16:creationId xmlns:a16="http://schemas.microsoft.com/office/drawing/2014/main" id="{738D213F-944F-49D6-A8F4-89275B12734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147864"/>
            <a:ext cx="8056447" cy="5252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4291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2AB5-F485-438F-9D9D-9EC37020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The XOR Problem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310;p48" title="Screenshot from 2025-10-15 12-11-09.png">
            <a:extLst>
              <a:ext uri="{FF2B5EF4-FFF2-40B4-BE49-F238E27FC236}">
                <a16:creationId xmlns:a16="http://schemas.microsoft.com/office/drawing/2014/main" id="{8739DEBD-BC5B-4329-9BE8-5084305DB1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303506"/>
            <a:ext cx="8027265" cy="46887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ABD437-040A-418C-AEEB-3DD50775C4AB}"/>
                  </a:ext>
                </a:extLst>
              </p14:cNvPr>
              <p14:cNvContentPartPr/>
              <p14:nvPr/>
            </p14:nvContentPartPr>
            <p14:xfrm>
              <a:off x="1331640" y="1976400"/>
              <a:ext cx="7014600" cy="477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ABD437-040A-418C-AEEB-3DD50775C4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2280" y="1967040"/>
                <a:ext cx="7033320" cy="47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0701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E590-E2D7-4DCE-AD69-2732E10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Why Single Perceptron Fails on XOR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317;p49" title="Screenshot from 2025-10-15 12-11-11.png">
            <a:extLst>
              <a:ext uri="{FF2B5EF4-FFF2-40B4-BE49-F238E27FC236}">
                <a16:creationId xmlns:a16="http://schemas.microsoft.com/office/drawing/2014/main" id="{68BEC70E-27A3-4072-B575-AB7B3653001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206230"/>
            <a:ext cx="8114814" cy="47276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55745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EB64-7C5D-4EB4-BE29-68277234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Demo Python Code</a:t>
            </a:r>
            <a:endParaRPr lang="en-IN" sz="20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6818B-6B0F-484C-928C-ECB80DCB6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2057403"/>
            <a:ext cx="7620000" cy="289321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800" u="sng" dirty="0">
                <a:solidFill>
                  <a:schemeClr val="hlink"/>
                </a:solidFill>
                <a:latin typeface="+mn-lt"/>
                <a:hlinkClick r:id="rId2"/>
              </a:rPr>
              <a:t>https://colab.research.google.com/drive/1DUVcOoUIWhl8GQKc6AWR1wi0LaMeNkgD?usp=sharing</a:t>
            </a:r>
            <a:endParaRPr lang="en-US" sz="1800" dirty="0">
              <a:latin typeface="+mn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800" dirty="0">
                <a:latin typeface="+mn-lt"/>
              </a:rPr>
              <a:t>Student pl note: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>
                <a:latin typeface="+mn-lt"/>
              </a:rPr>
              <a:t>The Python notebook is shared for anyone who has access to the link and the access is restricted to use BITS email id. So pl do not access from non-BITS email id and send requests for access. </a:t>
            </a:r>
          </a:p>
          <a:p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413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623B7-AF0A-4B14-A856-92C387D9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" sz="3600" b="1" dirty="0">
                <a:solidFill>
                  <a:schemeClr val="tx1"/>
                </a:solidFill>
                <a:latin typeface="+mn-lt"/>
              </a:rPr>
              <a:t>Linearly Separable Data</a:t>
            </a:r>
            <a:endParaRPr lang="en-IN" sz="36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0379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E590-E2D7-4DCE-AD69-2732E10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/>
              <a:t>Linearly Separable Data</a:t>
            </a:r>
            <a:endParaRPr lang="en-IN" sz="2400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E0E6FE-3BE2-4A49-88CC-F8CB62C14A88}"/>
              </a:ext>
            </a:extLst>
          </p:cNvPr>
          <p:cNvSpPr/>
          <p:nvPr/>
        </p:nvSpPr>
        <p:spPr>
          <a:xfrm>
            <a:off x="464345" y="1177924"/>
            <a:ext cx="792241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55600" algn="just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Calibri"/>
              </a:rPr>
              <a:t>Two sets  data points are separable in a n-dimensional space if they can be separated by an (n-1) dimensional hyperplane.</a:t>
            </a:r>
          </a:p>
          <a:p>
            <a:pPr marL="457200" indent="-355600" algn="just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/>
              </a:rPr>
              <a:t>A straight line can be drawn to separate all the data examples belonging to class +1 from all the examples belonging to the class -1. Then the two-dimensional data are clearly linearly separable.</a:t>
            </a:r>
          </a:p>
          <a:p>
            <a:pPr marL="457200" indent="-355600" algn="just">
              <a:lnSpc>
                <a:spcPct val="150000"/>
              </a:lnSpc>
              <a:buSzPts val="2000"/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/>
              </a:rPr>
              <a:t>An infinite number of straight lines can be drawn to separate the class +1 from the class -1.</a:t>
            </a:r>
          </a:p>
        </p:txBody>
      </p:sp>
    </p:spTree>
    <p:extLst>
      <p:ext uri="{BB962C8B-B14F-4D97-AF65-F5344CB8AC3E}">
        <p14:creationId xmlns:p14="http://schemas.microsoft.com/office/powerpoint/2010/main" val="4190794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E7A0-EA24-4C38-954E-C0B6A45E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Linearly vs Non-Linearly Separable Data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344;p53">
            <a:extLst>
              <a:ext uri="{FF2B5EF4-FFF2-40B4-BE49-F238E27FC236}">
                <a16:creationId xmlns:a16="http://schemas.microsoft.com/office/drawing/2014/main" id="{BB6F782E-7592-4726-B208-A8006F6F4E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954531"/>
            <a:ext cx="7315201" cy="3009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612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EB46-84F4-446D-B75D-12D7BDCC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Linearly Separable Data</a:t>
            </a:r>
            <a:endParaRPr lang="en-IN" sz="20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DFB6F-6132-4873-B22D-217577418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079770"/>
            <a:ext cx="7620000" cy="5175115"/>
          </a:xfrm>
        </p:spPr>
        <p:txBody>
          <a:bodyPr>
            <a:noAutofit/>
          </a:bodyPr>
          <a:lstStyle/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Data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Truth tables or set of examples </a:t>
            </a:r>
          </a:p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Model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Perceptron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Inputs x are the features or columns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Target output t is the required label</a:t>
            </a:r>
          </a:p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Objective Function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Deviation of desired output or target t and the computed output ŷ</a:t>
            </a:r>
          </a:p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Learning Algorithm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Perceptron Learning algorithm</a:t>
            </a:r>
          </a:p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Challenge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How to learn these n + 1 parameters w</a:t>
            </a:r>
            <a:r>
              <a:rPr lang="en-US" sz="2000" baseline="-25000" dirty="0">
                <a:latin typeface="+mn-lt"/>
              </a:rPr>
              <a:t>0</a:t>
            </a:r>
            <a:r>
              <a:rPr lang="en-US" sz="2000" dirty="0">
                <a:latin typeface="+mn-lt"/>
              </a:rPr>
              <a:t> , w</a:t>
            </a:r>
            <a:r>
              <a:rPr lang="en-US" sz="2000" baseline="-25000" dirty="0">
                <a:latin typeface="+mn-lt"/>
              </a:rPr>
              <a:t>1</a:t>
            </a:r>
            <a:r>
              <a:rPr lang="en-US" sz="2000" dirty="0">
                <a:latin typeface="+mn-lt"/>
              </a:rPr>
              <a:t> . w</a:t>
            </a:r>
            <a:r>
              <a:rPr lang="en-US" sz="2000" baseline="-25000" dirty="0">
                <a:latin typeface="+mn-lt"/>
              </a:rPr>
              <a:t>2</a:t>
            </a:r>
            <a:r>
              <a:rPr lang="en-US" sz="2000" dirty="0">
                <a:latin typeface="+mn-lt"/>
              </a:rPr>
              <a:t> . . . </a:t>
            </a:r>
            <a:r>
              <a:rPr lang="en-US" sz="2000" dirty="0" err="1">
                <a:latin typeface="+mn-lt"/>
              </a:rPr>
              <a:t>w</a:t>
            </a:r>
            <a:r>
              <a:rPr lang="en-US" sz="2000" baseline="-25000" dirty="0" err="1">
                <a:latin typeface="+mn-lt"/>
              </a:rPr>
              <a:t>n</a:t>
            </a:r>
            <a:r>
              <a:rPr lang="en-US" sz="2000" dirty="0">
                <a:latin typeface="+mn-lt"/>
              </a:rPr>
              <a:t> ?</a:t>
            </a:r>
          </a:p>
          <a:p>
            <a:pPr marL="457200" indent="-342900" algn="just">
              <a:lnSpc>
                <a:spcPct val="95000"/>
              </a:lnSpc>
              <a:spcBef>
                <a:spcPts val="0"/>
              </a:spcBef>
              <a:buChar char="●"/>
            </a:pPr>
            <a:r>
              <a:rPr lang="en-US" sz="2000" dirty="0">
                <a:latin typeface="+mn-lt"/>
              </a:rPr>
              <a:t>Solution</a:t>
            </a:r>
          </a:p>
          <a:p>
            <a:pPr marL="914400" lvl="1" indent="-342900" algn="just">
              <a:lnSpc>
                <a:spcPct val="95000"/>
              </a:lnSpc>
              <a:spcBef>
                <a:spcPts val="0"/>
              </a:spcBef>
              <a:buSzPts val="1800"/>
              <a:buChar char="○"/>
            </a:pPr>
            <a:r>
              <a:rPr lang="en-US" sz="2000" dirty="0">
                <a:latin typeface="+mn-lt"/>
              </a:rPr>
              <a:t>Use Perceptron learning algorithm.</a:t>
            </a:r>
          </a:p>
          <a:p>
            <a:pPr algn="just"/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4762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CD3B-56EC-4A7F-B4EE-A8B40BB9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Linearly Separable Data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358;p55" title="Screenshot from 2025-10-15 13-16-22.png">
            <a:extLst>
              <a:ext uri="{FF2B5EF4-FFF2-40B4-BE49-F238E27FC236}">
                <a16:creationId xmlns:a16="http://schemas.microsoft.com/office/drawing/2014/main" id="{3FE88AC0-7CDF-4196-8FE7-2F8DAC7F2F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342417"/>
            <a:ext cx="8066174" cy="4533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2576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65B5-A8F2-4484-8FEE-3D59E8F1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Exercise</a:t>
            </a:r>
            <a:endParaRPr lang="en-IN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6D61-F4F6-4805-B3BB-70728B551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304" y="1167319"/>
            <a:ext cx="8022065" cy="5029200"/>
          </a:xfrm>
        </p:spPr>
        <p:txBody>
          <a:bodyPr>
            <a:normAutofit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Represent OR gate using Perceptron. Compute the parameters of the perceptron using perceptron learning algorithm.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Represent AND gate using Perceptron. Compute the parameters of the perceptron using perceptron learning algorithm. 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Represent NOR gate using Perceptron. Compute the parameters of the perceptron using perceptron learning algorithm.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Represent NAND gate using Perceptron. Compute the parameters of the perceptron using perceptron learning algorithm.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Implement a perceptron for AND </a:t>
            </a:r>
            <a:r>
              <a:rPr lang="en-US" sz="1800" dirty="0" err="1">
                <a:latin typeface="+mn-lt"/>
              </a:rPr>
              <a:t>and</a:t>
            </a:r>
            <a:r>
              <a:rPr lang="en-US" sz="1800" dirty="0">
                <a:latin typeface="+mn-lt"/>
              </a:rPr>
              <a:t> OR gates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Sketch decision boundaries for Single perceptron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60729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69BA-E0DE-4827-8BA2-6147ACCB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1800" dirty="0">
                <a:latin typeface="+mn-lt"/>
              </a:rPr>
              <a:t>Key Concepts</a:t>
            </a:r>
            <a:endParaRPr lang="en-IN" sz="1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805E3-6512-416A-BB72-D26D1961E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057404"/>
            <a:ext cx="8272462" cy="2743197"/>
          </a:xfrm>
        </p:spPr>
        <p:txBody>
          <a:bodyPr>
            <a:normAutofit/>
          </a:bodyPr>
          <a:lstStyle/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Neural Network</a:t>
            </a:r>
            <a:r>
              <a:rPr lang="en-IN" sz="2000" dirty="0">
                <a:latin typeface="+mn-lt"/>
              </a:rPr>
              <a:t>: Biological inspiration and mathematical models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Perceptron</a:t>
            </a:r>
            <a:r>
              <a:rPr lang="en-IN" sz="2000" dirty="0">
                <a:latin typeface="+mn-lt"/>
              </a:rPr>
              <a:t>: Simplest neural unit, linear classification, learning algorithm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XOR Problem</a:t>
            </a:r>
            <a:r>
              <a:rPr lang="en-IN" sz="2000" dirty="0">
                <a:latin typeface="+mn-lt"/>
              </a:rPr>
              <a:t>: Limitation of linear models, need for hidden layers</a:t>
            </a:r>
          </a:p>
          <a:p>
            <a:pPr marL="457200" indent="-355600" algn="just">
              <a:lnSpc>
                <a:spcPct val="150000"/>
              </a:lnSpc>
              <a:spcBef>
                <a:spcPts val="0"/>
              </a:spcBef>
              <a:buSzPts val="2000"/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n-lt"/>
              </a:rPr>
              <a:t>Learning Paradigms</a:t>
            </a:r>
            <a:r>
              <a:rPr lang="en-IN" sz="2000" dirty="0">
                <a:latin typeface="+mn-lt"/>
              </a:rPr>
              <a:t>: Supervised, unsupervised, reinforcement learning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86128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55C1-0BD7-4CDE-A9EE-F72058E8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800" dirty="0">
                <a:latin typeface="+mn-lt"/>
              </a:rPr>
              <a:t>References</a:t>
            </a:r>
            <a:endParaRPr lang="en-IN" sz="2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9EC9-976B-434A-8448-0B883458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IN" sz="1800" dirty="0">
                <a:latin typeface="+mn-lt"/>
              </a:rPr>
              <a:t>Zhang et al. "Dive into Deep Learning" - Chapter 1 https://d2l.ai/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IN" sz="1800" dirty="0">
                <a:latin typeface="+mn-lt"/>
              </a:rPr>
              <a:t>http://mlsp.cs.cmu.edu/people/rsingh/docs/Chapter1_Introduction.pdf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IN" sz="1800" dirty="0">
                <a:latin typeface="+mn-lt"/>
              </a:rPr>
              <a:t>Goodfellow, </a:t>
            </a:r>
            <a:r>
              <a:rPr lang="en-IN" sz="1800" dirty="0" err="1">
                <a:latin typeface="+mn-lt"/>
              </a:rPr>
              <a:t>Bengio</a:t>
            </a:r>
            <a:r>
              <a:rPr lang="en-IN" sz="1800" dirty="0">
                <a:latin typeface="+mn-lt"/>
              </a:rPr>
              <a:t>, Courville - "Deep Learning" Chapters 1-6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IN" sz="1800" dirty="0">
                <a:latin typeface="+mn-lt"/>
              </a:rPr>
              <a:t>Rosenblatt, F. (1958) - "The Perceptron: A Probabilistic Model”</a:t>
            </a:r>
          </a:p>
          <a:p>
            <a:pPr marL="457200" indent="-355600">
              <a:lnSpc>
                <a:spcPct val="150000"/>
              </a:lnSpc>
              <a:spcBef>
                <a:spcPts val="0"/>
              </a:spcBef>
              <a:buSzPts val="2000"/>
              <a:buAutoNum type="arabicPeriod"/>
            </a:pPr>
            <a:r>
              <a:rPr lang="en-IN" sz="1800" dirty="0">
                <a:latin typeface="+mn-lt"/>
              </a:rPr>
              <a:t>Minsky &amp; </a:t>
            </a:r>
            <a:r>
              <a:rPr lang="en-IN" sz="1800" dirty="0" err="1">
                <a:latin typeface="+mn-lt"/>
              </a:rPr>
              <a:t>Papert</a:t>
            </a:r>
            <a:r>
              <a:rPr lang="en-IN" sz="1800" dirty="0">
                <a:latin typeface="+mn-lt"/>
              </a:rPr>
              <a:t> (1969) - "</a:t>
            </a:r>
            <a:r>
              <a:rPr lang="en-IN" sz="1800" dirty="0" err="1">
                <a:latin typeface="+mn-lt"/>
              </a:rPr>
              <a:t>Perceptrons</a:t>
            </a:r>
            <a:r>
              <a:rPr lang="en-IN" sz="1800" dirty="0">
                <a:latin typeface="+mn-lt"/>
              </a:rPr>
              <a:t>" (Historical perspective)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IN" sz="1800" dirty="0"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860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2A235A-19E9-45B3-B35E-F49BECB6D0BA}"/>
                  </a:ext>
                </a:extLst>
              </p14:cNvPr>
              <p14:cNvContentPartPr/>
              <p14:nvPr/>
            </p14:nvContentPartPr>
            <p14:xfrm>
              <a:off x="5155920" y="451800"/>
              <a:ext cx="3747960" cy="393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2A235A-19E9-45B3-B35E-F49BECB6D0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6560" y="442440"/>
                <a:ext cx="3766680" cy="39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5700526"/>
      </p:ext>
    </p:extLst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0BD377-A49E-40CC-91F8-74066688D3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3DE3D-090D-4239-A617-23A9A2371F25}">
  <ds:schemaRefs>
    <ds:schemaRef ds:uri="http://purl.org/dc/elements/1.1/"/>
    <ds:schemaRef ds:uri="0a2451e9-b2b7-43a3-aada-52e3e0c35c47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3E820A5-99E9-4C4F-887B-45193B7BA09B}"/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2220</Words>
  <Application>Microsoft Office PowerPoint</Application>
  <PresentationFormat>On-screen Show (4:3)</PresentationFormat>
  <Paragraphs>291</Paragraphs>
  <Slides>60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60</vt:i4>
      </vt:variant>
    </vt:vector>
  </HeadingPairs>
  <TitlesOfParts>
    <vt:vector size="76" baseType="lpstr">
      <vt:lpstr>Calibri</vt:lpstr>
      <vt:lpstr>Calibri Light</vt:lpstr>
      <vt:lpstr>Tahoma</vt:lpstr>
      <vt:lpstr>Helvetica Light</vt:lpstr>
      <vt:lpstr>Wingdings</vt:lpstr>
      <vt:lpstr>Helvetica Neue</vt:lpstr>
      <vt:lpstr>Courier New</vt:lpstr>
      <vt:lpstr>Helvetica</vt:lpstr>
      <vt:lpstr>Arial</vt:lpstr>
      <vt:lpstr>Times New Roman</vt:lpstr>
      <vt:lpstr>11_Office Theme</vt:lpstr>
      <vt:lpstr>Office Theme</vt:lpstr>
      <vt:lpstr>1_Office Theme</vt:lpstr>
      <vt:lpstr>Simple Light</vt:lpstr>
      <vt:lpstr>2_Office Theme</vt:lpstr>
      <vt:lpstr>3_Office Theme</vt:lpstr>
      <vt:lpstr>Deep Neural Networks (AIML ZG565)</vt:lpstr>
      <vt:lpstr>PowerPoint Presentation</vt:lpstr>
      <vt:lpstr>Key components of DL problem</vt:lpstr>
      <vt:lpstr>Core components of DL problem</vt:lpstr>
      <vt:lpstr>Data</vt:lpstr>
      <vt:lpstr>Data</vt:lpstr>
      <vt:lpstr> 2. Model</vt:lpstr>
      <vt:lpstr> 3. Objective Function</vt:lpstr>
      <vt:lpstr> 4. Learning Algorithms</vt:lpstr>
      <vt:lpstr> Example of the Framework</vt:lpstr>
      <vt:lpstr> How to Create a Model?</vt:lpstr>
      <vt:lpstr> Train the Model</vt:lpstr>
      <vt:lpstr>Kinds of Deep Learning Problems</vt:lpstr>
      <vt:lpstr>Learning Problems</vt:lpstr>
      <vt:lpstr>Supervised Learning</vt:lpstr>
      <vt:lpstr>Supervised Learning Tasks</vt:lpstr>
      <vt:lpstr>PowerPoint Presentation</vt:lpstr>
      <vt:lpstr>How do Humans Learn?</vt:lpstr>
      <vt:lpstr>Observation: The Brain</vt:lpstr>
      <vt:lpstr>Brain: Interconnected Neurons</vt:lpstr>
      <vt:lpstr>Biological Neuron </vt:lpstr>
      <vt:lpstr>What are Artificial Neurons?</vt:lpstr>
      <vt:lpstr>Artificial Neuron N</vt:lpstr>
      <vt:lpstr>Artificial Neuron – Mathematical Computation</vt:lpstr>
      <vt:lpstr>Comparison: Biological vs Artificial Neurons</vt:lpstr>
      <vt:lpstr>PowerPoint Presentation</vt:lpstr>
      <vt:lpstr>PowerPoint Presentation</vt:lpstr>
      <vt:lpstr>Properties of  Artificial Neural Network</vt:lpstr>
      <vt:lpstr>When to consider Artificial Neural Networks?</vt:lpstr>
      <vt:lpstr>Connectionist Machines</vt:lpstr>
      <vt:lpstr>Connectionism Principles</vt:lpstr>
      <vt:lpstr>PowerPoint Presentation</vt:lpstr>
      <vt:lpstr>Perceptron</vt:lpstr>
      <vt:lpstr>Perceptron</vt:lpstr>
      <vt:lpstr>PowerPoint Presentation</vt:lpstr>
      <vt:lpstr>Perceptron</vt:lpstr>
      <vt:lpstr>AND Logic Gate</vt:lpstr>
      <vt:lpstr>Perceptron for AND gate</vt:lpstr>
      <vt:lpstr> Perceptron for AND gate </vt:lpstr>
      <vt:lpstr>OR Logic Gate</vt:lpstr>
      <vt:lpstr>Perceptron for OR gate</vt:lpstr>
      <vt:lpstr>Perceptron for OR gate</vt:lpstr>
      <vt:lpstr>Exercise</vt:lpstr>
      <vt:lpstr>PowerPoint Presentation</vt:lpstr>
      <vt:lpstr>Perceptron Learning Algorithm</vt:lpstr>
      <vt:lpstr>Perceptron Learning for NOT gate</vt:lpstr>
      <vt:lpstr>Perceptron Learning for NOT gate</vt:lpstr>
      <vt:lpstr>Perceptron Learning for NOT gate</vt:lpstr>
      <vt:lpstr>The XOR Problem</vt:lpstr>
      <vt:lpstr>Why Single Perceptron Fails on XOR</vt:lpstr>
      <vt:lpstr>Perceptron Demo Python Code</vt:lpstr>
      <vt:lpstr>PowerPoint Presentation</vt:lpstr>
      <vt:lpstr>Linearly Separable Data</vt:lpstr>
      <vt:lpstr>Linearly vs Non-Linearly Separable Data</vt:lpstr>
      <vt:lpstr>Perceptron for Linearly Separable Data</vt:lpstr>
      <vt:lpstr>Perceptron for Linearly Separable Data</vt:lpstr>
      <vt:lpstr>Exercise</vt:lpstr>
      <vt:lpstr>Key Concepts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67</cp:revision>
  <dcterms:created xsi:type="dcterms:W3CDTF">2021-11-12T07:04:08Z</dcterms:created>
  <dcterms:modified xsi:type="dcterms:W3CDTF">2026-05-03T07:05:23Z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